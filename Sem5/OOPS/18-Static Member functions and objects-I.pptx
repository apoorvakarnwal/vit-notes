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478B-3517-4D9D-A185-BB355FB1FA1F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0525-87D1-4D4F-920A-234980053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62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478B-3517-4D9D-A185-BB355FB1FA1F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0525-87D1-4D4F-920A-234980053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85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478B-3517-4D9D-A185-BB355FB1FA1F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0525-87D1-4D4F-920A-234980053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70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478B-3517-4D9D-A185-BB355FB1FA1F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0525-87D1-4D4F-920A-234980053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37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478B-3517-4D9D-A185-BB355FB1FA1F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0525-87D1-4D4F-920A-234980053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264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478B-3517-4D9D-A185-BB355FB1FA1F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0525-87D1-4D4F-920A-234980053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404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478B-3517-4D9D-A185-BB355FB1FA1F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0525-87D1-4D4F-920A-234980053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74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478B-3517-4D9D-A185-BB355FB1FA1F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0525-87D1-4D4F-920A-234980053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7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478B-3517-4D9D-A185-BB355FB1FA1F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0525-87D1-4D4F-920A-234980053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833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478B-3517-4D9D-A185-BB355FB1FA1F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0525-87D1-4D4F-920A-234980053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30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478B-3517-4D9D-A185-BB355FB1FA1F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0525-87D1-4D4F-920A-234980053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59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478B-3517-4D9D-A185-BB355FB1FA1F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50525-87D1-4D4F-920A-234980053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33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Static Data Members</a:t>
            </a:r>
            <a:br>
              <a:rPr lang="en-IN" dirty="0"/>
            </a:br>
            <a:r>
              <a:rPr lang="en-IN" dirty="0"/>
              <a:t>and</a:t>
            </a:r>
            <a:br>
              <a:rPr lang="en-IN" dirty="0"/>
            </a:br>
            <a:r>
              <a:rPr lang="en-IN" dirty="0"/>
              <a:t>Static member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06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266"/>
            <a:ext cx="8229600" cy="897454"/>
          </a:xfrm>
        </p:spPr>
        <p:txBody>
          <a:bodyPr/>
          <a:lstStyle/>
          <a:p>
            <a:r>
              <a:rPr lang="en-IN" dirty="0"/>
              <a:t>Static Data 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4"/>
            <a:ext cx="8568952" cy="6093296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en-IN" sz="2400" dirty="0"/>
              <a:t>A data member of a class can be qualified as static. The properties of a static member variable are similar to that of a C static variable. </a:t>
            </a:r>
          </a:p>
          <a:p>
            <a:pPr lvl="1">
              <a:lnSpc>
                <a:spcPct val="114000"/>
              </a:lnSpc>
            </a:pPr>
            <a:r>
              <a:rPr lang="en-IN" sz="2400" dirty="0"/>
              <a:t>It is initialized to zero when the first object of its class is created. No other initialization is permitted.</a:t>
            </a:r>
          </a:p>
          <a:p>
            <a:pPr lvl="1">
              <a:lnSpc>
                <a:spcPct val="114000"/>
              </a:lnSpc>
            </a:pPr>
            <a:r>
              <a:rPr lang="en-IN" sz="2400" dirty="0"/>
              <a:t>Only one copy of that member is created for the entire class and is shared by all the objects of that class, no matter how many objects are created.</a:t>
            </a:r>
          </a:p>
          <a:p>
            <a:pPr lvl="1">
              <a:lnSpc>
                <a:spcPct val="114000"/>
              </a:lnSpc>
            </a:pPr>
            <a:r>
              <a:rPr lang="en-IN" sz="2400" dirty="0"/>
              <a:t>It is visible only within the class, but its lifetime is the entire program.</a:t>
            </a:r>
          </a:p>
          <a:p>
            <a:pPr>
              <a:lnSpc>
                <a:spcPct val="114000"/>
              </a:lnSpc>
            </a:pPr>
            <a:r>
              <a:rPr lang="en-IN" sz="2400" dirty="0"/>
              <a:t>Static variables are normally used to maintain values common to the entire class.</a:t>
            </a:r>
          </a:p>
        </p:txBody>
      </p:sp>
    </p:spTree>
    <p:extLst>
      <p:ext uri="{BB962C8B-B14F-4D97-AF65-F5344CB8AC3E}">
        <p14:creationId xmlns:p14="http://schemas.microsoft.com/office/powerpoint/2010/main" val="3944120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764704"/>
          </a:xfrm>
        </p:spPr>
        <p:txBody>
          <a:bodyPr/>
          <a:lstStyle/>
          <a:p>
            <a:r>
              <a:rPr lang="en-IN" dirty="0"/>
              <a:t>Example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764704"/>
            <a:ext cx="4038600" cy="609329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#include </a:t>
            </a:r>
          </a:p>
          <a:p>
            <a:pPr marL="0" indent="0">
              <a:buNone/>
            </a:pPr>
            <a:r>
              <a:rPr lang="en-IN" dirty="0"/>
              <a:t>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item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static </a:t>
            </a:r>
            <a:r>
              <a:rPr lang="en-IN" dirty="0" err="1"/>
              <a:t>int</a:t>
            </a:r>
            <a:r>
              <a:rPr lang="en-IN" dirty="0"/>
              <a:t> count;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IN" dirty="0" err="1"/>
              <a:t>int</a:t>
            </a:r>
            <a:r>
              <a:rPr lang="en-IN" dirty="0"/>
              <a:t> number;</a:t>
            </a:r>
          </a:p>
          <a:p>
            <a:pPr marL="0" indent="0">
              <a:buNone/>
            </a:pPr>
            <a:r>
              <a:rPr lang="en-IN" dirty="0"/>
              <a:t>    public:</a:t>
            </a:r>
          </a:p>
          <a:p>
            <a:pPr marL="0" indent="0">
              <a:buNone/>
            </a:pPr>
            <a:r>
              <a:rPr lang="en-IN" dirty="0"/>
              <a:t>       void </a:t>
            </a:r>
            <a:r>
              <a:rPr lang="en-IN" dirty="0" err="1"/>
              <a:t>getdata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a)</a:t>
            </a:r>
          </a:p>
          <a:p>
            <a:pPr marL="0" indent="0">
              <a:buNone/>
            </a:pPr>
            <a:r>
              <a:rPr lang="en-IN" dirty="0"/>
              <a:t>      {</a:t>
            </a:r>
          </a:p>
          <a:p>
            <a:pPr marL="0" indent="0">
              <a:buNone/>
            </a:pPr>
            <a:r>
              <a:rPr lang="en-IN" dirty="0"/>
              <a:t>           number = a;</a:t>
            </a:r>
          </a:p>
          <a:p>
            <a:pPr marL="0" indent="0">
              <a:buNone/>
            </a:pPr>
            <a:r>
              <a:rPr lang="en-IN" dirty="0"/>
              <a:t>           count ++;</a:t>
            </a:r>
          </a:p>
          <a:p>
            <a:pPr marL="0" indent="0">
              <a:buNone/>
            </a:pPr>
            <a:r>
              <a:rPr lang="en-IN" dirty="0"/>
              <a:t>      }</a:t>
            </a:r>
          </a:p>
          <a:p>
            <a:pPr marL="0" indent="0">
              <a:buNone/>
            </a:pPr>
            <a:r>
              <a:rPr lang="en-IN" dirty="0"/>
              <a:t>       void </a:t>
            </a:r>
            <a:r>
              <a:rPr lang="en-IN" dirty="0" err="1"/>
              <a:t>getcount</a:t>
            </a:r>
            <a:r>
              <a:rPr lang="en-IN" dirty="0"/>
              <a:t>(void)</a:t>
            </a:r>
          </a:p>
          <a:p>
            <a:pPr marL="0" indent="0">
              <a:buNone/>
            </a:pPr>
            <a:r>
              <a:rPr lang="en-IN" dirty="0"/>
              <a:t>       {</a:t>
            </a:r>
          </a:p>
          <a:p>
            <a:pPr marL="0" indent="0">
              <a:buNone/>
            </a:pPr>
            <a:r>
              <a:rPr lang="en-IN" dirty="0"/>
              <a:t>           </a:t>
            </a:r>
            <a:r>
              <a:rPr lang="en-IN" dirty="0" err="1"/>
              <a:t>cout</a:t>
            </a:r>
            <a:r>
              <a:rPr lang="en-IN" dirty="0"/>
              <a:t> &lt;&lt; "Count: ";</a:t>
            </a:r>
          </a:p>
          <a:p>
            <a:pPr marL="0" indent="0">
              <a:buNone/>
            </a:pPr>
            <a:r>
              <a:rPr lang="en-IN" dirty="0"/>
              <a:t>           </a:t>
            </a:r>
            <a:r>
              <a:rPr lang="en-IN" dirty="0" err="1"/>
              <a:t>cout</a:t>
            </a:r>
            <a:r>
              <a:rPr lang="en-IN" dirty="0"/>
              <a:t> &lt;&lt; count &lt;&lt;"\n";</a:t>
            </a:r>
          </a:p>
          <a:p>
            <a:pPr marL="0" indent="0">
              <a:buNone/>
            </a:pPr>
            <a:r>
              <a:rPr lang="en-IN" dirty="0"/>
              <a:t>   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item :: count ;</a:t>
            </a:r>
          </a:p>
          <a:p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572000" y="764704"/>
            <a:ext cx="4423792" cy="597666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	item </a:t>
            </a:r>
            <a:r>
              <a:rPr lang="en-IN" dirty="0" err="1"/>
              <a:t>a,b,c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a.getcount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b.getcount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c.getcount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a.getdata</a:t>
            </a:r>
            <a:r>
              <a:rPr lang="en-IN" dirty="0"/>
              <a:t>(100);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b.getdata</a:t>
            </a:r>
            <a:r>
              <a:rPr lang="en-IN" dirty="0"/>
              <a:t>(200);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c.getdata</a:t>
            </a:r>
            <a:r>
              <a:rPr lang="en-IN" dirty="0"/>
              <a:t>(300);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cout</a:t>
            </a:r>
            <a:r>
              <a:rPr lang="en-IN" dirty="0"/>
              <a:t> &lt;&lt; "After reading data"&lt;&lt;"\n";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a.getcount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b.getcount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c.getcount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	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131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764704"/>
          </a:xfrm>
        </p:spPr>
        <p:txBody>
          <a:bodyPr/>
          <a:lstStyle/>
          <a:p>
            <a:r>
              <a:rPr lang="en-IN" dirty="0"/>
              <a:t>Example 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0" y="764704"/>
            <a:ext cx="4495800" cy="609329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class Box {</a:t>
            </a:r>
          </a:p>
          <a:p>
            <a:pPr marL="0" indent="0">
              <a:buNone/>
            </a:pPr>
            <a:r>
              <a:rPr lang="en-IN" dirty="0"/>
              <a:t>   public: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>
                <a:solidFill>
                  <a:srgbClr val="FF0000"/>
                </a:solidFill>
              </a:rPr>
              <a:t>static </a:t>
            </a: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objectCount</a:t>
            </a:r>
            <a:r>
              <a:rPr lang="en-I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/>
              <a:t>     Box(double l = 2.0, double b = 2.0, double h   = 2.0) {</a:t>
            </a:r>
          </a:p>
          <a:p>
            <a:pPr marL="0" indent="0">
              <a:buNone/>
            </a:pPr>
            <a:r>
              <a:rPr lang="en-IN" dirty="0"/>
              <a:t>         length = l;</a:t>
            </a:r>
          </a:p>
          <a:p>
            <a:pPr marL="0" indent="0">
              <a:buNone/>
            </a:pPr>
            <a:r>
              <a:rPr lang="en-IN" dirty="0"/>
              <a:t>         breadth = b;</a:t>
            </a:r>
          </a:p>
          <a:p>
            <a:pPr marL="0" indent="0">
              <a:buNone/>
            </a:pPr>
            <a:r>
              <a:rPr lang="en-IN" dirty="0"/>
              <a:t>         height = h;</a:t>
            </a:r>
          </a:p>
          <a:p>
            <a:pPr marL="0" indent="0">
              <a:buNone/>
            </a:pPr>
            <a:r>
              <a:rPr lang="en-IN" dirty="0"/>
              <a:t>         </a:t>
            </a:r>
            <a:r>
              <a:rPr lang="en-IN" dirty="0" err="1"/>
              <a:t>objectCount</a:t>
            </a:r>
            <a:r>
              <a:rPr lang="en-IN" dirty="0"/>
              <a:t>++;</a:t>
            </a:r>
          </a:p>
          <a:p>
            <a:pPr marL="0" indent="0">
              <a:buNone/>
            </a:pPr>
            <a:r>
              <a:rPr lang="en-IN" dirty="0"/>
              <a:t>      }</a:t>
            </a:r>
          </a:p>
          <a:p>
            <a:pPr marL="0" indent="0">
              <a:buNone/>
            </a:pPr>
            <a:r>
              <a:rPr lang="en-IN" dirty="0"/>
              <a:t>		</a:t>
            </a:r>
          </a:p>
          <a:p>
            <a:pPr marL="0" indent="0">
              <a:buNone/>
            </a:pPr>
            <a:r>
              <a:rPr lang="en-IN" dirty="0"/>
              <a:t>      double Volume() {</a:t>
            </a:r>
          </a:p>
          <a:p>
            <a:pPr marL="0" indent="0">
              <a:buNone/>
            </a:pPr>
            <a:r>
              <a:rPr lang="en-IN" dirty="0"/>
              <a:t>         return length * breadth * height;</a:t>
            </a:r>
          </a:p>
          <a:p>
            <a:pPr marL="0" indent="0">
              <a:buNone/>
            </a:pPr>
            <a:r>
              <a:rPr lang="en-IN" dirty="0"/>
              <a:t>      }</a:t>
            </a:r>
          </a:p>
          <a:p>
            <a:pPr marL="0" indent="0">
              <a:buNone/>
            </a:pPr>
            <a:r>
              <a:rPr lang="en-IN" dirty="0"/>
              <a:t>		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716016" y="764704"/>
            <a:ext cx="4279776" cy="59766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 private:</a:t>
            </a:r>
          </a:p>
          <a:p>
            <a:pPr marL="0" indent="0">
              <a:buNone/>
            </a:pPr>
            <a:r>
              <a:rPr lang="en-IN" dirty="0"/>
              <a:t>      double length; </a:t>
            </a:r>
          </a:p>
          <a:p>
            <a:pPr marL="0" indent="0">
              <a:buNone/>
            </a:pPr>
            <a:r>
              <a:rPr lang="en-IN" dirty="0"/>
              <a:t>      double breadth; </a:t>
            </a:r>
          </a:p>
          <a:p>
            <a:pPr marL="0" indent="0">
              <a:buNone/>
            </a:pPr>
            <a:r>
              <a:rPr lang="en-IN" dirty="0"/>
              <a:t>      double height;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Box::</a:t>
            </a:r>
            <a:r>
              <a:rPr lang="en-IN" dirty="0" err="1">
                <a:solidFill>
                  <a:srgbClr val="FF0000"/>
                </a:solidFill>
              </a:rPr>
              <a:t>objectCount</a:t>
            </a:r>
            <a:r>
              <a:rPr lang="en-IN" dirty="0">
                <a:solidFill>
                  <a:srgbClr val="FF0000"/>
                </a:solidFill>
              </a:rPr>
              <a:t> = 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main(void) {</a:t>
            </a:r>
          </a:p>
          <a:p>
            <a:pPr marL="0" indent="0">
              <a:buNone/>
            </a:pPr>
            <a:r>
              <a:rPr lang="en-IN" dirty="0"/>
              <a:t>    Box Box1(3.3, 1.2, 1.5); </a:t>
            </a:r>
          </a:p>
          <a:p>
            <a:pPr marL="0" indent="0">
              <a:buNone/>
            </a:pPr>
            <a:r>
              <a:rPr lang="en-IN" dirty="0"/>
              <a:t>    Box Box2(8.5, 6.0, 2.0);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>
                <a:solidFill>
                  <a:srgbClr val="FF0000"/>
                </a:solidFill>
              </a:rPr>
              <a:t>Box::</a:t>
            </a:r>
            <a:r>
              <a:rPr lang="en-IN" dirty="0" err="1">
                <a:solidFill>
                  <a:srgbClr val="FF0000"/>
                </a:solidFill>
              </a:rPr>
              <a:t>objectCount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3220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764704"/>
          </a:xfrm>
        </p:spPr>
        <p:txBody>
          <a:bodyPr/>
          <a:lstStyle/>
          <a:p>
            <a:r>
              <a:rPr lang="en-IN" dirty="0"/>
              <a:t>Static Member </a:t>
            </a:r>
            <a:r>
              <a:rPr lang="en-IN" dirty="0" err="1"/>
              <a:t>funciton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0" y="764704"/>
            <a:ext cx="4495800" cy="609329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class test {</a:t>
            </a:r>
          </a:p>
          <a:p>
            <a:pPr marL="0" indent="0">
              <a:buNone/>
            </a:pPr>
            <a:r>
              <a:rPr lang="en-IN" dirty="0"/>
              <a:t>   int code;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static int count;</a:t>
            </a:r>
          </a:p>
          <a:p>
            <a:pPr marL="0" indent="0">
              <a:buNone/>
            </a:pPr>
            <a:r>
              <a:rPr lang="en-IN" dirty="0"/>
              <a:t>   public: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>
                <a:solidFill>
                  <a:srgbClr val="FF0000"/>
                </a:solidFill>
              </a:rPr>
              <a:t>void </a:t>
            </a:r>
            <a:r>
              <a:rPr lang="en-IN" dirty="0" err="1">
                <a:solidFill>
                  <a:srgbClr val="FF0000"/>
                </a:solidFill>
              </a:rPr>
              <a:t>setcode</a:t>
            </a:r>
            <a:r>
              <a:rPr lang="en-IN" dirty="0">
                <a:solidFill>
                  <a:srgbClr val="FF0000"/>
                </a:solidFill>
              </a:rPr>
              <a:t>(void)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  code =++count;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}</a:t>
            </a:r>
          </a:p>
          <a:p>
            <a:pPr marL="0" indent="0">
              <a:buNone/>
            </a:pPr>
            <a:r>
              <a:rPr lang="en-IN" dirty="0"/>
              <a:t>Void </a:t>
            </a:r>
            <a:r>
              <a:rPr lang="en-IN" dirty="0" err="1"/>
              <a:t>showcode</a:t>
            </a:r>
            <a:r>
              <a:rPr lang="en-IN" dirty="0"/>
              <a:t>(void)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&lt;&lt;“object No.:”&lt;&lt;code&lt;&lt;“\n”; 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Static void </a:t>
            </a:r>
            <a:r>
              <a:rPr lang="en-IN" dirty="0" err="1">
                <a:solidFill>
                  <a:srgbClr val="FF0000"/>
                </a:solidFill>
              </a:rPr>
              <a:t>showcount</a:t>
            </a:r>
            <a:r>
              <a:rPr lang="en-IN" dirty="0">
                <a:solidFill>
                  <a:srgbClr val="FF0000"/>
                </a:solidFill>
              </a:rPr>
              <a:t>(void)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</a:t>
            </a:r>
            <a:r>
              <a:rPr lang="en-IN" dirty="0" err="1">
                <a:solidFill>
                  <a:srgbClr val="FF0000"/>
                </a:solidFill>
              </a:rPr>
              <a:t>cou</a:t>
            </a:r>
            <a:r>
              <a:rPr lang="en-IN" dirty="0">
                <a:solidFill>
                  <a:srgbClr val="FF0000"/>
                </a:solidFill>
              </a:rPr>
              <a:t>&lt;&lt;“count : “&lt;&lt; count &lt;&lt;“\n”;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};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716016" y="764704"/>
            <a:ext cx="4279776" cy="597666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Int test :: count;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test t1,t2;</a:t>
            </a:r>
          </a:p>
          <a:p>
            <a:pPr marL="0" indent="0">
              <a:buNone/>
            </a:pPr>
            <a:r>
              <a:rPr lang="en-IN" dirty="0"/>
              <a:t>   t1.setcode();</a:t>
            </a:r>
          </a:p>
          <a:p>
            <a:pPr marL="0" indent="0">
              <a:buNone/>
            </a:pPr>
            <a:r>
              <a:rPr lang="en-IN" dirty="0"/>
              <a:t>   t2.setcode();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test:: </a:t>
            </a:r>
            <a:r>
              <a:rPr lang="en-IN" dirty="0" err="1">
                <a:solidFill>
                  <a:srgbClr val="FF0000"/>
                </a:solidFill>
              </a:rPr>
              <a:t>showcount</a:t>
            </a:r>
            <a:r>
              <a:rPr lang="en-IN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test t3;</a:t>
            </a:r>
          </a:p>
          <a:p>
            <a:pPr marL="0" indent="0">
              <a:buNone/>
            </a:pPr>
            <a:r>
              <a:rPr lang="en-IN" dirty="0"/>
              <a:t>  t3.setcode();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test::</a:t>
            </a:r>
            <a:r>
              <a:rPr lang="en-IN" dirty="0" err="1">
                <a:solidFill>
                  <a:srgbClr val="FF0000"/>
                </a:solidFill>
              </a:rPr>
              <a:t>showcount</a:t>
            </a:r>
            <a:r>
              <a:rPr lang="en-IN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IN" dirty="0"/>
              <a:t>   t1.showcode();</a:t>
            </a:r>
          </a:p>
          <a:p>
            <a:pPr marL="0" indent="0">
              <a:buNone/>
            </a:pPr>
            <a:r>
              <a:rPr lang="en-IN" dirty="0"/>
              <a:t>   t2.showcode();</a:t>
            </a:r>
          </a:p>
          <a:p>
            <a:pPr marL="0" indent="0">
              <a:buNone/>
            </a:pPr>
            <a:r>
              <a:rPr lang="en-IN" dirty="0"/>
              <a:t>   t3.showcode();</a:t>
            </a:r>
          </a:p>
          <a:p>
            <a:pPr marL="0" indent="0">
              <a:buNone/>
            </a:pPr>
            <a:r>
              <a:rPr lang="en-IN" dirty="0"/>
              <a:t>   </a:t>
            </a:r>
          </a:p>
          <a:p>
            <a:pPr marL="0" indent="0">
              <a:buNone/>
            </a:pPr>
            <a:r>
              <a:rPr lang="en-IN" dirty="0"/>
              <a:t>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6392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558</Words>
  <Application>Microsoft Office PowerPoint</Application>
  <PresentationFormat>On-screen Show (4:3)</PresentationFormat>
  <Paragraphs>120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Static Data Members and Static member Functions</vt:lpstr>
      <vt:lpstr>Static Data Member</vt:lpstr>
      <vt:lpstr>Example 1</vt:lpstr>
      <vt:lpstr>Example 2</vt:lpstr>
      <vt:lpstr>Static Member funciton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Data Members</dc:title>
  <dc:creator>Gladys</dc:creator>
  <cp:lastModifiedBy>Joshva Devadas</cp:lastModifiedBy>
  <cp:revision>11</cp:revision>
  <dcterms:created xsi:type="dcterms:W3CDTF">2017-02-10T06:40:18Z</dcterms:created>
  <dcterms:modified xsi:type="dcterms:W3CDTF">2022-04-19T06:03:47Z</dcterms:modified>
</cp:coreProperties>
</file>