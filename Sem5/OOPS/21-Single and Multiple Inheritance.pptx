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theme/themeOverride1.xml" ContentType="application/vnd.openxmlformats-officedocument.themeOverrid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notesMasterIdLst>
    <p:notesMasterId r:id="rId47"/>
  </p:notesMasterIdLst>
  <p:sldIdLst>
    <p:sldId id="256" r:id="rId2"/>
    <p:sldId id="258" r:id="rId3"/>
    <p:sldId id="259" r:id="rId4"/>
    <p:sldId id="260" r:id="rId5"/>
    <p:sldId id="261" r:id="rId6"/>
    <p:sldId id="262" r:id="rId7"/>
    <p:sldId id="263" r:id="rId8"/>
    <p:sldId id="291" r:id="rId9"/>
    <p:sldId id="306" r:id="rId10"/>
    <p:sldId id="264" r:id="rId11"/>
    <p:sldId id="267" r:id="rId12"/>
    <p:sldId id="307" r:id="rId13"/>
    <p:sldId id="265" r:id="rId14"/>
    <p:sldId id="268" r:id="rId15"/>
    <p:sldId id="308" r:id="rId16"/>
    <p:sldId id="269" r:id="rId17"/>
    <p:sldId id="271" r:id="rId18"/>
    <p:sldId id="309" r:id="rId19"/>
    <p:sldId id="272" r:id="rId20"/>
    <p:sldId id="274" r:id="rId21"/>
    <p:sldId id="310" r:id="rId22"/>
    <p:sldId id="311" r:id="rId23"/>
    <p:sldId id="275" r:id="rId24"/>
    <p:sldId id="277" r:id="rId25"/>
    <p:sldId id="278" r:id="rId26"/>
    <p:sldId id="279" r:id="rId27"/>
    <p:sldId id="281" r:id="rId28"/>
    <p:sldId id="312" r:id="rId29"/>
    <p:sldId id="314" r:id="rId30"/>
    <p:sldId id="315" r:id="rId31"/>
    <p:sldId id="316" r:id="rId32"/>
    <p:sldId id="284" r:id="rId33"/>
    <p:sldId id="285" r:id="rId34"/>
    <p:sldId id="286" r:id="rId35"/>
    <p:sldId id="288" r:id="rId36"/>
    <p:sldId id="290" r:id="rId37"/>
    <p:sldId id="303" r:id="rId38"/>
    <p:sldId id="304" r:id="rId39"/>
    <p:sldId id="305" r:id="rId40"/>
    <p:sldId id="294" r:id="rId41"/>
    <p:sldId id="313" r:id="rId42"/>
    <p:sldId id="293" r:id="rId43"/>
    <p:sldId id="295" r:id="rId44"/>
    <p:sldId id="296" r:id="rId45"/>
    <p:sldId id="297" r:id="rId46"/>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FF00FF"/>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000" autoAdjust="0"/>
    <p:restoredTop sz="94660"/>
  </p:normalViewPr>
  <p:slideViewPr>
    <p:cSldViewPr snapToGrid="0">
      <p:cViewPr varScale="1">
        <p:scale>
          <a:sx n="77" d="100"/>
          <a:sy n="77" d="100"/>
        </p:scale>
        <p:origin x="268" y="72"/>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9" Type="http://schemas.openxmlformats.org/officeDocument/2006/relationships/slide" Target="slides/slide38.xml"/><Relationship Id="rId21" Type="http://schemas.openxmlformats.org/officeDocument/2006/relationships/slide" Target="slides/slide20.xml"/><Relationship Id="rId34" Type="http://schemas.openxmlformats.org/officeDocument/2006/relationships/slide" Target="slides/slide33.xml"/><Relationship Id="rId42" Type="http://schemas.openxmlformats.org/officeDocument/2006/relationships/slide" Target="slides/slide41.xml"/><Relationship Id="rId47" Type="http://schemas.openxmlformats.org/officeDocument/2006/relationships/notesMaster" Target="notesMasters/notesMaster1.xml"/><Relationship Id="rId50" Type="http://schemas.openxmlformats.org/officeDocument/2006/relationships/theme" Target="theme/theme1.xml"/><Relationship Id="rId7" Type="http://schemas.openxmlformats.org/officeDocument/2006/relationships/slide" Target="slides/slide6.xml"/><Relationship Id="rId2" Type="http://schemas.openxmlformats.org/officeDocument/2006/relationships/slide" Target="slides/slide1.xml"/><Relationship Id="rId16" Type="http://schemas.openxmlformats.org/officeDocument/2006/relationships/slide" Target="slides/slide15.xml"/><Relationship Id="rId29" Type="http://schemas.openxmlformats.org/officeDocument/2006/relationships/slide" Target="slides/slide28.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slide" Target="slides/slide36.xml"/><Relationship Id="rId40" Type="http://schemas.openxmlformats.org/officeDocument/2006/relationships/slide" Target="slides/slide39.xml"/><Relationship Id="rId45" Type="http://schemas.openxmlformats.org/officeDocument/2006/relationships/slide" Target="slides/slide44.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49" Type="http://schemas.openxmlformats.org/officeDocument/2006/relationships/viewProps" Target="viewProps.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slide" Target="slides/slide30.xml"/><Relationship Id="rId44" Type="http://schemas.openxmlformats.org/officeDocument/2006/relationships/slide" Target="slides/slide43.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slide" Target="slides/slide42.xml"/><Relationship Id="rId48" Type="http://schemas.openxmlformats.org/officeDocument/2006/relationships/presProps" Target="presProps.xml"/><Relationship Id="rId8" Type="http://schemas.openxmlformats.org/officeDocument/2006/relationships/slide" Target="slides/slide7.xml"/><Relationship Id="rId51" Type="http://schemas.openxmlformats.org/officeDocument/2006/relationships/tableStyles" Target="tableStyles.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 Id="rId46" Type="http://schemas.openxmlformats.org/officeDocument/2006/relationships/slide" Target="slides/slide45.xml"/><Relationship Id="rId20" Type="http://schemas.openxmlformats.org/officeDocument/2006/relationships/slide" Target="slides/slide19.xml"/><Relationship Id="rId41" Type="http://schemas.openxmlformats.org/officeDocument/2006/relationships/slide" Target="slides/slide40.xml"/><Relationship Id="rId1" Type="http://schemas.openxmlformats.org/officeDocument/2006/relationships/slideMaster" Target="slideMasters/slideMaster1.xml"/><Relationship Id="rId6" Type="http://schemas.openxmlformats.org/officeDocument/2006/relationships/slide" Target="slides/slide5.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IN"/>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37D2BE9C-6D9A-40C6-B397-913C0719A7AD}" type="datetimeFigureOut">
              <a:rPr lang="en-IN" smtClean="0"/>
              <a:t>26-04-2023</a:t>
            </a:fld>
            <a:endParaRPr lang="en-IN"/>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IN"/>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IN"/>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66A4D6A4-FC6D-4860-BE6F-D792B42625A5}" type="slidenum">
              <a:rPr lang="en-IN" smtClean="0"/>
              <a:t>‹#›</a:t>
            </a:fld>
            <a:endParaRPr lang="en-IN"/>
          </a:p>
        </p:txBody>
      </p:sp>
    </p:spTree>
    <p:extLst>
      <p:ext uri="{BB962C8B-B14F-4D97-AF65-F5344CB8AC3E}">
        <p14:creationId xmlns:p14="http://schemas.microsoft.com/office/powerpoint/2010/main" val="1637989462"/>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37.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38.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9.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7"/>
          <p:cNvSpPr>
            <a:spLocks noGrp="1" noChangeArrowheads="1"/>
          </p:cNvSpPr>
          <p:nvPr>
            <p:ph type="sldNum" sz="quarter" idx="5"/>
          </p:nvPr>
        </p:nvSpPr>
        <p:spPr>
          <a:ln/>
        </p:spPr>
        <p:txBody>
          <a:bodyPr/>
          <a:lstStyle/>
          <a:p>
            <a:fld id="{C0E22FCC-B900-4F01-9E5D-08BD7AE15090}" type="slidenum">
              <a:rPr lang="en-US" altLang="zh-TW"/>
              <a:pPr/>
              <a:t>37</a:t>
            </a:fld>
            <a:endParaRPr lang="en-US" altLang="zh-TW"/>
          </a:p>
        </p:txBody>
      </p:sp>
      <p:sp>
        <p:nvSpPr>
          <p:cNvPr id="33794" name="Rectangle 2"/>
          <p:cNvSpPr>
            <a:spLocks noGrp="1" noRot="1" noChangeAspect="1" noChangeArrowheads="1" noTextEdit="1"/>
          </p:cNvSpPr>
          <p:nvPr>
            <p:ph type="sldImg"/>
          </p:nvPr>
        </p:nvSpPr>
        <p:spPr>
          <a:ln/>
        </p:spPr>
      </p:sp>
      <p:sp>
        <p:nvSpPr>
          <p:cNvPr id="33795" name="Rectangle 3"/>
          <p:cNvSpPr>
            <a:spLocks noGrp="1" noChangeArrowheads="1"/>
          </p:cNvSpPr>
          <p:nvPr>
            <p:ph type="body" idx="1"/>
          </p:nvPr>
        </p:nvSpPr>
        <p:spPr/>
        <p:txBody>
          <a:bodyPr/>
          <a:lstStyle/>
          <a:p>
            <a:endParaRPr lang="en-US" altLang="en-US"/>
          </a:p>
        </p:txBody>
      </p:sp>
    </p:spTree>
    <p:extLst>
      <p:ext uri="{BB962C8B-B14F-4D97-AF65-F5344CB8AC3E}">
        <p14:creationId xmlns:p14="http://schemas.microsoft.com/office/powerpoint/2010/main" val="2486155326"/>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7"/>
          <p:cNvSpPr>
            <a:spLocks noGrp="1" noChangeArrowheads="1"/>
          </p:cNvSpPr>
          <p:nvPr>
            <p:ph type="sldNum" sz="quarter" idx="5"/>
          </p:nvPr>
        </p:nvSpPr>
        <p:spPr>
          <a:ln/>
        </p:spPr>
        <p:txBody>
          <a:bodyPr/>
          <a:lstStyle/>
          <a:p>
            <a:fld id="{DD630893-D749-43BE-B71F-2175E2E23B07}" type="slidenum">
              <a:rPr lang="en-US" altLang="zh-TW"/>
              <a:pPr/>
              <a:t>38</a:t>
            </a:fld>
            <a:endParaRPr lang="en-US" altLang="zh-TW"/>
          </a:p>
        </p:txBody>
      </p:sp>
      <p:sp>
        <p:nvSpPr>
          <p:cNvPr id="34818" name="Rectangle 2"/>
          <p:cNvSpPr>
            <a:spLocks noGrp="1" noRot="1" noChangeAspect="1" noChangeArrowheads="1" noTextEdit="1"/>
          </p:cNvSpPr>
          <p:nvPr>
            <p:ph type="sldImg"/>
          </p:nvPr>
        </p:nvSpPr>
        <p:spPr>
          <a:ln/>
        </p:spPr>
      </p:sp>
      <p:sp>
        <p:nvSpPr>
          <p:cNvPr id="34819" name="Rectangle 3"/>
          <p:cNvSpPr>
            <a:spLocks noGrp="1" noChangeArrowheads="1"/>
          </p:cNvSpPr>
          <p:nvPr>
            <p:ph type="body" idx="1"/>
          </p:nvPr>
        </p:nvSpPr>
        <p:spPr/>
        <p:txBody>
          <a:bodyPr/>
          <a:lstStyle/>
          <a:p>
            <a:endParaRPr lang="en-US" altLang="en-US"/>
          </a:p>
        </p:txBody>
      </p:sp>
    </p:spTree>
    <p:extLst>
      <p:ext uri="{BB962C8B-B14F-4D97-AF65-F5344CB8AC3E}">
        <p14:creationId xmlns:p14="http://schemas.microsoft.com/office/powerpoint/2010/main" val="3987470094"/>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7"/>
          <p:cNvSpPr>
            <a:spLocks noGrp="1" noChangeArrowheads="1"/>
          </p:cNvSpPr>
          <p:nvPr>
            <p:ph type="sldNum" sz="quarter" idx="5"/>
          </p:nvPr>
        </p:nvSpPr>
        <p:spPr>
          <a:ln/>
        </p:spPr>
        <p:txBody>
          <a:bodyPr/>
          <a:lstStyle/>
          <a:p>
            <a:fld id="{39E17BDE-83EB-4EFB-B7F5-9B9A3B13BCAF}" type="slidenum">
              <a:rPr lang="en-US" altLang="zh-TW"/>
              <a:pPr/>
              <a:t>39</a:t>
            </a:fld>
            <a:endParaRPr lang="en-US" altLang="zh-TW"/>
          </a:p>
        </p:txBody>
      </p:sp>
      <p:sp>
        <p:nvSpPr>
          <p:cNvPr id="35842" name="Rectangle 2"/>
          <p:cNvSpPr>
            <a:spLocks noGrp="1" noRot="1" noChangeAspect="1" noChangeArrowheads="1" noTextEdit="1"/>
          </p:cNvSpPr>
          <p:nvPr>
            <p:ph type="sldImg"/>
          </p:nvPr>
        </p:nvSpPr>
        <p:spPr>
          <a:ln/>
        </p:spPr>
      </p:sp>
      <p:sp>
        <p:nvSpPr>
          <p:cNvPr id="35843" name="Rectangle 3"/>
          <p:cNvSpPr>
            <a:spLocks noGrp="1" noChangeArrowheads="1"/>
          </p:cNvSpPr>
          <p:nvPr>
            <p:ph type="body" idx="1"/>
          </p:nvPr>
        </p:nvSpPr>
        <p:spPr/>
        <p:txBody>
          <a:bodyPr/>
          <a:lstStyle/>
          <a:p>
            <a:endParaRPr lang="en-US" altLang="en-US"/>
          </a:p>
        </p:txBody>
      </p:sp>
    </p:spTree>
    <p:extLst>
      <p:ext uri="{BB962C8B-B14F-4D97-AF65-F5344CB8AC3E}">
        <p14:creationId xmlns:p14="http://schemas.microsoft.com/office/powerpoint/2010/main" val="902238535"/>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endParaRPr lang="en-IN"/>
          </a:p>
        </p:txBody>
      </p:sp>
      <p:sp>
        <p:nvSpPr>
          <p:cNvPr id="3" name="Subtitle 2"/>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IN"/>
          </a:p>
        </p:txBody>
      </p:sp>
      <p:sp>
        <p:nvSpPr>
          <p:cNvPr id="4" name="Date Placeholder 3"/>
          <p:cNvSpPr>
            <a:spLocks noGrp="1"/>
          </p:cNvSpPr>
          <p:nvPr>
            <p:ph type="dt" sz="half" idx="10"/>
          </p:nvPr>
        </p:nvSpPr>
        <p:spPr/>
        <p:txBody>
          <a:bodyPr/>
          <a:lstStyle/>
          <a:p>
            <a:fld id="{690CFFCF-E59C-414B-9351-B38E182ABADD}" type="datetimeFigureOut">
              <a:rPr lang="en-IN" smtClean="0"/>
              <a:t>26-04-2023</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439E7FF2-61CD-4C6A-BB73-000ECD275336}" type="slidenum">
              <a:rPr lang="en-IN" smtClean="0"/>
              <a:t>‹#›</a:t>
            </a:fld>
            <a:endParaRPr lang="en-IN"/>
          </a:p>
        </p:txBody>
      </p:sp>
    </p:spTree>
    <p:extLst>
      <p:ext uri="{BB962C8B-B14F-4D97-AF65-F5344CB8AC3E}">
        <p14:creationId xmlns:p14="http://schemas.microsoft.com/office/powerpoint/2010/main" val="3615311406"/>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IN"/>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p:cNvSpPr>
            <a:spLocks noGrp="1"/>
          </p:cNvSpPr>
          <p:nvPr>
            <p:ph type="dt" sz="half" idx="10"/>
          </p:nvPr>
        </p:nvSpPr>
        <p:spPr/>
        <p:txBody>
          <a:bodyPr/>
          <a:lstStyle/>
          <a:p>
            <a:fld id="{690CFFCF-E59C-414B-9351-B38E182ABADD}" type="datetimeFigureOut">
              <a:rPr lang="en-IN" smtClean="0"/>
              <a:t>26-04-2023</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439E7FF2-61CD-4C6A-BB73-000ECD275336}" type="slidenum">
              <a:rPr lang="en-IN" smtClean="0"/>
              <a:t>‹#›</a:t>
            </a:fld>
            <a:endParaRPr lang="en-IN"/>
          </a:p>
        </p:txBody>
      </p:sp>
    </p:spTree>
    <p:extLst>
      <p:ext uri="{BB962C8B-B14F-4D97-AF65-F5344CB8AC3E}">
        <p14:creationId xmlns:p14="http://schemas.microsoft.com/office/powerpoint/2010/main" val="2712371826"/>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831850" y="1709738"/>
            <a:ext cx="10515600" cy="2852737"/>
          </a:xfrm>
        </p:spPr>
        <p:txBody>
          <a:bodyPr anchor="b"/>
          <a:lstStyle>
            <a:lvl1pPr>
              <a:defRPr sz="6000"/>
            </a:lvl1pPr>
          </a:lstStyle>
          <a:p>
            <a:r>
              <a:rPr lang="en-US"/>
              <a:t>Click to edit Master title style</a:t>
            </a:r>
            <a:endParaRPr lang="en-IN"/>
          </a:p>
        </p:txBody>
      </p:sp>
      <p:sp>
        <p:nvSpPr>
          <p:cNvPr id="3" name="Text Placeholder 2"/>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690CFFCF-E59C-414B-9351-B38E182ABADD}" type="datetimeFigureOut">
              <a:rPr lang="en-IN" smtClean="0"/>
              <a:t>26-04-2023</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439E7FF2-61CD-4C6A-BB73-000ECD275336}" type="slidenum">
              <a:rPr lang="en-IN" smtClean="0"/>
              <a:t>‹#›</a:t>
            </a:fld>
            <a:endParaRPr lang="en-IN"/>
          </a:p>
        </p:txBody>
      </p:sp>
    </p:spTree>
    <p:extLst>
      <p:ext uri="{BB962C8B-B14F-4D97-AF65-F5344CB8AC3E}">
        <p14:creationId xmlns:p14="http://schemas.microsoft.com/office/powerpoint/2010/main" val="1918460748"/>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IN"/>
          </a:p>
        </p:txBody>
      </p:sp>
      <p:sp>
        <p:nvSpPr>
          <p:cNvPr id="3" name="Content Placeholder 2"/>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Content Placeholder 3"/>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5" name="Date Placeholder 4"/>
          <p:cNvSpPr>
            <a:spLocks noGrp="1"/>
          </p:cNvSpPr>
          <p:nvPr>
            <p:ph type="dt" sz="half" idx="10"/>
          </p:nvPr>
        </p:nvSpPr>
        <p:spPr/>
        <p:txBody>
          <a:bodyPr/>
          <a:lstStyle/>
          <a:p>
            <a:fld id="{690CFFCF-E59C-414B-9351-B38E182ABADD}" type="datetimeFigureOut">
              <a:rPr lang="en-IN" smtClean="0"/>
              <a:t>26-04-2023</a:t>
            </a:fld>
            <a:endParaRPr lang="en-IN"/>
          </a:p>
        </p:txBody>
      </p:sp>
      <p:sp>
        <p:nvSpPr>
          <p:cNvPr id="6" name="Footer Placeholder 5"/>
          <p:cNvSpPr>
            <a:spLocks noGrp="1"/>
          </p:cNvSpPr>
          <p:nvPr>
            <p:ph type="ftr" sz="quarter" idx="11"/>
          </p:nvPr>
        </p:nvSpPr>
        <p:spPr/>
        <p:txBody>
          <a:bodyPr/>
          <a:lstStyle/>
          <a:p>
            <a:endParaRPr lang="en-IN"/>
          </a:p>
        </p:txBody>
      </p:sp>
      <p:sp>
        <p:nvSpPr>
          <p:cNvPr id="7" name="Slide Number Placeholder 6"/>
          <p:cNvSpPr>
            <a:spLocks noGrp="1"/>
          </p:cNvSpPr>
          <p:nvPr>
            <p:ph type="sldNum" sz="quarter" idx="12"/>
          </p:nvPr>
        </p:nvSpPr>
        <p:spPr/>
        <p:txBody>
          <a:bodyPr/>
          <a:lstStyle/>
          <a:p>
            <a:fld id="{439E7FF2-61CD-4C6A-BB73-000ECD275336}" type="slidenum">
              <a:rPr lang="en-IN" smtClean="0"/>
              <a:t>‹#›</a:t>
            </a:fld>
            <a:endParaRPr lang="en-IN"/>
          </a:p>
        </p:txBody>
      </p:sp>
    </p:spTree>
    <p:extLst>
      <p:ext uri="{BB962C8B-B14F-4D97-AF65-F5344CB8AC3E}">
        <p14:creationId xmlns:p14="http://schemas.microsoft.com/office/powerpoint/2010/main" val="2616540826"/>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839788" y="365125"/>
            <a:ext cx="10515600" cy="1325563"/>
          </a:xfrm>
        </p:spPr>
        <p:txBody>
          <a:bodyPr/>
          <a:lstStyle/>
          <a:p>
            <a:r>
              <a:rPr lang="en-US"/>
              <a:t>Click to edit Master title style</a:t>
            </a:r>
            <a:endParaRPr lang="en-IN"/>
          </a:p>
        </p:txBody>
      </p:sp>
      <p:sp>
        <p:nvSpPr>
          <p:cNvPr id="3" name="Text Placeholder 2"/>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5" name="Text Placeholder 4"/>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7" name="Date Placeholder 6"/>
          <p:cNvSpPr>
            <a:spLocks noGrp="1"/>
          </p:cNvSpPr>
          <p:nvPr>
            <p:ph type="dt" sz="half" idx="10"/>
          </p:nvPr>
        </p:nvSpPr>
        <p:spPr/>
        <p:txBody>
          <a:bodyPr/>
          <a:lstStyle/>
          <a:p>
            <a:fld id="{690CFFCF-E59C-414B-9351-B38E182ABADD}" type="datetimeFigureOut">
              <a:rPr lang="en-IN" smtClean="0"/>
              <a:t>26-04-2023</a:t>
            </a:fld>
            <a:endParaRPr lang="en-IN"/>
          </a:p>
        </p:txBody>
      </p:sp>
      <p:sp>
        <p:nvSpPr>
          <p:cNvPr id="8" name="Footer Placeholder 7"/>
          <p:cNvSpPr>
            <a:spLocks noGrp="1"/>
          </p:cNvSpPr>
          <p:nvPr>
            <p:ph type="ftr" sz="quarter" idx="11"/>
          </p:nvPr>
        </p:nvSpPr>
        <p:spPr/>
        <p:txBody>
          <a:bodyPr/>
          <a:lstStyle/>
          <a:p>
            <a:endParaRPr lang="en-IN"/>
          </a:p>
        </p:txBody>
      </p:sp>
      <p:sp>
        <p:nvSpPr>
          <p:cNvPr id="9" name="Slide Number Placeholder 8"/>
          <p:cNvSpPr>
            <a:spLocks noGrp="1"/>
          </p:cNvSpPr>
          <p:nvPr>
            <p:ph type="sldNum" sz="quarter" idx="12"/>
          </p:nvPr>
        </p:nvSpPr>
        <p:spPr/>
        <p:txBody>
          <a:bodyPr/>
          <a:lstStyle/>
          <a:p>
            <a:fld id="{439E7FF2-61CD-4C6A-BB73-000ECD275336}" type="slidenum">
              <a:rPr lang="en-IN" smtClean="0"/>
              <a:t>‹#›</a:t>
            </a:fld>
            <a:endParaRPr lang="en-IN"/>
          </a:p>
        </p:txBody>
      </p:sp>
    </p:spTree>
    <p:extLst>
      <p:ext uri="{BB962C8B-B14F-4D97-AF65-F5344CB8AC3E}">
        <p14:creationId xmlns:p14="http://schemas.microsoft.com/office/powerpoint/2010/main" val="4082440630"/>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IN"/>
          </a:p>
        </p:txBody>
      </p:sp>
      <p:sp>
        <p:nvSpPr>
          <p:cNvPr id="3" name="Date Placeholder 2"/>
          <p:cNvSpPr>
            <a:spLocks noGrp="1"/>
          </p:cNvSpPr>
          <p:nvPr>
            <p:ph type="dt" sz="half" idx="10"/>
          </p:nvPr>
        </p:nvSpPr>
        <p:spPr/>
        <p:txBody>
          <a:bodyPr/>
          <a:lstStyle/>
          <a:p>
            <a:fld id="{690CFFCF-E59C-414B-9351-B38E182ABADD}" type="datetimeFigureOut">
              <a:rPr lang="en-IN" smtClean="0"/>
              <a:t>26-04-2023</a:t>
            </a:fld>
            <a:endParaRPr lang="en-IN"/>
          </a:p>
        </p:txBody>
      </p:sp>
      <p:sp>
        <p:nvSpPr>
          <p:cNvPr id="4" name="Footer Placeholder 3"/>
          <p:cNvSpPr>
            <a:spLocks noGrp="1"/>
          </p:cNvSpPr>
          <p:nvPr>
            <p:ph type="ftr" sz="quarter" idx="11"/>
          </p:nvPr>
        </p:nvSpPr>
        <p:spPr/>
        <p:txBody>
          <a:bodyPr/>
          <a:lstStyle/>
          <a:p>
            <a:endParaRPr lang="en-IN"/>
          </a:p>
        </p:txBody>
      </p:sp>
      <p:sp>
        <p:nvSpPr>
          <p:cNvPr id="5" name="Slide Number Placeholder 4"/>
          <p:cNvSpPr>
            <a:spLocks noGrp="1"/>
          </p:cNvSpPr>
          <p:nvPr>
            <p:ph type="sldNum" sz="quarter" idx="12"/>
          </p:nvPr>
        </p:nvSpPr>
        <p:spPr/>
        <p:txBody>
          <a:bodyPr/>
          <a:lstStyle/>
          <a:p>
            <a:fld id="{439E7FF2-61CD-4C6A-BB73-000ECD275336}" type="slidenum">
              <a:rPr lang="en-IN" smtClean="0"/>
              <a:t>‹#›</a:t>
            </a:fld>
            <a:endParaRPr lang="en-IN"/>
          </a:p>
        </p:txBody>
      </p:sp>
    </p:spTree>
    <p:extLst>
      <p:ext uri="{BB962C8B-B14F-4D97-AF65-F5344CB8AC3E}">
        <p14:creationId xmlns:p14="http://schemas.microsoft.com/office/powerpoint/2010/main" val="919483775"/>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690CFFCF-E59C-414B-9351-B38E182ABADD}" type="datetimeFigureOut">
              <a:rPr lang="en-IN" smtClean="0"/>
              <a:t>26-04-2023</a:t>
            </a:fld>
            <a:endParaRPr lang="en-IN"/>
          </a:p>
        </p:txBody>
      </p:sp>
      <p:sp>
        <p:nvSpPr>
          <p:cNvPr id="3" name="Footer Placeholder 2"/>
          <p:cNvSpPr>
            <a:spLocks noGrp="1"/>
          </p:cNvSpPr>
          <p:nvPr>
            <p:ph type="ftr" sz="quarter" idx="11"/>
          </p:nvPr>
        </p:nvSpPr>
        <p:spPr/>
        <p:txBody>
          <a:bodyPr/>
          <a:lstStyle/>
          <a:p>
            <a:endParaRPr lang="en-IN"/>
          </a:p>
        </p:txBody>
      </p:sp>
      <p:sp>
        <p:nvSpPr>
          <p:cNvPr id="4" name="Slide Number Placeholder 3"/>
          <p:cNvSpPr>
            <a:spLocks noGrp="1"/>
          </p:cNvSpPr>
          <p:nvPr>
            <p:ph type="sldNum" sz="quarter" idx="12"/>
          </p:nvPr>
        </p:nvSpPr>
        <p:spPr/>
        <p:txBody>
          <a:bodyPr/>
          <a:lstStyle/>
          <a:p>
            <a:fld id="{439E7FF2-61CD-4C6A-BB73-000ECD275336}" type="slidenum">
              <a:rPr lang="en-IN" smtClean="0"/>
              <a:t>‹#›</a:t>
            </a:fld>
            <a:endParaRPr lang="en-IN"/>
          </a:p>
        </p:txBody>
      </p:sp>
    </p:spTree>
    <p:extLst>
      <p:ext uri="{BB962C8B-B14F-4D97-AF65-F5344CB8AC3E}">
        <p14:creationId xmlns:p14="http://schemas.microsoft.com/office/powerpoint/2010/main" val="3324896642"/>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IN"/>
          </a:p>
        </p:txBody>
      </p:sp>
      <p:sp>
        <p:nvSpPr>
          <p:cNvPr id="3" name="Content Placeholder 2"/>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Text Placeholder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p:cNvSpPr>
            <a:spLocks noGrp="1"/>
          </p:cNvSpPr>
          <p:nvPr>
            <p:ph type="dt" sz="half" idx="10"/>
          </p:nvPr>
        </p:nvSpPr>
        <p:spPr/>
        <p:txBody>
          <a:bodyPr/>
          <a:lstStyle/>
          <a:p>
            <a:fld id="{690CFFCF-E59C-414B-9351-B38E182ABADD}" type="datetimeFigureOut">
              <a:rPr lang="en-IN" smtClean="0"/>
              <a:t>26-04-2023</a:t>
            </a:fld>
            <a:endParaRPr lang="en-IN"/>
          </a:p>
        </p:txBody>
      </p:sp>
      <p:sp>
        <p:nvSpPr>
          <p:cNvPr id="6" name="Footer Placeholder 5"/>
          <p:cNvSpPr>
            <a:spLocks noGrp="1"/>
          </p:cNvSpPr>
          <p:nvPr>
            <p:ph type="ftr" sz="quarter" idx="11"/>
          </p:nvPr>
        </p:nvSpPr>
        <p:spPr/>
        <p:txBody>
          <a:bodyPr/>
          <a:lstStyle/>
          <a:p>
            <a:endParaRPr lang="en-IN"/>
          </a:p>
        </p:txBody>
      </p:sp>
      <p:sp>
        <p:nvSpPr>
          <p:cNvPr id="7" name="Slide Number Placeholder 6"/>
          <p:cNvSpPr>
            <a:spLocks noGrp="1"/>
          </p:cNvSpPr>
          <p:nvPr>
            <p:ph type="sldNum" sz="quarter" idx="12"/>
          </p:nvPr>
        </p:nvSpPr>
        <p:spPr/>
        <p:txBody>
          <a:bodyPr/>
          <a:lstStyle/>
          <a:p>
            <a:fld id="{439E7FF2-61CD-4C6A-BB73-000ECD275336}" type="slidenum">
              <a:rPr lang="en-IN" smtClean="0"/>
              <a:t>‹#›</a:t>
            </a:fld>
            <a:endParaRPr lang="en-IN"/>
          </a:p>
        </p:txBody>
      </p:sp>
    </p:spTree>
    <p:extLst>
      <p:ext uri="{BB962C8B-B14F-4D97-AF65-F5344CB8AC3E}">
        <p14:creationId xmlns:p14="http://schemas.microsoft.com/office/powerpoint/2010/main" val="3821842808"/>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IN"/>
          </a:p>
        </p:txBody>
      </p:sp>
      <p:sp>
        <p:nvSpPr>
          <p:cNvPr id="3" name="Picture Placeholder 2"/>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IN"/>
          </a:p>
        </p:txBody>
      </p:sp>
      <p:sp>
        <p:nvSpPr>
          <p:cNvPr id="4" name="Text Placeholder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p:cNvSpPr>
            <a:spLocks noGrp="1"/>
          </p:cNvSpPr>
          <p:nvPr>
            <p:ph type="dt" sz="half" idx="10"/>
          </p:nvPr>
        </p:nvSpPr>
        <p:spPr/>
        <p:txBody>
          <a:bodyPr/>
          <a:lstStyle/>
          <a:p>
            <a:fld id="{690CFFCF-E59C-414B-9351-B38E182ABADD}" type="datetimeFigureOut">
              <a:rPr lang="en-IN" smtClean="0"/>
              <a:t>26-04-2023</a:t>
            </a:fld>
            <a:endParaRPr lang="en-IN"/>
          </a:p>
        </p:txBody>
      </p:sp>
      <p:sp>
        <p:nvSpPr>
          <p:cNvPr id="6" name="Footer Placeholder 5"/>
          <p:cNvSpPr>
            <a:spLocks noGrp="1"/>
          </p:cNvSpPr>
          <p:nvPr>
            <p:ph type="ftr" sz="quarter" idx="11"/>
          </p:nvPr>
        </p:nvSpPr>
        <p:spPr/>
        <p:txBody>
          <a:bodyPr/>
          <a:lstStyle/>
          <a:p>
            <a:endParaRPr lang="en-IN"/>
          </a:p>
        </p:txBody>
      </p:sp>
      <p:sp>
        <p:nvSpPr>
          <p:cNvPr id="7" name="Slide Number Placeholder 6"/>
          <p:cNvSpPr>
            <a:spLocks noGrp="1"/>
          </p:cNvSpPr>
          <p:nvPr>
            <p:ph type="sldNum" sz="quarter" idx="12"/>
          </p:nvPr>
        </p:nvSpPr>
        <p:spPr/>
        <p:txBody>
          <a:bodyPr/>
          <a:lstStyle/>
          <a:p>
            <a:fld id="{439E7FF2-61CD-4C6A-BB73-000ECD275336}" type="slidenum">
              <a:rPr lang="en-IN" smtClean="0"/>
              <a:t>‹#›</a:t>
            </a:fld>
            <a:endParaRPr lang="en-IN"/>
          </a:p>
        </p:txBody>
      </p:sp>
    </p:spTree>
    <p:extLst>
      <p:ext uri="{BB962C8B-B14F-4D97-AF65-F5344CB8AC3E}">
        <p14:creationId xmlns:p14="http://schemas.microsoft.com/office/powerpoint/2010/main" val="1051538318"/>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IN"/>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p:cNvSpPr>
            <a:spLocks noGrp="1"/>
          </p:cNvSpPr>
          <p:nvPr>
            <p:ph type="dt" sz="half" idx="10"/>
          </p:nvPr>
        </p:nvSpPr>
        <p:spPr/>
        <p:txBody>
          <a:bodyPr/>
          <a:lstStyle/>
          <a:p>
            <a:fld id="{690CFFCF-E59C-414B-9351-B38E182ABADD}" type="datetimeFigureOut">
              <a:rPr lang="en-IN" smtClean="0"/>
              <a:t>26-04-2023</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439E7FF2-61CD-4C6A-BB73-000ECD275336}" type="slidenum">
              <a:rPr lang="en-IN" smtClean="0"/>
              <a:t>‹#›</a:t>
            </a:fld>
            <a:endParaRPr lang="en-IN"/>
          </a:p>
        </p:txBody>
      </p:sp>
    </p:spTree>
    <p:extLst>
      <p:ext uri="{BB962C8B-B14F-4D97-AF65-F5344CB8AC3E}">
        <p14:creationId xmlns:p14="http://schemas.microsoft.com/office/powerpoint/2010/main" val="3354061196"/>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8724900" y="365125"/>
            <a:ext cx="2628900" cy="5811838"/>
          </a:xfrm>
        </p:spPr>
        <p:txBody>
          <a:bodyPr vert="eaVert"/>
          <a:lstStyle/>
          <a:p>
            <a:r>
              <a:rPr lang="en-US"/>
              <a:t>Click to edit Master title style</a:t>
            </a:r>
            <a:endParaRPr lang="en-IN"/>
          </a:p>
        </p:txBody>
      </p:sp>
      <p:sp>
        <p:nvSpPr>
          <p:cNvPr id="3" name="Vertical Text Placeholder 2"/>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p:cNvSpPr>
            <a:spLocks noGrp="1"/>
          </p:cNvSpPr>
          <p:nvPr>
            <p:ph type="dt" sz="half" idx="10"/>
          </p:nvPr>
        </p:nvSpPr>
        <p:spPr/>
        <p:txBody>
          <a:bodyPr/>
          <a:lstStyle/>
          <a:p>
            <a:fld id="{690CFFCF-E59C-414B-9351-B38E182ABADD}" type="datetimeFigureOut">
              <a:rPr lang="en-IN" smtClean="0"/>
              <a:t>26-04-2023</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439E7FF2-61CD-4C6A-BB73-000ECD275336}" type="slidenum">
              <a:rPr lang="en-IN" smtClean="0"/>
              <a:t>‹#›</a:t>
            </a:fld>
            <a:endParaRPr lang="en-IN"/>
          </a:p>
        </p:txBody>
      </p:sp>
    </p:spTree>
    <p:extLst>
      <p:ext uri="{BB962C8B-B14F-4D97-AF65-F5344CB8AC3E}">
        <p14:creationId xmlns:p14="http://schemas.microsoft.com/office/powerpoint/2010/main" val="2812663860"/>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endParaRPr lang="en-IN"/>
          </a:p>
        </p:txBody>
      </p:sp>
      <p:sp>
        <p:nvSpPr>
          <p:cNvPr id="3" name="Text Placeholder 2"/>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690CFFCF-E59C-414B-9351-B38E182ABADD}" type="datetimeFigureOut">
              <a:rPr lang="en-IN" smtClean="0"/>
              <a:t>26-04-2023</a:t>
            </a:fld>
            <a:endParaRPr lang="en-IN"/>
          </a:p>
        </p:txBody>
      </p:sp>
      <p:sp>
        <p:nvSpPr>
          <p:cNvPr id="5" name="Footer Placeholder 4"/>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IN"/>
          </a:p>
        </p:txBody>
      </p:sp>
      <p:sp>
        <p:nvSpPr>
          <p:cNvPr id="6" name="Slide Number Placeholder 5"/>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439E7FF2-61CD-4C6A-BB73-000ECD275336}" type="slidenum">
              <a:rPr lang="en-IN" smtClean="0"/>
              <a:t>‹#›</a:t>
            </a:fld>
            <a:endParaRPr lang="en-IN"/>
          </a:p>
        </p:txBody>
      </p:sp>
    </p:spTree>
    <p:extLst>
      <p:ext uri="{BB962C8B-B14F-4D97-AF65-F5344CB8AC3E}">
        <p14:creationId xmlns:p14="http://schemas.microsoft.com/office/powerpoint/2010/main" val="707698176"/>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themeOverride" Target="../theme/themeOverride1.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1.xml"/></Relationships>
</file>

<file path=ppt/slides/_rels/slide9.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7.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3.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image" Target="../media/image4.png"/><Relationship Id="rId1" Type="http://schemas.openxmlformats.org/officeDocument/2006/relationships/slideLayout" Target="../slideLayouts/slideLayout7.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6.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image" Target="../media/image6.png"/><Relationship Id="rId1" Type="http://schemas.openxmlformats.org/officeDocument/2006/relationships/slideLayout" Target="../slideLayouts/slideLayout7.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9.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image" Target="../media/image8.png"/><Relationship Id="rId1" Type="http://schemas.openxmlformats.org/officeDocument/2006/relationships/slideLayout" Target="../slideLayouts/slideLayout7.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image" Target="../media/image10.png"/><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2" Type="http://schemas.openxmlformats.org/officeDocument/2006/relationships/image" Target="../media/image12.png"/><Relationship Id="rId1" Type="http://schemas.openxmlformats.org/officeDocument/2006/relationships/slideLayout" Target="../slideLayouts/slideLayout7.xml"/></Relationships>
</file>

<file path=ppt/slides/_rels/slide25.xml.rels><?xml version="1.0" encoding="UTF-8" standalone="yes"?>
<Relationships xmlns="http://schemas.openxmlformats.org/package/2006/relationships"><Relationship Id="rId2" Type="http://schemas.openxmlformats.org/officeDocument/2006/relationships/image" Target="../media/image13.png"/><Relationship Id="rId1" Type="http://schemas.openxmlformats.org/officeDocument/2006/relationships/slideLayout" Target="../slideLayouts/slideLayout7.xml"/></Relationships>
</file>

<file path=ppt/slides/_rels/slide26.xml.rels><?xml version="1.0" encoding="UTF-8" standalone="yes"?>
<Relationships xmlns="http://schemas.openxmlformats.org/package/2006/relationships"><Relationship Id="rId3" Type="http://schemas.openxmlformats.org/officeDocument/2006/relationships/image" Target="../media/image15.png"/><Relationship Id="rId2" Type="http://schemas.openxmlformats.org/officeDocument/2006/relationships/image" Target="../media/image14.png"/><Relationship Id="rId1" Type="http://schemas.openxmlformats.org/officeDocument/2006/relationships/slideLayout" Target="../slideLayouts/slideLayout7.xml"/></Relationships>
</file>

<file path=ppt/slides/_rels/slide27.xml.rels><?xml version="1.0" encoding="UTF-8" standalone="yes"?>
<Relationships xmlns="http://schemas.openxmlformats.org/package/2006/relationships"><Relationship Id="rId3" Type="http://schemas.openxmlformats.org/officeDocument/2006/relationships/image" Target="../media/image17.png"/><Relationship Id="rId2" Type="http://schemas.openxmlformats.org/officeDocument/2006/relationships/image" Target="../media/image16.png"/><Relationship Id="rId1" Type="http://schemas.openxmlformats.org/officeDocument/2006/relationships/slideLayout" Target="../slideLayouts/slideLayout7.xml"/><Relationship Id="rId4" Type="http://schemas.openxmlformats.org/officeDocument/2006/relationships/image" Target="../media/image18.png"/></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9.xml.rels><?xml version="1.0" encoding="UTF-8" standalone="yes"?>
<Relationships xmlns="http://schemas.openxmlformats.org/package/2006/relationships"><Relationship Id="rId2" Type="http://schemas.openxmlformats.org/officeDocument/2006/relationships/image" Target="../media/image19.png"/><Relationship Id="rId1" Type="http://schemas.openxmlformats.org/officeDocument/2006/relationships/slideLayout" Target="../slideLayouts/slideLayout7.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4.xml.rels><?xml version="1.0" encoding="UTF-8" standalone="yes"?>
<Relationships xmlns="http://schemas.openxmlformats.org/package/2006/relationships"><Relationship Id="rId3" Type="http://schemas.openxmlformats.org/officeDocument/2006/relationships/image" Target="../media/image21.png"/><Relationship Id="rId2" Type="http://schemas.openxmlformats.org/officeDocument/2006/relationships/image" Target="../media/image20.png"/><Relationship Id="rId1" Type="http://schemas.openxmlformats.org/officeDocument/2006/relationships/slideLayout" Target="../slideLayouts/slideLayout7.xml"/></Relationships>
</file>

<file path=ppt/slides/_rels/slide35.xml.rels><?xml version="1.0" encoding="UTF-8" standalone="yes"?>
<Relationships xmlns="http://schemas.openxmlformats.org/package/2006/relationships"><Relationship Id="rId3" Type="http://schemas.openxmlformats.org/officeDocument/2006/relationships/image" Target="../media/image23.png"/><Relationship Id="rId2" Type="http://schemas.openxmlformats.org/officeDocument/2006/relationships/image" Target="../media/image22.png"/><Relationship Id="rId1" Type="http://schemas.openxmlformats.org/officeDocument/2006/relationships/slideLayout" Target="../slideLayouts/slideLayout7.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7.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2.xml"/></Relationships>
</file>

<file path=ppt/slides/_rels/slide38.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39.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2.xml"/></Relationships>
</file>

<file path=ppt/slides/_rels/slide40.xml.rels><?xml version="1.0" encoding="UTF-8" standalone="yes"?>
<Relationships xmlns="http://schemas.openxmlformats.org/package/2006/relationships"><Relationship Id="rId2" Type="http://schemas.openxmlformats.org/officeDocument/2006/relationships/image" Target="../media/image24.png"/><Relationship Id="rId1" Type="http://schemas.openxmlformats.org/officeDocument/2006/relationships/slideLayout" Target="../slideLayouts/slideLayout7.xml"/></Relationships>
</file>

<file path=ppt/slides/_rels/slide41.xml.rels><?xml version="1.0" encoding="UTF-8" standalone="yes"?>
<Relationships xmlns="http://schemas.openxmlformats.org/package/2006/relationships"><Relationship Id="rId2" Type="http://schemas.openxmlformats.org/officeDocument/2006/relationships/image" Target="../media/image25.png"/><Relationship Id="rId1" Type="http://schemas.openxmlformats.org/officeDocument/2006/relationships/slideLayout" Target="../slideLayouts/slideLayout7.xml"/></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p:txBody>
          <a:bodyPr/>
          <a:lstStyle/>
          <a:p>
            <a:r>
              <a:rPr lang="en-IN" dirty="0"/>
              <a:t>Inheritance</a:t>
            </a:r>
          </a:p>
        </p:txBody>
      </p:sp>
      <p:sp>
        <p:nvSpPr>
          <p:cNvPr id="3" name="Subtitle 2"/>
          <p:cNvSpPr>
            <a:spLocks noGrp="1"/>
          </p:cNvSpPr>
          <p:nvPr>
            <p:ph type="subTitle" idx="1"/>
          </p:nvPr>
        </p:nvSpPr>
        <p:spPr/>
        <p:txBody>
          <a:bodyPr/>
          <a:lstStyle/>
          <a:p>
            <a:endParaRPr lang="en-IN"/>
          </a:p>
        </p:txBody>
      </p:sp>
    </p:spTree>
    <p:extLst>
      <p:ext uri="{BB962C8B-B14F-4D97-AF65-F5344CB8AC3E}">
        <p14:creationId xmlns:p14="http://schemas.microsoft.com/office/powerpoint/2010/main" val="174081171"/>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algn="ctr"/>
            <a:r>
              <a:rPr lang="en-IN" dirty="0"/>
              <a:t>Inheritance</a:t>
            </a:r>
          </a:p>
        </p:txBody>
      </p:sp>
      <p:sp>
        <p:nvSpPr>
          <p:cNvPr id="3" name="Content Placeholder 2"/>
          <p:cNvSpPr>
            <a:spLocks noGrp="1"/>
          </p:cNvSpPr>
          <p:nvPr>
            <p:ph idx="1"/>
          </p:nvPr>
        </p:nvSpPr>
        <p:spPr>
          <a:xfrm>
            <a:off x="838200" y="1786988"/>
            <a:ext cx="10515600" cy="4351338"/>
          </a:xfrm>
        </p:spPr>
        <p:txBody>
          <a:bodyPr/>
          <a:lstStyle/>
          <a:p>
            <a:pPr algn="just"/>
            <a:r>
              <a:rPr lang="en-IN" dirty="0"/>
              <a:t>Inheritance is the ability of one class to inherit the properties of another class. A new class can be created from an existing class. The existing class is called </a:t>
            </a:r>
            <a:r>
              <a:rPr lang="en-IN" dirty="0">
                <a:solidFill>
                  <a:srgbClr val="FF0000"/>
                </a:solidFill>
              </a:rPr>
              <a:t>BASE CLASS or SUPER CLASS </a:t>
            </a:r>
            <a:r>
              <a:rPr lang="en-IN" dirty="0"/>
              <a:t>and the new class is called </a:t>
            </a:r>
            <a:r>
              <a:rPr lang="en-IN" dirty="0">
                <a:solidFill>
                  <a:srgbClr val="FF0000"/>
                </a:solidFill>
              </a:rPr>
              <a:t>DERIVED CLASS or SUB CLASS.</a:t>
            </a:r>
          </a:p>
          <a:p>
            <a:endParaRPr lang="en-IN" dirty="0"/>
          </a:p>
          <a:p>
            <a:r>
              <a:rPr lang="en-IN" dirty="0"/>
              <a:t>Example: </a:t>
            </a:r>
          </a:p>
          <a:p>
            <a:endParaRPr lang="en-IN" dirty="0"/>
          </a:p>
          <a:p>
            <a:pPr marL="457200" lvl="1" indent="0">
              <a:buNone/>
            </a:pPr>
            <a:r>
              <a:rPr lang="en-IN" dirty="0"/>
              <a:t>Car inherits from another class </a:t>
            </a:r>
            <a:r>
              <a:rPr lang="en-IN" dirty="0" err="1"/>
              <a:t>auto_mobile</a:t>
            </a:r>
            <a:endParaRPr lang="en-IN" dirty="0"/>
          </a:p>
          <a:p>
            <a:pPr marL="457200" lvl="1" indent="0">
              <a:buNone/>
            </a:pPr>
            <a:r>
              <a:rPr lang="en-IN" dirty="0" err="1"/>
              <a:t>Computer_student</a:t>
            </a:r>
            <a:r>
              <a:rPr lang="en-IN" dirty="0"/>
              <a:t> inherits from another class student</a:t>
            </a:r>
          </a:p>
          <a:p>
            <a:endParaRPr lang="en-IN" dirty="0"/>
          </a:p>
          <a:p>
            <a:endParaRPr lang="en-IN" dirty="0"/>
          </a:p>
        </p:txBody>
      </p:sp>
    </p:spTree>
    <p:extLst>
      <p:ext uri="{BB962C8B-B14F-4D97-AF65-F5344CB8AC3E}">
        <p14:creationId xmlns:p14="http://schemas.microsoft.com/office/powerpoint/2010/main" val="3191796163"/>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1026" name="Rectangle 2"/>
          <p:cNvSpPr>
            <a:spLocks noGrp="1" noChangeArrowheads="1"/>
          </p:cNvSpPr>
          <p:nvPr>
            <p:ph type="title"/>
          </p:nvPr>
        </p:nvSpPr>
        <p:spPr>
          <a:xfrm>
            <a:off x="837127" y="381000"/>
            <a:ext cx="10419008" cy="1371600"/>
          </a:xfrm>
        </p:spPr>
        <p:txBody>
          <a:bodyPr/>
          <a:lstStyle/>
          <a:p>
            <a:r>
              <a:rPr lang="en-US" altLang="en-US" sz="4000" dirty="0">
                <a:ea typeface="MS Mincho" charset="-128"/>
              </a:rPr>
              <a:t>Arrange concepts into an inheritance hierarchy</a:t>
            </a:r>
            <a:r>
              <a:rPr lang="en-US" altLang="en-US" dirty="0"/>
              <a:t> </a:t>
            </a:r>
          </a:p>
        </p:txBody>
      </p:sp>
      <p:sp>
        <p:nvSpPr>
          <p:cNvPr id="1027" name="Rectangle 3"/>
          <p:cNvSpPr>
            <a:spLocks noGrp="1" noChangeArrowheads="1"/>
          </p:cNvSpPr>
          <p:nvPr>
            <p:ph idx="1"/>
          </p:nvPr>
        </p:nvSpPr>
        <p:spPr>
          <a:xfrm>
            <a:off x="2209800" y="1752600"/>
            <a:ext cx="7772400" cy="1447800"/>
          </a:xfrm>
        </p:spPr>
        <p:txBody>
          <a:bodyPr/>
          <a:lstStyle/>
          <a:p>
            <a:pPr>
              <a:lnSpc>
                <a:spcPct val="90000"/>
              </a:lnSpc>
            </a:pPr>
            <a:r>
              <a:rPr lang="en-US" altLang="en-US" sz="2800" dirty="0">
                <a:ea typeface="MS Mincho" charset="-128"/>
              </a:rPr>
              <a:t>Concepts at higher levels are more general</a:t>
            </a:r>
            <a:endParaRPr lang="en-US" altLang="en-US" sz="2800" dirty="0">
              <a:cs typeface="Courier New" panose="02070309020205020404" pitchFamily="49" charset="0"/>
            </a:endParaRPr>
          </a:p>
          <a:p>
            <a:pPr>
              <a:lnSpc>
                <a:spcPct val="90000"/>
              </a:lnSpc>
            </a:pPr>
            <a:r>
              <a:rPr lang="en-US" altLang="en-US" sz="2800" dirty="0">
                <a:ea typeface="MS Mincho" charset="-128"/>
              </a:rPr>
              <a:t>Concepts at lower levels are more specific (inherit properties of concepts at higher levels)</a:t>
            </a:r>
            <a:r>
              <a:rPr lang="en-US" altLang="en-US" sz="2800" dirty="0"/>
              <a:t> </a:t>
            </a:r>
          </a:p>
        </p:txBody>
      </p:sp>
      <p:sp>
        <p:nvSpPr>
          <p:cNvPr id="1038" name="Text Box 14"/>
          <p:cNvSpPr txBox="1">
            <a:spLocks noChangeArrowheads="1"/>
          </p:cNvSpPr>
          <p:nvPr/>
        </p:nvSpPr>
        <p:spPr bwMode="auto">
          <a:xfrm>
            <a:off x="5867400" y="3429000"/>
            <a:ext cx="1447800" cy="369332"/>
          </a:xfrm>
          <a:prstGeom prst="rect">
            <a:avLst/>
          </a:prstGeom>
          <a:solidFill>
            <a:srgbClr val="00CCFF"/>
          </a:solidFill>
          <a:ln w="28575">
            <a:solidFill>
              <a:schemeClr val="bg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lgn="ctr" fontAlgn="base">
              <a:spcBef>
                <a:spcPct val="50000"/>
              </a:spcBef>
              <a:spcAft>
                <a:spcPct val="0"/>
              </a:spcAft>
            </a:pPr>
            <a:r>
              <a:rPr lang="en-US" altLang="en-US">
                <a:solidFill>
                  <a:srgbClr val="000000"/>
                </a:solidFill>
                <a:latin typeface="Arial" panose="020B0604020202020204" pitchFamily="34" charset="0"/>
              </a:rPr>
              <a:t>Vehicle</a:t>
            </a:r>
          </a:p>
        </p:txBody>
      </p:sp>
      <p:sp>
        <p:nvSpPr>
          <p:cNvPr id="1039" name="Text Box 15"/>
          <p:cNvSpPr txBox="1">
            <a:spLocks noChangeArrowheads="1"/>
          </p:cNvSpPr>
          <p:nvPr/>
        </p:nvSpPr>
        <p:spPr bwMode="auto">
          <a:xfrm>
            <a:off x="3429000" y="4343400"/>
            <a:ext cx="2667000" cy="369332"/>
          </a:xfrm>
          <a:prstGeom prst="rect">
            <a:avLst/>
          </a:prstGeom>
          <a:solidFill>
            <a:srgbClr val="00CCFF"/>
          </a:solidFill>
          <a:ln w="28575">
            <a:solidFill>
              <a:schemeClr val="bg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lgn="ctr" fontAlgn="base">
              <a:spcBef>
                <a:spcPct val="50000"/>
              </a:spcBef>
              <a:spcAft>
                <a:spcPct val="0"/>
              </a:spcAft>
            </a:pPr>
            <a:r>
              <a:rPr lang="en-US" altLang="en-US" dirty="0">
                <a:solidFill>
                  <a:srgbClr val="000000"/>
                </a:solidFill>
                <a:latin typeface="Arial" panose="020B0604020202020204" pitchFamily="34" charset="0"/>
              </a:rPr>
              <a:t>Wheeled vehicle</a:t>
            </a:r>
          </a:p>
        </p:txBody>
      </p:sp>
      <p:sp>
        <p:nvSpPr>
          <p:cNvPr id="1040" name="Text Box 16"/>
          <p:cNvSpPr txBox="1">
            <a:spLocks noChangeArrowheads="1"/>
          </p:cNvSpPr>
          <p:nvPr/>
        </p:nvSpPr>
        <p:spPr bwMode="auto">
          <a:xfrm>
            <a:off x="7239000" y="4343400"/>
            <a:ext cx="1066800" cy="369332"/>
          </a:xfrm>
          <a:prstGeom prst="rect">
            <a:avLst/>
          </a:prstGeom>
          <a:solidFill>
            <a:srgbClr val="00CCFF"/>
          </a:solidFill>
          <a:ln w="28575">
            <a:solidFill>
              <a:schemeClr val="bg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lgn="ctr" fontAlgn="base">
              <a:spcBef>
                <a:spcPct val="50000"/>
              </a:spcBef>
              <a:spcAft>
                <a:spcPct val="0"/>
              </a:spcAft>
            </a:pPr>
            <a:r>
              <a:rPr lang="en-US" altLang="en-US">
                <a:solidFill>
                  <a:srgbClr val="000000"/>
                </a:solidFill>
                <a:latin typeface="Arial" panose="020B0604020202020204" pitchFamily="34" charset="0"/>
              </a:rPr>
              <a:t>Boat</a:t>
            </a:r>
          </a:p>
        </p:txBody>
      </p:sp>
      <p:sp>
        <p:nvSpPr>
          <p:cNvPr id="1041" name="Text Box 17"/>
          <p:cNvSpPr txBox="1">
            <a:spLocks noChangeArrowheads="1"/>
          </p:cNvSpPr>
          <p:nvPr/>
        </p:nvSpPr>
        <p:spPr bwMode="auto">
          <a:xfrm>
            <a:off x="3200400" y="5105400"/>
            <a:ext cx="1066800" cy="369332"/>
          </a:xfrm>
          <a:prstGeom prst="rect">
            <a:avLst/>
          </a:prstGeom>
          <a:solidFill>
            <a:srgbClr val="33CCFF"/>
          </a:solidFill>
          <a:ln w="28575">
            <a:solidFill>
              <a:schemeClr val="bg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lgn="ctr" fontAlgn="base">
              <a:spcBef>
                <a:spcPct val="50000"/>
              </a:spcBef>
              <a:spcAft>
                <a:spcPct val="0"/>
              </a:spcAft>
            </a:pPr>
            <a:r>
              <a:rPr lang="en-US" altLang="en-US">
                <a:solidFill>
                  <a:srgbClr val="000000"/>
                </a:solidFill>
                <a:latin typeface="Arial" panose="020B0604020202020204" pitchFamily="34" charset="0"/>
              </a:rPr>
              <a:t>Car</a:t>
            </a:r>
          </a:p>
        </p:txBody>
      </p:sp>
      <p:sp>
        <p:nvSpPr>
          <p:cNvPr id="1042" name="Text Box 18"/>
          <p:cNvSpPr txBox="1">
            <a:spLocks noChangeArrowheads="1"/>
          </p:cNvSpPr>
          <p:nvPr/>
        </p:nvSpPr>
        <p:spPr bwMode="auto">
          <a:xfrm>
            <a:off x="5029200" y="5105400"/>
            <a:ext cx="1295400" cy="369332"/>
          </a:xfrm>
          <a:prstGeom prst="rect">
            <a:avLst/>
          </a:prstGeom>
          <a:solidFill>
            <a:srgbClr val="33CCFF"/>
          </a:solidFill>
          <a:ln w="28575">
            <a:solidFill>
              <a:schemeClr val="bg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lgn="ctr" fontAlgn="base">
              <a:spcBef>
                <a:spcPct val="50000"/>
              </a:spcBef>
              <a:spcAft>
                <a:spcPct val="0"/>
              </a:spcAft>
            </a:pPr>
            <a:r>
              <a:rPr lang="en-US" altLang="en-US">
                <a:solidFill>
                  <a:srgbClr val="000000"/>
                </a:solidFill>
                <a:latin typeface="Arial" panose="020B0604020202020204" pitchFamily="34" charset="0"/>
              </a:rPr>
              <a:t>Bicycle</a:t>
            </a:r>
          </a:p>
        </p:txBody>
      </p:sp>
      <p:sp>
        <p:nvSpPr>
          <p:cNvPr id="1043" name="Text Box 19"/>
          <p:cNvSpPr txBox="1">
            <a:spLocks noChangeArrowheads="1"/>
          </p:cNvSpPr>
          <p:nvPr/>
        </p:nvSpPr>
        <p:spPr bwMode="auto">
          <a:xfrm>
            <a:off x="4038600" y="5867400"/>
            <a:ext cx="1447800" cy="369332"/>
          </a:xfrm>
          <a:prstGeom prst="rect">
            <a:avLst/>
          </a:prstGeom>
          <a:solidFill>
            <a:srgbClr val="33CCFF"/>
          </a:solidFill>
          <a:ln w="28575">
            <a:solidFill>
              <a:schemeClr val="bg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lgn="ctr" fontAlgn="base">
              <a:spcBef>
                <a:spcPct val="50000"/>
              </a:spcBef>
              <a:spcAft>
                <a:spcPct val="0"/>
              </a:spcAft>
            </a:pPr>
            <a:r>
              <a:rPr lang="en-US" altLang="en-US">
                <a:solidFill>
                  <a:srgbClr val="000000"/>
                </a:solidFill>
                <a:latin typeface="Arial" panose="020B0604020202020204" pitchFamily="34" charset="0"/>
              </a:rPr>
              <a:t>4-door</a:t>
            </a:r>
          </a:p>
        </p:txBody>
      </p:sp>
      <p:sp>
        <p:nvSpPr>
          <p:cNvPr id="1044" name="Text Box 20"/>
          <p:cNvSpPr txBox="1">
            <a:spLocks noChangeArrowheads="1"/>
          </p:cNvSpPr>
          <p:nvPr/>
        </p:nvSpPr>
        <p:spPr bwMode="auto">
          <a:xfrm>
            <a:off x="2362200" y="5867400"/>
            <a:ext cx="1219200" cy="369332"/>
          </a:xfrm>
          <a:prstGeom prst="rect">
            <a:avLst/>
          </a:prstGeom>
          <a:solidFill>
            <a:srgbClr val="33CCFF"/>
          </a:solidFill>
          <a:ln w="28575">
            <a:solidFill>
              <a:schemeClr val="bg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lgn="ctr" fontAlgn="base">
              <a:spcBef>
                <a:spcPct val="50000"/>
              </a:spcBef>
              <a:spcAft>
                <a:spcPct val="0"/>
              </a:spcAft>
            </a:pPr>
            <a:r>
              <a:rPr lang="en-US" altLang="en-US">
                <a:solidFill>
                  <a:srgbClr val="000000"/>
                </a:solidFill>
                <a:latin typeface="Arial" panose="020B0604020202020204" pitchFamily="34" charset="0"/>
              </a:rPr>
              <a:t>2-door</a:t>
            </a:r>
          </a:p>
        </p:txBody>
      </p:sp>
      <p:cxnSp>
        <p:nvCxnSpPr>
          <p:cNvPr id="1045" name="AutoShape 21"/>
          <p:cNvCxnSpPr>
            <a:cxnSpLocks noChangeShapeType="1"/>
            <a:stCxn id="1038" idx="2"/>
            <a:endCxn id="1039" idx="0"/>
          </p:cNvCxnSpPr>
          <p:nvPr/>
        </p:nvCxnSpPr>
        <p:spPr bwMode="auto">
          <a:xfrm rot="5400000">
            <a:off x="5404366" y="3156466"/>
            <a:ext cx="545068" cy="1828800"/>
          </a:xfrm>
          <a:prstGeom prst="bentConnector3">
            <a:avLst>
              <a:gd name="adj1" fmla="val 50000"/>
            </a:avLst>
          </a:prstGeom>
          <a:ln>
            <a:headEnd/>
            <a:tailEnd/>
          </a:ln>
        </p:spPr>
        <p:style>
          <a:lnRef idx="1">
            <a:schemeClr val="dk1"/>
          </a:lnRef>
          <a:fillRef idx="0">
            <a:schemeClr val="dk1"/>
          </a:fillRef>
          <a:effectRef idx="0">
            <a:schemeClr val="dk1"/>
          </a:effectRef>
          <a:fontRef idx="minor">
            <a:schemeClr val="tx1"/>
          </a:fontRef>
        </p:style>
      </p:cxnSp>
      <p:cxnSp>
        <p:nvCxnSpPr>
          <p:cNvPr id="1046" name="AutoShape 22"/>
          <p:cNvCxnSpPr>
            <a:cxnSpLocks noChangeShapeType="1"/>
            <a:stCxn id="1039" idx="2"/>
            <a:endCxn id="1041" idx="0"/>
          </p:cNvCxnSpPr>
          <p:nvPr/>
        </p:nvCxnSpPr>
        <p:spPr bwMode="auto">
          <a:xfrm rot="5400000">
            <a:off x="4051816" y="4394716"/>
            <a:ext cx="392668" cy="1028700"/>
          </a:xfrm>
          <a:prstGeom prst="bentConnector3">
            <a:avLst>
              <a:gd name="adj1" fmla="val 50000"/>
            </a:avLst>
          </a:prstGeom>
          <a:ln>
            <a:headEnd/>
            <a:tailEnd/>
          </a:ln>
        </p:spPr>
        <p:style>
          <a:lnRef idx="1">
            <a:schemeClr val="dk1"/>
          </a:lnRef>
          <a:fillRef idx="0">
            <a:schemeClr val="dk1"/>
          </a:fillRef>
          <a:effectRef idx="0">
            <a:schemeClr val="dk1"/>
          </a:effectRef>
          <a:fontRef idx="minor">
            <a:schemeClr val="tx1"/>
          </a:fontRef>
        </p:style>
      </p:cxnSp>
      <p:cxnSp>
        <p:nvCxnSpPr>
          <p:cNvPr id="1047" name="AutoShape 23"/>
          <p:cNvCxnSpPr>
            <a:cxnSpLocks noChangeShapeType="1"/>
            <a:stCxn id="1039" idx="2"/>
            <a:endCxn id="1042" idx="0"/>
          </p:cNvCxnSpPr>
          <p:nvPr/>
        </p:nvCxnSpPr>
        <p:spPr bwMode="auto">
          <a:xfrm rot="16200000" flipH="1">
            <a:off x="5023366" y="4451866"/>
            <a:ext cx="392668" cy="914400"/>
          </a:xfrm>
          <a:prstGeom prst="bentConnector3">
            <a:avLst>
              <a:gd name="adj1" fmla="val 50000"/>
            </a:avLst>
          </a:prstGeom>
          <a:ln>
            <a:headEnd/>
            <a:tailEnd/>
          </a:ln>
        </p:spPr>
        <p:style>
          <a:lnRef idx="1">
            <a:schemeClr val="dk1"/>
          </a:lnRef>
          <a:fillRef idx="0">
            <a:schemeClr val="dk1"/>
          </a:fillRef>
          <a:effectRef idx="0">
            <a:schemeClr val="dk1"/>
          </a:effectRef>
          <a:fontRef idx="minor">
            <a:schemeClr val="tx1"/>
          </a:fontRef>
        </p:style>
      </p:cxnSp>
      <p:cxnSp>
        <p:nvCxnSpPr>
          <p:cNvPr id="1048" name="AutoShape 24"/>
          <p:cNvCxnSpPr>
            <a:cxnSpLocks noChangeShapeType="1"/>
            <a:stCxn id="1038" idx="2"/>
            <a:endCxn id="1040" idx="0"/>
          </p:cNvCxnSpPr>
          <p:nvPr/>
        </p:nvCxnSpPr>
        <p:spPr bwMode="auto">
          <a:xfrm rot="16200000" flipH="1">
            <a:off x="6909316" y="3480316"/>
            <a:ext cx="545068" cy="1181100"/>
          </a:xfrm>
          <a:prstGeom prst="bentConnector3">
            <a:avLst>
              <a:gd name="adj1" fmla="val 50000"/>
            </a:avLst>
          </a:prstGeom>
          <a:ln>
            <a:headEnd/>
            <a:tailEnd/>
          </a:ln>
        </p:spPr>
        <p:style>
          <a:lnRef idx="1">
            <a:schemeClr val="dk1"/>
          </a:lnRef>
          <a:fillRef idx="0">
            <a:schemeClr val="dk1"/>
          </a:fillRef>
          <a:effectRef idx="0">
            <a:schemeClr val="dk1"/>
          </a:effectRef>
          <a:fontRef idx="minor">
            <a:schemeClr val="tx1"/>
          </a:fontRef>
        </p:style>
      </p:cxnSp>
      <p:cxnSp>
        <p:nvCxnSpPr>
          <p:cNvPr id="1049" name="AutoShape 25"/>
          <p:cNvCxnSpPr>
            <a:cxnSpLocks noChangeShapeType="1"/>
            <a:stCxn id="1041" idx="2"/>
            <a:endCxn id="1044" idx="0"/>
          </p:cNvCxnSpPr>
          <p:nvPr/>
        </p:nvCxnSpPr>
        <p:spPr bwMode="auto">
          <a:xfrm rot="5400000">
            <a:off x="3156466" y="5290066"/>
            <a:ext cx="392668" cy="762000"/>
          </a:xfrm>
          <a:prstGeom prst="bentConnector3">
            <a:avLst>
              <a:gd name="adj1" fmla="val 50000"/>
            </a:avLst>
          </a:prstGeom>
          <a:ln>
            <a:headEnd/>
            <a:tailEnd/>
          </a:ln>
        </p:spPr>
        <p:style>
          <a:lnRef idx="1">
            <a:schemeClr val="dk1"/>
          </a:lnRef>
          <a:fillRef idx="0">
            <a:schemeClr val="dk1"/>
          </a:fillRef>
          <a:effectRef idx="0">
            <a:schemeClr val="dk1"/>
          </a:effectRef>
          <a:fontRef idx="minor">
            <a:schemeClr val="tx1"/>
          </a:fontRef>
        </p:style>
      </p:cxnSp>
      <p:cxnSp>
        <p:nvCxnSpPr>
          <p:cNvPr id="1050" name="AutoShape 26"/>
          <p:cNvCxnSpPr>
            <a:cxnSpLocks noChangeShapeType="1"/>
            <a:stCxn id="1041" idx="2"/>
            <a:endCxn id="1043" idx="0"/>
          </p:cNvCxnSpPr>
          <p:nvPr/>
        </p:nvCxnSpPr>
        <p:spPr bwMode="auto">
          <a:xfrm rot="16200000" flipH="1">
            <a:off x="4051816" y="5156716"/>
            <a:ext cx="392668" cy="1028700"/>
          </a:xfrm>
          <a:prstGeom prst="bentConnector3">
            <a:avLst>
              <a:gd name="adj1" fmla="val 50000"/>
            </a:avLst>
          </a:prstGeom>
          <a:ln>
            <a:headEnd/>
            <a:tailEnd/>
          </a:ln>
        </p:spPr>
        <p:style>
          <a:lnRef idx="1">
            <a:schemeClr val="dk1"/>
          </a:lnRef>
          <a:fillRef idx="0">
            <a:schemeClr val="dk1"/>
          </a:fillRef>
          <a:effectRef idx="0">
            <a:schemeClr val="dk1"/>
          </a:effectRef>
          <a:fontRef idx="minor">
            <a:schemeClr val="tx1"/>
          </a:fontRef>
        </p:style>
      </p:cxnSp>
    </p:spTree>
    <p:extLst>
      <p:ext uri="{BB962C8B-B14F-4D97-AF65-F5344CB8AC3E}">
        <p14:creationId xmlns:p14="http://schemas.microsoft.com/office/powerpoint/2010/main" val="1827356597"/>
      </p:ext>
    </p:extLst>
  </p:cSld>
  <p:clrMapOvr>
    <a:overrideClrMapping bg1="lt1" tx1="dk1" bg2="lt2" tx2="dk2" accent1="accent1" accent2="accent2" accent3="accent3" accent4="accent4" accent5="accent5" accent6="accent6" hlink="hlink" folHlink="folHlink"/>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146" name="Rectangle 2"/>
          <p:cNvSpPr>
            <a:spLocks noGrp="1" noChangeArrowheads="1"/>
          </p:cNvSpPr>
          <p:nvPr>
            <p:ph type="title"/>
          </p:nvPr>
        </p:nvSpPr>
        <p:spPr/>
        <p:txBody>
          <a:bodyPr/>
          <a:lstStyle/>
          <a:p>
            <a:r>
              <a:rPr lang="en-US" altLang="en-US" dirty="0">
                <a:ea typeface="MS Mincho" charset="-128"/>
              </a:rPr>
              <a:t>Advantages of inheritance</a:t>
            </a:r>
            <a:endParaRPr lang="en-US" altLang="en-US" dirty="0">
              <a:latin typeface="Courier New" panose="02070309020205020404" pitchFamily="49" charset="0"/>
              <a:cs typeface="Times New Roman" panose="02020603050405020304" pitchFamily="18" charset="0"/>
            </a:endParaRPr>
          </a:p>
        </p:txBody>
      </p:sp>
      <p:sp>
        <p:nvSpPr>
          <p:cNvPr id="6147" name="Rectangle 3"/>
          <p:cNvSpPr>
            <a:spLocks noGrp="1" noChangeArrowheads="1"/>
          </p:cNvSpPr>
          <p:nvPr>
            <p:ph type="body" idx="1"/>
          </p:nvPr>
        </p:nvSpPr>
        <p:spPr>
          <a:xfrm>
            <a:off x="695459" y="1752600"/>
            <a:ext cx="10019764" cy="4419600"/>
          </a:xfrm>
        </p:spPr>
        <p:txBody>
          <a:bodyPr/>
          <a:lstStyle/>
          <a:p>
            <a:pPr>
              <a:lnSpc>
                <a:spcPct val="90000"/>
              </a:lnSpc>
            </a:pPr>
            <a:r>
              <a:rPr lang="en-US" altLang="en-US" dirty="0">
                <a:ea typeface="MS Mincho" charset="-128"/>
              </a:rPr>
              <a:t>When a class inherits from another class, there are </a:t>
            </a:r>
            <a:r>
              <a:rPr lang="en-US" altLang="en-US" dirty="0">
                <a:effectLst>
                  <a:outerShdw blurRad="38100" dist="38100" dir="2700000" algn="tl">
                    <a:srgbClr val="000000"/>
                  </a:outerShdw>
                </a:effectLst>
                <a:ea typeface="MS Mincho" charset="-128"/>
              </a:rPr>
              <a:t>three</a:t>
            </a:r>
            <a:r>
              <a:rPr lang="en-US" altLang="en-US" dirty="0">
                <a:ea typeface="MS Mincho" charset="-128"/>
              </a:rPr>
              <a:t> benefits:</a:t>
            </a:r>
          </a:p>
          <a:p>
            <a:pPr>
              <a:lnSpc>
                <a:spcPct val="90000"/>
              </a:lnSpc>
            </a:pPr>
            <a:endParaRPr lang="en-US" altLang="en-US" dirty="0">
              <a:ea typeface="MS Mincho" charset="-128"/>
            </a:endParaRPr>
          </a:p>
          <a:p>
            <a:pPr marL="0" indent="0">
              <a:lnSpc>
                <a:spcPct val="90000"/>
              </a:lnSpc>
              <a:buNone/>
            </a:pPr>
            <a:r>
              <a:rPr lang="en-US" altLang="en-US" dirty="0">
                <a:ea typeface="MS Mincho" charset="-128"/>
              </a:rPr>
              <a:t>   (1) You can </a:t>
            </a:r>
            <a:r>
              <a:rPr lang="en-US" altLang="en-US" i="1" u="sng" dirty="0">
                <a:solidFill>
                  <a:srgbClr val="FF0000"/>
                </a:solidFill>
                <a:ea typeface="MS Mincho" charset="-128"/>
              </a:rPr>
              <a:t>reuse</a:t>
            </a:r>
            <a:r>
              <a:rPr lang="en-US" altLang="en-US" dirty="0">
                <a:solidFill>
                  <a:srgbClr val="FF0000"/>
                </a:solidFill>
                <a:ea typeface="MS Mincho" charset="-128"/>
              </a:rPr>
              <a:t> </a:t>
            </a:r>
            <a:r>
              <a:rPr lang="en-US" altLang="en-US" dirty="0">
                <a:ea typeface="MS Mincho" charset="-128"/>
              </a:rPr>
              <a:t>the methods and data of the existing class</a:t>
            </a:r>
            <a:endParaRPr lang="en-US" altLang="en-US" dirty="0">
              <a:latin typeface="Courier New" panose="02070309020205020404" pitchFamily="49" charset="0"/>
              <a:cs typeface="Times New Roman" panose="02020603050405020304" pitchFamily="18" charset="0"/>
            </a:endParaRPr>
          </a:p>
          <a:p>
            <a:pPr>
              <a:lnSpc>
                <a:spcPct val="90000"/>
              </a:lnSpc>
              <a:buFontTx/>
              <a:buNone/>
            </a:pPr>
            <a:r>
              <a:rPr lang="en-US" altLang="en-US" dirty="0">
                <a:ea typeface="MS Mincho" charset="-128"/>
              </a:rPr>
              <a:t>	(2) You can </a:t>
            </a:r>
            <a:r>
              <a:rPr lang="en-US" altLang="en-US" i="1" u="sng" dirty="0">
                <a:solidFill>
                  <a:srgbClr val="FF0000"/>
                </a:solidFill>
                <a:ea typeface="MS Mincho" charset="-128"/>
              </a:rPr>
              <a:t>extend</a:t>
            </a:r>
            <a:r>
              <a:rPr lang="en-US" altLang="en-US" dirty="0">
                <a:ea typeface="MS Mincho" charset="-128"/>
              </a:rPr>
              <a:t> the existing class by adding new data and new methods</a:t>
            </a:r>
            <a:endParaRPr lang="en-US" altLang="en-US" dirty="0">
              <a:latin typeface="Courier New" panose="02070309020205020404" pitchFamily="49" charset="0"/>
              <a:cs typeface="Times New Roman" panose="02020603050405020304" pitchFamily="18" charset="0"/>
            </a:endParaRPr>
          </a:p>
          <a:p>
            <a:pPr>
              <a:lnSpc>
                <a:spcPct val="90000"/>
              </a:lnSpc>
              <a:buFontTx/>
              <a:buNone/>
            </a:pPr>
            <a:r>
              <a:rPr lang="en-US" altLang="en-US" dirty="0">
                <a:ea typeface="MS Mincho" charset="-128"/>
              </a:rPr>
              <a:t>	(3) You can </a:t>
            </a:r>
            <a:r>
              <a:rPr lang="en-US" altLang="en-US" i="1" u="sng" dirty="0">
                <a:solidFill>
                  <a:srgbClr val="FF0000"/>
                </a:solidFill>
                <a:ea typeface="MS Mincho" charset="-128"/>
              </a:rPr>
              <a:t>modify</a:t>
            </a:r>
            <a:r>
              <a:rPr lang="en-US" altLang="en-US" dirty="0">
                <a:ea typeface="MS Mincho" charset="-128"/>
              </a:rPr>
              <a:t> the existing class by overloading its methods with your own implementations</a:t>
            </a:r>
            <a:r>
              <a:rPr lang="en-US" altLang="en-US" dirty="0"/>
              <a:t> </a:t>
            </a:r>
          </a:p>
        </p:txBody>
      </p:sp>
    </p:spTree>
    <p:extLst>
      <p:ext uri="{BB962C8B-B14F-4D97-AF65-F5344CB8AC3E}">
        <p14:creationId xmlns:p14="http://schemas.microsoft.com/office/powerpoint/2010/main" val="1801312260"/>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314" name="Rectangle 2"/>
          <p:cNvSpPr>
            <a:spLocks noChangeArrowheads="1"/>
          </p:cNvSpPr>
          <p:nvPr/>
        </p:nvSpPr>
        <p:spPr bwMode="auto">
          <a:xfrm>
            <a:off x="2286000" y="2286000"/>
            <a:ext cx="2438400" cy="1828800"/>
          </a:xfrm>
          <a:prstGeom prst="rect">
            <a:avLst/>
          </a:prstGeom>
          <a:gradFill rotWithShape="0">
            <a:gsLst>
              <a:gs pos="0">
                <a:srgbClr val="FF99CC"/>
              </a:gs>
              <a:gs pos="100000">
                <a:srgbClr val="76475E"/>
              </a:gs>
            </a:gsLst>
            <a:lin ang="2700000" scaled="1"/>
          </a:gradFill>
          <a:ln w="9525">
            <a:solidFill>
              <a:schemeClr val="tx1"/>
            </a:solidFill>
            <a:miter lim="800000"/>
            <a:headEnd/>
            <a:tailEnd/>
          </a:ln>
        </p:spPr>
        <p:txBody>
          <a:bodyPr wrap="none" anchor="ctr"/>
          <a:lstStyle>
            <a:lvl1pPr eaLnBrk="0" hangingPunct="0">
              <a:defRPr>
                <a:solidFill>
                  <a:schemeClr val="tx1"/>
                </a:solidFill>
                <a:latin typeface="Arial" panose="020B0604020202020204" pitchFamily="34" charset="0"/>
                <a:cs typeface="Arial" panose="020B0604020202020204" pitchFamily="34" charset="0"/>
              </a:defRPr>
            </a:lvl1pPr>
            <a:lvl2pPr marL="742950" indent="-285750" eaLnBrk="0" hangingPunct="0">
              <a:defRPr>
                <a:solidFill>
                  <a:schemeClr val="tx1"/>
                </a:solidFill>
                <a:latin typeface="Arial" panose="020B0604020202020204" pitchFamily="34" charset="0"/>
                <a:cs typeface="Arial" panose="020B0604020202020204" pitchFamily="34" charset="0"/>
              </a:defRPr>
            </a:lvl2pPr>
            <a:lvl3pPr marL="1143000" indent="-228600" eaLnBrk="0" hangingPunct="0">
              <a:defRPr>
                <a:solidFill>
                  <a:schemeClr val="tx1"/>
                </a:solidFill>
                <a:latin typeface="Arial" panose="020B0604020202020204" pitchFamily="34" charset="0"/>
                <a:cs typeface="Arial" panose="020B0604020202020204" pitchFamily="34" charset="0"/>
              </a:defRPr>
            </a:lvl3pPr>
            <a:lvl4pPr marL="1600200" indent="-228600" eaLnBrk="0" hangingPunct="0">
              <a:defRPr>
                <a:solidFill>
                  <a:schemeClr val="tx1"/>
                </a:solidFill>
                <a:latin typeface="Arial" panose="020B0604020202020204" pitchFamily="34" charset="0"/>
                <a:cs typeface="Arial" panose="020B0604020202020204" pitchFamily="34" charset="0"/>
              </a:defRPr>
            </a:lvl4pPr>
            <a:lvl5pPr marL="2057400" indent="-228600" eaLnBrk="0" hangingPunct="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eaLnBrk="1" hangingPunct="1"/>
            <a:endParaRPr lang="en-US" altLang="en-US">
              <a:latin typeface="Lucida Sans Unicode" panose="020B0602030504020204" pitchFamily="34" charset="0"/>
            </a:endParaRPr>
          </a:p>
        </p:txBody>
      </p:sp>
      <p:sp>
        <p:nvSpPr>
          <p:cNvPr id="13315" name="AutoShape 4"/>
          <p:cNvSpPr>
            <a:spLocks noChangeArrowheads="1"/>
          </p:cNvSpPr>
          <p:nvPr/>
        </p:nvSpPr>
        <p:spPr bwMode="auto">
          <a:xfrm rot="-5380308">
            <a:off x="6019800" y="2212975"/>
            <a:ext cx="304800" cy="2286000"/>
          </a:xfrm>
          <a:prstGeom prst="downArrow">
            <a:avLst>
              <a:gd name="adj1" fmla="val 50000"/>
              <a:gd name="adj2" fmla="val 187500"/>
            </a:avLst>
          </a:prstGeom>
          <a:solidFill>
            <a:srgbClr val="CCFFFF"/>
          </a:solidFill>
          <a:ln w="9525">
            <a:solidFill>
              <a:schemeClr val="tx1"/>
            </a:solidFill>
            <a:miter lim="800000"/>
            <a:headEnd/>
            <a:tailEnd/>
          </a:ln>
        </p:spPr>
        <p:txBody>
          <a:bodyPr wrap="none" anchor="ctr"/>
          <a:lstStyle>
            <a:lvl1pPr eaLnBrk="0" hangingPunct="0">
              <a:defRPr>
                <a:solidFill>
                  <a:schemeClr val="tx1"/>
                </a:solidFill>
                <a:latin typeface="Arial" panose="020B0604020202020204" pitchFamily="34" charset="0"/>
                <a:cs typeface="Arial" panose="020B0604020202020204" pitchFamily="34" charset="0"/>
              </a:defRPr>
            </a:lvl1pPr>
            <a:lvl2pPr marL="742950" indent="-285750" eaLnBrk="0" hangingPunct="0">
              <a:defRPr>
                <a:solidFill>
                  <a:schemeClr val="tx1"/>
                </a:solidFill>
                <a:latin typeface="Arial" panose="020B0604020202020204" pitchFamily="34" charset="0"/>
                <a:cs typeface="Arial" panose="020B0604020202020204" pitchFamily="34" charset="0"/>
              </a:defRPr>
            </a:lvl2pPr>
            <a:lvl3pPr marL="1143000" indent="-228600" eaLnBrk="0" hangingPunct="0">
              <a:defRPr>
                <a:solidFill>
                  <a:schemeClr val="tx1"/>
                </a:solidFill>
                <a:latin typeface="Arial" panose="020B0604020202020204" pitchFamily="34" charset="0"/>
                <a:cs typeface="Arial" panose="020B0604020202020204" pitchFamily="34" charset="0"/>
              </a:defRPr>
            </a:lvl3pPr>
            <a:lvl4pPr marL="1600200" indent="-228600" eaLnBrk="0" hangingPunct="0">
              <a:defRPr>
                <a:solidFill>
                  <a:schemeClr val="tx1"/>
                </a:solidFill>
                <a:latin typeface="Arial" panose="020B0604020202020204" pitchFamily="34" charset="0"/>
                <a:cs typeface="Arial" panose="020B0604020202020204" pitchFamily="34" charset="0"/>
              </a:defRPr>
            </a:lvl4pPr>
            <a:lvl5pPr marL="2057400" indent="-228600" eaLnBrk="0" hangingPunct="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eaLnBrk="1" hangingPunct="1"/>
            <a:endParaRPr lang="en-US" altLang="en-US">
              <a:latin typeface="Lucida Sans Unicode" panose="020B0602030504020204" pitchFamily="34" charset="0"/>
            </a:endParaRPr>
          </a:p>
        </p:txBody>
      </p:sp>
      <p:sp>
        <p:nvSpPr>
          <p:cNvPr id="13316" name="Rectangle 6"/>
          <p:cNvSpPr>
            <a:spLocks noChangeArrowheads="1"/>
          </p:cNvSpPr>
          <p:nvPr/>
        </p:nvSpPr>
        <p:spPr bwMode="auto">
          <a:xfrm>
            <a:off x="7391400" y="2133600"/>
            <a:ext cx="2590800" cy="2057400"/>
          </a:xfrm>
          <a:prstGeom prst="rect">
            <a:avLst/>
          </a:prstGeom>
          <a:gradFill rotWithShape="0">
            <a:gsLst>
              <a:gs pos="0">
                <a:srgbClr val="00CCFF"/>
              </a:gs>
              <a:gs pos="100000">
                <a:srgbClr val="005E76"/>
              </a:gs>
            </a:gsLst>
            <a:lin ang="2700000" scaled="1"/>
          </a:gradFill>
          <a:ln w="9525">
            <a:solidFill>
              <a:schemeClr val="tx1"/>
            </a:solidFill>
            <a:miter lim="800000"/>
            <a:headEnd/>
            <a:tailEnd/>
          </a:ln>
        </p:spPr>
        <p:txBody>
          <a:bodyPr wrap="none" anchor="ctr"/>
          <a:lstStyle>
            <a:lvl1pPr eaLnBrk="0" hangingPunct="0">
              <a:defRPr>
                <a:solidFill>
                  <a:schemeClr val="tx1"/>
                </a:solidFill>
                <a:latin typeface="Arial" panose="020B0604020202020204" pitchFamily="34" charset="0"/>
                <a:cs typeface="Arial" panose="020B0604020202020204" pitchFamily="34" charset="0"/>
              </a:defRPr>
            </a:lvl1pPr>
            <a:lvl2pPr marL="742950" indent="-285750" eaLnBrk="0" hangingPunct="0">
              <a:defRPr>
                <a:solidFill>
                  <a:schemeClr val="tx1"/>
                </a:solidFill>
                <a:latin typeface="Arial" panose="020B0604020202020204" pitchFamily="34" charset="0"/>
                <a:cs typeface="Arial" panose="020B0604020202020204" pitchFamily="34" charset="0"/>
              </a:defRPr>
            </a:lvl2pPr>
            <a:lvl3pPr marL="1143000" indent="-228600" eaLnBrk="0" hangingPunct="0">
              <a:defRPr>
                <a:solidFill>
                  <a:schemeClr val="tx1"/>
                </a:solidFill>
                <a:latin typeface="Arial" panose="020B0604020202020204" pitchFamily="34" charset="0"/>
                <a:cs typeface="Arial" panose="020B0604020202020204" pitchFamily="34" charset="0"/>
              </a:defRPr>
            </a:lvl3pPr>
            <a:lvl4pPr marL="1600200" indent="-228600" eaLnBrk="0" hangingPunct="0">
              <a:defRPr>
                <a:solidFill>
                  <a:schemeClr val="tx1"/>
                </a:solidFill>
                <a:latin typeface="Arial" panose="020B0604020202020204" pitchFamily="34" charset="0"/>
                <a:cs typeface="Arial" panose="020B0604020202020204" pitchFamily="34" charset="0"/>
              </a:defRPr>
            </a:lvl4pPr>
            <a:lvl5pPr marL="2057400" indent="-228600" eaLnBrk="0" hangingPunct="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eaLnBrk="1" hangingPunct="1"/>
            <a:endParaRPr lang="en-US" altLang="en-US">
              <a:latin typeface="Lucida Sans Unicode" panose="020B0602030504020204" pitchFamily="34" charset="0"/>
            </a:endParaRPr>
          </a:p>
        </p:txBody>
      </p:sp>
      <p:sp>
        <p:nvSpPr>
          <p:cNvPr id="13317" name="Text Box 7"/>
          <p:cNvSpPr txBox="1">
            <a:spLocks noChangeArrowheads="1"/>
          </p:cNvSpPr>
          <p:nvPr/>
        </p:nvSpPr>
        <p:spPr bwMode="auto">
          <a:xfrm>
            <a:off x="7772400" y="2362200"/>
            <a:ext cx="198120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a:solidFill>
                  <a:schemeClr val="tx1"/>
                </a:solidFill>
                <a:latin typeface="Arial" panose="020B0604020202020204" pitchFamily="34" charset="0"/>
                <a:cs typeface="Arial" panose="020B0604020202020204" pitchFamily="34" charset="0"/>
              </a:defRPr>
            </a:lvl1pPr>
            <a:lvl2pPr marL="742950" indent="-285750" eaLnBrk="0" hangingPunct="0">
              <a:defRPr>
                <a:solidFill>
                  <a:schemeClr val="tx1"/>
                </a:solidFill>
                <a:latin typeface="Arial" panose="020B0604020202020204" pitchFamily="34" charset="0"/>
                <a:cs typeface="Arial" panose="020B0604020202020204" pitchFamily="34" charset="0"/>
              </a:defRPr>
            </a:lvl2pPr>
            <a:lvl3pPr marL="1143000" indent="-228600" eaLnBrk="0" hangingPunct="0">
              <a:defRPr>
                <a:solidFill>
                  <a:schemeClr val="tx1"/>
                </a:solidFill>
                <a:latin typeface="Arial" panose="020B0604020202020204" pitchFamily="34" charset="0"/>
                <a:cs typeface="Arial" panose="020B0604020202020204" pitchFamily="34" charset="0"/>
              </a:defRPr>
            </a:lvl3pPr>
            <a:lvl4pPr marL="1600200" indent="-228600" eaLnBrk="0" hangingPunct="0">
              <a:defRPr>
                <a:solidFill>
                  <a:schemeClr val="tx1"/>
                </a:solidFill>
                <a:latin typeface="Arial" panose="020B0604020202020204" pitchFamily="34" charset="0"/>
                <a:cs typeface="Arial" panose="020B0604020202020204" pitchFamily="34" charset="0"/>
              </a:defRPr>
            </a:lvl4pPr>
            <a:lvl5pPr marL="2057400" indent="-228600" eaLnBrk="0" hangingPunct="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eaLnBrk="1" hangingPunct="1">
              <a:spcBef>
                <a:spcPct val="50000"/>
              </a:spcBef>
            </a:pPr>
            <a:r>
              <a:rPr lang="en-US" altLang="en-US" sz="2400" b="1">
                <a:latin typeface="Times New Roman" panose="02020603050405020304" pitchFamily="18" charset="0"/>
              </a:rPr>
              <a:t>Derived class</a:t>
            </a:r>
          </a:p>
        </p:txBody>
      </p:sp>
      <p:grpSp>
        <p:nvGrpSpPr>
          <p:cNvPr id="13318" name="Group 14"/>
          <p:cNvGrpSpPr>
            <a:grpSpLocks/>
          </p:cNvGrpSpPr>
          <p:nvPr/>
        </p:nvGrpSpPr>
        <p:grpSpPr bwMode="auto">
          <a:xfrm>
            <a:off x="2286000" y="2362201"/>
            <a:ext cx="2438400" cy="1733729"/>
            <a:chOff x="762000" y="2362200"/>
            <a:chExt cx="2438400" cy="1733729"/>
          </a:xfrm>
        </p:grpSpPr>
        <p:sp>
          <p:nvSpPr>
            <p:cNvPr id="13322" name="Text Box 3"/>
            <p:cNvSpPr txBox="1">
              <a:spLocks noChangeArrowheads="1"/>
            </p:cNvSpPr>
            <p:nvPr/>
          </p:nvSpPr>
          <p:spPr bwMode="auto">
            <a:xfrm>
              <a:off x="1143000" y="2362200"/>
              <a:ext cx="182880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a:solidFill>
                    <a:schemeClr val="tx1"/>
                  </a:solidFill>
                  <a:latin typeface="Arial" panose="020B0604020202020204" pitchFamily="34" charset="0"/>
                  <a:cs typeface="Arial" panose="020B0604020202020204" pitchFamily="34" charset="0"/>
                </a:defRPr>
              </a:lvl1pPr>
              <a:lvl2pPr marL="742950" indent="-285750" eaLnBrk="0" hangingPunct="0">
                <a:defRPr>
                  <a:solidFill>
                    <a:schemeClr val="tx1"/>
                  </a:solidFill>
                  <a:latin typeface="Arial" panose="020B0604020202020204" pitchFamily="34" charset="0"/>
                  <a:cs typeface="Arial" panose="020B0604020202020204" pitchFamily="34" charset="0"/>
                </a:defRPr>
              </a:lvl2pPr>
              <a:lvl3pPr marL="1143000" indent="-228600" eaLnBrk="0" hangingPunct="0">
                <a:defRPr>
                  <a:solidFill>
                    <a:schemeClr val="tx1"/>
                  </a:solidFill>
                  <a:latin typeface="Arial" panose="020B0604020202020204" pitchFamily="34" charset="0"/>
                  <a:cs typeface="Arial" panose="020B0604020202020204" pitchFamily="34" charset="0"/>
                </a:defRPr>
              </a:lvl3pPr>
              <a:lvl4pPr marL="1600200" indent="-228600" eaLnBrk="0" hangingPunct="0">
                <a:defRPr>
                  <a:solidFill>
                    <a:schemeClr val="tx1"/>
                  </a:solidFill>
                  <a:latin typeface="Arial" panose="020B0604020202020204" pitchFamily="34" charset="0"/>
                  <a:cs typeface="Arial" panose="020B0604020202020204" pitchFamily="34" charset="0"/>
                </a:defRPr>
              </a:lvl4pPr>
              <a:lvl5pPr marL="2057400" indent="-228600" eaLnBrk="0" hangingPunct="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eaLnBrk="1" hangingPunct="1">
                <a:spcBef>
                  <a:spcPct val="50000"/>
                </a:spcBef>
              </a:pPr>
              <a:r>
                <a:rPr lang="en-US" altLang="en-US" sz="2400" b="1">
                  <a:latin typeface="Times New Roman" panose="02020603050405020304" pitchFamily="18" charset="0"/>
                </a:rPr>
                <a:t>Base Class</a:t>
              </a:r>
            </a:p>
          </p:txBody>
        </p:sp>
        <p:sp>
          <p:nvSpPr>
            <p:cNvPr id="13323" name="Text Box 5"/>
            <p:cNvSpPr txBox="1">
              <a:spLocks noChangeArrowheads="1"/>
            </p:cNvSpPr>
            <p:nvPr/>
          </p:nvSpPr>
          <p:spPr bwMode="auto">
            <a:xfrm>
              <a:off x="914400" y="2895600"/>
              <a:ext cx="1752600" cy="120032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a:solidFill>
                    <a:schemeClr val="tx1"/>
                  </a:solidFill>
                  <a:latin typeface="Arial" panose="020B0604020202020204" pitchFamily="34" charset="0"/>
                  <a:cs typeface="Arial" panose="020B0604020202020204" pitchFamily="34" charset="0"/>
                </a:defRPr>
              </a:lvl1pPr>
              <a:lvl2pPr marL="742950" indent="-285750" eaLnBrk="0" hangingPunct="0">
                <a:defRPr>
                  <a:solidFill>
                    <a:schemeClr val="tx1"/>
                  </a:solidFill>
                  <a:latin typeface="Arial" panose="020B0604020202020204" pitchFamily="34" charset="0"/>
                  <a:cs typeface="Arial" panose="020B0604020202020204" pitchFamily="34" charset="0"/>
                </a:defRPr>
              </a:lvl2pPr>
              <a:lvl3pPr marL="1143000" indent="-228600" eaLnBrk="0" hangingPunct="0">
                <a:defRPr>
                  <a:solidFill>
                    <a:schemeClr val="tx1"/>
                  </a:solidFill>
                  <a:latin typeface="Arial" panose="020B0604020202020204" pitchFamily="34" charset="0"/>
                  <a:cs typeface="Arial" panose="020B0604020202020204" pitchFamily="34" charset="0"/>
                </a:defRPr>
              </a:lvl3pPr>
              <a:lvl4pPr marL="1600200" indent="-228600" eaLnBrk="0" hangingPunct="0">
                <a:defRPr>
                  <a:solidFill>
                    <a:schemeClr val="tx1"/>
                  </a:solidFill>
                  <a:latin typeface="Arial" panose="020B0604020202020204" pitchFamily="34" charset="0"/>
                  <a:cs typeface="Arial" panose="020B0604020202020204" pitchFamily="34" charset="0"/>
                </a:defRPr>
              </a:lvl4pPr>
              <a:lvl5pPr marL="2057400" indent="-228600" eaLnBrk="0" hangingPunct="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algn="ctr" eaLnBrk="1" hangingPunct="1">
                <a:spcBef>
                  <a:spcPct val="50000"/>
                </a:spcBef>
              </a:pPr>
              <a:r>
                <a:rPr lang="en-US" altLang="en-US" sz="2400" dirty="0">
                  <a:latin typeface="Times New Roman" panose="02020603050405020304" pitchFamily="18" charset="0"/>
                </a:rPr>
                <a:t>Methods</a:t>
              </a:r>
              <a:br>
                <a:rPr lang="en-US" altLang="en-US" sz="2400" dirty="0">
                  <a:latin typeface="Times New Roman" panose="02020603050405020304" pitchFamily="18" charset="0"/>
                </a:rPr>
              </a:br>
              <a:r>
                <a:rPr lang="en-US" altLang="en-US" sz="2400" dirty="0">
                  <a:latin typeface="Times New Roman" panose="02020603050405020304" pitchFamily="18" charset="0"/>
                </a:rPr>
                <a:t>and Properties</a:t>
              </a:r>
            </a:p>
          </p:txBody>
        </p:sp>
        <p:sp>
          <p:nvSpPr>
            <p:cNvPr id="13324" name="Line 8"/>
            <p:cNvSpPr>
              <a:spLocks noChangeShapeType="1"/>
            </p:cNvSpPr>
            <p:nvPr/>
          </p:nvSpPr>
          <p:spPr bwMode="auto">
            <a:xfrm>
              <a:off x="762000" y="2895600"/>
              <a:ext cx="2438400" cy="0"/>
            </a:xfrm>
            <a:prstGeom prst="line">
              <a:avLst/>
            </a:prstGeom>
            <a:noFill/>
            <a:ln w="9525">
              <a:solidFill>
                <a:schemeClr val="tx1"/>
              </a:solidFill>
              <a:miter lim="800000"/>
              <a:headEnd/>
              <a:tailEnd/>
            </a:ln>
            <a:extLst>
              <a:ext uri="{909E8E84-426E-40DD-AFC4-6F175D3DCCD1}">
                <a14:hiddenFill xmlns:a14="http://schemas.microsoft.com/office/drawing/2010/main">
                  <a:noFill/>
                </a14:hiddenFill>
              </a:ext>
            </a:extLst>
          </p:spPr>
          <p:txBody>
            <a:bodyPr wrap="none"/>
            <a:lstStyle/>
            <a:p>
              <a:endParaRPr lang="en-IN"/>
            </a:p>
          </p:txBody>
        </p:sp>
      </p:grpSp>
      <p:sp>
        <p:nvSpPr>
          <p:cNvPr id="13319" name="Line 9"/>
          <p:cNvSpPr>
            <a:spLocks noChangeShapeType="1"/>
          </p:cNvSpPr>
          <p:nvPr/>
        </p:nvSpPr>
        <p:spPr bwMode="auto">
          <a:xfrm>
            <a:off x="7391400" y="2895600"/>
            <a:ext cx="2590800" cy="0"/>
          </a:xfrm>
          <a:prstGeom prst="line">
            <a:avLst/>
          </a:prstGeom>
          <a:noFill/>
          <a:ln w="9525">
            <a:solidFill>
              <a:schemeClr val="tx1"/>
            </a:solidFill>
            <a:miter lim="800000"/>
            <a:headEnd/>
            <a:tailEnd/>
          </a:ln>
          <a:extLst>
            <a:ext uri="{909E8E84-426E-40DD-AFC4-6F175D3DCCD1}">
              <a14:hiddenFill xmlns:a14="http://schemas.microsoft.com/office/drawing/2010/main">
                <a:noFill/>
              </a14:hiddenFill>
            </a:ext>
          </a:extLst>
        </p:spPr>
        <p:txBody>
          <a:bodyPr wrap="none"/>
          <a:lstStyle/>
          <a:p>
            <a:endParaRPr lang="en-IN"/>
          </a:p>
        </p:txBody>
      </p:sp>
      <p:sp>
        <p:nvSpPr>
          <p:cNvPr id="13320" name="Text Box 10"/>
          <p:cNvSpPr txBox="1">
            <a:spLocks noChangeArrowheads="1"/>
          </p:cNvSpPr>
          <p:nvPr/>
        </p:nvSpPr>
        <p:spPr bwMode="auto">
          <a:xfrm>
            <a:off x="7391400" y="2971801"/>
            <a:ext cx="2743200" cy="120032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a:solidFill>
                  <a:schemeClr val="tx1"/>
                </a:solidFill>
                <a:latin typeface="Arial" panose="020B0604020202020204" pitchFamily="34" charset="0"/>
                <a:cs typeface="Arial" panose="020B0604020202020204" pitchFamily="34" charset="0"/>
              </a:defRPr>
            </a:lvl1pPr>
            <a:lvl2pPr marL="742950" indent="-285750" eaLnBrk="0" hangingPunct="0">
              <a:defRPr>
                <a:solidFill>
                  <a:schemeClr val="tx1"/>
                </a:solidFill>
                <a:latin typeface="Arial" panose="020B0604020202020204" pitchFamily="34" charset="0"/>
                <a:cs typeface="Arial" panose="020B0604020202020204" pitchFamily="34" charset="0"/>
              </a:defRPr>
            </a:lvl2pPr>
            <a:lvl3pPr marL="1143000" indent="-228600" eaLnBrk="0" hangingPunct="0">
              <a:defRPr>
                <a:solidFill>
                  <a:schemeClr val="tx1"/>
                </a:solidFill>
                <a:latin typeface="Arial" panose="020B0604020202020204" pitchFamily="34" charset="0"/>
                <a:cs typeface="Arial" panose="020B0604020202020204" pitchFamily="34" charset="0"/>
              </a:defRPr>
            </a:lvl3pPr>
            <a:lvl4pPr marL="1600200" indent="-228600" eaLnBrk="0" hangingPunct="0">
              <a:defRPr>
                <a:solidFill>
                  <a:schemeClr val="tx1"/>
                </a:solidFill>
                <a:latin typeface="Arial" panose="020B0604020202020204" pitchFamily="34" charset="0"/>
                <a:cs typeface="Arial" panose="020B0604020202020204" pitchFamily="34" charset="0"/>
              </a:defRPr>
            </a:lvl4pPr>
            <a:lvl5pPr marL="2057400" indent="-228600" eaLnBrk="0" hangingPunct="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algn="ctr" eaLnBrk="1" hangingPunct="1">
              <a:spcBef>
                <a:spcPct val="50000"/>
              </a:spcBef>
            </a:pPr>
            <a:r>
              <a:rPr lang="en-US" altLang="en-US" sz="2400">
                <a:latin typeface="Times New Roman" panose="02020603050405020304" pitchFamily="18" charset="0"/>
              </a:rPr>
              <a:t>Base class methods + </a:t>
            </a:r>
            <a:br>
              <a:rPr lang="en-US" altLang="en-US" sz="2400">
                <a:latin typeface="Times New Roman" panose="02020603050405020304" pitchFamily="18" charset="0"/>
              </a:rPr>
            </a:br>
            <a:r>
              <a:rPr lang="en-US" altLang="en-US" sz="2400">
                <a:latin typeface="Times New Roman" panose="02020603050405020304" pitchFamily="18" charset="0"/>
              </a:rPr>
              <a:t>Additional methods</a:t>
            </a:r>
          </a:p>
        </p:txBody>
      </p:sp>
      <p:sp>
        <p:nvSpPr>
          <p:cNvPr id="13321" name="Text Box 11"/>
          <p:cNvSpPr txBox="1">
            <a:spLocks noChangeArrowheads="1"/>
          </p:cNvSpPr>
          <p:nvPr/>
        </p:nvSpPr>
        <p:spPr bwMode="auto">
          <a:xfrm>
            <a:off x="2057400" y="685801"/>
            <a:ext cx="8305800" cy="1076325"/>
          </a:xfrm>
          <a:prstGeom prst="rect">
            <a:avLst/>
          </a:prstGeom>
          <a:noFill/>
          <a:ln w="9525">
            <a:solidFill>
              <a:schemeClr val="tx1"/>
            </a:solidFill>
            <a:miter lim="800000"/>
            <a:headEnd/>
            <a:tailEnd/>
          </a:ln>
          <a:extLst>
            <a:ext uri="{909E8E84-426E-40DD-AFC4-6F175D3DCCD1}">
              <a14:hiddenFill xmlns:a14="http://schemas.microsoft.com/office/drawing/2010/main">
                <a:solidFill>
                  <a:srgbClr val="FFFFFF"/>
                </a:solidFill>
              </a14:hiddenFill>
            </a:ext>
          </a:extLst>
        </p:spPr>
        <p:txBody>
          <a:bodyPr>
            <a:spAutoFit/>
          </a:bodyPr>
          <a:lstStyle>
            <a:lvl1pPr eaLnBrk="0" hangingPunct="0">
              <a:defRPr>
                <a:solidFill>
                  <a:schemeClr val="tx1"/>
                </a:solidFill>
                <a:latin typeface="Arial" panose="020B0604020202020204" pitchFamily="34" charset="0"/>
                <a:cs typeface="Arial" panose="020B0604020202020204" pitchFamily="34" charset="0"/>
              </a:defRPr>
            </a:lvl1pPr>
            <a:lvl2pPr marL="742950" indent="-285750" eaLnBrk="0" hangingPunct="0">
              <a:defRPr>
                <a:solidFill>
                  <a:schemeClr val="tx1"/>
                </a:solidFill>
                <a:latin typeface="Arial" panose="020B0604020202020204" pitchFamily="34" charset="0"/>
                <a:cs typeface="Arial" panose="020B0604020202020204" pitchFamily="34" charset="0"/>
              </a:defRPr>
            </a:lvl2pPr>
            <a:lvl3pPr marL="1143000" indent="-228600" eaLnBrk="0" hangingPunct="0">
              <a:defRPr>
                <a:solidFill>
                  <a:schemeClr val="tx1"/>
                </a:solidFill>
                <a:latin typeface="Arial" panose="020B0604020202020204" pitchFamily="34" charset="0"/>
                <a:cs typeface="Arial" panose="020B0604020202020204" pitchFamily="34" charset="0"/>
              </a:defRPr>
            </a:lvl3pPr>
            <a:lvl4pPr marL="1600200" indent="-228600" eaLnBrk="0" hangingPunct="0">
              <a:defRPr>
                <a:solidFill>
                  <a:schemeClr val="tx1"/>
                </a:solidFill>
                <a:latin typeface="Arial" panose="020B0604020202020204" pitchFamily="34" charset="0"/>
                <a:cs typeface="Arial" panose="020B0604020202020204" pitchFamily="34" charset="0"/>
              </a:defRPr>
            </a:lvl4pPr>
            <a:lvl5pPr marL="2057400" indent="-228600" eaLnBrk="0" hangingPunct="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eaLnBrk="1" hangingPunct="1">
              <a:spcBef>
                <a:spcPct val="50000"/>
              </a:spcBef>
            </a:pPr>
            <a:r>
              <a:rPr lang="en-US" altLang="en-US" sz="3200" b="1">
                <a:solidFill>
                  <a:srgbClr val="000099"/>
                </a:solidFill>
                <a:latin typeface="Times New Roman" panose="02020603050405020304" pitchFamily="18" charset="0"/>
              </a:rPr>
              <a:t>Inheritance is the property that allows the reuse of an existing class to build a new class</a:t>
            </a:r>
          </a:p>
        </p:txBody>
      </p:sp>
    </p:spTree>
    <p:extLst>
      <p:ext uri="{BB962C8B-B14F-4D97-AF65-F5344CB8AC3E}">
        <p14:creationId xmlns:p14="http://schemas.microsoft.com/office/powerpoint/2010/main" val="2549442726"/>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p:cNvSpPr>
            <a:spLocks noGrp="1"/>
          </p:cNvSpPr>
          <p:nvPr>
            <p:ph type="title"/>
          </p:nvPr>
        </p:nvSpPr>
        <p:spPr/>
        <p:txBody>
          <a:bodyPr rtlCol="0">
            <a:normAutofit/>
          </a:bodyPr>
          <a:lstStyle/>
          <a:p>
            <a:pPr>
              <a:defRPr/>
            </a:pPr>
            <a:r>
              <a:rPr lang="en-US" dirty="0">
                <a:latin typeface="Times New Roman" pitchFamily="18" charset="0"/>
              </a:rPr>
              <a:t>General Syntax for Inheritance</a:t>
            </a:r>
            <a:br>
              <a:rPr lang="en-US" dirty="0">
                <a:latin typeface="Times New Roman" pitchFamily="18" charset="0"/>
              </a:rPr>
            </a:br>
            <a:endParaRPr lang="en-US" dirty="0"/>
          </a:p>
        </p:txBody>
      </p:sp>
      <p:sp>
        <p:nvSpPr>
          <p:cNvPr id="11267" name="Rectangle 3"/>
          <p:cNvSpPr>
            <a:spLocks noChangeArrowheads="1"/>
          </p:cNvSpPr>
          <p:nvPr/>
        </p:nvSpPr>
        <p:spPr bwMode="auto">
          <a:xfrm>
            <a:off x="1676400" y="1219200"/>
            <a:ext cx="8991600" cy="19383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a:solidFill>
                  <a:schemeClr val="tx1"/>
                </a:solidFill>
                <a:latin typeface="Arial" panose="020B0604020202020204" pitchFamily="34" charset="0"/>
                <a:cs typeface="Arial" panose="020B0604020202020204" pitchFamily="34" charset="0"/>
              </a:defRPr>
            </a:lvl1pPr>
            <a:lvl2pPr marL="742950" indent="-285750" eaLnBrk="0" hangingPunct="0">
              <a:defRPr>
                <a:solidFill>
                  <a:schemeClr val="tx1"/>
                </a:solidFill>
                <a:latin typeface="Arial" panose="020B0604020202020204" pitchFamily="34" charset="0"/>
                <a:cs typeface="Arial" panose="020B0604020202020204" pitchFamily="34" charset="0"/>
              </a:defRPr>
            </a:lvl2pPr>
            <a:lvl3pPr marL="1143000" indent="-228600" eaLnBrk="0" hangingPunct="0">
              <a:defRPr>
                <a:solidFill>
                  <a:schemeClr val="tx1"/>
                </a:solidFill>
                <a:latin typeface="Arial" panose="020B0604020202020204" pitchFamily="34" charset="0"/>
                <a:cs typeface="Arial" panose="020B0604020202020204" pitchFamily="34" charset="0"/>
              </a:defRPr>
            </a:lvl3pPr>
            <a:lvl4pPr marL="1600200" indent="-228600" eaLnBrk="0" hangingPunct="0">
              <a:defRPr>
                <a:solidFill>
                  <a:schemeClr val="tx1"/>
                </a:solidFill>
                <a:latin typeface="Arial" panose="020B0604020202020204" pitchFamily="34" charset="0"/>
                <a:cs typeface="Arial" panose="020B0604020202020204" pitchFamily="34" charset="0"/>
              </a:defRPr>
            </a:lvl4pPr>
            <a:lvl5pPr marL="2057400" indent="-228600" eaLnBrk="0" hangingPunct="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r>
              <a:rPr lang="en-US" altLang="en-US" sz="2400" b="1">
                <a:solidFill>
                  <a:srgbClr val="3333CC"/>
                </a:solidFill>
                <a:latin typeface="Times New Roman" panose="02020603050405020304" pitchFamily="18" charset="0"/>
              </a:rPr>
              <a:t>class &lt;derived classname &gt; :  access-specifier   &lt;base classname &gt;</a:t>
            </a:r>
          </a:p>
          <a:p>
            <a:r>
              <a:rPr lang="en-US" altLang="en-US" sz="2400" b="1">
                <a:solidFill>
                  <a:srgbClr val="3333CC"/>
                </a:solidFill>
                <a:latin typeface="Times New Roman" panose="02020603050405020304" pitchFamily="18" charset="0"/>
              </a:rPr>
              <a:t>{</a:t>
            </a:r>
          </a:p>
          <a:p>
            <a:r>
              <a:rPr lang="en-US" altLang="en-US" sz="2400" b="1">
                <a:solidFill>
                  <a:srgbClr val="3333CC"/>
                </a:solidFill>
                <a:latin typeface="Times New Roman" panose="02020603050405020304" pitchFamily="18" charset="0"/>
              </a:rPr>
              <a:t>      ---</a:t>
            </a:r>
          </a:p>
          <a:p>
            <a:r>
              <a:rPr lang="en-US" altLang="en-US" sz="2400" b="1">
                <a:solidFill>
                  <a:srgbClr val="3333CC"/>
                </a:solidFill>
                <a:latin typeface="Times New Roman" panose="02020603050405020304" pitchFamily="18" charset="0"/>
              </a:rPr>
              <a:t>      ----</a:t>
            </a:r>
          </a:p>
          <a:p>
            <a:r>
              <a:rPr lang="en-US" altLang="en-US" sz="2400" b="1">
                <a:solidFill>
                  <a:srgbClr val="3333CC"/>
                </a:solidFill>
                <a:latin typeface="Times New Roman" panose="02020603050405020304" pitchFamily="18" charset="0"/>
              </a:rPr>
              <a:t> };</a:t>
            </a:r>
            <a:endParaRPr lang="en-US" altLang="en-US" sz="2400">
              <a:solidFill>
                <a:srgbClr val="3333CC"/>
              </a:solidFill>
              <a:latin typeface="Verdana" panose="020B0604030504040204" pitchFamily="34" charset="0"/>
            </a:endParaRPr>
          </a:p>
        </p:txBody>
      </p:sp>
    </p:spTree>
    <p:extLst>
      <p:ext uri="{BB962C8B-B14F-4D97-AF65-F5344CB8AC3E}">
        <p14:creationId xmlns:p14="http://schemas.microsoft.com/office/powerpoint/2010/main" val="1058847807"/>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290" name="Title 1"/>
          <p:cNvSpPr>
            <a:spLocks noGrp="1"/>
          </p:cNvSpPr>
          <p:nvPr>
            <p:ph type="title"/>
          </p:nvPr>
        </p:nvSpPr>
        <p:spPr/>
        <p:txBody>
          <a:bodyPr/>
          <a:lstStyle/>
          <a:p>
            <a:pPr eaLnBrk="1" hangingPunct="1"/>
            <a:r>
              <a:rPr lang="en-US" altLang="en-US"/>
              <a:t>Access specifier</a:t>
            </a:r>
          </a:p>
        </p:txBody>
      </p:sp>
      <p:sp>
        <p:nvSpPr>
          <p:cNvPr id="12291" name="Content Placeholder 2"/>
          <p:cNvSpPr>
            <a:spLocks noGrp="1"/>
          </p:cNvSpPr>
          <p:nvPr>
            <p:ph idx="1"/>
          </p:nvPr>
        </p:nvSpPr>
        <p:spPr>
          <a:xfrm>
            <a:off x="1828800" y="1600200"/>
            <a:ext cx="8458200" cy="3505200"/>
          </a:xfrm>
        </p:spPr>
        <p:txBody>
          <a:bodyPr/>
          <a:lstStyle/>
          <a:p>
            <a:pPr algn="just" eaLnBrk="1" hangingPunct="1"/>
            <a:r>
              <a:rPr lang="en-US" altLang="en-US" b="1"/>
              <a:t>Public</a:t>
            </a:r>
            <a:r>
              <a:rPr lang="en-US" altLang="en-US"/>
              <a:t> - The members declared as Public are accessible from outside the Class through an object of the class.</a:t>
            </a:r>
          </a:p>
          <a:p>
            <a:pPr algn="just" eaLnBrk="1" hangingPunct="1"/>
            <a:r>
              <a:rPr lang="en-US" altLang="en-US" b="1"/>
              <a:t>Protected</a:t>
            </a:r>
            <a:r>
              <a:rPr lang="en-US" altLang="en-US"/>
              <a:t> - The members declared as Protected are accessible from outside the class </a:t>
            </a:r>
            <a:r>
              <a:rPr lang="en-US" altLang="en-US" b="1"/>
              <a:t>BUT</a:t>
            </a:r>
            <a:r>
              <a:rPr lang="en-US" altLang="en-US"/>
              <a:t> only in a class derived from it.</a:t>
            </a:r>
          </a:p>
          <a:p>
            <a:pPr algn="just" eaLnBrk="1" hangingPunct="1"/>
            <a:r>
              <a:rPr lang="en-US" altLang="en-US" b="1"/>
              <a:t>Private</a:t>
            </a:r>
            <a:r>
              <a:rPr lang="en-US" altLang="en-US"/>
              <a:t> - These members are only accessible from within the class. No outside Access is allowed.</a:t>
            </a:r>
          </a:p>
          <a:p>
            <a:pPr algn="just" eaLnBrk="1" hangingPunct="1">
              <a:buFont typeface="Arial" panose="020B0604020202020204" pitchFamily="34" charset="0"/>
              <a:buNone/>
            </a:pPr>
            <a:endParaRPr lang="en-US" altLang="en-US"/>
          </a:p>
        </p:txBody>
      </p:sp>
    </p:spTree>
    <p:extLst>
      <p:ext uri="{BB962C8B-B14F-4D97-AF65-F5344CB8AC3E}">
        <p14:creationId xmlns:p14="http://schemas.microsoft.com/office/powerpoint/2010/main" val="2121456854"/>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1506" name="Rectangle 5"/>
          <p:cNvSpPr>
            <a:spLocks noChangeArrowheads="1"/>
          </p:cNvSpPr>
          <p:nvPr/>
        </p:nvSpPr>
        <p:spPr bwMode="auto">
          <a:xfrm>
            <a:off x="1981200" y="304800"/>
            <a:ext cx="8229600" cy="838200"/>
          </a:xfrm>
          <a:prstGeom prst="rect">
            <a:avLst/>
          </a:prstGeom>
          <a:solidFill>
            <a:srgbClr val="CC99FF"/>
          </a:solidFill>
          <a:ln w="9525">
            <a:solidFill>
              <a:schemeClr val="tx1"/>
            </a:solidFill>
            <a:miter lim="800000"/>
            <a:headEnd/>
            <a:tailEnd/>
          </a:ln>
        </p:spPr>
        <p:txBody>
          <a:bodyPr wrap="none" anchor="ctr"/>
          <a:lstStyle>
            <a:lvl1pPr eaLnBrk="0" hangingPunct="0">
              <a:defRPr sz="2800">
                <a:solidFill>
                  <a:schemeClr val="tx1"/>
                </a:solidFill>
                <a:latin typeface="Times New Roman" panose="02020603050405020304" pitchFamily="18" charset="0"/>
              </a:defRPr>
            </a:lvl1pPr>
            <a:lvl2pPr marL="742950" indent="-285750" eaLnBrk="0" hangingPunct="0">
              <a:defRPr sz="2800">
                <a:solidFill>
                  <a:schemeClr val="tx1"/>
                </a:solidFill>
                <a:latin typeface="Times New Roman" panose="02020603050405020304" pitchFamily="18" charset="0"/>
              </a:defRPr>
            </a:lvl2pPr>
            <a:lvl3pPr marL="1143000" indent="-228600" eaLnBrk="0" hangingPunct="0">
              <a:defRPr sz="2800">
                <a:solidFill>
                  <a:schemeClr val="tx1"/>
                </a:solidFill>
                <a:latin typeface="Times New Roman" panose="02020603050405020304" pitchFamily="18" charset="0"/>
              </a:defRPr>
            </a:lvl3pPr>
            <a:lvl4pPr marL="1600200" indent="-228600" eaLnBrk="0" hangingPunct="0">
              <a:defRPr sz="2800">
                <a:solidFill>
                  <a:schemeClr val="tx1"/>
                </a:solidFill>
                <a:latin typeface="Times New Roman" panose="02020603050405020304" pitchFamily="18" charset="0"/>
              </a:defRPr>
            </a:lvl4pPr>
            <a:lvl5pPr marL="2057400" indent="-228600" eaLnBrk="0" hangingPunct="0">
              <a:defRPr sz="2800">
                <a:solidFill>
                  <a:schemeClr val="tx1"/>
                </a:solidFill>
                <a:latin typeface="Times New Roman" panose="02020603050405020304" pitchFamily="18" charset="0"/>
              </a:defRPr>
            </a:lvl5pPr>
            <a:lvl6pPr marL="2514600" indent="-228600" algn="just" eaLnBrk="0" fontAlgn="base" hangingPunct="0">
              <a:lnSpc>
                <a:spcPct val="90000"/>
              </a:lnSpc>
              <a:spcBef>
                <a:spcPct val="20000"/>
              </a:spcBef>
              <a:spcAft>
                <a:spcPct val="0"/>
              </a:spcAft>
              <a:buChar char="•"/>
              <a:defRPr sz="2800">
                <a:solidFill>
                  <a:schemeClr val="tx1"/>
                </a:solidFill>
                <a:latin typeface="Times New Roman" panose="02020603050405020304" pitchFamily="18" charset="0"/>
              </a:defRPr>
            </a:lvl6pPr>
            <a:lvl7pPr marL="2971800" indent="-228600" algn="just" eaLnBrk="0" fontAlgn="base" hangingPunct="0">
              <a:lnSpc>
                <a:spcPct val="90000"/>
              </a:lnSpc>
              <a:spcBef>
                <a:spcPct val="20000"/>
              </a:spcBef>
              <a:spcAft>
                <a:spcPct val="0"/>
              </a:spcAft>
              <a:buChar char="•"/>
              <a:defRPr sz="2800">
                <a:solidFill>
                  <a:schemeClr val="tx1"/>
                </a:solidFill>
                <a:latin typeface="Times New Roman" panose="02020603050405020304" pitchFamily="18" charset="0"/>
              </a:defRPr>
            </a:lvl7pPr>
            <a:lvl8pPr marL="3429000" indent="-228600" algn="just" eaLnBrk="0" fontAlgn="base" hangingPunct="0">
              <a:lnSpc>
                <a:spcPct val="90000"/>
              </a:lnSpc>
              <a:spcBef>
                <a:spcPct val="20000"/>
              </a:spcBef>
              <a:spcAft>
                <a:spcPct val="0"/>
              </a:spcAft>
              <a:buChar char="•"/>
              <a:defRPr sz="2800">
                <a:solidFill>
                  <a:schemeClr val="tx1"/>
                </a:solidFill>
                <a:latin typeface="Times New Roman" panose="02020603050405020304" pitchFamily="18" charset="0"/>
              </a:defRPr>
            </a:lvl8pPr>
            <a:lvl9pPr marL="3886200" indent="-228600" algn="just" eaLnBrk="0" fontAlgn="base" hangingPunct="0">
              <a:lnSpc>
                <a:spcPct val="90000"/>
              </a:lnSpc>
              <a:spcBef>
                <a:spcPct val="20000"/>
              </a:spcBef>
              <a:spcAft>
                <a:spcPct val="0"/>
              </a:spcAft>
              <a:buChar char="•"/>
              <a:defRPr sz="2800">
                <a:solidFill>
                  <a:schemeClr val="tx1"/>
                </a:solidFill>
                <a:latin typeface="Times New Roman" panose="02020603050405020304" pitchFamily="18" charset="0"/>
              </a:defRPr>
            </a:lvl9pPr>
          </a:lstStyle>
          <a:p>
            <a:pPr eaLnBrk="1" hangingPunct="1"/>
            <a:endParaRPr lang="en-US" altLang="en-US"/>
          </a:p>
        </p:txBody>
      </p:sp>
      <p:sp>
        <p:nvSpPr>
          <p:cNvPr id="21507" name="Rectangle 4"/>
          <p:cNvSpPr>
            <a:spLocks noChangeArrowheads="1"/>
          </p:cNvSpPr>
          <p:nvPr/>
        </p:nvSpPr>
        <p:spPr bwMode="auto">
          <a:xfrm>
            <a:off x="2133600" y="304800"/>
            <a:ext cx="8034338" cy="762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sz="2800">
                <a:solidFill>
                  <a:schemeClr val="tx1"/>
                </a:solidFill>
                <a:latin typeface="Times New Roman" panose="02020603050405020304" pitchFamily="18" charset="0"/>
              </a:defRPr>
            </a:lvl1pPr>
            <a:lvl2pPr marL="742950" indent="-285750" eaLnBrk="0" hangingPunct="0">
              <a:defRPr sz="2800">
                <a:solidFill>
                  <a:schemeClr val="tx1"/>
                </a:solidFill>
                <a:latin typeface="Times New Roman" panose="02020603050405020304" pitchFamily="18" charset="0"/>
              </a:defRPr>
            </a:lvl2pPr>
            <a:lvl3pPr marL="1143000" indent="-228600" eaLnBrk="0" hangingPunct="0">
              <a:defRPr sz="2800">
                <a:solidFill>
                  <a:schemeClr val="tx1"/>
                </a:solidFill>
                <a:latin typeface="Times New Roman" panose="02020603050405020304" pitchFamily="18" charset="0"/>
              </a:defRPr>
            </a:lvl3pPr>
            <a:lvl4pPr marL="1600200" indent="-228600" eaLnBrk="0" hangingPunct="0">
              <a:defRPr sz="2800">
                <a:solidFill>
                  <a:schemeClr val="tx1"/>
                </a:solidFill>
                <a:latin typeface="Times New Roman" panose="02020603050405020304" pitchFamily="18" charset="0"/>
              </a:defRPr>
            </a:lvl4pPr>
            <a:lvl5pPr marL="2057400" indent="-228600" eaLnBrk="0" hangingPunct="0">
              <a:defRPr sz="2800">
                <a:solidFill>
                  <a:schemeClr val="tx1"/>
                </a:solidFill>
                <a:latin typeface="Times New Roman" panose="02020603050405020304" pitchFamily="18" charset="0"/>
              </a:defRPr>
            </a:lvl5pPr>
            <a:lvl6pPr marL="2514600" indent="-228600" algn="just" eaLnBrk="0" fontAlgn="base" hangingPunct="0">
              <a:lnSpc>
                <a:spcPct val="90000"/>
              </a:lnSpc>
              <a:spcBef>
                <a:spcPct val="20000"/>
              </a:spcBef>
              <a:spcAft>
                <a:spcPct val="0"/>
              </a:spcAft>
              <a:buChar char="•"/>
              <a:defRPr sz="2800">
                <a:solidFill>
                  <a:schemeClr val="tx1"/>
                </a:solidFill>
                <a:latin typeface="Times New Roman" panose="02020603050405020304" pitchFamily="18" charset="0"/>
              </a:defRPr>
            </a:lvl6pPr>
            <a:lvl7pPr marL="2971800" indent="-228600" algn="just" eaLnBrk="0" fontAlgn="base" hangingPunct="0">
              <a:lnSpc>
                <a:spcPct val="90000"/>
              </a:lnSpc>
              <a:spcBef>
                <a:spcPct val="20000"/>
              </a:spcBef>
              <a:spcAft>
                <a:spcPct val="0"/>
              </a:spcAft>
              <a:buChar char="•"/>
              <a:defRPr sz="2800">
                <a:solidFill>
                  <a:schemeClr val="tx1"/>
                </a:solidFill>
                <a:latin typeface="Times New Roman" panose="02020603050405020304" pitchFamily="18" charset="0"/>
              </a:defRPr>
            </a:lvl7pPr>
            <a:lvl8pPr marL="3429000" indent="-228600" algn="just" eaLnBrk="0" fontAlgn="base" hangingPunct="0">
              <a:lnSpc>
                <a:spcPct val="90000"/>
              </a:lnSpc>
              <a:spcBef>
                <a:spcPct val="20000"/>
              </a:spcBef>
              <a:spcAft>
                <a:spcPct val="0"/>
              </a:spcAft>
              <a:buChar char="•"/>
              <a:defRPr sz="2800">
                <a:solidFill>
                  <a:schemeClr val="tx1"/>
                </a:solidFill>
                <a:latin typeface="Times New Roman" panose="02020603050405020304" pitchFamily="18" charset="0"/>
              </a:defRPr>
            </a:lvl8pPr>
            <a:lvl9pPr marL="3886200" indent="-228600" algn="just" eaLnBrk="0" fontAlgn="base" hangingPunct="0">
              <a:lnSpc>
                <a:spcPct val="90000"/>
              </a:lnSpc>
              <a:spcBef>
                <a:spcPct val="20000"/>
              </a:spcBef>
              <a:spcAft>
                <a:spcPct val="0"/>
              </a:spcAft>
              <a:buChar char="•"/>
              <a:defRPr sz="2800">
                <a:solidFill>
                  <a:schemeClr val="tx1"/>
                </a:solidFill>
                <a:latin typeface="Times New Roman" panose="02020603050405020304" pitchFamily="18" charset="0"/>
              </a:defRPr>
            </a:lvl9pPr>
          </a:lstStyle>
          <a:p>
            <a:pPr algn="l" eaLnBrk="1" hangingPunct="1">
              <a:lnSpc>
                <a:spcPct val="100000"/>
              </a:lnSpc>
              <a:spcBef>
                <a:spcPct val="0"/>
              </a:spcBef>
              <a:buFontTx/>
              <a:buNone/>
            </a:pPr>
            <a:r>
              <a:rPr lang="en-US" altLang="en-US" sz="4400" dirty="0">
                <a:solidFill>
                  <a:schemeClr val="bg1"/>
                </a:solidFill>
              </a:rPr>
              <a:t>Accessibility of base class member</a:t>
            </a:r>
          </a:p>
        </p:txBody>
      </p:sp>
      <p:pic>
        <p:nvPicPr>
          <p:cNvPr id="7" name="Content Placeholder 3">
            <a:extLst>
              <a:ext uri="{FF2B5EF4-FFF2-40B4-BE49-F238E27FC236}">
                <a16:creationId xmlns:a16="http://schemas.microsoft.com/office/drawing/2014/main" id="{77A591EF-C13D-47AD-BDEB-E602BBA97A92}"/>
              </a:ext>
            </a:extLst>
          </p:cNvPr>
          <p:cNvPicPr>
            <a:picLocks noChangeAspect="1"/>
          </p:cNvPicPr>
          <p:nvPr/>
        </p:nvPicPr>
        <p:blipFill>
          <a:blip r:embed="rId2"/>
          <a:stretch>
            <a:fillRect/>
          </a:stretch>
        </p:blipFill>
        <p:spPr>
          <a:xfrm>
            <a:off x="496878" y="1315822"/>
            <a:ext cx="11198244" cy="4423304"/>
          </a:xfrm>
          <a:prstGeom prst="rect">
            <a:avLst/>
          </a:prstGeom>
        </p:spPr>
      </p:pic>
    </p:spTree>
    <p:extLst>
      <p:ext uri="{BB962C8B-B14F-4D97-AF65-F5344CB8AC3E}">
        <p14:creationId xmlns:p14="http://schemas.microsoft.com/office/powerpoint/2010/main" val="1518315141"/>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C5D4573-85B0-4CF9-BD81-8BE072B37A9E}"/>
              </a:ext>
            </a:extLst>
          </p:cNvPr>
          <p:cNvSpPr>
            <a:spLocks noGrp="1"/>
          </p:cNvSpPr>
          <p:nvPr>
            <p:ph type="title"/>
          </p:nvPr>
        </p:nvSpPr>
        <p:spPr>
          <a:xfrm>
            <a:off x="838200" y="365126"/>
            <a:ext cx="10515600" cy="689952"/>
          </a:xfrm>
        </p:spPr>
        <p:txBody>
          <a:bodyPr>
            <a:normAutofit fontScale="90000"/>
          </a:bodyPr>
          <a:lstStyle/>
          <a:p>
            <a:r>
              <a:rPr lang="en-US" sz="4800" b="1" dirty="0">
                <a:solidFill>
                  <a:srgbClr val="FF00FF"/>
                </a:solidFill>
              </a:rPr>
              <a:t>Types of Inheritance</a:t>
            </a:r>
            <a:endParaRPr lang="en-IN" sz="4800" b="1" dirty="0">
              <a:solidFill>
                <a:srgbClr val="FF00FF"/>
              </a:solidFill>
            </a:endParaRPr>
          </a:p>
        </p:txBody>
      </p:sp>
      <p:pic>
        <p:nvPicPr>
          <p:cNvPr id="2050" name="Picture 2" descr="C++ Inheritance - javatpoint">
            <a:extLst>
              <a:ext uri="{FF2B5EF4-FFF2-40B4-BE49-F238E27FC236}">
                <a16:creationId xmlns:a16="http://schemas.microsoft.com/office/drawing/2014/main" id="{3816FBDE-B9D4-441A-B70F-7006D55205BF}"/>
              </a:ext>
            </a:extLst>
          </p:cNvPr>
          <p:cNvPicPr>
            <a:picLocks noGrp="1" noChangeAspect="1" noChangeArrowheads="1"/>
          </p:cNvPicPr>
          <p:nvPr>
            <p:ph idx="1"/>
          </p:nvPr>
        </p:nvPicPr>
        <p:blipFill>
          <a:blip r:embed="rId2">
            <a:extLst>
              <a:ext uri="{28A0092B-C50C-407E-A947-70E740481C1C}">
                <a14:useLocalDpi xmlns:a14="http://schemas.microsoft.com/office/drawing/2010/main" val="0"/>
              </a:ext>
            </a:extLst>
          </a:blip>
          <a:srcRect/>
          <a:stretch>
            <a:fillRect/>
          </a:stretch>
        </p:blipFill>
        <p:spPr bwMode="auto">
          <a:xfrm>
            <a:off x="2301767" y="1055078"/>
            <a:ext cx="7588465" cy="5219198"/>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306019681"/>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339" name="WordArt 16"/>
          <p:cNvSpPr>
            <a:spLocks noChangeArrowheads="1" noChangeShapeType="1" noTextEdit="1"/>
          </p:cNvSpPr>
          <p:nvPr/>
        </p:nvSpPr>
        <p:spPr bwMode="auto">
          <a:xfrm>
            <a:off x="3152336" y="195775"/>
            <a:ext cx="5486400" cy="647700"/>
          </a:xfrm>
          <a:prstGeom prst="rect">
            <a:avLst/>
          </a:prstGeom>
        </p:spPr>
        <p:txBody>
          <a:bodyPr wrap="none" fromWordArt="1">
            <a:prstTxWarp prst="textPlain">
              <a:avLst>
                <a:gd name="adj" fmla="val 50000"/>
              </a:avLst>
            </a:prstTxWarp>
          </a:bodyPr>
          <a:lstStyle/>
          <a:p>
            <a:pPr algn="ctr"/>
            <a:r>
              <a:rPr lang="en-IN" sz="3600" kern="10" dirty="0">
                <a:ln w="12700">
                  <a:solidFill>
                    <a:srgbClr val="EAEAEA"/>
                  </a:solidFill>
                  <a:round/>
                  <a:headEnd/>
                  <a:tailEnd/>
                </a:ln>
                <a:gradFill rotWithShape="1">
                  <a:gsLst>
                    <a:gs pos="0">
                      <a:srgbClr val="A603AB"/>
                    </a:gs>
                    <a:gs pos="12000">
                      <a:srgbClr val="E81766"/>
                    </a:gs>
                    <a:gs pos="27000">
                      <a:srgbClr val="EE3F17"/>
                    </a:gs>
                    <a:gs pos="48000">
                      <a:srgbClr val="FFFF00"/>
                    </a:gs>
                    <a:gs pos="64999">
                      <a:srgbClr val="1A8D48"/>
                    </a:gs>
                    <a:gs pos="78999">
                      <a:srgbClr val="0819FB"/>
                    </a:gs>
                    <a:gs pos="100000">
                      <a:srgbClr val="A603AB"/>
                    </a:gs>
                  </a:gsLst>
                  <a:lin ang="0" scaled="1"/>
                </a:gradFill>
                <a:effectLst>
                  <a:outerShdw dist="35921" dir="2700000" sy="50000" kx="2115830" algn="bl" rotWithShape="0">
                    <a:srgbClr val="C0C0C0">
                      <a:alpha val="79999"/>
                    </a:srgbClr>
                  </a:outerShdw>
                </a:effectLst>
                <a:latin typeface="Arial Black" panose="020B0A04020102020204" pitchFamily="34" charset="0"/>
              </a:rPr>
              <a:t>Types Of Inheritance</a:t>
            </a:r>
          </a:p>
        </p:txBody>
      </p:sp>
      <p:pic>
        <p:nvPicPr>
          <p:cNvPr id="3074" name="Picture 2" descr="Inheritance in C++ | Types of Inheritance - Simple Snippets">
            <a:extLst>
              <a:ext uri="{FF2B5EF4-FFF2-40B4-BE49-F238E27FC236}">
                <a16:creationId xmlns:a16="http://schemas.microsoft.com/office/drawing/2014/main" id="{2999687A-8375-4FC2-9CE1-F19F4C3029D7}"/>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364343" y="1000314"/>
            <a:ext cx="9463314" cy="5323114"/>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929770092"/>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362" name="Rectangle 2"/>
          <p:cNvSpPr>
            <a:spLocks noChangeArrowheads="1"/>
          </p:cNvSpPr>
          <p:nvPr/>
        </p:nvSpPr>
        <p:spPr bwMode="auto">
          <a:xfrm>
            <a:off x="1662114" y="312738"/>
            <a:ext cx="8929687" cy="18161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ctr">
            <a:spAutoFit/>
          </a:bodyPr>
          <a:lstStyle>
            <a:lvl1pPr eaLnBrk="0" hangingPunct="0">
              <a:defRPr>
                <a:solidFill>
                  <a:schemeClr val="tx1"/>
                </a:solidFill>
                <a:latin typeface="Arial" panose="020B0604020202020204" pitchFamily="34" charset="0"/>
                <a:cs typeface="Arial" panose="020B0604020202020204" pitchFamily="34" charset="0"/>
              </a:defRPr>
            </a:lvl1pPr>
            <a:lvl2pPr marL="742950" indent="-285750" eaLnBrk="0" hangingPunct="0">
              <a:defRPr>
                <a:solidFill>
                  <a:schemeClr val="tx1"/>
                </a:solidFill>
                <a:latin typeface="Arial" panose="020B0604020202020204" pitchFamily="34" charset="0"/>
                <a:cs typeface="Arial" panose="020B0604020202020204" pitchFamily="34" charset="0"/>
              </a:defRPr>
            </a:lvl2pPr>
            <a:lvl3pPr marL="1143000" indent="-228600" eaLnBrk="0" hangingPunct="0">
              <a:defRPr>
                <a:solidFill>
                  <a:schemeClr val="tx1"/>
                </a:solidFill>
                <a:latin typeface="Arial" panose="020B0604020202020204" pitchFamily="34" charset="0"/>
                <a:cs typeface="Arial" panose="020B0604020202020204" pitchFamily="34" charset="0"/>
              </a:defRPr>
            </a:lvl3pPr>
            <a:lvl4pPr marL="1600200" indent="-228600" eaLnBrk="0" hangingPunct="0">
              <a:defRPr>
                <a:solidFill>
                  <a:schemeClr val="tx1"/>
                </a:solidFill>
                <a:latin typeface="Arial" panose="020B0604020202020204" pitchFamily="34" charset="0"/>
                <a:cs typeface="Arial" panose="020B0604020202020204" pitchFamily="34" charset="0"/>
              </a:defRPr>
            </a:lvl4pPr>
            <a:lvl5pPr marL="2057400" indent="-228600" eaLnBrk="0" hangingPunct="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algn="ctr" eaLnBrk="1" hangingPunct="1"/>
            <a:r>
              <a:rPr lang="en-US" altLang="en-US" sz="3200" b="1" u="sng">
                <a:latin typeface="Times New Roman" panose="02020603050405020304" pitchFamily="18" charset="0"/>
                <a:cs typeface="Times New Roman" panose="02020603050405020304" pitchFamily="18" charset="0"/>
              </a:rPr>
              <a:t>Single Inheritance </a:t>
            </a:r>
          </a:p>
          <a:p>
            <a:pPr algn="ctr" eaLnBrk="1" hangingPunct="1"/>
            <a:endParaRPr lang="en-US" altLang="en-US" sz="3200" b="1" u="sng">
              <a:latin typeface="Times New Roman" panose="02020603050405020304" pitchFamily="18" charset="0"/>
              <a:cs typeface="Times New Roman" panose="02020603050405020304" pitchFamily="18" charset="0"/>
            </a:endParaRPr>
          </a:p>
          <a:p>
            <a:pPr algn="just" eaLnBrk="1" hangingPunct="1"/>
            <a:r>
              <a:rPr lang="en-US" altLang="en-US" sz="2400">
                <a:latin typeface="Times New Roman" panose="02020603050405020304" pitchFamily="18" charset="0"/>
                <a:cs typeface="Times New Roman" panose="02020603050405020304" pitchFamily="18" charset="0"/>
              </a:rPr>
              <a:t>A class can be derived from a single base class is called single inheritance</a:t>
            </a:r>
            <a:endParaRPr lang="en-US" altLang="en-US" sz="2400">
              <a:latin typeface="Times New Roman" panose="02020603050405020304" pitchFamily="18" charset="0"/>
            </a:endParaRPr>
          </a:p>
        </p:txBody>
      </p:sp>
      <p:grpSp>
        <p:nvGrpSpPr>
          <p:cNvPr id="15363" name="Group 3"/>
          <p:cNvGrpSpPr>
            <a:grpSpLocks/>
          </p:cNvGrpSpPr>
          <p:nvPr/>
        </p:nvGrpSpPr>
        <p:grpSpPr bwMode="auto">
          <a:xfrm>
            <a:off x="4724400" y="2362200"/>
            <a:ext cx="2514600" cy="2514600"/>
            <a:chOff x="1872" y="2016"/>
            <a:chExt cx="1584" cy="1584"/>
          </a:xfrm>
        </p:grpSpPr>
        <p:sp>
          <p:nvSpPr>
            <p:cNvPr id="15364" name="Text Box 4"/>
            <p:cNvSpPr txBox="1">
              <a:spLocks noChangeArrowheads="1"/>
            </p:cNvSpPr>
            <p:nvPr/>
          </p:nvSpPr>
          <p:spPr bwMode="auto">
            <a:xfrm>
              <a:off x="1872" y="2016"/>
              <a:ext cx="1584" cy="533"/>
            </a:xfrm>
            <a:prstGeom prst="rect">
              <a:avLst/>
            </a:prstGeom>
            <a:solidFill>
              <a:srgbClr val="FFFFFF"/>
            </a:solidFill>
            <a:ln w="28575">
              <a:solidFill>
                <a:srgbClr val="000000"/>
              </a:solidFill>
              <a:miter lim="800000"/>
              <a:headEnd/>
              <a:tailEnd/>
            </a:ln>
          </p:spPr>
          <p:txBody>
            <a:bodyPr/>
            <a:lstStyle>
              <a:lvl1pPr eaLnBrk="0" hangingPunct="0">
                <a:defRPr>
                  <a:solidFill>
                    <a:schemeClr val="tx1"/>
                  </a:solidFill>
                  <a:latin typeface="Arial" panose="020B0604020202020204" pitchFamily="34" charset="0"/>
                  <a:cs typeface="Arial" panose="020B0604020202020204" pitchFamily="34" charset="0"/>
                </a:defRPr>
              </a:lvl1pPr>
              <a:lvl2pPr marL="742950" indent="-285750" eaLnBrk="0" hangingPunct="0">
                <a:defRPr>
                  <a:solidFill>
                    <a:schemeClr val="tx1"/>
                  </a:solidFill>
                  <a:latin typeface="Arial" panose="020B0604020202020204" pitchFamily="34" charset="0"/>
                  <a:cs typeface="Arial" panose="020B0604020202020204" pitchFamily="34" charset="0"/>
                </a:defRPr>
              </a:lvl2pPr>
              <a:lvl3pPr marL="1143000" indent="-228600" eaLnBrk="0" hangingPunct="0">
                <a:defRPr>
                  <a:solidFill>
                    <a:schemeClr val="tx1"/>
                  </a:solidFill>
                  <a:latin typeface="Arial" panose="020B0604020202020204" pitchFamily="34" charset="0"/>
                  <a:cs typeface="Arial" panose="020B0604020202020204" pitchFamily="34" charset="0"/>
                </a:defRPr>
              </a:lvl3pPr>
              <a:lvl4pPr marL="1600200" indent="-228600" eaLnBrk="0" hangingPunct="0">
                <a:defRPr>
                  <a:solidFill>
                    <a:schemeClr val="tx1"/>
                  </a:solidFill>
                  <a:latin typeface="Arial" panose="020B0604020202020204" pitchFamily="34" charset="0"/>
                  <a:cs typeface="Arial" panose="020B0604020202020204" pitchFamily="34" charset="0"/>
                </a:defRPr>
              </a:lvl4pPr>
              <a:lvl5pPr marL="2057400" indent="-228600" eaLnBrk="0" hangingPunct="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algn="ctr"/>
              <a:r>
                <a:rPr lang="en-US" altLang="en-US" sz="3600" b="1">
                  <a:solidFill>
                    <a:srgbClr val="3333CC"/>
                  </a:solidFill>
                  <a:latin typeface="Times New Roman" panose="02020603050405020304" pitchFamily="18" charset="0"/>
                </a:rPr>
                <a:t>Person</a:t>
              </a:r>
            </a:p>
          </p:txBody>
        </p:sp>
        <p:sp>
          <p:nvSpPr>
            <p:cNvPr id="15365" name="Text Box 5"/>
            <p:cNvSpPr txBox="1">
              <a:spLocks noChangeArrowheads="1"/>
            </p:cNvSpPr>
            <p:nvPr/>
          </p:nvSpPr>
          <p:spPr bwMode="auto">
            <a:xfrm>
              <a:off x="1872" y="3067"/>
              <a:ext cx="1584" cy="533"/>
            </a:xfrm>
            <a:prstGeom prst="rect">
              <a:avLst/>
            </a:prstGeom>
            <a:solidFill>
              <a:srgbClr val="FFFFFF"/>
            </a:solidFill>
            <a:ln w="28575">
              <a:solidFill>
                <a:srgbClr val="000000"/>
              </a:solidFill>
              <a:miter lim="800000"/>
              <a:headEnd/>
              <a:tailEnd/>
            </a:ln>
          </p:spPr>
          <p:txBody>
            <a:bodyPr/>
            <a:lstStyle>
              <a:lvl1pPr eaLnBrk="0" hangingPunct="0">
                <a:defRPr>
                  <a:solidFill>
                    <a:schemeClr val="tx1"/>
                  </a:solidFill>
                  <a:latin typeface="Arial" panose="020B0604020202020204" pitchFamily="34" charset="0"/>
                  <a:cs typeface="Arial" panose="020B0604020202020204" pitchFamily="34" charset="0"/>
                </a:defRPr>
              </a:lvl1pPr>
              <a:lvl2pPr marL="742950" indent="-285750" eaLnBrk="0" hangingPunct="0">
                <a:defRPr>
                  <a:solidFill>
                    <a:schemeClr val="tx1"/>
                  </a:solidFill>
                  <a:latin typeface="Arial" panose="020B0604020202020204" pitchFamily="34" charset="0"/>
                  <a:cs typeface="Arial" panose="020B0604020202020204" pitchFamily="34" charset="0"/>
                </a:defRPr>
              </a:lvl2pPr>
              <a:lvl3pPr marL="1143000" indent="-228600" eaLnBrk="0" hangingPunct="0">
                <a:defRPr>
                  <a:solidFill>
                    <a:schemeClr val="tx1"/>
                  </a:solidFill>
                  <a:latin typeface="Arial" panose="020B0604020202020204" pitchFamily="34" charset="0"/>
                  <a:cs typeface="Arial" panose="020B0604020202020204" pitchFamily="34" charset="0"/>
                </a:defRPr>
              </a:lvl3pPr>
              <a:lvl4pPr marL="1600200" indent="-228600" eaLnBrk="0" hangingPunct="0">
                <a:defRPr>
                  <a:solidFill>
                    <a:schemeClr val="tx1"/>
                  </a:solidFill>
                  <a:latin typeface="Arial" panose="020B0604020202020204" pitchFamily="34" charset="0"/>
                  <a:cs typeface="Arial" panose="020B0604020202020204" pitchFamily="34" charset="0"/>
                </a:defRPr>
              </a:lvl4pPr>
              <a:lvl5pPr marL="2057400" indent="-228600" eaLnBrk="0" hangingPunct="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algn="ctr"/>
              <a:r>
                <a:rPr lang="en-US" altLang="en-US" sz="3200" b="1">
                  <a:solidFill>
                    <a:srgbClr val="3333CC"/>
                  </a:solidFill>
                  <a:latin typeface="Times New Roman" panose="02020603050405020304" pitchFamily="18" charset="0"/>
                </a:rPr>
                <a:t>Employee</a:t>
              </a:r>
              <a:endParaRPr lang="en-US" altLang="en-US" sz="4400" b="1">
                <a:solidFill>
                  <a:srgbClr val="3333CC"/>
                </a:solidFill>
                <a:latin typeface="Times New Roman" panose="02020603050405020304" pitchFamily="18" charset="0"/>
              </a:endParaRPr>
            </a:p>
          </p:txBody>
        </p:sp>
        <p:sp>
          <p:nvSpPr>
            <p:cNvPr id="14352" name="Line 6"/>
            <p:cNvSpPr>
              <a:spLocks noChangeShapeType="1"/>
            </p:cNvSpPr>
            <p:nvPr/>
          </p:nvSpPr>
          <p:spPr bwMode="auto">
            <a:xfrm>
              <a:off x="2592" y="2536"/>
              <a:ext cx="0" cy="533"/>
            </a:xfrm>
            <a:prstGeom prst="line">
              <a:avLst/>
            </a:prstGeom>
            <a:ln>
              <a:headEnd/>
              <a:tailEnd type="stealth" w="lg" len="lg"/>
            </a:ln>
          </p:spPr>
          <p:style>
            <a:lnRef idx="2">
              <a:schemeClr val="dk1"/>
            </a:lnRef>
            <a:fillRef idx="0">
              <a:schemeClr val="dk1"/>
            </a:fillRef>
            <a:effectRef idx="1">
              <a:schemeClr val="dk1"/>
            </a:effectRef>
            <a:fontRef idx="minor">
              <a:schemeClr val="tx1"/>
            </a:fontRef>
          </p:style>
          <p:txBody>
            <a:bodyPr/>
            <a:lstStyle/>
            <a:p>
              <a:pPr>
                <a:defRPr/>
              </a:pPr>
              <a:endParaRPr lang="en-US"/>
            </a:p>
          </p:txBody>
        </p:sp>
      </p:grpSp>
    </p:spTree>
    <p:extLst>
      <p:ext uri="{BB962C8B-B14F-4D97-AF65-F5344CB8AC3E}">
        <p14:creationId xmlns:p14="http://schemas.microsoft.com/office/powerpoint/2010/main" val="702867111"/>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Box 3">
            <a:extLst>
              <a:ext uri="{FF2B5EF4-FFF2-40B4-BE49-F238E27FC236}">
                <a16:creationId xmlns:a16="http://schemas.microsoft.com/office/drawing/2014/main" id="{988AD3B7-7BBD-42EE-ACB1-8D5D2984BB08}"/>
              </a:ext>
            </a:extLst>
          </p:cNvPr>
          <p:cNvSpPr txBox="1"/>
          <p:nvPr/>
        </p:nvSpPr>
        <p:spPr>
          <a:xfrm>
            <a:off x="379828" y="225083"/>
            <a:ext cx="4994030" cy="6463308"/>
          </a:xfrm>
          <a:prstGeom prst="rect">
            <a:avLst/>
          </a:prstGeom>
          <a:noFill/>
        </p:spPr>
        <p:txBody>
          <a:bodyPr wrap="square">
            <a:spAutoFit/>
          </a:bodyPr>
          <a:lstStyle/>
          <a:p>
            <a:r>
              <a:rPr lang="en-US" dirty="0"/>
              <a:t>class Parent</a:t>
            </a:r>
          </a:p>
          <a:p>
            <a:r>
              <a:rPr lang="en-US" dirty="0"/>
              <a:t>{</a:t>
            </a:r>
          </a:p>
          <a:p>
            <a:r>
              <a:rPr lang="en-US" dirty="0"/>
              <a:t>  public:</a:t>
            </a:r>
          </a:p>
          <a:p>
            <a:r>
              <a:rPr lang="en-US" dirty="0"/>
              <a:t>    int </a:t>
            </a:r>
            <a:r>
              <a:rPr lang="en-US" dirty="0" err="1"/>
              <a:t>id_p</a:t>
            </a:r>
            <a:r>
              <a:rPr lang="en-US" dirty="0"/>
              <a:t>;</a:t>
            </a:r>
          </a:p>
          <a:p>
            <a:r>
              <a:rPr lang="en-US" dirty="0"/>
              <a:t>};</a:t>
            </a:r>
          </a:p>
          <a:p>
            <a:r>
              <a:rPr lang="en-US" dirty="0"/>
              <a:t>  // Sub class inheriting from Base Class(Parent)</a:t>
            </a:r>
          </a:p>
          <a:p>
            <a:r>
              <a:rPr lang="en-US" dirty="0"/>
              <a:t>class Child : public Parent</a:t>
            </a:r>
          </a:p>
          <a:p>
            <a:r>
              <a:rPr lang="en-US" dirty="0"/>
              <a:t>{</a:t>
            </a:r>
          </a:p>
          <a:p>
            <a:r>
              <a:rPr lang="en-US" dirty="0"/>
              <a:t>  public:</a:t>
            </a:r>
          </a:p>
          <a:p>
            <a:r>
              <a:rPr lang="en-US" dirty="0"/>
              <a:t>    int </a:t>
            </a:r>
            <a:r>
              <a:rPr lang="en-US" dirty="0" err="1"/>
              <a:t>id_c</a:t>
            </a:r>
            <a:r>
              <a:rPr lang="en-US" dirty="0"/>
              <a:t>;</a:t>
            </a:r>
          </a:p>
          <a:p>
            <a:r>
              <a:rPr lang="en-US" dirty="0"/>
              <a:t>};</a:t>
            </a:r>
          </a:p>
          <a:p>
            <a:r>
              <a:rPr lang="en-US" dirty="0"/>
              <a:t>int main()</a:t>
            </a:r>
          </a:p>
          <a:p>
            <a:r>
              <a:rPr lang="en-US" dirty="0"/>
              <a:t>{</a:t>
            </a:r>
          </a:p>
          <a:p>
            <a:r>
              <a:rPr lang="en-US" dirty="0"/>
              <a:t>    Child obj1;</a:t>
            </a:r>
          </a:p>
          <a:p>
            <a:r>
              <a:rPr lang="en-US" dirty="0"/>
              <a:t>          </a:t>
            </a:r>
          </a:p>
          <a:p>
            <a:r>
              <a:rPr lang="en-US" dirty="0"/>
              <a:t>    // An object of class child has all data members</a:t>
            </a:r>
          </a:p>
          <a:p>
            <a:r>
              <a:rPr lang="en-US" dirty="0"/>
              <a:t>    // and member functions of class parent</a:t>
            </a:r>
          </a:p>
          <a:p>
            <a:r>
              <a:rPr lang="en-US" dirty="0"/>
              <a:t>    obj1.id_c = 7;</a:t>
            </a:r>
          </a:p>
          <a:p>
            <a:r>
              <a:rPr lang="en-US" dirty="0"/>
              <a:t>    obj1.id_p = 91;</a:t>
            </a:r>
          </a:p>
          <a:p>
            <a:r>
              <a:rPr lang="en-US" dirty="0"/>
              <a:t>    </a:t>
            </a:r>
            <a:r>
              <a:rPr lang="en-US" dirty="0" err="1"/>
              <a:t>cout</a:t>
            </a:r>
            <a:r>
              <a:rPr lang="en-US" dirty="0"/>
              <a:t> &lt;&lt; "Child id is: " &lt;&lt;  obj1.id_c &lt;&lt; '\n';</a:t>
            </a:r>
          </a:p>
          <a:p>
            <a:r>
              <a:rPr lang="en-US" dirty="0"/>
              <a:t>    </a:t>
            </a:r>
            <a:r>
              <a:rPr lang="en-US" dirty="0" err="1"/>
              <a:t>cout</a:t>
            </a:r>
            <a:r>
              <a:rPr lang="en-US" dirty="0"/>
              <a:t> &lt;&lt; "Parent id is: " &lt;&lt;  obj1.id_p &lt;&lt; '\n';</a:t>
            </a:r>
          </a:p>
          <a:p>
            <a:r>
              <a:rPr lang="en-US" dirty="0"/>
              <a:t>    return 0;</a:t>
            </a:r>
          </a:p>
          <a:p>
            <a:r>
              <a:rPr lang="en-US" dirty="0"/>
              <a:t>}</a:t>
            </a:r>
            <a:endParaRPr lang="en-IN" dirty="0"/>
          </a:p>
        </p:txBody>
      </p:sp>
      <p:sp>
        <p:nvSpPr>
          <p:cNvPr id="6" name="TextBox 5">
            <a:extLst>
              <a:ext uri="{FF2B5EF4-FFF2-40B4-BE49-F238E27FC236}">
                <a16:creationId xmlns:a16="http://schemas.microsoft.com/office/drawing/2014/main" id="{0AA85A4A-4FC5-4AA3-AAE0-BED52E0AD025}"/>
              </a:ext>
            </a:extLst>
          </p:cNvPr>
          <p:cNvSpPr txBox="1"/>
          <p:nvPr/>
        </p:nvSpPr>
        <p:spPr>
          <a:xfrm>
            <a:off x="6931855" y="1444507"/>
            <a:ext cx="2732650" cy="1200329"/>
          </a:xfrm>
          <a:prstGeom prst="rect">
            <a:avLst/>
          </a:prstGeom>
          <a:noFill/>
        </p:spPr>
        <p:txBody>
          <a:bodyPr wrap="square">
            <a:spAutoFit/>
          </a:bodyPr>
          <a:lstStyle/>
          <a:p>
            <a:r>
              <a:rPr lang="en-US" b="1" dirty="0">
                <a:solidFill>
                  <a:srgbClr val="FF0000"/>
                </a:solidFill>
              </a:rPr>
              <a:t>Output :</a:t>
            </a:r>
          </a:p>
          <a:p>
            <a:endParaRPr lang="en-US" dirty="0"/>
          </a:p>
          <a:p>
            <a:r>
              <a:rPr lang="en-US" dirty="0"/>
              <a:t>Child id is 7</a:t>
            </a:r>
          </a:p>
          <a:p>
            <a:r>
              <a:rPr lang="en-US" dirty="0"/>
              <a:t>Parent id is 91</a:t>
            </a:r>
            <a:endParaRPr lang="en-IN" dirty="0"/>
          </a:p>
        </p:txBody>
      </p:sp>
    </p:spTree>
    <p:extLst>
      <p:ext uri="{BB962C8B-B14F-4D97-AF65-F5344CB8AC3E}">
        <p14:creationId xmlns:p14="http://schemas.microsoft.com/office/powerpoint/2010/main" val="3282001568"/>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6386" name="Picture 4"/>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835856" y="210343"/>
            <a:ext cx="4953000" cy="64373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3" name="Picture 2">
            <a:extLst>
              <a:ext uri="{FF2B5EF4-FFF2-40B4-BE49-F238E27FC236}">
                <a16:creationId xmlns:a16="http://schemas.microsoft.com/office/drawing/2014/main" id="{DD3CCD3D-BDD7-42FA-BD04-4354E3497C4E}"/>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5788856" y="332935"/>
            <a:ext cx="5842000" cy="51054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extLst>
      <p:ext uri="{BB962C8B-B14F-4D97-AF65-F5344CB8AC3E}">
        <p14:creationId xmlns:p14="http://schemas.microsoft.com/office/powerpoint/2010/main" val="728483008"/>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4578" name="Rectangle 11"/>
          <p:cNvSpPr>
            <a:spLocks noChangeArrowheads="1"/>
          </p:cNvSpPr>
          <p:nvPr/>
        </p:nvSpPr>
        <p:spPr bwMode="auto">
          <a:xfrm>
            <a:off x="3733800" y="381001"/>
            <a:ext cx="4114800" cy="5238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ctr">
            <a:spAutoFit/>
          </a:bodyPr>
          <a:lstStyle>
            <a:lvl1pPr eaLnBrk="0" hangingPunct="0">
              <a:defRPr>
                <a:solidFill>
                  <a:schemeClr val="tx1"/>
                </a:solidFill>
                <a:latin typeface="Arial" panose="020B0604020202020204" pitchFamily="34" charset="0"/>
                <a:cs typeface="Arial" panose="020B0604020202020204" pitchFamily="34" charset="0"/>
              </a:defRPr>
            </a:lvl1pPr>
            <a:lvl2pPr marL="742950" indent="-285750" eaLnBrk="0" hangingPunct="0">
              <a:defRPr>
                <a:solidFill>
                  <a:schemeClr val="tx1"/>
                </a:solidFill>
                <a:latin typeface="Arial" panose="020B0604020202020204" pitchFamily="34" charset="0"/>
                <a:cs typeface="Arial" panose="020B0604020202020204" pitchFamily="34" charset="0"/>
              </a:defRPr>
            </a:lvl2pPr>
            <a:lvl3pPr marL="1143000" indent="-228600" eaLnBrk="0" hangingPunct="0">
              <a:defRPr>
                <a:solidFill>
                  <a:schemeClr val="tx1"/>
                </a:solidFill>
                <a:latin typeface="Arial" panose="020B0604020202020204" pitchFamily="34" charset="0"/>
                <a:cs typeface="Arial" panose="020B0604020202020204" pitchFamily="34" charset="0"/>
              </a:defRPr>
            </a:lvl3pPr>
            <a:lvl4pPr marL="1600200" indent="-228600" eaLnBrk="0" hangingPunct="0">
              <a:defRPr>
                <a:solidFill>
                  <a:schemeClr val="tx1"/>
                </a:solidFill>
                <a:latin typeface="Arial" panose="020B0604020202020204" pitchFamily="34" charset="0"/>
                <a:cs typeface="Arial" panose="020B0604020202020204" pitchFamily="34" charset="0"/>
              </a:defRPr>
            </a:lvl4pPr>
            <a:lvl5pPr marL="2057400" indent="-228600" eaLnBrk="0" hangingPunct="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algn="ctr" eaLnBrk="1" hangingPunct="1"/>
            <a:r>
              <a:rPr lang="en-US" altLang="en-US" sz="2800" b="1">
                <a:solidFill>
                  <a:srgbClr val="000066"/>
                </a:solidFill>
                <a:latin typeface="Lucida Sans Unicode" panose="020B0602030504020204" pitchFamily="34" charset="0"/>
              </a:rPr>
              <a:t>Multilevel Inheritance</a:t>
            </a:r>
          </a:p>
        </p:txBody>
      </p:sp>
      <p:grpSp>
        <p:nvGrpSpPr>
          <p:cNvPr id="24579" name="Group 19"/>
          <p:cNvGrpSpPr>
            <a:grpSpLocks/>
          </p:cNvGrpSpPr>
          <p:nvPr/>
        </p:nvGrpSpPr>
        <p:grpSpPr bwMode="auto">
          <a:xfrm>
            <a:off x="2438401" y="2354264"/>
            <a:ext cx="3198813" cy="3055937"/>
            <a:chOff x="914400" y="1752600"/>
            <a:chExt cx="3198813" cy="3055938"/>
          </a:xfrm>
        </p:grpSpPr>
        <p:grpSp>
          <p:nvGrpSpPr>
            <p:cNvPr id="24587" name="Group 2"/>
            <p:cNvGrpSpPr>
              <a:grpSpLocks/>
            </p:cNvGrpSpPr>
            <p:nvPr/>
          </p:nvGrpSpPr>
          <p:grpSpPr bwMode="auto">
            <a:xfrm>
              <a:off x="914400" y="1752600"/>
              <a:ext cx="3198813" cy="3055938"/>
              <a:chOff x="432" y="1152"/>
              <a:chExt cx="2015" cy="1925"/>
            </a:xfrm>
          </p:grpSpPr>
          <p:sp>
            <p:nvSpPr>
              <p:cNvPr id="24589" name="Rectangle 3"/>
              <p:cNvSpPr>
                <a:spLocks noChangeArrowheads="1"/>
              </p:cNvSpPr>
              <p:nvPr/>
            </p:nvSpPr>
            <p:spPr bwMode="auto">
              <a:xfrm>
                <a:off x="465" y="1152"/>
                <a:ext cx="1982" cy="424"/>
              </a:xfrm>
              <a:prstGeom prst="rect">
                <a:avLst/>
              </a:prstGeom>
              <a:solidFill>
                <a:srgbClr val="C5C5FF"/>
              </a:solidFill>
              <a:ln w="9525" cap="sq">
                <a:solidFill>
                  <a:srgbClr val="000000"/>
                </a:solidFill>
                <a:miter lim="800000"/>
                <a:headEnd/>
                <a:tailEnd/>
              </a:ln>
            </p:spPr>
            <p:txBody>
              <a:bodyPr wrap="none" anchor="ctr"/>
              <a:lstStyle>
                <a:lvl1pPr eaLnBrk="0" hangingPunct="0">
                  <a:defRPr>
                    <a:solidFill>
                      <a:schemeClr val="tx1"/>
                    </a:solidFill>
                    <a:latin typeface="Arial" panose="020B0604020202020204" pitchFamily="34" charset="0"/>
                    <a:cs typeface="Arial" panose="020B0604020202020204" pitchFamily="34" charset="0"/>
                  </a:defRPr>
                </a:lvl1pPr>
                <a:lvl2pPr marL="742950" indent="-285750" eaLnBrk="0" hangingPunct="0">
                  <a:defRPr>
                    <a:solidFill>
                      <a:schemeClr val="tx1"/>
                    </a:solidFill>
                    <a:latin typeface="Arial" panose="020B0604020202020204" pitchFamily="34" charset="0"/>
                    <a:cs typeface="Arial" panose="020B0604020202020204" pitchFamily="34" charset="0"/>
                  </a:defRPr>
                </a:lvl2pPr>
                <a:lvl3pPr marL="1143000" indent="-228600" eaLnBrk="0" hangingPunct="0">
                  <a:defRPr>
                    <a:solidFill>
                      <a:schemeClr val="tx1"/>
                    </a:solidFill>
                    <a:latin typeface="Arial" panose="020B0604020202020204" pitchFamily="34" charset="0"/>
                    <a:cs typeface="Arial" panose="020B0604020202020204" pitchFamily="34" charset="0"/>
                  </a:defRPr>
                </a:lvl3pPr>
                <a:lvl4pPr marL="1600200" indent="-228600" eaLnBrk="0" hangingPunct="0">
                  <a:defRPr>
                    <a:solidFill>
                      <a:schemeClr val="tx1"/>
                    </a:solidFill>
                    <a:latin typeface="Arial" panose="020B0604020202020204" pitchFamily="34" charset="0"/>
                    <a:cs typeface="Arial" panose="020B0604020202020204" pitchFamily="34" charset="0"/>
                  </a:defRPr>
                </a:lvl4pPr>
                <a:lvl5pPr marL="2057400" indent="-228600" eaLnBrk="0" hangingPunct="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eaLnBrk="1" hangingPunct="1"/>
                <a:endParaRPr lang="en-US" altLang="en-US">
                  <a:latin typeface="Lucida Sans Unicode" panose="020B0602030504020204" pitchFamily="34" charset="0"/>
                </a:endParaRPr>
              </a:p>
            </p:txBody>
          </p:sp>
          <p:sp>
            <p:nvSpPr>
              <p:cNvPr id="24590" name="Rectangle 4"/>
              <p:cNvSpPr>
                <a:spLocks noChangeArrowheads="1"/>
              </p:cNvSpPr>
              <p:nvPr/>
            </p:nvSpPr>
            <p:spPr bwMode="auto">
              <a:xfrm>
                <a:off x="432" y="2653"/>
                <a:ext cx="1982" cy="424"/>
              </a:xfrm>
              <a:prstGeom prst="rect">
                <a:avLst/>
              </a:prstGeom>
              <a:solidFill>
                <a:srgbClr val="80D212"/>
              </a:solidFill>
              <a:ln w="9525" cap="sq">
                <a:solidFill>
                  <a:srgbClr val="000000"/>
                </a:solidFill>
                <a:miter lim="800000"/>
                <a:headEnd/>
                <a:tailEnd/>
              </a:ln>
            </p:spPr>
            <p:txBody>
              <a:bodyPr wrap="none" anchor="ctr"/>
              <a:lstStyle>
                <a:lvl1pPr eaLnBrk="0" hangingPunct="0">
                  <a:defRPr>
                    <a:solidFill>
                      <a:schemeClr val="tx1"/>
                    </a:solidFill>
                    <a:latin typeface="Arial" panose="020B0604020202020204" pitchFamily="34" charset="0"/>
                    <a:cs typeface="Arial" panose="020B0604020202020204" pitchFamily="34" charset="0"/>
                  </a:defRPr>
                </a:lvl1pPr>
                <a:lvl2pPr marL="742950" indent="-285750" eaLnBrk="0" hangingPunct="0">
                  <a:defRPr>
                    <a:solidFill>
                      <a:schemeClr val="tx1"/>
                    </a:solidFill>
                    <a:latin typeface="Arial" panose="020B0604020202020204" pitchFamily="34" charset="0"/>
                    <a:cs typeface="Arial" panose="020B0604020202020204" pitchFamily="34" charset="0"/>
                  </a:defRPr>
                </a:lvl2pPr>
                <a:lvl3pPr marL="1143000" indent="-228600" eaLnBrk="0" hangingPunct="0">
                  <a:defRPr>
                    <a:solidFill>
                      <a:schemeClr val="tx1"/>
                    </a:solidFill>
                    <a:latin typeface="Arial" panose="020B0604020202020204" pitchFamily="34" charset="0"/>
                    <a:cs typeface="Arial" panose="020B0604020202020204" pitchFamily="34" charset="0"/>
                  </a:defRPr>
                </a:lvl3pPr>
                <a:lvl4pPr marL="1600200" indent="-228600" eaLnBrk="0" hangingPunct="0">
                  <a:defRPr>
                    <a:solidFill>
                      <a:schemeClr val="tx1"/>
                    </a:solidFill>
                    <a:latin typeface="Arial" panose="020B0604020202020204" pitchFamily="34" charset="0"/>
                    <a:cs typeface="Arial" panose="020B0604020202020204" pitchFamily="34" charset="0"/>
                  </a:defRPr>
                </a:lvl4pPr>
                <a:lvl5pPr marL="2057400" indent="-228600" eaLnBrk="0" hangingPunct="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eaLnBrk="1" hangingPunct="1"/>
                <a:endParaRPr lang="en-US" altLang="en-US">
                  <a:latin typeface="Lucida Sans Unicode" panose="020B0602030504020204" pitchFamily="34" charset="0"/>
                </a:endParaRPr>
              </a:p>
            </p:txBody>
          </p:sp>
          <p:sp>
            <p:nvSpPr>
              <p:cNvPr id="24591" name="Rectangle 5"/>
              <p:cNvSpPr>
                <a:spLocks noChangeArrowheads="1"/>
              </p:cNvSpPr>
              <p:nvPr/>
            </p:nvSpPr>
            <p:spPr bwMode="auto">
              <a:xfrm>
                <a:off x="465" y="1907"/>
                <a:ext cx="1982" cy="424"/>
              </a:xfrm>
              <a:prstGeom prst="rect">
                <a:avLst/>
              </a:prstGeom>
              <a:solidFill>
                <a:srgbClr val="FBF6C9"/>
              </a:solidFill>
              <a:ln w="9525" cap="sq">
                <a:solidFill>
                  <a:srgbClr val="000000"/>
                </a:solidFill>
                <a:miter lim="800000"/>
                <a:headEnd/>
                <a:tailEnd/>
              </a:ln>
            </p:spPr>
            <p:txBody>
              <a:bodyPr wrap="none" anchor="ctr"/>
              <a:lstStyle>
                <a:lvl1pPr eaLnBrk="0" hangingPunct="0">
                  <a:defRPr>
                    <a:solidFill>
                      <a:schemeClr val="tx1"/>
                    </a:solidFill>
                    <a:latin typeface="Arial" panose="020B0604020202020204" pitchFamily="34" charset="0"/>
                    <a:cs typeface="Arial" panose="020B0604020202020204" pitchFamily="34" charset="0"/>
                  </a:defRPr>
                </a:lvl1pPr>
                <a:lvl2pPr marL="742950" indent="-285750" eaLnBrk="0" hangingPunct="0">
                  <a:defRPr>
                    <a:solidFill>
                      <a:schemeClr val="tx1"/>
                    </a:solidFill>
                    <a:latin typeface="Arial" panose="020B0604020202020204" pitchFamily="34" charset="0"/>
                    <a:cs typeface="Arial" panose="020B0604020202020204" pitchFamily="34" charset="0"/>
                  </a:defRPr>
                </a:lvl2pPr>
                <a:lvl3pPr marL="1143000" indent="-228600" eaLnBrk="0" hangingPunct="0">
                  <a:defRPr>
                    <a:solidFill>
                      <a:schemeClr val="tx1"/>
                    </a:solidFill>
                    <a:latin typeface="Arial" panose="020B0604020202020204" pitchFamily="34" charset="0"/>
                    <a:cs typeface="Arial" panose="020B0604020202020204" pitchFamily="34" charset="0"/>
                  </a:defRPr>
                </a:lvl3pPr>
                <a:lvl4pPr marL="1600200" indent="-228600" eaLnBrk="0" hangingPunct="0">
                  <a:defRPr>
                    <a:solidFill>
                      <a:schemeClr val="tx1"/>
                    </a:solidFill>
                    <a:latin typeface="Arial" panose="020B0604020202020204" pitchFamily="34" charset="0"/>
                    <a:cs typeface="Arial" panose="020B0604020202020204" pitchFamily="34" charset="0"/>
                  </a:defRPr>
                </a:lvl4pPr>
                <a:lvl5pPr marL="2057400" indent="-228600" eaLnBrk="0" hangingPunct="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eaLnBrk="1" hangingPunct="1"/>
                <a:endParaRPr lang="en-US" altLang="en-US">
                  <a:latin typeface="Lucida Sans Unicode" panose="020B0602030504020204" pitchFamily="34" charset="0"/>
                </a:endParaRPr>
              </a:p>
            </p:txBody>
          </p:sp>
          <p:sp>
            <p:nvSpPr>
              <p:cNvPr id="24592" name="Line 6"/>
              <p:cNvSpPr>
                <a:spLocks noChangeShapeType="1"/>
              </p:cNvSpPr>
              <p:nvPr/>
            </p:nvSpPr>
            <p:spPr bwMode="auto">
              <a:xfrm>
                <a:off x="1422" y="1576"/>
                <a:ext cx="0" cy="331"/>
              </a:xfrm>
              <a:prstGeom prst="line">
                <a:avLst/>
              </a:prstGeom>
              <a:noFill/>
              <a:ln w="38100" cap="sq">
                <a:solidFill>
                  <a:srgbClr val="000000"/>
                </a:solidFill>
                <a:round/>
                <a:headEnd/>
                <a:tailEnd type="triangle" w="med" len="med"/>
              </a:ln>
              <a:extLst>
                <a:ext uri="{909E8E84-426E-40DD-AFC4-6F175D3DCCD1}">
                  <a14:hiddenFill xmlns:a14="http://schemas.microsoft.com/office/drawing/2010/main">
                    <a:noFill/>
                  </a14:hiddenFill>
                </a:ext>
              </a:extLst>
            </p:spPr>
            <p:txBody>
              <a:bodyPr/>
              <a:lstStyle/>
              <a:p>
                <a:endParaRPr lang="en-IN"/>
              </a:p>
            </p:txBody>
          </p:sp>
          <p:sp>
            <p:nvSpPr>
              <p:cNvPr id="18441" name="Text Box 8"/>
              <p:cNvSpPr txBox="1">
                <a:spLocks noChangeArrowheads="1"/>
              </p:cNvSpPr>
              <p:nvPr/>
            </p:nvSpPr>
            <p:spPr bwMode="auto">
              <a:xfrm>
                <a:off x="533" y="1200"/>
                <a:ext cx="1846" cy="273"/>
              </a:xfrm>
              <a:prstGeom prst="rect">
                <a:avLst/>
              </a:prstGeom>
              <a:noFill/>
              <a:ln w="9525" cap="sq">
                <a:noFill/>
                <a:miter lim="800000"/>
                <a:headEnd/>
                <a:tailEnd/>
              </a:ln>
            </p:spPr>
            <p:txBody>
              <a:bodyPr lIns="64008" tIns="32004" rIns="64008" bIns="32004">
                <a:spAutoFit/>
              </a:bodyPr>
              <a:lstStyle/>
              <a:p>
                <a:pPr algn="ctr" eaLnBrk="0" hangingPunct="0">
                  <a:defRPr/>
                </a:pPr>
                <a:r>
                  <a:rPr lang="en-US" sz="2400" b="1" dirty="0">
                    <a:solidFill>
                      <a:schemeClr val="accent6">
                        <a:lumMod val="75000"/>
                      </a:schemeClr>
                    </a:solidFill>
                    <a:latin typeface="Verdana" pitchFamily="34" charset="0"/>
                    <a:cs typeface="Arial" charset="0"/>
                  </a:rPr>
                  <a:t>Vehicle</a:t>
                </a:r>
              </a:p>
            </p:txBody>
          </p:sp>
          <p:sp>
            <p:nvSpPr>
              <p:cNvPr id="18442" name="Text Box 9"/>
              <p:cNvSpPr txBox="1">
                <a:spLocks noChangeArrowheads="1"/>
              </p:cNvSpPr>
              <p:nvPr/>
            </p:nvSpPr>
            <p:spPr bwMode="auto">
              <a:xfrm>
                <a:off x="533" y="1953"/>
                <a:ext cx="1846" cy="273"/>
              </a:xfrm>
              <a:prstGeom prst="rect">
                <a:avLst/>
              </a:prstGeom>
              <a:noFill/>
              <a:ln w="9525" cap="sq">
                <a:noFill/>
                <a:miter lim="800000"/>
                <a:headEnd/>
                <a:tailEnd/>
              </a:ln>
            </p:spPr>
            <p:txBody>
              <a:bodyPr lIns="64008" tIns="32004" rIns="64008" bIns="32004">
                <a:spAutoFit/>
              </a:bodyPr>
              <a:lstStyle/>
              <a:p>
                <a:pPr algn="ctr" eaLnBrk="0" hangingPunct="0">
                  <a:defRPr/>
                </a:pPr>
                <a:r>
                  <a:rPr lang="en-US" sz="2400" b="1" dirty="0">
                    <a:solidFill>
                      <a:schemeClr val="accent6">
                        <a:lumMod val="75000"/>
                      </a:schemeClr>
                    </a:solidFill>
                    <a:latin typeface="Verdana" pitchFamily="34" charset="0"/>
                    <a:cs typeface="Arial" charset="0"/>
                  </a:rPr>
                  <a:t>Car</a:t>
                </a:r>
              </a:p>
            </p:txBody>
          </p:sp>
          <p:sp>
            <p:nvSpPr>
              <p:cNvPr id="18443" name="Text Box 10"/>
              <p:cNvSpPr txBox="1">
                <a:spLocks noChangeArrowheads="1"/>
              </p:cNvSpPr>
              <p:nvPr/>
            </p:nvSpPr>
            <p:spPr bwMode="auto">
              <a:xfrm>
                <a:off x="506" y="2716"/>
                <a:ext cx="1846" cy="273"/>
              </a:xfrm>
              <a:prstGeom prst="rect">
                <a:avLst/>
              </a:prstGeom>
              <a:noFill/>
              <a:ln w="9525" cap="sq">
                <a:noFill/>
                <a:miter lim="800000"/>
                <a:headEnd/>
                <a:tailEnd/>
              </a:ln>
            </p:spPr>
            <p:txBody>
              <a:bodyPr lIns="64008" tIns="32004" rIns="64008" bIns="32004">
                <a:spAutoFit/>
              </a:bodyPr>
              <a:lstStyle/>
              <a:p>
                <a:pPr algn="ctr" eaLnBrk="0" hangingPunct="0">
                  <a:defRPr/>
                </a:pPr>
                <a:r>
                  <a:rPr lang="en-US" sz="2400" b="1" dirty="0">
                    <a:solidFill>
                      <a:schemeClr val="accent6">
                        <a:lumMod val="75000"/>
                      </a:schemeClr>
                    </a:solidFill>
                    <a:latin typeface="Verdana" pitchFamily="34" charset="0"/>
                    <a:cs typeface="Arial" charset="0"/>
                  </a:rPr>
                  <a:t>Racing car</a:t>
                </a:r>
              </a:p>
            </p:txBody>
          </p:sp>
        </p:grpSp>
        <p:sp>
          <p:nvSpPr>
            <p:cNvPr id="24588" name="Line 6"/>
            <p:cNvSpPr>
              <a:spLocks noChangeShapeType="1"/>
            </p:cNvSpPr>
            <p:nvPr/>
          </p:nvSpPr>
          <p:spPr bwMode="auto">
            <a:xfrm>
              <a:off x="2514600" y="3665538"/>
              <a:ext cx="0" cy="525462"/>
            </a:xfrm>
            <a:prstGeom prst="line">
              <a:avLst/>
            </a:prstGeom>
            <a:noFill/>
            <a:ln w="38100" cap="sq">
              <a:solidFill>
                <a:srgbClr val="000000"/>
              </a:solidFill>
              <a:round/>
              <a:headEnd/>
              <a:tailEnd type="triangle" w="med" len="med"/>
            </a:ln>
            <a:extLst>
              <a:ext uri="{909E8E84-426E-40DD-AFC4-6F175D3DCCD1}">
                <a14:hiddenFill xmlns:a14="http://schemas.microsoft.com/office/drawing/2010/main">
                  <a:noFill/>
                </a14:hiddenFill>
              </a:ext>
            </a:extLst>
          </p:spPr>
          <p:txBody>
            <a:bodyPr/>
            <a:lstStyle/>
            <a:p>
              <a:endParaRPr lang="en-IN"/>
            </a:p>
          </p:txBody>
        </p:sp>
      </p:grpSp>
      <p:grpSp>
        <p:nvGrpSpPr>
          <p:cNvPr id="24580" name="Group 18"/>
          <p:cNvGrpSpPr>
            <a:grpSpLocks/>
          </p:cNvGrpSpPr>
          <p:nvPr/>
        </p:nvGrpSpPr>
        <p:grpSpPr bwMode="auto">
          <a:xfrm>
            <a:off x="6858000" y="2286000"/>
            <a:ext cx="2057400" cy="3429000"/>
            <a:chOff x="5334000" y="1676400"/>
            <a:chExt cx="2057400" cy="3429000"/>
          </a:xfrm>
        </p:grpSpPr>
        <p:sp>
          <p:nvSpPr>
            <p:cNvPr id="24582" name="Text Box 4"/>
            <p:cNvSpPr txBox="1">
              <a:spLocks noChangeArrowheads="1"/>
            </p:cNvSpPr>
            <p:nvPr/>
          </p:nvSpPr>
          <p:spPr bwMode="auto">
            <a:xfrm>
              <a:off x="5334000" y="1676400"/>
              <a:ext cx="2057400" cy="692294"/>
            </a:xfrm>
            <a:prstGeom prst="rect">
              <a:avLst/>
            </a:prstGeom>
            <a:solidFill>
              <a:srgbClr val="FFFFFF"/>
            </a:solidFill>
            <a:ln w="28575">
              <a:solidFill>
                <a:srgbClr val="000000"/>
              </a:solidFill>
              <a:miter lim="800000"/>
              <a:headEnd/>
              <a:tailEnd/>
            </a:ln>
          </p:spPr>
          <p:txBody>
            <a:bodyPr/>
            <a:lstStyle>
              <a:lvl1pPr eaLnBrk="0" hangingPunct="0">
                <a:defRPr>
                  <a:solidFill>
                    <a:schemeClr val="tx1"/>
                  </a:solidFill>
                  <a:latin typeface="Arial" panose="020B0604020202020204" pitchFamily="34" charset="0"/>
                  <a:cs typeface="Arial" panose="020B0604020202020204" pitchFamily="34" charset="0"/>
                </a:defRPr>
              </a:lvl1pPr>
              <a:lvl2pPr marL="742950" indent="-285750" eaLnBrk="0" hangingPunct="0">
                <a:defRPr>
                  <a:solidFill>
                    <a:schemeClr val="tx1"/>
                  </a:solidFill>
                  <a:latin typeface="Arial" panose="020B0604020202020204" pitchFamily="34" charset="0"/>
                  <a:cs typeface="Arial" panose="020B0604020202020204" pitchFamily="34" charset="0"/>
                </a:defRPr>
              </a:lvl2pPr>
              <a:lvl3pPr marL="1143000" indent="-228600" eaLnBrk="0" hangingPunct="0">
                <a:defRPr>
                  <a:solidFill>
                    <a:schemeClr val="tx1"/>
                  </a:solidFill>
                  <a:latin typeface="Arial" panose="020B0604020202020204" pitchFamily="34" charset="0"/>
                  <a:cs typeface="Arial" panose="020B0604020202020204" pitchFamily="34" charset="0"/>
                </a:defRPr>
              </a:lvl3pPr>
              <a:lvl4pPr marL="1600200" indent="-228600" eaLnBrk="0" hangingPunct="0">
                <a:defRPr>
                  <a:solidFill>
                    <a:schemeClr val="tx1"/>
                  </a:solidFill>
                  <a:latin typeface="Arial" panose="020B0604020202020204" pitchFamily="34" charset="0"/>
                  <a:cs typeface="Arial" panose="020B0604020202020204" pitchFamily="34" charset="0"/>
                </a:defRPr>
              </a:lvl4pPr>
              <a:lvl5pPr marL="2057400" indent="-228600" eaLnBrk="0" hangingPunct="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algn="ctr"/>
              <a:r>
                <a:rPr lang="en-US" altLang="en-US" sz="2800" b="1">
                  <a:solidFill>
                    <a:srgbClr val="3333CC"/>
                  </a:solidFill>
                  <a:latin typeface="Times New Roman" panose="02020603050405020304" pitchFamily="18" charset="0"/>
                </a:rPr>
                <a:t>Person</a:t>
              </a:r>
            </a:p>
          </p:txBody>
        </p:sp>
        <p:sp>
          <p:nvSpPr>
            <p:cNvPr id="24583" name="Text Box 5"/>
            <p:cNvSpPr txBox="1">
              <a:spLocks noChangeArrowheads="1"/>
            </p:cNvSpPr>
            <p:nvPr/>
          </p:nvSpPr>
          <p:spPr bwMode="auto">
            <a:xfrm>
              <a:off x="5334000" y="3041506"/>
              <a:ext cx="2057400" cy="692294"/>
            </a:xfrm>
            <a:prstGeom prst="rect">
              <a:avLst/>
            </a:prstGeom>
            <a:solidFill>
              <a:srgbClr val="FFFFFF"/>
            </a:solidFill>
            <a:ln w="28575">
              <a:solidFill>
                <a:srgbClr val="000000"/>
              </a:solidFill>
              <a:miter lim="800000"/>
              <a:headEnd/>
              <a:tailEnd/>
            </a:ln>
          </p:spPr>
          <p:txBody>
            <a:bodyPr/>
            <a:lstStyle>
              <a:lvl1pPr eaLnBrk="0" hangingPunct="0">
                <a:defRPr>
                  <a:solidFill>
                    <a:schemeClr val="tx1"/>
                  </a:solidFill>
                  <a:latin typeface="Arial" panose="020B0604020202020204" pitchFamily="34" charset="0"/>
                  <a:cs typeface="Arial" panose="020B0604020202020204" pitchFamily="34" charset="0"/>
                </a:defRPr>
              </a:lvl1pPr>
              <a:lvl2pPr marL="742950" indent="-285750" eaLnBrk="0" hangingPunct="0">
                <a:defRPr>
                  <a:solidFill>
                    <a:schemeClr val="tx1"/>
                  </a:solidFill>
                  <a:latin typeface="Arial" panose="020B0604020202020204" pitchFamily="34" charset="0"/>
                  <a:cs typeface="Arial" panose="020B0604020202020204" pitchFamily="34" charset="0"/>
                </a:defRPr>
              </a:lvl2pPr>
              <a:lvl3pPr marL="1143000" indent="-228600" eaLnBrk="0" hangingPunct="0">
                <a:defRPr>
                  <a:solidFill>
                    <a:schemeClr val="tx1"/>
                  </a:solidFill>
                  <a:latin typeface="Arial" panose="020B0604020202020204" pitchFamily="34" charset="0"/>
                  <a:cs typeface="Arial" panose="020B0604020202020204" pitchFamily="34" charset="0"/>
                </a:defRPr>
              </a:lvl3pPr>
              <a:lvl4pPr marL="1600200" indent="-228600" eaLnBrk="0" hangingPunct="0">
                <a:defRPr>
                  <a:solidFill>
                    <a:schemeClr val="tx1"/>
                  </a:solidFill>
                  <a:latin typeface="Arial" panose="020B0604020202020204" pitchFamily="34" charset="0"/>
                  <a:cs typeface="Arial" panose="020B0604020202020204" pitchFamily="34" charset="0"/>
                </a:defRPr>
              </a:lvl4pPr>
              <a:lvl5pPr marL="2057400" indent="-228600" eaLnBrk="0" hangingPunct="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algn="ctr"/>
              <a:r>
                <a:rPr lang="en-US" altLang="en-US" sz="2400" b="1">
                  <a:solidFill>
                    <a:srgbClr val="3333CC"/>
                  </a:solidFill>
                  <a:latin typeface="Times New Roman" panose="02020603050405020304" pitchFamily="18" charset="0"/>
                </a:rPr>
                <a:t>Employee</a:t>
              </a:r>
              <a:endParaRPr lang="en-US" altLang="en-US" sz="3600" b="1">
                <a:solidFill>
                  <a:srgbClr val="3333CC"/>
                </a:solidFill>
                <a:latin typeface="Times New Roman" panose="02020603050405020304" pitchFamily="18" charset="0"/>
              </a:endParaRPr>
            </a:p>
          </p:txBody>
        </p:sp>
        <p:sp>
          <p:nvSpPr>
            <p:cNvPr id="16" name="Line 6"/>
            <p:cNvSpPr>
              <a:spLocks noChangeShapeType="1"/>
            </p:cNvSpPr>
            <p:nvPr/>
          </p:nvSpPr>
          <p:spPr bwMode="auto">
            <a:xfrm>
              <a:off x="6269038" y="2351088"/>
              <a:ext cx="0" cy="693737"/>
            </a:xfrm>
            <a:prstGeom prst="line">
              <a:avLst/>
            </a:prstGeom>
            <a:ln>
              <a:headEnd/>
              <a:tailEnd type="stealth" w="lg" len="lg"/>
            </a:ln>
          </p:spPr>
          <p:style>
            <a:lnRef idx="2">
              <a:schemeClr val="dk1"/>
            </a:lnRef>
            <a:fillRef idx="0">
              <a:schemeClr val="dk1"/>
            </a:fillRef>
            <a:effectRef idx="1">
              <a:schemeClr val="dk1"/>
            </a:effectRef>
            <a:fontRef idx="minor">
              <a:schemeClr val="tx1"/>
            </a:fontRef>
          </p:style>
          <p:txBody>
            <a:bodyPr/>
            <a:lstStyle/>
            <a:p>
              <a:pPr>
                <a:defRPr/>
              </a:pPr>
              <a:endParaRPr lang="en-US"/>
            </a:p>
          </p:txBody>
        </p:sp>
        <p:sp>
          <p:nvSpPr>
            <p:cNvPr id="24585" name="Text Box 5"/>
            <p:cNvSpPr txBox="1">
              <a:spLocks noChangeArrowheads="1"/>
            </p:cNvSpPr>
            <p:nvPr/>
          </p:nvSpPr>
          <p:spPr bwMode="auto">
            <a:xfrm>
              <a:off x="5334000" y="4413106"/>
              <a:ext cx="2057400" cy="692294"/>
            </a:xfrm>
            <a:prstGeom prst="rect">
              <a:avLst/>
            </a:prstGeom>
            <a:solidFill>
              <a:srgbClr val="FFFFFF"/>
            </a:solidFill>
            <a:ln w="28575">
              <a:solidFill>
                <a:srgbClr val="000000"/>
              </a:solidFill>
              <a:miter lim="800000"/>
              <a:headEnd/>
              <a:tailEnd/>
            </a:ln>
          </p:spPr>
          <p:txBody>
            <a:bodyPr/>
            <a:lstStyle>
              <a:lvl1pPr eaLnBrk="0" hangingPunct="0">
                <a:defRPr>
                  <a:solidFill>
                    <a:schemeClr val="tx1"/>
                  </a:solidFill>
                  <a:latin typeface="Arial" panose="020B0604020202020204" pitchFamily="34" charset="0"/>
                  <a:cs typeface="Arial" panose="020B0604020202020204" pitchFamily="34" charset="0"/>
                </a:defRPr>
              </a:lvl1pPr>
              <a:lvl2pPr marL="742950" indent="-285750" eaLnBrk="0" hangingPunct="0">
                <a:defRPr>
                  <a:solidFill>
                    <a:schemeClr val="tx1"/>
                  </a:solidFill>
                  <a:latin typeface="Arial" panose="020B0604020202020204" pitchFamily="34" charset="0"/>
                  <a:cs typeface="Arial" panose="020B0604020202020204" pitchFamily="34" charset="0"/>
                </a:defRPr>
              </a:lvl2pPr>
              <a:lvl3pPr marL="1143000" indent="-228600" eaLnBrk="0" hangingPunct="0">
                <a:defRPr>
                  <a:solidFill>
                    <a:schemeClr val="tx1"/>
                  </a:solidFill>
                  <a:latin typeface="Arial" panose="020B0604020202020204" pitchFamily="34" charset="0"/>
                  <a:cs typeface="Arial" panose="020B0604020202020204" pitchFamily="34" charset="0"/>
                </a:defRPr>
              </a:lvl3pPr>
              <a:lvl4pPr marL="1600200" indent="-228600" eaLnBrk="0" hangingPunct="0">
                <a:defRPr>
                  <a:solidFill>
                    <a:schemeClr val="tx1"/>
                  </a:solidFill>
                  <a:latin typeface="Arial" panose="020B0604020202020204" pitchFamily="34" charset="0"/>
                  <a:cs typeface="Arial" panose="020B0604020202020204" pitchFamily="34" charset="0"/>
                </a:defRPr>
              </a:lvl4pPr>
              <a:lvl5pPr marL="2057400" indent="-228600" eaLnBrk="0" hangingPunct="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algn="ctr"/>
              <a:r>
                <a:rPr lang="en-US" altLang="en-US" sz="2000" b="1">
                  <a:solidFill>
                    <a:srgbClr val="3333CC"/>
                  </a:solidFill>
                  <a:latin typeface="Times New Roman" panose="02020603050405020304" pitchFamily="18" charset="0"/>
                </a:rPr>
                <a:t>Part time Employee</a:t>
              </a:r>
              <a:endParaRPr lang="en-US" altLang="en-US" sz="3200" b="1">
                <a:solidFill>
                  <a:srgbClr val="3333CC"/>
                </a:solidFill>
                <a:latin typeface="Times New Roman" panose="02020603050405020304" pitchFamily="18" charset="0"/>
              </a:endParaRPr>
            </a:p>
          </p:txBody>
        </p:sp>
        <p:sp>
          <p:nvSpPr>
            <p:cNvPr id="18" name="Line 6"/>
            <p:cNvSpPr>
              <a:spLocks noChangeShapeType="1"/>
            </p:cNvSpPr>
            <p:nvPr/>
          </p:nvSpPr>
          <p:spPr bwMode="auto">
            <a:xfrm>
              <a:off x="6324600" y="3727450"/>
              <a:ext cx="0" cy="692150"/>
            </a:xfrm>
            <a:prstGeom prst="line">
              <a:avLst/>
            </a:prstGeom>
            <a:ln>
              <a:headEnd/>
              <a:tailEnd type="stealth" w="lg" len="lg"/>
            </a:ln>
          </p:spPr>
          <p:style>
            <a:lnRef idx="2">
              <a:schemeClr val="dk1"/>
            </a:lnRef>
            <a:fillRef idx="0">
              <a:schemeClr val="dk1"/>
            </a:fillRef>
            <a:effectRef idx="1">
              <a:schemeClr val="dk1"/>
            </a:effectRef>
            <a:fontRef idx="minor">
              <a:schemeClr val="tx1"/>
            </a:fontRef>
          </p:style>
          <p:txBody>
            <a:bodyPr/>
            <a:lstStyle/>
            <a:p>
              <a:pPr>
                <a:defRPr/>
              </a:pPr>
              <a:endParaRPr lang="en-US"/>
            </a:p>
          </p:txBody>
        </p:sp>
      </p:grpSp>
      <p:sp>
        <p:nvSpPr>
          <p:cNvPr id="24581" name="Rectangle 18"/>
          <p:cNvSpPr>
            <a:spLocks noChangeArrowheads="1"/>
          </p:cNvSpPr>
          <p:nvPr/>
        </p:nvSpPr>
        <p:spPr bwMode="auto">
          <a:xfrm>
            <a:off x="1752600" y="990601"/>
            <a:ext cx="8534400" cy="7080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a:solidFill>
                  <a:schemeClr val="tx1"/>
                </a:solidFill>
                <a:latin typeface="Arial" panose="020B0604020202020204" pitchFamily="34" charset="0"/>
                <a:cs typeface="Arial" panose="020B0604020202020204" pitchFamily="34" charset="0"/>
              </a:defRPr>
            </a:lvl1pPr>
            <a:lvl2pPr marL="742950" indent="-285750" eaLnBrk="0" hangingPunct="0">
              <a:defRPr>
                <a:solidFill>
                  <a:schemeClr val="tx1"/>
                </a:solidFill>
                <a:latin typeface="Arial" panose="020B0604020202020204" pitchFamily="34" charset="0"/>
                <a:cs typeface="Arial" panose="020B0604020202020204" pitchFamily="34" charset="0"/>
              </a:defRPr>
            </a:lvl2pPr>
            <a:lvl3pPr marL="1143000" indent="-228600" eaLnBrk="0" hangingPunct="0">
              <a:defRPr>
                <a:solidFill>
                  <a:schemeClr val="tx1"/>
                </a:solidFill>
                <a:latin typeface="Arial" panose="020B0604020202020204" pitchFamily="34" charset="0"/>
                <a:cs typeface="Arial" panose="020B0604020202020204" pitchFamily="34" charset="0"/>
              </a:defRPr>
            </a:lvl3pPr>
            <a:lvl4pPr marL="1600200" indent="-228600" eaLnBrk="0" hangingPunct="0">
              <a:defRPr>
                <a:solidFill>
                  <a:schemeClr val="tx1"/>
                </a:solidFill>
                <a:latin typeface="Arial" panose="020B0604020202020204" pitchFamily="34" charset="0"/>
                <a:cs typeface="Arial" panose="020B0604020202020204" pitchFamily="34" charset="0"/>
              </a:defRPr>
            </a:lvl4pPr>
            <a:lvl5pPr marL="2057400" indent="-228600" eaLnBrk="0" hangingPunct="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eaLnBrk="1" hangingPunct="1"/>
            <a:r>
              <a:rPr lang="en-US" altLang="en-US" sz="2000"/>
              <a:t> A class be can derived from a derived class which is known as multilevel inheritance.</a:t>
            </a:r>
          </a:p>
        </p:txBody>
      </p:sp>
    </p:spTree>
    <p:extLst>
      <p:ext uri="{BB962C8B-B14F-4D97-AF65-F5344CB8AC3E}">
        <p14:creationId xmlns:p14="http://schemas.microsoft.com/office/powerpoint/2010/main" val="3953862239"/>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a:extLst>
              <a:ext uri="{FF2B5EF4-FFF2-40B4-BE49-F238E27FC236}">
                <a16:creationId xmlns:a16="http://schemas.microsoft.com/office/drawing/2014/main" id="{4FE56443-0E8D-42CE-938F-F59C86A6213B}"/>
              </a:ext>
            </a:extLst>
          </p:cNvPr>
          <p:cNvSpPr txBox="1"/>
          <p:nvPr/>
        </p:nvSpPr>
        <p:spPr>
          <a:xfrm>
            <a:off x="249701" y="207457"/>
            <a:ext cx="6098344" cy="6186309"/>
          </a:xfrm>
          <a:prstGeom prst="rect">
            <a:avLst/>
          </a:prstGeom>
          <a:noFill/>
        </p:spPr>
        <p:txBody>
          <a:bodyPr wrap="square">
            <a:spAutoFit/>
          </a:bodyPr>
          <a:lstStyle/>
          <a:p>
            <a:r>
              <a:rPr lang="en-IN" dirty="0"/>
              <a:t>// C++ program to implement</a:t>
            </a:r>
          </a:p>
          <a:p>
            <a:r>
              <a:rPr lang="en-IN" dirty="0"/>
              <a:t>// Multilevel Inheritance</a:t>
            </a:r>
          </a:p>
          <a:p>
            <a:r>
              <a:rPr lang="en-IN" dirty="0"/>
              <a:t>#include&lt;iostream&gt;</a:t>
            </a:r>
          </a:p>
          <a:p>
            <a:r>
              <a:rPr lang="en-IN" dirty="0"/>
              <a:t>using namespace std;</a:t>
            </a:r>
          </a:p>
          <a:p>
            <a:r>
              <a:rPr lang="en-IN" dirty="0"/>
              <a:t> // base class</a:t>
            </a:r>
          </a:p>
          <a:p>
            <a:r>
              <a:rPr lang="en-IN" dirty="0"/>
              <a:t>class Vehicle</a:t>
            </a:r>
          </a:p>
          <a:p>
            <a:r>
              <a:rPr lang="en-IN" dirty="0"/>
              <a:t>{</a:t>
            </a:r>
          </a:p>
          <a:p>
            <a:r>
              <a:rPr lang="en-IN" dirty="0"/>
              <a:t>  public:</a:t>
            </a:r>
          </a:p>
          <a:p>
            <a:r>
              <a:rPr lang="en-IN" dirty="0"/>
              <a:t>    Vehicle()</a:t>
            </a:r>
          </a:p>
          <a:p>
            <a:r>
              <a:rPr lang="en-IN" dirty="0"/>
              <a:t>    {</a:t>
            </a:r>
          </a:p>
          <a:p>
            <a:r>
              <a:rPr lang="en-IN" dirty="0"/>
              <a:t>      </a:t>
            </a:r>
            <a:r>
              <a:rPr lang="en-IN" dirty="0" err="1"/>
              <a:t>cout</a:t>
            </a:r>
            <a:r>
              <a:rPr lang="en-IN" dirty="0"/>
              <a:t> &lt;&lt; "This is a Vehicle\n";</a:t>
            </a:r>
          </a:p>
          <a:p>
            <a:r>
              <a:rPr lang="en-IN" dirty="0"/>
              <a:t>    }</a:t>
            </a:r>
          </a:p>
          <a:p>
            <a:r>
              <a:rPr lang="en-IN" dirty="0"/>
              <a:t>};</a:t>
            </a:r>
          </a:p>
          <a:p>
            <a:r>
              <a:rPr lang="en-IN" dirty="0"/>
              <a:t> // first </a:t>
            </a:r>
            <a:r>
              <a:rPr lang="en-IN" dirty="0" err="1"/>
              <a:t>sub_class</a:t>
            </a:r>
            <a:r>
              <a:rPr lang="en-IN" dirty="0"/>
              <a:t> derived from class vehicle</a:t>
            </a:r>
          </a:p>
          <a:p>
            <a:r>
              <a:rPr lang="en-IN" dirty="0"/>
              <a:t>class </a:t>
            </a:r>
            <a:r>
              <a:rPr lang="en-IN" dirty="0" err="1"/>
              <a:t>fourWheeler</a:t>
            </a:r>
            <a:r>
              <a:rPr lang="en-IN" dirty="0"/>
              <a:t>: public Vehicle</a:t>
            </a:r>
          </a:p>
          <a:p>
            <a:r>
              <a:rPr lang="en-IN" dirty="0"/>
              <a:t>{  public:</a:t>
            </a:r>
          </a:p>
          <a:p>
            <a:r>
              <a:rPr lang="en-IN" dirty="0"/>
              <a:t>    </a:t>
            </a:r>
            <a:r>
              <a:rPr lang="en-IN" dirty="0" err="1"/>
              <a:t>fourWheeler</a:t>
            </a:r>
            <a:r>
              <a:rPr lang="en-IN" dirty="0"/>
              <a:t>()</a:t>
            </a:r>
          </a:p>
          <a:p>
            <a:r>
              <a:rPr lang="en-IN" dirty="0"/>
              <a:t>    {</a:t>
            </a:r>
          </a:p>
          <a:p>
            <a:r>
              <a:rPr lang="en-IN" dirty="0"/>
              <a:t>      </a:t>
            </a:r>
            <a:r>
              <a:rPr lang="en-IN" dirty="0" err="1"/>
              <a:t>cout</a:t>
            </a:r>
            <a:r>
              <a:rPr lang="en-IN" dirty="0"/>
              <a:t> &lt;&lt; "Objects with 4 wheels are vehicles\n";</a:t>
            </a:r>
          </a:p>
          <a:p>
            <a:r>
              <a:rPr lang="en-IN" dirty="0"/>
              <a:t>    }</a:t>
            </a:r>
          </a:p>
          <a:p>
            <a:r>
              <a:rPr lang="en-IN" dirty="0"/>
              <a:t>};</a:t>
            </a:r>
          </a:p>
          <a:p>
            <a:endParaRPr lang="en-IN" dirty="0"/>
          </a:p>
        </p:txBody>
      </p:sp>
      <p:sp>
        <p:nvSpPr>
          <p:cNvPr id="5" name="TextBox 4">
            <a:extLst>
              <a:ext uri="{FF2B5EF4-FFF2-40B4-BE49-F238E27FC236}">
                <a16:creationId xmlns:a16="http://schemas.microsoft.com/office/drawing/2014/main" id="{1E316C52-052D-4E7A-BC63-75622EAD67AB}"/>
              </a:ext>
            </a:extLst>
          </p:cNvPr>
          <p:cNvSpPr txBox="1"/>
          <p:nvPr/>
        </p:nvSpPr>
        <p:spPr>
          <a:xfrm>
            <a:off x="5703278" y="464234"/>
            <a:ext cx="6098344" cy="4801314"/>
          </a:xfrm>
          <a:prstGeom prst="rect">
            <a:avLst/>
          </a:prstGeom>
          <a:noFill/>
        </p:spPr>
        <p:txBody>
          <a:bodyPr wrap="square">
            <a:spAutoFit/>
          </a:bodyPr>
          <a:lstStyle/>
          <a:p>
            <a:r>
              <a:rPr lang="en-US" dirty="0"/>
              <a:t>// sub class derived from the derived base class </a:t>
            </a:r>
            <a:r>
              <a:rPr lang="en-US" dirty="0" err="1"/>
              <a:t>fourWheeler</a:t>
            </a:r>
            <a:endParaRPr lang="en-US" dirty="0"/>
          </a:p>
          <a:p>
            <a:r>
              <a:rPr lang="en-US" dirty="0"/>
              <a:t>class Car: public </a:t>
            </a:r>
            <a:r>
              <a:rPr lang="en-US" dirty="0" err="1"/>
              <a:t>fourWheeler</a:t>
            </a:r>
            <a:r>
              <a:rPr lang="en-US" dirty="0"/>
              <a:t> {</a:t>
            </a:r>
          </a:p>
          <a:p>
            <a:r>
              <a:rPr lang="en-US" dirty="0"/>
              <a:t>   public:</a:t>
            </a:r>
          </a:p>
          <a:p>
            <a:r>
              <a:rPr lang="en-US" dirty="0"/>
              <a:t>     Car()</a:t>
            </a:r>
          </a:p>
          <a:p>
            <a:r>
              <a:rPr lang="en-US" dirty="0"/>
              <a:t>     {</a:t>
            </a:r>
          </a:p>
          <a:p>
            <a:r>
              <a:rPr lang="en-US" dirty="0"/>
              <a:t>       </a:t>
            </a:r>
            <a:r>
              <a:rPr lang="en-US" dirty="0" err="1"/>
              <a:t>cout</a:t>
            </a:r>
            <a:r>
              <a:rPr lang="en-US" dirty="0"/>
              <a:t> &lt;&lt; "Car has 4 Wheels\n";</a:t>
            </a:r>
          </a:p>
          <a:p>
            <a:r>
              <a:rPr lang="en-US" dirty="0"/>
              <a:t>     }</a:t>
            </a:r>
          </a:p>
          <a:p>
            <a:r>
              <a:rPr lang="en-US" dirty="0"/>
              <a:t>};</a:t>
            </a:r>
          </a:p>
          <a:p>
            <a:r>
              <a:rPr lang="en-US" dirty="0"/>
              <a:t> </a:t>
            </a:r>
          </a:p>
          <a:p>
            <a:r>
              <a:rPr lang="en-US" dirty="0"/>
              <a:t>// main function</a:t>
            </a:r>
          </a:p>
          <a:p>
            <a:r>
              <a:rPr lang="en-US" dirty="0"/>
              <a:t>int main()</a:t>
            </a:r>
          </a:p>
          <a:p>
            <a:r>
              <a:rPr lang="en-US" dirty="0"/>
              <a:t>{  </a:t>
            </a:r>
          </a:p>
          <a:p>
            <a:r>
              <a:rPr lang="en-US" dirty="0"/>
              <a:t>    // Creating object of sub class will</a:t>
            </a:r>
          </a:p>
          <a:p>
            <a:r>
              <a:rPr lang="en-US" dirty="0"/>
              <a:t>    // invoke the constructor of base classes.</a:t>
            </a:r>
          </a:p>
          <a:p>
            <a:r>
              <a:rPr lang="en-US" dirty="0"/>
              <a:t>    Car obj;</a:t>
            </a:r>
          </a:p>
          <a:p>
            <a:r>
              <a:rPr lang="en-US" dirty="0"/>
              <a:t>    return 0;</a:t>
            </a:r>
          </a:p>
          <a:p>
            <a:r>
              <a:rPr lang="en-US" dirty="0"/>
              <a:t>}</a:t>
            </a:r>
            <a:endParaRPr lang="en-IN" dirty="0"/>
          </a:p>
        </p:txBody>
      </p:sp>
      <p:sp>
        <p:nvSpPr>
          <p:cNvPr id="7" name="TextBox 6">
            <a:extLst>
              <a:ext uri="{FF2B5EF4-FFF2-40B4-BE49-F238E27FC236}">
                <a16:creationId xmlns:a16="http://schemas.microsoft.com/office/drawing/2014/main" id="{7613332B-F25F-4060-B97E-18CBE0C8F1BC}"/>
              </a:ext>
            </a:extLst>
          </p:cNvPr>
          <p:cNvSpPr txBox="1"/>
          <p:nvPr/>
        </p:nvSpPr>
        <p:spPr>
          <a:xfrm>
            <a:off x="7188004" y="5265548"/>
            <a:ext cx="3773659" cy="1200329"/>
          </a:xfrm>
          <a:prstGeom prst="rect">
            <a:avLst/>
          </a:prstGeom>
          <a:noFill/>
        </p:spPr>
        <p:txBody>
          <a:bodyPr wrap="square">
            <a:spAutoFit/>
          </a:bodyPr>
          <a:lstStyle/>
          <a:p>
            <a:r>
              <a:rPr lang="en-US" b="1" dirty="0">
                <a:solidFill>
                  <a:srgbClr val="FF0000"/>
                </a:solidFill>
              </a:rPr>
              <a:t>Output</a:t>
            </a:r>
          </a:p>
          <a:p>
            <a:r>
              <a:rPr lang="en-US" dirty="0"/>
              <a:t>This is a Vehicle</a:t>
            </a:r>
          </a:p>
          <a:p>
            <a:r>
              <a:rPr lang="en-US" dirty="0"/>
              <a:t>Objects with 4 wheels are vehicles</a:t>
            </a:r>
          </a:p>
          <a:p>
            <a:r>
              <a:rPr lang="en-US" dirty="0"/>
              <a:t>Car has 4 Wheels</a:t>
            </a:r>
            <a:endParaRPr lang="en-IN" dirty="0"/>
          </a:p>
        </p:txBody>
      </p:sp>
    </p:spTree>
    <p:extLst>
      <p:ext uri="{BB962C8B-B14F-4D97-AF65-F5344CB8AC3E}">
        <p14:creationId xmlns:p14="http://schemas.microsoft.com/office/powerpoint/2010/main" val="2724449822"/>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5602" name="Picture 5"/>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654147" y="176140"/>
            <a:ext cx="4572000" cy="57721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3" name="Picture 2">
            <a:extLst>
              <a:ext uri="{FF2B5EF4-FFF2-40B4-BE49-F238E27FC236}">
                <a16:creationId xmlns:a16="http://schemas.microsoft.com/office/drawing/2014/main" id="{9D8FBCBA-839C-4E02-BFE8-B281E9C829DB}"/>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5732023" y="152840"/>
            <a:ext cx="6030913" cy="63246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extLst>
      <p:ext uri="{BB962C8B-B14F-4D97-AF65-F5344CB8AC3E}">
        <p14:creationId xmlns:p14="http://schemas.microsoft.com/office/powerpoint/2010/main" val="3162320914"/>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7650" name="Rectangle 2"/>
          <p:cNvSpPr>
            <a:spLocks noChangeArrowheads="1"/>
          </p:cNvSpPr>
          <p:nvPr/>
        </p:nvSpPr>
        <p:spPr bwMode="auto">
          <a:xfrm>
            <a:off x="1752600" y="1143001"/>
            <a:ext cx="8458200" cy="4124325"/>
          </a:xfrm>
          <a:prstGeom prst="rect">
            <a:avLst/>
          </a:prstGeom>
          <a:noFill/>
          <a:ln w="9525">
            <a:solidFill>
              <a:srgbClr val="FF66CC"/>
            </a:solidFill>
            <a:miter lim="800000"/>
            <a:headEnd/>
            <a:tailEnd/>
          </a:ln>
          <a:extLst>
            <a:ext uri="{909E8E84-426E-40DD-AFC4-6F175D3DCCD1}">
              <a14:hiddenFill xmlns:a14="http://schemas.microsoft.com/office/drawing/2010/main">
                <a:solidFill>
                  <a:srgbClr val="FFFFFF"/>
                </a:solidFill>
              </a14:hiddenFill>
            </a:ext>
          </a:extLst>
        </p:spPr>
        <p:txBody>
          <a:bodyPr>
            <a:spAutoFit/>
          </a:bodyPr>
          <a:lstStyle>
            <a:lvl1pPr eaLnBrk="0" hangingPunct="0">
              <a:defRPr>
                <a:solidFill>
                  <a:schemeClr val="tx1"/>
                </a:solidFill>
                <a:latin typeface="Arial" panose="020B0604020202020204" pitchFamily="34" charset="0"/>
                <a:cs typeface="Arial" panose="020B0604020202020204" pitchFamily="34" charset="0"/>
              </a:defRPr>
            </a:lvl1pPr>
            <a:lvl2pPr marL="742950" indent="-285750" eaLnBrk="0" hangingPunct="0">
              <a:defRPr>
                <a:solidFill>
                  <a:schemeClr val="tx1"/>
                </a:solidFill>
                <a:latin typeface="Arial" panose="020B0604020202020204" pitchFamily="34" charset="0"/>
                <a:cs typeface="Arial" panose="020B0604020202020204" pitchFamily="34" charset="0"/>
              </a:defRPr>
            </a:lvl2pPr>
            <a:lvl3pPr marL="1143000" indent="-228600" eaLnBrk="0" hangingPunct="0">
              <a:defRPr>
                <a:solidFill>
                  <a:schemeClr val="tx1"/>
                </a:solidFill>
                <a:latin typeface="Arial" panose="020B0604020202020204" pitchFamily="34" charset="0"/>
                <a:cs typeface="Arial" panose="020B0604020202020204" pitchFamily="34" charset="0"/>
              </a:defRPr>
            </a:lvl3pPr>
            <a:lvl4pPr marL="1600200" indent="-228600" eaLnBrk="0" hangingPunct="0">
              <a:defRPr>
                <a:solidFill>
                  <a:schemeClr val="tx1"/>
                </a:solidFill>
                <a:latin typeface="Arial" panose="020B0604020202020204" pitchFamily="34" charset="0"/>
                <a:cs typeface="Arial" panose="020B0604020202020204" pitchFamily="34" charset="0"/>
              </a:defRPr>
            </a:lvl4pPr>
            <a:lvl5pPr marL="2057400" indent="-228600" eaLnBrk="0" hangingPunct="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r>
              <a:rPr lang="en-US" altLang="en-US" sz="2000" dirty="0">
                <a:solidFill>
                  <a:srgbClr val="000066"/>
                </a:solidFill>
                <a:latin typeface="Lucida Sans Unicode" panose="020B0602030504020204" pitchFamily="34" charset="0"/>
              </a:rPr>
              <a:t>It is the process of creating new class from more than one base classes.</a:t>
            </a:r>
          </a:p>
          <a:p>
            <a:r>
              <a:rPr lang="en-US" altLang="en-US" sz="2400" u="sng" dirty="0">
                <a:solidFill>
                  <a:srgbClr val="000066"/>
                </a:solidFill>
                <a:latin typeface="Lucida Sans Unicode" panose="020B0602030504020204" pitchFamily="34" charset="0"/>
              </a:rPr>
              <a:t>Syntax :</a:t>
            </a:r>
          </a:p>
          <a:p>
            <a:r>
              <a:rPr lang="en-US" altLang="en-US" sz="2000" dirty="0">
                <a:solidFill>
                  <a:srgbClr val="000066"/>
                </a:solidFill>
                <a:latin typeface="Lucida Sans Unicode" panose="020B0602030504020204" pitchFamily="34" charset="0"/>
              </a:rPr>
              <a:t> </a:t>
            </a:r>
            <a:r>
              <a:rPr lang="en-US" altLang="en-US" sz="2000" dirty="0">
                <a:solidFill>
                  <a:srgbClr val="FF0000"/>
                </a:solidFill>
                <a:latin typeface="Lucida Sans Unicode" panose="020B0602030504020204" pitchFamily="34" charset="0"/>
              </a:rPr>
              <a:t>class  &lt;derived class &gt;:&lt;access specifier&gt;          </a:t>
            </a:r>
          </a:p>
          <a:p>
            <a:r>
              <a:rPr lang="en-US" altLang="en-US" sz="2000" dirty="0">
                <a:solidFill>
                  <a:srgbClr val="FF0000"/>
                </a:solidFill>
                <a:latin typeface="Lucida Sans Unicode" panose="020B0602030504020204" pitchFamily="34" charset="0"/>
              </a:rPr>
              <a:t>         base_class1,&lt;access specifier&gt; base_class2...</a:t>
            </a:r>
          </a:p>
          <a:p>
            <a:r>
              <a:rPr lang="en-US" altLang="en-US" sz="2000" dirty="0">
                <a:solidFill>
                  <a:srgbClr val="000066"/>
                </a:solidFill>
                <a:latin typeface="Lucida Sans Unicode" panose="020B0602030504020204" pitchFamily="34" charset="0"/>
              </a:rPr>
              <a:t>{</a:t>
            </a:r>
          </a:p>
          <a:p>
            <a:r>
              <a:rPr lang="en-US" altLang="en-US" sz="2000" dirty="0">
                <a:solidFill>
                  <a:srgbClr val="000066"/>
                </a:solidFill>
                <a:latin typeface="Lucida Sans Unicode" panose="020B0602030504020204" pitchFamily="34" charset="0"/>
              </a:rPr>
              <a:t>private :</a:t>
            </a:r>
          </a:p>
          <a:p>
            <a:r>
              <a:rPr lang="en-US" altLang="en-US" sz="2000" dirty="0">
                <a:solidFill>
                  <a:srgbClr val="000066"/>
                </a:solidFill>
                <a:latin typeface="Lucida Sans Unicode" panose="020B0602030504020204" pitchFamily="34" charset="0"/>
              </a:rPr>
              <a:t>         // members;</a:t>
            </a:r>
          </a:p>
          <a:p>
            <a:r>
              <a:rPr lang="en-US" altLang="en-US" sz="2000" dirty="0">
                <a:solidFill>
                  <a:srgbClr val="000066"/>
                </a:solidFill>
                <a:latin typeface="Lucida Sans Unicode" panose="020B0602030504020204" pitchFamily="34" charset="0"/>
              </a:rPr>
              <a:t>protected :</a:t>
            </a:r>
          </a:p>
          <a:p>
            <a:r>
              <a:rPr lang="en-US" altLang="en-US" sz="2000" dirty="0">
                <a:solidFill>
                  <a:srgbClr val="000066"/>
                </a:solidFill>
                <a:latin typeface="Lucida Sans Unicode" panose="020B0602030504020204" pitchFamily="34" charset="0"/>
              </a:rPr>
              <a:t>         // members;</a:t>
            </a:r>
          </a:p>
          <a:p>
            <a:r>
              <a:rPr lang="en-US" altLang="en-US" sz="2000" dirty="0">
                <a:solidFill>
                  <a:srgbClr val="000066"/>
                </a:solidFill>
                <a:latin typeface="Lucida Sans Unicode" panose="020B0602030504020204" pitchFamily="34" charset="0"/>
              </a:rPr>
              <a:t>public :</a:t>
            </a:r>
          </a:p>
          <a:p>
            <a:r>
              <a:rPr lang="en-US" altLang="en-US" sz="2000" dirty="0">
                <a:solidFill>
                  <a:srgbClr val="000066"/>
                </a:solidFill>
                <a:latin typeface="Lucida Sans Unicode" panose="020B0602030504020204" pitchFamily="34" charset="0"/>
              </a:rPr>
              <a:t>	//</a:t>
            </a:r>
            <a:r>
              <a:rPr lang="en-US" altLang="en-US" sz="2000" dirty="0" err="1">
                <a:solidFill>
                  <a:srgbClr val="000066"/>
                </a:solidFill>
                <a:latin typeface="Lucida Sans Unicode" panose="020B0602030504020204" pitchFamily="34" charset="0"/>
              </a:rPr>
              <a:t>memebers</a:t>
            </a:r>
            <a:r>
              <a:rPr lang="en-US" altLang="en-US" sz="2000" dirty="0">
                <a:solidFill>
                  <a:srgbClr val="000066"/>
                </a:solidFill>
                <a:latin typeface="Lucida Sans Unicode" panose="020B0602030504020204" pitchFamily="34" charset="0"/>
              </a:rPr>
              <a:t>;</a:t>
            </a:r>
          </a:p>
          <a:p>
            <a:r>
              <a:rPr lang="en-US" altLang="en-US" sz="2000" dirty="0">
                <a:solidFill>
                  <a:srgbClr val="000066"/>
                </a:solidFill>
                <a:latin typeface="Lucida Sans Unicode" panose="020B0602030504020204" pitchFamily="34" charset="0"/>
              </a:rPr>
              <a:t>}; </a:t>
            </a:r>
          </a:p>
        </p:txBody>
      </p:sp>
      <p:sp>
        <p:nvSpPr>
          <p:cNvPr id="27651" name="Rectangle 7"/>
          <p:cNvSpPr>
            <a:spLocks noChangeArrowheads="1"/>
          </p:cNvSpPr>
          <p:nvPr/>
        </p:nvSpPr>
        <p:spPr bwMode="auto">
          <a:xfrm>
            <a:off x="4191000" y="152401"/>
            <a:ext cx="4419600" cy="5191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ctr">
            <a:spAutoFit/>
          </a:bodyPr>
          <a:lstStyle>
            <a:lvl1pPr eaLnBrk="0" hangingPunct="0">
              <a:defRPr>
                <a:solidFill>
                  <a:schemeClr val="tx1"/>
                </a:solidFill>
                <a:latin typeface="Arial" panose="020B0604020202020204" pitchFamily="34" charset="0"/>
                <a:cs typeface="Arial" panose="020B0604020202020204" pitchFamily="34" charset="0"/>
              </a:defRPr>
            </a:lvl1pPr>
            <a:lvl2pPr marL="742950" indent="-285750" eaLnBrk="0" hangingPunct="0">
              <a:defRPr>
                <a:solidFill>
                  <a:schemeClr val="tx1"/>
                </a:solidFill>
                <a:latin typeface="Arial" panose="020B0604020202020204" pitchFamily="34" charset="0"/>
                <a:cs typeface="Arial" panose="020B0604020202020204" pitchFamily="34" charset="0"/>
              </a:defRPr>
            </a:lvl2pPr>
            <a:lvl3pPr marL="1143000" indent="-228600" eaLnBrk="0" hangingPunct="0">
              <a:defRPr>
                <a:solidFill>
                  <a:schemeClr val="tx1"/>
                </a:solidFill>
                <a:latin typeface="Arial" panose="020B0604020202020204" pitchFamily="34" charset="0"/>
                <a:cs typeface="Arial" panose="020B0604020202020204" pitchFamily="34" charset="0"/>
              </a:defRPr>
            </a:lvl3pPr>
            <a:lvl4pPr marL="1600200" indent="-228600" eaLnBrk="0" hangingPunct="0">
              <a:defRPr>
                <a:solidFill>
                  <a:schemeClr val="tx1"/>
                </a:solidFill>
                <a:latin typeface="Arial" panose="020B0604020202020204" pitchFamily="34" charset="0"/>
                <a:cs typeface="Arial" panose="020B0604020202020204" pitchFamily="34" charset="0"/>
              </a:defRPr>
            </a:lvl4pPr>
            <a:lvl5pPr marL="2057400" indent="-228600" eaLnBrk="0" hangingPunct="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eaLnBrk="1" hangingPunct="1"/>
            <a:r>
              <a:rPr lang="en-US" altLang="en-US" sz="2800" b="1">
                <a:solidFill>
                  <a:srgbClr val="000066"/>
                </a:solidFill>
                <a:latin typeface="Verdana" panose="020B0604030504040204" pitchFamily="34" charset="0"/>
              </a:rPr>
              <a:t>Multiple Inheritance</a:t>
            </a:r>
          </a:p>
        </p:txBody>
      </p:sp>
      <p:grpSp>
        <p:nvGrpSpPr>
          <p:cNvPr id="27652" name="Group 8"/>
          <p:cNvGrpSpPr>
            <a:grpSpLocks/>
          </p:cNvGrpSpPr>
          <p:nvPr/>
        </p:nvGrpSpPr>
        <p:grpSpPr bwMode="auto">
          <a:xfrm>
            <a:off x="6324600" y="3733800"/>
            <a:ext cx="3352800" cy="2057400"/>
            <a:chOff x="2960" y="2208"/>
            <a:chExt cx="2368" cy="1680"/>
          </a:xfrm>
        </p:grpSpPr>
        <p:sp>
          <p:nvSpPr>
            <p:cNvPr id="27653" name="Rectangle 9"/>
            <p:cNvSpPr>
              <a:spLocks noChangeArrowheads="1"/>
            </p:cNvSpPr>
            <p:nvPr/>
          </p:nvSpPr>
          <p:spPr bwMode="auto">
            <a:xfrm>
              <a:off x="2960" y="2208"/>
              <a:ext cx="1063" cy="448"/>
            </a:xfrm>
            <a:prstGeom prst="rect">
              <a:avLst/>
            </a:prstGeom>
            <a:solidFill>
              <a:srgbClr val="C5C5FF"/>
            </a:solidFill>
            <a:ln w="9525" cap="sq">
              <a:solidFill>
                <a:srgbClr val="000000"/>
              </a:solidFill>
              <a:miter lim="800000"/>
              <a:headEnd/>
              <a:tailEnd/>
            </a:ln>
          </p:spPr>
          <p:txBody>
            <a:bodyPr wrap="none" anchor="ctr"/>
            <a:lstStyle>
              <a:lvl1pPr eaLnBrk="0" hangingPunct="0">
                <a:defRPr>
                  <a:solidFill>
                    <a:schemeClr val="tx1"/>
                  </a:solidFill>
                  <a:latin typeface="Arial" panose="020B0604020202020204" pitchFamily="34" charset="0"/>
                  <a:cs typeface="Arial" panose="020B0604020202020204" pitchFamily="34" charset="0"/>
                </a:defRPr>
              </a:lvl1pPr>
              <a:lvl2pPr marL="742950" indent="-285750" eaLnBrk="0" hangingPunct="0">
                <a:defRPr>
                  <a:solidFill>
                    <a:schemeClr val="tx1"/>
                  </a:solidFill>
                  <a:latin typeface="Arial" panose="020B0604020202020204" pitchFamily="34" charset="0"/>
                  <a:cs typeface="Arial" panose="020B0604020202020204" pitchFamily="34" charset="0"/>
                </a:defRPr>
              </a:lvl2pPr>
              <a:lvl3pPr marL="1143000" indent="-228600" eaLnBrk="0" hangingPunct="0">
                <a:defRPr>
                  <a:solidFill>
                    <a:schemeClr val="tx1"/>
                  </a:solidFill>
                  <a:latin typeface="Arial" panose="020B0604020202020204" pitchFamily="34" charset="0"/>
                  <a:cs typeface="Arial" panose="020B0604020202020204" pitchFamily="34" charset="0"/>
                </a:defRPr>
              </a:lvl3pPr>
              <a:lvl4pPr marL="1600200" indent="-228600" eaLnBrk="0" hangingPunct="0">
                <a:defRPr>
                  <a:solidFill>
                    <a:schemeClr val="tx1"/>
                  </a:solidFill>
                  <a:latin typeface="Arial" panose="020B0604020202020204" pitchFamily="34" charset="0"/>
                  <a:cs typeface="Arial" panose="020B0604020202020204" pitchFamily="34" charset="0"/>
                </a:defRPr>
              </a:lvl4pPr>
              <a:lvl5pPr marL="2057400" indent="-228600" eaLnBrk="0" hangingPunct="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eaLnBrk="1" hangingPunct="1"/>
              <a:endParaRPr lang="en-US" altLang="en-US">
                <a:latin typeface="Lucida Sans Unicode" panose="020B0602030504020204" pitchFamily="34" charset="0"/>
              </a:endParaRPr>
            </a:p>
          </p:txBody>
        </p:sp>
        <p:sp>
          <p:nvSpPr>
            <p:cNvPr id="27654" name="Rectangle 10"/>
            <p:cNvSpPr>
              <a:spLocks noChangeArrowheads="1"/>
            </p:cNvSpPr>
            <p:nvPr/>
          </p:nvSpPr>
          <p:spPr bwMode="auto">
            <a:xfrm>
              <a:off x="3619" y="3560"/>
              <a:ext cx="1069" cy="328"/>
            </a:xfrm>
            <a:prstGeom prst="rect">
              <a:avLst/>
            </a:prstGeom>
            <a:solidFill>
              <a:srgbClr val="80D212"/>
            </a:solidFill>
            <a:ln w="9525" cap="sq">
              <a:solidFill>
                <a:srgbClr val="000000"/>
              </a:solidFill>
              <a:miter lim="800000"/>
              <a:headEnd/>
              <a:tailEnd/>
            </a:ln>
          </p:spPr>
          <p:txBody>
            <a:bodyPr wrap="none" anchor="ctr"/>
            <a:lstStyle>
              <a:lvl1pPr eaLnBrk="0" hangingPunct="0">
                <a:defRPr>
                  <a:solidFill>
                    <a:schemeClr val="tx1"/>
                  </a:solidFill>
                  <a:latin typeface="Arial" panose="020B0604020202020204" pitchFamily="34" charset="0"/>
                  <a:cs typeface="Arial" panose="020B0604020202020204" pitchFamily="34" charset="0"/>
                </a:defRPr>
              </a:lvl1pPr>
              <a:lvl2pPr marL="742950" indent="-285750" eaLnBrk="0" hangingPunct="0">
                <a:defRPr>
                  <a:solidFill>
                    <a:schemeClr val="tx1"/>
                  </a:solidFill>
                  <a:latin typeface="Arial" panose="020B0604020202020204" pitchFamily="34" charset="0"/>
                  <a:cs typeface="Arial" panose="020B0604020202020204" pitchFamily="34" charset="0"/>
                </a:defRPr>
              </a:lvl2pPr>
              <a:lvl3pPr marL="1143000" indent="-228600" eaLnBrk="0" hangingPunct="0">
                <a:defRPr>
                  <a:solidFill>
                    <a:schemeClr val="tx1"/>
                  </a:solidFill>
                  <a:latin typeface="Arial" panose="020B0604020202020204" pitchFamily="34" charset="0"/>
                  <a:cs typeface="Arial" panose="020B0604020202020204" pitchFamily="34" charset="0"/>
                </a:defRPr>
              </a:lvl3pPr>
              <a:lvl4pPr marL="1600200" indent="-228600" eaLnBrk="0" hangingPunct="0">
                <a:defRPr>
                  <a:solidFill>
                    <a:schemeClr val="tx1"/>
                  </a:solidFill>
                  <a:latin typeface="Arial" panose="020B0604020202020204" pitchFamily="34" charset="0"/>
                  <a:cs typeface="Arial" panose="020B0604020202020204" pitchFamily="34" charset="0"/>
                </a:defRPr>
              </a:lvl4pPr>
              <a:lvl5pPr marL="2057400" indent="-228600" eaLnBrk="0" hangingPunct="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eaLnBrk="1" hangingPunct="1"/>
              <a:endParaRPr lang="en-US" altLang="en-US">
                <a:latin typeface="Lucida Sans Unicode" panose="020B0602030504020204" pitchFamily="34" charset="0"/>
              </a:endParaRPr>
            </a:p>
          </p:txBody>
        </p:sp>
        <p:sp>
          <p:nvSpPr>
            <p:cNvPr id="27655" name="Rectangle 11"/>
            <p:cNvSpPr>
              <a:spLocks noChangeArrowheads="1"/>
            </p:cNvSpPr>
            <p:nvPr/>
          </p:nvSpPr>
          <p:spPr bwMode="auto">
            <a:xfrm>
              <a:off x="4256" y="2208"/>
              <a:ext cx="1072" cy="400"/>
            </a:xfrm>
            <a:prstGeom prst="rect">
              <a:avLst/>
            </a:prstGeom>
            <a:solidFill>
              <a:srgbClr val="FBF6C9"/>
            </a:solidFill>
            <a:ln w="9525" cap="sq">
              <a:solidFill>
                <a:srgbClr val="000000"/>
              </a:solidFill>
              <a:miter lim="800000"/>
              <a:headEnd/>
              <a:tailEnd/>
            </a:ln>
          </p:spPr>
          <p:txBody>
            <a:bodyPr wrap="none" anchor="ctr"/>
            <a:lstStyle>
              <a:lvl1pPr eaLnBrk="0" hangingPunct="0">
                <a:defRPr>
                  <a:solidFill>
                    <a:schemeClr val="tx1"/>
                  </a:solidFill>
                  <a:latin typeface="Arial" panose="020B0604020202020204" pitchFamily="34" charset="0"/>
                  <a:cs typeface="Arial" panose="020B0604020202020204" pitchFamily="34" charset="0"/>
                </a:defRPr>
              </a:lvl1pPr>
              <a:lvl2pPr marL="742950" indent="-285750" eaLnBrk="0" hangingPunct="0">
                <a:defRPr>
                  <a:solidFill>
                    <a:schemeClr val="tx1"/>
                  </a:solidFill>
                  <a:latin typeface="Arial" panose="020B0604020202020204" pitchFamily="34" charset="0"/>
                  <a:cs typeface="Arial" panose="020B0604020202020204" pitchFamily="34" charset="0"/>
                </a:defRPr>
              </a:lvl2pPr>
              <a:lvl3pPr marL="1143000" indent="-228600" eaLnBrk="0" hangingPunct="0">
                <a:defRPr>
                  <a:solidFill>
                    <a:schemeClr val="tx1"/>
                  </a:solidFill>
                  <a:latin typeface="Arial" panose="020B0604020202020204" pitchFamily="34" charset="0"/>
                  <a:cs typeface="Arial" panose="020B0604020202020204" pitchFamily="34" charset="0"/>
                </a:defRPr>
              </a:lvl3pPr>
              <a:lvl4pPr marL="1600200" indent="-228600" eaLnBrk="0" hangingPunct="0">
                <a:defRPr>
                  <a:solidFill>
                    <a:schemeClr val="tx1"/>
                  </a:solidFill>
                  <a:latin typeface="Arial" panose="020B0604020202020204" pitchFamily="34" charset="0"/>
                  <a:cs typeface="Arial" panose="020B0604020202020204" pitchFamily="34" charset="0"/>
                </a:defRPr>
              </a:lvl4pPr>
              <a:lvl5pPr marL="2057400" indent="-228600" eaLnBrk="0" hangingPunct="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eaLnBrk="1" hangingPunct="1"/>
              <a:endParaRPr lang="en-US" altLang="en-US">
                <a:latin typeface="Lucida Sans Unicode" panose="020B0602030504020204" pitchFamily="34" charset="0"/>
              </a:endParaRPr>
            </a:p>
          </p:txBody>
        </p:sp>
        <p:sp>
          <p:nvSpPr>
            <p:cNvPr id="27656" name="Line 12"/>
            <p:cNvSpPr>
              <a:spLocks noChangeShapeType="1"/>
            </p:cNvSpPr>
            <p:nvPr/>
          </p:nvSpPr>
          <p:spPr bwMode="auto">
            <a:xfrm>
              <a:off x="3510" y="2616"/>
              <a:ext cx="522" cy="936"/>
            </a:xfrm>
            <a:prstGeom prst="line">
              <a:avLst/>
            </a:prstGeom>
            <a:noFill/>
            <a:ln w="38100" cap="sq">
              <a:solidFill>
                <a:srgbClr val="000000"/>
              </a:solidFill>
              <a:round/>
              <a:headEnd/>
              <a:tailEnd type="triangle" w="med" len="med"/>
            </a:ln>
            <a:extLst>
              <a:ext uri="{909E8E84-426E-40DD-AFC4-6F175D3DCCD1}">
                <a14:hiddenFill xmlns:a14="http://schemas.microsoft.com/office/drawing/2010/main">
                  <a:noFill/>
                </a14:hiddenFill>
              </a:ext>
            </a:extLst>
          </p:spPr>
          <p:txBody>
            <a:bodyPr/>
            <a:lstStyle/>
            <a:p>
              <a:endParaRPr lang="en-IN"/>
            </a:p>
          </p:txBody>
        </p:sp>
        <p:sp>
          <p:nvSpPr>
            <p:cNvPr id="27657" name="Line 13"/>
            <p:cNvSpPr>
              <a:spLocks noChangeShapeType="1"/>
            </p:cNvSpPr>
            <p:nvPr/>
          </p:nvSpPr>
          <p:spPr bwMode="auto">
            <a:xfrm flipH="1">
              <a:off x="4188" y="2616"/>
              <a:ext cx="756" cy="936"/>
            </a:xfrm>
            <a:prstGeom prst="line">
              <a:avLst/>
            </a:prstGeom>
            <a:noFill/>
            <a:ln w="38100" cap="sq">
              <a:solidFill>
                <a:srgbClr val="000000"/>
              </a:solidFill>
              <a:round/>
              <a:headEnd/>
              <a:tailEnd type="triangle" w="med" len="med"/>
            </a:ln>
            <a:extLst>
              <a:ext uri="{909E8E84-426E-40DD-AFC4-6F175D3DCCD1}">
                <a14:hiddenFill xmlns:a14="http://schemas.microsoft.com/office/drawing/2010/main">
                  <a:noFill/>
                </a14:hiddenFill>
              </a:ext>
            </a:extLst>
          </p:spPr>
          <p:txBody>
            <a:bodyPr/>
            <a:lstStyle/>
            <a:p>
              <a:endParaRPr lang="en-IN"/>
            </a:p>
          </p:txBody>
        </p:sp>
        <p:sp>
          <p:nvSpPr>
            <p:cNvPr id="27658" name="Text Box 14"/>
            <p:cNvSpPr txBox="1">
              <a:spLocks noChangeArrowheads="1"/>
            </p:cNvSpPr>
            <p:nvPr/>
          </p:nvSpPr>
          <p:spPr bwMode="auto">
            <a:xfrm>
              <a:off x="2960" y="2284"/>
              <a:ext cx="1030" cy="40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cap="sq">
                  <a:solidFill>
                    <a:srgbClr val="000000"/>
                  </a:solidFill>
                  <a:miter lim="800000"/>
                  <a:headEnd/>
                  <a:tailEnd/>
                </a14:hiddenLine>
              </a:ext>
            </a:extLst>
          </p:spPr>
          <p:txBody>
            <a:bodyPr lIns="64008" tIns="32004" rIns="64008" bIns="32004"/>
            <a:lstStyle>
              <a:lvl1pPr eaLnBrk="0" hangingPunct="0">
                <a:defRPr>
                  <a:solidFill>
                    <a:schemeClr val="tx1"/>
                  </a:solidFill>
                  <a:latin typeface="Arial" panose="020B0604020202020204" pitchFamily="34" charset="0"/>
                  <a:cs typeface="Arial" panose="020B0604020202020204" pitchFamily="34" charset="0"/>
                </a:defRPr>
              </a:lvl1pPr>
              <a:lvl2pPr marL="742950" indent="-285750" eaLnBrk="0" hangingPunct="0">
                <a:defRPr>
                  <a:solidFill>
                    <a:schemeClr val="tx1"/>
                  </a:solidFill>
                  <a:latin typeface="Arial" panose="020B0604020202020204" pitchFamily="34" charset="0"/>
                  <a:cs typeface="Arial" panose="020B0604020202020204" pitchFamily="34" charset="0"/>
                </a:defRPr>
              </a:lvl2pPr>
              <a:lvl3pPr marL="1143000" indent="-228600" eaLnBrk="0" hangingPunct="0">
                <a:defRPr>
                  <a:solidFill>
                    <a:schemeClr val="tx1"/>
                  </a:solidFill>
                  <a:latin typeface="Arial" panose="020B0604020202020204" pitchFamily="34" charset="0"/>
                  <a:cs typeface="Arial" panose="020B0604020202020204" pitchFamily="34" charset="0"/>
                </a:defRPr>
              </a:lvl3pPr>
              <a:lvl4pPr marL="1600200" indent="-228600" eaLnBrk="0" hangingPunct="0">
                <a:defRPr>
                  <a:solidFill>
                    <a:schemeClr val="tx1"/>
                  </a:solidFill>
                  <a:latin typeface="Arial" panose="020B0604020202020204" pitchFamily="34" charset="0"/>
                  <a:cs typeface="Arial" panose="020B0604020202020204" pitchFamily="34" charset="0"/>
                </a:defRPr>
              </a:lvl4pPr>
              <a:lvl5pPr marL="2057400" indent="-228600" eaLnBrk="0" hangingPunct="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algn="ctr"/>
              <a:r>
                <a:rPr lang="en-US" altLang="en-US" sz="2000" b="1">
                  <a:solidFill>
                    <a:srgbClr val="000000"/>
                  </a:solidFill>
                  <a:latin typeface="Verdana" panose="020B0604030504040204" pitchFamily="34" charset="0"/>
                </a:rPr>
                <a:t>Person</a:t>
              </a:r>
              <a:endParaRPr lang="en-US" altLang="en-US" sz="2000" b="1">
                <a:latin typeface="Verdana" panose="020B0604030504040204" pitchFamily="34" charset="0"/>
              </a:endParaRPr>
            </a:p>
          </p:txBody>
        </p:sp>
        <p:sp>
          <p:nvSpPr>
            <p:cNvPr id="27659" name="Text Box 15"/>
            <p:cNvSpPr txBox="1">
              <a:spLocks noChangeArrowheads="1"/>
            </p:cNvSpPr>
            <p:nvPr/>
          </p:nvSpPr>
          <p:spPr bwMode="auto">
            <a:xfrm>
              <a:off x="4198" y="2270"/>
              <a:ext cx="1115" cy="34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cap="sq">
                  <a:solidFill>
                    <a:srgbClr val="000000"/>
                  </a:solidFill>
                  <a:miter lim="800000"/>
                  <a:headEnd/>
                  <a:tailEnd/>
                </a14:hiddenLine>
              </a:ext>
            </a:extLst>
          </p:spPr>
          <p:txBody>
            <a:bodyPr lIns="64008" tIns="32004" rIns="64008" bIns="32004"/>
            <a:lstStyle>
              <a:lvl1pPr eaLnBrk="0" hangingPunct="0">
                <a:defRPr>
                  <a:solidFill>
                    <a:schemeClr val="tx1"/>
                  </a:solidFill>
                  <a:latin typeface="Arial" panose="020B0604020202020204" pitchFamily="34" charset="0"/>
                  <a:cs typeface="Arial" panose="020B0604020202020204" pitchFamily="34" charset="0"/>
                </a:defRPr>
              </a:lvl1pPr>
              <a:lvl2pPr marL="742950" indent="-285750" eaLnBrk="0" hangingPunct="0">
                <a:defRPr>
                  <a:solidFill>
                    <a:schemeClr val="tx1"/>
                  </a:solidFill>
                  <a:latin typeface="Arial" panose="020B0604020202020204" pitchFamily="34" charset="0"/>
                  <a:cs typeface="Arial" panose="020B0604020202020204" pitchFamily="34" charset="0"/>
                </a:defRPr>
              </a:lvl2pPr>
              <a:lvl3pPr marL="1143000" indent="-228600" eaLnBrk="0" hangingPunct="0">
                <a:defRPr>
                  <a:solidFill>
                    <a:schemeClr val="tx1"/>
                  </a:solidFill>
                  <a:latin typeface="Arial" panose="020B0604020202020204" pitchFamily="34" charset="0"/>
                  <a:cs typeface="Arial" panose="020B0604020202020204" pitchFamily="34" charset="0"/>
                </a:defRPr>
              </a:lvl3pPr>
              <a:lvl4pPr marL="1600200" indent="-228600" eaLnBrk="0" hangingPunct="0">
                <a:defRPr>
                  <a:solidFill>
                    <a:schemeClr val="tx1"/>
                  </a:solidFill>
                  <a:latin typeface="Arial" panose="020B0604020202020204" pitchFamily="34" charset="0"/>
                  <a:cs typeface="Arial" panose="020B0604020202020204" pitchFamily="34" charset="0"/>
                </a:defRPr>
              </a:lvl4pPr>
              <a:lvl5pPr marL="2057400" indent="-228600" eaLnBrk="0" hangingPunct="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algn="ctr"/>
              <a:r>
                <a:rPr lang="en-US" altLang="en-US" b="1">
                  <a:solidFill>
                    <a:srgbClr val="000000"/>
                  </a:solidFill>
                  <a:latin typeface="Verdana" panose="020B0604030504040204" pitchFamily="34" charset="0"/>
                </a:rPr>
                <a:t>Employee</a:t>
              </a:r>
              <a:endParaRPr lang="en-US" altLang="en-US" b="1">
                <a:latin typeface="Verdana" panose="020B0604030504040204" pitchFamily="34" charset="0"/>
              </a:endParaRPr>
            </a:p>
          </p:txBody>
        </p:sp>
        <p:sp>
          <p:nvSpPr>
            <p:cNvPr id="27660" name="Text Box 16"/>
            <p:cNvSpPr txBox="1">
              <a:spLocks noChangeArrowheads="1"/>
            </p:cNvSpPr>
            <p:nvPr/>
          </p:nvSpPr>
          <p:spPr bwMode="auto">
            <a:xfrm>
              <a:off x="3653" y="3617"/>
              <a:ext cx="939" cy="22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cap="sq">
                  <a:solidFill>
                    <a:srgbClr val="000000"/>
                  </a:solidFill>
                  <a:miter lim="800000"/>
                  <a:headEnd/>
                  <a:tailEnd/>
                </a14:hiddenLine>
              </a:ext>
            </a:extLst>
          </p:spPr>
          <p:txBody>
            <a:bodyPr lIns="64008" tIns="32004" rIns="64008" bIns="32004"/>
            <a:lstStyle>
              <a:lvl1pPr eaLnBrk="0" hangingPunct="0">
                <a:defRPr>
                  <a:solidFill>
                    <a:schemeClr val="tx1"/>
                  </a:solidFill>
                  <a:latin typeface="Arial" panose="020B0604020202020204" pitchFamily="34" charset="0"/>
                  <a:cs typeface="Arial" panose="020B0604020202020204" pitchFamily="34" charset="0"/>
                </a:defRPr>
              </a:lvl1pPr>
              <a:lvl2pPr marL="742950" indent="-285750" eaLnBrk="0" hangingPunct="0">
                <a:defRPr>
                  <a:solidFill>
                    <a:schemeClr val="tx1"/>
                  </a:solidFill>
                  <a:latin typeface="Arial" panose="020B0604020202020204" pitchFamily="34" charset="0"/>
                  <a:cs typeface="Arial" panose="020B0604020202020204" pitchFamily="34" charset="0"/>
                </a:defRPr>
              </a:lvl2pPr>
              <a:lvl3pPr marL="1143000" indent="-228600" eaLnBrk="0" hangingPunct="0">
                <a:defRPr>
                  <a:solidFill>
                    <a:schemeClr val="tx1"/>
                  </a:solidFill>
                  <a:latin typeface="Arial" panose="020B0604020202020204" pitchFamily="34" charset="0"/>
                  <a:cs typeface="Arial" panose="020B0604020202020204" pitchFamily="34" charset="0"/>
                </a:defRPr>
              </a:lvl3pPr>
              <a:lvl4pPr marL="1600200" indent="-228600" eaLnBrk="0" hangingPunct="0">
                <a:defRPr>
                  <a:solidFill>
                    <a:schemeClr val="tx1"/>
                  </a:solidFill>
                  <a:latin typeface="Arial" panose="020B0604020202020204" pitchFamily="34" charset="0"/>
                  <a:cs typeface="Arial" panose="020B0604020202020204" pitchFamily="34" charset="0"/>
                </a:defRPr>
              </a:lvl4pPr>
              <a:lvl5pPr marL="2057400" indent="-228600" eaLnBrk="0" hangingPunct="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algn="ctr"/>
              <a:r>
                <a:rPr lang="en-US" altLang="en-US" b="1">
                  <a:solidFill>
                    <a:srgbClr val="000000"/>
                  </a:solidFill>
                  <a:latin typeface="Verdana" panose="020B0604030504040204" pitchFamily="34" charset="0"/>
                </a:rPr>
                <a:t>Teacher</a:t>
              </a:r>
              <a:endParaRPr lang="en-US" altLang="en-US" b="1">
                <a:latin typeface="Verdana" panose="020B0604030504040204" pitchFamily="34" charset="0"/>
              </a:endParaRPr>
            </a:p>
          </p:txBody>
        </p:sp>
      </p:grpSp>
    </p:spTree>
    <p:extLst>
      <p:ext uri="{BB962C8B-B14F-4D97-AF65-F5344CB8AC3E}">
        <p14:creationId xmlns:p14="http://schemas.microsoft.com/office/powerpoint/2010/main" val="2575564885"/>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a:extLst>
              <a:ext uri="{FF2B5EF4-FFF2-40B4-BE49-F238E27FC236}">
                <a16:creationId xmlns:a16="http://schemas.microsoft.com/office/drawing/2014/main" id="{9A0345F4-C3D6-412E-8376-FE142A2D0937}"/>
              </a:ext>
            </a:extLst>
          </p:cNvPr>
          <p:cNvSpPr txBox="1"/>
          <p:nvPr/>
        </p:nvSpPr>
        <p:spPr>
          <a:xfrm>
            <a:off x="558019" y="299620"/>
            <a:ext cx="5069058" cy="6463308"/>
          </a:xfrm>
          <a:prstGeom prst="rect">
            <a:avLst/>
          </a:prstGeom>
          <a:noFill/>
        </p:spPr>
        <p:txBody>
          <a:bodyPr wrap="square">
            <a:spAutoFit/>
          </a:bodyPr>
          <a:lstStyle/>
          <a:p>
            <a:r>
              <a:rPr lang="en-IN" dirty="0"/>
              <a:t>// C++ program to explain</a:t>
            </a:r>
          </a:p>
          <a:p>
            <a:r>
              <a:rPr lang="en-IN" dirty="0"/>
              <a:t>// multiple inheritance</a:t>
            </a:r>
          </a:p>
          <a:p>
            <a:r>
              <a:rPr lang="en-IN" dirty="0"/>
              <a:t>#include&lt;iostream&gt;</a:t>
            </a:r>
          </a:p>
          <a:p>
            <a:r>
              <a:rPr lang="en-IN" dirty="0"/>
              <a:t>using namespace std;</a:t>
            </a:r>
          </a:p>
          <a:p>
            <a:r>
              <a:rPr lang="en-IN" dirty="0"/>
              <a:t> </a:t>
            </a:r>
          </a:p>
          <a:p>
            <a:r>
              <a:rPr lang="en-IN" dirty="0"/>
              <a:t>// first base class</a:t>
            </a:r>
          </a:p>
          <a:p>
            <a:r>
              <a:rPr lang="en-IN" dirty="0"/>
              <a:t>class Vehicle {</a:t>
            </a:r>
          </a:p>
          <a:p>
            <a:r>
              <a:rPr lang="en-IN" dirty="0"/>
              <a:t>  public:</a:t>
            </a:r>
          </a:p>
          <a:p>
            <a:r>
              <a:rPr lang="en-IN" dirty="0"/>
              <a:t>    Vehicle()</a:t>
            </a:r>
          </a:p>
          <a:p>
            <a:r>
              <a:rPr lang="en-IN" dirty="0"/>
              <a:t>    {</a:t>
            </a:r>
          </a:p>
          <a:p>
            <a:r>
              <a:rPr lang="en-IN" dirty="0"/>
              <a:t>      </a:t>
            </a:r>
            <a:r>
              <a:rPr lang="en-IN" dirty="0" err="1"/>
              <a:t>cout</a:t>
            </a:r>
            <a:r>
              <a:rPr lang="en-IN" dirty="0"/>
              <a:t> &lt;&lt; "This is a Vehicle\n";</a:t>
            </a:r>
          </a:p>
          <a:p>
            <a:r>
              <a:rPr lang="en-IN" dirty="0"/>
              <a:t>    }</a:t>
            </a:r>
          </a:p>
          <a:p>
            <a:r>
              <a:rPr lang="en-IN" dirty="0"/>
              <a:t>};</a:t>
            </a:r>
          </a:p>
          <a:p>
            <a:r>
              <a:rPr lang="en-IN" dirty="0"/>
              <a:t> </a:t>
            </a:r>
          </a:p>
          <a:p>
            <a:r>
              <a:rPr lang="en-IN" dirty="0"/>
              <a:t>// second base class</a:t>
            </a:r>
          </a:p>
          <a:p>
            <a:r>
              <a:rPr lang="en-IN" dirty="0"/>
              <a:t>class </a:t>
            </a:r>
            <a:r>
              <a:rPr lang="en-IN" dirty="0" err="1"/>
              <a:t>FourWheeler</a:t>
            </a:r>
            <a:r>
              <a:rPr lang="en-IN" dirty="0"/>
              <a:t> {</a:t>
            </a:r>
          </a:p>
          <a:p>
            <a:r>
              <a:rPr lang="en-IN" dirty="0"/>
              <a:t>  public:</a:t>
            </a:r>
          </a:p>
          <a:p>
            <a:r>
              <a:rPr lang="en-IN" dirty="0"/>
              <a:t>    </a:t>
            </a:r>
            <a:r>
              <a:rPr lang="en-IN" dirty="0" err="1"/>
              <a:t>FourWheeler</a:t>
            </a:r>
            <a:r>
              <a:rPr lang="en-IN" dirty="0"/>
              <a:t>()</a:t>
            </a:r>
          </a:p>
          <a:p>
            <a:r>
              <a:rPr lang="en-IN" dirty="0"/>
              <a:t>    {</a:t>
            </a:r>
          </a:p>
          <a:p>
            <a:r>
              <a:rPr lang="en-IN" dirty="0"/>
              <a:t>      </a:t>
            </a:r>
            <a:r>
              <a:rPr lang="en-IN" dirty="0" err="1"/>
              <a:t>cout</a:t>
            </a:r>
            <a:r>
              <a:rPr lang="en-IN" dirty="0"/>
              <a:t> &lt;&lt; "This is a 4 wheeler Vehicle\n";</a:t>
            </a:r>
          </a:p>
          <a:p>
            <a:r>
              <a:rPr lang="en-IN" dirty="0"/>
              <a:t>    }</a:t>
            </a:r>
          </a:p>
          <a:p>
            <a:r>
              <a:rPr lang="en-IN" dirty="0"/>
              <a:t>};</a:t>
            </a:r>
          </a:p>
          <a:p>
            <a:endParaRPr lang="en-IN" dirty="0"/>
          </a:p>
        </p:txBody>
      </p:sp>
      <p:sp>
        <p:nvSpPr>
          <p:cNvPr id="5" name="TextBox 4">
            <a:extLst>
              <a:ext uri="{FF2B5EF4-FFF2-40B4-BE49-F238E27FC236}">
                <a16:creationId xmlns:a16="http://schemas.microsoft.com/office/drawing/2014/main" id="{BC4A8580-A7DF-4C56-B184-D54714511E7C}"/>
              </a:ext>
            </a:extLst>
          </p:cNvPr>
          <p:cNvSpPr txBox="1"/>
          <p:nvPr/>
        </p:nvSpPr>
        <p:spPr>
          <a:xfrm>
            <a:off x="5398476" y="299620"/>
            <a:ext cx="6098344" cy="3693319"/>
          </a:xfrm>
          <a:prstGeom prst="rect">
            <a:avLst/>
          </a:prstGeom>
          <a:noFill/>
        </p:spPr>
        <p:txBody>
          <a:bodyPr wrap="square">
            <a:spAutoFit/>
          </a:bodyPr>
          <a:lstStyle/>
          <a:p>
            <a:r>
              <a:rPr lang="en-US" dirty="0"/>
              <a:t>// sub class derived from two base classes</a:t>
            </a:r>
          </a:p>
          <a:p>
            <a:r>
              <a:rPr lang="en-US" dirty="0"/>
              <a:t>class Car : public Vehicle, public </a:t>
            </a:r>
            <a:r>
              <a:rPr lang="en-US" dirty="0" err="1"/>
              <a:t>FourWheeler</a:t>
            </a:r>
            <a:r>
              <a:rPr lang="en-US" dirty="0"/>
              <a:t> {</a:t>
            </a:r>
          </a:p>
          <a:p>
            <a:r>
              <a:rPr lang="en-US" dirty="0"/>
              <a:t> </a:t>
            </a:r>
          </a:p>
          <a:p>
            <a:r>
              <a:rPr lang="en-US" dirty="0"/>
              <a:t>};</a:t>
            </a:r>
          </a:p>
          <a:p>
            <a:r>
              <a:rPr lang="en-US" dirty="0"/>
              <a:t> </a:t>
            </a:r>
          </a:p>
          <a:p>
            <a:r>
              <a:rPr lang="en-US" dirty="0"/>
              <a:t>// main function</a:t>
            </a:r>
          </a:p>
          <a:p>
            <a:r>
              <a:rPr lang="en-US" dirty="0"/>
              <a:t>int main()</a:t>
            </a:r>
          </a:p>
          <a:p>
            <a:r>
              <a:rPr lang="en-US" dirty="0"/>
              <a:t>{  </a:t>
            </a:r>
          </a:p>
          <a:p>
            <a:r>
              <a:rPr lang="en-US" dirty="0"/>
              <a:t>    // Creating object of sub class will</a:t>
            </a:r>
          </a:p>
          <a:p>
            <a:r>
              <a:rPr lang="en-US" dirty="0"/>
              <a:t>    // invoke the constructor of base classes.</a:t>
            </a:r>
          </a:p>
          <a:p>
            <a:r>
              <a:rPr lang="en-US" dirty="0"/>
              <a:t>    Car obj;</a:t>
            </a:r>
          </a:p>
          <a:p>
            <a:r>
              <a:rPr lang="en-US" dirty="0"/>
              <a:t>    return 0;</a:t>
            </a:r>
          </a:p>
          <a:p>
            <a:r>
              <a:rPr lang="en-US" dirty="0"/>
              <a:t>}</a:t>
            </a:r>
            <a:endParaRPr lang="en-IN" dirty="0"/>
          </a:p>
        </p:txBody>
      </p:sp>
      <p:sp>
        <p:nvSpPr>
          <p:cNvPr id="7" name="TextBox 6">
            <a:extLst>
              <a:ext uri="{FF2B5EF4-FFF2-40B4-BE49-F238E27FC236}">
                <a16:creationId xmlns:a16="http://schemas.microsoft.com/office/drawing/2014/main" id="{B7F0DF14-7C0E-4AA2-BDB5-EDE6EAAE2410}"/>
              </a:ext>
            </a:extLst>
          </p:cNvPr>
          <p:cNvSpPr txBox="1"/>
          <p:nvPr/>
        </p:nvSpPr>
        <p:spPr>
          <a:xfrm>
            <a:off x="6564925" y="4916268"/>
            <a:ext cx="3845167" cy="923330"/>
          </a:xfrm>
          <a:prstGeom prst="rect">
            <a:avLst/>
          </a:prstGeom>
          <a:noFill/>
        </p:spPr>
        <p:txBody>
          <a:bodyPr wrap="square">
            <a:spAutoFit/>
          </a:bodyPr>
          <a:lstStyle/>
          <a:p>
            <a:r>
              <a:rPr lang="en-US" b="1" dirty="0">
                <a:solidFill>
                  <a:srgbClr val="FF0000"/>
                </a:solidFill>
              </a:rPr>
              <a:t>Output</a:t>
            </a:r>
          </a:p>
          <a:p>
            <a:r>
              <a:rPr lang="en-US" dirty="0"/>
              <a:t>This is a Vehicle</a:t>
            </a:r>
          </a:p>
          <a:p>
            <a:r>
              <a:rPr lang="en-US" dirty="0"/>
              <a:t>This is a 4 wheeler Vehicle</a:t>
            </a:r>
            <a:endParaRPr lang="en-IN" dirty="0"/>
          </a:p>
        </p:txBody>
      </p:sp>
    </p:spTree>
    <p:extLst>
      <p:ext uri="{BB962C8B-B14F-4D97-AF65-F5344CB8AC3E}">
        <p14:creationId xmlns:p14="http://schemas.microsoft.com/office/powerpoint/2010/main" val="4079248080"/>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8674" name="Picture 4"/>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055077" y="148770"/>
            <a:ext cx="3994150" cy="6096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4" name="Picture 2">
            <a:extLst>
              <a:ext uri="{FF2B5EF4-FFF2-40B4-BE49-F238E27FC236}">
                <a16:creationId xmlns:a16="http://schemas.microsoft.com/office/drawing/2014/main" id="{DF30F218-D6B9-427C-BA94-914C94BC67AA}"/>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5452085" y="148770"/>
            <a:ext cx="5684838" cy="58674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extLst>
      <p:ext uri="{BB962C8B-B14F-4D97-AF65-F5344CB8AC3E}">
        <p14:creationId xmlns:p14="http://schemas.microsoft.com/office/powerpoint/2010/main" val="116396366"/>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p:cNvSpPr>
            <a:spLocks noGrp="1"/>
          </p:cNvSpPr>
          <p:nvPr>
            <p:ph type="title"/>
          </p:nvPr>
        </p:nvSpPr>
        <p:spPr/>
        <p:txBody>
          <a:bodyPr rtlCol="0">
            <a:normAutofit/>
          </a:bodyPr>
          <a:lstStyle/>
          <a:p>
            <a:pPr>
              <a:defRPr/>
            </a:pPr>
            <a:r>
              <a:rPr lang="en-US" u="sng" dirty="0">
                <a:solidFill>
                  <a:srgbClr val="000066"/>
                </a:solidFill>
                <a:latin typeface="Times New Roman" pitchFamily="18" charset="0"/>
              </a:rPr>
              <a:t>Hierarchical Inheritance</a:t>
            </a:r>
            <a:br>
              <a:rPr lang="en-US" u="sng" dirty="0">
                <a:solidFill>
                  <a:srgbClr val="000066"/>
                </a:solidFill>
                <a:latin typeface="Times New Roman" pitchFamily="18" charset="0"/>
              </a:rPr>
            </a:br>
            <a:endParaRPr lang="en-US" dirty="0"/>
          </a:p>
        </p:txBody>
      </p:sp>
      <p:grpSp>
        <p:nvGrpSpPr>
          <p:cNvPr id="35843" name="Group 13"/>
          <p:cNvGrpSpPr>
            <a:grpSpLocks/>
          </p:cNvGrpSpPr>
          <p:nvPr/>
        </p:nvGrpSpPr>
        <p:grpSpPr bwMode="auto">
          <a:xfrm>
            <a:off x="2667000" y="2819400"/>
            <a:ext cx="7010400" cy="1866900"/>
            <a:chOff x="384" y="1392"/>
            <a:chExt cx="4416" cy="1176"/>
          </a:xfrm>
        </p:grpSpPr>
        <p:sp>
          <p:nvSpPr>
            <p:cNvPr id="35845" name="Text Box 14"/>
            <p:cNvSpPr txBox="1">
              <a:spLocks noChangeArrowheads="1"/>
            </p:cNvSpPr>
            <p:nvPr/>
          </p:nvSpPr>
          <p:spPr bwMode="auto">
            <a:xfrm>
              <a:off x="1872" y="1392"/>
              <a:ext cx="1296" cy="432"/>
            </a:xfrm>
            <a:prstGeom prst="rect">
              <a:avLst/>
            </a:prstGeom>
            <a:solidFill>
              <a:srgbClr val="FFFFFF"/>
            </a:solidFill>
            <a:ln w="28575">
              <a:solidFill>
                <a:srgbClr val="000000"/>
              </a:solidFill>
              <a:miter lim="800000"/>
              <a:headEnd/>
              <a:tailEnd/>
            </a:ln>
          </p:spPr>
          <p:txBody>
            <a:bodyPr/>
            <a:lstStyle>
              <a:lvl1pPr eaLnBrk="0" hangingPunct="0">
                <a:defRPr>
                  <a:solidFill>
                    <a:schemeClr val="tx1"/>
                  </a:solidFill>
                  <a:latin typeface="Arial" panose="020B0604020202020204" pitchFamily="34" charset="0"/>
                  <a:cs typeface="Arial" panose="020B0604020202020204" pitchFamily="34" charset="0"/>
                </a:defRPr>
              </a:lvl1pPr>
              <a:lvl2pPr marL="742950" indent="-285750" eaLnBrk="0" hangingPunct="0">
                <a:defRPr>
                  <a:solidFill>
                    <a:schemeClr val="tx1"/>
                  </a:solidFill>
                  <a:latin typeface="Arial" panose="020B0604020202020204" pitchFamily="34" charset="0"/>
                  <a:cs typeface="Arial" panose="020B0604020202020204" pitchFamily="34" charset="0"/>
                </a:defRPr>
              </a:lvl2pPr>
              <a:lvl3pPr marL="1143000" indent="-228600" eaLnBrk="0" hangingPunct="0">
                <a:defRPr>
                  <a:solidFill>
                    <a:schemeClr val="tx1"/>
                  </a:solidFill>
                  <a:latin typeface="Arial" panose="020B0604020202020204" pitchFamily="34" charset="0"/>
                  <a:cs typeface="Arial" panose="020B0604020202020204" pitchFamily="34" charset="0"/>
                </a:defRPr>
              </a:lvl3pPr>
              <a:lvl4pPr marL="1600200" indent="-228600" eaLnBrk="0" hangingPunct="0">
                <a:defRPr>
                  <a:solidFill>
                    <a:schemeClr val="tx1"/>
                  </a:solidFill>
                  <a:latin typeface="Arial" panose="020B0604020202020204" pitchFamily="34" charset="0"/>
                  <a:cs typeface="Arial" panose="020B0604020202020204" pitchFamily="34" charset="0"/>
                </a:defRPr>
              </a:lvl4pPr>
              <a:lvl5pPr marL="2057400" indent="-228600" eaLnBrk="0" hangingPunct="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algn="ctr"/>
              <a:r>
                <a:rPr lang="en-US" altLang="en-US" sz="2800" b="1">
                  <a:solidFill>
                    <a:srgbClr val="3333CC"/>
                  </a:solidFill>
                  <a:latin typeface="Times New Roman" panose="02020603050405020304" pitchFamily="18" charset="0"/>
                </a:rPr>
                <a:t>Employee</a:t>
              </a:r>
            </a:p>
          </p:txBody>
        </p:sp>
        <p:sp>
          <p:nvSpPr>
            <p:cNvPr id="35846" name="Line 17"/>
            <p:cNvSpPr>
              <a:spLocks noChangeShapeType="1"/>
            </p:cNvSpPr>
            <p:nvPr/>
          </p:nvSpPr>
          <p:spPr bwMode="auto">
            <a:xfrm flipH="1">
              <a:off x="1248" y="1824"/>
              <a:ext cx="1176" cy="316"/>
            </a:xfrm>
            <a:prstGeom prst="line">
              <a:avLst/>
            </a:prstGeom>
            <a:noFill/>
            <a:ln w="9525">
              <a:solidFill>
                <a:srgbClr val="000000"/>
              </a:solidFill>
              <a:round/>
              <a:headEnd/>
              <a:tailEnd type="triangle" w="med" len="med"/>
            </a:ln>
            <a:extLst>
              <a:ext uri="{909E8E84-426E-40DD-AFC4-6F175D3DCCD1}">
                <a14:hiddenFill xmlns:a14="http://schemas.microsoft.com/office/drawing/2010/main">
                  <a:noFill/>
                </a14:hiddenFill>
              </a:ext>
            </a:extLst>
          </p:spPr>
          <p:txBody>
            <a:bodyPr/>
            <a:lstStyle/>
            <a:p>
              <a:endParaRPr lang="en-IN"/>
            </a:p>
          </p:txBody>
        </p:sp>
        <p:sp>
          <p:nvSpPr>
            <p:cNvPr id="35847" name="Line 18"/>
            <p:cNvSpPr>
              <a:spLocks noChangeShapeType="1"/>
            </p:cNvSpPr>
            <p:nvPr/>
          </p:nvSpPr>
          <p:spPr bwMode="auto">
            <a:xfrm>
              <a:off x="2544" y="1824"/>
              <a:ext cx="1152" cy="309"/>
            </a:xfrm>
            <a:prstGeom prst="line">
              <a:avLst/>
            </a:prstGeom>
            <a:noFill/>
            <a:ln w="9525">
              <a:solidFill>
                <a:srgbClr val="000000"/>
              </a:solidFill>
              <a:round/>
              <a:headEnd/>
              <a:tailEnd type="triangle" w="med" len="med"/>
            </a:ln>
            <a:extLst>
              <a:ext uri="{909E8E84-426E-40DD-AFC4-6F175D3DCCD1}">
                <a14:hiddenFill xmlns:a14="http://schemas.microsoft.com/office/drawing/2010/main">
                  <a:noFill/>
                </a14:hiddenFill>
              </a:ext>
            </a:extLst>
          </p:spPr>
          <p:txBody>
            <a:bodyPr/>
            <a:lstStyle/>
            <a:p>
              <a:endParaRPr lang="en-IN"/>
            </a:p>
          </p:txBody>
        </p:sp>
        <p:sp>
          <p:nvSpPr>
            <p:cNvPr id="35848" name="Text Box 19"/>
            <p:cNvSpPr txBox="1">
              <a:spLocks noChangeArrowheads="1"/>
            </p:cNvSpPr>
            <p:nvPr/>
          </p:nvSpPr>
          <p:spPr bwMode="auto">
            <a:xfrm>
              <a:off x="384" y="2160"/>
              <a:ext cx="1344" cy="408"/>
            </a:xfrm>
            <a:prstGeom prst="rect">
              <a:avLst/>
            </a:prstGeom>
            <a:solidFill>
              <a:srgbClr val="FFFFFF"/>
            </a:solidFill>
            <a:ln w="28575">
              <a:solidFill>
                <a:srgbClr val="000000"/>
              </a:solidFill>
              <a:miter lim="800000"/>
              <a:headEnd/>
              <a:tailEnd/>
            </a:ln>
          </p:spPr>
          <p:txBody>
            <a:bodyPr/>
            <a:lstStyle>
              <a:lvl1pPr eaLnBrk="0" hangingPunct="0">
                <a:defRPr>
                  <a:solidFill>
                    <a:schemeClr val="tx1"/>
                  </a:solidFill>
                  <a:latin typeface="Arial" panose="020B0604020202020204" pitchFamily="34" charset="0"/>
                  <a:cs typeface="Arial" panose="020B0604020202020204" pitchFamily="34" charset="0"/>
                </a:defRPr>
              </a:lvl1pPr>
              <a:lvl2pPr marL="742950" indent="-285750" eaLnBrk="0" hangingPunct="0">
                <a:defRPr>
                  <a:solidFill>
                    <a:schemeClr val="tx1"/>
                  </a:solidFill>
                  <a:latin typeface="Arial" panose="020B0604020202020204" pitchFamily="34" charset="0"/>
                  <a:cs typeface="Arial" panose="020B0604020202020204" pitchFamily="34" charset="0"/>
                </a:defRPr>
              </a:lvl2pPr>
              <a:lvl3pPr marL="1143000" indent="-228600" eaLnBrk="0" hangingPunct="0">
                <a:defRPr>
                  <a:solidFill>
                    <a:schemeClr val="tx1"/>
                  </a:solidFill>
                  <a:latin typeface="Arial" panose="020B0604020202020204" pitchFamily="34" charset="0"/>
                  <a:cs typeface="Arial" panose="020B0604020202020204" pitchFamily="34" charset="0"/>
                </a:defRPr>
              </a:lvl3pPr>
              <a:lvl4pPr marL="1600200" indent="-228600" eaLnBrk="0" hangingPunct="0">
                <a:defRPr>
                  <a:solidFill>
                    <a:schemeClr val="tx1"/>
                  </a:solidFill>
                  <a:latin typeface="Arial" panose="020B0604020202020204" pitchFamily="34" charset="0"/>
                  <a:cs typeface="Arial" panose="020B0604020202020204" pitchFamily="34" charset="0"/>
                </a:defRPr>
              </a:lvl4pPr>
              <a:lvl5pPr marL="2057400" indent="-228600" eaLnBrk="0" hangingPunct="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algn="ctr"/>
              <a:r>
                <a:rPr lang="en-US" altLang="en-US" sz="2000" b="1">
                  <a:solidFill>
                    <a:srgbClr val="3333CC"/>
                  </a:solidFill>
                  <a:latin typeface="Times New Roman" panose="02020603050405020304" pitchFamily="18" charset="0"/>
                </a:rPr>
                <a:t>Permanent Employee</a:t>
              </a:r>
            </a:p>
          </p:txBody>
        </p:sp>
        <p:sp>
          <p:nvSpPr>
            <p:cNvPr id="35849" name="Text Box 20"/>
            <p:cNvSpPr txBox="1">
              <a:spLocks noChangeArrowheads="1"/>
            </p:cNvSpPr>
            <p:nvPr/>
          </p:nvSpPr>
          <p:spPr bwMode="auto">
            <a:xfrm>
              <a:off x="3456" y="2160"/>
              <a:ext cx="1344" cy="408"/>
            </a:xfrm>
            <a:prstGeom prst="rect">
              <a:avLst/>
            </a:prstGeom>
            <a:solidFill>
              <a:srgbClr val="FFFFFF"/>
            </a:solidFill>
            <a:ln w="28575">
              <a:solidFill>
                <a:srgbClr val="000000"/>
              </a:solidFill>
              <a:miter lim="800000"/>
              <a:headEnd/>
              <a:tailEnd/>
            </a:ln>
          </p:spPr>
          <p:txBody>
            <a:bodyPr/>
            <a:lstStyle>
              <a:lvl1pPr eaLnBrk="0" hangingPunct="0">
                <a:defRPr>
                  <a:solidFill>
                    <a:schemeClr val="tx1"/>
                  </a:solidFill>
                  <a:latin typeface="Arial" panose="020B0604020202020204" pitchFamily="34" charset="0"/>
                  <a:cs typeface="Arial" panose="020B0604020202020204" pitchFamily="34" charset="0"/>
                </a:defRPr>
              </a:lvl1pPr>
              <a:lvl2pPr marL="742950" indent="-285750" eaLnBrk="0" hangingPunct="0">
                <a:defRPr>
                  <a:solidFill>
                    <a:schemeClr val="tx1"/>
                  </a:solidFill>
                  <a:latin typeface="Arial" panose="020B0604020202020204" pitchFamily="34" charset="0"/>
                  <a:cs typeface="Arial" panose="020B0604020202020204" pitchFamily="34" charset="0"/>
                </a:defRPr>
              </a:lvl2pPr>
              <a:lvl3pPr marL="1143000" indent="-228600" eaLnBrk="0" hangingPunct="0">
                <a:defRPr>
                  <a:solidFill>
                    <a:schemeClr val="tx1"/>
                  </a:solidFill>
                  <a:latin typeface="Arial" panose="020B0604020202020204" pitchFamily="34" charset="0"/>
                  <a:cs typeface="Arial" panose="020B0604020202020204" pitchFamily="34" charset="0"/>
                </a:defRPr>
              </a:lvl3pPr>
              <a:lvl4pPr marL="1600200" indent="-228600" eaLnBrk="0" hangingPunct="0">
                <a:defRPr>
                  <a:solidFill>
                    <a:schemeClr val="tx1"/>
                  </a:solidFill>
                  <a:latin typeface="Arial" panose="020B0604020202020204" pitchFamily="34" charset="0"/>
                  <a:cs typeface="Arial" panose="020B0604020202020204" pitchFamily="34" charset="0"/>
                </a:defRPr>
              </a:lvl4pPr>
              <a:lvl5pPr marL="2057400" indent="-228600" eaLnBrk="0" hangingPunct="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algn="ctr"/>
              <a:r>
                <a:rPr lang="en-US" altLang="en-US" sz="2000" b="1">
                  <a:solidFill>
                    <a:srgbClr val="3333CC"/>
                  </a:solidFill>
                  <a:latin typeface="Times New Roman" panose="02020603050405020304" pitchFamily="18" charset="0"/>
                </a:rPr>
                <a:t>Temporary Employee</a:t>
              </a:r>
            </a:p>
          </p:txBody>
        </p:sp>
      </p:grpSp>
      <p:sp>
        <p:nvSpPr>
          <p:cNvPr id="35844" name="Rectangle 8"/>
          <p:cNvSpPr>
            <a:spLocks noChangeArrowheads="1"/>
          </p:cNvSpPr>
          <p:nvPr/>
        </p:nvSpPr>
        <p:spPr bwMode="auto">
          <a:xfrm>
            <a:off x="1828800" y="1066800"/>
            <a:ext cx="8458200" cy="133882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a:solidFill>
                  <a:schemeClr val="tx1"/>
                </a:solidFill>
                <a:latin typeface="Arial" panose="020B0604020202020204" pitchFamily="34" charset="0"/>
                <a:cs typeface="Arial" panose="020B0604020202020204" pitchFamily="34" charset="0"/>
              </a:defRPr>
            </a:lvl1pPr>
            <a:lvl2pPr marL="742950" indent="-285750" eaLnBrk="0" hangingPunct="0">
              <a:defRPr>
                <a:solidFill>
                  <a:schemeClr val="tx1"/>
                </a:solidFill>
                <a:latin typeface="Arial" panose="020B0604020202020204" pitchFamily="34" charset="0"/>
                <a:cs typeface="Arial" panose="020B0604020202020204" pitchFamily="34" charset="0"/>
              </a:defRPr>
            </a:lvl2pPr>
            <a:lvl3pPr marL="1143000" indent="-228600" eaLnBrk="0" hangingPunct="0">
              <a:defRPr>
                <a:solidFill>
                  <a:schemeClr val="tx1"/>
                </a:solidFill>
                <a:latin typeface="Arial" panose="020B0604020202020204" pitchFamily="34" charset="0"/>
                <a:cs typeface="Arial" panose="020B0604020202020204" pitchFamily="34" charset="0"/>
              </a:defRPr>
            </a:lvl3pPr>
            <a:lvl4pPr marL="1600200" indent="-228600" eaLnBrk="0" hangingPunct="0">
              <a:defRPr>
                <a:solidFill>
                  <a:schemeClr val="tx1"/>
                </a:solidFill>
                <a:latin typeface="Arial" panose="020B0604020202020204" pitchFamily="34" charset="0"/>
                <a:cs typeface="Arial" panose="020B0604020202020204" pitchFamily="34" charset="0"/>
              </a:defRPr>
            </a:lvl4pPr>
            <a:lvl5pPr marL="2057400" indent="-228600" eaLnBrk="0" hangingPunct="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algn="just" eaLnBrk="1" hangingPunct="1">
              <a:lnSpc>
                <a:spcPct val="150000"/>
              </a:lnSpc>
            </a:pPr>
            <a:r>
              <a:rPr lang="en-US" altLang="en-US"/>
              <a:t>If more than one class is inherited from a base class, it's known as hierarchical inheritance. In general, all features that are common in child classes are included in base class in hierarchical inheritance. </a:t>
            </a:r>
          </a:p>
        </p:txBody>
      </p:sp>
    </p:spTree>
    <p:extLst>
      <p:ext uri="{BB962C8B-B14F-4D97-AF65-F5344CB8AC3E}">
        <p14:creationId xmlns:p14="http://schemas.microsoft.com/office/powerpoint/2010/main" val="3989896332"/>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21E10975-1C0E-4C1D-A8F5-E83F5B39E809}"/>
              </a:ext>
            </a:extLst>
          </p:cNvPr>
          <p:cNvSpPr>
            <a:spLocks noGrp="1"/>
          </p:cNvSpPr>
          <p:nvPr>
            <p:ph idx="1"/>
          </p:nvPr>
        </p:nvSpPr>
        <p:spPr>
          <a:xfrm>
            <a:off x="838200" y="267286"/>
            <a:ext cx="10515600" cy="5909677"/>
          </a:xfrm>
        </p:spPr>
        <p:txBody>
          <a:bodyPr>
            <a:noAutofit/>
          </a:bodyPr>
          <a:lstStyle/>
          <a:p>
            <a:pPr marL="0" indent="0">
              <a:buNone/>
            </a:pPr>
            <a:r>
              <a:rPr lang="en-IN" sz="1800" dirty="0">
                <a:latin typeface="Times New Roman" panose="02020603050405020304" pitchFamily="18" charset="0"/>
                <a:cs typeface="Times New Roman" panose="02020603050405020304" pitchFamily="18" charset="0"/>
              </a:rPr>
              <a:t>class </a:t>
            </a:r>
            <a:r>
              <a:rPr lang="en-IN" sz="1800" dirty="0" err="1">
                <a:latin typeface="Times New Roman" panose="02020603050405020304" pitchFamily="18" charset="0"/>
                <a:cs typeface="Times New Roman" panose="02020603050405020304" pitchFamily="18" charset="0"/>
              </a:rPr>
              <a:t>base_class</a:t>
            </a:r>
            <a:endParaRPr lang="en-IN" sz="1800" dirty="0">
              <a:latin typeface="Times New Roman" panose="02020603050405020304" pitchFamily="18" charset="0"/>
              <a:cs typeface="Times New Roman" panose="02020603050405020304" pitchFamily="18" charset="0"/>
            </a:endParaRPr>
          </a:p>
          <a:p>
            <a:pPr marL="0" indent="0">
              <a:buNone/>
            </a:pPr>
            <a:r>
              <a:rPr lang="en-IN" sz="1800" dirty="0">
                <a:latin typeface="Times New Roman" panose="02020603050405020304" pitchFamily="18" charset="0"/>
                <a:cs typeface="Times New Roman" panose="02020603050405020304" pitchFamily="18" charset="0"/>
              </a:rPr>
              <a:t>{</a:t>
            </a:r>
          </a:p>
          <a:p>
            <a:pPr marL="0" indent="0">
              <a:buNone/>
            </a:pPr>
            <a:r>
              <a:rPr lang="en-IN" sz="1800" dirty="0">
                <a:latin typeface="Times New Roman" panose="02020603050405020304" pitchFamily="18" charset="0"/>
                <a:cs typeface="Times New Roman" panose="02020603050405020304" pitchFamily="18" charset="0"/>
              </a:rPr>
              <a:t>    //data members</a:t>
            </a:r>
          </a:p>
          <a:p>
            <a:pPr marL="0" indent="0">
              <a:buNone/>
            </a:pPr>
            <a:r>
              <a:rPr lang="en-IN" sz="1800" dirty="0">
                <a:latin typeface="Times New Roman" panose="02020603050405020304" pitchFamily="18" charset="0"/>
                <a:cs typeface="Times New Roman" panose="02020603050405020304" pitchFamily="18" charset="0"/>
              </a:rPr>
              <a:t>    //member functions</a:t>
            </a:r>
          </a:p>
          <a:p>
            <a:pPr marL="0" indent="0">
              <a:buNone/>
            </a:pPr>
            <a:r>
              <a:rPr lang="en-IN" sz="1800" dirty="0">
                <a:latin typeface="Times New Roman" panose="02020603050405020304" pitchFamily="18" charset="0"/>
                <a:cs typeface="Times New Roman" panose="02020603050405020304" pitchFamily="18" charset="0"/>
              </a:rPr>
              <a:t>};</a:t>
            </a:r>
          </a:p>
          <a:p>
            <a:pPr marL="0" indent="0">
              <a:buNone/>
            </a:pPr>
            <a:r>
              <a:rPr lang="en-IN" sz="1800" dirty="0">
                <a:latin typeface="Times New Roman" panose="02020603050405020304" pitchFamily="18" charset="0"/>
                <a:cs typeface="Times New Roman" panose="02020603050405020304" pitchFamily="18" charset="0"/>
              </a:rPr>
              <a:t>class derived_class1 : </a:t>
            </a:r>
            <a:r>
              <a:rPr lang="en-IN" sz="1800" dirty="0" err="1">
                <a:latin typeface="Times New Roman" panose="02020603050405020304" pitchFamily="18" charset="0"/>
                <a:cs typeface="Times New Roman" panose="02020603050405020304" pitchFamily="18" charset="0"/>
              </a:rPr>
              <a:t>visibility_mode</a:t>
            </a:r>
            <a:r>
              <a:rPr lang="en-IN" sz="1800" dirty="0">
                <a:latin typeface="Times New Roman" panose="02020603050405020304" pitchFamily="18" charset="0"/>
                <a:cs typeface="Times New Roman" panose="02020603050405020304" pitchFamily="18" charset="0"/>
              </a:rPr>
              <a:t> </a:t>
            </a:r>
            <a:r>
              <a:rPr lang="en-IN" sz="1800" dirty="0" err="1">
                <a:latin typeface="Times New Roman" panose="02020603050405020304" pitchFamily="18" charset="0"/>
                <a:cs typeface="Times New Roman" panose="02020603050405020304" pitchFamily="18" charset="0"/>
              </a:rPr>
              <a:t>base_class</a:t>
            </a:r>
            <a:endParaRPr lang="en-IN" sz="1800" dirty="0">
              <a:latin typeface="Times New Roman" panose="02020603050405020304" pitchFamily="18" charset="0"/>
              <a:cs typeface="Times New Roman" panose="02020603050405020304" pitchFamily="18" charset="0"/>
            </a:endParaRPr>
          </a:p>
          <a:p>
            <a:pPr marL="0" indent="0">
              <a:buNone/>
            </a:pPr>
            <a:r>
              <a:rPr lang="en-IN" sz="1800" dirty="0">
                <a:latin typeface="Times New Roman" panose="02020603050405020304" pitchFamily="18" charset="0"/>
                <a:cs typeface="Times New Roman" panose="02020603050405020304" pitchFamily="18" charset="0"/>
              </a:rPr>
              <a:t>{</a:t>
            </a:r>
          </a:p>
          <a:p>
            <a:pPr marL="0" indent="0">
              <a:buNone/>
            </a:pPr>
            <a:r>
              <a:rPr lang="en-IN" sz="1800" dirty="0">
                <a:latin typeface="Times New Roman" panose="02020603050405020304" pitchFamily="18" charset="0"/>
                <a:cs typeface="Times New Roman" panose="02020603050405020304" pitchFamily="18" charset="0"/>
              </a:rPr>
              <a:t>    //data members</a:t>
            </a:r>
          </a:p>
          <a:p>
            <a:pPr marL="0" indent="0">
              <a:buNone/>
            </a:pPr>
            <a:r>
              <a:rPr lang="en-IN" sz="1800" dirty="0">
                <a:latin typeface="Times New Roman" panose="02020603050405020304" pitchFamily="18" charset="0"/>
                <a:cs typeface="Times New Roman" panose="02020603050405020304" pitchFamily="18" charset="0"/>
              </a:rPr>
              <a:t>    //member functions</a:t>
            </a:r>
          </a:p>
          <a:p>
            <a:pPr marL="0" indent="0">
              <a:buNone/>
            </a:pPr>
            <a:r>
              <a:rPr lang="en-IN" sz="1800" dirty="0">
                <a:latin typeface="Times New Roman" panose="02020603050405020304" pitchFamily="18" charset="0"/>
                <a:cs typeface="Times New Roman" panose="02020603050405020304" pitchFamily="18" charset="0"/>
              </a:rPr>
              <a:t>};</a:t>
            </a:r>
          </a:p>
          <a:p>
            <a:pPr marL="0" indent="0">
              <a:buNone/>
            </a:pPr>
            <a:r>
              <a:rPr lang="en-IN" sz="1800" dirty="0">
                <a:latin typeface="Times New Roman" panose="02020603050405020304" pitchFamily="18" charset="0"/>
                <a:cs typeface="Times New Roman" panose="02020603050405020304" pitchFamily="18" charset="0"/>
              </a:rPr>
              <a:t>class derived_class2 : </a:t>
            </a:r>
            <a:r>
              <a:rPr lang="en-IN" sz="1800" dirty="0" err="1">
                <a:latin typeface="Times New Roman" panose="02020603050405020304" pitchFamily="18" charset="0"/>
                <a:cs typeface="Times New Roman" panose="02020603050405020304" pitchFamily="18" charset="0"/>
              </a:rPr>
              <a:t>visibility_mode</a:t>
            </a:r>
            <a:r>
              <a:rPr lang="en-IN" sz="1800" dirty="0">
                <a:latin typeface="Times New Roman" panose="02020603050405020304" pitchFamily="18" charset="0"/>
                <a:cs typeface="Times New Roman" panose="02020603050405020304" pitchFamily="18" charset="0"/>
              </a:rPr>
              <a:t> </a:t>
            </a:r>
            <a:r>
              <a:rPr lang="en-IN" sz="1800" dirty="0" err="1">
                <a:latin typeface="Times New Roman" panose="02020603050405020304" pitchFamily="18" charset="0"/>
                <a:cs typeface="Times New Roman" panose="02020603050405020304" pitchFamily="18" charset="0"/>
              </a:rPr>
              <a:t>base_class</a:t>
            </a:r>
            <a:endParaRPr lang="en-IN" sz="1800" dirty="0">
              <a:latin typeface="Times New Roman" panose="02020603050405020304" pitchFamily="18" charset="0"/>
              <a:cs typeface="Times New Roman" panose="02020603050405020304" pitchFamily="18" charset="0"/>
            </a:endParaRPr>
          </a:p>
          <a:p>
            <a:pPr marL="0" indent="0">
              <a:buNone/>
            </a:pPr>
            <a:r>
              <a:rPr lang="en-IN" sz="1800" dirty="0">
                <a:latin typeface="Times New Roman" panose="02020603050405020304" pitchFamily="18" charset="0"/>
                <a:cs typeface="Times New Roman" panose="02020603050405020304" pitchFamily="18" charset="0"/>
              </a:rPr>
              <a:t>{</a:t>
            </a:r>
          </a:p>
          <a:p>
            <a:pPr marL="0" indent="0">
              <a:buNone/>
            </a:pPr>
            <a:r>
              <a:rPr lang="en-IN" sz="1800" dirty="0">
                <a:latin typeface="Times New Roman" panose="02020603050405020304" pitchFamily="18" charset="0"/>
                <a:cs typeface="Times New Roman" panose="02020603050405020304" pitchFamily="18" charset="0"/>
              </a:rPr>
              <a:t>    //data members</a:t>
            </a:r>
          </a:p>
          <a:p>
            <a:pPr marL="0" indent="0">
              <a:buNone/>
            </a:pPr>
            <a:r>
              <a:rPr lang="en-IN" sz="1800" dirty="0">
                <a:latin typeface="Times New Roman" panose="02020603050405020304" pitchFamily="18" charset="0"/>
                <a:cs typeface="Times New Roman" panose="02020603050405020304" pitchFamily="18" charset="0"/>
              </a:rPr>
              <a:t>    //member functions</a:t>
            </a:r>
          </a:p>
          <a:p>
            <a:pPr marL="0" indent="0">
              <a:buNone/>
            </a:pPr>
            <a:r>
              <a:rPr lang="en-IN" sz="1800" dirty="0">
                <a:latin typeface="Times New Roman" panose="02020603050405020304" pitchFamily="18" charset="0"/>
                <a:cs typeface="Times New Roman" panose="02020603050405020304" pitchFamily="18" charset="0"/>
              </a:rPr>
              <a:t>};</a:t>
            </a:r>
          </a:p>
        </p:txBody>
      </p:sp>
    </p:spTree>
    <p:extLst>
      <p:ext uri="{BB962C8B-B14F-4D97-AF65-F5344CB8AC3E}">
        <p14:creationId xmlns:p14="http://schemas.microsoft.com/office/powerpoint/2010/main" val="571610516"/>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extBox 4">
            <a:extLst>
              <a:ext uri="{FF2B5EF4-FFF2-40B4-BE49-F238E27FC236}">
                <a16:creationId xmlns:a16="http://schemas.microsoft.com/office/drawing/2014/main" id="{43B274DB-E58A-4DF7-B728-811CCD5CF502}"/>
              </a:ext>
            </a:extLst>
          </p:cNvPr>
          <p:cNvSpPr txBox="1"/>
          <p:nvPr/>
        </p:nvSpPr>
        <p:spPr>
          <a:xfrm>
            <a:off x="4962378" y="681037"/>
            <a:ext cx="6098344" cy="4247317"/>
          </a:xfrm>
          <a:prstGeom prst="rect">
            <a:avLst/>
          </a:prstGeom>
          <a:noFill/>
        </p:spPr>
        <p:txBody>
          <a:bodyPr wrap="square">
            <a:spAutoFit/>
          </a:bodyPr>
          <a:lstStyle/>
          <a:p>
            <a:r>
              <a:rPr lang="en-US" dirty="0"/>
              <a:t>// second sub class</a:t>
            </a:r>
          </a:p>
          <a:p>
            <a:r>
              <a:rPr lang="en-US" dirty="0"/>
              <a:t>class Bus: public Vehicle</a:t>
            </a:r>
          </a:p>
          <a:p>
            <a:r>
              <a:rPr lang="en-US" dirty="0"/>
              <a:t>{</a:t>
            </a:r>
          </a:p>
          <a:p>
            <a:r>
              <a:rPr lang="en-US" dirty="0"/>
              <a:t>     </a:t>
            </a:r>
          </a:p>
          <a:p>
            <a:r>
              <a:rPr lang="en-US" dirty="0"/>
              <a:t>};</a:t>
            </a:r>
          </a:p>
          <a:p>
            <a:r>
              <a:rPr lang="en-US" dirty="0"/>
              <a:t> </a:t>
            </a:r>
          </a:p>
          <a:p>
            <a:r>
              <a:rPr lang="en-US" dirty="0"/>
              <a:t>// main function</a:t>
            </a:r>
          </a:p>
          <a:p>
            <a:r>
              <a:rPr lang="en-US" dirty="0"/>
              <a:t>int main()</a:t>
            </a:r>
          </a:p>
          <a:p>
            <a:r>
              <a:rPr lang="en-US" dirty="0"/>
              <a:t>{  </a:t>
            </a:r>
          </a:p>
          <a:p>
            <a:r>
              <a:rPr lang="en-US" dirty="0"/>
              <a:t>    // Creating object of sub class will</a:t>
            </a:r>
          </a:p>
          <a:p>
            <a:r>
              <a:rPr lang="en-US" dirty="0"/>
              <a:t>    // invoke the constructor of base class.</a:t>
            </a:r>
          </a:p>
          <a:p>
            <a:r>
              <a:rPr lang="en-US" dirty="0"/>
              <a:t>    Car obj1;</a:t>
            </a:r>
          </a:p>
          <a:p>
            <a:r>
              <a:rPr lang="en-US" dirty="0"/>
              <a:t>    Bus obj2;</a:t>
            </a:r>
          </a:p>
          <a:p>
            <a:r>
              <a:rPr lang="en-US" dirty="0"/>
              <a:t>    return 0;</a:t>
            </a:r>
          </a:p>
          <a:p>
            <a:r>
              <a:rPr lang="en-US" dirty="0"/>
              <a:t>}</a:t>
            </a:r>
            <a:endParaRPr lang="en-IN" dirty="0"/>
          </a:p>
        </p:txBody>
      </p:sp>
      <p:sp>
        <p:nvSpPr>
          <p:cNvPr id="7" name="TextBox 6">
            <a:extLst>
              <a:ext uri="{FF2B5EF4-FFF2-40B4-BE49-F238E27FC236}">
                <a16:creationId xmlns:a16="http://schemas.microsoft.com/office/drawing/2014/main" id="{A8844A8A-60FE-4259-A019-1B17DD15FAD2}"/>
              </a:ext>
            </a:extLst>
          </p:cNvPr>
          <p:cNvSpPr txBox="1"/>
          <p:nvPr/>
        </p:nvSpPr>
        <p:spPr>
          <a:xfrm>
            <a:off x="432582" y="819536"/>
            <a:ext cx="4178104" cy="4801314"/>
          </a:xfrm>
          <a:prstGeom prst="rect">
            <a:avLst/>
          </a:prstGeom>
          <a:noFill/>
        </p:spPr>
        <p:txBody>
          <a:bodyPr wrap="square">
            <a:spAutoFit/>
          </a:bodyPr>
          <a:lstStyle/>
          <a:p>
            <a:r>
              <a:rPr lang="en-US" dirty="0"/>
              <a:t>// base class</a:t>
            </a:r>
          </a:p>
          <a:p>
            <a:r>
              <a:rPr lang="en-US" dirty="0"/>
              <a:t>class Vehicle</a:t>
            </a:r>
          </a:p>
          <a:p>
            <a:r>
              <a:rPr lang="en-US" dirty="0"/>
              <a:t>{</a:t>
            </a:r>
          </a:p>
          <a:p>
            <a:r>
              <a:rPr lang="en-US" dirty="0"/>
              <a:t>  public:</a:t>
            </a:r>
          </a:p>
          <a:p>
            <a:r>
              <a:rPr lang="en-US" dirty="0"/>
              <a:t>    Vehicle()</a:t>
            </a:r>
          </a:p>
          <a:p>
            <a:r>
              <a:rPr lang="en-US" dirty="0"/>
              <a:t>    {</a:t>
            </a:r>
          </a:p>
          <a:p>
            <a:r>
              <a:rPr lang="en-US" dirty="0"/>
              <a:t>      </a:t>
            </a:r>
            <a:r>
              <a:rPr lang="en-US" dirty="0" err="1"/>
              <a:t>cout</a:t>
            </a:r>
            <a:r>
              <a:rPr lang="en-US" dirty="0"/>
              <a:t> &lt;&lt; "This is a Vehicle\n";</a:t>
            </a:r>
          </a:p>
          <a:p>
            <a:r>
              <a:rPr lang="en-US" dirty="0"/>
              <a:t>    }</a:t>
            </a:r>
          </a:p>
          <a:p>
            <a:r>
              <a:rPr lang="en-US" dirty="0"/>
              <a:t>};</a:t>
            </a:r>
          </a:p>
          <a:p>
            <a:r>
              <a:rPr lang="en-US" dirty="0"/>
              <a:t> </a:t>
            </a:r>
          </a:p>
          <a:p>
            <a:r>
              <a:rPr lang="en-US" dirty="0"/>
              <a:t>// first sub class</a:t>
            </a:r>
          </a:p>
          <a:p>
            <a:r>
              <a:rPr lang="en-US" dirty="0"/>
              <a:t>class Car: public Vehicle</a:t>
            </a:r>
          </a:p>
          <a:p>
            <a:r>
              <a:rPr lang="en-US" dirty="0"/>
              <a:t>{</a:t>
            </a:r>
          </a:p>
          <a:p>
            <a:endParaRPr lang="en-US" dirty="0"/>
          </a:p>
          <a:p>
            <a:endParaRPr lang="en-US" dirty="0"/>
          </a:p>
          <a:p>
            <a:r>
              <a:rPr lang="en-US" dirty="0"/>
              <a:t> };</a:t>
            </a:r>
          </a:p>
          <a:p>
            <a:r>
              <a:rPr lang="en-US" dirty="0"/>
              <a:t> </a:t>
            </a:r>
          </a:p>
        </p:txBody>
      </p:sp>
      <p:sp>
        <p:nvSpPr>
          <p:cNvPr id="9" name="TextBox 8">
            <a:extLst>
              <a:ext uri="{FF2B5EF4-FFF2-40B4-BE49-F238E27FC236}">
                <a16:creationId xmlns:a16="http://schemas.microsoft.com/office/drawing/2014/main" id="{C01299B6-9E01-478A-85BE-22097E9C95CB}"/>
              </a:ext>
            </a:extLst>
          </p:cNvPr>
          <p:cNvSpPr txBox="1"/>
          <p:nvPr/>
        </p:nvSpPr>
        <p:spPr>
          <a:xfrm>
            <a:off x="6481689" y="5159185"/>
            <a:ext cx="4941277" cy="923330"/>
          </a:xfrm>
          <a:prstGeom prst="rect">
            <a:avLst/>
          </a:prstGeom>
          <a:noFill/>
        </p:spPr>
        <p:txBody>
          <a:bodyPr wrap="square">
            <a:spAutoFit/>
          </a:bodyPr>
          <a:lstStyle/>
          <a:p>
            <a:r>
              <a:rPr lang="en-US" b="1" dirty="0">
                <a:solidFill>
                  <a:srgbClr val="FF0000"/>
                </a:solidFill>
              </a:rPr>
              <a:t>Output</a:t>
            </a:r>
          </a:p>
          <a:p>
            <a:r>
              <a:rPr lang="en-US" dirty="0"/>
              <a:t>This is a Vehicle</a:t>
            </a:r>
          </a:p>
          <a:p>
            <a:r>
              <a:rPr lang="en-US" dirty="0"/>
              <a:t>This is a Vehicle</a:t>
            </a:r>
            <a:endParaRPr lang="en-IN" dirty="0"/>
          </a:p>
        </p:txBody>
      </p:sp>
    </p:spTree>
    <p:extLst>
      <p:ext uri="{BB962C8B-B14F-4D97-AF65-F5344CB8AC3E}">
        <p14:creationId xmlns:p14="http://schemas.microsoft.com/office/powerpoint/2010/main" val="3782529466"/>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6868" name="Picture 2"/>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281354" y="186397"/>
            <a:ext cx="6006904" cy="6172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2" name="Picture 1">
            <a:extLst>
              <a:ext uri="{FF2B5EF4-FFF2-40B4-BE49-F238E27FC236}">
                <a16:creationId xmlns:a16="http://schemas.microsoft.com/office/drawing/2014/main" id="{4DAF2AE8-ED8B-4B50-95F8-478D0AC64992}"/>
              </a:ext>
            </a:extLst>
          </p:cNvPr>
          <p:cNvPicPr>
            <a:picLocks noChangeAspect="1"/>
          </p:cNvPicPr>
          <p:nvPr/>
        </p:nvPicPr>
        <p:blipFill>
          <a:blip r:embed="rId3"/>
          <a:stretch>
            <a:fillRect/>
          </a:stretch>
        </p:blipFill>
        <p:spPr>
          <a:xfrm>
            <a:off x="5963237" y="0"/>
            <a:ext cx="6006904" cy="6248942"/>
          </a:xfrm>
          <a:prstGeom prst="rect">
            <a:avLst/>
          </a:prstGeom>
        </p:spPr>
      </p:pic>
    </p:spTree>
    <p:extLst>
      <p:ext uri="{BB962C8B-B14F-4D97-AF65-F5344CB8AC3E}">
        <p14:creationId xmlns:p14="http://schemas.microsoft.com/office/powerpoint/2010/main" val="651086307"/>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8914" name="Rectangle 2"/>
          <p:cNvSpPr>
            <a:spLocks noChangeArrowheads="1"/>
          </p:cNvSpPr>
          <p:nvPr/>
        </p:nvSpPr>
        <p:spPr bwMode="auto">
          <a:xfrm>
            <a:off x="1981200" y="219075"/>
            <a:ext cx="8077200" cy="18161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ctr">
            <a:spAutoFit/>
          </a:bodyPr>
          <a:lstStyle>
            <a:lvl1pPr eaLnBrk="0" hangingPunct="0">
              <a:defRPr>
                <a:solidFill>
                  <a:schemeClr val="tx1"/>
                </a:solidFill>
                <a:latin typeface="Arial" panose="020B0604020202020204" pitchFamily="34" charset="0"/>
                <a:cs typeface="Arial" panose="020B0604020202020204" pitchFamily="34" charset="0"/>
              </a:defRPr>
            </a:lvl1pPr>
            <a:lvl2pPr marL="742950" indent="-285750" eaLnBrk="0" hangingPunct="0">
              <a:defRPr>
                <a:solidFill>
                  <a:schemeClr val="tx1"/>
                </a:solidFill>
                <a:latin typeface="Arial" panose="020B0604020202020204" pitchFamily="34" charset="0"/>
                <a:cs typeface="Arial" panose="020B0604020202020204" pitchFamily="34" charset="0"/>
              </a:defRPr>
            </a:lvl2pPr>
            <a:lvl3pPr marL="1143000" indent="-228600" eaLnBrk="0" hangingPunct="0">
              <a:defRPr>
                <a:solidFill>
                  <a:schemeClr val="tx1"/>
                </a:solidFill>
                <a:latin typeface="Arial" panose="020B0604020202020204" pitchFamily="34" charset="0"/>
                <a:cs typeface="Arial" panose="020B0604020202020204" pitchFamily="34" charset="0"/>
              </a:defRPr>
            </a:lvl3pPr>
            <a:lvl4pPr marL="1600200" indent="-228600" eaLnBrk="0" hangingPunct="0">
              <a:defRPr>
                <a:solidFill>
                  <a:schemeClr val="tx1"/>
                </a:solidFill>
                <a:latin typeface="Arial" panose="020B0604020202020204" pitchFamily="34" charset="0"/>
                <a:cs typeface="Arial" panose="020B0604020202020204" pitchFamily="34" charset="0"/>
              </a:defRPr>
            </a:lvl4pPr>
            <a:lvl5pPr marL="2057400" indent="-228600" eaLnBrk="0" hangingPunct="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algn="ctr"/>
            <a:r>
              <a:rPr lang="en-US" altLang="en-US" sz="3600" b="1" u="sng">
                <a:solidFill>
                  <a:srgbClr val="000066"/>
                </a:solidFill>
                <a:latin typeface="Times New Roman" panose="02020603050405020304" pitchFamily="18" charset="0"/>
              </a:rPr>
              <a:t>Hybrid Inheritance</a:t>
            </a:r>
          </a:p>
          <a:p>
            <a:pPr algn="ctr"/>
            <a:endParaRPr lang="en-US" altLang="en-US" sz="2000" b="1">
              <a:solidFill>
                <a:srgbClr val="000066"/>
              </a:solidFill>
              <a:latin typeface="Times New Roman" panose="02020603050405020304" pitchFamily="18" charset="0"/>
            </a:endParaRPr>
          </a:p>
          <a:p>
            <a:pPr algn="just"/>
            <a:r>
              <a:rPr lang="en-US" altLang="en-US" sz="2800">
                <a:solidFill>
                  <a:srgbClr val="000066"/>
                </a:solidFill>
                <a:latin typeface="Times New Roman" panose="02020603050405020304" pitchFamily="18" charset="0"/>
              </a:rPr>
              <a:t>Hybrid is nothing but the combination of Multilevel  and multiple Inheritance</a:t>
            </a:r>
          </a:p>
        </p:txBody>
      </p:sp>
      <p:pic>
        <p:nvPicPr>
          <p:cNvPr id="38915" name="Picture 19" descr="http://imgs.g4estatic.com/articles/cpp/encapsulation-inheritance-polymorphism/hybrid-inheritance.png"/>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3048000" y="2209801"/>
            <a:ext cx="5029200" cy="42957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extLst>
      <p:ext uri="{BB962C8B-B14F-4D97-AF65-F5344CB8AC3E}">
        <p14:creationId xmlns:p14="http://schemas.microsoft.com/office/powerpoint/2010/main" val="3314542331"/>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9938" name="Picture 2"/>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752601" y="609600"/>
            <a:ext cx="8848725" cy="35814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extLst>
      <p:ext uri="{BB962C8B-B14F-4D97-AF65-F5344CB8AC3E}">
        <p14:creationId xmlns:p14="http://schemas.microsoft.com/office/powerpoint/2010/main" val="1374266699"/>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Picture 2">
            <a:extLst>
              <a:ext uri="{FF2B5EF4-FFF2-40B4-BE49-F238E27FC236}">
                <a16:creationId xmlns:a16="http://schemas.microsoft.com/office/drawing/2014/main" id="{6BE70549-8AC0-4BF2-97F6-373EE3E392E9}"/>
              </a:ext>
            </a:extLst>
          </p:cNvPr>
          <p:cNvPicPr>
            <a:picLocks noChangeAspect="1"/>
          </p:cNvPicPr>
          <p:nvPr/>
        </p:nvPicPr>
        <p:blipFill>
          <a:blip r:embed="rId2"/>
          <a:stretch>
            <a:fillRect/>
          </a:stretch>
        </p:blipFill>
        <p:spPr>
          <a:xfrm>
            <a:off x="678767" y="392943"/>
            <a:ext cx="6248400" cy="5762625"/>
          </a:xfrm>
          <a:prstGeom prst="rect">
            <a:avLst/>
          </a:prstGeom>
        </p:spPr>
      </p:pic>
      <p:pic>
        <p:nvPicPr>
          <p:cNvPr id="6" name="Picture 5">
            <a:extLst>
              <a:ext uri="{FF2B5EF4-FFF2-40B4-BE49-F238E27FC236}">
                <a16:creationId xmlns:a16="http://schemas.microsoft.com/office/drawing/2014/main" id="{00704E91-6055-4AA7-BA15-177E7427BFEB}"/>
              </a:ext>
            </a:extLst>
          </p:cNvPr>
          <p:cNvPicPr>
            <a:picLocks noChangeAspect="1"/>
          </p:cNvPicPr>
          <p:nvPr/>
        </p:nvPicPr>
        <p:blipFill>
          <a:blip r:embed="rId3"/>
          <a:stretch>
            <a:fillRect/>
          </a:stretch>
        </p:blipFill>
        <p:spPr>
          <a:xfrm>
            <a:off x="6096000" y="392943"/>
            <a:ext cx="5295900" cy="5369228"/>
          </a:xfrm>
          <a:prstGeom prst="rect">
            <a:avLst/>
          </a:prstGeom>
        </p:spPr>
      </p:pic>
    </p:spTree>
    <p:extLst>
      <p:ext uri="{BB962C8B-B14F-4D97-AF65-F5344CB8AC3E}">
        <p14:creationId xmlns:p14="http://schemas.microsoft.com/office/powerpoint/2010/main" val="1974889290"/>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3010" name="Picture 2"/>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490026" y="336453"/>
            <a:ext cx="6130925" cy="4953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2" name="Picture 1">
            <a:extLst>
              <a:ext uri="{FF2B5EF4-FFF2-40B4-BE49-F238E27FC236}">
                <a16:creationId xmlns:a16="http://schemas.microsoft.com/office/drawing/2014/main" id="{A56353EE-59B6-44C7-9680-31C6C40A1CFA}"/>
              </a:ext>
            </a:extLst>
          </p:cNvPr>
          <p:cNvPicPr>
            <a:picLocks noChangeAspect="1"/>
          </p:cNvPicPr>
          <p:nvPr/>
        </p:nvPicPr>
        <p:blipFill>
          <a:blip r:embed="rId3"/>
          <a:stretch>
            <a:fillRect/>
          </a:stretch>
        </p:blipFill>
        <p:spPr>
          <a:xfrm>
            <a:off x="4839988" y="336453"/>
            <a:ext cx="5438103" cy="4688230"/>
          </a:xfrm>
          <a:prstGeom prst="rect">
            <a:avLst/>
          </a:prstGeom>
        </p:spPr>
      </p:pic>
      <p:pic>
        <p:nvPicPr>
          <p:cNvPr id="3" name="Picture 2">
            <a:extLst>
              <a:ext uri="{FF2B5EF4-FFF2-40B4-BE49-F238E27FC236}">
                <a16:creationId xmlns:a16="http://schemas.microsoft.com/office/drawing/2014/main" id="{1DFD27C8-1CF3-418D-802B-0B5B9A1F1ABF}"/>
              </a:ext>
            </a:extLst>
          </p:cNvPr>
          <p:cNvPicPr>
            <a:picLocks noChangeAspect="1"/>
          </p:cNvPicPr>
          <p:nvPr/>
        </p:nvPicPr>
        <p:blipFill>
          <a:blip r:embed="rId4"/>
          <a:stretch>
            <a:fillRect/>
          </a:stretch>
        </p:blipFill>
        <p:spPr>
          <a:xfrm>
            <a:off x="9220967" y="2066128"/>
            <a:ext cx="2371550" cy="1493649"/>
          </a:xfrm>
          <a:prstGeom prst="rect">
            <a:avLst/>
          </a:prstGeom>
        </p:spPr>
      </p:pic>
    </p:spTree>
    <p:extLst>
      <p:ext uri="{BB962C8B-B14F-4D97-AF65-F5344CB8AC3E}">
        <p14:creationId xmlns:p14="http://schemas.microsoft.com/office/powerpoint/2010/main" val="1234345692"/>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a:extLst>
              <a:ext uri="{FF2B5EF4-FFF2-40B4-BE49-F238E27FC236}">
                <a16:creationId xmlns:a16="http://schemas.microsoft.com/office/drawing/2014/main" id="{0CF302E4-31C6-463D-8167-E0E2867A1B97}"/>
              </a:ext>
            </a:extLst>
          </p:cNvPr>
          <p:cNvSpPr>
            <a:spLocks noChangeArrowheads="1"/>
          </p:cNvSpPr>
          <p:nvPr/>
        </p:nvSpPr>
        <p:spPr bwMode="auto">
          <a:xfrm>
            <a:off x="362634" y="105013"/>
            <a:ext cx="4536831" cy="6647974"/>
          </a:xfrm>
          <a:prstGeom prst="rect">
            <a:avLst/>
          </a:prstGeom>
          <a:solidFill>
            <a:srgbClr val="FFFFFF"/>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0" tIns="0" rIns="0" bIns="0" numCol="1" anchor="ctr" anchorCtr="0" compatLnSpc="1">
            <a:prstTxWarp prst="textNoShape">
              <a:avLst/>
            </a:prstTxWarp>
            <a:spAutoFit/>
          </a:bodyPr>
          <a:lstStyle>
            <a:lvl1pPr eaLnBrk="0" fontAlgn="base" hangingPunct="0">
              <a:spcBef>
                <a:spcPct val="0"/>
              </a:spcBef>
              <a:spcAft>
                <a:spcPct val="0"/>
              </a:spcAft>
              <a:defRPr>
                <a:solidFill>
                  <a:schemeClr val="tx1"/>
                </a:solidFill>
                <a:latin typeface="Arial" panose="020B0604020202020204" pitchFamily="34" charset="0"/>
              </a:defRPr>
            </a:lvl1pPr>
            <a:lvl2pPr eaLnBrk="0" fontAlgn="base" hangingPunct="0">
              <a:spcBef>
                <a:spcPct val="0"/>
              </a:spcBef>
              <a:spcAft>
                <a:spcPct val="0"/>
              </a:spcAft>
              <a:defRPr>
                <a:solidFill>
                  <a:schemeClr val="tx1"/>
                </a:solidFill>
                <a:latin typeface="Arial" panose="020B0604020202020204" pitchFamily="34" charset="0"/>
              </a:defRPr>
            </a:lvl2pPr>
            <a:lvl3pPr eaLnBrk="0" fontAlgn="base" hangingPunct="0">
              <a:spcBef>
                <a:spcPct val="0"/>
              </a:spcBef>
              <a:spcAft>
                <a:spcPct val="0"/>
              </a:spcAft>
              <a:defRPr>
                <a:solidFill>
                  <a:schemeClr val="tx1"/>
                </a:solidFill>
                <a:latin typeface="Arial" panose="020B0604020202020204" pitchFamily="34" charset="0"/>
              </a:defRPr>
            </a:lvl3pPr>
            <a:lvl4pPr eaLnBrk="0" fontAlgn="base" hangingPunct="0">
              <a:spcBef>
                <a:spcPct val="0"/>
              </a:spcBef>
              <a:spcAft>
                <a:spcPct val="0"/>
              </a:spcAft>
              <a:defRPr>
                <a:solidFill>
                  <a:schemeClr val="tx1"/>
                </a:solidFill>
                <a:latin typeface="Arial" panose="020B0604020202020204" pitchFamily="34" charset="0"/>
              </a:defRPr>
            </a:lvl4pPr>
            <a:lvl5pPr eaLnBrk="0" fontAlgn="base" hangingPunct="0">
              <a:spcBef>
                <a:spcPct val="0"/>
              </a:spcBef>
              <a:spcAft>
                <a:spcPct val="0"/>
              </a:spcAft>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1800" b="0" i="0" u="none" strike="noStrike" cap="none" normalizeH="0" baseline="0" dirty="0">
                <a:ln>
                  <a:noFill/>
                </a:ln>
                <a:solidFill>
                  <a:srgbClr val="273239"/>
                </a:solidFill>
                <a:effectLst/>
                <a:latin typeface="Consolas" panose="020B0609020204030204" pitchFamily="49" charset="0"/>
              </a:rPr>
              <a:t> </a:t>
            </a:r>
            <a:endParaRPr kumimoji="0" lang="en-US" altLang="en-US" sz="1800" b="0" i="0" u="none" strike="noStrike" cap="none" normalizeH="0" baseline="0" dirty="0">
              <a:ln>
                <a:noFill/>
              </a:ln>
              <a:solidFill>
                <a:schemeClr val="tx1"/>
              </a:solidFill>
              <a:effectLst/>
            </a:endParaRPr>
          </a:p>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b="0" i="0" u="none" strike="noStrike" cap="none" normalizeH="0" baseline="0" dirty="0">
                <a:ln>
                  <a:noFill/>
                </a:ln>
                <a:solidFill>
                  <a:srgbClr val="808080"/>
                </a:solidFill>
                <a:effectLst/>
                <a:latin typeface="Calibri body"/>
              </a:rPr>
              <a:t>#include&lt;iostream&gt;</a:t>
            </a:r>
            <a:endParaRPr kumimoji="0" lang="en-US" altLang="en-US" b="0" i="0" u="none" strike="noStrike" cap="none" normalizeH="0" baseline="0" dirty="0">
              <a:ln>
                <a:noFill/>
              </a:ln>
              <a:solidFill>
                <a:schemeClr val="tx1"/>
              </a:solidFill>
              <a:effectLst/>
              <a:latin typeface="Calibri body"/>
            </a:endParaRPr>
          </a:p>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b="0" i="0" u="none" strike="noStrike" cap="none" normalizeH="0" baseline="0" dirty="0">
                <a:ln>
                  <a:noFill/>
                </a:ln>
                <a:solidFill>
                  <a:srgbClr val="273239"/>
                </a:solidFill>
                <a:effectLst/>
                <a:latin typeface="Calibri body"/>
              </a:rPr>
              <a:t> </a:t>
            </a:r>
            <a:endParaRPr kumimoji="0" lang="en-US" altLang="en-US" b="0" i="0" u="none" strike="noStrike" cap="none" normalizeH="0" baseline="0" dirty="0">
              <a:ln>
                <a:noFill/>
              </a:ln>
              <a:solidFill>
                <a:schemeClr val="tx1"/>
              </a:solidFill>
              <a:effectLst/>
              <a:latin typeface="Calibri body"/>
            </a:endParaRPr>
          </a:p>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b="1" i="0" u="none" strike="noStrike" cap="none" normalizeH="0" baseline="0" dirty="0">
                <a:ln>
                  <a:noFill/>
                </a:ln>
                <a:solidFill>
                  <a:srgbClr val="006699"/>
                </a:solidFill>
                <a:effectLst/>
                <a:latin typeface="Calibri body"/>
              </a:rPr>
              <a:t>class</a:t>
            </a:r>
            <a:r>
              <a:rPr kumimoji="0" lang="en-US" altLang="en-US" b="0" i="0" u="none" strike="noStrike" cap="none" normalizeH="0" baseline="0" dirty="0">
                <a:ln>
                  <a:noFill/>
                </a:ln>
                <a:solidFill>
                  <a:srgbClr val="273239"/>
                </a:solidFill>
                <a:effectLst/>
                <a:latin typeface="Calibri body"/>
              </a:rPr>
              <a:t> </a:t>
            </a:r>
            <a:r>
              <a:rPr kumimoji="0" lang="en-US" altLang="en-US" b="0" i="0" u="none" strike="noStrike" cap="none" normalizeH="0" baseline="0" dirty="0" err="1">
                <a:ln>
                  <a:noFill/>
                </a:ln>
                <a:solidFill>
                  <a:srgbClr val="000000"/>
                </a:solidFill>
                <a:effectLst/>
                <a:latin typeface="Calibri body"/>
              </a:rPr>
              <a:t>ClassA</a:t>
            </a:r>
            <a:r>
              <a:rPr kumimoji="0" lang="en-US" altLang="en-US" b="0" i="0" u="none" strike="noStrike" cap="none" normalizeH="0" baseline="0" dirty="0">
                <a:ln>
                  <a:noFill/>
                </a:ln>
                <a:solidFill>
                  <a:srgbClr val="000000"/>
                </a:solidFill>
                <a:effectLst/>
                <a:latin typeface="Calibri body"/>
              </a:rPr>
              <a:t> {</a:t>
            </a:r>
            <a:endParaRPr kumimoji="0" lang="en-US" altLang="en-US" b="0" i="0" u="none" strike="noStrike" cap="none" normalizeH="0" baseline="0" dirty="0">
              <a:ln>
                <a:noFill/>
              </a:ln>
              <a:solidFill>
                <a:schemeClr val="tx1"/>
              </a:solidFill>
              <a:effectLst/>
              <a:latin typeface="Calibri body"/>
            </a:endParaRPr>
          </a:p>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b="0" i="0" u="none" strike="noStrike" cap="none" normalizeH="0" baseline="0" dirty="0">
                <a:ln>
                  <a:noFill/>
                </a:ln>
                <a:solidFill>
                  <a:srgbClr val="273239"/>
                </a:solidFill>
                <a:effectLst/>
                <a:latin typeface="Calibri body"/>
              </a:rPr>
              <a:t>  </a:t>
            </a:r>
            <a:r>
              <a:rPr kumimoji="0" lang="en-US" altLang="en-US" b="1" i="0" u="none" strike="noStrike" cap="none" normalizeH="0" baseline="0" dirty="0">
                <a:ln>
                  <a:noFill/>
                </a:ln>
                <a:solidFill>
                  <a:srgbClr val="006699"/>
                </a:solidFill>
                <a:effectLst/>
                <a:latin typeface="Calibri body"/>
              </a:rPr>
              <a:t>public</a:t>
            </a:r>
            <a:r>
              <a:rPr kumimoji="0" lang="en-US" altLang="en-US" b="0" i="0" u="none" strike="noStrike" cap="none" normalizeH="0" baseline="0" dirty="0">
                <a:ln>
                  <a:noFill/>
                </a:ln>
                <a:solidFill>
                  <a:srgbClr val="000000"/>
                </a:solidFill>
                <a:effectLst/>
                <a:latin typeface="Calibri body"/>
              </a:rPr>
              <a:t>:</a:t>
            </a:r>
            <a:endParaRPr kumimoji="0" lang="en-US" altLang="en-US" b="0" i="0" u="none" strike="noStrike" cap="none" normalizeH="0" baseline="0" dirty="0">
              <a:ln>
                <a:noFill/>
              </a:ln>
              <a:solidFill>
                <a:schemeClr val="tx1"/>
              </a:solidFill>
              <a:effectLst/>
              <a:latin typeface="Calibri body"/>
            </a:endParaRPr>
          </a:p>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b="0" i="0" u="none" strike="noStrike" cap="none" normalizeH="0" baseline="0" dirty="0">
                <a:ln>
                  <a:noFill/>
                </a:ln>
                <a:solidFill>
                  <a:srgbClr val="273239"/>
                </a:solidFill>
                <a:effectLst/>
                <a:latin typeface="Calibri body"/>
              </a:rPr>
              <a:t>    </a:t>
            </a:r>
            <a:r>
              <a:rPr kumimoji="0" lang="en-US" altLang="en-US" b="1" i="0" u="none" strike="noStrike" cap="none" normalizeH="0" baseline="0" dirty="0">
                <a:ln>
                  <a:noFill/>
                </a:ln>
                <a:solidFill>
                  <a:srgbClr val="808080"/>
                </a:solidFill>
                <a:effectLst/>
                <a:latin typeface="Calibri body"/>
              </a:rPr>
              <a:t>int</a:t>
            </a:r>
            <a:r>
              <a:rPr kumimoji="0" lang="en-US" altLang="en-US" b="0" i="0" u="none" strike="noStrike" cap="none" normalizeH="0" baseline="0" dirty="0">
                <a:ln>
                  <a:noFill/>
                </a:ln>
                <a:solidFill>
                  <a:srgbClr val="273239"/>
                </a:solidFill>
                <a:effectLst/>
                <a:latin typeface="Calibri body"/>
              </a:rPr>
              <a:t> </a:t>
            </a:r>
            <a:r>
              <a:rPr kumimoji="0" lang="en-US" altLang="en-US" b="0" i="0" u="none" strike="noStrike" cap="none" normalizeH="0" baseline="0" dirty="0">
                <a:ln>
                  <a:noFill/>
                </a:ln>
                <a:solidFill>
                  <a:srgbClr val="000000"/>
                </a:solidFill>
                <a:effectLst/>
                <a:latin typeface="Calibri body"/>
              </a:rPr>
              <a:t>a;</a:t>
            </a:r>
            <a:endParaRPr kumimoji="0" lang="en-US" altLang="en-US" b="0" i="0" u="none" strike="noStrike" cap="none" normalizeH="0" baseline="0" dirty="0">
              <a:ln>
                <a:noFill/>
              </a:ln>
              <a:solidFill>
                <a:schemeClr val="tx1"/>
              </a:solidFill>
              <a:effectLst/>
              <a:latin typeface="Calibri body"/>
            </a:endParaRPr>
          </a:p>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b="0" i="0" u="none" strike="noStrike" cap="none" normalizeH="0" baseline="0" dirty="0">
                <a:ln>
                  <a:noFill/>
                </a:ln>
                <a:solidFill>
                  <a:srgbClr val="000000"/>
                </a:solidFill>
                <a:effectLst/>
                <a:latin typeface="Calibri body"/>
              </a:rPr>
              <a:t>};</a:t>
            </a:r>
            <a:endParaRPr kumimoji="0" lang="en-US" altLang="en-US" b="0" i="0" u="none" strike="noStrike" cap="none" normalizeH="0" baseline="0" dirty="0">
              <a:ln>
                <a:noFill/>
              </a:ln>
              <a:solidFill>
                <a:schemeClr val="tx1"/>
              </a:solidFill>
              <a:effectLst/>
              <a:latin typeface="Calibri body"/>
            </a:endParaRPr>
          </a:p>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b="0" i="0" u="none" strike="noStrike" cap="none" normalizeH="0" baseline="0" dirty="0">
                <a:ln>
                  <a:noFill/>
                </a:ln>
                <a:solidFill>
                  <a:srgbClr val="273239"/>
                </a:solidFill>
                <a:effectLst/>
                <a:latin typeface="Calibri body"/>
              </a:rPr>
              <a:t> </a:t>
            </a:r>
            <a:endParaRPr kumimoji="0" lang="en-US" altLang="en-US" b="0" i="0" u="none" strike="noStrike" cap="none" normalizeH="0" baseline="0" dirty="0">
              <a:ln>
                <a:noFill/>
              </a:ln>
              <a:solidFill>
                <a:schemeClr val="tx1"/>
              </a:solidFill>
              <a:effectLst/>
              <a:latin typeface="Calibri body"/>
            </a:endParaRPr>
          </a:p>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b="1" i="0" u="none" strike="noStrike" cap="none" normalizeH="0" baseline="0" dirty="0">
                <a:ln>
                  <a:noFill/>
                </a:ln>
                <a:solidFill>
                  <a:srgbClr val="006699"/>
                </a:solidFill>
                <a:effectLst/>
                <a:latin typeface="Calibri body"/>
              </a:rPr>
              <a:t>class</a:t>
            </a:r>
            <a:r>
              <a:rPr kumimoji="0" lang="en-US" altLang="en-US" b="0" i="0" u="none" strike="noStrike" cap="none" normalizeH="0" baseline="0" dirty="0">
                <a:ln>
                  <a:noFill/>
                </a:ln>
                <a:solidFill>
                  <a:srgbClr val="273239"/>
                </a:solidFill>
                <a:effectLst/>
                <a:latin typeface="Calibri body"/>
              </a:rPr>
              <a:t> </a:t>
            </a:r>
            <a:r>
              <a:rPr kumimoji="0" lang="en-US" altLang="en-US" b="0" i="0" u="none" strike="noStrike" cap="none" normalizeH="0" baseline="0" dirty="0" err="1">
                <a:ln>
                  <a:noFill/>
                </a:ln>
                <a:solidFill>
                  <a:srgbClr val="000000"/>
                </a:solidFill>
                <a:effectLst/>
                <a:latin typeface="Calibri body"/>
              </a:rPr>
              <a:t>ClassB</a:t>
            </a:r>
            <a:r>
              <a:rPr kumimoji="0" lang="en-US" altLang="en-US" b="0" i="0" u="none" strike="noStrike" cap="none" normalizeH="0" baseline="0" dirty="0">
                <a:ln>
                  <a:noFill/>
                </a:ln>
                <a:solidFill>
                  <a:srgbClr val="000000"/>
                </a:solidFill>
                <a:effectLst/>
                <a:latin typeface="Calibri body"/>
              </a:rPr>
              <a:t> : </a:t>
            </a:r>
            <a:r>
              <a:rPr kumimoji="0" lang="en-US" altLang="en-US" b="1" i="0" u="none" strike="noStrike" cap="none" normalizeH="0" baseline="0" dirty="0">
                <a:ln>
                  <a:noFill/>
                </a:ln>
                <a:solidFill>
                  <a:srgbClr val="006699"/>
                </a:solidFill>
                <a:effectLst/>
                <a:latin typeface="Calibri body"/>
              </a:rPr>
              <a:t>public</a:t>
            </a:r>
            <a:r>
              <a:rPr kumimoji="0" lang="en-US" altLang="en-US" b="0" i="0" u="none" strike="noStrike" cap="none" normalizeH="0" baseline="0" dirty="0">
                <a:ln>
                  <a:noFill/>
                </a:ln>
                <a:solidFill>
                  <a:srgbClr val="273239"/>
                </a:solidFill>
                <a:effectLst/>
                <a:latin typeface="Calibri body"/>
              </a:rPr>
              <a:t> </a:t>
            </a:r>
            <a:r>
              <a:rPr kumimoji="0" lang="en-US" altLang="en-US" b="0" i="0" u="none" strike="noStrike" cap="none" normalizeH="0" baseline="0" dirty="0" err="1">
                <a:ln>
                  <a:noFill/>
                </a:ln>
                <a:solidFill>
                  <a:srgbClr val="000000"/>
                </a:solidFill>
                <a:effectLst/>
                <a:latin typeface="Calibri body"/>
              </a:rPr>
              <a:t>ClassA</a:t>
            </a:r>
            <a:r>
              <a:rPr kumimoji="0" lang="en-US" altLang="en-US" b="0" i="0" u="none" strike="noStrike" cap="none" normalizeH="0" baseline="0" dirty="0">
                <a:ln>
                  <a:noFill/>
                </a:ln>
                <a:solidFill>
                  <a:srgbClr val="000000"/>
                </a:solidFill>
                <a:effectLst/>
                <a:latin typeface="Calibri body"/>
              </a:rPr>
              <a:t> {</a:t>
            </a:r>
            <a:endParaRPr kumimoji="0" lang="en-US" altLang="en-US" b="0" i="0" u="none" strike="noStrike" cap="none" normalizeH="0" baseline="0" dirty="0">
              <a:ln>
                <a:noFill/>
              </a:ln>
              <a:solidFill>
                <a:schemeClr val="tx1"/>
              </a:solidFill>
              <a:effectLst/>
              <a:latin typeface="Calibri body"/>
            </a:endParaRPr>
          </a:p>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b="0" i="0" u="none" strike="noStrike" cap="none" normalizeH="0" baseline="0" dirty="0">
                <a:ln>
                  <a:noFill/>
                </a:ln>
                <a:solidFill>
                  <a:srgbClr val="273239"/>
                </a:solidFill>
                <a:effectLst/>
                <a:latin typeface="Calibri body"/>
              </a:rPr>
              <a:t>  </a:t>
            </a:r>
            <a:r>
              <a:rPr kumimoji="0" lang="en-US" altLang="en-US" b="1" i="0" u="none" strike="noStrike" cap="none" normalizeH="0" baseline="0" dirty="0">
                <a:ln>
                  <a:noFill/>
                </a:ln>
                <a:solidFill>
                  <a:srgbClr val="006699"/>
                </a:solidFill>
                <a:effectLst/>
                <a:latin typeface="Calibri body"/>
              </a:rPr>
              <a:t>public</a:t>
            </a:r>
            <a:r>
              <a:rPr kumimoji="0" lang="en-US" altLang="en-US" b="0" i="0" u="none" strike="noStrike" cap="none" normalizeH="0" baseline="0" dirty="0">
                <a:ln>
                  <a:noFill/>
                </a:ln>
                <a:solidFill>
                  <a:srgbClr val="000000"/>
                </a:solidFill>
                <a:effectLst/>
                <a:latin typeface="Calibri body"/>
              </a:rPr>
              <a:t>:</a:t>
            </a:r>
            <a:endParaRPr kumimoji="0" lang="en-US" altLang="en-US" b="0" i="0" u="none" strike="noStrike" cap="none" normalizeH="0" baseline="0" dirty="0">
              <a:ln>
                <a:noFill/>
              </a:ln>
              <a:solidFill>
                <a:schemeClr val="tx1"/>
              </a:solidFill>
              <a:effectLst/>
              <a:latin typeface="Calibri body"/>
            </a:endParaRPr>
          </a:p>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b="0" i="0" u="none" strike="noStrike" cap="none" normalizeH="0" baseline="0" dirty="0">
                <a:ln>
                  <a:noFill/>
                </a:ln>
                <a:solidFill>
                  <a:srgbClr val="273239"/>
                </a:solidFill>
                <a:effectLst/>
                <a:latin typeface="Calibri body"/>
              </a:rPr>
              <a:t>    </a:t>
            </a:r>
            <a:r>
              <a:rPr kumimoji="0" lang="en-US" altLang="en-US" b="1" i="0" u="none" strike="noStrike" cap="none" normalizeH="0" baseline="0" dirty="0">
                <a:ln>
                  <a:noFill/>
                </a:ln>
                <a:solidFill>
                  <a:srgbClr val="808080"/>
                </a:solidFill>
                <a:effectLst/>
                <a:latin typeface="Calibri body"/>
              </a:rPr>
              <a:t>int</a:t>
            </a:r>
            <a:r>
              <a:rPr kumimoji="0" lang="en-US" altLang="en-US" b="0" i="0" u="none" strike="noStrike" cap="none" normalizeH="0" baseline="0" dirty="0">
                <a:ln>
                  <a:noFill/>
                </a:ln>
                <a:solidFill>
                  <a:srgbClr val="273239"/>
                </a:solidFill>
                <a:effectLst/>
                <a:latin typeface="Calibri body"/>
              </a:rPr>
              <a:t> </a:t>
            </a:r>
            <a:r>
              <a:rPr kumimoji="0" lang="en-US" altLang="en-US" b="0" i="0" u="none" strike="noStrike" cap="none" normalizeH="0" baseline="0" dirty="0">
                <a:ln>
                  <a:noFill/>
                </a:ln>
                <a:solidFill>
                  <a:srgbClr val="000000"/>
                </a:solidFill>
                <a:effectLst/>
                <a:latin typeface="Calibri body"/>
              </a:rPr>
              <a:t>b;</a:t>
            </a:r>
            <a:endParaRPr kumimoji="0" lang="en-US" altLang="en-US" b="0" i="0" u="none" strike="noStrike" cap="none" normalizeH="0" baseline="0" dirty="0">
              <a:ln>
                <a:noFill/>
              </a:ln>
              <a:solidFill>
                <a:schemeClr val="tx1"/>
              </a:solidFill>
              <a:effectLst/>
              <a:latin typeface="Calibri body"/>
            </a:endParaRPr>
          </a:p>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b="0" i="0" u="none" strike="noStrike" cap="none" normalizeH="0" baseline="0" dirty="0">
                <a:ln>
                  <a:noFill/>
                </a:ln>
                <a:solidFill>
                  <a:srgbClr val="000000"/>
                </a:solidFill>
                <a:effectLst/>
                <a:latin typeface="Calibri body"/>
              </a:rPr>
              <a:t>};</a:t>
            </a:r>
            <a:endParaRPr kumimoji="0" lang="en-US" altLang="en-US" b="0" i="0" u="none" strike="noStrike" cap="none" normalizeH="0" baseline="0" dirty="0">
              <a:ln>
                <a:noFill/>
              </a:ln>
              <a:solidFill>
                <a:schemeClr val="tx1"/>
              </a:solidFill>
              <a:effectLst/>
              <a:latin typeface="Calibri body"/>
            </a:endParaRPr>
          </a:p>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b="0" i="0" u="none" strike="noStrike" cap="none" normalizeH="0" baseline="0" dirty="0">
                <a:ln>
                  <a:noFill/>
                </a:ln>
                <a:solidFill>
                  <a:srgbClr val="273239"/>
                </a:solidFill>
                <a:effectLst/>
                <a:latin typeface="Calibri body"/>
              </a:rPr>
              <a:t> </a:t>
            </a:r>
            <a:endParaRPr kumimoji="0" lang="en-US" altLang="en-US" b="0" i="0" u="none" strike="noStrike" cap="none" normalizeH="0" baseline="0" dirty="0">
              <a:ln>
                <a:noFill/>
              </a:ln>
              <a:solidFill>
                <a:schemeClr val="tx1"/>
              </a:solidFill>
              <a:effectLst/>
              <a:latin typeface="Calibri body"/>
            </a:endParaRPr>
          </a:p>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b="1" i="0" u="none" strike="noStrike" cap="none" normalizeH="0" baseline="0" dirty="0">
                <a:ln>
                  <a:noFill/>
                </a:ln>
                <a:solidFill>
                  <a:srgbClr val="006699"/>
                </a:solidFill>
                <a:effectLst/>
                <a:latin typeface="Calibri body"/>
              </a:rPr>
              <a:t>class</a:t>
            </a:r>
            <a:r>
              <a:rPr kumimoji="0" lang="en-US" altLang="en-US" b="0" i="0" u="none" strike="noStrike" cap="none" normalizeH="0" baseline="0" dirty="0">
                <a:ln>
                  <a:noFill/>
                </a:ln>
                <a:solidFill>
                  <a:srgbClr val="273239"/>
                </a:solidFill>
                <a:effectLst/>
                <a:latin typeface="Calibri body"/>
              </a:rPr>
              <a:t> </a:t>
            </a:r>
            <a:r>
              <a:rPr kumimoji="0" lang="en-US" altLang="en-US" b="0" i="0" u="none" strike="noStrike" cap="none" normalizeH="0" baseline="0" dirty="0" err="1">
                <a:ln>
                  <a:noFill/>
                </a:ln>
                <a:solidFill>
                  <a:srgbClr val="000000"/>
                </a:solidFill>
                <a:effectLst/>
                <a:latin typeface="Calibri body"/>
              </a:rPr>
              <a:t>ClassC</a:t>
            </a:r>
            <a:r>
              <a:rPr kumimoji="0" lang="en-US" altLang="en-US" b="0" i="0" u="none" strike="noStrike" cap="none" normalizeH="0" baseline="0" dirty="0">
                <a:ln>
                  <a:noFill/>
                </a:ln>
                <a:solidFill>
                  <a:srgbClr val="000000"/>
                </a:solidFill>
                <a:effectLst/>
                <a:latin typeface="Calibri body"/>
              </a:rPr>
              <a:t> : </a:t>
            </a:r>
            <a:r>
              <a:rPr kumimoji="0" lang="en-US" altLang="en-US" b="1" i="0" u="none" strike="noStrike" cap="none" normalizeH="0" baseline="0" dirty="0">
                <a:ln>
                  <a:noFill/>
                </a:ln>
                <a:solidFill>
                  <a:srgbClr val="006699"/>
                </a:solidFill>
                <a:effectLst/>
                <a:latin typeface="Calibri body"/>
              </a:rPr>
              <a:t>public</a:t>
            </a:r>
            <a:r>
              <a:rPr kumimoji="0" lang="en-US" altLang="en-US" b="0" i="0" u="none" strike="noStrike" cap="none" normalizeH="0" baseline="0" dirty="0">
                <a:ln>
                  <a:noFill/>
                </a:ln>
                <a:solidFill>
                  <a:srgbClr val="273239"/>
                </a:solidFill>
                <a:effectLst/>
                <a:latin typeface="Calibri body"/>
              </a:rPr>
              <a:t> </a:t>
            </a:r>
            <a:r>
              <a:rPr kumimoji="0" lang="en-US" altLang="en-US" b="0" i="0" u="none" strike="noStrike" cap="none" normalizeH="0" baseline="0" dirty="0" err="1">
                <a:ln>
                  <a:noFill/>
                </a:ln>
                <a:solidFill>
                  <a:srgbClr val="000000"/>
                </a:solidFill>
                <a:effectLst/>
                <a:latin typeface="Calibri body"/>
              </a:rPr>
              <a:t>ClassA</a:t>
            </a:r>
            <a:r>
              <a:rPr kumimoji="0" lang="en-US" altLang="en-US" b="0" i="0" u="none" strike="noStrike" cap="none" normalizeH="0" baseline="0" dirty="0">
                <a:ln>
                  <a:noFill/>
                </a:ln>
                <a:solidFill>
                  <a:srgbClr val="000000"/>
                </a:solidFill>
                <a:effectLst/>
                <a:latin typeface="Calibri body"/>
              </a:rPr>
              <a:t> {</a:t>
            </a:r>
            <a:endParaRPr kumimoji="0" lang="en-US" altLang="en-US" b="0" i="0" u="none" strike="noStrike" cap="none" normalizeH="0" baseline="0" dirty="0">
              <a:ln>
                <a:noFill/>
              </a:ln>
              <a:solidFill>
                <a:schemeClr val="tx1"/>
              </a:solidFill>
              <a:effectLst/>
              <a:latin typeface="Calibri body"/>
            </a:endParaRPr>
          </a:p>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b="0" i="0" u="none" strike="noStrike" cap="none" normalizeH="0" baseline="0" dirty="0">
                <a:ln>
                  <a:noFill/>
                </a:ln>
                <a:solidFill>
                  <a:srgbClr val="273239"/>
                </a:solidFill>
                <a:effectLst/>
                <a:latin typeface="Calibri body"/>
              </a:rPr>
              <a:t>  </a:t>
            </a:r>
            <a:r>
              <a:rPr kumimoji="0" lang="en-US" altLang="en-US" b="1" i="0" u="none" strike="noStrike" cap="none" normalizeH="0" baseline="0" dirty="0">
                <a:ln>
                  <a:noFill/>
                </a:ln>
                <a:solidFill>
                  <a:srgbClr val="006699"/>
                </a:solidFill>
                <a:effectLst/>
                <a:latin typeface="Calibri body"/>
              </a:rPr>
              <a:t>public</a:t>
            </a:r>
            <a:r>
              <a:rPr kumimoji="0" lang="en-US" altLang="en-US" b="0" i="0" u="none" strike="noStrike" cap="none" normalizeH="0" baseline="0" dirty="0">
                <a:ln>
                  <a:noFill/>
                </a:ln>
                <a:solidFill>
                  <a:srgbClr val="000000"/>
                </a:solidFill>
                <a:effectLst/>
                <a:latin typeface="Calibri body"/>
              </a:rPr>
              <a:t>:</a:t>
            </a:r>
            <a:endParaRPr kumimoji="0" lang="en-US" altLang="en-US" b="0" i="0" u="none" strike="noStrike" cap="none" normalizeH="0" baseline="0" dirty="0">
              <a:ln>
                <a:noFill/>
              </a:ln>
              <a:solidFill>
                <a:schemeClr val="tx1"/>
              </a:solidFill>
              <a:effectLst/>
              <a:latin typeface="Calibri body"/>
            </a:endParaRPr>
          </a:p>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b="0" i="0" u="none" strike="noStrike" cap="none" normalizeH="0" baseline="0" dirty="0">
                <a:ln>
                  <a:noFill/>
                </a:ln>
                <a:solidFill>
                  <a:srgbClr val="273239"/>
                </a:solidFill>
                <a:effectLst/>
                <a:latin typeface="Calibri body"/>
              </a:rPr>
              <a:t>    </a:t>
            </a:r>
            <a:r>
              <a:rPr kumimoji="0" lang="en-US" altLang="en-US" b="1" i="0" u="none" strike="noStrike" cap="none" normalizeH="0" baseline="0" dirty="0">
                <a:ln>
                  <a:noFill/>
                </a:ln>
                <a:solidFill>
                  <a:srgbClr val="808080"/>
                </a:solidFill>
                <a:effectLst/>
                <a:latin typeface="Calibri body"/>
              </a:rPr>
              <a:t>int</a:t>
            </a:r>
            <a:r>
              <a:rPr kumimoji="0" lang="en-US" altLang="en-US" b="0" i="0" u="none" strike="noStrike" cap="none" normalizeH="0" baseline="0" dirty="0">
                <a:ln>
                  <a:noFill/>
                </a:ln>
                <a:solidFill>
                  <a:srgbClr val="273239"/>
                </a:solidFill>
                <a:effectLst/>
                <a:latin typeface="Calibri body"/>
              </a:rPr>
              <a:t> </a:t>
            </a:r>
            <a:r>
              <a:rPr kumimoji="0" lang="en-US" altLang="en-US" b="0" i="0" u="none" strike="noStrike" cap="none" normalizeH="0" baseline="0" dirty="0">
                <a:ln>
                  <a:noFill/>
                </a:ln>
                <a:solidFill>
                  <a:srgbClr val="000000"/>
                </a:solidFill>
                <a:effectLst/>
                <a:latin typeface="Calibri body"/>
              </a:rPr>
              <a:t>c;</a:t>
            </a:r>
            <a:endParaRPr kumimoji="0" lang="en-US" altLang="en-US" b="0" i="0" u="none" strike="noStrike" cap="none" normalizeH="0" baseline="0" dirty="0">
              <a:ln>
                <a:noFill/>
              </a:ln>
              <a:solidFill>
                <a:schemeClr val="tx1"/>
              </a:solidFill>
              <a:effectLst/>
              <a:latin typeface="Calibri body"/>
            </a:endParaRPr>
          </a:p>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b="0" i="0" u="none" strike="noStrike" cap="none" normalizeH="0" baseline="0" dirty="0">
                <a:ln>
                  <a:noFill/>
                </a:ln>
                <a:solidFill>
                  <a:srgbClr val="000000"/>
                </a:solidFill>
                <a:effectLst/>
                <a:latin typeface="Calibri body"/>
              </a:rPr>
              <a:t>};</a:t>
            </a:r>
            <a:endParaRPr kumimoji="0" lang="en-US" altLang="en-US" b="0" i="0" u="none" strike="noStrike" cap="none" normalizeH="0" baseline="0" dirty="0">
              <a:ln>
                <a:noFill/>
              </a:ln>
              <a:solidFill>
                <a:schemeClr val="tx1"/>
              </a:solidFill>
              <a:effectLst/>
              <a:latin typeface="Calibri body"/>
            </a:endParaRPr>
          </a:p>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b="0" i="0" u="none" strike="noStrike" cap="none" normalizeH="0" baseline="0" dirty="0">
                <a:ln>
                  <a:noFill/>
                </a:ln>
                <a:solidFill>
                  <a:srgbClr val="273239"/>
                </a:solidFill>
                <a:effectLst/>
                <a:latin typeface="Calibri body"/>
              </a:rPr>
              <a:t> </a:t>
            </a:r>
            <a:endParaRPr kumimoji="0" lang="en-US" altLang="en-US" b="0" i="0" u="none" strike="noStrike" cap="none" normalizeH="0" baseline="0" dirty="0">
              <a:ln>
                <a:noFill/>
              </a:ln>
              <a:solidFill>
                <a:schemeClr val="tx1"/>
              </a:solidFill>
              <a:effectLst/>
              <a:latin typeface="Calibri body"/>
            </a:endParaRPr>
          </a:p>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b="1" i="0" u="none" strike="noStrike" cap="none" normalizeH="0" baseline="0" dirty="0">
                <a:ln>
                  <a:noFill/>
                </a:ln>
                <a:solidFill>
                  <a:srgbClr val="006699"/>
                </a:solidFill>
                <a:effectLst/>
                <a:latin typeface="Calibri body"/>
              </a:rPr>
              <a:t>class</a:t>
            </a:r>
            <a:r>
              <a:rPr kumimoji="0" lang="en-US" altLang="en-US" b="0" i="0" u="none" strike="noStrike" cap="none" normalizeH="0" baseline="0" dirty="0">
                <a:ln>
                  <a:noFill/>
                </a:ln>
                <a:solidFill>
                  <a:srgbClr val="273239"/>
                </a:solidFill>
                <a:effectLst/>
                <a:latin typeface="Calibri body"/>
              </a:rPr>
              <a:t> </a:t>
            </a:r>
            <a:r>
              <a:rPr kumimoji="0" lang="en-US" altLang="en-US" b="0" i="0" u="none" strike="noStrike" cap="none" normalizeH="0" baseline="0" dirty="0" err="1">
                <a:ln>
                  <a:noFill/>
                </a:ln>
                <a:solidFill>
                  <a:srgbClr val="000000"/>
                </a:solidFill>
                <a:effectLst/>
                <a:latin typeface="Calibri body"/>
              </a:rPr>
              <a:t>ClassD</a:t>
            </a:r>
            <a:r>
              <a:rPr kumimoji="0" lang="en-US" altLang="en-US" b="0" i="0" u="none" strike="noStrike" cap="none" normalizeH="0" baseline="0" dirty="0">
                <a:ln>
                  <a:noFill/>
                </a:ln>
                <a:solidFill>
                  <a:srgbClr val="000000"/>
                </a:solidFill>
                <a:effectLst/>
                <a:latin typeface="Calibri body"/>
              </a:rPr>
              <a:t> : </a:t>
            </a:r>
            <a:r>
              <a:rPr kumimoji="0" lang="en-US" altLang="en-US" b="1" i="0" u="none" strike="noStrike" cap="none" normalizeH="0" baseline="0" dirty="0">
                <a:ln>
                  <a:noFill/>
                </a:ln>
                <a:solidFill>
                  <a:srgbClr val="006699"/>
                </a:solidFill>
                <a:effectLst/>
                <a:latin typeface="Calibri body"/>
              </a:rPr>
              <a:t>public</a:t>
            </a:r>
            <a:r>
              <a:rPr kumimoji="0" lang="en-US" altLang="en-US" b="0" i="0" u="none" strike="noStrike" cap="none" normalizeH="0" baseline="0" dirty="0">
                <a:ln>
                  <a:noFill/>
                </a:ln>
                <a:solidFill>
                  <a:srgbClr val="273239"/>
                </a:solidFill>
                <a:effectLst/>
                <a:latin typeface="Calibri body"/>
              </a:rPr>
              <a:t> </a:t>
            </a:r>
            <a:r>
              <a:rPr kumimoji="0" lang="en-US" altLang="en-US" b="0" i="0" u="none" strike="noStrike" cap="none" normalizeH="0" baseline="0" dirty="0" err="1">
                <a:ln>
                  <a:noFill/>
                </a:ln>
                <a:solidFill>
                  <a:srgbClr val="000000"/>
                </a:solidFill>
                <a:effectLst/>
                <a:latin typeface="Calibri body"/>
              </a:rPr>
              <a:t>ClassB</a:t>
            </a:r>
            <a:r>
              <a:rPr kumimoji="0" lang="en-US" altLang="en-US" b="0" i="0" u="none" strike="noStrike" cap="none" normalizeH="0" baseline="0" dirty="0">
                <a:ln>
                  <a:noFill/>
                </a:ln>
                <a:solidFill>
                  <a:srgbClr val="000000"/>
                </a:solidFill>
                <a:effectLst/>
                <a:latin typeface="Calibri body"/>
              </a:rPr>
              <a:t>, </a:t>
            </a:r>
            <a:r>
              <a:rPr kumimoji="0" lang="en-US" altLang="en-US" b="1" i="0" u="none" strike="noStrike" cap="none" normalizeH="0" baseline="0" dirty="0">
                <a:ln>
                  <a:noFill/>
                </a:ln>
                <a:solidFill>
                  <a:srgbClr val="006699"/>
                </a:solidFill>
                <a:effectLst/>
                <a:latin typeface="Calibri body"/>
              </a:rPr>
              <a:t>public</a:t>
            </a:r>
            <a:r>
              <a:rPr kumimoji="0" lang="en-US" altLang="en-US" b="0" i="0" u="none" strike="noStrike" cap="none" normalizeH="0" baseline="0" dirty="0">
                <a:ln>
                  <a:noFill/>
                </a:ln>
                <a:solidFill>
                  <a:srgbClr val="273239"/>
                </a:solidFill>
                <a:effectLst/>
                <a:latin typeface="Calibri body"/>
              </a:rPr>
              <a:t> </a:t>
            </a:r>
            <a:r>
              <a:rPr kumimoji="0" lang="en-US" altLang="en-US" b="0" i="0" u="none" strike="noStrike" cap="none" normalizeH="0" baseline="0" dirty="0" err="1">
                <a:ln>
                  <a:noFill/>
                </a:ln>
                <a:solidFill>
                  <a:srgbClr val="000000"/>
                </a:solidFill>
                <a:effectLst/>
                <a:latin typeface="Calibri body"/>
              </a:rPr>
              <a:t>ClassC</a:t>
            </a:r>
            <a:endParaRPr kumimoji="0" lang="en-US" altLang="en-US" b="0" i="0" u="none" strike="noStrike" cap="none" normalizeH="0" baseline="0" dirty="0">
              <a:ln>
                <a:noFill/>
              </a:ln>
              <a:solidFill>
                <a:srgbClr val="000000"/>
              </a:solidFill>
              <a:effectLst/>
              <a:latin typeface="Calibri body"/>
            </a:endParaRPr>
          </a:p>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b="0" i="0" u="none" strike="noStrike" cap="none" normalizeH="0" baseline="0" dirty="0">
                <a:ln>
                  <a:noFill/>
                </a:ln>
                <a:solidFill>
                  <a:srgbClr val="000000"/>
                </a:solidFill>
                <a:effectLst/>
                <a:latin typeface="Calibri body"/>
              </a:rPr>
              <a:t> {</a:t>
            </a:r>
            <a:endParaRPr kumimoji="0" lang="en-US" altLang="en-US" b="0" i="0" u="none" strike="noStrike" cap="none" normalizeH="0" baseline="0" dirty="0">
              <a:ln>
                <a:noFill/>
              </a:ln>
              <a:solidFill>
                <a:schemeClr val="tx1"/>
              </a:solidFill>
              <a:effectLst/>
              <a:latin typeface="Calibri body"/>
            </a:endParaRPr>
          </a:p>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b="0" i="0" u="none" strike="noStrike" cap="none" normalizeH="0" baseline="0" dirty="0">
                <a:ln>
                  <a:noFill/>
                </a:ln>
                <a:solidFill>
                  <a:srgbClr val="273239"/>
                </a:solidFill>
                <a:effectLst/>
                <a:latin typeface="Calibri body"/>
              </a:rPr>
              <a:t>  </a:t>
            </a:r>
            <a:r>
              <a:rPr kumimoji="0" lang="en-US" altLang="en-US" b="1" i="0" u="none" strike="noStrike" cap="none" normalizeH="0" baseline="0" dirty="0">
                <a:ln>
                  <a:noFill/>
                </a:ln>
                <a:solidFill>
                  <a:srgbClr val="006699"/>
                </a:solidFill>
                <a:effectLst/>
                <a:latin typeface="Calibri body"/>
              </a:rPr>
              <a:t>public</a:t>
            </a:r>
            <a:r>
              <a:rPr kumimoji="0" lang="en-US" altLang="en-US" b="0" i="0" u="none" strike="noStrike" cap="none" normalizeH="0" baseline="0" dirty="0">
                <a:ln>
                  <a:noFill/>
                </a:ln>
                <a:solidFill>
                  <a:srgbClr val="000000"/>
                </a:solidFill>
                <a:effectLst/>
                <a:latin typeface="Calibri body"/>
              </a:rPr>
              <a:t>:</a:t>
            </a:r>
            <a:endParaRPr kumimoji="0" lang="en-US" altLang="en-US" b="0" i="0" u="none" strike="noStrike" cap="none" normalizeH="0" baseline="0" dirty="0">
              <a:ln>
                <a:noFill/>
              </a:ln>
              <a:solidFill>
                <a:schemeClr val="tx1"/>
              </a:solidFill>
              <a:effectLst/>
              <a:latin typeface="Calibri body"/>
            </a:endParaRPr>
          </a:p>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b="0" i="0" u="none" strike="noStrike" cap="none" normalizeH="0" baseline="0" dirty="0">
                <a:ln>
                  <a:noFill/>
                </a:ln>
                <a:solidFill>
                  <a:srgbClr val="273239"/>
                </a:solidFill>
                <a:effectLst/>
                <a:latin typeface="Calibri body"/>
              </a:rPr>
              <a:t>    </a:t>
            </a:r>
            <a:r>
              <a:rPr kumimoji="0" lang="en-US" altLang="en-US" b="1" i="0" u="none" strike="noStrike" cap="none" normalizeH="0" baseline="0" dirty="0">
                <a:ln>
                  <a:noFill/>
                </a:ln>
                <a:solidFill>
                  <a:srgbClr val="808080"/>
                </a:solidFill>
                <a:effectLst/>
                <a:latin typeface="Calibri body"/>
              </a:rPr>
              <a:t>int</a:t>
            </a:r>
            <a:r>
              <a:rPr kumimoji="0" lang="en-US" altLang="en-US" b="0" i="0" u="none" strike="noStrike" cap="none" normalizeH="0" baseline="0" dirty="0">
                <a:ln>
                  <a:noFill/>
                </a:ln>
                <a:solidFill>
                  <a:srgbClr val="273239"/>
                </a:solidFill>
                <a:effectLst/>
                <a:latin typeface="Calibri body"/>
              </a:rPr>
              <a:t> </a:t>
            </a:r>
            <a:r>
              <a:rPr kumimoji="0" lang="en-US" altLang="en-US" b="0" i="0" u="none" strike="noStrike" cap="none" normalizeH="0" baseline="0" dirty="0">
                <a:ln>
                  <a:noFill/>
                </a:ln>
                <a:solidFill>
                  <a:srgbClr val="000000"/>
                </a:solidFill>
                <a:effectLst/>
                <a:latin typeface="Calibri body"/>
              </a:rPr>
              <a:t>d;</a:t>
            </a:r>
            <a:endParaRPr kumimoji="0" lang="en-US" altLang="en-US" b="0" i="0" u="none" strike="noStrike" cap="none" normalizeH="0" baseline="0" dirty="0">
              <a:ln>
                <a:noFill/>
              </a:ln>
              <a:solidFill>
                <a:schemeClr val="tx1"/>
              </a:solidFill>
              <a:effectLst/>
              <a:latin typeface="Calibri body"/>
            </a:endParaRPr>
          </a:p>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b="0" i="0" u="none" strike="noStrike" cap="none" normalizeH="0" baseline="0" dirty="0">
                <a:ln>
                  <a:noFill/>
                </a:ln>
                <a:solidFill>
                  <a:srgbClr val="000000"/>
                </a:solidFill>
                <a:effectLst/>
                <a:latin typeface="Calibri body"/>
              </a:rPr>
              <a:t>};</a:t>
            </a:r>
            <a:endParaRPr kumimoji="0" lang="en-US" altLang="en-US" b="0" i="0" u="none" strike="noStrike" cap="none" normalizeH="0" baseline="0" dirty="0">
              <a:ln>
                <a:noFill/>
              </a:ln>
              <a:solidFill>
                <a:schemeClr val="tx1"/>
              </a:solidFill>
              <a:effectLst/>
              <a:latin typeface="Calibri body"/>
            </a:endParaRPr>
          </a:p>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b="0" i="0" u="none" strike="noStrike" cap="none" normalizeH="0" baseline="0" dirty="0">
                <a:ln>
                  <a:noFill/>
                </a:ln>
                <a:solidFill>
                  <a:srgbClr val="273239"/>
                </a:solidFill>
                <a:effectLst/>
                <a:latin typeface="Calibri body"/>
              </a:rPr>
              <a:t> </a:t>
            </a:r>
            <a:endParaRPr kumimoji="0" lang="en-US" altLang="en-US" b="0" i="0" u="none" strike="noStrike" cap="none" normalizeH="0" baseline="0" dirty="0">
              <a:ln>
                <a:noFill/>
              </a:ln>
              <a:solidFill>
                <a:schemeClr val="tx1"/>
              </a:solidFill>
              <a:effectLst/>
              <a:latin typeface="Calibri body"/>
            </a:endParaRPr>
          </a:p>
        </p:txBody>
      </p:sp>
      <p:sp>
        <p:nvSpPr>
          <p:cNvPr id="4" name="TextBox 3">
            <a:extLst>
              <a:ext uri="{FF2B5EF4-FFF2-40B4-BE49-F238E27FC236}">
                <a16:creationId xmlns:a16="http://schemas.microsoft.com/office/drawing/2014/main" id="{8816CB0D-83D4-468E-8D0E-75A1854AF5C8}"/>
              </a:ext>
            </a:extLst>
          </p:cNvPr>
          <p:cNvSpPr txBox="1"/>
          <p:nvPr/>
        </p:nvSpPr>
        <p:spPr>
          <a:xfrm>
            <a:off x="5001065" y="874454"/>
            <a:ext cx="6098344" cy="5632311"/>
          </a:xfrm>
          <a:prstGeom prst="rect">
            <a:avLst/>
          </a:prstGeom>
          <a:noFill/>
        </p:spPr>
        <p:txBody>
          <a:bodyPr wrap="square">
            <a:spAutoFit/>
          </a:bodyPr>
          <a:lstStyle/>
          <a:p>
            <a:r>
              <a:rPr lang="en-IN" dirty="0"/>
              <a:t>int main()</a:t>
            </a:r>
          </a:p>
          <a:p>
            <a:r>
              <a:rPr lang="en-IN" dirty="0"/>
              <a:t>{</a:t>
            </a:r>
          </a:p>
          <a:p>
            <a:r>
              <a:rPr lang="en-IN" dirty="0"/>
              <a:t>    </a:t>
            </a:r>
            <a:r>
              <a:rPr lang="en-IN" dirty="0" err="1"/>
              <a:t>ClassD</a:t>
            </a:r>
            <a:r>
              <a:rPr lang="en-IN" dirty="0"/>
              <a:t> </a:t>
            </a:r>
            <a:r>
              <a:rPr lang="en-IN" dirty="0" err="1"/>
              <a:t>obj</a:t>
            </a:r>
            <a:r>
              <a:rPr lang="en-IN" dirty="0"/>
              <a:t>;</a:t>
            </a:r>
          </a:p>
          <a:p>
            <a:r>
              <a:rPr lang="en-IN" dirty="0"/>
              <a:t>     // </a:t>
            </a:r>
            <a:r>
              <a:rPr lang="en-IN" dirty="0" err="1"/>
              <a:t>obj.a</a:t>
            </a:r>
            <a:r>
              <a:rPr lang="en-IN" dirty="0"/>
              <a:t> = 10;                  // Statement 1, Error    [</a:t>
            </a:r>
            <a:r>
              <a:rPr lang="en-IN" dirty="0">
                <a:solidFill>
                  <a:srgbClr val="FF0000"/>
                </a:solidFill>
              </a:rPr>
              <a:t>ambiguous</a:t>
            </a:r>
            <a:r>
              <a:rPr lang="en-IN" dirty="0"/>
              <a:t>]</a:t>
            </a:r>
          </a:p>
          <a:p>
            <a:r>
              <a:rPr lang="en-IN" dirty="0"/>
              <a:t>    // </a:t>
            </a:r>
            <a:r>
              <a:rPr lang="en-IN" dirty="0" err="1"/>
              <a:t>obj.a</a:t>
            </a:r>
            <a:r>
              <a:rPr lang="en-IN" dirty="0"/>
              <a:t> = 100;                 // Statement 2, Error    [</a:t>
            </a:r>
            <a:r>
              <a:rPr lang="en-IN" dirty="0">
                <a:solidFill>
                  <a:srgbClr val="FF0000"/>
                </a:solidFill>
              </a:rPr>
              <a:t>ambiguous</a:t>
            </a:r>
            <a:r>
              <a:rPr lang="en-IN" dirty="0"/>
              <a:t>]</a:t>
            </a:r>
          </a:p>
          <a:p>
            <a:r>
              <a:rPr lang="en-IN" dirty="0"/>
              <a:t>    </a:t>
            </a:r>
          </a:p>
          <a:p>
            <a:r>
              <a:rPr lang="en-IN" dirty="0"/>
              <a:t>     </a:t>
            </a:r>
            <a:r>
              <a:rPr lang="en-IN" dirty="0" err="1"/>
              <a:t>obj.ClassB</a:t>
            </a:r>
            <a:r>
              <a:rPr lang="en-IN" dirty="0"/>
              <a:t>::a = 10;  // Statement 3</a:t>
            </a:r>
          </a:p>
          <a:p>
            <a:r>
              <a:rPr lang="en-IN" dirty="0"/>
              <a:t>    </a:t>
            </a:r>
            <a:r>
              <a:rPr lang="en-IN" dirty="0" err="1"/>
              <a:t>obj.ClassC</a:t>
            </a:r>
            <a:r>
              <a:rPr lang="en-IN" dirty="0"/>
              <a:t>::a = 100; // Statement 4</a:t>
            </a:r>
          </a:p>
          <a:p>
            <a:r>
              <a:rPr lang="en-IN" dirty="0"/>
              <a:t>    </a:t>
            </a:r>
          </a:p>
          <a:p>
            <a:r>
              <a:rPr lang="en-IN" dirty="0"/>
              <a:t>    </a:t>
            </a:r>
            <a:r>
              <a:rPr lang="en-IN" dirty="0" err="1"/>
              <a:t>obj.b</a:t>
            </a:r>
            <a:r>
              <a:rPr lang="en-IN" dirty="0"/>
              <a:t> = 20;</a:t>
            </a:r>
          </a:p>
          <a:p>
            <a:r>
              <a:rPr lang="en-IN" dirty="0"/>
              <a:t>    </a:t>
            </a:r>
            <a:r>
              <a:rPr lang="en-IN" dirty="0" err="1"/>
              <a:t>obj.c</a:t>
            </a:r>
            <a:r>
              <a:rPr lang="en-IN" dirty="0"/>
              <a:t> = 30;</a:t>
            </a:r>
          </a:p>
          <a:p>
            <a:r>
              <a:rPr lang="en-IN" dirty="0"/>
              <a:t>    </a:t>
            </a:r>
            <a:r>
              <a:rPr lang="en-IN" dirty="0" err="1"/>
              <a:t>obj.d</a:t>
            </a:r>
            <a:r>
              <a:rPr lang="en-IN" dirty="0"/>
              <a:t> = 40;</a:t>
            </a:r>
            <a:r>
              <a:rPr lang="en-US" dirty="0"/>
              <a:t> Output: </a:t>
            </a:r>
          </a:p>
          <a:p>
            <a:r>
              <a:rPr lang="en-IN" dirty="0"/>
              <a:t> </a:t>
            </a:r>
          </a:p>
          <a:p>
            <a:r>
              <a:rPr lang="en-IN" dirty="0"/>
              <a:t>    </a:t>
            </a:r>
            <a:r>
              <a:rPr lang="en-IN" dirty="0" err="1"/>
              <a:t>cout</a:t>
            </a:r>
            <a:r>
              <a:rPr lang="en-IN" dirty="0"/>
              <a:t> &lt;&lt; " a from </a:t>
            </a:r>
            <a:r>
              <a:rPr lang="en-IN" dirty="0" err="1"/>
              <a:t>ClassB</a:t>
            </a:r>
            <a:r>
              <a:rPr lang="en-IN" dirty="0"/>
              <a:t>  : " &lt;&lt; </a:t>
            </a:r>
            <a:r>
              <a:rPr lang="en-IN" dirty="0" err="1"/>
              <a:t>obj.ClassB</a:t>
            </a:r>
            <a:r>
              <a:rPr lang="en-IN" dirty="0"/>
              <a:t>::a;</a:t>
            </a:r>
          </a:p>
          <a:p>
            <a:r>
              <a:rPr lang="en-IN" dirty="0"/>
              <a:t>    </a:t>
            </a:r>
            <a:r>
              <a:rPr lang="en-IN" dirty="0" err="1"/>
              <a:t>cout</a:t>
            </a:r>
            <a:r>
              <a:rPr lang="en-IN" dirty="0"/>
              <a:t> &lt;&lt; "\n a from </a:t>
            </a:r>
            <a:r>
              <a:rPr lang="en-IN" dirty="0" err="1"/>
              <a:t>ClassC</a:t>
            </a:r>
            <a:r>
              <a:rPr lang="en-IN" dirty="0"/>
              <a:t>  : " &lt;&lt; </a:t>
            </a:r>
            <a:r>
              <a:rPr lang="en-IN" dirty="0" err="1"/>
              <a:t>obj.ClassC</a:t>
            </a:r>
            <a:r>
              <a:rPr lang="en-IN" dirty="0"/>
              <a:t>::a;</a:t>
            </a:r>
          </a:p>
          <a:p>
            <a:r>
              <a:rPr lang="en-IN" dirty="0"/>
              <a:t> </a:t>
            </a:r>
          </a:p>
          <a:p>
            <a:r>
              <a:rPr lang="en-IN" dirty="0"/>
              <a:t>    </a:t>
            </a:r>
            <a:r>
              <a:rPr lang="en-IN" dirty="0" err="1"/>
              <a:t>cout</a:t>
            </a:r>
            <a:r>
              <a:rPr lang="en-IN" dirty="0"/>
              <a:t> &lt;&lt; "\n b : " &lt;&lt; </a:t>
            </a:r>
            <a:r>
              <a:rPr lang="en-IN" dirty="0" err="1"/>
              <a:t>obj.b</a:t>
            </a:r>
            <a:r>
              <a:rPr lang="en-IN" dirty="0"/>
              <a:t>;</a:t>
            </a:r>
          </a:p>
          <a:p>
            <a:r>
              <a:rPr lang="en-IN" dirty="0"/>
              <a:t>    </a:t>
            </a:r>
            <a:r>
              <a:rPr lang="en-IN" dirty="0" err="1"/>
              <a:t>cout</a:t>
            </a:r>
            <a:r>
              <a:rPr lang="en-IN" dirty="0"/>
              <a:t> &lt;&lt; "\n c : " &lt;&lt; </a:t>
            </a:r>
            <a:r>
              <a:rPr lang="en-IN" dirty="0" err="1"/>
              <a:t>obj.c</a:t>
            </a:r>
            <a:r>
              <a:rPr lang="en-IN" dirty="0"/>
              <a:t>;</a:t>
            </a:r>
          </a:p>
          <a:p>
            <a:r>
              <a:rPr lang="en-IN" dirty="0"/>
              <a:t>    </a:t>
            </a:r>
            <a:r>
              <a:rPr lang="en-IN" dirty="0" err="1"/>
              <a:t>cout</a:t>
            </a:r>
            <a:r>
              <a:rPr lang="en-IN" dirty="0"/>
              <a:t> &lt;&lt; "\n d : " &lt;&lt; </a:t>
            </a:r>
            <a:r>
              <a:rPr lang="en-IN" dirty="0" err="1"/>
              <a:t>obj.d</a:t>
            </a:r>
            <a:r>
              <a:rPr lang="en-IN" dirty="0"/>
              <a:t> &lt;&lt; '\n';</a:t>
            </a:r>
          </a:p>
          <a:p>
            <a:r>
              <a:rPr lang="en-IN" dirty="0"/>
              <a:t>}</a:t>
            </a:r>
          </a:p>
        </p:txBody>
      </p:sp>
      <p:sp>
        <p:nvSpPr>
          <p:cNvPr id="5" name="TextBox 4">
            <a:extLst>
              <a:ext uri="{FF2B5EF4-FFF2-40B4-BE49-F238E27FC236}">
                <a16:creationId xmlns:a16="http://schemas.microsoft.com/office/drawing/2014/main" id="{D2D72805-9A12-47AC-AFAA-F623E98474EA}"/>
              </a:ext>
            </a:extLst>
          </p:cNvPr>
          <p:cNvSpPr txBox="1"/>
          <p:nvPr/>
        </p:nvSpPr>
        <p:spPr>
          <a:xfrm>
            <a:off x="2518117" y="220429"/>
            <a:ext cx="6527409" cy="769441"/>
          </a:xfrm>
          <a:prstGeom prst="rect">
            <a:avLst/>
          </a:prstGeom>
          <a:noFill/>
        </p:spPr>
        <p:txBody>
          <a:bodyPr wrap="square" rtlCol="0">
            <a:spAutoFit/>
          </a:bodyPr>
          <a:lstStyle/>
          <a:p>
            <a:pPr algn="ctr"/>
            <a:r>
              <a:rPr lang="en-US" sz="4400" dirty="0">
                <a:solidFill>
                  <a:srgbClr val="FF0000"/>
                </a:solidFill>
              </a:rPr>
              <a:t>MULTIPATH Inheritance</a:t>
            </a:r>
            <a:endParaRPr lang="en-IN" sz="4400" dirty="0">
              <a:solidFill>
                <a:srgbClr val="FF0000"/>
              </a:solidFill>
            </a:endParaRPr>
          </a:p>
        </p:txBody>
      </p:sp>
      <p:sp>
        <p:nvSpPr>
          <p:cNvPr id="8" name="TextBox 7">
            <a:extLst>
              <a:ext uri="{FF2B5EF4-FFF2-40B4-BE49-F238E27FC236}">
                <a16:creationId xmlns:a16="http://schemas.microsoft.com/office/drawing/2014/main" id="{F24168E1-2859-4A7F-B684-AE9D7A1D1409}"/>
              </a:ext>
            </a:extLst>
          </p:cNvPr>
          <p:cNvSpPr txBox="1"/>
          <p:nvPr/>
        </p:nvSpPr>
        <p:spPr>
          <a:xfrm>
            <a:off x="9924757" y="2551837"/>
            <a:ext cx="2136614" cy="1754326"/>
          </a:xfrm>
          <a:prstGeom prst="rect">
            <a:avLst/>
          </a:prstGeom>
          <a:noFill/>
          <a:ln>
            <a:solidFill>
              <a:schemeClr val="accent1"/>
            </a:solidFill>
          </a:ln>
        </p:spPr>
        <p:txBody>
          <a:bodyPr wrap="square">
            <a:spAutoFit/>
          </a:bodyPr>
          <a:lstStyle/>
          <a:p>
            <a:r>
              <a:rPr lang="en-US" b="1" dirty="0">
                <a:solidFill>
                  <a:srgbClr val="FF0000"/>
                </a:solidFill>
              </a:rPr>
              <a:t>OUTPUT</a:t>
            </a:r>
          </a:p>
          <a:p>
            <a:r>
              <a:rPr lang="en-US" dirty="0"/>
              <a:t>a from </a:t>
            </a:r>
            <a:r>
              <a:rPr lang="en-US" dirty="0" err="1"/>
              <a:t>ClassB</a:t>
            </a:r>
            <a:r>
              <a:rPr lang="en-US" dirty="0"/>
              <a:t> : 10</a:t>
            </a:r>
          </a:p>
          <a:p>
            <a:r>
              <a:rPr lang="en-US" dirty="0"/>
              <a:t>a from </a:t>
            </a:r>
            <a:r>
              <a:rPr lang="en-US" dirty="0" err="1"/>
              <a:t>ClassC</a:t>
            </a:r>
            <a:r>
              <a:rPr lang="en-US" dirty="0"/>
              <a:t> : 100</a:t>
            </a:r>
          </a:p>
          <a:p>
            <a:r>
              <a:rPr lang="en-US" dirty="0"/>
              <a:t>b : 20</a:t>
            </a:r>
          </a:p>
          <a:p>
            <a:r>
              <a:rPr lang="en-US" dirty="0"/>
              <a:t>c : 30</a:t>
            </a:r>
          </a:p>
          <a:p>
            <a:r>
              <a:rPr lang="en-US" dirty="0"/>
              <a:t>d : 40</a:t>
            </a:r>
          </a:p>
        </p:txBody>
      </p:sp>
    </p:spTree>
    <p:extLst>
      <p:ext uri="{BB962C8B-B14F-4D97-AF65-F5344CB8AC3E}">
        <p14:creationId xmlns:p14="http://schemas.microsoft.com/office/powerpoint/2010/main" val="1089361337"/>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7C79D1DE-D245-426B-9A1F-3A9F61A76BC9}"/>
              </a:ext>
            </a:extLst>
          </p:cNvPr>
          <p:cNvSpPr txBox="1"/>
          <p:nvPr/>
        </p:nvSpPr>
        <p:spPr>
          <a:xfrm>
            <a:off x="2293257" y="232229"/>
            <a:ext cx="7721600" cy="707886"/>
          </a:xfrm>
          <a:prstGeom prst="rect">
            <a:avLst/>
          </a:prstGeom>
          <a:noFill/>
        </p:spPr>
        <p:txBody>
          <a:bodyPr wrap="square" rtlCol="0">
            <a:spAutoFit/>
          </a:bodyPr>
          <a:lstStyle/>
          <a:p>
            <a:pPr algn="ctr"/>
            <a:r>
              <a:rPr lang="en-US" sz="4000" b="1" dirty="0">
                <a:solidFill>
                  <a:srgbClr val="FF0000"/>
                </a:solidFill>
              </a:rPr>
              <a:t>VIRTUAL BASE CLASS</a:t>
            </a:r>
            <a:endParaRPr lang="en-IN" sz="4000" b="1" dirty="0">
              <a:solidFill>
                <a:srgbClr val="FF0000"/>
              </a:solidFill>
            </a:endParaRPr>
          </a:p>
        </p:txBody>
      </p:sp>
      <p:pic>
        <p:nvPicPr>
          <p:cNvPr id="3" name="Picture 2">
            <a:extLst>
              <a:ext uri="{FF2B5EF4-FFF2-40B4-BE49-F238E27FC236}">
                <a16:creationId xmlns:a16="http://schemas.microsoft.com/office/drawing/2014/main" id="{1B81B5E1-88E0-436A-9257-4D653E6A7623}"/>
              </a:ext>
            </a:extLst>
          </p:cNvPr>
          <p:cNvPicPr>
            <a:picLocks noChangeAspect="1"/>
          </p:cNvPicPr>
          <p:nvPr/>
        </p:nvPicPr>
        <p:blipFill>
          <a:blip r:embed="rId2"/>
          <a:stretch>
            <a:fillRect/>
          </a:stretch>
        </p:blipFill>
        <p:spPr>
          <a:xfrm>
            <a:off x="0" y="1219200"/>
            <a:ext cx="5262840" cy="5638800"/>
          </a:xfrm>
          <a:prstGeom prst="rect">
            <a:avLst/>
          </a:prstGeom>
        </p:spPr>
      </p:pic>
      <p:sp>
        <p:nvSpPr>
          <p:cNvPr id="5" name="TextBox 4">
            <a:extLst>
              <a:ext uri="{FF2B5EF4-FFF2-40B4-BE49-F238E27FC236}">
                <a16:creationId xmlns:a16="http://schemas.microsoft.com/office/drawing/2014/main" id="{9F936263-52A2-440A-AD1C-E5CB80CC5E8E}"/>
              </a:ext>
            </a:extLst>
          </p:cNvPr>
          <p:cNvSpPr txBox="1"/>
          <p:nvPr/>
        </p:nvSpPr>
        <p:spPr>
          <a:xfrm>
            <a:off x="5537981" y="986971"/>
            <a:ext cx="5262840" cy="2308324"/>
          </a:xfrm>
          <a:prstGeom prst="rect">
            <a:avLst/>
          </a:prstGeom>
          <a:noFill/>
        </p:spPr>
        <p:txBody>
          <a:bodyPr wrap="square">
            <a:spAutoFit/>
          </a:bodyPr>
          <a:lstStyle/>
          <a:p>
            <a:pPr algn="just"/>
            <a:r>
              <a:rPr lang="en-US" dirty="0"/>
              <a:t>As we can see from the figure that data members/function of class A are inherited twice to class D. One through class B and second through class C. When any data / function member of class A is accessed by an object of class D, ambiguity arises as to which data/function member would be called? One inherited through B or the other inherited through C. This confuses compiler and it displays error.</a:t>
            </a:r>
            <a:endParaRPr lang="en-IN" dirty="0"/>
          </a:p>
        </p:txBody>
      </p:sp>
      <p:sp>
        <p:nvSpPr>
          <p:cNvPr id="8" name="TextBox 7">
            <a:extLst>
              <a:ext uri="{FF2B5EF4-FFF2-40B4-BE49-F238E27FC236}">
                <a16:creationId xmlns:a16="http://schemas.microsoft.com/office/drawing/2014/main" id="{556A44C7-E9FD-4001-B794-92BCD9FAA3FF}"/>
              </a:ext>
            </a:extLst>
          </p:cNvPr>
          <p:cNvSpPr txBox="1"/>
          <p:nvPr/>
        </p:nvSpPr>
        <p:spPr>
          <a:xfrm>
            <a:off x="5537981" y="3342151"/>
            <a:ext cx="5083127" cy="3139321"/>
          </a:xfrm>
          <a:prstGeom prst="rect">
            <a:avLst/>
          </a:prstGeom>
          <a:noFill/>
        </p:spPr>
        <p:txBody>
          <a:bodyPr wrap="square">
            <a:spAutoFit/>
          </a:bodyPr>
          <a:lstStyle/>
          <a:p>
            <a:r>
              <a:rPr lang="en-IN" dirty="0"/>
              <a:t>Syntax for Virtual Base Classes:</a:t>
            </a:r>
          </a:p>
          <a:p>
            <a:endParaRPr lang="en-IN" dirty="0"/>
          </a:p>
          <a:p>
            <a:r>
              <a:rPr lang="en-IN" dirty="0"/>
              <a:t>Syntax 1:</a:t>
            </a:r>
          </a:p>
          <a:p>
            <a:r>
              <a:rPr lang="en-IN" dirty="0"/>
              <a:t>class B : virtual public A </a:t>
            </a:r>
          </a:p>
          <a:p>
            <a:r>
              <a:rPr lang="en-IN" dirty="0"/>
              <a:t>{</a:t>
            </a:r>
          </a:p>
          <a:p>
            <a:r>
              <a:rPr lang="en-IN" dirty="0"/>
              <a:t>};</a:t>
            </a:r>
          </a:p>
          <a:p>
            <a:endParaRPr lang="en-IN" dirty="0"/>
          </a:p>
          <a:p>
            <a:r>
              <a:rPr lang="en-IN" dirty="0"/>
              <a:t>Syntax 2:</a:t>
            </a:r>
          </a:p>
          <a:p>
            <a:r>
              <a:rPr lang="en-IN" dirty="0"/>
              <a:t>class C : public virtual A</a:t>
            </a:r>
          </a:p>
          <a:p>
            <a:r>
              <a:rPr lang="en-IN" dirty="0"/>
              <a:t>{</a:t>
            </a:r>
          </a:p>
          <a:p>
            <a:r>
              <a:rPr lang="en-IN" dirty="0"/>
              <a:t>};</a:t>
            </a:r>
          </a:p>
        </p:txBody>
      </p:sp>
    </p:spTree>
    <p:extLst>
      <p:ext uri="{BB962C8B-B14F-4D97-AF65-F5344CB8AC3E}">
        <p14:creationId xmlns:p14="http://schemas.microsoft.com/office/powerpoint/2010/main" val="553495997"/>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a:extLst>
              <a:ext uri="{FF2B5EF4-FFF2-40B4-BE49-F238E27FC236}">
                <a16:creationId xmlns:a16="http://schemas.microsoft.com/office/drawing/2014/main" id="{210F30C7-3BB3-43E9-86EF-FA631F9F24BF}"/>
              </a:ext>
            </a:extLst>
          </p:cNvPr>
          <p:cNvSpPr txBox="1"/>
          <p:nvPr/>
        </p:nvSpPr>
        <p:spPr>
          <a:xfrm>
            <a:off x="309488" y="553791"/>
            <a:ext cx="3404384" cy="5078313"/>
          </a:xfrm>
          <a:prstGeom prst="rect">
            <a:avLst/>
          </a:prstGeom>
          <a:noFill/>
        </p:spPr>
        <p:txBody>
          <a:bodyPr wrap="square">
            <a:spAutoFit/>
          </a:bodyPr>
          <a:lstStyle/>
          <a:p>
            <a:r>
              <a:rPr lang="en-IN" dirty="0"/>
              <a:t>using namespace std;</a:t>
            </a:r>
          </a:p>
          <a:p>
            <a:r>
              <a:rPr lang="en-IN" dirty="0"/>
              <a:t>class A {</a:t>
            </a:r>
          </a:p>
          <a:p>
            <a:r>
              <a:rPr lang="en-IN" dirty="0"/>
              <a:t>public:</a:t>
            </a:r>
          </a:p>
          <a:p>
            <a:r>
              <a:rPr lang="en-IN" dirty="0"/>
              <a:t>    int a;</a:t>
            </a:r>
          </a:p>
          <a:p>
            <a:r>
              <a:rPr lang="en-IN" dirty="0"/>
              <a:t>    A() // constructor</a:t>
            </a:r>
          </a:p>
          <a:p>
            <a:r>
              <a:rPr lang="en-IN" dirty="0"/>
              <a:t>    {</a:t>
            </a:r>
          </a:p>
          <a:p>
            <a:r>
              <a:rPr lang="en-IN" dirty="0"/>
              <a:t>        a = 10;</a:t>
            </a:r>
          </a:p>
          <a:p>
            <a:r>
              <a:rPr lang="en-IN" dirty="0"/>
              <a:t>    }</a:t>
            </a:r>
          </a:p>
          <a:p>
            <a:r>
              <a:rPr lang="en-IN" dirty="0"/>
              <a:t>};</a:t>
            </a:r>
          </a:p>
          <a:p>
            <a:r>
              <a:rPr lang="en-IN" dirty="0">
                <a:solidFill>
                  <a:srgbClr val="FF0000"/>
                </a:solidFill>
              </a:rPr>
              <a:t>class B : public virtual A </a:t>
            </a:r>
          </a:p>
          <a:p>
            <a:r>
              <a:rPr lang="en-IN" dirty="0"/>
              <a:t>{</a:t>
            </a:r>
          </a:p>
          <a:p>
            <a:r>
              <a:rPr lang="en-IN" dirty="0"/>
              <a:t>};</a:t>
            </a:r>
          </a:p>
          <a:p>
            <a:r>
              <a:rPr lang="en-IN" dirty="0">
                <a:solidFill>
                  <a:srgbClr val="FF0000"/>
                </a:solidFill>
              </a:rPr>
              <a:t>class C : public virtual A </a:t>
            </a:r>
          </a:p>
          <a:p>
            <a:r>
              <a:rPr lang="en-IN" dirty="0"/>
              <a:t>{</a:t>
            </a:r>
          </a:p>
          <a:p>
            <a:r>
              <a:rPr lang="en-IN" dirty="0"/>
              <a:t>};</a:t>
            </a:r>
          </a:p>
          <a:p>
            <a:r>
              <a:rPr lang="en-IN" dirty="0"/>
              <a:t>class D : public B, public C </a:t>
            </a:r>
          </a:p>
          <a:p>
            <a:r>
              <a:rPr lang="en-IN" dirty="0"/>
              <a:t>{</a:t>
            </a:r>
          </a:p>
          <a:p>
            <a:r>
              <a:rPr lang="en-IN" dirty="0"/>
              <a:t>};</a:t>
            </a:r>
          </a:p>
        </p:txBody>
      </p:sp>
      <p:sp>
        <p:nvSpPr>
          <p:cNvPr id="5" name="TextBox 4">
            <a:extLst>
              <a:ext uri="{FF2B5EF4-FFF2-40B4-BE49-F238E27FC236}">
                <a16:creationId xmlns:a16="http://schemas.microsoft.com/office/drawing/2014/main" id="{2B91910C-5522-4AE8-B2FA-3B2709FE1603}"/>
              </a:ext>
            </a:extLst>
          </p:cNvPr>
          <p:cNvSpPr txBox="1"/>
          <p:nvPr/>
        </p:nvSpPr>
        <p:spPr>
          <a:xfrm>
            <a:off x="3274255" y="553791"/>
            <a:ext cx="4040945" cy="1754326"/>
          </a:xfrm>
          <a:prstGeom prst="rect">
            <a:avLst/>
          </a:prstGeom>
          <a:noFill/>
        </p:spPr>
        <p:txBody>
          <a:bodyPr wrap="square">
            <a:spAutoFit/>
          </a:bodyPr>
          <a:lstStyle/>
          <a:p>
            <a:r>
              <a:rPr lang="en-IN" dirty="0"/>
              <a:t>int main()</a:t>
            </a:r>
          </a:p>
          <a:p>
            <a:r>
              <a:rPr lang="en-IN" dirty="0"/>
              <a:t>{</a:t>
            </a:r>
          </a:p>
          <a:p>
            <a:r>
              <a:rPr lang="en-IN" dirty="0"/>
              <a:t>    D object; // object creation of class d</a:t>
            </a:r>
          </a:p>
          <a:p>
            <a:r>
              <a:rPr lang="en-IN" dirty="0"/>
              <a:t>    </a:t>
            </a:r>
            <a:r>
              <a:rPr lang="en-IN" dirty="0" err="1"/>
              <a:t>cout</a:t>
            </a:r>
            <a:r>
              <a:rPr lang="en-IN" dirty="0"/>
              <a:t> &lt;&lt; "a = " &lt;&lt; </a:t>
            </a:r>
            <a:r>
              <a:rPr lang="en-IN" dirty="0" err="1"/>
              <a:t>object.a</a:t>
            </a:r>
            <a:r>
              <a:rPr lang="en-IN" dirty="0"/>
              <a:t> &lt;&lt; </a:t>
            </a:r>
            <a:r>
              <a:rPr lang="en-IN" dirty="0" err="1"/>
              <a:t>endl</a:t>
            </a:r>
            <a:r>
              <a:rPr lang="en-IN" dirty="0"/>
              <a:t>;</a:t>
            </a:r>
          </a:p>
          <a:p>
            <a:r>
              <a:rPr lang="en-IN" dirty="0"/>
              <a:t>    return 0;</a:t>
            </a:r>
          </a:p>
          <a:p>
            <a:r>
              <a:rPr lang="en-IN" dirty="0"/>
              <a:t>}</a:t>
            </a:r>
          </a:p>
        </p:txBody>
      </p:sp>
      <p:sp>
        <p:nvSpPr>
          <p:cNvPr id="7" name="TextBox 6">
            <a:extLst>
              <a:ext uri="{FF2B5EF4-FFF2-40B4-BE49-F238E27FC236}">
                <a16:creationId xmlns:a16="http://schemas.microsoft.com/office/drawing/2014/main" id="{78BB3077-7845-43C5-9590-62DAA7C8C1BA}"/>
              </a:ext>
            </a:extLst>
          </p:cNvPr>
          <p:cNvSpPr txBox="1"/>
          <p:nvPr/>
        </p:nvSpPr>
        <p:spPr>
          <a:xfrm>
            <a:off x="5294727" y="2892478"/>
            <a:ext cx="6098344" cy="3139321"/>
          </a:xfrm>
          <a:prstGeom prst="rect">
            <a:avLst/>
          </a:prstGeom>
          <a:noFill/>
        </p:spPr>
        <p:txBody>
          <a:bodyPr wrap="square">
            <a:spAutoFit/>
          </a:bodyPr>
          <a:lstStyle/>
          <a:p>
            <a:pPr algn="just"/>
            <a:r>
              <a:rPr lang="en-US" dirty="0">
                <a:solidFill>
                  <a:srgbClr val="FF0000"/>
                </a:solidFill>
              </a:rPr>
              <a:t>NOTE :</a:t>
            </a:r>
          </a:p>
          <a:p>
            <a:pPr algn="just"/>
            <a:r>
              <a:rPr lang="en-US" dirty="0"/>
              <a:t>virtual can be written before or after the public. Now only one copy of data/function member will be copied to class C and class B and class A becomes the virtual base class.</a:t>
            </a:r>
          </a:p>
          <a:p>
            <a:pPr algn="just"/>
            <a:endParaRPr lang="en-US" dirty="0"/>
          </a:p>
          <a:p>
            <a:pPr algn="just"/>
            <a:r>
              <a:rPr lang="en-US" dirty="0"/>
              <a:t>Virtual base classes offer a way to save space and avoid ambiguities in class hierarchies that use multiple inheritances. When a base class is specified as a virtual base, it can act as an indirect base more than once without duplication of its data members. A single copy of its data members is shared by all the base classes that use virtual base.</a:t>
            </a:r>
            <a:endParaRPr lang="en-IN" dirty="0"/>
          </a:p>
        </p:txBody>
      </p:sp>
    </p:spTree>
    <p:extLst>
      <p:ext uri="{BB962C8B-B14F-4D97-AF65-F5344CB8AC3E}">
        <p14:creationId xmlns:p14="http://schemas.microsoft.com/office/powerpoint/2010/main" val="769493465"/>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Box 3">
            <a:extLst>
              <a:ext uri="{FF2B5EF4-FFF2-40B4-BE49-F238E27FC236}">
                <a16:creationId xmlns:a16="http://schemas.microsoft.com/office/drawing/2014/main" id="{8F9CAD78-F6F4-4AA6-A5F2-8603D94E7C61}"/>
              </a:ext>
            </a:extLst>
          </p:cNvPr>
          <p:cNvSpPr txBox="1"/>
          <p:nvPr/>
        </p:nvSpPr>
        <p:spPr>
          <a:xfrm>
            <a:off x="426720" y="309489"/>
            <a:ext cx="3723249" cy="5632311"/>
          </a:xfrm>
          <a:prstGeom prst="rect">
            <a:avLst/>
          </a:prstGeom>
          <a:noFill/>
        </p:spPr>
        <p:txBody>
          <a:bodyPr wrap="square">
            <a:spAutoFit/>
          </a:bodyPr>
          <a:lstStyle/>
          <a:p>
            <a:r>
              <a:rPr lang="en-IN" dirty="0"/>
              <a:t>#include &lt;iostream&gt;</a:t>
            </a:r>
          </a:p>
          <a:p>
            <a:r>
              <a:rPr lang="en-IN" dirty="0"/>
              <a:t>using namespace std;</a:t>
            </a:r>
          </a:p>
          <a:p>
            <a:r>
              <a:rPr lang="en-IN" dirty="0"/>
              <a:t>  </a:t>
            </a:r>
          </a:p>
          <a:p>
            <a:r>
              <a:rPr lang="en-IN" dirty="0"/>
              <a:t>class A {</a:t>
            </a:r>
          </a:p>
          <a:p>
            <a:r>
              <a:rPr lang="en-IN" dirty="0"/>
              <a:t>public:</a:t>
            </a:r>
          </a:p>
          <a:p>
            <a:r>
              <a:rPr lang="en-IN" dirty="0"/>
              <a:t>    void show()</a:t>
            </a:r>
          </a:p>
          <a:p>
            <a:r>
              <a:rPr lang="en-IN" dirty="0"/>
              <a:t>    {</a:t>
            </a:r>
          </a:p>
          <a:p>
            <a:r>
              <a:rPr lang="en-IN" dirty="0"/>
              <a:t>        </a:t>
            </a:r>
            <a:r>
              <a:rPr lang="en-IN" dirty="0" err="1"/>
              <a:t>cout</a:t>
            </a:r>
            <a:r>
              <a:rPr lang="en-IN" dirty="0"/>
              <a:t> &lt;&lt; "Hello from A \n";</a:t>
            </a:r>
          </a:p>
          <a:p>
            <a:r>
              <a:rPr lang="en-IN" dirty="0"/>
              <a:t>    }</a:t>
            </a:r>
          </a:p>
          <a:p>
            <a:r>
              <a:rPr lang="en-IN" dirty="0"/>
              <a:t>};</a:t>
            </a:r>
          </a:p>
          <a:p>
            <a:r>
              <a:rPr lang="en-IN" dirty="0"/>
              <a:t>  </a:t>
            </a:r>
          </a:p>
          <a:p>
            <a:r>
              <a:rPr lang="en-IN" dirty="0"/>
              <a:t>class B : public virtual A {</a:t>
            </a:r>
          </a:p>
          <a:p>
            <a:r>
              <a:rPr lang="en-IN" dirty="0"/>
              <a:t>};</a:t>
            </a:r>
          </a:p>
          <a:p>
            <a:r>
              <a:rPr lang="en-IN" dirty="0"/>
              <a:t>  </a:t>
            </a:r>
          </a:p>
          <a:p>
            <a:r>
              <a:rPr lang="en-IN" dirty="0"/>
              <a:t>class C : public virtual A {</a:t>
            </a:r>
          </a:p>
          <a:p>
            <a:r>
              <a:rPr lang="en-IN" dirty="0"/>
              <a:t>};</a:t>
            </a:r>
          </a:p>
          <a:p>
            <a:r>
              <a:rPr lang="en-IN" dirty="0"/>
              <a:t>  </a:t>
            </a:r>
          </a:p>
          <a:p>
            <a:r>
              <a:rPr lang="en-IN" dirty="0"/>
              <a:t>class D : public B, public C {</a:t>
            </a:r>
          </a:p>
          <a:p>
            <a:r>
              <a:rPr lang="en-IN" dirty="0"/>
              <a:t>};</a:t>
            </a:r>
          </a:p>
          <a:p>
            <a:r>
              <a:rPr lang="en-IN" dirty="0"/>
              <a:t>  </a:t>
            </a:r>
          </a:p>
        </p:txBody>
      </p:sp>
      <p:sp>
        <p:nvSpPr>
          <p:cNvPr id="6" name="TextBox 5">
            <a:extLst>
              <a:ext uri="{FF2B5EF4-FFF2-40B4-BE49-F238E27FC236}">
                <a16:creationId xmlns:a16="http://schemas.microsoft.com/office/drawing/2014/main" id="{4E013D7F-DC2A-4638-AF80-33901D369517}"/>
              </a:ext>
            </a:extLst>
          </p:cNvPr>
          <p:cNvSpPr txBox="1"/>
          <p:nvPr/>
        </p:nvSpPr>
        <p:spPr>
          <a:xfrm>
            <a:off x="5257800" y="492259"/>
            <a:ext cx="6098344" cy="1477328"/>
          </a:xfrm>
          <a:prstGeom prst="rect">
            <a:avLst/>
          </a:prstGeom>
          <a:noFill/>
        </p:spPr>
        <p:txBody>
          <a:bodyPr wrap="square">
            <a:spAutoFit/>
          </a:bodyPr>
          <a:lstStyle/>
          <a:p>
            <a:r>
              <a:rPr lang="en-IN" dirty="0"/>
              <a:t>int main()</a:t>
            </a:r>
          </a:p>
          <a:p>
            <a:r>
              <a:rPr lang="en-IN" dirty="0"/>
              <a:t>{</a:t>
            </a:r>
          </a:p>
          <a:p>
            <a:r>
              <a:rPr lang="en-IN" dirty="0"/>
              <a:t>    D object;</a:t>
            </a:r>
          </a:p>
          <a:p>
            <a:r>
              <a:rPr lang="en-IN" dirty="0"/>
              <a:t>    </a:t>
            </a:r>
            <a:r>
              <a:rPr lang="en-IN" dirty="0" err="1"/>
              <a:t>object.show</a:t>
            </a:r>
            <a:r>
              <a:rPr lang="en-IN" dirty="0"/>
              <a:t>();</a:t>
            </a:r>
          </a:p>
          <a:p>
            <a:r>
              <a:rPr lang="en-IN" dirty="0"/>
              <a:t>}</a:t>
            </a:r>
          </a:p>
        </p:txBody>
      </p:sp>
      <p:sp>
        <p:nvSpPr>
          <p:cNvPr id="8" name="TextBox 7">
            <a:extLst>
              <a:ext uri="{FF2B5EF4-FFF2-40B4-BE49-F238E27FC236}">
                <a16:creationId xmlns:a16="http://schemas.microsoft.com/office/drawing/2014/main" id="{9A7E0D7F-D272-4A9E-9896-381D8C1496BF}"/>
              </a:ext>
            </a:extLst>
          </p:cNvPr>
          <p:cNvSpPr txBox="1"/>
          <p:nvPr/>
        </p:nvSpPr>
        <p:spPr>
          <a:xfrm>
            <a:off x="5356274" y="3105834"/>
            <a:ext cx="6098344" cy="646331"/>
          </a:xfrm>
          <a:prstGeom prst="rect">
            <a:avLst/>
          </a:prstGeom>
          <a:noFill/>
        </p:spPr>
        <p:txBody>
          <a:bodyPr wrap="square">
            <a:spAutoFit/>
          </a:bodyPr>
          <a:lstStyle/>
          <a:p>
            <a:r>
              <a:rPr lang="en-IN" b="1" dirty="0">
                <a:solidFill>
                  <a:srgbClr val="FF0000"/>
                </a:solidFill>
              </a:rPr>
              <a:t>Output:</a:t>
            </a:r>
          </a:p>
          <a:p>
            <a:r>
              <a:rPr lang="en-IN" dirty="0"/>
              <a:t>Hello from A</a:t>
            </a:r>
          </a:p>
        </p:txBody>
      </p:sp>
    </p:spTree>
    <p:extLst>
      <p:ext uri="{BB962C8B-B14F-4D97-AF65-F5344CB8AC3E}">
        <p14:creationId xmlns:p14="http://schemas.microsoft.com/office/powerpoint/2010/main" val="2208593030"/>
      </p:ext>
    </p:extLst>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321972" y="0"/>
            <a:ext cx="11870028" cy="1325563"/>
          </a:xfrm>
        </p:spPr>
        <p:txBody>
          <a:bodyPr/>
          <a:lstStyle/>
          <a:p>
            <a:r>
              <a:rPr lang="en-GB" altLang="en-US" b="1" dirty="0"/>
              <a:t>Same Data Member Name in Base and Derived Class</a:t>
            </a:r>
          </a:p>
        </p:txBody>
      </p:sp>
      <p:sp>
        <p:nvSpPr>
          <p:cNvPr id="4" name="Content Placeholder 3"/>
          <p:cNvSpPr>
            <a:spLocks noGrp="1"/>
          </p:cNvSpPr>
          <p:nvPr>
            <p:ph sz="half" idx="1"/>
          </p:nvPr>
        </p:nvSpPr>
        <p:spPr>
          <a:xfrm>
            <a:off x="489397" y="1081824"/>
            <a:ext cx="4241439" cy="5776175"/>
          </a:xfrm>
        </p:spPr>
        <p:txBody>
          <a:bodyPr>
            <a:normAutofit lnSpcReduction="10000"/>
          </a:bodyPr>
          <a:lstStyle/>
          <a:p>
            <a:pPr marL="0" indent="0">
              <a:buNone/>
            </a:pPr>
            <a:r>
              <a:rPr lang="en-IN" dirty="0">
                <a:solidFill>
                  <a:srgbClr val="FF0000"/>
                </a:solidFill>
              </a:rPr>
              <a:t>#include&lt;</a:t>
            </a:r>
            <a:r>
              <a:rPr lang="en-IN" dirty="0" err="1">
                <a:solidFill>
                  <a:srgbClr val="FF0000"/>
                </a:solidFill>
              </a:rPr>
              <a:t>iostream</a:t>
            </a:r>
            <a:r>
              <a:rPr lang="en-IN" dirty="0">
                <a:solidFill>
                  <a:srgbClr val="FF0000"/>
                </a:solidFill>
              </a:rPr>
              <a:t>&gt;</a:t>
            </a:r>
          </a:p>
          <a:p>
            <a:pPr marL="0" indent="0">
              <a:buNone/>
            </a:pPr>
            <a:r>
              <a:rPr lang="en-IN" dirty="0">
                <a:solidFill>
                  <a:srgbClr val="FF0000"/>
                </a:solidFill>
              </a:rPr>
              <a:t>using namespace </a:t>
            </a:r>
            <a:r>
              <a:rPr lang="en-IN" dirty="0" err="1">
                <a:solidFill>
                  <a:srgbClr val="FF0000"/>
                </a:solidFill>
              </a:rPr>
              <a:t>std</a:t>
            </a:r>
            <a:r>
              <a:rPr lang="en-IN" dirty="0">
                <a:solidFill>
                  <a:srgbClr val="FF0000"/>
                </a:solidFill>
              </a:rPr>
              <a:t>;</a:t>
            </a:r>
          </a:p>
          <a:p>
            <a:pPr marL="0" indent="0">
              <a:buNone/>
            </a:pPr>
            <a:r>
              <a:rPr lang="en-IN" dirty="0">
                <a:solidFill>
                  <a:srgbClr val="FF0000"/>
                </a:solidFill>
              </a:rPr>
              <a:t>class A</a:t>
            </a:r>
          </a:p>
          <a:p>
            <a:pPr marL="0" indent="0">
              <a:buNone/>
            </a:pPr>
            <a:r>
              <a:rPr lang="en-IN" dirty="0">
                <a:solidFill>
                  <a:srgbClr val="FF0000"/>
                </a:solidFill>
              </a:rPr>
              <a:t>{</a:t>
            </a:r>
          </a:p>
          <a:p>
            <a:pPr marL="0" indent="0">
              <a:buNone/>
            </a:pPr>
            <a:r>
              <a:rPr lang="en-IN" dirty="0">
                <a:solidFill>
                  <a:srgbClr val="FF0000"/>
                </a:solidFill>
              </a:rPr>
              <a:t>protected:	</a:t>
            </a:r>
          </a:p>
          <a:p>
            <a:pPr marL="0" indent="0">
              <a:buNone/>
            </a:pPr>
            <a:r>
              <a:rPr lang="en-IN" dirty="0" err="1">
                <a:solidFill>
                  <a:srgbClr val="FF0000"/>
                </a:solidFill>
              </a:rPr>
              <a:t>int</a:t>
            </a:r>
            <a:r>
              <a:rPr lang="en-IN" dirty="0">
                <a:solidFill>
                  <a:srgbClr val="FF0000"/>
                </a:solidFill>
              </a:rPr>
              <a:t> x;</a:t>
            </a:r>
          </a:p>
          <a:p>
            <a:pPr marL="0" indent="0">
              <a:buNone/>
            </a:pPr>
            <a:r>
              <a:rPr lang="en-IN" dirty="0">
                <a:solidFill>
                  <a:srgbClr val="FF0000"/>
                </a:solidFill>
              </a:rPr>
              <a:t>public:</a:t>
            </a:r>
          </a:p>
          <a:p>
            <a:pPr marL="0" indent="0">
              <a:buNone/>
            </a:pPr>
            <a:r>
              <a:rPr lang="en-IN" dirty="0">
                <a:solidFill>
                  <a:srgbClr val="FF0000"/>
                </a:solidFill>
              </a:rPr>
              <a:t>	A(){x=5;}</a:t>
            </a:r>
          </a:p>
          <a:p>
            <a:pPr marL="0" indent="0">
              <a:buNone/>
            </a:pPr>
            <a:r>
              <a:rPr lang="en-IN" dirty="0">
                <a:solidFill>
                  <a:srgbClr val="FF0000"/>
                </a:solidFill>
              </a:rPr>
              <a:t>void print()</a:t>
            </a:r>
          </a:p>
          <a:p>
            <a:pPr marL="0" indent="0">
              <a:buNone/>
            </a:pPr>
            <a:r>
              <a:rPr lang="en-IN" dirty="0">
                <a:solidFill>
                  <a:srgbClr val="FF0000"/>
                </a:solidFill>
              </a:rPr>
              <a:t>{</a:t>
            </a:r>
          </a:p>
          <a:p>
            <a:pPr marL="0" indent="0">
              <a:buNone/>
            </a:pPr>
            <a:r>
              <a:rPr lang="en-IN" dirty="0">
                <a:solidFill>
                  <a:srgbClr val="FF0000"/>
                </a:solidFill>
              </a:rPr>
              <a:t>    </a:t>
            </a:r>
            <a:r>
              <a:rPr lang="en-IN" dirty="0" err="1">
                <a:solidFill>
                  <a:srgbClr val="FF0000"/>
                </a:solidFill>
              </a:rPr>
              <a:t>cout</a:t>
            </a:r>
            <a:r>
              <a:rPr lang="en-IN" dirty="0">
                <a:solidFill>
                  <a:srgbClr val="FF0000"/>
                </a:solidFill>
              </a:rPr>
              <a:t>&lt;&lt;"inside A"&lt;&lt;</a:t>
            </a:r>
            <a:r>
              <a:rPr lang="en-IN" dirty="0" err="1">
                <a:solidFill>
                  <a:srgbClr val="FF0000"/>
                </a:solidFill>
              </a:rPr>
              <a:t>endl</a:t>
            </a:r>
            <a:r>
              <a:rPr lang="en-IN" dirty="0">
                <a:solidFill>
                  <a:srgbClr val="FF0000"/>
                </a:solidFill>
              </a:rPr>
              <a:t>;}</a:t>
            </a:r>
          </a:p>
          <a:p>
            <a:pPr marL="0" indent="0">
              <a:buNone/>
            </a:pPr>
            <a:r>
              <a:rPr lang="en-IN" dirty="0">
                <a:solidFill>
                  <a:srgbClr val="FF0000"/>
                </a:solidFill>
              </a:rPr>
              <a:t>};</a:t>
            </a:r>
          </a:p>
          <a:p>
            <a:pPr marL="0" indent="0">
              <a:buNone/>
            </a:pPr>
            <a:endParaRPr lang="en-IN" dirty="0">
              <a:solidFill>
                <a:srgbClr val="FF0000"/>
              </a:solidFill>
            </a:endParaRPr>
          </a:p>
        </p:txBody>
      </p:sp>
      <p:sp>
        <p:nvSpPr>
          <p:cNvPr id="5" name="Content Placeholder 4"/>
          <p:cNvSpPr>
            <a:spLocks noGrp="1"/>
          </p:cNvSpPr>
          <p:nvPr>
            <p:ph sz="half" idx="2"/>
          </p:nvPr>
        </p:nvSpPr>
        <p:spPr>
          <a:xfrm>
            <a:off x="4881091" y="1081823"/>
            <a:ext cx="4473265" cy="5776176"/>
          </a:xfrm>
        </p:spPr>
        <p:txBody>
          <a:bodyPr>
            <a:normAutofit lnSpcReduction="10000"/>
          </a:bodyPr>
          <a:lstStyle/>
          <a:p>
            <a:pPr marL="0" indent="0">
              <a:buNone/>
            </a:pPr>
            <a:r>
              <a:rPr lang="en-IN" dirty="0">
                <a:solidFill>
                  <a:srgbClr val="0070C0"/>
                </a:solidFill>
              </a:rPr>
              <a:t>class B:public A</a:t>
            </a:r>
          </a:p>
          <a:p>
            <a:pPr marL="0" indent="0">
              <a:buNone/>
            </a:pPr>
            <a:r>
              <a:rPr lang="en-IN" dirty="0">
                <a:solidFill>
                  <a:srgbClr val="0070C0"/>
                </a:solidFill>
              </a:rPr>
              <a:t>{</a:t>
            </a:r>
          </a:p>
          <a:p>
            <a:pPr marL="0" indent="0">
              <a:buNone/>
            </a:pPr>
            <a:r>
              <a:rPr lang="en-IN" dirty="0" err="1">
                <a:solidFill>
                  <a:srgbClr val="0070C0"/>
                </a:solidFill>
              </a:rPr>
              <a:t>int</a:t>
            </a:r>
            <a:r>
              <a:rPr lang="en-IN" dirty="0">
                <a:solidFill>
                  <a:srgbClr val="0070C0"/>
                </a:solidFill>
              </a:rPr>
              <a:t> x;</a:t>
            </a:r>
          </a:p>
          <a:p>
            <a:pPr marL="0" indent="0">
              <a:buNone/>
            </a:pPr>
            <a:r>
              <a:rPr lang="en-IN" dirty="0">
                <a:solidFill>
                  <a:srgbClr val="0070C0"/>
                </a:solidFill>
              </a:rPr>
              <a:t>public:</a:t>
            </a:r>
          </a:p>
          <a:p>
            <a:pPr marL="0" indent="0">
              <a:buNone/>
            </a:pPr>
            <a:r>
              <a:rPr lang="en-IN" dirty="0">
                <a:solidFill>
                  <a:srgbClr val="0070C0"/>
                </a:solidFill>
              </a:rPr>
              <a:t>	B(){x=10;}</a:t>
            </a:r>
          </a:p>
          <a:p>
            <a:pPr marL="0" indent="0">
              <a:buNone/>
            </a:pPr>
            <a:r>
              <a:rPr lang="en-IN" dirty="0">
                <a:solidFill>
                  <a:srgbClr val="0070C0"/>
                </a:solidFill>
              </a:rPr>
              <a:t>	</a:t>
            </a:r>
          </a:p>
          <a:p>
            <a:pPr marL="0" indent="0">
              <a:buNone/>
            </a:pPr>
            <a:r>
              <a:rPr lang="en-IN" dirty="0">
                <a:solidFill>
                  <a:srgbClr val="0070C0"/>
                </a:solidFill>
              </a:rPr>
              <a:t>void print()</a:t>
            </a:r>
          </a:p>
          <a:p>
            <a:pPr marL="0" indent="0">
              <a:buNone/>
            </a:pPr>
            <a:r>
              <a:rPr lang="en-IN" dirty="0">
                <a:solidFill>
                  <a:srgbClr val="0070C0"/>
                </a:solidFill>
              </a:rPr>
              <a:t>{</a:t>
            </a:r>
          </a:p>
          <a:p>
            <a:pPr marL="0" indent="0">
              <a:buNone/>
            </a:pPr>
            <a:r>
              <a:rPr lang="en-IN" dirty="0">
                <a:solidFill>
                  <a:srgbClr val="0070C0"/>
                </a:solidFill>
              </a:rPr>
              <a:t>    </a:t>
            </a:r>
            <a:r>
              <a:rPr lang="en-IN" dirty="0" err="1">
                <a:solidFill>
                  <a:srgbClr val="0070C0"/>
                </a:solidFill>
              </a:rPr>
              <a:t>cout</a:t>
            </a:r>
            <a:r>
              <a:rPr lang="en-IN" dirty="0">
                <a:solidFill>
                  <a:srgbClr val="0070C0"/>
                </a:solidFill>
              </a:rPr>
              <a:t>&lt;&lt;"inside B"&lt;&lt;</a:t>
            </a:r>
            <a:r>
              <a:rPr lang="en-IN" dirty="0" err="1">
                <a:solidFill>
                  <a:srgbClr val="0070C0"/>
                </a:solidFill>
              </a:rPr>
              <a:t>endl</a:t>
            </a:r>
            <a:r>
              <a:rPr lang="en-IN" dirty="0">
                <a:solidFill>
                  <a:srgbClr val="0070C0"/>
                </a:solidFill>
              </a:rPr>
              <a:t>;</a:t>
            </a:r>
          </a:p>
          <a:p>
            <a:pPr marL="0" indent="0">
              <a:buNone/>
            </a:pPr>
            <a:r>
              <a:rPr lang="en-IN" dirty="0">
                <a:solidFill>
                  <a:srgbClr val="0070C0"/>
                </a:solidFill>
              </a:rPr>
              <a:t>   </a:t>
            </a:r>
            <a:r>
              <a:rPr lang="en-IN" dirty="0" err="1">
                <a:solidFill>
                  <a:srgbClr val="0070C0"/>
                </a:solidFill>
              </a:rPr>
              <a:t>cout</a:t>
            </a:r>
            <a:r>
              <a:rPr lang="en-IN" dirty="0">
                <a:solidFill>
                  <a:srgbClr val="0070C0"/>
                </a:solidFill>
              </a:rPr>
              <a:t>&lt;&lt;x&lt;&lt;</a:t>
            </a:r>
            <a:r>
              <a:rPr lang="en-IN" dirty="0" err="1">
                <a:solidFill>
                  <a:srgbClr val="0070C0"/>
                </a:solidFill>
              </a:rPr>
              <a:t>endl</a:t>
            </a:r>
            <a:r>
              <a:rPr lang="en-IN" dirty="0">
                <a:solidFill>
                  <a:srgbClr val="0070C0"/>
                </a:solidFill>
              </a:rPr>
              <a:t>;</a:t>
            </a:r>
          </a:p>
          <a:p>
            <a:pPr marL="0" indent="0">
              <a:buNone/>
            </a:pPr>
            <a:r>
              <a:rPr lang="en-IN" dirty="0">
                <a:solidFill>
                  <a:srgbClr val="0070C0"/>
                </a:solidFill>
              </a:rPr>
              <a:t>   }</a:t>
            </a:r>
          </a:p>
          <a:p>
            <a:pPr marL="0" indent="0">
              <a:buNone/>
            </a:pPr>
            <a:r>
              <a:rPr lang="en-IN" dirty="0">
                <a:solidFill>
                  <a:srgbClr val="0070C0"/>
                </a:solidFill>
              </a:rPr>
              <a:t>};</a:t>
            </a:r>
          </a:p>
        </p:txBody>
      </p:sp>
      <p:sp>
        <p:nvSpPr>
          <p:cNvPr id="6" name="Rectangle 5"/>
          <p:cNvSpPr/>
          <p:nvPr/>
        </p:nvSpPr>
        <p:spPr>
          <a:xfrm>
            <a:off x="9354356" y="1325563"/>
            <a:ext cx="2687390" cy="2893100"/>
          </a:xfrm>
          <a:prstGeom prst="rect">
            <a:avLst/>
          </a:prstGeom>
        </p:spPr>
        <p:txBody>
          <a:bodyPr wrap="square">
            <a:spAutoFit/>
          </a:bodyPr>
          <a:lstStyle/>
          <a:p>
            <a:r>
              <a:rPr lang="en-IN" sz="2600" dirty="0">
                <a:solidFill>
                  <a:srgbClr val="00B050"/>
                </a:solidFill>
              </a:rPr>
              <a:t>main()</a:t>
            </a:r>
          </a:p>
          <a:p>
            <a:r>
              <a:rPr lang="en-IN" sz="2600" dirty="0">
                <a:solidFill>
                  <a:srgbClr val="00B050"/>
                </a:solidFill>
              </a:rPr>
              <a:t>{</a:t>
            </a:r>
          </a:p>
          <a:p>
            <a:r>
              <a:rPr lang="en-IN" sz="2600" dirty="0">
                <a:solidFill>
                  <a:srgbClr val="00B050"/>
                </a:solidFill>
              </a:rPr>
              <a:t>    B </a:t>
            </a:r>
            <a:r>
              <a:rPr lang="en-IN" sz="2600" dirty="0" err="1">
                <a:solidFill>
                  <a:srgbClr val="00B050"/>
                </a:solidFill>
              </a:rPr>
              <a:t>b</a:t>
            </a:r>
            <a:r>
              <a:rPr lang="en-IN" sz="2600" dirty="0">
                <a:solidFill>
                  <a:srgbClr val="00B050"/>
                </a:solidFill>
              </a:rPr>
              <a:t>;</a:t>
            </a:r>
          </a:p>
          <a:p>
            <a:r>
              <a:rPr lang="en-IN" sz="2600" dirty="0">
                <a:solidFill>
                  <a:srgbClr val="00B050"/>
                </a:solidFill>
              </a:rPr>
              <a:t>    A </a:t>
            </a:r>
            <a:r>
              <a:rPr lang="en-IN" sz="2600" dirty="0" err="1">
                <a:solidFill>
                  <a:srgbClr val="00B050"/>
                </a:solidFill>
              </a:rPr>
              <a:t>a</a:t>
            </a:r>
            <a:r>
              <a:rPr lang="en-IN" sz="2600" dirty="0">
                <a:solidFill>
                  <a:srgbClr val="00B050"/>
                </a:solidFill>
              </a:rPr>
              <a:t>;</a:t>
            </a:r>
          </a:p>
          <a:p>
            <a:r>
              <a:rPr lang="en-IN" sz="2600" dirty="0">
                <a:solidFill>
                  <a:srgbClr val="00B050"/>
                </a:solidFill>
              </a:rPr>
              <a:t>    </a:t>
            </a:r>
            <a:r>
              <a:rPr lang="en-IN" sz="2600" dirty="0" err="1">
                <a:solidFill>
                  <a:srgbClr val="00B050"/>
                </a:solidFill>
              </a:rPr>
              <a:t>a.print</a:t>
            </a:r>
            <a:r>
              <a:rPr lang="en-IN" sz="2600" dirty="0">
                <a:solidFill>
                  <a:srgbClr val="00B050"/>
                </a:solidFill>
              </a:rPr>
              <a:t>();</a:t>
            </a:r>
          </a:p>
          <a:p>
            <a:r>
              <a:rPr lang="en-IN" sz="2600" dirty="0">
                <a:solidFill>
                  <a:srgbClr val="00B050"/>
                </a:solidFill>
              </a:rPr>
              <a:t>    </a:t>
            </a:r>
            <a:r>
              <a:rPr lang="en-IN" sz="2600" dirty="0" err="1">
                <a:solidFill>
                  <a:srgbClr val="00B050"/>
                </a:solidFill>
              </a:rPr>
              <a:t>b.print</a:t>
            </a:r>
            <a:r>
              <a:rPr lang="en-IN" sz="2600" dirty="0">
                <a:solidFill>
                  <a:srgbClr val="00B050"/>
                </a:solidFill>
              </a:rPr>
              <a:t>();</a:t>
            </a:r>
          </a:p>
          <a:p>
            <a:r>
              <a:rPr lang="en-IN" sz="2600" dirty="0">
                <a:solidFill>
                  <a:srgbClr val="00B050"/>
                </a:solidFill>
              </a:rPr>
              <a:t>}</a:t>
            </a:r>
          </a:p>
        </p:txBody>
      </p:sp>
    </p:spTree>
    <p:extLst>
      <p:ext uri="{BB962C8B-B14F-4D97-AF65-F5344CB8AC3E}">
        <p14:creationId xmlns:p14="http://schemas.microsoft.com/office/powerpoint/2010/main" val="3460850946"/>
      </p:ext>
    </p:extLst>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6082" name="Rectangle 4"/>
          <p:cNvSpPr>
            <a:spLocks noChangeArrowheads="1"/>
          </p:cNvSpPr>
          <p:nvPr/>
        </p:nvSpPr>
        <p:spPr bwMode="auto">
          <a:xfrm>
            <a:off x="1752600" y="-65088"/>
            <a:ext cx="8610600" cy="6270626"/>
          </a:xfrm>
          <a:prstGeom prst="rect">
            <a:avLst/>
          </a:prstGeom>
          <a:solidFill>
            <a:srgbClr val="FFFFFF"/>
          </a:solidFill>
          <a:ln>
            <a:noFill/>
          </a:ln>
          <a:extLst>
            <a:ext uri="{91240B29-F687-4F45-9708-019B960494DF}">
              <a14:hiddenLine xmlns:a14="http://schemas.microsoft.com/office/drawing/2010/main" w="9525">
                <a:solidFill>
                  <a:srgbClr val="000000"/>
                </a:solidFill>
                <a:miter lim="800000"/>
                <a:headEnd/>
                <a:tailEnd/>
              </a14:hiddenLine>
            </a:ext>
          </a:extLst>
        </p:spPr>
        <p:txBody>
          <a:bodyPr lIns="0" tIns="179331" rIns="0" bIns="179331" anchor="ctr">
            <a:spAutoFit/>
          </a:bodyPr>
          <a:lstStyle>
            <a:lvl1pPr eaLnBrk="0" hangingPunct="0">
              <a:defRPr>
                <a:solidFill>
                  <a:schemeClr val="tx1"/>
                </a:solidFill>
                <a:latin typeface="Arial" panose="020B0604020202020204" pitchFamily="34" charset="0"/>
                <a:cs typeface="Arial" panose="020B0604020202020204" pitchFamily="34" charset="0"/>
              </a:defRPr>
            </a:lvl1pPr>
            <a:lvl2pPr marL="742950" indent="-285750" eaLnBrk="0" hangingPunct="0">
              <a:defRPr>
                <a:solidFill>
                  <a:schemeClr val="tx1"/>
                </a:solidFill>
                <a:latin typeface="Arial" panose="020B0604020202020204" pitchFamily="34" charset="0"/>
                <a:cs typeface="Arial" panose="020B0604020202020204" pitchFamily="34" charset="0"/>
              </a:defRPr>
            </a:lvl2pPr>
            <a:lvl3pPr marL="1143000" indent="-228600" eaLnBrk="0" hangingPunct="0">
              <a:defRPr>
                <a:solidFill>
                  <a:schemeClr val="tx1"/>
                </a:solidFill>
                <a:latin typeface="Arial" panose="020B0604020202020204" pitchFamily="34" charset="0"/>
                <a:cs typeface="Arial" panose="020B0604020202020204" pitchFamily="34" charset="0"/>
              </a:defRPr>
            </a:lvl3pPr>
            <a:lvl4pPr marL="1600200" indent="-228600" eaLnBrk="0" hangingPunct="0">
              <a:defRPr>
                <a:solidFill>
                  <a:schemeClr val="tx1"/>
                </a:solidFill>
                <a:latin typeface="Arial" panose="020B0604020202020204" pitchFamily="34" charset="0"/>
                <a:cs typeface="Arial" panose="020B0604020202020204" pitchFamily="34" charset="0"/>
              </a:defRPr>
            </a:lvl4pPr>
            <a:lvl5pPr marL="2057400" indent="-228600" eaLnBrk="0" hangingPunct="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algn="ctr"/>
            <a:r>
              <a:rPr lang="en-US" altLang="en-US" sz="3200" b="1" dirty="0">
                <a:solidFill>
                  <a:srgbClr val="000000"/>
                </a:solidFill>
                <a:latin typeface="Roboto"/>
              </a:rPr>
              <a:t>Order of Constructor Call</a:t>
            </a:r>
          </a:p>
          <a:p>
            <a:pPr algn="just"/>
            <a:endParaRPr lang="en-US" altLang="en-US" sz="3200" b="1" dirty="0">
              <a:solidFill>
                <a:srgbClr val="000000"/>
              </a:solidFill>
              <a:latin typeface="Roboto"/>
            </a:endParaRPr>
          </a:p>
          <a:p>
            <a:pPr algn="just"/>
            <a:r>
              <a:rPr lang="en-US" altLang="en-US" sz="2000" dirty="0">
                <a:solidFill>
                  <a:srgbClr val="000000"/>
                </a:solidFill>
              </a:rPr>
              <a:t>Base class constructors are always called in the derived class constructors. Whenever you create derived class object, first the base class default constructor is executed and then the derived class's constructor finishes execution.</a:t>
            </a:r>
          </a:p>
          <a:p>
            <a:pPr algn="just"/>
            <a:endParaRPr lang="en-US" altLang="en-US" sz="2000" dirty="0">
              <a:solidFill>
                <a:srgbClr val="000000"/>
              </a:solidFill>
            </a:endParaRPr>
          </a:p>
          <a:p>
            <a:pPr algn="just"/>
            <a:endParaRPr lang="en-US" altLang="en-US" sz="2000" dirty="0">
              <a:solidFill>
                <a:srgbClr val="000000"/>
              </a:solidFill>
            </a:endParaRPr>
          </a:p>
          <a:p>
            <a:pPr algn="just"/>
            <a:r>
              <a:rPr lang="en-US" altLang="en-US" sz="2000" b="1" dirty="0">
                <a:solidFill>
                  <a:srgbClr val="A52A2A"/>
                </a:solidFill>
                <a:latin typeface="Roboto"/>
              </a:rPr>
              <a:t>Points to Remember</a:t>
            </a:r>
          </a:p>
          <a:p>
            <a:pPr algn="just">
              <a:buFontTx/>
              <a:buAutoNum type="arabicPeriod"/>
            </a:pPr>
            <a:r>
              <a:rPr lang="en-US" altLang="en-US" sz="2000" dirty="0">
                <a:solidFill>
                  <a:srgbClr val="000000"/>
                </a:solidFill>
              </a:rPr>
              <a:t>Whether derived class's default constructor is called or </a:t>
            </a:r>
            <a:r>
              <a:rPr lang="en-US" altLang="en-US" sz="2000" dirty="0" err="1">
                <a:solidFill>
                  <a:srgbClr val="000000"/>
                </a:solidFill>
              </a:rPr>
              <a:t>parameterised</a:t>
            </a:r>
            <a:r>
              <a:rPr lang="en-US" altLang="en-US" sz="2000" dirty="0">
                <a:solidFill>
                  <a:srgbClr val="000000"/>
                </a:solidFill>
              </a:rPr>
              <a:t> is called, base class's default constructor is always called inside them.</a:t>
            </a:r>
            <a:br>
              <a:rPr lang="en-US" altLang="en-US" sz="2000" dirty="0">
                <a:solidFill>
                  <a:srgbClr val="000000"/>
                </a:solidFill>
              </a:rPr>
            </a:br>
            <a:endParaRPr lang="en-US" altLang="en-US" sz="2000" dirty="0">
              <a:solidFill>
                <a:srgbClr val="000000"/>
              </a:solidFill>
            </a:endParaRPr>
          </a:p>
          <a:p>
            <a:pPr algn="just">
              <a:buFontTx/>
              <a:buAutoNum type="arabicPeriod" startAt="2"/>
            </a:pPr>
            <a:r>
              <a:rPr lang="en-US" altLang="en-US" sz="2000" dirty="0">
                <a:solidFill>
                  <a:srgbClr val="000000"/>
                </a:solidFill>
              </a:rPr>
              <a:t>To call base class's </a:t>
            </a:r>
            <a:r>
              <a:rPr lang="en-US" altLang="en-US" sz="2000" dirty="0" err="1">
                <a:solidFill>
                  <a:srgbClr val="000000"/>
                </a:solidFill>
              </a:rPr>
              <a:t>parameterised</a:t>
            </a:r>
            <a:r>
              <a:rPr lang="en-US" altLang="en-US" sz="2000" dirty="0">
                <a:solidFill>
                  <a:srgbClr val="000000"/>
                </a:solidFill>
              </a:rPr>
              <a:t> constructor inside derived class's </a:t>
            </a:r>
            <a:r>
              <a:rPr lang="en-US" altLang="en-US" sz="2000" dirty="0" err="1">
                <a:solidFill>
                  <a:srgbClr val="000000"/>
                </a:solidFill>
              </a:rPr>
              <a:t>parameterised</a:t>
            </a:r>
            <a:r>
              <a:rPr lang="en-US" altLang="en-US" sz="2000" dirty="0">
                <a:solidFill>
                  <a:srgbClr val="000000"/>
                </a:solidFill>
              </a:rPr>
              <a:t> constructor, we must mention it explicitly while declaring derived class's parameterized constructor.</a:t>
            </a:r>
          </a:p>
          <a:p>
            <a:pPr algn="just"/>
            <a:br>
              <a:rPr lang="en-US" altLang="en-US" sz="2000" dirty="0"/>
            </a:br>
            <a:endParaRPr lang="en-US" altLang="en-US" sz="2000" dirty="0"/>
          </a:p>
          <a:p>
            <a:pPr algn="just"/>
            <a:endParaRPr lang="en-US" altLang="en-US" sz="2000" dirty="0"/>
          </a:p>
        </p:txBody>
      </p:sp>
    </p:spTree>
    <p:extLst>
      <p:ext uri="{BB962C8B-B14F-4D97-AF65-F5344CB8AC3E}">
        <p14:creationId xmlns:p14="http://schemas.microsoft.com/office/powerpoint/2010/main" val="2621858921"/>
      </p:ext>
    </p:extLst>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7106" name="Picture 2"/>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663700" y="885826"/>
            <a:ext cx="8928100" cy="49053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3" name="Picture 2">
            <a:extLst>
              <a:ext uri="{FF2B5EF4-FFF2-40B4-BE49-F238E27FC236}">
                <a16:creationId xmlns:a16="http://schemas.microsoft.com/office/drawing/2014/main" id="{34A200FD-3498-480E-9246-9FEBC8511D2A}"/>
              </a:ext>
            </a:extLst>
          </p:cNvPr>
          <p:cNvPicPr>
            <a:picLocks noChangeAspect="1"/>
          </p:cNvPicPr>
          <p:nvPr/>
        </p:nvPicPr>
        <p:blipFill>
          <a:blip r:embed="rId3"/>
          <a:stretch>
            <a:fillRect/>
          </a:stretch>
        </p:blipFill>
        <p:spPr>
          <a:xfrm>
            <a:off x="7148739" y="4325258"/>
            <a:ext cx="4629150" cy="1853972"/>
          </a:xfrm>
          <a:prstGeom prst="rect">
            <a:avLst/>
          </a:prstGeom>
        </p:spPr>
      </p:pic>
    </p:spTree>
    <p:extLst>
      <p:ext uri="{BB962C8B-B14F-4D97-AF65-F5344CB8AC3E}">
        <p14:creationId xmlns:p14="http://schemas.microsoft.com/office/powerpoint/2010/main" val="2337120097"/>
      </p:ext>
    </p:extLst>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9154" name="Picture 2"/>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277586" y="1373867"/>
            <a:ext cx="6057900" cy="51054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49155" name="Rectangle 2"/>
          <p:cNvSpPr>
            <a:spLocks noChangeArrowheads="1"/>
          </p:cNvSpPr>
          <p:nvPr/>
        </p:nvSpPr>
        <p:spPr bwMode="auto">
          <a:xfrm>
            <a:off x="1905000" y="295276"/>
            <a:ext cx="8305800" cy="9239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a:solidFill>
                  <a:schemeClr val="tx1"/>
                </a:solidFill>
                <a:latin typeface="Arial" panose="020B0604020202020204" pitchFamily="34" charset="0"/>
                <a:cs typeface="Arial" panose="020B0604020202020204" pitchFamily="34" charset="0"/>
              </a:defRPr>
            </a:lvl1pPr>
            <a:lvl2pPr marL="742950" indent="-285750" eaLnBrk="0" hangingPunct="0">
              <a:defRPr>
                <a:solidFill>
                  <a:schemeClr val="tx1"/>
                </a:solidFill>
                <a:latin typeface="Arial" panose="020B0604020202020204" pitchFamily="34" charset="0"/>
                <a:cs typeface="Arial" panose="020B0604020202020204" pitchFamily="34" charset="0"/>
              </a:defRPr>
            </a:lvl2pPr>
            <a:lvl3pPr marL="1143000" indent="-228600" eaLnBrk="0" hangingPunct="0">
              <a:defRPr>
                <a:solidFill>
                  <a:schemeClr val="tx1"/>
                </a:solidFill>
                <a:latin typeface="Arial" panose="020B0604020202020204" pitchFamily="34" charset="0"/>
                <a:cs typeface="Arial" panose="020B0604020202020204" pitchFamily="34" charset="0"/>
              </a:defRPr>
            </a:lvl3pPr>
            <a:lvl4pPr marL="1600200" indent="-228600" eaLnBrk="0" hangingPunct="0">
              <a:defRPr>
                <a:solidFill>
                  <a:schemeClr val="tx1"/>
                </a:solidFill>
                <a:latin typeface="Arial" panose="020B0604020202020204" pitchFamily="34" charset="0"/>
                <a:cs typeface="Arial" panose="020B0604020202020204" pitchFamily="34" charset="0"/>
              </a:defRPr>
            </a:lvl4pPr>
            <a:lvl5pPr marL="2057400" indent="-228600" eaLnBrk="0" hangingPunct="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eaLnBrk="1" hangingPunct="1"/>
            <a:r>
              <a:rPr lang="en-US" altLang="en-US" b="1"/>
              <a:t>Base class Parameterized Constructor in Derived class Constructor</a:t>
            </a:r>
          </a:p>
          <a:p>
            <a:pPr eaLnBrk="1" hangingPunct="1"/>
            <a:r>
              <a:rPr lang="en-US" altLang="en-US"/>
              <a:t>We can explicitly mention to call the Base class's parameterized constructor when Derived class's parameterized constructor is called.</a:t>
            </a:r>
          </a:p>
        </p:txBody>
      </p:sp>
      <p:pic>
        <p:nvPicPr>
          <p:cNvPr id="3" name="Picture 2">
            <a:extLst>
              <a:ext uri="{FF2B5EF4-FFF2-40B4-BE49-F238E27FC236}">
                <a16:creationId xmlns:a16="http://schemas.microsoft.com/office/drawing/2014/main" id="{512F8E60-AD37-4938-BA67-055FDCE2365A}"/>
              </a:ext>
            </a:extLst>
          </p:cNvPr>
          <p:cNvPicPr>
            <a:picLocks noChangeAspect="1"/>
          </p:cNvPicPr>
          <p:nvPr/>
        </p:nvPicPr>
        <p:blipFill>
          <a:blip r:embed="rId3"/>
          <a:stretch>
            <a:fillRect/>
          </a:stretch>
        </p:blipFill>
        <p:spPr>
          <a:xfrm>
            <a:off x="7180489" y="4385236"/>
            <a:ext cx="4733925" cy="1884935"/>
          </a:xfrm>
          <a:prstGeom prst="rect">
            <a:avLst/>
          </a:prstGeom>
        </p:spPr>
      </p:pic>
    </p:spTree>
    <p:extLst>
      <p:ext uri="{BB962C8B-B14F-4D97-AF65-F5344CB8AC3E}">
        <p14:creationId xmlns:p14="http://schemas.microsoft.com/office/powerpoint/2010/main" val="4020364004"/>
      </p:ext>
    </p:extLst>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1202" name="Rectangle 1"/>
          <p:cNvSpPr>
            <a:spLocks noChangeArrowheads="1"/>
          </p:cNvSpPr>
          <p:nvPr/>
        </p:nvSpPr>
        <p:spPr bwMode="auto">
          <a:xfrm>
            <a:off x="822008" y="427306"/>
            <a:ext cx="8772158" cy="4152900"/>
          </a:xfrm>
          <a:prstGeom prst="rect">
            <a:avLst/>
          </a:prstGeom>
          <a:solidFill>
            <a:srgbClr val="F9F9F9"/>
          </a:solidFill>
          <a:ln>
            <a:noFill/>
          </a:ln>
          <a:extLst>
            <a:ext uri="{91240B29-F687-4F45-9708-019B960494DF}">
              <a14:hiddenLine xmlns:a14="http://schemas.microsoft.com/office/drawing/2010/main" w="9525">
                <a:solidFill>
                  <a:srgbClr val="000000"/>
                </a:solidFill>
                <a:miter lim="800000"/>
                <a:headEnd/>
                <a:tailEnd/>
              </a14:hiddenLine>
            </a:ext>
          </a:extLst>
        </p:spPr>
        <p:txBody>
          <a:bodyPr wrap="square" lIns="0" tIns="0" rIns="0" bIns="88872" anchor="ctr">
            <a:spAutoFit/>
          </a:bodyPr>
          <a:lstStyle>
            <a:lvl1pPr eaLnBrk="0" hangingPunct="0">
              <a:defRPr>
                <a:solidFill>
                  <a:schemeClr val="tx1"/>
                </a:solidFill>
                <a:latin typeface="Arial" panose="020B0604020202020204" pitchFamily="34" charset="0"/>
                <a:cs typeface="Arial" panose="020B0604020202020204" pitchFamily="34" charset="0"/>
              </a:defRPr>
            </a:lvl1pPr>
            <a:lvl2pPr marL="742950" indent="-285750" eaLnBrk="0" hangingPunct="0">
              <a:defRPr>
                <a:solidFill>
                  <a:schemeClr val="tx1"/>
                </a:solidFill>
                <a:latin typeface="Arial" panose="020B0604020202020204" pitchFamily="34" charset="0"/>
                <a:cs typeface="Arial" panose="020B0604020202020204" pitchFamily="34" charset="0"/>
              </a:defRPr>
            </a:lvl2pPr>
            <a:lvl3pPr marL="1143000" indent="-228600" eaLnBrk="0" hangingPunct="0">
              <a:defRPr>
                <a:solidFill>
                  <a:schemeClr val="tx1"/>
                </a:solidFill>
                <a:latin typeface="Arial" panose="020B0604020202020204" pitchFamily="34" charset="0"/>
                <a:cs typeface="Arial" panose="020B0604020202020204" pitchFamily="34" charset="0"/>
              </a:defRPr>
            </a:lvl3pPr>
            <a:lvl4pPr marL="1600200" indent="-228600" eaLnBrk="0" hangingPunct="0">
              <a:defRPr>
                <a:solidFill>
                  <a:schemeClr val="tx1"/>
                </a:solidFill>
                <a:latin typeface="Arial" panose="020B0604020202020204" pitchFamily="34" charset="0"/>
                <a:cs typeface="Arial" panose="020B0604020202020204" pitchFamily="34" charset="0"/>
              </a:defRPr>
            </a:lvl4pPr>
            <a:lvl5pPr marL="2057400" indent="-228600" eaLnBrk="0" hangingPunct="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a:lnSpc>
                <a:spcPct val="150000"/>
              </a:lnSpc>
            </a:pPr>
            <a:r>
              <a:rPr lang="en-US" altLang="en-US" sz="2400" b="1" dirty="0">
                <a:solidFill>
                  <a:srgbClr val="A52A2A"/>
                </a:solidFill>
                <a:latin typeface="Roboto"/>
              </a:rPr>
              <a:t>Constructor call in Multiple Inheritance</a:t>
            </a:r>
          </a:p>
          <a:p>
            <a:pPr>
              <a:lnSpc>
                <a:spcPct val="150000"/>
              </a:lnSpc>
            </a:pPr>
            <a:r>
              <a:rPr lang="en-US" altLang="en-US" sz="1600" dirty="0">
                <a:solidFill>
                  <a:srgbClr val="000000"/>
                </a:solidFill>
              </a:rPr>
              <a:t>Its almost the same, all the Base class's constructors are called inside derived class's constructor, in the same order in which they are inherited.</a:t>
            </a:r>
            <a:endParaRPr lang="en-US" altLang="en-US" sz="1600" dirty="0">
              <a:solidFill>
                <a:srgbClr val="111111"/>
              </a:solidFill>
              <a:latin typeface="Monaco"/>
            </a:endParaRPr>
          </a:p>
          <a:p>
            <a:pPr>
              <a:lnSpc>
                <a:spcPct val="150000"/>
              </a:lnSpc>
            </a:pPr>
            <a:r>
              <a:rPr lang="en-US" altLang="en-US" sz="1600" dirty="0">
                <a:solidFill>
                  <a:srgbClr val="111111"/>
                </a:solidFill>
                <a:latin typeface="Monaco"/>
              </a:rPr>
              <a:t>class A : public B, public C ; </a:t>
            </a:r>
            <a:endParaRPr lang="en-US" altLang="en-US" sz="1200" dirty="0"/>
          </a:p>
          <a:p>
            <a:pPr>
              <a:lnSpc>
                <a:spcPct val="150000"/>
              </a:lnSpc>
            </a:pPr>
            <a:r>
              <a:rPr lang="en-US" altLang="en-US" sz="1600" dirty="0">
                <a:solidFill>
                  <a:srgbClr val="000000"/>
                </a:solidFill>
              </a:rPr>
              <a:t>In this case, first class B constructor will be called, then class C constructor and then class A constructor.</a:t>
            </a:r>
            <a:endParaRPr lang="en-US" altLang="en-US" sz="1200" dirty="0"/>
          </a:p>
          <a:p>
            <a:pPr>
              <a:lnSpc>
                <a:spcPct val="150000"/>
              </a:lnSpc>
            </a:pPr>
            <a:br>
              <a:rPr lang="en-US" altLang="en-US" sz="3600" dirty="0"/>
            </a:br>
            <a:endParaRPr lang="en-US" altLang="en-US" sz="3600" dirty="0"/>
          </a:p>
        </p:txBody>
      </p:sp>
    </p:spTree>
    <p:extLst>
      <p:ext uri="{BB962C8B-B14F-4D97-AF65-F5344CB8AC3E}">
        <p14:creationId xmlns:p14="http://schemas.microsoft.com/office/powerpoint/2010/main" val="1838282005"/>
      </p:ext>
    </p:extLst>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9458" name="Rectangle 2"/>
          <p:cNvSpPr>
            <a:spLocks noGrp="1" noChangeArrowheads="1"/>
          </p:cNvSpPr>
          <p:nvPr>
            <p:ph type="title"/>
          </p:nvPr>
        </p:nvSpPr>
        <p:spPr>
          <a:xfrm>
            <a:off x="1930400" y="228600"/>
            <a:ext cx="8280400" cy="1143000"/>
          </a:xfrm>
        </p:spPr>
        <p:txBody>
          <a:bodyPr/>
          <a:lstStyle/>
          <a:p>
            <a:r>
              <a:rPr lang="en-US" altLang="zh-TW">
                <a:ea typeface="新細明體" pitchFamily="18" charset="-120"/>
              </a:rPr>
              <a:t>3 Types of Access Specifiers</a:t>
            </a:r>
          </a:p>
        </p:txBody>
      </p:sp>
      <p:sp>
        <p:nvSpPr>
          <p:cNvPr id="19459" name="Rectangle 3"/>
          <p:cNvSpPr>
            <a:spLocks noGrp="1" noChangeArrowheads="1"/>
          </p:cNvSpPr>
          <p:nvPr>
            <p:ph type="body" idx="1"/>
          </p:nvPr>
        </p:nvSpPr>
        <p:spPr>
          <a:xfrm>
            <a:off x="2209800" y="1981200"/>
            <a:ext cx="8077200" cy="4114800"/>
          </a:xfrm>
        </p:spPr>
        <p:txBody>
          <a:bodyPr/>
          <a:lstStyle/>
          <a:p>
            <a:r>
              <a:rPr lang="en-US" altLang="zh-TW">
                <a:solidFill>
                  <a:srgbClr val="FF0000"/>
                </a:solidFill>
                <a:ea typeface="新細明體" pitchFamily="18" charset="-120"/>
              </a:rPr>
              <a:t>Type 1:  inherit as private</a:t>
            </a:r>
          </a:p>
          <a:p>
            <a:endParaRPr lang="en-US" altLang="zh-TW">
              <a:solidFill>
                <a:srgbClr val="FF0000"/>
              </a:solidFill>
              <a:ea typeface="新細明體" pitchFamily="18" charset="-120"/>
            </a:endParaRPr>
          </a:p>
        </p:txBody>
      </p:sp>
      <p:graphicFrame>
        <p:nvGraphicFramePr>
          <p:cNvPr id="19477" name="Group 21"/>
          <p:cNvGraphicFramePr>
            <a:graphicFrameLocks noGrp="1"/>
          </p:cNvGraphicFramePr>
          <p:nvPr/>
        </p:nvGraphicFramePr>
        <p:xfrm>
          <a:off x="3048000" y="2743200"/>
          <a:ext cx="6096000" cy="3124200"/>
        </p:xfrm>
        <a:graphic>
          <a:graphicData uri="http://schemas.openxmlformats.org/drawingml/2006/table">
            <a:tbl>
              <a:tblPr/>
              <a:tblGrid>
                <a:gridCol w="3048000">
                  <a:extLst>
                    <a:ext uri="{9D8B030D-6E8A-4147-A177-3AD203B41FA5}">
                      <a16:colId xmlns:a16="http://schemas.microsoft.com/office/drawing/2014/main" val="20000"/>
                    </a:ext>
                  </a:extLst>
                </a:gridCol>
                <a:gridCol w="3048000">
                  <a:extLst>
                    <a:ext uri="{9D8B030D-6E8A-4147-A177-3AD203B41FA5}">
                      <a16:colId xmlns:a16="http://schemas.microsoft.com/office/drawing/2014/main" val="20001"/>
                    </a:ext>
                  </a:extLst>
                </a:gridCol>
              </a:tblGrid>
              <a:tr h="781050">
                <a:tc>
                  <a:txBody>
                    <a:bodyPr/>
                    <a:lstStyle>
                      <a:lvl1pPr eaLnBrk="0" hangingPunct="0">
                        <a:spcBef>
                          <a:spcPct val="20000"/>
                        </a:spcBef>
                        <a:buClr>
                          <a:schemeClr val="accent2"/>
                        </a:buClr>
                        <a:buFont typeface="Monotype Sorts" pitchFamily="2" charset="2"/>
                        <a:defRPr kumimoji="1" sz="2800">
                          <a:solidFill>
                            <a:schemeClr val="tx1"/>
                          </a:solidFill>
                          <a:latin typeface="Tahoma" panose="020B0604030504040204" pitchFamily="34" charset="0"/>
                        </a:defRPr>
                      </a:lvl1pPr>
                      <a:lvl2pPr eaLnBrk="0" hangingPunct="0">
                        <a:spcBef>
                          <a:spcPct val="20000"/>
                        </a:spcBef>
                        <a:buClr>
                          <a:schemeClr val="accent2"/>
                        </a:buClr>
                        <a:buFont typeface="Monotype Sorts" pitchFamily="2" charset="2"/>
                        <a:defRPr kumimoji="1" sz="2400">
                          <a:solidFill>
                            <a:schemeClr val="tx1"/>
                          </a:solidFill>
                          <a:latin typeface="Tahoma" panose="020B0604030504040204" pitchFamily="34" charset="0"/>
                        </a:defRPr>
                      </a:lvl2pPr>
                      <a:lvl3pPr eaLnBrk="0" hangingPunct="0">
                        <a:spcBef>
                          <a:spcPct val="20000"/>
                        </a:spcBef>
                        <a:buClr>
                          <a:schemeClr val="accent2"/>
                        </a:buClr>
                        <a:buFont typeface="Monotype Sorts" pitchFamily="2" charset="2"/>
                        <a:defRPr kumimoji="1" sz="2000">
                          <a:solidFill>
                            <a:schemeClr val="tx1"/>
                          </a:solidFill>
                          <a:latin typeface="Tahoma" panose="020B0604030504040204" pitchFamily="34" charset="0"/>
                        </a:defRPr>
                      </a:lvl3pPr>
                      <a:lvl4pPr eaLnBrk="0" hangingPunct="0">
                        <a:spcBef>
                          <a:spcPct val="20000"/>
                        </a:spcBef>
                        <a:buClr>
                          <a:schemeClr val="accent2"/>
                        </a:buClr>
                        <a:defRPr kumimoji="1">
                          <a:solidFill>
                            <a:schemeClr val="tx1"/>
                          </a:solidFill>
                          <a:latin typeface="Tahoma" panose="020B0604030504040204" pitchFamily="34" charset="0"/>
                        </a:defRPr>
                      </a:lvl4pPr>
                      <a:lvl5pPr eaLnBrk="0" hangingPunct="0">
                        <a:spcBef>
                          <a:spcPct val="20000"/>
                        </a:spcBef>
                        <a:buClr>
                          <a:schemeClr val="accent2"/>
                        </a:buClr>
                        <a:defRPr kumimoji="1">
                          <a:solidFill>
                            <a:schemeClr val="tx1"/>
                          </a:solidFill>
                          <a:latin typeface="Tahoma" panose="020B0604030504040204" pitchFamily="34" charset="0"/>
                        </a:defRPr>
                      </a:lvl5pPr>
                      <a:lvl6pPr eaLnBrk="0" fontAlgn="base" hangingPunct="0">
                        <a:spcBef>
                          <a:spcPct val="20000"/>
                        </a:spcBef>
                        <a:spcAft>
                          <a:spcPct val="0"/>
                        </a:spcAft>
                        <a:buClr>
                          <a:schemeClr val="accent2"/>
                        </a:buClr>
                        <a:defRPr kumimoji="1">
                          <a:solidFill>
                            <a:schemeClr val="tx1"/>
                          </a:solidFill>
                          <a:latin typeface="Tahoma" panose="020B0604030504040204" pitchFamily="34" charset="0"/>
                        </a:defRPr>
                      </a:lvl6pPr>
                      <a:lvl7pPr eaLnBrk="0" fontAlgn="base" hangingPunct="0">
                        <a:spcBef>
                          <a:spcPct val="20000"/>
                        </a:spcBef>
                        <a:spcAft>
                          <a:spcPct val="0"/>
                        </a:spcAft>
                        <a:buClr>
                          <a:schemeClr val="accent2"/>
                        </a:buClr>
                        <a:defRPr kumimoji="1">
                          <a:solidFill>
                            <a:schemeClr val="tx1"/>
                          </a:solidFill>
                          <a:latin typeface="Tahoma" panose="020B0604030504040204" pitchFamily="34" charset="0"/>
                        </a:defRPr>
                      </a:lvl7pPr>
                      <a:lvl8pPr eaLnBrk="0" fontAlgn="base" hangingPunct="0">
                        <a:spcBef>
                          <a:spcPct val="20000"/>
                        </a:spcBef>
                        <a:spcAft>
                          <a:spcPct val="0"/>
                        </a:spcAft>
                        <a:buClr>
                          <a:schemeClr val="accent2"/>
                        </a:buClr>
                        <a:defRPr kumimoji="1">
                          <a:solidFill>
                            <a:schemeClr val="tx1"/>
                          </a:solidFill>
                          <a:latin typeface="Tahoma" panose="020B0604030504040204" pitchFamily="34" charset="0"/>
                        </a:defRPr>
                      </a:lvl8pPr>
                      <a:lvl9pPr eaLnBrk="0" fontAlgn="base" hangingPunct="0">
                        <a:spcBef>
                          <a:spcPct val="20000"/>
                        </a:spcBef>
                        <a:spcAft>
                          <a:spcPct val="0"/>
                        </a:spcAft>
                        <a:buClr>
                          <a:schemeClr val="accent2"/>
                        </a:buClr>
                        <a:defRPr kumimoji="1">
                          <a:solidFill>
                            <a:schemeClr val="tx1"/>
                          </a:solidFill>
                          <a:latin typeface="Tahoma" panose="020B0604030504040204" pitchFamily="34" charset="0"/>
                        </a:defRPr>
                      </a:lvl9pPr>
                    </a:lstStyle>
                    <a:p>
                      <a:pPr marL="0" marR="0" lvl="0" indent="0" algn="l" defTabSz="914400" rtl="0" eaLnBrk="1" fontAlgn="base" latinLnBrk="0" hangingPunct="1">
                        <a:lnSpc>
                          <a:spcPct val="100000"/>
                        </a:lnSpc>
                        <a:spcBef>
                          <a:spcPct val="0"/>
                        </a:spcBef>
                        <a:spcAft>
                          <a:spcPct val="0"/>
                        </a:spcAft>
                        <a:buClrTx/>
                        <a:buSzTx/>
                        <a:buFontTx/>
                        <a:buNone/>
                        <a:tabLst/>
                      </a:pPr>
                      <a:r>
                        <a:rPr kumimoji="1" lang="en-US" altLang="zh-TW" sz="2400" b="0" i="0" u="none" strike="noStrike" cap="none" normalizeH="0" baseline="0">
                          <a:ln>
                            <a:noFill/>
                          </a:ln>
                          <a:solidFill>
                            <a:srgbClr val="0000FF"/>
                          </a:solidFill>
                          <a:effectLst/>
                          <a:latin typeface="Times New Roman" panose="02020603050405020304" pitchFamily="18" charset="0"/>
                          <a:ea typeface="新細明體" pitchFamily="18" charset="-120"/>
                        </a:rPr>
                        <a:t>Base</a:t>
                      </a:r>
                    </a:p>
                  </a:txBody>
                  <a:tcPr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eaLnBrk="0" hangingPunct="0">
                        <a:spcBef>
                          <a:spcPct val="20000"/>
                        </a:spcBef>
                        <a:buClr>
                          <a:schemeClr val="accent2"/>
                        </a:buClr>
                        <a:buFont typeface="Monotype Sorts" pitchFamily="2" charset="2"/>
                        <a:defRPr kumimoji="1" sz="2800">
                          <a:solidFill>
                            <a:schemeClr val="tx1"/>
                          </a:solidFill>
                          <a:latin typeface="Tahoma" panose="020B0604030504040204" pitchFamily="34" charset="0"/>
                        </a:defRPr>
                      </a:lvl1pPr>
                      <a:lvl2pPr eaLnBrk="0" hangingPunct="0">
                        <a:spcBef>
                          <a:spcPct val="20000"/>
                        </a:spcBef>
                        <a:buClr>
                          <a:schemeClr val="accent2"/>
                        </a:buClr>
                        <a:buFont typeface="Monotype Sorts" pitchFamily="2" charset="2"/>
                        <a:defRPr kumimoji="1" sz="2400">
                          <a:solidFill>
                            <a:schemeClr val="tx1"/>
                          </a:solidFill>
                          <a:latin typeface="Tahoma" panose="020B0604030504040204" pitchFamily="34" charset="0"/>
                        </a:defRPr>
                      </a:lvl2pPr>
                      <a:lvl3pPr eaLnBrk="0" hangingPunct="0">
                        <a:spcBef>
                          <a:spcPct val="20000"/>
                        </a:spcBef>
                        <a:buClr>
                          <a:schemeClr val="accent2"/>
                        </a:buClr>
                        <a:buFont typeface="Monotype Sorts" pitchFamily="2" charset="2"/>
                        <a:defRPr kumimoji="1" sz="2000">
                          <a:solidFill>
                            <a:schemeClr val="tx1"/>
                          </a:solidFill>
                          <a:latin typeface="Tahoma" panose="020B0604030504040204" pitchFamily="34" charset="0"/>
                        </a:defRPr>
                      </a:lvl3pPr>
                      <a:lvl4pPr eaLnBrk="0" hangingPunct="0">
                        <a:spcBef>
                          <a:spcPct val="20000"/>
                        </a:spcBef>
                        <a:buClr>
                          <a:schemeClr val="accent2"/>
                        </a:buClr>
                        <a:defRPr kumimoji="1">
                          <a:solidFill>
                            <a:schemeClr val="tx1"/>
                          </a:solidFill>
                          <a:latin typeface="Tahoma" panose="020B0604030504040204" pitchFamily="34" charset="0"/>
                        </a:defRPr>
                      </a:lvl4pPr>
                      <a:lvl5pPr eaLnBrk="0" hangingPunct="0">
                        <a:spcBef>
                          <a:spcPct val="20000"/>
                        </a:spcBef>
                        <a:buClr>
                          <a:schemeClr val="accent2"/>
                        </a:buClr>
                        <a:defRPr kumimoji="1">
                          <a:solidFill>
                            <a:schemeClr val="tx1"/>
                          </a:solidFill>
                          <a:latin typeface="Tahoma" panose="020B0604030504040204" pitchFamily="34" charset="0"/>
                        </a:defRPr>
                      </a:lvl5pPr>
                      <a:lvl6pPr eaLnBrk="0" fontAlgn="base" hangingPunct="0">
                        <a:spcBef>
                          <a:spcPct val="20000"/>
                        </a:spcBef>
                        <a:spcAft>
                          <a:spcPct val="0"/>
                        </a:spcAft>
                        <a:buClr>
                          <a:schemeClr val="accent2"/>
                        </a:buClr>
                        <a:defRPr kumimoji="1">
                          <a:solidFill>
                            <a:schemeClr val="tx1"/>
                          </a:solidFill>
                          <a:latin typeface="Tahoma" panose="020B0604030504040204" pitchFamily="34" charset="0"/>
                        </a:defRPr>
                      </a:lvl6pPr>
                      <a:lvl7pPr eaLnBrk="0" fontAlgn="base" hangingPunct="0">
                        <a:spcBef>
                          <a:spcPct val="20000"/>
                        </a:spcBef>
                        <a:spcAft>
                          <a:spcPct val="0"/>
                        </a:spcAft>
                        <a:buClr>
                          <a:schemeClr val="accent2"/>
                        </a:buClr>
                        <a:defRPr kumimoji="1">
                          <a:solidFill>
                            <a:schemeClr val="tx1"/>
                          </a:solidFill>
                          <a:latin typeface="Tahoma" panose="020B0604030504040204" pitchFamily="34" charset="0"/>
                        </a:defRPr>
                      </a:lvl7pPr>
                      <a:lvl8pPr eaLnBrk="0" fontAlgn="base" hangingPunct="0">
                        <a:spcBef>
                          <a:spcPct val="20000"/>
                        </a:spcBef>
                        <a:spcAft>
                          <a:spcPct val="0"/>
                        </a:spcAft>
                        <a:buClr>
                          <a:schemeClr val="accent2"/>
                        </a:buClr>
                        <a:defRPr kumimoji="1">
                          <a:solidFill>
                            <a:schemeClr val="tx1"/>
                          </a:solidFill>
                          <a:latin typeface="Tahoma" panose="020B0604030504040204" pitchFamily="34" charset="0"/>
                        </a:defRPr>
                      </a:lvl8pPr>
                      <a:lvl9pPr eaLnBrk="0" fontAlgn="base" hangingPunct="0">
                        <a:spcBef>
                          <a:spcPct val="20000"/>
                        </a:spcBef>
                        <a:spcAft>
                          <a:spcPct val="0"/>
                        </a:spcAft>
                        <a:buClr>
                          <a:schemeClr val="accent2"/>
                        </a:buClr>
                        <a:defRPr kumimoji="1">
                          <a:solidFill>
                            <a:schemeClr val="tx1"/>
                          </a:solidFill>
                          <a:latin typeface="Tahoma" panose="020B0604030504040204" pitchFamily="34" charset="0"/>
                        </a:defRPr>
                      </a:lvl9pPr>
                    </a:lstStyle>
                    <a:p>
                      <a:pPr marL="0" marR="0" lvl="0" indent="0" algn="l" defTabSz="914400" rtl="0" eaLnBrk="1" fontAlgn="base" latinLnBrk="0" hangingPunct="1">
                        <a:lnSpc>
                          <a:spcPct val="100000"/>
                        </a:lnSpc>
                        <a:spcBef>
                          <a:spcPct val="0"/>
                        </a:spcBef>
                        <a:spcAft>
                          <a:spcPct val="0"/>
                        </a:spcAft>
                        <a:buClrTx/>
                        <a:buSzTx/>
                        <a:buFontTx/>
                        <a:buNone/>
                        <a:tabLst/>
                      </a:pPr>
                      <a:r>
                        <a:rPr kumimoji="1" lang="en-US" altLang="zh-TW" sz="2400" b="0" i="0" u="none" strike="noStrike" cap="none" normalizeH="0" baseline="0">
                          <a:ln>
                            <a:noFill/>
                          </a:ln>
                          <a:solidFill>
                            <a:srgbClr val="0000FF"/>
                          </a:solidFill>
                          <a:effectLst/>
                          <a:latin typeface="Times New Roman" panose="02020603050405020304" pitchFamily="18" charset="0"/>
                          <a:ea typeface="新細明體" pitchFamily="18" charset="-120"/>
                        </a:rPr>
                        <a:t>Derived</a:t>
                      </a:r>
                    </a:p>
                  </a:txBody>
                  <a:tcPr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0"/>
                  </a:ext>
                </a:extLst>
              </a:tr>
              <a:tr h="781050">
                <a:tc>
                  <a:txBody>
                    <a:bodyPr/>
                    <a:lstStyle>
                      <a:lvl1pPr eaLnBrk="0" hangingPunct="0">
                        <a:spcBef>
                          <a:spcPct val="20000"/>
                        </a:spcBef>
                        <a:buClr>
                          <a:schemeClr val="accent2"/>
                        </a:buClr>
                        <a:buFont typeface="Monotype Sorts" pitchFamily="2" charset="2"/>
                        <a:defRPr kumimoji="1" sz="2800">
                          <a:solidFill>
                            <a:schemeClr val="tx1"/>
                          </a:solidFill>
                          <a:latin typeface="Tahoma" panose="020B0604030504040204" pitchFamily="34" charset="0"/>
                        </a:defRPr>
                      </a:lvl1pPr>
                      <a:lvl2pPr eaLnBrk="0" hangingPunct="0">
                        <a:spcBef>
                          <a:spcPct val="20000"/>
                        </a:spcBef>
                        <a:buClr>
                          <a:schemeClr val="accent2"/>
                        </a:buClr>
                        <a:buFont typeface="Monotype Sorts" pitchFamily="2" charset="2"/>
                        <a:defRPr kumimoji="1" sz="2400">
                          <a:solidFill>
                            <a:schemeClr val="tx1"/>
                          </a:solidFill>
                          <a:latin typeface="Tahoma" panose="020B0604030504040204" pitchFamily="34" charset="0"/>
                        </a:defRPr>
                      </a:lvl2pPr>
                      <a:lvl3pPr eaLnBrk="0" hangingPunct="0">
                        <a:spcBef>
                          <a:spcPct val="20000"/>
                        </a:spcBef>
                        <a:buClr>
                          <a:schemeClr val="accent2"/>
                        </a:buClr>
                        <a:buFont typeface="Monotype Sorts" pitchFamily="2" charset="2"/>
                        <a:defRPr kumimoji="1" sz="2000">
                          <a:solidFill>
                            <a:schemeClr val="tx1"/>
                          </a:solidFill>
                          <a:latin typeface="Tahoma" panose="020B0604030504040204" pitchFamily="34" charset="0"/>
                        </a:defRPr>
                      </a:lvl3pPr>
                      <a:lvl4pPr eaLnBrk="0" hangingPunct="0">
                        <a:spcBef>
                          <a:spcPct val="20000"/>
                        </a:spcBef>
                        <a:buClr>
                          <a:schemeClr val="accent2"/>
                        </a:buClr>
                        <a:defRPr kumimoji="1">
                          <a:solidFill>
                            <a:schemeClr val="tx1"/>
                          </a:solidFill>
                          <a:latin typeface="Tahoma" panose="020B0604030504040204" pitchFamily="34" charset="0"/>
                        </a:defRPr>
                      </a:lvl4pPr>
                      <a:lvl5pPr eaLnBrk="0" hangingPunct="0">
                        <a:spcBef>
                          <a:spcPct val="20000"/>
                        </a:spcBef>
                        <a:buClr>
                          <a:schemeClr val="accent2"/>
                        </a:buClr>
                        <a:defRPr kumimoji="1">
                          <a:solidFill>
                            <a:schemeClr val="tx1"/>
                          </a:solidFill>
                          <a:latin typeface="Tahoma" panose="020B0604030504040204" pitchFamily="34" charset="0"/>
                        </a:defRPr>
                      </a:lvl5pPr>
                      <a:lvl6pPr eaLnBrk="0" fontAlgn="base" hangingPunct="0">
                        <a:spcBef>
                          <a:spcPct val="20000"/>
                        </a:spcBef>
                        <a:spcAft>
                          <a:spcPct val="0"/>
                        </a:spcAft>
                        <a:buClr>
                          <a:schemeClr val="accent2"/>
                        </a:buClr>
                        <a:defRPr kumimoji="1">
                          <a:solidFill>
                            <a:schemeClr val="tx1"/>
                          </a:solidFill>
                          <a:latin typeface="Tahoma" panose="020B0604030504040204" pitchFamily="34" charset="0"/>
                        </a:defRPr>
                      </a:lvl6pPr>
                      <a:lvl7pPr eaLnBrk="0" fontAlgn="base" hangingPunct="0">
                        <a:spcBef>
                          <a:spcPct val="20000"/>
                        </a:spcBef>
                        <a:spcAft>
                          <a:spcPct val="0"/>
                        </a:spcAft>
                        <a:buClr>
                          <a:schemeClr val="accent2"/>
                        </a:buClr>
                        <a:defRPr kumimoji="1">
                          <a:solidFill>
                            <a:schemeClr val="tx1"/>
                          </a:solidFill>
                          <a:latin typeface="Tahoma" panose="020B0604030504040204" pitchFamily="34" charset="0"/>
                        </a:defRPr>
                      </a:lvl7pPr>
                      <a:lvl8pPr eaLnBrk="0" fontAlgn="base" hangingPunct="0">
                        <a:spcBef>
                          <a:spcPct val="20000"/>
                        </a:spcBef>
                        <a:spcAft>
                          <a:spcPct val="0"/>
                        </a:spcAft>
                        <a:buClr>
                          <a:schemeClr val="accent2"/>
                        </a:buClr>
                        <a:defRPr kumimoji="1">
                          <a:solidFill>
                            <a:schemeClr val="tx1"/>
                          </a:solidFill>
                          <a:latin typeface="Tahoma" panose="020B0604030504040204" pitchFamily="34" charset="0"/>
                        </a:defRPr>
                      </a:lvl8pPr>
                      <a:lvl9pPr eaLnBrk="0" fontAlgn="base" hangingPunct="0">
                        <a:spcBef>
                          <a:spcPct val="20000"/>
                        </a:spcBef>
                        <a:spcAft>
                          <a:spcPct val="0"/>
                        </a:spcAft>
                        <a:buClr>
                          <a:schemeClr val="accent2"/>
                        </a:buClr>
                        <a:defRPr kumimoji="1">
                          <a:solidFill>
                            <a:schemeClr val="tx1"/>
                          </a:solidFill>
                          <a:latin typeface="Tahoma" panose="020B0604030504040204" pitchFamily="34" charset="0"/>
                        </a:defRPr>
                      </a:lvl9pPr>
                    </a:lstStyle>
                    <a:p>
                      <a:pPr marL="0" marR="0" lvl="0" indent="0" algn="l" defTabSz="914400" rtl="0" eaLnBrk="1" fontAlgn="base" latinLnBrk="0" hangingPunct="1">
                        <a:lnSpc>
                          <a:spcPct val="100000"/>
                        </a:lnSpc>
                        <a:spcBef>
                          <a:spcPct val="0"/>
                        </a:spcBef>
                        <a:spcAft>
                          <a:spcPct val="0"/>
                        </a:spcAft>
                        <a:buClrTx/>
                        <a:buSzTx/>
                        <a:buFontTx/>
                        <a:buNone/>
                        <a:tabLst/>
                      </a:pPr>
                      <a:r>
                        <a:rPr kumimoji="1" lang="en-US" altLang="zh-TW" sz="2400" b="0" i="0" u="none" strike="noStrike" cap="none" normalizeH="0" baseline="0">
                          <a:ln>
                            <a:noFill/>
                          </a:ln>
                          <a:solidFill>
                            <a:schemeClr val="tx1"/>
                          </a:solidFill>
                          <a:effectLst/>
                          <a:latin typeface="Times New Roman" panose="02020603050405020304" pitchFamily="18" charset="0"/>
                          <a:ea typeface="新細明體" pitchFamily="18" charset="-120"/>
                        </a:rPr>
                        <a:t>private members</a:t>
                      </a:r>
                    </a:p>
                  </a:txBody>
                  <a:tcPr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eaLnBrk="0" hangingPunct="0">
                        <a:spcBef>
                          <a:spcPct val="20000"/>
                        </a:spcBef>
                        <a:buClr>
                          <a:schemeClr val="accent2"/>
                        </a:buClr>
                        <a:buFont typeface="Monotype Sorts" pitchFamily="2" charset="2"/>
                        <a:defRPr kumimoji="1" sz="2800">
                          <a:solidFill>
                            <a:schemeClr val="tx1"/>
                          </a:solidFill>
                          <a:latin typeface="Tahoma" panose="020B0604030504040204" pitchFamily="34" charset="0"/>
                        </a:defRPr>
                      </a:lvl1pPr>
                      <a:lvl2pPr eaLnBrk="0" hangingPunct="0">
                        <a:spcBef>
                          <a:spcPct val="20000"/>
                        </a:spcBef>
                        <a:buClr>
                          <a:schemeClr val="accent2"/>
                        </a:buClr>
                        <a:buFont typeface="Monotype Sorts" pitchFamily="2" charset="2"/>
                        <a:defRPr kumimoji="1" sz="2400">
                          <a:solidFill>
                            <a:schemeClr val="tx1"/>
                          </a:solidFill>
                          <a:latin typeface="Tahoma" panose="020B0604030504040204" pitchFamily="34" charset="0"/>
                        </a:defRPr>
                      </a:lvl2pPr>
                      <a:lvl3pPr eaLnBrk="0" hangingPunct="0">
                        <a:spcBef>
                          <a:spcPct val="20000"/>
                        </a:spcBef>
                        <a:buClr>
                          <a:schemeClr val="accent2"/>
                        </a:buClr>
                        <a:buFont typeface="Monotype Sorts" pitchFamily="2" charset="2"/>
                        <a:defRPr kumimoji="1" sz="2000">
                          <a:solidFill>
                            <a:schemeClr val="tx1"/>
                          </a:solidFill>
                          <a:latin typeface="Tahoma" panose="020B0604030504040204" pitchFamily="34" charset="0"/>
                        </a:defRPr>
                      </a:lvl3pPr>
                      <a:lvl4pPr eaLnBrk="0" hangingPunct="0">
                        <a:spcBef>
                          <a:spcPct val="20000"/>
                        </a:spcBef>
                        <a:buClr>
                          <a:schemeClr val="accent2"/>
                        </a:buClr>
                        <a:defRPr kumimoji="1">
                          <a:solidFill>
                            <a:schemeClr val="tx1"/>
                          </a:solidFill>
                          <a:latin typeface="Tahoma" panose="020B0604030504040204" pitchFamily="34" charset="0"/>
                        </a:defRPr>
                      </a:lvl4pPr>
                      <a:lvl5pPr eaLnBrk="0" hangingPunct="0">
                        <a:spcBef>
                          <a:spcPct val="20000"/>
                        </a:spcBef>
                        <a:buClr>
                          <a:schemeClr val="accent2"/>
                        </a:buClr>
                        <a:defRPr kumimoji="1">
                          <a:solidFill>
                            <a:schemeClr val="tx1"/>
                          </a:solidFill>
                          <a:latin typeface="Tahoma" panose="020B0604030504040204" pitchFamily="34" charset="0"/>
                        </a:defRPr>
                      </a:lvl5pPr>
                      <a:lvl6pPr eaLnBrk="0" fontAlgn="base" hangingPunct="0">
                        <a:spcBef>
                          <a:spcPct val="20000"/>
                        </a:spcBef>
                        <a:spcAft>
                          <a:spcPct val="0"/>
                        </a:spcAft>
                        <a:buClr>
                          <a:schemeClr val="accent2"/>
                        </a:buClr>
                        <a:defRPr kumimoji="1">
                          <a:solidFill>
                            <a:schemeClr val="tx1"/>
                          </a:solidFill>
                          <a:latin typeface="Tahoma" panose="020B0604030504040204" pitchFamily="34" charset="0"/>
                        </a:defRPr>
                      </a:lvl6pPr>
                      <a:lvl7pPr eaLnBrk="0" fontAlgn="base" hangingPunct="0">
                        <a:spcBef>
                          <a:spcPct val="20000"/>
                        </a:spcBef>
                        <a:spcAft>
                          <a:spcPct val="0"/>
                        </a:spcAft>
                        <a:buClr>
                          <a:schemeClr val="accent2"/>
                        </a:buClr>
                        <a:defRPr kumimoji="1">
                          <a:solidFill>
                            <a:schemeClr val="tx1"/>
                          </a:solidFill>
                          <a:latin typeface="Tahoma" panose="020B0604030504040204" pitchFamily="34" charset="0"/>
                        </a:defRPr>
                      </a:lvl7pPr>
                      <a:lvl8pPr eaLnBrk="0" fontAlgn="base" hangingPunct="0">
                        <a:spcBef>
                          <a:spcPct val="20000"/>
                        </a:spcBef>
                        <a:spcAft>
                          <a:spcPct val="0"/>
                        </a:spcAft>
                        <a:buClr>
                          <a:schemeClr val="accent2"/>
                        </a:buClr>
                        <a:defRPr kumimoji="1">
                          <a:solidFill>
                            <a:schemeClr val="tx1"/>
                          </a:solidFill>
                          <a:latin typeface="Tahoma" panose="020B0604030504040204" pitchFamily="34" charset="0"/>
                        </a:defRPr>
                      </a:lvl8pPr>
                      <a:lvl9pPr eaLnBrk="0" fontAlgn="base" hangingPunct="0">
                        <a:spcBef>
                          <a:spcPct val="20000"/>
                        </a:spcBef>
                        <a:spcAft>
                          <a:spcPct val="0"/>
                        </a:spcAft>
                        <a:buClr>
                          <a:schemeClr val="accent2"/>
                        </a:buClr>
                        <a:defRPr kumimoji="1">
                          <a:solidFill>
                            <a:schemeClr val="tx1"/>
                          </a:solidFill>
                          <a:latin typeface="Tahoma" panose="020B0604030504040204" pitchFamily="34" charset="0"/>
                        </a:defRPr>
                      </a:lvl9pPr>
                    </a:lstStyle>
                    <a:p>
                      <a:pPr marL="0" marR="0" lvl="0" indent="0" algn="l" defTabSz="914400" rtl="0" eaLnBrk="1" fontAlgn="base" latinLnBrk="0" hangingPunct="1">
                        <a:lnSpc>
                          <a:spcPct val="100000"/>
                        </a:lnSpc>
                        <a:spcBef>
                          <a:spcPct val="0"/>
                        </a:spcBef>
                        <a:spcAft>
                          <a:spcPct val="0"/>
                        </a:spcAft>
                        <a:buClrTx/>
                        <a:buSzTx/>
                        <a:buFontTx/>
                        <a:buNone/>
                        <a:tabLst/>
                      </a:pPr>
                      <a:r>
                        <a:rPr kumimoji="1" lang="en-US" altLang="zh-TW" sz="2400" b="0" i="0" u="none" strike="noStrike" cap="none" normalizeH="0" baseline="0">
                          <a:ln>
                            <a:noFill/>
                          </a:ln>
                          <a:solidFill>
                            <a:schemeClr val="tx1"/>
                          </a:solidFill>
                          <a:effectLst/>
                          <a:latin typeface="Times New Roman" panose="02020603050405020304" pitchFamily="18" charset="0"/>
                          <a:ea typeface="新細明體" pitchFamily="18" charset="-120"/>
                        </a:rPr>
                        <a:t>inaccessible</a:t>
                      </a:r>
                    </a:p>
                  </a:txBody>
                  <a:tcPr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1"/>
                  </a:ext>
                </a:extLst>
              </a:tr>
              <a:tr h="781050">
                <a:tc>
                  <a:txBody>
                    <a:bodyPr/>
                    <a:lstStyle>
                      <a:lvl1pPr eaLnBrk="0" hangingPunct="0">
                        <a:spcBef>
                          <a:spcPct val="20000"/>
                        </a:spcBef>
                        <a:buClr>
                          <a:schemeClr val="accent2"/>
                        </a:buClr>
                        <a:buFont typeface="Monotype Sorts" pitchFamily="2" charset="2"/>
                        <a:defRPr kumimoji="1" sz="2800">
                          <a:solidFill>
                            <a:schemeClr val="tx1"/>
                          </a:solidFill>
                          <a:latin typeface="Tahoma" panose="020B0604030504040204" pitchFamily="34" charset="0"/>
                        </a:defRPr>
                      </a:lvl1pPr>
                      <a:lvl2pPr eaLnBrk="0" hangingPunct="0">
                        <a:spcBef>
                          <a:spcPct val="20000"/>
                        </a:spcBef>
                        <a:buClr>
                          <a:schemeClr val="accent2"/>
                        </a:buClr>
                        <a:buFont typeface="Monotype Sorts" pitchFamily="2" charset="2"/>
                        <a:defRPr kumimoji="1" sz="2400">
                          <a:solidFill>
                            <a:schemeClr val="tx1"/>
                          </a:solidFill>
                          <a:latin typeface="Tahoma" panose="020B0604030504040204" pitchFamily="34" charset="0"/>
                        </a:defRPr>
                      </a:lvl2pPr>
                      <a:lvl3pPr eaLnBrk="0" hangingPunct="0">
                        <a:spcBef>
                          <a:spcPct val="20000"/>
                        </a:spcBef>
                        <a:buClr>
                          <a:schemeClr val="accent2"/>
                        </a:buClr>
                        <a:buFont typeface="Monotype Sorts" pitchFamily="2" charset="2"/>
                        <a:defRPr kumimoji="1" sz="2000">
                          <a:solidFill>
                            <a:schemeClr val="tx1"/>
                          </a:solidFill>
                          <a:latin typeface="Tahoma" panose="020B0604030504040204" pitchFamily="34" charset="0"/>
                        </a:defRPr>
                      </a:lvl3pPr>
                      <a:lvl4pPr eaLnBrk="0" hangingPunct="0">
                        <a:spcBef>
                          <a:spcPct val="20000"/>
                        </a:spcBef>
                        <a:buClr>
                          <a:schemeClr val="accent2"/>
                        </a:buClr>
                        <a:defRPr kumimoji="1">
                          <a:solidFill>
                            <a:schemeClr val="tx1"/>
                          </a:solidFill>
                          <a:latin typeface="Tahoma" panose="020B0604030504040204" pitchFamily="34" charset="0"/>
                        </a:defRPr>
                      </a:lvl4pPr>
                      <a:lvl5pPr eaLnBrk="0" hangingPunct="0">
                        <a:spcBef>
                          <a:spcPct val="20000"/>
                        </a:spcBef>
                        <a:buClr>
                          <a:schemeClr val="accent2"/>
                        </a:buClr>
                        <a:defRPr kumimoji="1">
                          <a:solidFill>
                            <a:schemeClr val="tx1"/>
                          </a:solidFill>
                          <a:latin typeface="Tahoma" panose="020B0604030504040204" pitchFamily="34" charset="0"/>
                        </a:defRPr>
                      </a:lvl5pPr>
                      <a:lvl6pPr eaLnBrk="0" fontAlgn="base" hangingPunct="0">
                        <a:spcBef>
                          <a:spcPct val="20000"/>
                        </a:spcBef>
                        <a:spcAft>
                          <a:spcPct val="0"/>
                        </a:spcAft>
                        <a:buClr>
                          <a:schemeClr val="accent2"/>
                        </a:buClr>
                        <a:defRPr kumimoji="1">
                          <a:solidFill>
                            <a:schemeClr val="tx1"/>
                          </a:solidFill>
                          <a:latin typeface="Tahoma" panose="020B0604030504040204" pitchFamily="34" charset="0"/>
                        </a:defRPr>
                      </a:lvl6pPr>
                      <a:lvl7pPr eaLnBrk="0" fontAlgn="base" hangingPunct="0">
                        <a:spcBef>
                          <a:spcPct val="20000"/>
                        </a:spcBef>
                        <a:spcAft>
                          <a:spcPct val="0"/>
                        </a:spcAft>
                        <a:buClr>
                          <a:schemeClr val="accent2"/>
                        </a:buClr>
                        <a:defRPr kumimoji="1">
                          <a:solidFill>
                            <a:schemeClr val="tx1"/>
                          </a:solidFill>
                          <a:latin typeface="Tahoma" panose="020B0604030504040204" pitchFamily="34" charset="0"/>
                        </a:defRPr>
                      </a:lvl7pPr>
                      <a:lvl8pPr eaLnBrk="0" fontAlgn="base" hangingPunct="0">
                        <a:spcBef>
                          <a:spcPct val="20000"/>
                        </a:spcBef>
                        <a:spcAft>
                          <a:spcPct val="0"/>
                        </a:spcAft>
                        <a:buClr>
                          <a:schemeClr val="accent2"/>
                        </a:buClr>
                        <a:defRPr kumimoji="1">
                          <a:solidFill>
                            <a:schemeClr val="tx1"/>
                          </a:solidFill>
                          <a:latin typeface="Tahoma" panose="020B0604030504040204" pitchFamily="34" charset="0"/>
                        </a:defRPr>
                      </a:lvl8pPr>
                      <a:lvl9pPr eaLnBrk="0" fontAlgn="base" hangingPunct="0">
                        <a:spcBef>
                          <a:spcPct val="20000"/>
                        </a:spcBef>
                        <a:spcAft>
                          <a:spcPct val="0"/>
                        </a:spcAft>
                        <a:buClr>
                          <a:schemeClr val="accent2"/>
                        </a:buClr>
                        <a:defRPr kumimoji="1">
                          <a:solidFill>
                            <a:schemeClr val="tx1"/>
                          </a:solidFill>
                          <a:latin typeface="Tahoma" panose="020B0604030504040204" pitchFamily="34" charset="0"/>
                        </a:defRPr>
                      </a:lvl9pPr>
                    </a:lstStyle>
                    <a:p>
                      <a:pPr marL="0" marR="0" lvl="0" indent="0" algn="l" defTabSz="914400" rtl="0" eaLnBrk="1" fontAlgn="base" latinLnBrk="0" hangingPunct="1">
                        <a:lnSpc>
                          <a:spcPct val="100000"/>
                        </a:lnSpc>
                        <a:spcBef>
                          <a:spcPct val="0"/>
                        </a:spcBef>
                        <a:spcAft>
                          <a:spcPct val="0"/>
                        </a:spcAft>
                        <a:buClrTx/>
                        <a:buSzTx/>
                        <a:buFontTx/>
                        <a:buNone/>
                        <a:tabLst/>
                      </a:pPr>
                      <a:r>
                        <a:rPr kumimoji="1" lang="en-US" altLang="zh-TW" sz="2400" b="0" i="0" u="none" strike="noStrike" cap="none" normalizeH="0" baseline="0">
                          <a:ln>
                            <a:noFill/>
                          </a:ln>
                          <a:solidFill>
                            <a:schemeClr val="tx1"/>
                          </a:solidFill>
                          <a:effectLst/>
                          <a:latin typeface="Times New Roman" panose="02020603050405020304" pitchFamily="18" charset="0"/>
                          <a:ea typeface="新細明體" pitchFamily="18" charset="-120"/>
                        </a:rPr>
                        <a:t>protected members</a:t>
                      </a:r>
                    </a:p>
                  </a:txBody>
                  <a:tcPr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eaLnBrk="0" hangingPunct="0">
                        <a:spcBef>
                          <a:spcPct val="20000"/>
                        </a:spcBef>
                        <a:buClr>
                          <a:schemeClr val="accent2"/>
                        </a:buClr>
                        <a:buFont typeface="Monotype Sorts" pitchFamily="2" charset="2"/>
                        <a:defRPr kumimoji="1" sz="2800">
                          <a:solidFill>
                            <a:schemeClr val="tx1"/>
                          </a:solidFill>
                          <a:latin typeface="Tahoma" panose="020B0604030504040204" pitchFamily="34" charset="0"/>
                        </a:defRPr>
                      </a:lvl1pPr>
                      <a:lvl2pPr eaLnBrk="0" hangingPunct="0">
                        <a:spcBef>
                          <a:spcPct val="20000"/>
                        </a:spcBef>
                        <a:buClr>
                          <a:schemeClr val="accent2"/>
                        </a:buClr>
                        <a:buFont typeface="Monotype Sorts" pitchFamily="2" charset="2"/>
                        <a:defRPr kumimoji="1" sz="2400">
                          <a:solidFill>
                            <a:schemeClr val="tx1"/>
                          </a:solidFill>
                          <a:latin typeface="Tahoma" panose="020B0604030504040204" pitchFamily="34" charset="0"/>
                        </a:defRPr>
                      </a:lvl2pPr>
                      <a:lvl3pPr eaLnBrk="0" hangingPunct="0">
                        <a:spcBef>
                          <a:spcPct val="20000"/>
                        </a:spcBef>
                        <a:buClr>
                          <a:schemeClr val="accent2"/>
                        </a:buClr>
                        <a:buFont typeface="Monotype Sorts" pitchFamily="2" charset="2"/>
                        <a:defRPr kumimoji="1" sz="2000">
                          <a:solidFill>
                            <a:schemeClr val="tx1"/>
                          </a:solidFill>
                          <a:latin typeface="Tahoma" panose="020B0604030504040204" pitchFamily="34" charset="0"/>
                        </a:defRPr>
                      </a:lvl3pPr>
                      <a:lvl4pPr eaLnBrk="0" hangingPunct="0">
                        <a:spcBef>
                          <a:spcPct val="20000"/>
                        </a:spcBef>
                        <a:buClr>
                          <a:schemeClr val="accent2"/>
                        </a:buClr>
                        <a:defRPr kumimoji="1">
                          <a:solidFill>
                            <a:schemeClr val="tx1"/>
                          </a:solidFill>
                          <a:latin typeface="Tahoma" panose="020B0604030504040204" pitchFamily="34" charset="0"/>
                        </a:defRPr>
                      </a:lvl4pPr>
                      <a:lvl5pPr eaLnBrk="0" hangingPunct="0">
                        <a:spcBef>
                          <a:spcPct val="20000"/>
                        </a:spcBef>
                        <a:buClr>
                          <a:schemeClr val="accent2"/>
                        </a:buClr>
                        <a:defRPr kumimoji="1">
                          <a:solidFill>
                            <a:schemeClr val="tx1"/>
                          </a:solidFill>
                          <a:latin typeface="Tahoma" panose="020B0604030504040204" pitchFamily="34" charset="0"/>
                        </a:defRPr>
                      </a:lvl5pPr>
                      <a:lvl6pPr eaLnBrk="0" fontAlgn="base" hangingPunct="0">
                        <a:spcBef>
                          <a:spcPct val="20000"/>
                        </a:spcBef>
                        <a:spcAft>
                          <a:spcPct val="0"/>
                        </a:spcAft>
                        <a:buClr>
                          <a:schemeClr val="accent2"/>
                        </a:buClr>
                        <a:defRPr kumimoji="1">
                          <a:solidFill>
                            <a:schemeClr val="tx1"/>
                          </a:solidFill>
                          <a:latin typeface="Tahoma" panose="020B0604030504040204" pitchFamily="34" charset="0"/>
                        </a:defRPr>
                      </a:lvl6pPr>
                      <a:lvl7pPr eaLnBrk="0" fontAlgn="base" hangingPunct="0">
                        <a:spcBef>
                          <a:spcPct val="20000"/>
                        </a:spcBef>
                        <a:spcAft>
                          <a:spcPct val="0"/>
                        </a:spcAft>
                        <a:buClr>
                          <a:schemeClr val="accent2"/>
                        </a:buClr>
                        <a:defRPr kumimoji="1">
                          <a:solidFill>
                            <a:schemeClr val="tx1"/>
                          </a:solidFill>
                          <a:latin typeface="Tahoma" panose="020B0604030504040204" pitchFamily="34" charset="0"/>
                        </a:defRPr>
                      </a:lvl7pPr>
                      <a:lvl8pPr eaLnBrk="0" fontAlgn="base" hangingPunct="0">
                        <a:spcBef>
                          <a:spcPct val="20000"/>
                        </a:spcBef>
                        <a:spcAft>
                          <a:spcPct val="0"/>
                        </a:spcAft>
                        <a:buClr>
                          <a:schemeClr val="accent2"/>
                        </a:buClr>
                        <a:defRPr kumimoji="1">
                          <a:solidFill>
                            <a:schemeClr val="tx1"/>
                          </a:solidFill>
                          <a:latin typeface="Tahoma" panose="020B0604030504040204" pitchFamily="34" charset="0"/>
                        </a:defRPr>
                      </a:lvl8pPr>
                      <a:lvl9pPr eaLnBrk="0" fontAlgn="base" hangingPunct="0">
                        <a:spcBef>
                          <a:spcPct val="20000"/>
                        </a:spcBef>
                        <a:spcAft>
                          <a:spcPct val="0"/>
                        </a:spcAft>
                        <a:buClr>
                          <a:schemeClr val="accent2"/>
                        </a:buClr>
                        <a:defRPr kumimoji="1">
                          <a:solidFill>
                            <a:schemeClr val="tx1"/>
                          </a:solidFill>
                          <a:latin typeface="Tahoma" panose="020B0604030504040204" pitchFamily="34" charset="0"/>
                        </a:defRPr>
                      </a:lvl9pPr>
                    </a:lstStyle>
                    <a:p>
                      <a:pPr marL="0" marR="0" lvl="0" indent="0" algn="l" defTabSz="914400" rtl="0" eaLnBrk="1" fontAlgn="base" latinLnBrk="0" hangingPunct="1">
                        <a:lnSpc>
                          <a:spcPct val="100000"/>
                        </a:lnSpc>
                        <a:spcBef>
                          <a:spcPct val="0"/>
                        </a:spcBef>
                        <a:spcAft>
                          <a:spcPct val="0"/>
                        </a:spcAft>
                        <a:buClrTx/>
                        <a:buSzTx/>
                        <a:buFontTx/>
                        <a:buNone/>
                        <a:tabLst/>
                      </a:pPr>
                      <a:r>
                        <a:rPr kumimoji="1" lang="en-US" altLang="zh-TW" sz="2400" b="0" i="0" u="none" strike="noStrike" cap="none" normalizeH="0" baseline="0">
                          <a:ln>
                            <a:noFill/>
                          </a:ln>
                          <a:solidFill>
                            <a:schemeClr val="tx1"/>
                          </a:solidFill>
                          <a:effectLst/>
                          <a:latin typeface="Times New Roman" panose="02020603050405020304" pitchFamily="18" charset="0"/>
                          <a:ea typeface="新細明體" pitchFamily="18" charset="-120"/>
                        </a:rPr>
                        <a:t>private members</a:t>
                      </a:r>
                    </a:p>
                  </a:txBody>
                  <a:tcPr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2"/>
                  </a:ext>
                </a:extLst>
              </a:tr>
              <a:tr h="781050">
                <a:tc>
                  <a:txBody>
                    <a:bodyPr/>
                    <a:lstStyle>
                      <a:lvl1pPr eaLnBrk="0" hangingPunct="0">
                        <a:spcBef>
                          <a:spcPct val="20000"/>
                        </a:spcBef>
                        <a:buClr>
                          <a:schemeClr val="accent2"/>
                        </a:buClr>
                        <a:buFont typeface="Monotype Sorts" pitchFamily="2" charset="2"/>
                        <a:defRPr kumimoji="1" sz="2800">
                          <a:solidFill>
                            <a:schemeClr val="tx1"/>
                          </a:solidFill>
                          <a:latin typeface="Tahoma" panose="020B0604030504040204" pitchFamily="34" charset="0"/>
                        </a:defRPr>
                      </a:lvl1pPr>
                      <a:lvl2pPr eaLnBrk="0" hangingPunct="0">
                        <a:spcBef>
                          <a:spcPct val="20000"/>
                        </a:spcBef>
                        <a:buClr>
                          <a:schemeClr val="accent2"/>
                        </a:buClr>
                        <a:buFont typeface="Monotype Sorts" pitchFamily="2" charset="2"/>
                        <a:defRPr kumimoji="1" sz="2400">
                          <a:solidFill>
                            <a:schemeClr val="tx1"/>
                          </a:solidFill>
                          <a:latin typeface="Tahoma" panose="020B0604030504040204" pitchFamily="34" charset="0"/>
                        </a:defRPr>
                      </a:lvl2pPr>
                      <a:lvl3pPr eaLnBrk="0" hangingPunct="0">
                        <a:spcBef>
                          <a:spcPct val="20000"/>
                        </a:spcBef>
                        <a:buClr>
                          <a:schemeClr val="accent2"/>
                        </a:buClr>
                        <a:buFont typeface="Monotype Sorts" pitchFamily="2" charset="2"/>
                        <a:defRPr kumimoji="1" sz="2000">
                          <a:solidFill>
                            <a:schemeClr val="tx1"/>
                          </a:solidFill>
                          <a:latin typeface="Tahoma" panose="020B0604030504040204" pitchFamily="34" charset="0"/>
                        </a:defRPr>
                      </a:lvl3pPr>
                      <a:lvl4pPr eaLnBrk="0" hangingPunct="0">
                        <a:spcBef>
                          <a:spcPct val="20000"/>
                        </a:spcBef>
                        <a:buClr>
                          <a:schemeClr val="accent2"/>
                        </a:buClr>
                        <a:defRPr kumimoji="1">
                          <a:solidFill>
                            <a:schemeClr val="tx1"/>
                          </a:solidFill>
                          <a:latin typeface="Tahoma" panose="020B0604030504040204" pitchFamily="34" charset="0"/>
                        </a:defRPr>
                      </a:lvl4pPr>
                      <a:lvl5pPr eaLnBrk="0" hangingPunct="0">
                        <a:spcBef>
                          <a:spcPct val="20000"/>
                        </a:spcBef>
                        <a:buClr>
                          <a:schemeClr val="accent2"/>
                        </a:buClr>
                        <a:defRPr kumimoji="1">
                          <a:solidFill>
                            <a:schemeClr val="tx1"/>
                          </a:solidFill>
                          <a:latin typeface="Tahoma" panose="020B0604030504040204" pitchFamily="34" charset="0"/>
                        </a:defRPr>
                      </a:lvl5pPr>
                      <a:lvl6pPr eaLnBrk="0" fontAlgn="base" hangingPunct="0">
                        <a:spcBef>
                          <a:spcPct val="20000"/>
                        </a:spcBef>
                        <a:spcAft>
                          <a:spcPct val="0"/>
                        </a:spcAft>
                        <a:buClr>
                          <a:schemeClr val="accent2"/>
                        </a:buClr>
                        <a:defRPr kumimoji="1">
                          <a:solidFill>
                            <a:schemeClr val="tx1"/>
                          </a:solidFill>
                          <a:latin typeface="Tahoma" panose="020B0604030504040204" pitchFamily="34" charset="0"/>
                        </a:defRPr>
                      </a:lvl6pPr>
                      <a:lvl7pPr eaLnBrk="0" fontAlgn="base" hangingPunct="0">
                        <a:spcBef>
                          <a:spcPct val="20000"/>
                        </a:spcBef>
                        <a:spcAft>
                          <a:spcPct val="0"/>
                        </a:spcAft>
                        <a:buClr>
                          <a:schemeClr val="accent2"/>
                        </a:buClr>
                        <a:defRPr kumimoji="1">
                          <a:solidFill>
                            <a:schemeClr val="tx1"/>
                          </a:solidFill>
                          <a:latin typeface="Tahoma" panose="020B0604030504040204" pitchFamily="34" charset="0"/>
                        </a:defRPr>
                      </a:lvl7pPr>
                      <a:lvl8pPr eaLnBrk="0" fontAlgn="base" hangingPunct="0">
                        <a:spcBef>
                          <a:spcPct val="20000"/>
                        </a:spcBef>
                        <a:spcAft>
                          <a:spcPct val="0"/>
                        </a:spcAft>
                        <a:buClr>
                          <a:schemeClr val="accent2"/>
                        </a:buClr>
                        <a:defRPr kumimoji="1">
                          <a:solidFill>
                            <a:schemeClr val="tx1"/>
                          </a:solidFill>
                          <a:latin typeface="Tahoma" panose="020B0604030504040204" pitchFamily="34" charset="0"/>
                        </a:defRPr>
                      </a:lvl8pPr>
                      <a:lvl9pPr eaLnBrk="0" fontAlgn="base" hangingPunct="0">
                        <a:spcBef>
                          <a:spcPct val="20000"/>
                        </a:spcBef>
                        <a:spcAft>
                          <a:spcPct val="0"/>
                        </a:spcAft>
                        <a:buClr>
                          <a:schemeClr val="accent2"/>
                        </a:buClr>
                        <a:defRPr kumimoji="1">
                          <a:solidFill>
                            <a:schemeClr val="tx1"/>
                          </a:solidFill>
                          <a:latin typeface="Tahoma" panose="020B0604030504040204" pitchFamily="34" charset="0"/>
                        </a:defRPr>
                      </a:lvl9pPr>
                    </a:lstStyle>
                    <a:p>
                      <a:pPr marL="0" marR="0" lvl="0" indent="0" algn="l" defTabSz="914400" rtl="0" eaLnBrk="1" fontAlgn="base" latinLnBrk="0" hangingPunct="1">
                        <a:lnSpc>
                          <a:spcPct val="100000"/>
                        </a:lnSpc>
                        <a:spcBef>
                          <a:spcPct val="0"/>
                        </a:spcBef>
                        <a:spcAft>
                          <a:spcPct val="0"/>
                        </a:spcAft>
                        <a:buClrTx/>
                        <a:buSzTx/>
                        <a:buFontTx/>
                        <a:buNone/>
                        <a:tabLst/>
                      </a:pPr>
                      <a:r>
                        <a:rPr kumimoji="1" lang="en-US" altLang="zh-TW" sz="2400" b="0" i="0" u="none" strike="noStrike" cap="none" normalizeH="0" baseline="0">
                          <a:ln>
                            <a:noFill/>
                          </a:ln>
                          <a:solidFill>
                            <a:schemeClr val="tx1"/>
                          </a:solidFill>
                          <a:effectLst/>
                          <a:latin typeface="Times New Roman" panose="02020603050405020304" pitchFamily="18" charset="0"/>
                          <a:ea typeface="新細明體" pitchFamily="18" charset="-120"/>
                        </a:rPr>
                        <a:t>public members</a:t>
                      </a:r>
                    </a:p>
                  </a:txBody>
                  <a:tcPr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lvl1pPr eaLnBrk="0" hangingPunct="0">
                        <a:spcBef>
                          <a:spcPct val="20000"/>
                        </a:spcBef>
                        <a:buClr>
                          <a:schemeClr val="accent2"/>
                        </a:buClr>
                        <a:buFont typeface="Monotype Sorts" pitchFamily="2" charset="2"/>
                        <a:defRPr kumimoji="1" sz="2800">
                          <a:solidFill>
                            <a:schemeClr val="tx1"/>
                          </a:solidFill>
                          <a:latin typeface="Tahoma" panose="020B0604030504040204" pitchFamily="34" charset="0"/>
                        </a:defRPr>
                      </a:lvl1pPr>
                      <a:lvl2pPr eaLnBrk="0" hangingPunct="0">
                        <a:spcBef>
                          <a:spcPct val="20000"/>
                        </a:spcBef>
                        <a:buClr>
                          <a:schemeClr val="accent2"/>
                        </a:buClr>
                        <a:buFont typeface="Monotype Sorts" pitchFamily="2" charset="2"/>
                        <a:defRPr kumimoji="1" sz="2400">
                          <a:solidFill>
                            <a:schemeClr val="tx1"/>
                          </a:solidFill>
                          <a:latin typeface="Tahoma" panose="020B0604030504040204" pitchFamily="34" charset="0"/>
                        </a:defRPr>
                      </a:lvl2pPr>
                      <a:lvl3pPr eaLnBrk="0" hangingPunct="0">
                        <a:spcBef>
                          <a:spcPct val="20000"/>
                        </a:spcBef>
                        <a:buClr>
                          <a:schemeClr val="accent2"/>
                        </a:buClr>
                        <a:buFont typeface="Monotype Sorts" pitchFamily="2" charset="2"/>
                        <a:defRPr kumimoji="1" sz="2000">
                          <a:solidFill>
                            <a:schemeClr val="tx1"/>
                          </a:solidFill>
                          <a:latin typeface="Tahoma" panose="020B0604030504040204" pitchFamily="34" charset="0"/>
                        </a:defRPr>
                      </a:lvl3pPr>
                      <a:lvl4pPr eaLnBrk="0" hangingPunct="0">
                        <a:spcBef>
                          <a:spcPct val="20000"/>
                        </a:spcBef>
                        <a:buClr>
                          <a:schemeClr val="accent2"/>
                        </a:buClr>
                        <a:defRPr kumimoji="1">
                          <a:solidFill>
                            <a:schemeClr val="tx1"/>
                          </a:solidFill>
                          <a:latin typeface="Tahoma" panose="020B0604030504040204" pitchFamily="34" charset="0"/>
                        </a:defRPr>
                      </a:lvl4pPr>
                      <a:lvl5pPr eaLnBrk="0" hangingPunct="0">
                        <a:spcBef>
                          <a:spcPct val="20000"/>
                        </a:spcBef>
                        <a:buClr>
                          <a:schemeClr val="accent2"/>
                        </a:buClr>
                        <a:defRPr kumimoji="1">
                          <a:solidFill>
                            <a:schemeClr val="tx1"/>
                          </a:solidFill>
                          <a:latin typeface="Tahoma" panose="020B0604030504040204" pitchFamily="34" charset="0"/>
                        </a:defRPr>
                      </a:lvl5pPr>
                      <a:lvl6pPr eaLnBrk="0" fontAlgn="base" hangingPunct="0">
                        <a:spcBef>
                          <a:spcPct val="20000"/>
                        </a:spcBef>
                        <a:spcAft>
                          <a:spcPct val="0"/>
                        </a:spcAft>
                        <a:buClr>
                          <a:schemeClr val="accent2"/>
                        </a:buClr>
                        <a:defRPr kumimoji="1">
                          <a:solidFill>
                            <a:schemeClr val="tx1"/>
                          </a:solidFill>
                          <a:latin typeface="Tahoma" panose="020B0604030504040204" pitchFamily="34" charset="0"/>
                        </a:defRPr>
                      </a:lvl6pPr>
                      <a:lvl7pPr eaLnBrk="0" fontAlgn="base" hangingPunct="0">
                        <a:spcBef>
                          <a:spcPct val="20000"/>
                        </a:spcBef>
                        <a:spcAft>
                          <a:spcPct val="0"/>
                        </a:spcAft>
                        <a:buClr>
                          <a:schemeClr val="accent2"/>
                        </a:buClr>
                        <a:defRPr kumimoji="1">
                          <a:solidFill>
                            <a:schemeClr val="tx1"/>
                          </a:solidFill>
                          <a:latin typeface="Tahoma" panose="020B0604030504040204" pitchFamily="34" charset="0"/>
                        </a:defRPr>
                      </a:lvl7pPr>
                      <a:lvl8pPr eaLnBrk="0" fontAlgn="base" hangingPunct="0">
                        <a:spcBef>
                          <a:spcPct val="20000"/>
                        </a:spcBef>
                        <a:spcAft>
                          <a:spcPct val="0"/>
                        </a:spcAft>
                        <a:buClr>
                          <a:schemeClr val="accent2"/>
                        </a:buClr>
                        <a:defRPr kumimoji="1">
                          <a:solidFill>
                            <a:schemeClr val="tx1"/>
                          </a:solidFill>
                          <a:latin typeface="Tahoma" panose="020B0604030504040204" pitchFamily="34" charset="0"/>
                        </a:defRPr>
                      </a:lvl8pPr>
                      <a:lvl9pPr eaLnBrk="0" fontAlgn="base" hangingPunct="0">
                        <a:spcBef>
                          <a:spcPct val="20000"/>
                        </a:spcBef>
                        <a:spcAft>
                          <a:spcPct val="0"/>
                        </a:spcAft>
                        <a:buClr>
                          <a:schemeClr val="accent2"/>
                        </a:buClr>
                        <a:defRPr kumimoji="1">
                          <a:solidFill>
                            <a:schemeClr val="tx1"/>
                          </a:solidFill>
                          <a:latin typeface="Tahoma" panose="020B0604030504040204" pitchFamily="34" charset="0"/>
                        </a:defRPr>
                      </a:lvl9pPr>
                    </a:lstStyle>
                    <a:p>
                      <a:pPr marL="0" marR="0" lvl="0" indent="0" algn="l" defTabSz="914400" rtl="0" eaLnBrk="1" fontAlgn="base" latinLnBrk="0" hangingPunct="1">
                        <a:lnSpc>
                          <a:spcPct val="100000"/>
                        </a:lnSpc>
                        <a:spcBef>
                          <a:spcPct val="0"/>
                        </a:spcBef>
                        <a:spcAft>
                          <a:spcPct val="0"/>
                        </a:spcAft>
                        <a:buClrTx/>
                        <a:buSzTx/>
                        <a:buFontTx/>
                        <a:buNone/>
                        <a:tabLst/>
                      </a:pPr>
                      <a:r>
                        <a:rPr kumimoji="1" lang="en-US" altLang="zh-TW" sz="2400" b="0" i="0" u="none" strike="noStrike" cap="none" normalizeH="0" baseline="0">
                          <a:ln>
                            <a:noFill/>
                          </a:ln>
                          <a:solidFill>
                            <a:schemeClr val="tx1"/>
                          </a:solidFill>
                          <a:effectLst/>
                          <a:latin typeface="Times New Roman" panose="02020603050405020304" pitchFamily="18" charset="0"/>
                          <a:ea typeface="新細明體" pitchFamily="18" charset="-120"/>
                        </a:rPr>
                        <a:t>private members</a:t>
                      </a:r>
                    </a:p>
                  </a:txBody>
                  <a:tcPr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3"/>
                  </a:ext>
                </a:extLst>
              </a:tr>
            </a:tbl>
          </a:graphicData>
        </a:graphic>
      </p:graphicFrame>
    </p:spTree>
    <p:extLst>
      <p:ext uri="{BB962C8B-B14F-4D97-AF65-F5344CB8AC3E}">
        <p14:creationId xmlns:p14="http://schemas.microsoft.com/office/powerpoint/2010/main" val="2144955765"/>
      </p:ext>
    </p:extLst>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2530" name="Rectangle 2"/>
          <p:cNvSpPr>
            <a:spLocks noGrp="1" noChangeArrowheads="1"/>
          </p:cNvSpPr>
          <p:nvPr>
            <p:ph type="title"/>
          </p:nvPr>
        </p:nvSpPr>
        <p:spPr>
          <a:xfrm>
            <a:off x="1930400" y="228600"/>
            <a:ext cx="8356600" cy="1143000"/>
          </a:xfrm>
        </p:spPr>
        <p:txBody>
          <a:bodyPr/>
          <a:lstStyle/>
          <a:p>
            <a:r>
              <a:rPr lang="en-US" altLang="zh-TW">
                <a:ea typeface="新細明體" pitchFamily="18" charset="-120"/>
              </a:rPr>
              <a:t>3 Types of Access Specifiers</a:t>
            </a:r>
          </a:p>
        </p:txBody>
      </p:sp>
      <p:sp>
        <p:nvSpPr>
          <p:cNvPr id="22531" name="Rectangle 3"/>
          <p:cNvSpPr>
            <a:spLocks noGrp="1" noChangeArrowheads="1"/>
          </p:cNvSpPr>
          <p:nvPr>
            <p:ph type="body" idx="1"/>
          </p:nvPr>
        </p:nvSpPr>
        <p:spPr/>
        <p:txBody>
          <a:bodyPr/>
          <a:lstStyle/>
          <a:p>
            <a:r>
              <a:rPr lang="en-US" altLang="zh-TW">
                <a:solidFill>
                  <a:srgbClr val="FF0000"/>
                </a:solidFill>
                <a:ea typeface="新細明體" pitchFamily="18" charset="-120"/>
              </a:rPr>
              <a:t>Type 2:  inherit as protected</a:t>
            </a:r>
          </a:p>
          <a:p>
            <a:endParaRPr lang="en-US" altLang="zh-TW">
              <a:ea typeface="新細明體" pitchFamily="18" charset="-120"/>
            </a:endParaRPr>
          </a:p>
        </p:txBody>
      </p:sp>
      <p:graphicFrame>
        <p:nvGraphicFramePr>
          <p:cNvPr id="22532" name="Group 4"/>
          <p:cNvGraphicFramePr>
            <a:graphicFrameLocks noGrp="1"/>
          </p:cNvGraphicFramePr>
          <p:nvPr/>
        </p:nvGraphicFramePr>
        <p:xfrm>
          <a:off x="3048000" y="2743200"/>
          <a:ext cx="6096000" cy="3124200"/>
        </p:xfrm>
        <a:graphic>
          <a:graphicData uri="http://schemas.openxmlformats.org/drawingml/2006/table">
            <a:tbl>
              <a:tblPr/>
              <a:tblGrid>
                <a:gridCol w="3048000">
                  <a:extLst>
                    <a:ext uri="{9D8B030D-6E8A-4147-A177-3AD203B41FA5}">
                      <a16:colId xmlns:a16="http://schemas.microsoft.com/office/drawing/2014/main" val="20000"/>
                    </a:ext>
                  </a:extLst>
                </a:gridCol>
                <a:gridCol w="3048000">
                  <a:extLst>
                    <a:ext uri="{9D8B030D-6E8A-4147-A177-3AD203B41FA5}">
                      <a16:colId xmlns:a16="http://schemas.microsoft.com/office/drawing/2014/main" val="20001"/>
                    </a:ext>
                  </a:extLst>
                </a:gridCol>
              </a:tblGrid>
              <a:tr h="781050">
                <a:tc>
                  <a:txBody>
                    <a:bodyPr/>
                    <a:lstStyle>
                      <a:lvl1pPr eaLnBrk="0" hangingPunct="0">
                        <a:spcBef>
                          <a:spcPct val="20000"/>
                        </a:spcBef>
                        <a:buClr>
                          <a:schemeClr val="accent2"/>
                        </a:buClr>
                        <a:buFont typeface="Monotype Sorts" pitchFamily="2" charset="2"/>
                        <a:defRPr kumimoji="1" sz="2800">
                          <a:solidFill>
                            <a:schemeClr val="tx1"/>
                          </a:solidFill>
                          <a:latin typeface="Tahoma" panose="020B0604030504040204" pitchFamily="34" charset="0"/>
                        </a:defRPr>
                      </a:lvl1pPr>
                      <a:lvl2pPr eaLnBrk="0" hangingPunct="0">
                        <a:spcBef>
                          <a:spcPct val="20000"/>
                        </a:spcBef>
                        <a:buClr>
                          <a:schemeClr val="accent2"/>
                        </a:buClr>
                        <a:buFont typeface="Monotype Sorts" pitchFamily="2" charset="2"/>
                        <a:defRPr kumimoji="1" sz="2400">
                          <a:solidFill>
                            <a:schemeClr val="tx1"/>
                          </a:solidFill>
                          <a:latin typeface="Tahoma" panose="020B0604030504040204" pitchFamily="34" charset="0"/>
                        </a:defRPr>
                      </a:lvl2pPr>
                      <a:lvl3pPr eaLnBrk="0" hangingPunct="0">
                        <a:spcBef>
                          <a:spcPct val="20000"/>
                        </a:spcBef>
                        <a:buClr>
                          <a:schemeClr val="accent2"/>
                        </a:buClr>
                        <a:buFont typeface="Monotype Sorts" pitchFamily="2" charset="2"/>
                        <a:defRPr kumimoji="1" sz="2000">
                          <a:solidFill>
                            <a:schemeClr val="tx1"/>
                          </a:solidFill>
                          <a:latin typeface="Tahoma" panose="020B0604030504040204" pitchFamily="34" charset="0"/>
                        </a:defRPr>
                      </a:lvl3pPr>
                      <a:lvl4pPr eaLnBrk="0" hangingPunct="0">
                        <a:spcBef>
                          <a:spcPct val="20000"/>
                        </a:spcBef>
                        <a:buClr>
                          <a:schemeClr val="accent2"/>
                        </a:buClr>
                        <a:defRPr kumimoji="1">
                          <a:solidFill>
                            <a:schemeClr val="tx1"/>
                          </a:solidFill>
                          <a:latin typeface="Tahoma" panose="020B0604030504040204" pitchFamily="34" charset="0"/>
                        </a:defRPr>
                      </a:lvl4pPr>
                      <a:lvl5pPr eaLnBrk="0" hangingPunct="0">
                        <a:spcBef>
                          <a:spcPct val="20000"/>
                        </a:spcBef>
                        <a:buClr>
                          <a:schemeClr val="accent2"/>
                        </a:buClr>
                        <a:defRPr kumimoji="1">
                          <a:solidFill>
                            <a:schemeClr val="tx1"/>
                          </a:solidFill>
                          <a:latin typeface="Tahoma" panose="020B0604030504040204" pitchFamily="34" charset="0"/>
                        </a:defRPr>
                      </a:lvl5pPr>
                      <a:lvl6pPr eaLnBrk="0" fontAlgn="base" hangingPunct="0">
                        <a:spcBef>
                          <a:spcPct val="20000"/>
                        </a:spcBef>
                        <a:spcAft>
                          <a:spcPct val="0"/>
                        </a:spcAft>
                        <a:buClr>
                          <a:schemeClr val="accent2"/>
                        </a:buClr>
                        <a:defRPr kumimoji="1">
                          <a:solidFill>
                            <a:schemeClr val="tx1"/>
                          </a:solidFill>
                          <a:latin typeface="Tahoma" panose="020B0604030504040204" pitchFamily="34" charset="0"/>
                        </a:defRPr>
                      </a:lvl6pPr>
                      <a:lvl7pPr eaLnBrk="0" fontAlgn="base" hangingPunct="0">
                        <a:spcBef>
                          <a:spcPct val="20000"/>
                        </a:spcBef>
                        <a:spcAft>
                          <a:spcPct val="0"/>
                        </a:spcAft>
                        <a:buClr>
                          <a:schemeClr val="accent2"/>
                        </a:buClr>
                        <a:defRPr kumimoji="1">
                          <a:solidFill>
                            <a:schemeClr val="tx1"/>
                          </a:solidFill>
                          <a:latin typeface="Tahoma" panose="020B0604030504040204" pitchFamily="34" charset="0"/>
                        </a:defRPr>
                      </a:lvl7pPr>
                      <a:lvl8pPr eaLnBrk="0" fontAlgn="base" hangingPunct="0">
                        <a:spcBef>
                          <a:spcPct val="20000"/>
                        </a:spcBef>
                        <a:spcAft>
                          <a:spcPct val="0"/>
                        </a:spcAft>
                        <a:buClr>
                          <a:schemeClr val="accent2"/>
                        </a:buClr>
                        <a:defRPr kumimoji="1">
                          <a:solidFill>
                            <a:schemeClr val="tx1"/>
                          </a:solidFill>
                          <a:latin typeface="Tahoma" panose="020B0604030504040204" pitchFamily="34" charset="0"/>
                        </a:defRPr>
                      </a:lvl8pPr>
                      <a:lvl9pPr eaLnBrk="0" fontAlgn="base" hangingPunct="0">
                        <a:spcBef>
                          <a:spcPct val="20000"/>
                        </a:spcBef>
                        <a:spcAft>
                          <a:spcPct val="0"/>
                        </a:spcAft>
                        <a:buClr>
                          <a:schemeClr val="accent2"/>
                        </a:buClr>
                        <a:defRPr kumimoji="1">
                          <a:solidFill>
                            <a:schemeClr val="tx1"/>
                          </a:solidFill>
                          <a:latin typeface="Tahoma" panose="020B0604030504040204" pitchFamily="34" charset="0"/>
                        </a:defRPr>
                      </a:lvl9pPr>
                    </a:lstStyle>
                    <a:p>
                      <a:pPr marL="0" marR="0" lvl="0" indent="0" algn="l" defTabSz="914400" rtl="0" eaLnBrk="1" fontAlgn="base" latinLnBrk="0" hangingPunct="1">
                        <a:lnSpc>
                          <a:spcPct val="100000"/>
                        </a:lnSpc>
                        <a:spcBef>
                          <a:spcPct val="0"/>
                        </a:spcBef>
                        <a:spcAft>
                          <a:spcPct val="0"/>
                        </a:spcAft>
                        <a:buClrTx/>
                        <a:buSzTx/>
                        <a:buFontTx/>
                        <a:buNone/>
                        <a:tabLst/>
                      </a:pPr>
                      <a:r>
                        <a:rPr kumimoji="1" lang="en-US" altLang="zh-TW" sz="2400" b="0" i="0" u="none" strike="noStrike" cap="none" normalizeH="0" baseline="0">
                          <a:ln>
                            <a:noFill/>
                          </a:ln>
                          <a:solidFill>
                            <a:srgbClr val="0000FF"/>
                          </a:solidFill>
                          <a:effectLst/>
                          <a:latin typeface="Times New Roman" panose="02020603050405020304" pitchFamily="18" charset="0"/>
                          <a:ea typeface="新細明體" pitchFamily="18" charset="-120"/>
                        </a:rPr>
                        <a:t>Base</a:t>
                      </a:r>
                    </a:p>
                  </a:txBody>
                  <a:tcPr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eaLnBrk="0" hangingPunct="0">
                        <a:spcBef>
                          <a:spcPct val="20000"/>
                        </a:spcBef>
                        <a:buClr>
                          <a:schemeClr val="accent2"/>
                        </a:buClr>
                        <a:buFont typeface="Monotype Sorts" pitchFamily="2" charset="2"/>
                        <a:defRPr kumimoji="1" sz="2800">
                          <a:solidFill>
                            <a:schemeClr val="tx1"/>
                          </a:solidFill>
                          <a:latin typeface="Tahoma" panose="020B0604030504040204" pitchFamily="34" charset="0"/>
                        </a:defRPr>
                      </a:lvl1pPr>
                      <a:lvl2pPr eaLnBrk="0" hangingPunct="0">
                        <a:spcBef>
                          <a:spcPct val="20000"/>
                        </a:spcBef>
                        <a:buClr>
                          <a:schemeClr val="accent2"/>
                        </a:buClr>
                        <a:buFont typeface="Monotype Sorts" pitchFamily="2" charset="2"/>
                        <a:defRPr kumimoji="1" sz="2400">
                          <a:solidFill>
                            <a:schemeClr val="tx1"/>
                          </a:solidFill>
                          <a:latin typeface="Tahoma" panose="020B0604030504040204" pitchFamily="34" charset="0"/>
                        </a:defRPr>
                      </a:lvl2pPr>
                      <a:lvl3pPr eaLnBrk="0" hangingPunct="0">
                        <a:spcBef>
                          <a:spcPct val="20000"/>
                        </a:spcBef>
                        <a:buClr>
                          <a:schemeClr val="accent2"/>
                        </a:buClr>
                        <a:buFont typeface="Monotype Sorts" pitchFamily="2" charset="2"/>
                        <a:defRPr kumimoji="1" sz="2000">
                          <a:solidFill>
                            <a:schemeClr val="tx1"/>
                          </a:solidFill>
                          <a:latin typeface="Tahoma" panose="020B0604030504040204" pitchFamily="34" charset="0"/>
                        </a:defRPr>
                      </a:lvl3pPr>
                      <a:lvl4pPr eaLnBrk="0" hangingPunct="0">
                        <a:spcBef>
                          <a:spcPct val="20000"/>
                        </a:spcBef>
                        <a:buClr>
                          <a:schemeClr val="accent2"/>
                        </a:buClr>
                        <a:defRPr kumimoji="1">
                          <a:solidFill>
                            <a:schemeClr val="tx1"/>
                          </a:solidFill>
                          <a:latin typeface="Tahoma" panose="020B0604030504040204" pitchFamily="34" charset="0"/>
                        </a:defRPr>
                      </a:lvl4pPr>
                      <a:lvl5pPr eaLnBrk="0" hangingPunct="0">
                        <a:spcBef>
                          <a:spcPct val="20000"/>
                        </a:spcBef>
                        <a:buClr>
                          <a:schemeClr val="accent2"/>
                        </a:buClr>
                        <a:defRPr kumimoji="1">
                          <a:solidFill>
                            <a:schemeClr val="tx1"/>
                          </a:solidFill>
                          <a:latin typeface="Tahoma" panose="020B0604030504040204" pitchFamily="34" charset="0"/>
                        </a:defRPr>
                      </a:lvl5pPr>
                      <a:lvl6pPr eaLnBrk="0" fontAlgn="base" hangingPunct="0">
                        <a:spcBef>
                          <a:spcPct val="20000"/>
                        </a:spcBef>
                        <a:spcAft>
                          <a:spcPct val="0"/>
                        </a:spcAft>
                        <a:buClr>
                          <a:schemeClr val="accent2"/>
                        </a:buClr>
                        <a:defRPr kumimoji="1">
                          <a:solidFill>
                            <a:schemeClr val="tx1"/>
                          </a:solidFill>
                          <a:latin typeface="Tahoma" panose="020B0604030504040204" pitchFamily="34" charset="0"/>
                        </a:defRPr>
                      </a:lvl6pPr>
                      <a:lvl7pPr eaLnBrk="0" fontAlgn="base" hangingPunct="0">
                        <a:spcBef>
                          <a:spcPct val="20000"/>
                        </a:spcBef>
                        <a:spcAft>
                          <a:spcPct val="0"/>
                        </a:spcAft>
                        <a:buClr>
                          <a:schemeClr val="accent2"/>
                        </a:buClr>
                        <a:defRPr kumimoji="1">
                          <a:solidFill>
                            <a:schemeClr val="tx1"/>
                          </a:solidFill>
                          <a:latin typeface="Tahoma" panose="020B0604030504040204" pitchFamily="34" charset="0"/>
                        </a:defRPr>
                      </a:lvl7pPr>
                      <a:lvl8pPr eaLnBrk="0" fontAlgn="base" hangingPunct="0">
                        <a:spcBef>
                          <a:spcPct val="20000"/>
                        </a:spcBef>
                        <a:spcAft>
                          <a:spcPct val="0"/>
                        </a:spcAft>
                        <a:buClr>
                          <a:schemeClr val="accent2"/>
                        </a:buClr>
                        <a:defRPr kumimoji="1">
                          <a:solidFill>
                            <a:schemeClr val="tx1"/>
                          </a:solidFill>
                          <a:latin typeface="Tahoma" panose="020B0604030504040204" pitchFamily="34" charset="0"/>
                        </a:defRPr>
                      </a:lvl8pPr>
                      <a:lvl9pPr eaLnBrk="0" fontAlgn="base" hangingPunct="0">
                        <a:spcBef>
                          <a:spcPct val="20000"/>
                        </a:spcBef>
                        <a:spcAft>
                          <a:spcPct val="0"/>
                        </a:spcAft>
                        <a:buClr>
                          <a:schemeClr val="accent2"/>
                        </a:buClr>
                        <a:defRPr kumimoji="1">
                          <a:solidFill>
                            <a:schemeClr val="tx1"/>
                          </a:solidFill>
                          <a:latin typeface="Tahoma" panose="020B0604030504040204" pitchFamily="34" charset="0"/>
                        </a:defRPr>
                      </a:lvl9pPr>
                    </a:lstStyle>
                    <a:p>
                      <a:pPr marL="0" marR="0" lvl="0" indent="0" algn="l" defTabSz="914400" rtl="0" eaLnBrk="1" fontAlgn="base" latinLnBrk="0" hangingPunct="1">
                        <a:lnSpc>
                          <a:spcPct val="100000"/>
                        </a:lnSpc>
                        <a:spcBef>
                          <a:spcPct val="0"/>
                        </a:spcBef>
                        <a:spcAft>
                          <a:spcPct val="0"/>
                        </a:spcAft>
                        <a:buClrTx/>
                        <a:buSzTx/>
                        <a:buFontTx/>
                        <a:buNone/>
                        <a:tabLst/>
                      </a:pPr>
                      <a:r>
                        <a:rPr kumimoji="1" lang="en-US" altLang="zh-TW" sz="2400" b="0" i="0" u="none" strike="noStrike" cap="none" normalizeH="0" baseline="0">
                          <a:ln>
                            <a:noFill/>
                          </a:ln>
                          <a:solidFill>
                            <a:srgbClr val="0000FF"/>
                          </a:solidFill>
                          <a:effectLst/>
                          <a:latin typeface="Times New Roman" panose="02020603050405020304" pitchFamily="18" charset="0"/>
                          <a:ea typeface="新細明體" pitchFamily="18" charset="-120"/>
                        </a:rPr>
                        <a:t>Derived</a:t>
                      </a:r>
                    </a:p>
                  </a:txBody>
                  <a:tcPr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0"/>
                  </a:ext>
                </a:extLst>
              </a:tr>
              <a:tr h="781050">
                <a:tc>
                  <a:txBody>
                    <a:bodyPr/>
                    <a:lstStyle>
                      <a:lvl1pPr eaLnBrk="0" hangingPunct="0">
                        <a:spcBef>
                          <a:spcPct val="20000"/>
                        </a:spcBef>
                        <a:buClr>
                          <a:schemeClr val="accent2"/>
                        </a:buClr>
                        <a:buFont typeface="Monotype Sorts" pitchFamily="2" charset="2"/>
                        <a:defRPr kumimoji="1" sz="2800">
                          <a:solidFill>
                            <a:schemeClr val="tx1"/>
                          </a:solidFill>
                          <a:latin typeface="Tahoma" panose="020B0604030504040204" pitchFamily="34" charset="0"/>
                        </a:defRPr>
                      </a:lvl1pPr>
                      <a:lvl2pPr eaLnBrk="0" hangingPunct="0">
                        <a:spcBef>
                          <a:spcPct val="20000"/>
                        </a:spcBef>
                        <a:buClr>
                          <a:schemeClr val="accent2"/>
                        </a:buClr>
                        <a:buFont typeface="Monotype Sorts" pitchFamily="2" charset="2"/>
                        <a:defRPr kumimoji="1" sz="2400">
                          <a:solidFill>
                            <a:schemeClr val="tx1"/>
                          </a:solidFill>
                          <a:latin typeface="Tahoma" panose="020B0604030504040204" pitchFamily="34" charset="0"/>
                        </a:defRPr>
                      </a:lvl2pPr>
                      <a:lvl3pPr eaLnBrk="0" hangingPunct="0">
                        <a:spcBef>
                          <a:spcPct val="20000"/>
                        </a:spcBef>
                        <a:buClr>
                          <a:schemeClr val="accent2"/>
                        </a:buClr>
                        <a:buFont typeface="Monotype Sorts" pitchFamily="2" charset="2"/>
                        <a:defRPr kumimoji="1" sz="2000">
                          <a:solidFill>
                            <a:schemeClr val="tx1"/>
                          </a:solidFill>
                          <a:latin typeface="Tahoma" panose="020B0604030504040204" pitchFamily="34" charset="0"/>
                        </a:defRPr>
                      </a:lvl3pPr>
                      <a:lvl4pPr eaLnBrk="0" hangingPunct="0">
                        <a:spcBef>
                          <a:spcPct val="20000"/>
                        </a:spcBef>
                        <a:buClr>
                          <a:schemeClr val="accent2"/>
                        </a:buClr>
                        <a:defRPr kumimoji="1">
                          <a:solidFill>
                            <a:schemeClr val="tx1"/>
                          </a:solidFill>
                          <a:latin typeface="Tahoma" panose="020B0604030504040204" pitchFamily="34" charset="0"/>
                        </a:defRPr>
                      </a:lvl4pPr>
                      <a:lvl5pPr eaLnBrk="0" hangingPunct="0">
                        <a:spcBef>
                          <a:spcPct val="20000"/>
                        </a:spcBef>
                        <a:buClr>
                          <a:schemeClr val="accent2"/>
                        </a:buClr>
                        <a:defRPr kumimoji="1">
                          <a:solidFill>
                            <a:schemeClr val="tx1"/>
                          </a:solidFill>
                          <a:latin typeface="Tahoma" panose="020B0604030504040204" pitchFamily="34" charset="0"/>
                        </a:defRPr>
                      </a:lvl5pPr>
                      <a:lvl6pPr eaLnBrk="0" fontAlgn="base" hangingPunct="0">
                        <a:spcBef>
                          <a:spcPct val="20000"/>
                        </a:spcBef>
                        <a:spcAft>
                          <a:spcPct val="0"/>
                        </a:spcAft>
                        <a:buClr>
                          <a:schemeClr val="accent2"/>
                        </a:buClr>
                        <a:defRPr kumimoji="1">
                          <a:solidFill>
                            <a:schemeClr val="tx1"/>
                          </a:solidFill>
                          <a:latin typeface="Tahoma" panose="020B0604030504040204" pitchFamily="34" charset="0"/>
                        </a:defRPr>
                      </a:lvl6pPr>
                      <a:lvl7pPr eaLnBrk="0" fontAlgn="base" hangingPunct="0">
                        <a:spcBef>
                          <a:spcPct val="20000"/>
                        </a:spcBef>
                        <a:spcAft>
                          <a:spcPct val="0"/>
                        </a:spcAft>
                        <a:buClr>
                          <a:schemeClr val="accent2"/>
                        </a:buClr>
                        <a:defRPr kumimoji="1">
                          <a:solidFill>
                            <a:schemeClr val="tx1"/>
                          </a:solidFill>
                          <a:latin typeface="Tahoma" panose="020B0604030504040204" pitchFamily="34" charset="0"/>
                        </a:defRPr>
                      </a:lvl7pPr>
                      <a:lvl8pPr eaLnBrk="0" fontAlgn="base" hangingPunct="0">
                        <a:spcBef>
                          <a:spcPct val="20000"/>
                        </a:spcBef>
                        <a:spcAft>
                          <a:spcPct val="0"/>
                        </a:spcAft>
                        <a:buClr>
                          <a:schemeClr val="accent2"/>
                        </a:buClr>
                        <a:defRPr kumimoji="1">
                          <a:solidFill>
                            <a:schemeClr val="tx1"/>
                          </a:solidFill>
                          <a:latin typeface="Tahoma" panose="020B0604030504040204" pitchFamily="34" charset="0"/>
                        </a:defRPr>
                      </a:lvl8pPr>
                      <a:lvl9pPr eaLnBrk="0" fontAlgn="base" hangingPunct="0">
                        <a:spcBef>
                          <a:spcPct val="20000"/>
                        </a:spcBef>
                        <a:spcAft>
                          <a:spcPct val="0"/>
                        </a:spcAft>
                        <a:buClr>
                          <a:schemeClr val="accent2"/>
                        </a:buClr>
                        <a:defRPr kumimoji="1">
                          <a:solidFill>
                            <a:schemeClr val="tx1"/>
                          </a:solidFill>
                          <a:latin typeface="Tahoma" panose="020B0604030504040204" pitchFamily="34" charset="0"/>
                        </a:defRPr>
                      </a:lvl9pPr>
                    </a:lstStyle>
                    <a:p>
                      <a:pPr marL="0" marR="0" lvl="0" indent="0" algn="l" defTabSz="914400" rtl="0" eaLnBrk="1" fontAlgn="base" latinLnBrk="0" hangingPunct="1">
                        <a:lnSpc>
                          <a:spcPct val="100000"/>
                        </a:lnSpc>
                        <a:spcBef>
                          <a:spcPct val="0"/>
                        </a:spcBef>
                        <a:spcAft>
                          <a:spcPct val="0"/>
                        </a:spcAft>
                        <a:buClrTx/>
                        <a:buSzTx/>
                        <a:buFontTx/>
                        <a:buNone/>
                        <a:tabLst/>
                      </a:pPr>
                      <a:r>
                        <a:rPr kumimoji="1" lang="en-US" altLang="zh-TW" sz="2400" b="0" i="0" u="none" strike="noStrike" cap="none" normalizeH="0" baseline="0">
                          <a:ln>
                            <a:noFill/>
                          </a:ln>
                          <a:solidFill>
                            <a:schemeClr val="tx1"/>
                          </a:solidFill>
                          <a:effectLst/>
                          <a:latin typeface="Times New Roman" panose="02020603050405020304" pitchFamily="18" charset="0"/>
                          <a:ea typeface="新細明體" pitchFamily="18" charset="-120"/>
                        </a:rPr>
                        <a:t>private members</a:t>
                      </a:r>
                    </a:p>
                  </a:txBody>
                  <a:tcPr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eaLnBrk="0" hangingPunct="0">
                        <a:spcBef>
                          <a:spcPct val="20000"/>
                        </a:spcBef>
                        <a:buClr>
                          <a:schemeClr val="accent2"/>
                        </a:buClr>
                        <a:buFont typeface="Monotype Sorts" pitchFamily="2" charset="2"/>
                        <a:defRPr kumimoji="1" sz="2800">
                          <a:solidFill>
                            <a:schemeClr val="tx1"/>
                          </a:solidFill>
                          <a:latin typeface="Tahoma" panose="020B0604030504040204" pitchFamily="34" charset="0"/>
                        </a:defRPr>
                      </a:lvl1pPr>
                      <a:lvl2pPr eaLnBrk="0" hangingPunct="0">
                        <a:spcBef>
                          <a:spcPct val="20000"/>
                        </a:spcBef>
                        <a:buClr>
                          <a:schemeClr val="accent2"/>
                        </a:buClr>
                        <a:buFont typeface="Monotype Sorts" pitchFamily="2" charset="2"/>
                        <a:defRPr kumimoji="1" sz="2400">
                          <a:solidFill>
                            <a:schemeClr val="tx1"/>
                          </a:solidFill>
                          <a:latin typeface="Tahoma" panose="020B0604030504040204" pitchFamily="34" charset="0"/>
                        </a:defRPr>
                      </a:lvl2pPr>
                      <a:lvl3pPr eaLnBrk="0" hangingPunct="0">
                        <a:spcBef>
                          <a:spcPct val="20000"/>
                        </a:spcBef>
                        <a:buClr>
                          <a:schemeClr val="accent2"/>
                        </a:buClr>
                        <a:buFont typeface="Monotype Sorts" pitchFamily="2" charset="2"/>
                        <a:defRPr kumimoji="1" sz="2000">
                          <a:solidFill>
                            <a:schemeClr val="tx1"/>
                          </a:solidFill>
                          <a:latin typeface="Tahoma" panose="020B0604030504040204" pitchFamily="34" charset="0"/>
                        </a:defRPr>
                      </a:lvl3pPr>
                      <a:lvl4pPr eaLnBrk="0" hangingPunct="0">
                        <a:spcBef>
                          <a:spcPct val="20000"/>
                        </a:spcBef>
                        <a:buClr>
                          <a:schemeClr val="accent2"/>
                        </a:buClr>
                        <a:defRPr kumimoji="1">
                          <a:solidFill>
                            <a:schemeClr val="tx1"/>
                          </a:solidFill>
                          <a:latin typeface="Tahoma" panose="020B0604030504040204" pitchFamily="34" charset="0"/>
                        </a:defRPr>
                      </a:lvl4pPr>
                      <a:lvl5pPr eaLnBrk="0" hangingPunct="0">
                        <a:spcBef>
                          <a:spcPct val="20000"/>
                        </a:spcBef>
                        <a:buClr>
                          <a:schemeClr val="accent2"/>
                        </a:buClr>
                        <a:defRPr kumimoji="1">
                          <a:solidFill>
                            <a:schemeClr val="tx1"/>
                          </a:solidFill>
                          <a:latin typeface="Tahoma" panose="020B0604030504040204" pitchFamily="34" charset="0"/>
                        </a:defRPr>
                      </a:lvl5pPr>
                      <a:lvl6pPr eaLnBrk="0" fontAlgn="base" hangingPunct="0">
                        <a:spcBef>
                          <a:spcPct val="20000"/>
                        </a:spcBef>
                        <a:spcAft>
                          <a:spcPct val="0"/>
                        </a:spcAft>
                        <a:buClr>
                          <a:schemeClr val="accent2"/>
                        </a:buClr>
                        <a:defRPr kumimoji="1">
                          <a:solidFill>
                            <a:schemeClr val="tx1"/>
                          </a:solidFill>
                          <a:latin typeface="Tahoma" panose="020B0604030504040204" pitchFamily="34" charset="0"/>
                        </a:defRPr>
                      </a:lvl6pPr>
                      <a:lvl7pPr eaLnBrk="0" fontAlgn="base" hangingPunct="0">
                        <a:spcBef>
                          <a:spcPct val="20000"/>
                        </a:spcBef>
                        <a:spcAft>
                          <a:spcPct val="0"/>
                        </a:spcAft>
                        <a:buClr>
                          <a:schemeClr val="accent2"/>
                        </a:buClr>
                        <a:defRPr kumimoji="1">
                          <a:solidFill>
                            <a:schemeClr val="tx1"/>
                          </a:solidFill>
                          <a:latin typeface="Tahoma" panose="020B0604030504040204" pitchFamily="34" charset="0"/>
                        </a:defRPr>
                      </a:lvl7pPr>
                      <a:lvl8pPr eaLnBrk="0" fontAlgn="base" hangingPunct="0">
                        <a:spcBef>
                          <a:spcPct val="20000"/>
                        </a:spcBef>
                        <a:spcAft>
                          <a:spcPct val="0"/>
                        </a:spcAft>
                        <a:buClr>
                          <a:schemeClr val="accent2"/>
                        </a:buClr>
                        <a:defRPr kumimoji="1">
                          <a:solidFill>
                            <a:schemeClr val="tx1"/>
                          </a:solidFill>
                          <a:latin typeface="Tahoma" panose="020B0604030504040204" pitchFamily="34" charset="0"/>
                        </a:defRPr>
                      </a:lvl8pPr>
                      <a:lvl9pPr eaLnBrk="0" fontAlgn="base" hangingPunct="0">
                        <a:spcBef>
                          <a:spcPct val="20000"/>
                        </a:spcBef>
                        <a:spcAft>
                          <a:spcPct val="0"/>
                        </a:spcAft>
                        <a:buClr>
                          <a:schemeClr val="accent2"/>
                        </a:buClr>
                        <a:defRPr kumimoji="1">
                          <a:solidFill>
                            <a:schemeClr val="tx1"/>
                          </a:solidFill>
                          <a:latin typeface="Tahoma" panose="020B0604030504040204" pitchFamily="34" charset="0"/>
                        </a:defRPr>
                      </a:lvl9pPr>
                    </a:lstStyle>
                    <a:p>
                      <a:pPr marL="0" marR="0" lvl="0" indent="0" algn="l" defTabSz="914400" rtl="0" eaLnBrk="1" fontAlgn="base" latinLnBrk="0" hangingPunct="1">
                        <a:lnSpc>
                          <a:spcPct val="100000"/>
                        </a:lnSpc>
                        <a:spcBef>
                          <a:spcPct val="0"/>
                        </a:spcBef>
                        <a:spcAft>
                          <a:spcPct val="0"/>
                        </a:spcAft>
                        <a:buClrTx/>
                        <a:buSzTx/>
                        <a:buFontTx/>
                        <a:buNone/>
                        <a:tabLst/>
                      </a:pPr>
                      <a:r>
                        <a:rPr kumimoji="1" lang="en-US" altLang="zh-TW" sz="2400" b="0" i="0" u="none" strike="noStrike" cap="none" normalizeH="0" baseline="0">
                          <a:ln>
                            <a:noFill/>
                          </a:ln>
                          <a:solidFill>
                            <a:schemeClr val="tx1"/>
                          </a:solidFill>
                          <a:effectLst/>
                          <a:latin typeface="Times New Roman" panose="02020603050405020304" pitchFamily="18" charset="0"/>
                          <a:ea typeface="新細明體" pitchFamily="18" charset="-120"/>
                        </a:rPr>
                        <a:t>inaccessible</a:t>
                      </a:r>
                    </a:p>
                  </a:txBody>
                  <a:tcPr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1"/>
                  </a:ext>
                </a:extLst>
              </a:tr>
              <a:tr h="781050">
                <a:tc>
                  <a:txBody>
                    <a:bodyPr/>
                    <a:lstStyle>
                      <a:lvl1pPr eaLnBrk="0" hangingPunct="0">
                        <a:spcBef>
                          <a:spcPct val="20000"/>
                        </a:spcBef>
                        <a:buClr>
                          <a:schemeClr val="accent2"/>
                        </a:buClr>
                        <a:buFont typeface="Monotype Sorts" pitchFamily="2" charset="2"/>
                        <a:defRPr kumimoji="1" sz="2800">
                          <a:solidFill>
                            <a:schemeClr val="tx1"/>
                          </a:solidFill>
                          <a:latin typeface="Tahoma" panose="020B0604030504040204" pitchFamily="34" charset="0"/>
                        </a:defRPr>
                      </a:lvl1pPr>
                      <a:lvl2pPr eaLnBrk="0" hangingPunct="0">
                        <a:spcBef>
                          <a:spcPct val="20000"/>
                        </a:spcBef>
                        <a:buClr>
                          <a:schemeClr val="accent2"/>
                        </a:buClr>
                        <a:buFont typeface="Monotype Sorts" pitchFamily="2" charset="2"/>
                        <a:defRPr kumimoji="1" sz="2400">
                          <a:solidFill>
                            <a:schemeClr val="tx1"/>
                          </a:solidFill>
                          <a:latin typeface="Tahoma" panose="020B0604030504040204" pitchFamily="34" charset="0"/>
                        </a:defRPr>
                      </a:lvl2pPr>
                      <a:lvl3pPr eaLnBrk="0" hangingPunct="0">
                        <a:spcBef>
                          <a:spcPct val="20000"/>
                        </a:spcBef>
                        <a:buClr>
                          <a:schemeClr val="accent2"/>
                        </a:buClr>
                        <a:buFont typeface="Monotype Sorts" pitchFamily="2" charset="2"/>
                        <a:defRPr kumimoji="1" sz="2000">
                          <a:solidFill>
                            <a:schemeClr val="tx1"/>
                          </a:solidFill>
                          <a:latin typeface="Tahoma" panose="020B0604030504040204" pitchFamily="34" charset="0"/>
                        </a:defRPr>
                      </a:lvl3pPr>
                      <a:lvl4pPr eaLnBrk="0" hangingPunct="0">
                        <a:spcBef>
                          <a:spcPct val="20000"/>
                        </a:spcBef>
                        <a:buClr>
                          <a:schemeClr val="accent2"/>
                        </a:buClr>
                        <a:defRPr kumimoji="1">
                          <a:solidFill>
                            <a:schemeClr val="tx1"/>
                          </a:solidFill>
                          <a:latin typeface="Tahoma" panose="020B0604030504040204" pitchFamily="34" charset="0"/>
                        </a:defRPr>
                      </a:lvl4pPr>
                      <a:lvl5pPr eaLnBrk="0" hangingPunct="0">
                        <a:spcBef>
                          <a:spcPct val="20000"/>
                        </a:spcBef>
                        <a:buClr>
                          <a:schemeClr val="accent2"/>
                        </a:buClr>
                        <a:defRPr kumimoji="1">
                          <a:solidFill>
                            <a:schemeClr val="tx1"/>
                          </a:solidFill>
                          <a:latin typeface="Tahoma" panose="020B0604030504040204" pitchFamily="34" charset="0"/>
                        </a:defRPr>
                      </a:lvl5pPr>
                      <a:lvl6pPr eaLnBrk="0" fontAlgn="base" hangingPunct="0">
                        <a:spcBef>
                          <a:spcPct val="20000"/>
                        </a:spcBef>
                        <a:spcAft>
                          <a:spcPct val="0"/>
                        </a:spcAft>
                        <a:buClr>
                          <a:schemeClr val="accent2"/>
                        </a:buClr>
                        <a:defRPr kumimoji="1">
                          <a:solidFill>
                            <a:schemeClr val="tx1"/>
                          </a:solidFill>
                          <a:latin typeface="Tahoma" panose="020B0604030504040204" pitchFamily="34" charset="0"/>
                        </a:defRPr>
                      </a:lvl6pPr>
                      <a:lvl7pPr eaLnBrk="0" fontAlgn="base" hangingPunct="0">
                        <a:spcBef>
                          <a:spcPct val="20000"/>
                        </a:spcBef>
                        <a:spcAft>
                          <a:spcPct val="0"/>
                        </a:spcAft>
                        <a:buClr>
                          <a:schemeClr val="accent2"/>
                        </a:buClr>
                        <a:defRPr kumimoji="1">
                          <a:solidFill>
                            <a:schemeClr val="tx1"/>
                          </a:solidFill>
                          <a:latin typeface="Tahoma" panose="020B0604030504040204" pitchFamily="34" charset="0"/>
                        </a:defRPr>
                      </a:lvl7pPr>
                      <a:lvl8pPr eaLnBrk="0" fontAlgn="base" hangingPunct="0">
                        <a:spcBef>
                          <a:spcPct val="20000"/>
                        </a:spcBef>
                        <a:spcAft>
                          <a:spcPct val="0"/>
                        </a:spcAft>
                        <a:buClr>
                          <a:schemeClr val="accent2"/>
                        </a:buClr>
                        <a:defRPr kumimoji="1">
                          <a:solidFill>
                            <a:schemeClr val="tx1"/>
                          </a:solidFill>
                          <a:latin typeface="Tahoma" panose="020B0604030504040204" pitchFamily="34" charset="0"/>
                        </a:defRPr>
                      </a:lvl8pPr>
                      <a:lvl9pPr eaLnBrk="0" fontAlgn="base" hangingPunct="0">
                        <a:spcBef>
                          <a:spcPct val="20000"/>
                        </a:spcBef>
                        <a:spcAft>
                          <a:spcPct val="0"/>
                        </a:spcAft>
                        <a:buClr>
                          <a:schemeClr val="accent2"/>
                        </a:buClr>
                        <a:defRPr kumimoji="1">
                          <a:solidFill>
                            <a:schemeClr val="tx1"/>
                          </a:solidFill>
                          <a:latin typeface="Tahoma" panose="020B0604030504040204" pitchFamily="34" charset="0"/>
                        </a:defRPr>
                      </a:lvl9pPr>
                    </a:lstStyle>
                    <a:p>
                      <a:pPr marL="0" marR="0" lvl="0" indent="0" algn="l" defTabSz="914400" rtl="0" eaLnBrk="1" fontAlgn="base" latinLnBrk="0" hangingPunct="1">
                        <a:lnSpc>
                          <a:spcPct val="100000"/>
                        </a:lnSpc>
                        <a:spcBef>
                          <a:spcPct val="0"/>
                        </a:spcBef>
                        <a:spcAft>
                          <a:spcPct val="0"/>
                        </a:spcAft>
                        <a:buClrTx/>
                        <a:buSzTx/>
                        <a:buFontTx/>
                        <a:buNone/>
                        <a:tabLst/>
                      </a:pPr>
                      <a:r>
                        <a:rPr kumimoji="1" lang="en-US" altLang="zh-TW" sz="2400" b="0" i="0" u="none" strike="noStrike" cap="none" normalizeH="0" baseline="0">
                          <a:ln>
                            <a:noFill/>
                          </a:ln>
                          <a:solidFill>
                            <a:schemeClr val="tx1"/>
                          </a:solidFill>
                          <a:effectLst/>
                          <a:latin typeface="Times New Roman" panose="02020603050405020304" pitchFamily="18" charset="0"/>
                          <a:ea typeface="新細明體" pitchFamily="18" charset="-120"/>
                        </a:rPr>
                        <a:t>protected members</a:t>
                      </a:r>
                    </a:p>
                  </a:txBody>
                  <a:tcPr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eaLnBrk="0" hangingPunct="0">
                        <a:spcBef>
                          <a:spcPct val="20000"/>
                        </a:spcBef>
                        <a:buClr>
                          <a:schemeClr val="accent2"/>
                        </a:buClr>
                        <a:buFont typeface="Monotype Sorts" pitchFamily="2" charset="2"/>
                        <a:defRPr kumimoji="1" sz="2800">
                          <a:solidFill>
                            <a:schemeClr val="tx1"/>
                          </a:solidFill>
                          <a:latin typeface="Tahoma" panose="020B0604030504040204" pitchFamily="34" charset="0"/>
                        </a:defRPr>
                      </a:lvl1pPr>
                      <a:lvl2pPr eaLnBrk="0" hangingPunct="0">
                        <a:spcBef>
                          <a:spcPct val="20000"/>
                        </a:spcBef>
                        <a:buClr>
                          <a:schemeClr val="accent2"/>
                        </a:buClr>
                        <a:buFont typeface="Monotype Sorts" pitchFamily="2" charset="2"/>
                        <a:defRPr kumimoji="1" sz="2400">
                          <a:solidFill>
                            <a:schemeClr val="tx1"/>
                          </a:solidFill>
                          <a:latin typeface="Tahoma" panose="020B0604030504040204" pitchFamily="34" charset="0"/>
                        </a:defRPr>
                      </a:lvl2pPr>
                      <a:lvl3pPr eaLnBrk="0" hangingPunct="0">
                        <a:spcBef>
                          <a:spcPct val="20000"/>
                        </a:spcBef>
                        <a:buClr>
                          <a:schemeClr val="accent2"/>
                        </a:buClr>
                        <a:buFont typeface="Monotype Sorts" pitchFamily="2" charset="2"/>
                        <a:defRPr kumimoji="1" sz="2000">
                          <a:solidFill>
                            <a:schemeClr val="tx1"/>
                          </a:solidFill>
                          <a:latin typeface="Tahoma" panose="020B0604030504040204" pitchFamily="34" charset="0"/>
                        </a:defRPr>
                      </a:lvl3pPr>
                      <a:lvl4pPr eaLnBrk="0" hangingPunct="0">
                        <a:spcBef>
                          <a:spcPct val="20000"/>
                        </a:spcBef>
                        <a:buClr>
                          <a:schemeClr val="accent2"/>
                        </a:buClr>
                        <a:defRPr kumimoji="1">
                          <a:solidFill>
                            <a:schemeClr val="tx1"/>
                          </a:solidFill>
                          <a:latin typeface="Tahoma" panose="020B0604030504040204" pitchFamily="34" charset="0"/>
                        </a:defRPr>
                      </a:lvl4pPr>
                      <a:lvl5pPr eaLnBrk="0" hangingPunct="0">
                        <a:spcBef>
                          <a:spcPct val="20000"/>
                        </a:spcBef>
                        <a:buClr>
                          <a:schemeClr val="accent2"/>
                        </a:buClr>
                        <a:defRPr kumimoji="1">
                          <a:solidFill>
                            <a:schemeClr val="tx1"/>
                          </a:solidFill>
                          <a:latin typeface="Tahoma" panose="020B0604030504040204" pitchFamily="34" charset="0"/>
                        </a:defRPr>
                      </a:lvl5pPr>
                      <a:lvl6pPr eaLnBrk="0" fontAlgn="base" hangingPunct="0">
                        <a:spcBef>
                          <a:spcPct val="20000"/>
                        </a:spcBef>
                        <a:spcAft>
                          <a:spcPct val="0"/>
                        </a:spcAft>
                        <a:buClr>
                          <a:schemeClr val="accent2"/>
                        </a:buClr>
                        <a:defRPr kumimoji="1">
                          <a:solidFill>
                            <a:schemeClr val="tx1"/>
                          </a:solidFill>
                          <a:latin typeface="Tahoma" panose="020B0604030504040204" pitchFamily="34" charset="0"/>
                        </a:defRPr>
                      </a:lvl6pPr>
                      <a:lvl7pPr eaLnBrk="0" fontAlgn="base" hangingPunct="0">
                        <a:spcBef>
                          <a:spcPct val="20000"/>
                        </a:spcBef>
                        <a:spcAft>
                          <a:spcPct val="0"/>
                        </a:spcAft>
                        <a:buClr>
                          <a:schemeClr val="accent2"/>
                        </a:buClr>
                        <a:defRPr kumimoji="1">
                          <a:solidFill>
                            <a:schemeClr val="tx1"/>
                          </a:solidFill>
                          <a:latin typeface="Tahoma" panose="020B0604030504040204" pitchFamily="34" charset="0"/>
                        </a:defRPr>
                      </a:lvl7pPr>
                      <a:lvl8pPr eaLnBrk="0" fontAlgn="base" hangingPunct="0">
                        <a:spcBef>
                          <a:spcPct val="20000"/>
                        </a:spcBef>
                        <a:spcAft>
                          <a:spcPct val="0"/>
                        </a:spcAft>
                        <a:buClr>
                          <a:schemeClr val="accent2"/>
                        </a:buClr>
                        <a:defRPr kumimoji="1">
                          <a:solidFill>
                            <a:schemeClr val="tx1"/>
                          </a:solidFill>
                          <a:latin typeface="Tahoma" panose="020B0604030504040204" pitchFamily="34" charset="0"/>
                        </a:defRPr>
                      </a:lvl8pPr>
                      <a:lvl9pPr eaLnBrk="0" fontAlgn="base" hangingPunct="0">
                        <a:spcBef>
                          <a:spcPct val="20000"/>
                        </a:spcBef>
                        <a:spcAft>
                          <a:spcPct val="0"/>
                        </a:spcAft>
                        <a:buClr>
                          <a:schemeClr val="accent2"/>
                        </a:buClr>
                        <a:defRPr kumimoji="1">
                          <a:solidFill>
                            <a:schemeClr val="tx1"/>
                          </a:solidFill>
                          <a:latin typeface="Tahoma" panose="020B0604030504040204" pitchFamily="34" charset="0"/>
                        </a:defRPr>
                      </a:lvl9pPr>
                    </a:lstStyle>
                    <a:p>
                      <a:pPr marL="0" marR="0" lvl="0" indent="0" algn="l" defTabSz="914400" rtl="0" eaLnBrk="1" fontAlgn="base" latinLnBrk="0" hangingPunct="1">
                        <a:lnSpc>
                          <a:spcPct val="100000"/>
                        </a:lnSpc>
                        <a:spcBef>
                          <a:spcPct val="0"/>
                        </a:spcBef>
                        <a:spcAft>
                          <a:spcPct val="0"/>
                        </a:spcAft>
                        <a:buClrTx/>
                        <a:buSzTx/>
                        <a:buFontTx/>
                        <a:buNone/>
                        <a:tabLst/>
                      </a:pPr>
                      <a:r>
                        <a:rPr kumimoji="1" lang="en-US" altLang="zh-TW" sz="2400" b="0" i="0" u="none" strike="noStrike" cap="none" normalizeH="0" baseline="0">
                          <a:ln>
                            <a:noFill/>
                          </a:ln>
                          <a:solidFill>
                            <a:schemeClr val="tx1"/>
                          </a:solidFill>
                          <a:effectLst/>
                          <a:latin typeface="Times New Roman" panose="02020603050405020304" pitchFamily="18" charset="0"/>
                          <a:ea typeface="新細明體" pitchFamily="18" charset="-120"/>
                        </a:rPr>
                        <a:t>protected members</a:t>
                      </a:r>
                    </a:p>
                  </a:txBody>
                  <a:tcPr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2"/>
                  </a:ext>
                </a:extLst>
              </a:tr>
              <a:tr h="781050">
                <a:tc>
                  <a:txBody>
                    <a:bodyPr/>
                    <a:lstStyle>
                      <a:lvl1pPr eaLnBrk="0" hangingPunct="0">
                        <a:spcBef>
                          <a:spcPct val="20000"/>
                        </a:spcBef>
                        <a:buClr>
                          <a:schemeClr val="accent2"/>
                        </a:buClr>
                        <a:buFont typeface="Monotype Sorts" pitchFamily="2" charset="2"/>
                        <a:defRPr kumimoji="1" sz="2800">
                          <a:solidFill>
                            <a:schemeClr val="tx1"/>
                          </a:solidFill>
                          <a:latin typeface="Tahoma" panose="020B0604030504040204" pitchFamily="34" charset="0"/>
                        </a:defRPr>
                      </a:lvl1pPr>
                      <a:lvl2pPr eaLnBrk="0" hangingPunct="0">
                        <a:spcBef>
                          <a:spcPct val="20000"/>
                        </a:spcBef>
                        <a:buClr>
                          <a:schemeClr val="accent2"/>
                        </a:buClr>
                        <a:buFont typeface="Monotype Sorts" pitchFamily="2" charset="2"/>
                        <a:defRPr kumimoji="1" sz="2400">
                          <a:solidFill>
                            <a:schemeClr val="tx1"/>
                          </a:solidFill>
                          <a:latin typeface="Tahoma" panose="020B0604030504040204" pitchFamily="34" charset="0"/>
                        </a:defRPr>
                      </a:lvl2pPr>
                      <a:lvl3pPr eaLnBrk="0" hangingPunct="0">
                        <a:spcBef>
                          <a:spcPct val="20000"/>
                        </a:spcBef>
                        <a:buClr>
                          <a:schemeClr val="accent2"/>
                        </a:buClr>
                        <a:buFont typeface="Monotype Sorts" pitchFamily="2" charset="2"/>
                        <a:defRPr kumimoji="1" sz="2000">
                          <a:solidFill>
                            <a:schemeClr val="tx1"/>
                          </a:solidFill>
                          <a:latin typeface="Tahoma" panose="020B0604030504040204" pitchFamily="34" charset="0"/>
                        </a:defRPr>
                      </a:lvl3pPr>
                      <a:lvl4pPr eaLnBrk="0" hangingPunct="0">
                        <a:spcBef>
                          <a:spcPct val="20000"/>
                        </a:spcBef>
                        <a:buClr>
                          <a:schemeClr val="accent2"/>
                        </a:buClr>
                        <a:defRPr kumimoji="1">
                          <a:solidFill>
                            <a:schemeClr val="tx1"/>
                          </a:solidFill>
                          <a:latin typeface="Tahoma" panose="020B0604030504040204" pitchFamily="34" charset="0"/>
                        </a:defRPr>
                      </a:lvl4pPr>
                      <a:lvl5pPr eaLnBrk="0" hangingPunct="0">
                        <a:spcBef>
                          <a:spcPct val="20000"/>
                        </a:spcBef>
                        <a:buClr>
                          <a:schemeClr val="accent2"/>
                        </a:buClr>
                        <a:defRPr kumimoji="1">
                          <a:solidFill>
                            <a:schemeClr val="tx1"/>
                          </a:solidFill>
                          <a:latin typeface="Tahoma" panose="020B0604030504040204" pitchFamily="34" charset="0"/>
                        </a:defRPr>
                      </a:lvl5pPr>
                      <a:lvl6pPr eaLnBrk="0" fontAlgn="base" hangingPunct="0">
                        <a:spcBef>
                          <a:spcPct val="20000"/>
                        </a:spcBef>
                        <a:spcAft>
                          <a:spcPct val="0"/>
                        </a:spcAft>
                        <a:buClr>
                          <a:schemeClr val="accent2"/>
                        </a:buClr>
                        <a:defRPr kumimoji="1">
                          <a:solidFill>
                            <a:schemeClr val="tx1"/>
                          </a:solidFill>
                          <a:latin typeface="Tahoma" panose="020B0604030504040204" pitchFamily="34" charset="0"/>
                        </a:defRPr>
                      </a:lvl6pPr>
                      <a:lvl7pPr eaLnBrk="0" fontAlgn="base" hangingPunct="0">
                        <a:spcBef>
                          <a:spcPct val="20000"/>
                        </a:spcBef>
                        <a:spcAft>
                          <a:spcPct val="0"/>
                        </a:spcAft>
                        <a:buClr>
                          <a:schemeClr val="accent2"/>
                        </a:buClr>
                        <a:defRPr kumimoji="1">
                          <a:solidFill>
                            <a:schemeClr val="tx1"/>
                          </a:solidFill>
                          <a:latin typeface="Tahoma" panose="020B0604030504040204" pitchFamily="34" charset="0"/>
                        </a:defRPr>
                      </a:lvl7pPr>
                      <a:lvl8pPr eaLnBrk="0" fontAlgn="base" hangingPunct="0">
                        <a:spcBef>
                          <a:spcPct val="20000"/>
                        </a:spcBef>
                        <a:spcAft>
                          <a:spcPct val="0"/>
                        </a:spcAft>
                        <a:buClr>
                          <a:schemeClr val="accent2"/>
                        </a:buClr>
                        <a:defRPr kumimoji="1">
                          <a:solidFill>
                            <a:schemeClr val="tx1"/>
                          </a:solidFill>
                          <a:latin typeface="Tahoma" panose="020B0604030504040204" pitchFamily="34" charset="0"/>
                        </a:defRPr>
                      </a:lvl8pPr>
                      <a:lvl9pPr eaLnBrk="0" fontAlgn="base" hangingPunct="0">
                        <a:spcBef>
                          <a:spcPct val="20000"/>
                        </a:spcBef>
                        <a:spcAft>
                          <a:spcPct val="0"/>
                        </a:spcAft>
                        <a:buClr>
                          <a:schemeClr val="accent2"/>
                        </a:buClr>
                        <a:defRPr kumimoji="1">
                          <a:solidFill>
                            <a:schemeClr val="tx1"/>
                          </a:solidFill>
                          <a:latin typeface="Tahoma" panose="020B0604030504040204" pitchFamily="34" charset="0"/>
                        </a:defRPr>
                      </a:lvl9pPr>
                    </a:lstStyle>
                    <a:p>
                      <a:pPr marL="0" marR="0" lvl="0" indent="0" algn="l" defTabSz="914400" rtl="0" eaLnBrk="1" fontAlgn="base" latinLnBrk="0" hangingPunct="1">
                        <a:lnSpc>
                          <a:spcPct val="100000"/>
                        </a:lnSpc>
                        <a:spcBef>
                          <a:spcPct val="0"/>
                        </a:spcBef>
                        <a:spcAft>
                          <a:spcPct val="0"/>
                        </a:spcAft>
                        <a:buClrTx/>
                        <a:buSzTx/>
                        <a:buFontTx/>
                        <a:buNone/>
                        <a:tabLst/>
                      </a:pPr>
                      <a:r>
                        <a:rPr kumimoji="1" lang="en-US" altLang="zh-TW" sz="2400" b="0" i="0" u="none" strike="noStrike" cap="none" normalizeH="0" baseline="0">
                          <a:ln>
                            <a:noFill/>
                          </a:ln>
                          <a:solidFill>
                            <a:schemeClr val="tx1"/>
                          </a:solidFill>
                          <a:effectLst/>
                          <a:latin typeface="Times New Roman" panose="02020603050405020304" pitchFamily="18" charset="0"/>
                          <a:ea typeface="新細明體" pitchFamily="18" charset="-120"/>
                        </a:rPr>
                        <a:t>public members</a:t>
                      </a:r>
                    </a:p>
                  </a:txBody>
                  <a:tcPr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lvl1pPr eaLnBrk="0" hangingPunct="0">
                        <a:spcBef>
                          <a:spcPct val="20000"/>
                        </a:spcBef>
                        <a:buClr>
                          <a:schemeClr val="accent2"/>
                        </a:buClr>
                        <a:buFont typeface="Monotype Sorts" pitchFamily="2" charset="2"/>
                        <a:defRPr kumimoji="1" sz="2800">
                          <a:solidFill>
                            <a:schemeClr val="tx1"/>
                          </a:solidFill>
                          <a:latin typeface="Tahoma" panose="020B0604030504040204" pitchFamily="34" charset="0"/>
                        </a:defRPr>
                      </a:lvl1pPr>
                      <a:lvl2pPr eaLnBrk="0" hangingPunct="0">
                        <a:spcBef>
                          <a:spcPct val="20000"/>
                        </a:spcBef>
                        <a:buClr>
                          <a:schemeClr val="accent2"/>
                        </a:buClr>
                        <a:buFont typeface="Monotype Sorts" pitchFamily="2" charset="2"/>
                        <a:defRPr kumimoji="1" sz="2400">
                          <a:solidFill>
                            <a:schemeClr val="tx1"/>
                          </a:solidFill>
                          <a:latin typeface="Tahoma" panose="020B0604030504040204" pitchFamily="34" charset="0"/>
                        </a:defRPr>
                      </a:lvl2pPr>
                      <a:lvl3pPr eaLnBrk="0" hangingPunct="0">
                        <a:spcBef>
                          <a:spcPct val="20000"/>
                        </a:spcBef>
                        <a:buClr>
                          <a:schemeClr val="accent2"/>
                        </a:buClr>
                        <a:buFont typeface="Monotype Sorts" pitchFamily="2" charset="2"/>
                        <a:defRPr kumimoji="1" sz="2000">
                          <a:solidFill>
                            <a:schemeClr val="tx1"/>
                          </a:solidFill>
                          <a:latin typeface="Tahoma" panose="020B0604030504040204" pitchFamily="34" charset="0"/>
                        </a:defRPr>
                      </a:lvl3pPr>
                      <a:lvl4pPr eaLnBrk="0" hangingPunct="0">
                        <a:spcBef>
                          <a:spcPct val="20000"/>
                        </a:spcBef>
                        <a:buClr>
                          <a:schemeClr val="accent2"/>
                        </a:buClr>
                        <a:defRPr kumimoji="1">
                          <a:solidFill>
                            <a:schemeClr val="tx1"/>
                          </a:solidFill>
                          <a:latin typeface="Tahoma" panose="020B0604030504040204" pitchFamily="34" charset="0"/>
                        </a:defRPr>
                      </a:lvl4pPr>
                      <a:lvl5pPr eaLnBrk="0" hangingPunct="0">
                        <a:spcBef>
                          <a:spcPct val="20000"/>
                        </a:spcBef>
                        <a:buClr>
                          <a:schemeClr val="accent2"/>
                        </a:buClr>
                        <a:defRPr kumimoji="1">
                          <a:solidFill>
                            <a:schemeClr val="tx1"/>
                          </a:solidFill>
                          <a:latin typeface="Tahoma" panose="020B0604030504040204" pitchFamily="34" charset="0"/>
                        </a:defRPr>
                      </a:lvl5pPr>
                      <a:lvl6pPr eaLnBrk="0" fontAlgn="base" hangingPunct="0">
                        <a:spcBef>
                          <a:spcPct val="20000"/>
                        </a:spcBef>
                        <a:spcAft>
                          <a:spcPct val="0"/>
                        </a:spcAft>
                        <a:buClr>
                          <a:schemeClr val="accent2"/>
                        </a:buClr>
                        <a:defRPr kumimoji="1">
                          <a:solidFill>
                            <a:schemeClr val="tx1"/>
                          </a:solidFill>
                          <a:latin typeface="Tahoma" panose="020B0604030504040204" pitchFamily="34" charset="0"/>
                        </a:defRPr>
                      </a:lvl6pPr>
                      <a:lvl7pPr eaLnBrk="0" fontAlgn="base" hangingPunct="0">
                        <a:spcBef>
                          <a:spcPct val="20000"/>
                        </a:spcBef>
                        <a:spcAft>
                          <a:spcPct val="0"/>
                        </a:spcAft>
                        <a:buClr>
                          <a:schemeClr val="accent2"/>
                        </a:buClr>
                        <a:defRPr kumimoji="1">
                          <a:solidFill>
                            <a:schemeClr val="tx1"/>
                          </a:solidFill>
                          <a:latin typeface="Tahoma" panose="020B0604030504040204" pitchFamily="34" charset="0"/>
                        </a:defRPr>
                      </a:lvl7pPr>
                      <a:lvl8pPr eaLnBrk="0" fontAlgn="base" hangingPunct="0">
                        <a:spcBef>
                          <a:spcPct val="20000"/>
                        </a:spcBef>
                        <a:spcAft>
                          <a:spcPct val="0"/>
                        </a:spcAft>
                        <a:buClr>
                          <a:schemeClr val="accent2"/>
                        </a:buClr>
                        <a:defRPr kumimoji="1">
                          <a:solidFill>
                            <a:schemeClr val="tx1"/>
                          </a:solidFill>
                          <a:latin typeface="Tahoma" panose="020B0604030504040204" pitchFamily="34" charset="0"/>
                        </a:defRPr>
                      </a:lvl8pPr>
                      <a:lvl9pPr eaLnBrk="0" fontAlgn="base" hangingPunct="0">
                        <a:spcBef>
                          <a:spcPct val="20000"/>
                        </a:spcBef>
                        <a:spcAft>
                          <a:spcPct val="0"/>
                        </a:spcAft>
                        <a:buClr>
                          <a:schemeClr val="accent2"/>
                        </a:buClr>
                        <a:defRPr kumimoji="1">
                          <a:solidFill>
                            <a:schemeClr val="tx1"/>
                          </a:solidFill>
                          <a:latin typeface="Tahoma" panose="020B0604030504040204" pitchFamily="34" charset="0"/>
                        </a:defRPr>
                      </a:lvl9pPr>
                    </a:lstStyle>
                    <a:p>
                      <a:pPr marL="0" marR="0" lvl="0" indent="0" algn="l" defTabSz="914400" rtl="0" eaLnBrk="1" fontAlgn="base" latinLnBrk="0" hangingPunct="1">
                        <a:lnSpc>
                          <a:spcPct val="100000"/>
                        </a:lnSpc>
                        <a:spcBef>
                          <a:spcPct val="0"/>
                        </a:spcBef>
                        <a:spcAft>
                          <a:spcPct val="0"/>
                        </a:spcAft>
                        <a:buClrTx/>
                        <a:buSzTx/>
                        <a:buFontTx/>
                        <a:buNone/>
                        <a:tabLst/>
                      </a:pPr>
                      <a:r>
                        <a:rPr kumimoji="1" lang="en-US" altLang="zh-TW" sz="2400" b="0" i="0" u="none" strike="noStrike" cap="none" normalizeH="0" baseline="0">
                          <a:ln>
                            <a:noFill/>
                          </a:ln>
                          <a:solidFill>
                            <a:schemeClr val="tx1"/>
                          </a:solidFill>
                          <a:effectLst/>
                          <a:latin typeface="Times New Roman" panose="02020603050405020304" pitchFamily="18" charset="0"/>
                          <a:ea typeface="新細明體" pitchFamily="18" charset="-120"/>
                        </a:rPr>
                        <a:t>protected members</a:t>
                      </a:r>
                    </a:p>
                  </a:txBody>
                  <a:tcPr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3"/>
                  </a:ext>
                </a:extLst>
              </a:tr>
            </a:tbl>
          </a:graphicData>
        </a:graphic>
      </p:graphicFrame>
    </p:spTree>
    <p:extLst>
      <p:ext uri="{BB962C8B-B14F-4D97-AF65-F5344CB8AC3E}">
        <p14:creationId xmlns:p14="http://schemas.microsoft.com/office/powerpoint/2010/main" val="2164999487"/>
      </p:ext>
    </p:extLst>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3554" name="Rectangle 2"/>
          <p:cNvSpPr>
            <a:spLocks noGrp="1" noChangeArrowheads="1"/>
          </p:cNvSpPr>
          <p:nvPr>
            <p:ph type="title"/>
          </p:nvPr>
        </p:nvSpPr>
        <p:spPr>
          <a:xfrm>
            <a:off x="1930400" y="228600"/>
            <a:ext cx="8509000" cy="1143000"/>
          </a:xfrm>
        </p:spPr>
        <p:txBody>
          <a:bodyPr/>
          <a:lstStyle/>
          <a:p>
            <a:r>
              <a:rPr lang="en-US" altLang="zh-TW">
                <a:ea typeface="新細明體" pitchFamily="18" charset="-120"/>
              </a:rPr>
              <a:t>3 Types of Access Specifiers</a:t>
            </a:r>
          </a:p>
        </p:txBody>
      </p:sp>
      <p:sp>
        <p:nvSpPr>
          <p:cNvPr id="23555" name="Rectangle 3"/>
          <p:cNvSpPr>
            <a:spLocks noGrp="1" noChangeArrowheads="1"/>
          </p:cNvSpPr>
          <p:nvPr>
            <p:ph type="body" idx="1"/>
          </p:nvPr>
        </p:nvSpPr>
        <p:spPr/>
        <p:txBody>
          <a:bodyPr/>
          <a:lstStyle/>
          <a:p>
            <a:r>
              <a:rPr lang="en-US" altLang="zh-TW">
                <a:solidFill>
                  <a:srgbClr val="FF0000"/>
                </a:solidFill>
                <a:ea typeface="新細明體" pitchFamily="18" charset="-120"/>
              </a:rPr>
              <a:t>Type 3:  inherit as public</a:t>
            </a:r>
          </a:p>
          <a:p>
            <a:endParaRPr lang="en-US" altLang="zh-TW">
              <a:ea typeface="新細明體" pitchFamily="18" charset="-120"/>
            </a:endParaRPr>
          </a:p>
        </p:txBody>
      </p:sp>
      <p:graphicFrame>
        <p:nvGraphicFramePr>
          <p:cNvPr id="23556" name="Group 4"/>
          <p:cNvGraphicFramePr>
            <a:graphicFrameLocks noGrp="1"/>
          </p:cNvGraphicFramePr>
          <p:nvPr/>
        </p:nvGraphicFramePr>
        <p:xfrm>
          <a:off x="3048000" y="2743200"/>
          <a:ext cx="6096000" cy="3124200"/>
        </p:xfrm>
        <a:graphic>
          <a:graphicData uri="http://schemas.openxmlformats.org/drawingml/2006/table">
            <a:tbl>
              <a:tblPr/>
              <a:tblGrid>
                <a:gridCol w="3048000">
                  <a:extLst>
                    <a:ext uri="{9D8B030D-6E8A-4147-A177-3AD203B41FA5}">
                      <a16:colId xmlns:a16="http://schemas.microsoft.com/office/drawing/2014/main" val="20000"/>
                    </a:ext>
                  </a:extLst>
                </a:gridCol>
                <a:gridCol w="3048000">
                  <a:extLst>
                    <a:ext uri="{9D8B030D-6E8A-4147-A177-3AD203B41FA5}">
                      <a16:colId xmlns:a16="http://schemas.microsoft.com/office/drawing/2014/main" val="20001"/>
                    </a:ext>
                  </a:extLst>
                </a:gridCol>
              </a:tblGrid>
              <a:tr h="781050">
                <a:tc>
                  <a:txBody>
                    <a:bodyPr/>
                    <a:lstStyle>
                      <a:lvl1pPr eaLnBrk="0" hangingPunct="0">
                        <a:spcBef>
                          <a:spcPct val="20000"/>
                        </a:spcBef>
                        <a:buClr>
                          <a:schemeClr val="accent2"/>
                        </a:buClr>
                        <a:buFont typeface="Monotype Sorts" pitchFamily="2" charset="2"/>
                        <a:defRPr kumimoji="1" sz="2800">
                          <a:solidFill>
                            <a:schemeClr val="tx1"/>
                          </a:solidFill>
                          <a:latin typeface="Tahoma" panose="020B0604030504040204" pitchFamily="34" charset="0"/>
                        </a:defRPr>
                      </a:lvl1pPr>
                      <a:lvl2pPr eaLnBrk="0" hangingPunct="0">
                        <a:spcBef>
                          <a:spcPct val="20000"/>
                        </a:spcBef>
                        <a:buClr>
                          <a:schemeClr val="accent2"/>
                        </a:buClr>
                        <a:buFont typeface="Monotype Sorts" pitchFamily="2" charset="2"/>
                        <a:defRPr kumimoji="1" sz="2400">
                          <a:solidFill>
                            <a:schemeClr val="tx1"/>
                          </a:solidFill>
                          <a:latin typeface="Tahoma" panose="020B0604030504040204" pitchFamily="34" charset="0"/>
                        </a:defRPr>
                      </a:lvl2pPr>
                      <a:lvl3pPr eaLnBrk="0" hangingPunct="0">
                        <a:spcBef>
                          <a:spcPct val="20000"/>
                        </a:spcBef>
                        <a:buClr>
                          <a:schemeClr val="accent2"/>
                        </a:buClr>
                        <a:buFont typeface="Monotype Sorts" pitchFamily="2" charset="2"/>
                        <a:defRPr kumimoji="1" sz="2000">
                          <a:solidFill>
                            <a:schemeClr val="tx1"/>
                          </a:solidFill>
                          <a:latin typeface="Tahoma" panose="020B0604030504040204" pitchFamily="34" charset="0"/>
                        </a:defRPr>
                      </a:lvl3pPr>
                      <a:lvl4pPr eaLnBrk="0" hangingPunct="0">
                        <a:spcBef>
                          <a:spcPct val="20000"/>
                        </a:spcBef>
                        <a:buClr>
                          <a:schemeClr val="accent2"/>
                        </a:buClr>
                        <a:defRPr kumimoji="1">
                          <a:solidFill>
                            <a:schemeClr val="tx1"/>
                          </a:solidFill>
                          <a:latin typeface="Tahoma" panose="020B0604030504040204" pitchFamily="34" charset="0"/>
                        </a:defRPr>
                      </a:lvl4pPr>
                      <a:lvl5pPr eaLnBrk="0" hangingPunct="0">
                        <a:spcBef>
                          <a:spcPct val="20000"/>
                        </a:spcBef>
                        <a:buClr>
                          <a:schemeClr val="accent2"/>
                        </a:buClr>
                        <a:defRPr kumimoji="1">
                          <a:solidFill>
                            <a:schemeClr val="tx1"/>
                          </a:solidFill>
                          <a:latin typeface="Tahoma" panose="020B0604030504040204" pitchFamily="34" charset="0"/>
                        </a:defRPr>
                      </a:lvl5pPr>
                      <a:lvl6pPr eaLnBrk="0" fontAlgn="base" hangingPunct="0">
                        <a:spcBef>
                          <a:spcPct val="20000"/>
                        </a:spcBef>
                        <a:spcAft>
                          <a:spcPct val="0"/>
                        </a:spcAft>
                        <a:buClr>
                          <a:schemeClr val="accent2"/>
                        </a:buClr>
                        <a:defRPr kumimoji="1">
                          <a:solidFill>
                            <a:schemeClr val="tx1"/>
                          </a:solidFill>
                          <a:latin typeface="Tahoma" panose="020B0604030504040204" pitchFamily="34" charset="0"/>
                        </a:defRPr>
                      </a:lvl6pPr>
                      <a:lvl7pPr eaLnBrk="0" fontAlgn="base" hangingPunct="0">
                        <a:spcBef>
                          <a:spcPct val="20000"/>
                        </a:spcBef>
                        <a:spcAft>
                          <a:spcPct val="0"/>
                        </a:spcAft>
                        <a:buClr>
                          <a:schemeClr val="accent2"/>
                        </a:buClr>
                        <a:defRPr kumimoji="1">
                          <a:solidFill>
                            <a:schemeClr val="tx1"/>
                          </a:solidFill>
                          <a:latin typeface="Tahoma" panose="020B0604030504040204" pitchFamily="34" charset="0"/>
                        </a:defRPr>
                      </a:lvl7pPr>
                      <a:lvl8pPr eaLnBrk="0" fontAlgn="base" hangingPunct="0">
                        <a:spcBef>
                          <a:spcPct val="20000"/>
                        </a:spcBef>
                        <a:spcAft>
                          <a:spcPct val="0"/>
                        </a:spcAft>
                        <a:buClr>
                          <a:schemeClr val="accent2"/>
                        </a:buClr>
                        <a:defRPr kumimoji="1">
                          <a:solidFill>
                            <a:schemeClr val="tx1"/>
                          </a:solidFill>
                          <a:latin typeface="Tahoma" panose="020B0604030504040204" pitchFamily="34" charset="0"/>
                        </a:defRPr>
                      </a:lvl8pPr>
                      <a:lvl9pPr eaLnBrk="0" fontAlgn="base" hangingPunct="0">
                        <a:spcBef>
                          <a:spcPct val="20000"/>
                        </a:spcBef>
                        <a:spcAft>
                          <a:spcPct val="0"/>
                        </a:spcAft>
                        <a:buClr>
                          <a:schemeClr val="accent2"/>
                        </a:buClr>
                        <a:defRPr kumimoji="1">
                          <a:solidFill>
                            <a:schemeClr val="tx1"/>
                          </a:solidFill>
                          <a:latin typeface="Tahoma" panose="020B0604030504040204" pitchFamily="34" charset="0"/>
                        </a:defRPr>
                      </a:lvl9pPr>
                    </a:lstStyle>
                    <a:p>
                      <a:pPr marL="0" marR="0" lvl="0" indent="0" algn="l" defTabSz="914400" rtl="0" eaLnBrk="1" fontAlgn="base" latinLnBrk="0" hangingPunct="1">
                        <a:lnSpc>
                          <a:spcPct val="100000"/>
                        </a:lnSpc>
                        <a:spcBef>
                          <a:spcPct val="0"/>
                        </a:spcBef>
                        <a:spcAft>
                          <a:spcPct val="0"/>
                        </a:spcAft>
                        <a:buClrTx/>
                        <a:buSzTx/>
                        <a:buFontTx/>
                        <a:buNone/>
                        <a:tabLst/>
                      </a:pPr>
                      <a:r>
                        <a:rPr kumimoji="1" lang="en-US" altLang="zh-TW" sz="2400" b="0" i="0" u="none" strike="noStrike" cap="none" normalizeH="0" baseline="0">
                          <a:ln>
                            <a:noFill/>
                          </a:ln>
                          <a:solidFill>
                            <a:srgbClr val="0000FF"/>
                          </a:solidFill>
                          <a:effectLst/>
                          <a:latin typeface="Times New Roman" panose="02020603050405020304" pitchFamily="18" charset="0"/>
                          <a:ea typeface="新細明體" pitchFamily="18" charset="-120"/>
                        </a:rPr>
                        <a:t>Base</a:t>
                      </a:r>
                    </a:p>
                  </a:txBody>
                  <a:tcPr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eaLnBrk="0" hangingPunct="0">
                        <a:spcBef>
                          <a:spcPct val="20000"/>
                        </a:spcBef>
                        <a:buClr>
                          <a:schemeClr val="accent2"/>
                        </a:buClr>
                        <a:buFont typeface="Monotype Sorts" pitchFamily="2" charset="2"/>
                        <a:defRPr kumimoji="1" sz="2800">
                          <a:solidFill>
                            <a:schemeClr val="tx1"/>
                          </a:solidFill>
                          <a:latin typeface="Tahoma" panose="020B0604030504040204" pitchFamily="34" charset="0"/>
                        </a:defRPr>
                      </a:lvl1pPr>
                      <a:lvl2pPr eaLnBrk="0" hangingPunct="0">
                        <a:spcBef>
                          <a:spcPct val="20000"/>
                        </a:spcBef>
                        <a:buClr>
                          <a:schemeClr val="accent2"/>
                        </a:buClr>
                        <a:buFont typeface="Monotype Sorts" pitchFamily="2" charset="2"/>
                        <a:defRPr kumimoji="1" sz="2400">
                          <a:solidFill>
                            <a:schemeClr val="tx1"/>
                          </a:solidFill>
                          <a:latin typeface="Tahoma" panose="020B0604030504040204" pitchFamily="34" charset="0"/>
                        </a:defRPr>
                      </a:lvl2pPr>
                      <a:lvl3pPr eaLnBrk="0" hangingPunct="0">
                        <a:spcBef>
                          <a:spcPct val="20000"/>
                        </a:spcBef>
                        <a:buClr>
                          <a:schemeClr val="accent2"/>
                        </a:buClr>
                        <a:buFont typeface="Monotype Sorts" pitchFamily="2" charset="2"/>
                        <a:defRPr kumimoji="1" sz="2000">
                          <a:solidFill>
                            <a:schemeClr val="tx1"/>
                          </a:solidFill>
                          <a:latin typeface="Tahoma" panose="020B0604030504040204" pitchFamily="34" charset="0"/>
                        </a:defRPr>
                      </a:lvl3pPr>
                      <a:lvl4pPr eaLnBrk="0" hangingPunct="0">
                        <a:spcBef>
                          <a:spcPct val="20000"/>
                        </a:spcBef>
                        <a:buClr>
                          <a:schemeClr val="accent2"/>
                        </a:buClr>
                        <a:defRPr kumimoji="1">
                          <a:solidFill>
                            <a:schemeClr val="tx1"/>
                          </a:solidFill>
                          <a:latin typeface="Tahoma" panose="020B0604030504040204" pitchFamily="34" charset="0"/>
                        </a:defRPr>
                      </a:lvl4pPr>
                      <a:lvl5pPr eaLnBrk="0" hangingPunct="0">
                        <a:spcBef>
                          <a:spcPct val="20000"/>
                        </a:spcBef>
                        <a:buClr>
                          <a:schemeClr val="accent2"/>
                        </a:buClr>
                        <a:defRPr kumimoji="1">
                          <a:solidFill>
                            <a:schemeClr val="tx1"/>
                          </a:solidFill>
                          <a:latin typeface="Tahoma" panose="020B0604030504040204" pitchFamily="34" charset="0"/>
                        </a:defRPr>
                      </a:lvl5pPr>
                      <a:lvl6pPr eaLnBrk="0" fontAlgn="base" hangingPunct="0">
                        <a:spcBef>
                          <a:spcPct val="20000"/>
                        </a:spcBef>
                        <a:spcAft>
                          <a:spcPct val="0"/>
                        </a:spcAft>
                        <a:buClr>
                          <a:schemeClr val="accent2"/>
                        </a:buClr>
                        <a:defRPr kumimoji="1">
                          <a:solidFill>
                            <a:schemeClr val="tx1"/>
                          </a:solidFill>
                          <a:latin typeface="Tahoma" panose="020B0604030504040204" pitchFamily="34" charset="0"/>
                        </a:defRPr>
                      </a:lvl6pPr>
                      <a:lvl7pPr eaLnBrk="0" fontAlgn="base" hangingPunct="0">
                        <a:spcBef>
                          <a:spcPct val="20000"/>
                        </a:spcBef>
                        <a:spcAft>
                          <a:spcPct val="0"/>
                        </a:spcAft>
                        <a:buClr>
                          <a:schemeClr val="accent2"/>
                        </a:buClr>
                        <a:defRPr kumimoji="1">
                          <a:solidFill>
                            <a:schemeClr val="tx1"/>
                          </a:solidFill>
                          <a:latin typeface="Tahoma" panose="020B0604030504040204" pitchFamily="34" charset="0"/>
                        </a:defRPr>
                      </a:lvl7pPr>
                      <a:lvl8pPr eaLnBrk="0" fontAlgn="base" hangingPunct="0">
                        <a:spcBef>
                          <a:spcPct val="20000"/>
                        </a:spcBef>
                        <a:spcAft>
                          <a:spcPct val="0"/>
                        </a:spcAft>
                        <a:buClr>
                          <a:schemeClr val="accent2"/>
                        </a:buClr>
                        <a:defRPr kumimoji="1">
                          <a:solidFill>
                            <a:schemeClr val="tx1"/>
                          </a:solidFill>
                          <a:latin typeface="Tahoma" panose="020B0604030504040204" pitchFamily="34" charset="0"/>
                        </a:defRPr>
                      </a:lvl8pPr>
                      <a:lvl9pPr eaLnBrk="0" fontAlgn="base" hangingPunct="0">
                        <a:spcBef>
                          <a:spcPct val="20000"/>
                        </a:spcBef>
                        <a:spcAft>
                          <a:spcPct val="0"/>
                        </a:spcAft>
                        <a:buClr>
                          <a:schemeClr val="accent2"/>
                        </a:buClr>
                        <a:defRPr kumimoji="1">
                          <a:solidFill>
                            <a:schemeClr val="tx1"/>
                          </a:solidFill>
                          <a:latin typeface="Tahoma" panose="020B0604030504040204" pitchFamily="34" charset="0"/>
                        </a:defRPr>
                      </a:lvl9pPr>
                    </a:lstStyle>
                    <a:p>
                      <a:pPr marL="0" marR="0" lvl="0" indent="0" algn="l" defTabSz="914400" rtl="0" eaLnBrk="1" fontAlgn="base" latinLnBrk="0" hangingPunct="1">
                        <a:lnSpc>
                          <a:spcPct val="100000"/>
                        </a:lnSpc>
                        <a:spcBef>
                          <a:spcPct val="0"/>
                        </a:spcBef>
                        <a:spcAft>
                          <a:spcPct val="0"/>
                        </a:spcAft>
                        <a:buClrTx/>
                        <a:buSzTx/>
                        <a:buFontTx/>
                        <a:buNone/>
                        <a:tabLst/>
                      </a:pPr>
                      <a:r>
                        <a:rPr kumimoji="1" lang="en-US" altLang="zh-TW" sz="2400" b="0" i="0" u="none" strike="noStrike" cap="none" normalizeH="0" baseline="0">
                          <a:ln>
                            <a:noFill/>
                          </a:ln>
                          <a:solidFill>
                            <a:srgbClr val="0000FF"/>
                          </a:solidFill>
                          <a:effectLst/>
                          <a:latin typeface="Times New Roman" panose="02020603050405020304" pitchFamily="18" charset="0"/>
                          <a:ea typeface="新細明體" pitchFamily="18" charset="-120"/>
                        </a:rPr>
                        <a:t>Derived</a:t>
                      </a:r>
                    </a:p>
                  </a:txBody>
                  <a:tcPr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0"/>
                  </a:ext>
                </a:extLst>
              </a:tr>
              <a:tr h="781050">
                <a:tc>
                  <a:txBody>
                    <a:bodyPr/>
                    <a:lstStyle>
                      <a:lvl1pPr eaLnBrk="0" hangingPunct="0">
                        <a:spcBef>
                          <a:spcPct val="20000"/>
                        </a:spcBef>
                        <a:buClr>
                          <a:schemeClr val="accent2"/>
                        </a:buClr>
                        <a:buFont typeface="Monotype Sorts" pitchFamily="2" charset="2"/>
                        <a:defRPr kumimoji="1" sz="2800">
                          <a:solidFill>
                            <a:schemeClr val="tx1"/>
                          </a:solidFill>
                          <a:latin typeface="Tahoma" panose="020B0604030504040204" pitchFamily="34" charset="0"/>
                        </a:defRPr>
                      </a:lvl1pPr>
                      <a:lvl2pPr eaLnBrk="0" hangingPunct="0">
                        <a:spcBef>
                          <a:spcPct val="20000"/>
                        </a:spcBef>
                        <a:buClr>
                          <a:schemeClr val="accent2"/>
                        </a:buClr>
                        <a:buFont typeface="Monotype Sorts" pitchFamily="2" charset="2"/>
                        <a:defRPr kumimoji="1" sz="2400">
                          <a:solidFill>
                            <a:schemeClr val="tx1"/>
                          </a:solidFill>
                          <a:latin typeface="Tahoma" panose="020B0604030504040204" pitchFamily="34" charset="0"/>
                        </a:defRPr>
                      </a:lvl2pPr>
                      <a:lvl3pPr eaLnBrk="0" hangingPunct="0">
                        <a:spcBef>
                          <a:spcPct val="20000"/>
                        </a:spcBef>
                        <a:buClr>
                          <a:schemeClr val="accent2"/>
                        </a:buClr>
                        <a:buFont typeface="Monotype Sorts" pitchFamily="2" charset="2"/>
                        <a:defRPr kumimoji="1" sz="2000">
                          <a:solidFill>
                            <a:schemeClr val="tx1"/>
                          </a:solidFill>
                          <a:latin typeface="Tahoma" panose="020B0604030504040204" pitchFamily="34" charset="0"/>
                        </a:defRPr>
                      </a:lvl3pPr>
                      <a:lvl4pPr eaLnBrk="0" hangingPunct="0">
                        <a:spcBef>
                          <a:spcPct val="20000"/>
                        </a:spcBef>
                        <a:buClr>
                          <a:schemeClr val="accent2"/>
                        </a:buClr>
                        <a:defRPr kumimoji="1">
                          <a:solidFill>
                            <a:schemeClr val="tx1"/>
                          </a:solidFill>
                          <a:latin typeface="Tahoma" panose="020B0604030504040204" pitchFamily="34" charset="0"/>
                        </a:defRPr>
                      </a:lvl4pPr>
                      <a:lvl5pPr eaLnBrk="0" hangingPunct="0">
                        <a:spcBef>
                          <a:spcPct val="20000"/>
                        </a:spcBef>
                        <a:buClr>
                          <a:schemeClr val="accent2"/>
                        </a:buClr>
                        <a:defRPr kumimoji="1">
                          <a:solidFill>
                            <a:schemeClr val="tx1"/>
                          </a:solidFill>
                          <a:latin typeface="Tahoma" panose="020B0604030504040204" pitchFamily="34" charset="0"/>
                        </a:defRPr>
                      </a:lvl5pPr>
                      <a:lvl6pPr eaLnBrk="0" fontAlgn="base" hangingPunct="0">
                        <a:spcBef>
                          <a:spcPct val="20000"/>
                        </a:spcBef>
                        <a:spcAft>
                          <a:spcPct val="0"/>
                        </a:spcAft>
                        <a:buClr>
                          <a:schemeClr val="accent2"/>
                        </a:buClr>
                        <a:defRPr kumimoji="1">
                          <a:solidFill>
                            <a:schemeClr val="tx1"/>
                          </a:solidFill>
                          <a:latin typeface="Tahoma" panose="020B0604030504040204" pitchFamily="34" charset="0"/>
                        </a:defRPr>
                      </a:lvl6pPr>
                      <a:lvl7pPr eaLnBrk="0" fontAlgn="base" hangingPunct="0">
                        <a:spcBef>
                          <a:spcPct val="20000"/>
                        </a:spcBef>
                        <a:spcAft>
                          <a:spcPct val="0"/>
                        </a:spcAft>
                        <a:buClr>
                          <a:schemeClr val="accent2"/>
                        </a:buClr>
                        <a:defRPr kumimoji="1">
                          <a:solidFill>
                            <a:schemeClr val="tx1"/>
                          </a:solidFill>
                          <a:latin typeface="Tahoma" panose="020B0604030504040204" pitchFamily="34" charset="0"/>
                        </a:defRPr>
                      </a:lvl7pPr>
                      <a:lvl8pPr eaLnBrk="0" fontAlgn="base" hangingPunct="0">
                        <a:spcBef>
                          <a:spcPct val="20000"/>
                        </a:spcBef>
                        <a:spcAft>
                          <a:spcPct val="0"/>
                        </a:spcAft>
                        <a:buClr>
                          <a:schemeClr val="accent2"/>
                        </a:buClr>
                        <a:defRPr kumimoji="1">
                          <a:solidFill>
                            <a:schemeClr val="tx1"/>
                          </a:solidFill>
                          <a:latin typeface="Tahoma" panose="020B0604030504040204" pitchFamily="34" charset="0"/>
                        </a:defRPr>
                      </a:lvl8pPr>
                      <a:lvl9pPr eaLnBrk="0" fontAlgn="base" hangingPunct="0">
                        <a:spcBef>
                          <a:spcPct val="20000"/>
                        </a:spcBef>
                        <a:spcAft>
                          <a:spcPct val="0"/>
                        </a:spcAft>
                        <a:buClr>
                          <a:schemeClr val="accent2"/>
                        </a:buClr>
                        <a:defRPr kumimoji="1">
                          <a:solidFill>
                            <a:schemeClr val="tx1"/>
                          </a:solidFill>
                          <a:latin typeface="Tahoma" panose="020B0604030504040204" pitchFamily="34" charset="0"/>
                        </a:defRPr>
                      </a:lvl9pPr>
                    </a:lstStyle>
                    <a:p>
                      <a:pPr marL="0" marR="0" lvl="0" indent="0" algn="l" defTabSz="914400" rtl="0" eaLnBrk="1" fontAlgn="base" latinLnBrk="0" hangingPunct="1">
                        <a:lnSpc>
                          <a:spcPct val="100000"/>
                        </a:lnSpc>
                        <a:spcBef>
                          <a:spcPct val="0"/>
                        </a:spcBef>
                        <a:spcAft>
                          <a:spcPct val="0"/>
                        </a:spcAft>
                        <a:buClrTx/>
                        <a:buSzTx/>
                        <a:buFontTx/>
                        <a:buNone/>
                        <a:tabLst/>
                      </a:pPr>
                      <a:r>
                        <a:rPr kumimoji="1" lang="en-US" altLang="zh-TW" sz="2400" b="0" i="0" u="none" strike="noStrike" cap="none" normalizeH="0" baseline="0">
                          <a:ln>
                            <a:noFill/>
                          </a:ln>
                          <a:solidFill>
                            <a:schemeClr val="tx1"/>
                          </a:solidFill>
                          <a:effectLst/>
                          <a:latin typeface="Times New Roman" panose="02020603050405020304" pitchFamily="18" charset="0"/>
                          <a:ea typeface="新細明體" pitchFamily="18" charset="-120"/>
                        </a:rPr>
                        <a:t>private members</a:t>
                      </a:r>
                    </a:p>
                  </a:txBody>
                  <a:tcPr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eaLnBrk="0" hangingPunct="0">
                        <a:spcBef>
                          <a:spcPct val="20000"/>
                        </a:spcBef>
                        <a:buClr>
                          <a:schemeClr val="accent2"/>
                        </a:buClr>
                        <a:buFont typeface="Monotype Sorts" pitchFamily="2" charset="2"/>
                        <a:defRPr kumimoji="1" sz="2800">
                          <a:solidFill>
                            <a:schemeClr val="tx1"/>
                          </a:solidFill>
                          <a:latin typeface="Tahoma" panose="020B0604030504040204" pitchFamily="34" charset="0"/>
                        </a:defRPr>
                      </a:lvl1pPr>
                      <a:lvl2pPr eaLnBrk="0" hangingPunct="0">
                        <a:spcBef>
                          <a:spcPct val="20000"/>
                        </a:spcBef>
                        <a:buClr>
                          <a:schemeClr val="accent2"/>
                        </a:buClr>
                        <a:buFont typeface="Monotype Sorts" pitchFamily="2" charset="2"/>
                        <a:defRPr kumimoji="1" sz="2400">
                          <a:solidFill>
                            <a:schemeClr val="tx1"/>
                          </a:solidFill>
                          <a:latin typeface="Tahoma" panose="020B0604030504040204" pitchFamily="34" charset="0"/>
                        </a:defRPr>
                      </a:lvl2pPr>
                      <a:lvl3pPr eaLnBrk="0" hangingPunct="0">
                        <a:spcBef>
                          <a:spcPct val="20000"/>
                        </a:spcBef>
                        <a:buClr>
                          <a:schemeClr val="accent2"/>
                        </a:buClr>
                        <a:buFont typeface="Monotype Sorts" pitchFamily="2" charset="2"/>
                        <a:defRPr kumimoji="1" sz="2000">
                          <a:solidFill>
                            <a:schemeClr val="tx1"/>
                          </a:solidFill>
                          <a:latin typeface="Tahoma" panose="020B0604030504040204" pitchFamily="34" charset="0"/>
                        </a:defRPr>
                      </a:lvl3pPr>
                      <a:lvl4pPr eaLnBrk="0" hangingPunct="0">
                        <a:spcBef>
                          <a:spcPct val="20000"/>
                        </a:spcBef>
                        <a:buClr>
                          <a:schemeClr val="accent2"/>
                        </a:buClr>
                        <a:defRPr kumimoji="1">
                          <a:solidFill>
                            <a:schemeClr val="tx1"/>
                          </a:solidFill>
                          <a:latin typeface="Tahoma" panose="020B0604030504040204" pitchFamily="34" charset="0"/>
                        </a:defRPr>
                      </a:lvl4pPr>
                      <a:lvl5pPr eaLnBrk="0" hangingPunct="0">
                        <a:spcBef>
                          <a:spcPct val="20000"/>
                        </a:spcBef>
                        <a:buClr>
                          <a:schemeClr val="accent2"/>
                        </a:buClr>
                        <a:defRPr kumimoji="1">
                          <a:solidFill>
                            <a:schemeClr val="tx1"/>
                          </a:solidFill>
                          <a:latin typeface="Tahoma" panose="020B0604030504040204" pitchFamily="34" charset="0"/>
                        </a:defRPr>
                      </a:lvl5pPr>
                      <a:lvl6pPr eaLnBrk="0" fontAlgn="base" hangingPunct="0">
                        <a:spcBef>
                          <a:spcPct val="20000"/>
                        </a:spcBef>
                        <a:spcAft>
                          <a:spcPct val="0"/>
                        </a:spcAft>
                        <a:buClr>
                          <a:schemeClr val="accent2"/>
                        </a:buClr>
                        <a:defRPr kumimoji="1">
                          <a:solidFill>
                            <a:schemeClr val="tx1"/>
                          </a:solidFill>
                          <a:latin typeface="Tahoma" panose="020B0604030504040204" pitchFamily="34" charset="0"/>
                        </a:defRPr>
                      </a:lvl6pPr>
                      <a:lvl7pPr eaLnBrk="0" fontAlgn="base" hangingPunct="0">
                        <a:spcBef>
                          <a:spcPct val="20000"/>
                        </a:spcBef>
                        <a:spcAft>
                          <a:spcPct val="0"/>
                        </a:spcAft>
                        <a:buClr>
                          <a:schemeClr val="accent2"/>
                        </a:buClr>
                        <a:defRPr kumimoji="1">
                          <a:solidFill>
                            <a:schemeClr val="tx1"/>
                          </a:solidFill>
                          <a:latin typeface="Tahoma" panose="020B0604030504040204" pitchFamily="34" charset="0"/>
                        </a:defRPr>
                      </a:lvl7pPr>
                      <a:lvl8pPr eaLnBrk="0" fontAlgn="base" hangingPunct="0">
                        <a:spcBef>
                          <a:spcPct val="20000"/>
                        </a:spcBef>
                        <a:spcAft>
                          <a:spcPct val="0"/>
                        </a:spcAft>
                        <a:buClr>
                          <a:schemeClr val="accent2"/>
                        </a:buClr>
                        <a:defRPr kumimoji="1">
                          <a:solidFill>
                            <a:schemeClr val="tx1"/>
                          </a:solidFill>
                          <a:latin typeface="Tahoma" panose="020B0604030504040204" pitchFamily="34" charset="0"/>
                        </a:defRPr>
                      </a:lvl8pPr>
                      <a:lvl9pPr eaLnBrk="0" fontAlgn="base" hangingPunct="0">
                        <a:spcBef>
                          <a:spcPct val="20000"/>
                        </a:spcBef>
                        <a:spcAft>
                          <a:spcPct val="0"/>
                        </a:spcAft>
                        <a:buClr>
                          <a:schemeClr val="accent2"/>
                        </a:buClr>
                        <a:defRPr kumimoji="1">
                          <a:solidFill>
                            <a:schemeClr val="tx1"/>
                          </a:solidFill>
                          <a:latin typeface="Tahoma" panose="020B0604030504040204" pitchFamily="34" charset="0"/>
                        </a:defRPr>
                      </a:lvl9pPr>
                    </a:lstStyle>
                    <a:p>
                      <a:pPr marL="0" marR="0" lvl="0" indent="0" algn="l" defTabSz="914400" rtl="0" eaLnBrk="1" fontAlgn="base" latinLnBrk="0" hangingPunct="1">
                        <a:lnSpc>
                          <a:spcPct val="100000"/>
                        </a:lnSpc>
                        <a:spcBef>
                          <a:spcPct val="0"/>
                        </a:spcBef>
                        <a:spcAft>
                          <a:spcPct val="0"/>
                        </a:spcAft>
                        <a:buClrTx/>
                        <a:buSzTx/>
                        <a:buFontTx/>
                        <a:buNone/>
                        <a:tabLst/>
                      </a:pPr>
                      <a:r>
                        <a:rPr kumimoji="1" lang="en-US" altLang="zh-TW" sz="2400" b="0" i="0" u="none" strike="noStrike" cap="none" normalizeH="0" baseline="0">
                          <a:ln>
                            <a:noFill/>
                          </a:ln>
                          <a:solidFill>
                            <a:schemeClr val="tx1"/>
                          </a:solidFill>
                          <a:effectLst/>
                          <a:latin typeface="Times New Roman" panose="02020603050405020304" pitchFamily="18" charset="0"/>
                          <a:ea typeface="新細明體" pitchFamily="18" charset="-120"/>
                        </a:rPr>
                        <a:t>inaccessible</a:t>
                      </a:r>
                    </a:p>
                  </a:txBody>
                  <a:tcPr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1"/>
                  </a:ext>
                </a:extLst>
              </a:tr>
              <a:tr h="781050">
                <a:tc>
                  <a:txBody>
                    <a:bodyPr/>
                    <a:lstStyle>
                      <a:lvl1pPr eaLnBrk="0" hangingPunct="0">
                        <a:spcBef>
                          <a:spcPct val="20000"/>
                        </a:spcBef>
                        <a:buClr>
                          <a:schemeClr val="accent2"/>
                        </a:buClr>
                        <a:buFont typeface="Monotype Sorts" pitchFamily="2" charset="2"/>
                        <a:defRPr kumimoji="1" sz="2800">
                          <a:solidFill>
                            <a:schemeClr val="tx1"/>
                          </a:solidFill>
                          <a:latin typeface="Tahoma" panose="020B0604030504040204" pitchFamily="34" charset="0"/>
                        </a:defRPr>
                      </a:lvl1pPr>
                      <a:lvl2pPr eaLnBrk="0" hangingPunct="0">
                        <a:spcBef>
                          <a:spcPct val="20000"/>
                        </a:spcBef>
                        <a:buClr>
                          <a:schemeClr val="accent2"/>
                        </a:buClr>
                        <a:buFont typeface="Monotype Sorts" pitchFamily="2" charset="2"/>
                        <a:defRPr kumimoji="1" sz="2400">
                          <a:solidFill>
                            <a:schemeClr val="tx1"/>
                          </a:solidFill>
                          <a:latin typeface="Tahoma" panose="020B0604030504040204" pitchFamily="34" charset="0"/>
                        </a:defRPr>
                      </a:lvl2pPr>
                      <a:lvl3pPr eaLnBrk="0" hangingPunct="0">
                        <a:spcBef>
                          <a:spcPct val="20000"/>
                        </a:spcBef>
                        <a:buClr>
                          <a:schemeClr val="accent2"/>
                        </a:buClr>
                        <a:buFont typeface="Monotype Sorts" pitchFamily="2" charset="2"/>
                        <a:defRPr kumimoji="1" sz="2000">
                          <a:solidFill>
                            <a:schemeClr val="tx1"/>
                          </a:solidFill>
                          <a:latin typeface="Tahoma" panose="020B0604030504040204" pitchFamily="34" charset="0"/>
                        </a:defRPr>
                      </a:lvl3pPr>
                      <a:lvl4pPr eaLnBrk="0" hangingPunct="0">
                        <a:spcBef>
                          <a:spcPct val="20000"/>
                        </a:spcBef>
                        <a:buClr>
                          <a:schemeClr val="accent2"/>
                        </a:buClr>
                        <a:defRPr kumimoji="1">
                          <a:solidFill>
                            <a:schemeClr val="tx1"/>
                          </a:solidFill>
                          <a:latin typeface="Tahoma" panose="020B0604030504040204" pitchFamily="34" charset="0"/>
                        </a:defRPr>
                      </a:lvl4pPr>
                      <a:lvl5pPr eaLnBrk="0" hangingPunct="0">
                        <a:spcBef>
                          <a:spcPct val="20000"/>
                        </a:spcBef>
                        <a:buClr>
                          <a:schemeClr val="accent2"/>
                        </a:buClr>
                        <a:defRPr kumimoji="1">
                          <a:solidFill>
                            <a:schemeClr val="tx1"/>
                          </a:solidFill>
                          <a:latin typeface="Tahoma" panose="020B0604030504040204" pitchFamily="34" charset="0"/>
                        </a:defRPr>
                      </a:lvl5pPr>
                      <a:lvl6pPr eaLnBrk="0" fontAlgn="base" hangingPunct="0">
                        <a:spcBef>
                          <a:spcPct val="20000"/>
                        </a:spcBef>
                        <a:spcAft>
                          <a:spcPct val="0"/>
                        </a:spcAft>
                        <a:buClr>
                          <a:schemeClr val="accent2"/>
                        </a:buClr>
                        <a:defRPr kumimoji="1">
                          <a:solidFill>
                            <a:schemeClr val="tx1"/>
                          </a:solidFill>
                          <a:latin typeface="Tahoma" panose="020B0604030504040204" pitchFamily="34" charset="0"/>
                        </a:defRPr>
                      </a:lvl6pPr>
                      <a:lvl7pPr eaLnBrk="0" fontAlgn="base" hangingPunct="0">
                        <a:spcBef>
                          <a:spcPct val="20000"/>
                        </a:spcBef>
                        <a:spcAft>
                          <a:spcPct val="0"/>
                        </a:spcAft>
                        <a:buClr>
                          <a:schemeClr val="accent2"/>
                        </a:buClr>
                        <a:defRPr kumimoji="1">
                          <a:solidFill>
                            <a:schemeClr val="tx1"/>
                          </a:solidFill>
                          <a:latin typeface="Tahoma" panose="020B0604030504040204" pitchFamily="34" charset="0"/>
                        </a:defRPr>
                      </a:lvl7pPr>
                      <a:lvl8pPr eaLnBrk="0" fontAlgn="base" hangingPunct="0">
                        <a:spcBef>
                          <a:spcPct val="20000"/>
                        </a:spcBef>
                        <a:spcAft>
                          <a:spcPct val="0"/>
                        </a:spcAft>
                        <a:buClr>
                          <a:schemeClr val="accent2"/>
                        </a:buClr>
                        <a:defRPr kumimoji="1">
                          <a:solidFill>
                            <a:schemeClr val="tx1"/>
                          </a:solidFill>
                          <a:latin typeface="Tahoma" panose="020B0604030504040204" pitchFamily="34" charset="0"/>
                        </a:defRPr>
                      </a:lvl8pPr>
                      <a:lvl9pPr eaLnBrk="0" fontAlgn="base" hangingPunct="0">
                        <a:spcBef>
                          <a:spcPct val="20000"/>
                        </a:spcBef>
                        <a:spcAft>
                          <a:spcPct val="0"/>
                        </a:spcAft>
                        <a:buClr>
                          <a:schemeClr val="accent2"/>
                        </a:buClr>
                        <a:defRPr kumimoji="1">
                          <a:solidFill>
                            <a:schemeClr val="tx1"/>
                          </a:solidFill>
                          <a:latin typeface="Tahoma" panose="020B0604030504040204" pitchFamily="34" charset="0"/>
                        </a:defRPr>
                      </a:lvl9pPr>
                    </a:lstStyle>
                    <a:p>
                      <a:pPr marL="0" marR="0" lvl="0" indent="0" algn="l" defTabSz="914400" rtl="0" eaLnBrk="1" fontAlgn="base" latinLnBrk="0" hangingPunct="1">
                        <a:lnSpc>
                          <a:spcPct val="100000"/>
                        </a:lnSpc>
                        <a:spcBef>
                          <a:spcPct val="0"/>
                        </a:spcBef>
                        <a:spcAft>
                          <a:spcPct val="0"/>
                        </a:spcAft>
                        <a:buClrTx/>
                        <a:buSzTx/>
                        <a:buFontTx/>
                        <a:buNone/>
                        <a:tabLst/>
                      </a:pPr>
                      <a:r>
                        <a:rPr kumimoji="1" lang="en-US" altLang="zh-TW" sz="2400" b="0" i="0" u="none" strike="noStrike" cap="none" normalizeH="0" baseline="0">
                          <a:ln>
                            <a:noFill/>
                          </a:ln>
                          <a:solidFill>
                            <a:schemeClr val="tx1"/>
                          </a:solidFill>
                          <a:effectLst/>
                          <a:latin typeface="Times New Roman" panose="02020603050405020304" pitchFamily="18" charset="0"/>
                          <a:ea typeface="新細明體" pitchFamily="18" charset="-120"/>
                        </a:rPr>
                        <a:t>protected members</a:t>
                      </a:r>
                    </a:p>
                  </a:txBody>
                  <a:tcPr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eaLnBrk="0" hangingPunct="0">
                        <a:spcBef>
                          <a:spcPct val="20000"/>
                        </a:spcBef>
                        <a:buClr>
                          <a:schemeClr val="accent2"/>
                        </a:buClr>
                        <a:buFont typeface="Monotype Sorts" pitchFamily="2" charset="2"/>
                        <a:defRPr kumimoji="1" sz="2800">
                          <a:solidFill>
                            <a:schemeClr val="tx1"/>
                          </a:solidFill>
                          <a:latin typeface="Tahoma" panose="020B0604030504040204" pitchFamily="34" charset="0"/>
                        </a:defRPr>
                      </a:lvl1pPr>
                      <a:lvl2pPr eaLnBrk="0" hangingPunct="0">
                        <a:spcBef>
                          <a:spcPct val="20000"/>
                        </a:spcBef>
                        <a:buClr>
                          <a:schemeClr val="accent2"/>
                        </a:buClr>
                        <a:buFont typeface="Monotype Sorts" pitchFamily="2" charset="2"/>
                        <a:defRPr kumimoji="1" sz="2400">
                          <a:solidFill>
                            <a:schemeClr val="tx1"/>
                          </a:solidFill>
                          <a:latin typeface="Tahoma" panose="020B0604030504040204" pitchFamily="34" charset="0"/>
                        </a:defRPr>
                      </a:lvl2pPr>
                      <a:lvl3pPr eaLnBrk="0" hangingPunct="0">
                        <a:spcBef>
                          <a:spcPct val="20000"/>
                        </a:spcBef>
                        <a:buClr>
                          <a:schemeClr val="accent2"/>
                        </a:buClr>
                        <a:buFont typeface="Monotype Sorts" pitchFamily="2" charset="2"/>
                        <a:defRPr kumimoji="1" sz="2000">
                          <a:solidFill>
                            <a:schemeClr val="tx1"/>
                          </a:solidFill>
                          <a:latin typeface="Tahoma" panose="020B0604030504040204" pitchFamily="34" charset="0"/>
                        </a:defRPr>
                      </a:lvl3pPr>
                      <a:lvl4pPr eaLnBrk="0" hangingPunct="0">
                        <a:spcBef>
                          <a:spcPct val="20000"/>
                        </a:spcBef>
                        <a:buClr>
                          <a:schemeClr val="accent2"/>
                        </a:buClr>
                        <a:defRPr kumimoji="1">
                          <a:solidFill>
                            <a:schemeClr val="tx1"/>
                          </a:solidFill>
                          <a:latin typeface="Tahoma" panose="020B0604030504040204" pitchFamily="34" charset="0"/>
                        </a:defRPr>
                      </a:lvl4pPr>
                      <a:lvl5pPr eaLnBrk="0" hangingPunct="0">
                        <a:spcBef>
                          <a:spcPct val="20000"/>
                        </a:spcBef>
                        <a:buClr>
                          <a:schemeClr val="accent2"/>
                        </a:buClr>
                        <a:defRPr kumimoji="1">
                          <a:solidFill>
                            <a:schemeClr val="tx1"/>
                          </a:solidFill>
                          <a:latin typeface="Tahoma" panose="020B0604030504040204" pitchFamily="34" charset="0"/>
                        </a:defRPr>
                      </a:lvl5pPr>
                      <a:lvl6pPr eaLnBrk="0" fontAlgn="base" hangingPunct="0">
                        <a:spcBef>
                          <a:spcPct val="20000"/>
                        </a:spcBef>
                        <a:spcAft>
                          <a:spcPct val="0"/>
                        </a:spcAft>
                        <a:buClr>
                          <a:schemeClr val="accent2"/>
                        </a:buClr>
                        <a:defRPr kumimoji="1">
                          <a:solidFill>
                            <a:schemeClr val="tx1"/>
                          </a:solidFill>
                          <a:latin typeface="Tahoma" panose="020B0604030504040204" pitchFamily="34" charset="0"/>
                        </a:defRPr>
                      </a:lvl6pPr>
                      <a:lvl7pPr eaLnBrk="0" fontAlgn="base" hangingPunct="0">
                        <a:spcBef>
                          <a:spcPct val="20000"/>
                        </a:spcBef>
                        <a:spcAft>
                          <a:spcPct val="0"/>
                        </a:spcAft>
                        <a:buClr>
                          <a:schemeClr val="accent2"/>
                        </a:buClr>
                        <a:defRPr kumimoji="1">
                          <a:solidFill>
                            <a:schemeClr val="tx1"/>
                          </a:solidFill>
                          <a:latin typeface="Tahoma" panose="020B0604030504040204" pitchFamily="34" charset="0"/>
                        </a:defRPr>
                      </a:lvl7pPr>
                      <a:lvl8pPr eaLnBrk="0" fontAlgn="base" hangingPunct="0">
                        <a:spcBef>
                          <a:spcPct val="20000"/>
                        </a:spcBef>
                        <a:spcAft>
                          <a:spcPct val="0"/>
                        </a:spcAft>
                        <a:buClr>
                          <a:schemeClr val="accent2"/>
                        </a:buClr>
                        <a:defRPr kumimoji="1">
                          <a:solidFill>
                            <a:schemeClr val="tx1"/>
                          </a:solidFill>
                          <a:latin typeface="Tahoma" panose="020B0604030504040204" pitchFamily="34" charset="0"/>
                        </a:defRPr>
                      </a:lvl8pPr>
                      <a:lvl9pPr eaLnBrk="0" fontAlgn="base" hangingPunct="0">
                        <a:spcBef>
                          <a:spcPct val="20000"/>
                        </a:spcBef>
                        <a:spcAft>
                          <a:spcPct val="0"/>
                        </a:spcAft>
                        <a:buClr>
                          <a:schemeClr val="accent2"/>
                        </a:buClr>
                        <a:defRPr kumimoji="1">
                          <a:solidFill>
                            <a:schemeClr val="tx1"/>
                          </a:solidFill>
                          <a:latin typeface="Tahoma" panose="020B0604030504040204" pitchFamily="34" charset="0"/>
                        </a:defRPr>
                      </a:lvl9pPr>
                    </a:lstStyle>
                    <a:p>
                      <a:pPr marL="0" marR="0" lvl="0" indent="0" algn="l" defTabSz="914400" rtl="0" eaLnBrk="1" fontAlgn="base" latinLnBrk="0" hangingPunct="1">
                        <a:lnSpc>
                          <a:spcPct val="100000"/>
                        </a:lnSpc>
                        <a:spcBef>
                          <a:spcPct val="0"/>
                        </a:spcBef>
                        <a:spcAft>
                          <a:spcPct val="0"/>
                        </a:spcAft>
                        <a:buClrTx/>
                        <a:buSzTx/>
                        <a:buFontTx/>
                        <a:buNone/>
                        <a:tabLst/>
                      </a:pPr>
                      <a:r>
                        <a:rPr kumimoji="1" lang="en-US" altLang="zh-TW" sz="2400" b="0" i="0" u="none" strike="noStrike" cap="none" normalizeH="0" baseline="0">
                          <a:ln>
                            <a:noFill/>
                          </a:ln>
                          <a:solidFill>
                            <a:schemeClr val="tx1"/>
                          </a:solidFill>
                          <a:effectLst/>
                          <a:latin typeface="Times New Roman" panose="02020603050405020304" pitchFamily="18" charset="0"/>
                          <a:ea typeface="新細明體" pitchFamily="18" charset="-120"/>
                        </a:rPr>
                        <a:t>protected members</a:t>
                      </a:r>
                    </a:p>
                  </a:txBody>
                  <a:tcPr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2"/>
                  </a:ext>
                </a:extLst>
              </a:tr>
              <a:tr h="781050">
                <a:tc>
                  <a:txBody>
                    <a:bodyPr/>
                    <a:lstStyle>
                      <a:lvl1pPr eaLnBrk="0" hangingPunct="0">
                        <a:spcBef>
                          <a:spcPct val="20000"/>
                        </a:spcBef>
                        <a:buClr>
                          <a:schemeClr val="accent2"/>
                        </a:buClr>
                        <a:buFont typeface="Monotype Sorts" pitchFamily="2" charset="2"/>
                        <a:defRPr kumimoji="1" sz="2800">
                          <a:solidFill>
                            <a:schemeClr val="tx1"/>
                          </a:solidFill>
                          <a:latin typeface="Tahoma" panose="020B0604030504040204" pitchFamily="34" charset="0"/>
                        </a:defRPr>
                      </a:lvl1pPr>
                      <a:lvl2pPr eaLnBrk="0" hangingPunct="0">
                        <a:spcBef>
                          <a:spcPct val="20000"/>
                        </a:spcBef>
                        <a:buClr>
                          <a:schemeClr val="accent2"/>
                        </a:buClr>
                        <a:buFont typeface="Monotype Sorts" pitchFamily="2" charset="2"/>
                        <a:defRPr kumimoji="1" sz="2400">
                          <a:solidFill>
                            <a:schemeClr val="tx1"/>
                          </a:solidFill>
                          <a:latin typeface="Tahoma" panose="020B0604030504040204" pitchFamily="34" charset="0"/>
                        </a:defRPr>
                      </a:lvl2pPr>
                      <a:lvl3pPr eaLnBrk="0" hangingPunct="0">
                        <a:spcBef>
                          <a:spcPct val="20000"/>
                        </a:spcBef>
                        <a:buClr>
                          <a:schemeClr val="accent2"/>
                        </a:buClr>
                        <a:buFont typeface="Monotype Sorts" pitchFamily="2" charset="2"/>
                        <a:defRPr kumimoji="1" sz="2000">
                          <a:solidFill>
                            <a:schemeClr val="tx1"/>
                          </a:solidFill>
                          <a:latin typeface="Tahoma" panose="020B0604030504040204" pitchFamily="34" charset="0"/>
                        </a:defRPr>
                      </a:lvl3pPr>
                      <a:lvl4pPr eaLnBrk="0" hangingPunct="0">
                        <a:spcBef>
                          <a:spcPct val="20000"/>
                        </a:spcBef>
                        <a:buClr>
                          <a:schemeClr val="accent2"/>
                        </a:buClr>
                        <a:defRPr kumimoji="1">
                          <a:solidFill>
                            <a:schemeClr val="tx1"/>
                          </a:solidFill>
                          <a:latin typeface="Tahoma" panose="020B0604030504040204" pitchFamily="34" charset="0"/>
                        </a:defRPr>
                      </a:lvl4pPr>
                      <a:lvl5pPr eaLnBrk="0" hangingPunct="0">
                        <a:spcBef>
                          <a:spcPct val="20000"/>
                        </a:spcBef>
                        <a:buClr>
                          <a:schemeClr val="accent2"/>
                        </a:buClr>
                        <a:defRPr kumimoji="1">
                          <a:solidFill>
                            <a:schemeClr val="tx1"/>
                          </a:solidFill>
                          <a:latin typeface="Tahoma" panose="020B0604030504040204" pitchFamily="34" charset="0"/>
                        </a:defRPr>
                      </a:lvl5pPr>
                      <a:lvl6pPr eaLnBrk="0" fontAlgn="base" hangingPunct="0">
                        <a:spcBef>
                          <a:spcPct val="20000"/>
                        </a:spcBef>
                        <a:spcAft>
                          <a:spcPct val="0"/>
                        </a:spcAft>
                        <a:buClr>
                          <a:schemeClr val="accent2"/>
                        </a:buClr>
                        <a:defRPr kumimoji="1">
                          <a:solidFill>
                            <a:schemeClr val="tx1"/>
                          </a:solidFill>
                          <a:latin typeface="Tahoma" panose="020B0604030504040204" pitchFamily="34" charset="0"/>
                        </a:defRPr>
                      </a:lvl6pPr>
                      <a:lvl7pPr eaLnBrk="0" fontAlgn="base" hangingPunct="0">
                        <a:spcBef>
                          <a:spcPct val="20000"/>
                        </a:spcBef>
                        <a:spcAft>
                          <a:spcPct val="0"/>
                        </a:spcAft>
                        <a:buClr>
                          <a:schemeClr val="accent2"/>
                        </a:buClr>
                        <a:defRPr kumimoji="1">
                          <a:solidFill>
                            <a:schemeClr val="tx1"/>
                          </a:solidFill>
                          <a:latin typeface="Tahoma" panose="020B0604030504040204" pitchFamily="34" charset="0"/>
                        </a:defRPr>
                      </a:lvl7pPr>
                      <a:lvl8pPr eaLnBrk="0" fontAlgn="base" hangingPunct="0">
                        <a:spcBef>
                          <a:spcPct val="20000"/>
                        </a:spcBef>
                        <a:spcAft>
                          <a:spcPct val="0"/>
                        </a:spcAft>
                        <a:buClr>
                          <a:schemeClr val="accent2"/>
                        </a:buClr>
                        <a:defRPr kumimoji="1">
                          <a:solidFill>
                            <a:schemeClr val="tx1"/>
                          </a:solidFill>
                          <a:latin typeface="Tahoma" panose="020B0604030504040204" pitchFamily="34" charset="0"/>
                        </a:defRPr>
                      </a:lvl8pPr>
                      <a:lvl9pPr eaLnBrk="0" fontAlgn="base" hangingPunct="0">
                        <a:spcBef>
                          <a:spcPct val="20000"/>
                        </a:spcBef>
                        <a:spcAft>
                          <a:spcPct val="0"/>
                        </a:spcAft>
                        <a:buClr>
                          <a:schemeClr val="accent2"/>
                        </a:buClr>
                        <a:defRPr kumimoji="1">
                          <a:solidFill>
                            <a:schemeClr val="tx1"/>
                          </a:solidFill>
                          <a:latin typeface="Tahoma" panose="020B0604030504040204" pitchFamily="34" charset="0"/>
                        </a:defRPr>
                      </a:lvl9pPr>
                    </a:lstStyle>
                    <a:p>
                      <a:pPr marL="0" marR="0" lvl="0" indent="0" algn="l" defTabSz="914400" rtl="0" eaLnBrk="1" fontAlgn="base" latinLnBrk="0" hangingPunct="1">
                        <a:lnSpc>
                          <a:spcPct val="100000"/>
                        </a:lnSpc>
                        <a:spcBef>
                          <a:spcPct val="0"/>
                        </a:spcBef>
                        <a:spcAft>
                          <a:spcPct val="0"/>
                        </a:spcAft>
                        <a:buClrTx/>
                        <a:buSzTx/>
                        <a:buFontTx/>
                        <a:buNone/>
                        <a:tabLst/>
                      </a:pPr>
                      <a:r>
                        <a:rPr kumimoji="1" lang="en-US" altLang="zh-TW" sz="2400" b="0" i="0" u="none" strike="noStrike" cap="none" normalizeH="0" baseline="0">
                          <a:ln>
                            <a:noFill/>
                          </a:ln>
                          <a:solidFill>
                            <a:schemeClr val="tx1"/>
                          </a:solidFill>
                          <a:effectLst/>
                          <a:latin typeface="Times New Roman" panose="02020603050405020304" pitchFamily="18" charset="0"/>
                          <a:ea typeface="新細明體" pitchFamily="18" charset="-120"/>
                        </a:rPr>
                        <a:t>public members</a:t>
                      </a:r>
                    </a:p>
                  </a:txBody>
                  <a:tcPr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lvl1pPr eaLnBrk="0" hangingPunct="0">
                        <a:spcBef>
                          <a:spcPct val="20000"/>
                        </a:spcBef>
                        <a:buClr>
                          <a:schemeClr val="accent2"/>
                        </a:buClr>
                        <a:buFont typeface="Monotype Sorts" pitchFamily="2" charset="2"/>
                        <a:defRPr kumimoji="1" sz="2800">
                          <a:solidFill>
                            <a:schemeClr val="tx1"/>
                          </a:solidFill>
                          <a:latin typeface="Tahoma" panose="020B0604030504040204" pitchFamily="34" charset="0"/>
                        </a:defRPr>
                      </a:lvl1pPr>
                      <a:lvl2pPr eaLnBrk="0" hangingPunct="0">
                        <a:spcBef>
                          <a:spcPct val="20000"/>
                        </a:spcBef>
                        <a:buClr>
                          <a:schemeClr val="accent2"/>
                        </a:buClr>
                        <a:buFont typeface="Monotype Sorts" pitchFamily="2" charset="2"/>
                        <a:defRPr kumimoji="1" sz="2400">
                          <a:solidFill>
                            <a:schemeClr val="tx1"/>
                          </a:solidFill>
                          <a:latin typeface="Tahoma" panose="020B0604030504040204" pitchFamily="34" charset="0"/>
                        </a:defRPr>
                      </a:lvl2pPr>
                      <a:lvl3pPr eaLnBrk="0" hangingPunct="0">
                        <a:spcBef>
                          <a:spcPct val="20000"/>
                        </a:spcBef>
                        <a:buClr>
                          <a:schemeClr val="accent2"/>
                        </a:buClr>
                        <a:buFont typeface="Monotype Sorts" pitchFamily="2" charset="2"/>
                        <a:defRPr kumimoji="1" sz="2000">
                          <a:solidFill>
                            <a:schemeClr val="tx1"/>
                          </a:solidFill>
                          <a:latin typeface="Tahoma" panose="020B0604030504040204" pitchFamily="34" charset="0"/>
                        </a:defRPr>
                      </a:lvl3pPr>
                      <a:lvl4pPr eaLnBrk="0" hangingPunct="0">
                        <a:spcBef>
                          <a:spcPct val="20000"/>
                        </a:spcBef>
                        <a:buClr>
                          <a:schemeClr val="accent2"/>
                        </a:buClr>
                        <a:defRPr kumimoji="1">
                          <a:solidFill>
                            <a:schemeClr val="tx1"/>
                          </a:solidFill>
                          <a:latin typeface="Tahoma" panose="020B0604030504040204" pitchFamily="34" charset="0"/>
                        </a:defRPr>
                      </a:lvl4pPr>
                      <a:lvl5pPr eaLnBrk="0" hangingPunct="0">
                        <a:spcBef>
                          <a:spcPct val="20000"/>
                        </a:spcBef>
                        <a:buClr>
                          <a:schemeClr val="accent2"/>
                        </a:buClr>
                        <a:defRPr kumimoji="1">
                          <a:solidFill>
                            <a:schemeClr val="tx1"/>
                          </a:solidFill>
                          <a:latin typeface="Tahoma" panose="020B0604030504040204" pitchFamily="34" charset="0"/>
                        </a:defRPr>
                      </a:lvl5pPr>
                      <a:lvl6pPr eaLnBrk="0" fontAlgn="base" hangingPunct="0">
                        <a:spcBef>
                          <a:spcPct val="20000"/>
                        </a:spcBef>
                        <a:spcAft>
                          <a:spcPct val="0"/>
                        </a:spcAft>
                        <a:buClr>
                          <a:schemeClr val="accent2"/>
                        </a:buClr>
                        <a:defRPr kumimoji="1">
                          <a:solidFill>
                            <a:schemeClr val="tx1"/>
                          </a:solidFill>
                          <a:latin typeface="Tahoma" panose="020B0604030504040204" pitchFamily="34" charset="0"/>
                        </a:defRPr>
                      </a:lvl6pPr>
                      <a:lvl7pPr eaLnBrk="0" fontAlgn="base" hangingPunct="0">
                        <a:spcBef>
                          <a:spcPct val="20000"/>
                        </a:spcBef>
                        <a:spcAft>
                          <a:spcPct val="0"/>
                        </a:spcAft>
                        <a:buClr>
                          <a:schemeClr val="accent2"/>
                        </a:buClr>
                        <a:defRPr kumimoji="1">
                          <a:solidFill>
                            <a:schemeClr val="tx1"/>
                          </a:solidFill>
                          <a:latin typeface="Tahoma" panose="020B0604030504040204" pitchFamily="34" charset="0"/>
                        </a:defRPr>
                      </a:lvl7pPr>
                      <a:lvl8pPr eaLnBrk="0" fontAlgn="base" hangingPunct="0">
                        <a:spcBef>
                          <a:spcPct val="20000"/>
                        </a:spcBef>
                        <a:spcAft>
                          <a:spcPct val="0"/>
                        </a:spcAft>
                        <a:buClr>
                          <a:schemeClr val="accent2"/>
                        </a:buClr>
                        <a:defRPr kumimoji="1">
                          <a:solidFill>
                            <a:schemeClr val="tx1"/>
                          </a:solidFill>
                          <a:latin typeface="Tahoma" panose="020B0604030504040204" pitchFamily="34" charset="0"/>
                        </a:defRPr>
                      </a:lvl8pPr>
                      <a:lvl9pPr eaLnBrk="0" fontAlgn="base" hangingPunct="0">
                        <a:spcBef>
                          <a:spcPct val="20000"/>
                        </a:spcBef>
                        <a:spcAft>
                          <a:spcPct val="0"/>
                        </a:spcAft>
                        <a:buClr>
                          <a:schemeClr val="accent2"/>
                        </a:buClr>
                        <a:defRPr kumimoji="1">
                          <a:solidFill>
                            <a:schemeClr val="tx1"/>
                          </a:solidFill>
                          <a:latin typeface="Tahoma" panose="020B0604030504040204" pitchFamily="34" charset="0"/>
                        </a:defRPr>
                      </a:lvl9pPr>
                    </a:lstStyle>
                    <a:p>
                      <a:pPr marL="0" marR="0" lvl="0" indent="0" algn="l" defTabSz="914400" rtl="0" eaLnBrk="1" fontAlgn="base" latinLnBrk="0" hangingPunct="1">
                        <a:lnSpc>
                          <a:spcPct val="100000"/>
                        </a:lnSpc>
                        <a:spcBef>
                          <a:spcPct val="0"/>
                        </a:spcBef>
                        <a:spcAft>
                          <a:spcPct val="0"/>
                        </a:spcAft>
                        <a:buClrTx/>
                        <a:buSzTx/>
                        <a:buFontTx/>
                        <a:buNone/>
                        <a:tabLst/>
                      </a:pPr>
                      <a:r>
                        <a:rPr kumimoji="1" lang="en-US" altLang="zh-TW" sz="2400" b="0" i="0" u="none" strike="noStrike" cap="none" normalizeH="0" baseline="0">
                          <a:ln>
                            <a:noFill/>
                          </a:ln>
                          <a:solidFill>
                            <a:schemeClr val="tx1"/>
                          </a:solidFill>
                          <a:effectLst/>
                          <a:latin typeface="Times New Roman" panose="02020603050405020304" pitchFamily="18" charset="0"/>
                          <a:ea typeface="新細明體" pitchFamily="18" charset="-120"/>
                        </a:rPr>
                        <a:t>public members</a:t>
                      </a:r>
                    </a:p>
                  </a:txBody>
                  <a:tcPr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3"/>
                  </a:ext>
                </a:extLst>
              </a:tr>
            </a:tbl>
          </a:graphicData>
        </a:graphic>
      </p:graphicFrame>
    </p:spTree>
    <p:extLst>
      <p:ext uri="{BB962C8B-B14F-4D97-AF65-F5344CB8AC3E}">
        <p14:creationId xmlns:p14="http://schemas.microsoft.com/office/powerpoint/2010/main" val="2721114850"/>
      </p:ext>
    </p:extLst>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4274" name="Picture 2"/>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992923" y="754856"/>
            <a:ext cx="8001000" cy="534828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extLst>
      <p:ext uri="{BB962C8B-B14F-4D97-AF65-F5344CB8AC3E}">
        <p14:creationId xmlns:p14="http://schemas.microsoft.com/office/powerpoint/2010/main" val="1178325842"/>
      </p:ext>
    </p:extLst>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Picture 2">
            <a:extLst>
              <a:ext uri="{FF2B5EF4-FFF2-40B4-BE49-F238E27FC236}">
                <a16:creationId xmlns:a16="http://schemas.microsoft.com/office/drawing/2014/main" id="{F4E8A51E-8827-4556-BED0-660714B6AEE7}"/>
              </a:ext>
            </a:extLst>
          </p:cNvPr>
          <p:cNvPicPr>
            <a:picLocks noChangeAspect="1"/>
          </p:cNvPicPr>
          <p:nvPr/>
        </p:nvPicPr>
        <p:blipFill>
          <a:blip r:embed="rId2"/>
          <a:stretch>
            <a:fillRect/>
          </a:stretch>
        </p:blipFill>
        <p:spPr>
          <a:xfrm>
            <a:off x="2669931" y="1333500"/>
            <a:ext cx="5867400" cy="4191000"/>
          </a:xfrm>
          <a:prstGeom prst="rect">
            <a:avLst/>
          </a:prstGeom>
        </p:spPr>
      </p:pic>
    </p:spTree>
    <p:extLst>
      <p:ext uri="{BB962C8B-B14F-4D97-AF65-F5344CB8AC3E}">
        <p14:creationId xmlns:p14="http://schemas.microsoft.com/office/powerpoint/2010/main" val="2932222596"/>
      </p:ext>
    </p:extLst>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1828800" y="228600"/>
            <a:ext cx="8610600" cy="6629400"/>
          </a:xfrm>
        </p:spPr>
        <p:txBody>
          <a:bodyPr/>
          <a:lstStyle/>
          <a:p>
            <a:pPr eaLnBrk="1" hangingPunct="1">
              <a:buFont typeface="Arial" charset="0"/>
              <a:buNone/>
              <a:defRPr/>
            </a:pPr>
            <a:r>
              <a:rPr lang="en-US" sz="2400" b="1" dirty="0"/>
              <a:t>Public Inheritance:</a:t>
            </a:r>
          </a:p>
          <a:p>
            <a:pPr marL="284163" indent="-284163" algn="just">
              <a:buNone/>
              <a:defRPr/>
            </a:pPr>
            <a:r>
              <a:rPr lang="en-US" sz="1600" dirty="0"/>
              <a:t>	</a:t>
            </a:r>
            <a:r>
              <a:rPr lang="en-US" sz="1800" dirty="0"/>
              <a:t>All Public members of the Base Class become Public Members of the derived class &amp; All Protected members of the Base Class  become Protected Members of the Derived Class.</a:t>
            </a:r>
          </a:p>
          <a:p>
            <a:pPr>
              <a:spcBef>
                <a:spcPts val="0"/>
              </a:spcBef>
              <a:buNone/>
              <a:defRPr/>
            </a:pPr>
            <a:endParaRPr lang="en-US" sz="1800" dirty="0"/>
          </a:p>
          <a:p>
            <a:pPr>
              <a:spcBef>
                <a:spcPts val="0"/>
              </a:spcBef>
              <a:buNone/>
              <a:defRPr/>
            </a:pPr>
            <a:r>
              <a:rPr lang="en-US" sz="1800" dirty="0"/>
              <a:t>class Base  {</a:t>
            </a:r>
          </a:p>
          <a:p>
            <a:pPr>
              <a:spcBef>
                <a:spcPts val="0"/>
              </a:spcBef>
              <a:buNone/>
              <a:defRPr/>
            </a:pPr>
            <a:r>
              <a:rPr lang="en-US" sz="1800" dirty="0"/>
              <a:t>   public: </a:t>
            </a:r>
            <a:r>
              <a:rPr lang="en-US" sz="1800" dirty="0" err="1"/>
              <a:t>int</a:t>
            </a:r>
            <a:r>
              <a:rPr lang="en-US" sz="1800" dirty="0"/>
              <a:t> a;</a:t>
            </a:r>
          </a:p>
          <a:p>
            <a:pPr>
              <a:spcBef>
                <a:spcPts val="0"/>
              </a:spcBef>
              <a:buNone/>
              <a:defRPr/>
            </a:pPr>
            <a:r>
              <a:rPr lang="en-US" sz="1800" dirty="0"/>
              <a:t>   protected: </a:t>
            </a:r>
            <a:r>
              <a:rPr lang="en-US" sz="1800" dirty="0" err="1"/>
              <a:t>int</a:t>
            </a:r>
            <a:r>
              <a:rPr lang="en-US" sz="1800" dirty="0"/>
              <a:t> b;</a:t>
            </a:r>
          </a:p>
          <a:p>
            <a:pPr>
              <a:spcBef>
                <a:spcPts val="0"/>
              </a:spcBef>
              <a:buNone/>
              <a:defRPr/>
            </a:pPr>
            <a:r>
              <a:rPr lang="en-US" sz="1800" dirty="0"/>
              <a:t>   private: </a:t>
            </a:r>
            <a:r>
              <a:rPr lang="en-US" sz="1800" dirty="0" err="1"/>
              <a:t>int</a:t>
            </a:r>
            <a:r>
              <a:rPr lang="en-US" sz="1800" dirty="0"/>
              <a:t> c;</a:t>
            </a:r>
          </a:p>
          <a:p>
            <a:pPr>
              <a:spcBef>
                <a:spcPts val="0"/>
              </a:spcBef>
              <a:buNone/>
              <a:defRPr/>
            </a:pPr>
            <a:r>
              <a:rPr lang="en-US" sz="1800" dirty="0"/>
              <a:t> }; </a:t>
            </a:r>
          </a:p>
          <a:p>
            <a:pPr>
              <a:spcBef>
                <a:spcPts val="0"/>
              </a:spcBef>
              <a:buNone/>
              <a:defRPr/>
            </a:pPr>
            <a:r>
              <a:rPr lang="en-US" sz="1800" dirty="0"/>
              <a:t>class </a:t>
            </a:r>
            <a:r>
              <a:rPr lang="en-US" sz="1800" dirty="0" err="1"/>
              <a:t>Derived:public</a:t>
            </a:r>
            <a:r>
              <a:rPr lang="en-US" sz="1800" dirty="0"/>
              <a:t> Base  { </a:t>
            </a:r>
          </a:p>
          <a:p>
            <a:pPr>
              <a:spcBef>
                <a:spcPts val="0"/>
              </a:spcBef>
              <a:buNone/>
              <a:defRPr/>
            </a:pPr>
            <a:r>
              <a:rPr lang="en-US" sz="1800" dirty="0"/>
              <a:t>     void </a:t>
            </a:r>
            <a:r>
              <a:rPr lang="en-US" sz="1800" dirty="0" err="1"/>
              <a:t>doSomething</a:t>
            </a:r>
            <a:r>
              <a:rPr lang="en-US" sz="1800" dirty="0"/>
              <a:t>()   {</a:t>
            </a:r>
          </a:p>
          <a:p>
            <a:pPr>
              <a:spcBef>
                <a:spcPts val="0"/>
              </a:spcBef>
              <a:buNone/>
              <a:defRPr/>
            </a:pPr>
            <a:r>
              <a:rPr lang="en-US" sz="1800" dirty="0"/>
              <a:t>		a = 10; //Allowed</a:t>
            </a:r>
          </a:p>
          <a:p>
            <a:pPr>
              <a:spcBef>
                <a:spcPts val="0"/>
              </a:spcBef>
              <a:buNone/>
              <a:defRPr/>
            </a:pPr>
            <a:r>
              <a:rPr lang="en-US" sz="1800" dirty="0"/>
              <a:t>		 b = 20; //Allowed </a:t>
            </a:r>
          </a:p>
          <a:p>
            <a:pPr>
              <a:spcBef>
                <a:spcPts val="0"/>
              </a:spcBef>
              <a:buNone/>
              <a:defRPr/>
            </a:pPr>
            <a:r>
              <a:rPr lang="en-US" sz="1800" dirty="0"/>
              <a:t>		c = 30; //Not Allowed, Compiler Error</a:t>
            </a:r>
          </a:p>
          <a:p>
            <a:pPr>
              <a:spcBef>
                <a:spcPts val="0"/>
              </a:spcBef>
              <a:buNone/>
              <a:defRPr/>
            </a:pPr>
            <a:r>
              <a:rPr lang="en-US" sz="1800" dirty="0"/>
              <a:t>           }</a:t>
            </a:r>
          </a:p>
          <a:p>
            <a:pPr>
              <a:spcBef>
                <a:spcPts val="0"/>
              </a:spcBef>
              <a:buNone/>
              <a:defRPr/>
            </a:pPr>
            <a:r>
              <a:rPr lang="en-US" sz="1800" dirty="0"/>
              <a:t> }; </a:t>
            </a:r>
          </a:p>
          <a:p>
            <a:pPr>
              <a:spcBef>
                <a:spcPts val="0"/>
              </a:spcBef>
              <a:buNone/>
              <a:defRPr/>
            </a:pPr>
            <a:r>
              <a:rPr lang="en-US" sz="1800" dirty="0" err="1"/>
              <a:t>int</a:t>
            </a:r>
            <a:r>
              <a:rPr lang="en-US" sz="1800" dirty="0"/>
              <a:t> main() {</a:t>
            </a:r>
          </a:p>
          <a:p>
            <a:pPr>
              <a:spcBef>
                <a:spcPts val="0"/>
              </a:spcBef>
              <a:buNone/>
              <a:defRPr/>
            </a:pPr>
            <a:r>
              <a:rPr lang="en-US" sz="1800" dirty="0"/>
              <a:t> Derived </a:t>
            </a:r>
            <a:r>
              <a:rPr lang="en-US" sz="1800" dirty="0" err="1"/>
              <a:t>obj</a:t>
            </a:r>
            <a:r>
              <a:rPr lang="en-US" sz="1800" dirty="0"/>
              <a:t>;</a:t>
            </a:r>
          </a:p>
          <a:p>
            <a:pPr>
              <a:spcBef>
                <a:spcPts val="0"/>
              </a:spcBef>
              <a:buNone/>
              <a:defRPr/>
            </a:pPr>
            <a:r>
              <a:rPr lang="en-US" sz="1800" dirty="0"/>
              <a:t> </a:t>
            </a:r>
            <a:r>
              <a:rPr lang="en-US" sz="1800" dirty="0" err="1"/>
              <a:t>obj.a</a:t>
            </a:r>
            <a:r>
              <a:rPr lang="en-US" sz="1800" dirty="0"/>
              <a:t> = 10; //Allowed</a:t>
            </a:r>
          </a:p>
          <a:p>
            <a:pPr>
              <a:spcBef>
                <a:spcPts val="0"/>
              </a:spcBef>
              <a:buNone/>
              <a:defRPr/>
            </a:pPr>
            <a:r>
              <a:rPr lang="en-US" sz="1800" dirty="0"/>
              <a:t> </a:t>
            </a:r>
            <a:r>
              <a:rPr lang="en-US" sz="1800" dirty="0" err="1"/>
              <a:t>obj.b</a:t>
            </a:r>
            <a:r>
              <a:rPr lang="en-US" sz="1800" dirty="0"/>
              <a:t> = 20; //Not Allowed, Compiler Error </a:t>
            </a:r>
          </a:p>
          <a:p>
            <a:pPr>
              <a:spcBef>
                <a:spcPts val="0"/>
              </a:spcBef>
              <a:buNone/>
              <a:defRPr/>
            </a:pPr>
            <a:r>
              <a:rPr lang="en-US" sz="1800" dirty="0" err="1"/>
              <a:t>obj.c</a:t>
            </a:r>
            <a:r>
              <a:rPr lang="en-US" sz="1800" dirty="0"/>
              <a:t> = 30; //Not Allowed, Compiler Error</a:t>
            </a:r>
          </a:p>
          <a:p>
            <a:pPr>
              <a:spcBef>
                <a:spcPts val="0"/>
              </a:spcBef>
              <a:buNone/>
              <a:defRPr/>
            </a:pPr>
            <a:r>
              <a:rPr lang="en-US" sz="1800" dirty="0"/>
              <a:t> }</a:t>
            </a:r>
          </a:p>
        </p:txBody>
      </p:sp>
    </p:spTree>
    <p:extLst>
      <p:ext uri="{BB962C8B-B14F-4D97-AF65-F5344CB8AC3E}">
        <p14:creationId xmlns:p14="http://schemas.microsoft.com/office/powerpoint/2010/main" val="3273373922"/>
      </p:ext>
    </p:extLst>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5298" name="Content Placeholder 2"/>
          <p:cNvSpPr>
            <a:spLocks noGrp="1"/>
          </p:cNvSpPr>
          <p:nvPr>
            <p:ph idx="1"/>
          </p:nvPr>
        </p:nvSpPr>
        <p:spPr>
          <a:xfrm>
            <a:off x="1600200" y="152400"/>
            <a:ext cx="8915400" cy="6172200"/>
          </a:xfrm>
        </p:spPr>
        <p:txBody>
          <a:bodyPr/>
          <a:lstStyle/>
          <a:p>
            <a:pPr eaLnBrk="1" hangingPunct="1">
              <a:buFont typeface="Arial" panose="020B0604020202020204" pitchFamily="34" charset="0"/>
              <a:buNone/>
            </a:pPr>
            <a:r>
              <a:rPr lang="en-US" altLang="en-US" sz="2400" b="1"/>
              <a:t>Private Inheritance:</a:t>
            </a:r>
          </a:p>
          <a:p>
            <a:pPr algn="just" eaLnBrk="1" hangingPunct="1">
              <a:buFont typeface="Arial" panose="020B0604020202020204" pitchFamily="34" charset="0"/>
              <a:buNone/>
            </a:pPr>
            <a:r>
              <a:rPr lang="en-US" altLang="en-US" sz="1800"/>
              <a:t>	All Public members of the Base Class become Private Members of the Derived class &amp; All Protected members of the Base Class become Private Members of the Derived Class.</a:t>
            </a:r>
          </a:p>
          <a:p>
            <a:pPr algn="just" eaLnBrk="1" hangingPunct="1">
              <a:spcBef>
                <a:spcPct val="0"/>
              </a:spcBef>
              <a:buFont typeface="Arial" panose="020B0604020202020204" pitchFamily="34" charset="0"/>
              <a:buNone/>
            </a:pPr>
            <a:r>
              <a:rPr lang="en-US" altLang="en-US" sz="1800">
                <a:solidFill>
                  <a:srgbClr val="2B91AF"/>
                </a:solidFill>
              </a:rPr>
              <a:t>Class</a:t>
            </a:r>
            <a:r>
              <a:rPr lang="en-US" altLang="en-US" sz="1800">
                <a:solidFill>
                  <a:srgbClr val="000000"/>
                </a:solidFill>
              </a:rPr>
              <a:t> </a:t>
            </a:r>
            <a:r>
              <a:rPr lang="en-US" altLang="en-US" sz="1800">
                <a:solidFill>
                  <a:srgbClr val="2B91AF"/>
                </a:solidFill>
              </a:rPr>
              <a:t>Base</a:t>
            </a:r>
            <a:r>
              <a:rPr lang="en-US" altLang="en-US" sz="1800">
                <a:solidFill>
                  <a:srgbClr val="000000"/>
                </a:solidFill>
              </a:rPr>
              <a:t> {</a:t>
            </a:r>
          </a:p>
          <a:p>
            <a:pPr algn="just" eaLnBrk="1" hangingPunct="1">
              <a:spcBef>
                <a:spcPct val="0"/>
              </a:spcBef>
              <a:buFont typeface="Arial" panose="020B0604020202020204" pitchFamily="34" charset="0"/>
              <a:buNone/>
            </a:pPr>
            <a:r>
              <a:rPr lang="en-US" altLang="en-US" sz="1800">
                <a:solidFill>
                  <a:srgbClr val="000000"/>
                </a:solidFill>
              </a:rPr>
              <a:t>      </a:t>
            </a:r>
            <a:r>
              <a:rPr lang="en-US" altLang="en-US" sz="1800">
                <a:solidFill>
                  <a:srgbClr val="00008B"/>
                </a:solidFill>
              </a:rPr>
              <a:t>public</a:t>
            </a:r>
            <a:r>
              <a:rPr lang="en-US" altLang="en-US" sz="1800">
                <a:solidFill>
                  <a:srgbClr val="000000"/>
                </a:solidFill>
              </a:rPr>
              <a:t>: </a:t>
            </a:r>
            <a:r>
              <a:rPr lang="en-US" altLang="en-US" sz="1800">
                <a:solidFill>
                  <a:srgbClr val="2B91AF"/>
                </a:solidFill>
              </a:rPr>
              <a:t>int</a:t>
            </a:r>
            <a:r>
              <a:rPr lang="en-US" altLang="en-US" sz="1800">
                <a:solidFill>
                  <a:srgbClr val="000000"/>
                </a:solidFill>
              </a:rPr>
              <a:t> a;</a:t>
            </a:r>
          </a:p>
          <a:p>
            <a:pPr algn="just" eaLnBrk="1" hangingPunct="1">
              <a:spcBef>
                <a:spcPct val="0"/>
              </a:spcBef>
              <a:buFont typeface="Arial" panose="020B0604020202020204" pitchFamily="34" charset="0"/>
              <a:buNone/>
            </a:pPr>
            <a:r>
              <a:rPr lang="en-US" altLang="en-US" sz="1800">
                <a:solidFill>
                  <a:srgbClr val="000000"/>
                </a:solidFill>
              </a:rPr>
              <a:t>      </a:t>
            </a:r>
            <a:r>
              <a:rPr lang="en-US" altLang="en-US" sz="1800">
                <a:solidFill>
                  <a:srgbClr val="00008B"/>
                </a:solidFill>
              </a:rPr>
              <a:t>protected</a:t>
            </a:r>
            <a:r>
              <a:rPr lang="en-US" altLang="en-US" sz="1800">
                <a:solidFill>
                  <a:srgbClr val="000000"/>
                </a:solidFill>
              </a:rPr>
              <a:t>: </a:t>
            </a:r>
            <a:r>
              <a:rPr lang="en-US" altLang="en-US" sz="1800">
                <a:solidFill>
                  <a:srgbClr val="2B91AF"/>
                </a:solidFill>
              </a:rPr>
              <a:t>int</a:t>
            </a:r>
            <a:r>
              <a:rPr lang="en-US" altLang="en-US" sz="1800">
                <a:solidFill>
                  <a:srgbClr val="000000"/>
                </a:solidFill>
              </a:rPr>
              <a:t> b;</a:t>
            </a:r>
          </a:p>
          <a:p>
            <a:pPr algn="just" eaLnBrk="1" hangingPunct="1">
              <a:spcBef>
                <a:spcPct val="0"/>
              </a:spcBef>
              <a:buFont typeface="Arial" panose="020B0604020202020204" pitchFamily="34" charset="0"/>
              <a:buNone/>
            </a:pPr>
            <a:r>
              <a:rPr lang="en-US" altLang="en-US" sz="1800">
                <a:solidFill>
                  <a:srgbClr val="000000"/>
                </a:solidFill>
              </a:rPr>
              <a:t>      </a:t>
            </a:r>
            <a:r>
              <a:rPr lang="en-US" altLang="en-US" sz="1800">
                <a:solidFill>
                  <a:srgbClr val="00008B"/>
                </a:solidFill>
              </a:rPr>
              <a:t>private</a:t>
            </a:r>
            <a:r>
              <a:rPr lang="en-US" altLang="en-US" sz="1800">
                <a:solidFill>
                  <a:srgbClr val="000000"/>
                </a:solidFill>
              </a:rPr>
              <a:t>: </a:t>
            </a:r>
            <a:r>
              <a:rPr lang="en-US" altLang="en-US" sz="1800">
                <a:solidFill>
                  <a:srgbClr val="2B91AF"/>
                </a:solidFill>
              </a:rPr>
              <a:t>int</a:t>
            </a:r>
            <a:r>
              <a:rPr lang="en-US" altLang="en-US" sz="1800">
                <a:solidFill>
                  <a:srgbClr val="000000"/>
                </a:solidFill>
              </a:rPr>
              <a:t> c; };</a:t>
            </a:r>
          </a:p>
          <a:p>
            <a:pPr algn="just" eaLnBrk="1" hangingPunct="1">
              <a:spcBef>
                <a:spcPct val="0"/>
              </a:spcBef>
              <a:buFont typeface="Arial" panose="020B0604020202020204" pitchFamily="34" charset="0"/>
              <a:buNone/>
            </a:pPr>
            <a:r>
              <a:rPr lang="en-US" altLang="en-US" sz="1800">
                <a:solidFill>
                  <a:srgbClr val="00008B"/>
                </a:solidFill>
              </a:rPr>
              <a:t>class</a:t>
            </a:r>
            <a:r>
              <a:rPr lang="en-US" altLang="en-US" sz="1800">
                <a:solidFill>
                  <a:srgbClr val="000000"/>
                </a:solidFill>
              </a:rPr>
              <a:t> </a:t>
            </a:r>
            <a:r>
              <a:rPr lang="en-US" altLang="en-US" sz="1800">
                <a:solidFill>
                  <a:srgbClr val="2B91AF"/>
                </a:solidFill>
              </a:rPr>
              <a:t>Derived</a:t>
            </a:r>
            <a:r>
              <a:rPr lang="en-US" altLang="en-US" sz="1800">
                <a:solidFill>
                  <a:srgbClr val="000000"/>
                </a:solidFill>
              </a:rPr>
              <a:t>:</a:t>
            </a:r>
            <a:r>
              <a:rPr lang="en-US" altLang="en-US" sz="1800">
                <a:solidFill>
                  <a:srgbClr val="00008B"/>
                </a:solidFill>
              </a:rPr>
              <a:t>private</a:t>
            </a:r>
            <a:r>
              <a:rPr lang="en-US" altLang="en-US" sz="1800">
                <a:solidFill>
                  <a:srgbClr val="000000"/>
                </a:solidFill>
              </a:rPr>
              <a:t> </a:t>
            </a:r>
            <a:r>
              <a:rPr lang="en-US" altLang="en-US" sz="1800">
                <a:solidFill>
                  <a:srgbClr val="2B91AF"/>
                </a:solidFill>
              </a:rPr>
              <a:t>Base</a:t>
            </a:r>
            <a:r>
              <a:rPr lang="en-US" altLang="en-US" sz="1800">
                <a:solidFill>
                  <a:srgbClr val="000000"/>
                </a:solidFill>
              </a:rPr>
              <a:t> </a:t>
            </a:r>
            <a:r>
              <a:rPr lang="en-US" altLang="en-US" sz="1800">
                <a:solidFill>
                  <a:srgbClr val="808080"/>
                </a:solidFill>
              </a:rPr>
              <a:t>//defaults access specifier is private </a:t>
            </a:r>
            <a:r>
              <a:rPr lang="en-US" altLang="en-US" sz="1800">
                <a:solidFill>
                  <a:srgbClr val="000000"/>
                </a:solidFill>
              </a:rPr>
              <a:t>{</a:t>
            </a:r>
          </a:p>
          <a:p>
            <a:pPr algn="just" eaLnBrk="1" hangingPunct="1">
              <a:spcBef>
                <a:spcPct val="0"/>
              </a:spcBef>
              <a:buFont typeface="Arial" panose="020B0604020202020204" pitchFamily="34" charset="0"/>
              <a:buNone/>
            </a:pPr>
            <a:r>
              <a:rPr lang="en-US" altLang="en-US" sz="1800">
                <a:solidFill>
                  <a:srgbClr val="000000"/>
                </a:solidFill>
              </a:rPr>
              <a:t>	 </a:t>
            </a:r>
            <a:r>
              <a:rPr lang="en-US" altLang="en-US" sz="1800">
                <a:solidFill>
                  <a:srgbClr val="00008B"/>
                </a:solidFill>
              </a:rPr>
              <a:t>void</a:t>
            </a:r>
            <a:r>
              <a:rPr lang="en-US" altLang="en-US" sz="1800">
                <a:solidFill>
                  <a:srgbClr val="000000"/>
                </a:solidFill>
              </a:rPr>
              <a:t> doSomething() { </a:t>
            </a:r>
          </a:p>
          <a:p>
            <a:pPr algn="just" eaLnBrk="1" hangingPunct="1">
              <a:spcBef>
                <a:spcPct val="0"/>
              </a:spcBef>
              <a:buFont typeface="Arial" panose="020B0604020202020204" pitchFamily="34" charset="0"/>
              <a:buNone/>
            </a:pPr>
            <a:r>
              <a:rPr lang="en-US" altLang="en-US" sz="1800">
                <a:solidFill>
                  <a:srgbClr val="000000"/>
                </a:solidFill>
              </a:rPr>
              <a:t>		 a = </a:t>
            </a:r>
            <a:r>
              <a:rPr lang="en-US" altLang="en-US" sz="1800">
                <a:solidFill>
                  <a:srgbClr val="800000"/>
                </a:solidFill>
              </a:rPr>
              <a:t>10</a:t>
            </a:r>
            <a:r>
              <a:rPr lang="en-US" altLang="en-US" sz="1800">
                <a:solidFill>
                  <a:srgbClr val="000000"/>
                </a:solidFill>
              </a:rPr>
              <a:t>; </a:t>
            </a:r>
            <a:r>
              <a:rPr lang="en-US" altLang="en-US" sz="1800">
                <a:solidFill>
                  <a:srgbClr val="808080"/>
                </a:solidFill>
              </a:rPr>
              <a:t>//Allowed</a:t>
            </a:r>
          </a:p>
          <a:p>
            <a:pPr algn="just" eaLnBrk="1" hangingPunct="1">
              <a:spcBef>
                <a:spcPct val="0"/>
              </a:spcBef>
              <a:buFont typeface="Arial" panose="020B0604020202020204" pitchFamily="34" charset="0"/>
              <a:buNone/>
            </a:pPr>
            <a:r>
              <a:rPr lang="en-US" altLang="en-US" sz="1800">
                <a:solidFill>
                  <a:srgbClr val="808080"/>
                </a:solidFill>
              </a:rPr>
              <a:t>		 </a:t>
            </a:r>
            <a:r>
              <a:rPr lang="en-US" altLang="en-US" sz="1800">
                <a:solidFill>
                  <a:srgbClr val="000000"/>
                </a:solidFill>
              </a:rPr>
              <a:t>b = </a:t>
            </a:r>
            <a:r>
              <a:rPr lang="en-US" altLang="en-US" sz="1800">
                <a:solidFill>
                  <a:srgbClr val="800000"/>
                </a:solidFill>
              </a:rPr>
              <a:t>20</a:t>
            </a:r>
            <a:r>
              <a:rPr lang="en-US" altLang="en-US" sz="1800">
                <a:solidFill>
                  <a:srgbClr val="000000"/>
                </a:solidFill>
              </a:rPr>
              <a:t>; </a:t>
            </a:r>
            <a:r>
              <a:rPr lang="en-US" altLang="en-US" sz="1800">
                <a:solidFill>
                  <a:srgbClr val="808080"/>
                </a:solidFill>
              </a:rPr>
              <a:t>//Allowed</a:t>
            </a:r>
            <a:r>
              <a:rPr lang="en-US" altLang="en-US" sz="1800">
                <a:solidFill>
                  <a:srgbClr val="000000"/>
                </a:solidFill>
              </a:rPr>
              <a:t> </a:t>
            </a:r>
          </a:p>
          <a:p>
            <a:pPr algn="just" eaLnBrk="1" hangingPunct="1">
              <a:spcBef>
                <a:spcPct val="0"/>
              </a:spcBef>
              <a:buFont typeface="Arial" panose="020B0604020202020204" pitchFamily="34" charset="0"/>
              <a:buNone/>
            </a:pPr>
            <a:r>
              <a:rPr lang="en-US" altLang="en-US" sz="1800">
                <a:solidFill>
                  <a:srgbClr val="000000"/>
                </a:solidFill>
              </a:rPr>
              <a:t>		c = </a:t>
            </a:r>
            <a:r>
              <a:rPr lang="en-US" altLang="en-US" sz="1800">
                <a:solidFill>
                  <a:srgbClr val="800000"/>
                </a:solidFill>
              </a:rPr>
              <a:t>30</a:t>
            </a:r>
            <a:r>
              <a:rPr lang="en-US" altLang="en-US" sz="1800">
                <a:solidFill>
                  <a:srgbClr val="000000"/>
                </a:solidFill>
              </a:rPr>
              <a:t>; </a:t>
            </a:r>
            <a:r>
              <a:rPr lang="en-US" altLang="en-US" sz="1800">
                <a:solidFill>
                  <a:srgbClr val="808080"/>
                </a:solidFill>
              </a:rPr>
              <a:t>//Not Allowed, Compiler Error</a:t>
            </a:r>
            <a:r>
              <a:rPr lang="en-US" altLang="en-US" sz="1800">
                <a:solidFill>
                  <a:srgbClr val="000000"/>
                </a:solidFill>
              </a:rPr>
              <a:t> }</a:t>
            </a:r>
          </a:p>
          <a:p>
            <a:pPr algn="just" eaLnBrk="1" hangingPunct="1">
              <a:spcBef>
                <a:spcPct val="0"/>
              </a:spcBef>
              <a:buFont typeface="Arial" panose="020B0604020202020204" pitchFamily="34" charset="0"/>
              <a:buNone/>
            </a:pPr>
            <a:r>
              <a:rPr lang="en-US" altLang="en-US" sz="1800">
                <a:solidFill>
                  <a:srgbClr val="000000"/>
                </a:solidFill>
              </a:rPr>
              <a:t>                  }; </a:t>
            </a:r>
          </a:p>
          <a:p>
            <a:pPr algn="just" eaLnBrk="1" hangingPunct="1">
              <a:spcBef>
                <a:spcPct val="0"/>
              </a:spcBef>
              <a:buFont typeface="Arial" panose="020B0604020202020204" pitchFamily="34" charset="0"/>
              <a:buNone/>
            </a:pPr>
            <a:r>
              <a:rPr lang="en-US" altLang="en-US" sz="1800">
                <a:solidFill>
                  <a:srgbClr val="000000"/>
                </a:solidFill>
              </a:rPr>
              <a:t> </a:t>
            </a:r>
            <a:r>
              <a:rPr lang="en-US" altLang="en-US" sz="1800">
                <a:solidFill>
                  <a:srgbClr val="00008B"/>
                </a:solidFill>
              </a:rPr>
              <a:t>class</a:t>
            </a:r>
            <a:r>
              <a:rPr lang="en-US" altLang="en-US" sz="1800">
                <a:solidFill>
                  <a:srgbClr val="000000"/>
                </a:solidFill>
              </a:rPr>
              <a:t> </a:t>
            </a:r>
            <a:r>
              <a:rPr lang="en-US" altLang="en-US" sz="1800">
                <a:solidFill>
                  <a:srgbClr val="2B91AF"/>
                </a:solidFill>
              </a:rPr>
              <a:t>Derived2</a:t>
            </a:r>
            <a:r>
              <a:rPr lang="en-US" altLang="en-US" sz="1800">
                <a:solidFill>
                  <a:srgbClr val="000000"/>
                </a:solidFill>
              </a:rPr>
              <a:t>:</a:t>
            </a:r>
            <a:r>
              <a:rPr lang="en-US" altLang="en-US" sz="1800">
                <a:solidFill>
                  <a:srgbClr val="00008B"/>
                </a:solidFill>
              </a:rPr>
              <a:t>public</a:t>
            </a:r>
            <a:r>
              <a:rPr lang="en-US" altLang="en-US" sz="1800">
                <a:solidFill>
                  <a:srgbClr val="000000"/>
                </a:solidFill>
              </a:rPr>
              <a:t> </a:t>
            </a:r>
            <a:r>
              <a:rPr lang="en-US" altLang="en-US" sz="1800">
                <a:solidFill>
                  <a:srgbClr val="2B91AF"/>
                </a:solidFill>
              </a:rPr>
              <a:t>Derived</a:t>
            </a:r>
            <a:r>
              <a:rPr lang="en-US" altLang="en-US" sz="1800">
                <a:solidFill>
                  <a:srgbClr val="000000"/>
                </a:solidFill>
              </a:rPr>
              <a:t> {</a:t>
            </a:r>
          </a:p>
          <a:p>
            <a:pPr algn="just" eaLnBrk="1" hangingPunct="1">
              <a:spcBef>
                <a:spcPct val="0"/>
              </a:spcBef>
              <a:buFont typeface="Arial" panose="020B0604020202020204" pitchFamily="34" charset="0"/>
              <a:buNone/>
            </a:pPr>
            <a:r>
              <a:rPr lang="en-US" altLang="en-US" sz="1800">
                <a:solidFill>
                  <a:srgbClr val="000000"/>
                </a:solidFill>
              </a:rPr>
              <a:t>            </a:t>
            </a:r>
            <a:r>
              <a:rPr lang="en-US" altLang="en-US" sz="1800">
                <a:solidFill>
                  <a:srgbClr val="00008B"/>
                </a:solidFill>
              </a:rPr>
              <a:t>void</a:t>
            </a:r>
            <a:r>
              <a:rPr lang="en-US" altLang="en-US" sz="1800">
                <a:solidFill>
                  <a:srgbClr val="000000"/>
                </a:solidFill>
              </a:rPr>
              <a:t> doSomethingMore() { </a:t>
            </a:r>
          </a:p>
          <a:p>
            <a:pPr algn="just" eaLnBrk="1" hangingPunct="1">
              <a:spcBef>
                <a:spcPct val="0"/>
              </a:spcBef>
              <a:buFont typeface="Arial" panose="020B0604020202020204" pitchFamily="34" charset="0"/>
              <a:buNone/>
            </a:pPr>
            <a:r>
              <a:rPr lang="en-US" altLang="en-US" sz="1800">
                <a:solidFill>
                  <a:srgbClr val="000000"/>
                </a:solidFill>
              </a:rPr>
              <a:t>                  a = </a:t>
            </a:r>
            <a:r>
              <a:rPr lang="en-US" altLang="en-US" sz="1800">
                <a:solidFill>
                  <a:srgbClr val="800000"/>
                </a:solidFill>
              </a:rPr>
              <a:t>10</a:t>
            </a:r>
            <a:r>
              <a:rPr lang="en-US" altLang="en-US" sz="1800">
                <a:solidFill>
                  <a:srgbClr val="000000"/>
                </a:solidFill>
              </a:rPr>
              <a:t>; </a:t>
            </a:r>
            <a:r>
              <a:rPr lang="en-US" altLang="en-US" sz="1800">
                <a:solidFill>
                  <a:srgbClr val="808080"/>
                </a:solidFill>
              </a:rPr>
              <a:t>//Not Allowed, Compiler Error, a is private member of Derived now</a:t>
            </a:r>
          </a:p>
          <a:p>
            <a:pPr algn="just" eaLnBrk="1" hangingPunct="1">
              <a:spcBef>
                <a:spcPct val="0"/>
              </a:spcBef>
              <a:buFont typeface="Arial" panose="020B0604020202020204" pitchFamily="34" charset="0"/>
              <a:buNone/>
            </a:pPr>
            <a:r>
              <a:rPr lang="en-US" altLang="en-US" sz="1800">
                <a:solidFill>
                  <a:srgbClr val="808080"/>
                </a:solidFill>
              </a:rPr>
              <a:t>                 </a:t>
            </a:r>
            <a:r>
              <a:rPr lang="en-US" altLang="en-US" sz="1800">
                <a:solidFill>
                  <a:srgbClr val="000000"/>
                </a:solidFill>
              </a:rPr>
              <a:t> b = </a:t>
            </a:r>
            <a:r>
              <a:rPr lang="en-US" altLang="en-US" sz="1800">
                <a:solidFill>
                  <a:srgbClr val="800000"/>
                </a:solidFill>
              </a:rPr>
              <a:t>20</a:t>
            </a:r>
            <a:r>
              <a:rPr lang="en-US" altLang="en-US" sz="1800">
                <a:solidFill>
                  <a:srgbClr val="000000"/>
                </a:solidFill>
              </a:rPr>
              <a:t>; </a:t>
            </a:r>
            <a:r>
              <a:rPr lang="en-US" altLang="en-US" sz="1800">
                <a:solidFill>
                  <a:srgbClr val="808080"/>
                </a:solidFill>
              </a:rPr>
              <a:t>//Not Allowed, Compiler Error, b is private member of Derived now</a:t>
            </a:r>
          </a:p>
          <a:p>
            <a:pPr algn="just" eaLnBrk="1" hangingPunct="1">
              <a:spcBef>
                <a:spcPct val="0"/>
              </a:spcBef>
              <a:buFont typeface="Arial" panose="020B0604020202020204" pitchFamily="34" charset="0"/>
              <a:buNone/>
            </a:pPr>
            <a:r>
              <a:rPr lang="en-US" altLang="en-US" sz="1800">
                <a:solidFill>
                  <a:srgbClr val="808080"/>
                </a:solidFill>
              </a:rPr>
              <a:t>                 </a:t>
            </a:r>
            <a:r>
              <a:rPr lang="en-US" altLang="en-US" sz="1800">
                <a:solidFill>
                  <a:srgbClr val="000000"/>
                </a:solidFill>
              </a:rPr>
              <a:t> c = </a:t>
            </a:r>
            <a:r>
              <a:rPr lang="en-US" altLang="en-US" sz="1800">
                <a:solidFill>
                  <a:srgbClr val="800000"/>
                </a:solidFill>
              </a:rPr>
              <a:t>30</a:t>
            </a:r>
            <a:r>
              <a:rPr lang="en-US" altLang="en-US" sz="1800">
                <a:solidFill>
                  <a:srgbClr val="000000"/>
                </a:solidFill>
              </a:rPr>
              <a:t>; </a:t>
            </a:r>
            <a:r>
              <a:rPr lang="en-US" altLang="en-US" sz="1800">
                <a:solidFill>
                  <a:srgbClr val="808080"/>
                </a:solidFill>
              </a:rPr>
              <a:t>//Not Allowed, Compiler Error</a:t>
            </a:r>
            <a:r>
              <a:rPr lang="en-US" altLang="en-US" sz="1800">
                <a:solidFill>
                  <a:srgbClr val="000000"/>
                </a:solidFill>
              </a:rPr>
              <a:t> } </a:t>
            </a:r>
          </a:p>
          <a:p>
            <a:pPr algn="just" eaLnBrk="1" hangingPunct="1">
              <a:spcBef>
                <a:spcPct val="0"/>
              </a:spcBef>
              <a:buFont typeface="Arial" panose="020B0604020202020204" pitchFamily="34" charset="0"/>
              <a:buNone/>
            </a:pPr>
            <a:r>
              <a:rPr lang="en-US" altLang="en-US" sz="1800">
                <a:solidFill>
                  <a:srgbClr val="000000"/>
                </a:solidFill>
              </a:rPr>
              <a:t>                 };</a:t>
            </a:r>
          </a:p>
          <a:p>
            <a:pPr algn="just" eaLnBrk="1" hangingPunct="1">
              <a:spcBef>
                <a:spcPct val="0"/>
              </a:spcBef>
              <a:buFont typeface="Arial" panose="020B0604020202020204" pitchFamily="34" charset="0"/>
              <a:buNone/>
            </a:pPr>
            <a:r>
              <a:rPr lang="en-US" altLang="en-US" sz="1800">
                <a:solidFill>
                  <a:srgbClr val="000000"/>
                </a:solidFill>
              </a:rPr>
              <a:t> </a:t>
            </a:r>
            <a:r>
              <a:rPr lang="en-US" altLang="en-US" sz="1800">
                <a:solidFill>
                  <a:srgbClr val="2B91AF"/>
                </a:solidFill>
              </a:rPr>
              <a:t>int</a:t>
            </a:r>
            <a:r>
              <a:rPr lang="en-US" altLang="en-US" sz="1800">
                <a:solidFill>
                  <a:srgbClr val="000000"/>
                </a:solidFill>
              </a:rPr>
              <a:t> main() { </a:t>
            </a:r>
          </a:p>
          <a:p>
            <a:pPr algn="just" eaLnBrk="1" hangingPunct="1">
              <a:spcBef>
                <a:spcPct val="0"/>
              </a:spcBef>
              <a:buFont typeface="Arial" panose="020B0604020202020204" pitchFamily="34" charset="0"/>
              <a:buNone/>
            </a:pPr>
            <a:r>
              <a:rPr lang="en-US" altLang="en-US" sz="1800">
                <a:solidFill>
                  <a:srgbClr val="000000"/>
                </a:solidFill>
              </a:rPr>
              <a:t>               </a:t>
            </a:r>
            <a:r>
              <a:rPr lang="en-US" altLang="en-US" sz="1800">
                <a:solidFill>
                  <a:srgbClr val="2B91AF"/>
                </a:solidFill>
              </a:rPr>
              <a:t>Derived</a:t>
            </a:r>
            <a:r>
              <a:rPr lang="en-US" altLang="en-US" sz="1800">
                <a:solidFill>
                  <a:srgbClr val="000000"/>
                </a:solidFill>
              </a:rPr>
              <a:t> obj; obj.a = </a:t>
            </a:r>
            <a:r>
              <a:rPr lang="en-US" altLang="en-US" sz="1800">
                <a:solidFill>
                  <a:srgbClr val="800000"/>
                </a:solidFill>
              </a:rPr>
              <a:t>10</a:t>
            </a:r>
            <a:r>
              <a:rPr lang="en-US" altLang="en-US" sz="1800">
                <a:solidFill>
                  <a:srgbClr val="000000"/>
                </a:solidFill>
              </a:rPr>
              <a:t>; </a:t>
            </a:r>
            <a:r>
              <a:rPr lang="en-US" altLang="en-US" sz="1800">
                <a:solidFill>
                  <a:srgbClr val="808080"/>
                </a:solidFill>
              </a:rPr>
              <a:t>//Not Allowed, Compiler Error</a:t>
            </a:r>
          </a:p>
          <a:p>
            <a:pPr algn="just" eaLnBrk="1" hangingPunct="1">
              <a:spcBef>
                <a:spcPct val="0"/>
              </a:spcBef>
              <a:buFont typeface="Arial" panose="020B0604020202020204" pitchFamily="34" charset="0"/>
              <a:buNone/>
            </a:pPr>
            <a:r>
              <a:rPr lang="en-US" altLang="en-US" sz="1800">
                <a:solidFill>
                  <a:srgbClr val="808080"/>
                </a:solidFill>
              </a:rPr>
              <a:t>               </a:t>
            </a:r>
            <a:r>
              <a:rPr lang="en-US" altLang="en-US" sz="1800">
                <a:solidFill>
                  <a:srgbClr val="000000"/>
                </a:solidFill>
              </a:rPr>
              <a:t> obj.b = </a:t>
            </a:r>
            <a:r>
              <a:rPr lang="en-US" altLang="en-US" sz="1800">
                <a:solidFill>
                  <a:srgbClr val="800000"/>
                </a:solidFill>
              </a:rPr>
              <a:t>20</a:t>
            </a:r>
            <a:r>
              <a:rPr lang="en-US" altLang="en-US" sz="1800">
                <a:solidFill>
                  <a:srgbClr val="000000"/>
                </a:solidFill>
              </a:rPr>
              <a:t>; </a:t>
            </a:r>
            <a:r>
              <a:rPr lang="en-US" altLang="en-US" sz="1800">
                <a:solidFill>
                  <a:srgbClr val="808080"/>
                </a:solidFill>
              </a:rPr>
              <a:t>//Not Allowed, Compiler Error</a:t>
            </a:r>
          </a:p>
          <a:p>
            <a:pPr algn="just" eaLnBrk="1" hangingPunct="1">
              <a:spcBef>
                <a:spcPct val="0"/>
              </a:spcBef>
              <a:buFont typeface="Arial" panose="020B0604020202020204" pitchFamily="34" charset="0"/>
              <a:buNone/>
            </a:pPr>
            <a:r>
              <a:rPr lang="en-US" altLang="en-US" sz="1800">
                <a:solidFill>
                  <a:srgbClr val="808080"/>
                </a:solidFill>
              </a:rPr>
              <a:t>               </a:t>
            </a:r>
            <a:r>
              <a:rPr lang="en-US" altLang="en-US" sz="1800">
                <a:solidFill>
                  <a:srgbClr val="000000"/>
                </a:solidFill>
              </a:rPr>
              <a:t> obj.c = </a:t>
            </a:r>
            <a:r>
              <a:rPr lang="en-US" altLang="en-US" sz="1800">
                <a:solidFill>
                  <a:srgbClr val="800000"/>
                </a:solidFill>
              </a:rPr>
              <a:t>30</a:t>
            </a:r>
            <a:r>
              <a:rPr lang="en-US" altLang="en-US" sz="1800">
                <a:solidFill>
                  <a:srgbClr val="000000"/>
                </a:solidFill>
              </a:rPr>
              <a:t>; </a:t>
            </a:r>
            <a:r>
              <a:rPr lang="en-US" altLang="en-US" sz="1800">
                <a:solidFill>
                  <a:srgbClr val="808080"/>
                </a:solidFill>
              </a:rPr>
              <a:t>//Not Allowed, Compiler Error   </a:t>
            </a:r>
            <a:r>
              <a:rPr lang="en-US" altLang="en-US" sz="1800">
                <a:solidFill>
                  <a:srgbClr val="000000"/>
                </a:solidFill>
              </a:rPr>
              <a:t> }</a:t>
            </a:r>
            <a:endParaRPr lang="en-US" altLang="en-US" sz="1800"/>
          </a:p>
        </p:txBody>
      </p:sp>
    </p:spTree>
    <p:extLst>
      <p:ext uri="{BB962C8B-B14F-4D97-AF65-F5344CB8AC3E}">
        <p14:creationId xmlns:p14="http://schemas.microsoft.com/office/powerpoint/2010/main" val="2784849878"/>
      </p:ext>
    </p:extLst>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6322" name="Content Placeholder 2"/>
          <p:cNvSpPr>
            <a:spLocks noGrp="1"/>
          </p:cNvSpPr>
          <p:nvPr>
            <p:ph idx="1"/>
          </p:nvPr>
        </p:nvSpPr>
        <p:spPr>
          <a:xfrm>
            <a:off x="1569720" y="266700"/>
            <a:ext cx="8458200" cy="6324600"/>
          </a:xfrm>
        </p:spPr>
        <p:txBody>
          <a:bodyPr/>
          <a:lstStyle/>
          <a:p>
            <a:pPr algn="just" eaLnBrk="1" hangingPunct="1">
              <a:spcBef>
                <a:spcPct val="0"/>
              </a:spcBef>
            </a:pPr>
            <a:r>
              <a:rPr lang="en-US" altLang="en-US" sz="2400" b="1" dirty="0"/>
              <a:t>Protected Inheritance:</a:t>
            </a:r>
          </a:p>
          <a:p>
            <a:pPr algn="just" eaLnBrk="1" hangingPunct="1">
              <a:spcBef>
                <a:spcPct val="0"/>
              </a:spcBef>
              <a:buFont typeface="Arial" panose="020B0604020202020204" pitchFamily="34" charset="0"/>
              <a:buNone/>
            </a:pPr>
            <a:r>
              <a:rPr lang="en-US" altLang="en-US" sz="2400" b="1" dirty="0"/>
              <a:t>	</a:t>
            </a:r>
            <a:r>
              <a:rPr lang="en-US" altLang="en-US" sz="1800" dirty="0"/>
              <a:t>All Public members of the Base Class become Protected Members of the derived class  &amp; All Protected members of the Base Class become Protected Members of the Derived Class.</a:t>
            </a:r>
          </a:p>
          <a:p>
            <a:pPr algn="just" eaLnBrk="1" hangingPunct="1">
              <a:spcBef>
                <a:spcPct val="0"/>
              </a:spcBef>
              <a:buFont typeface="Arial" panose="020B0604020202020204" pitchFamily="34" charset="0"/>
              <a:buNone/>
            </a:pPr>
            <a:r>
              <a:rPr lang="en-US" altLang="en-US" sz="1800" dirty="0">
                <a:solidFill>
                  <a:srgbClr val="2B91AF"/>
                </a:solidFill>
              </a:rPr>
              <a:t>Class</a:t>
            </a:r>
            <a:r>
              <a:rPr lang="en-US" altLang="en-US" sz="1800" dirty="0">
                <a:solidFill>
                  <a:srgbClr val="000000"/>
                </a:solidFill>
              </a:rPr>
              <a:t> </a:t>
            </a:r>
            <a:r>
              <a:rPr lang="en-US" altLang="en-US" sz="1800" dirty="0">
                <a:solidFill>
                  <a:srgbClr val="2B91AF"/>
                </a:solidFill>
              </a:rPr>
              <a:t>Base</a:t>
            </a:r>
            <a:r>
              <a:rPr lang="en-US" altLang="en-US" sz="1800" dirty="0">
                <a:solidFill>
                  <a:srgbClr val="000000"/>
                </a:solidFill>
              </a:rPr>
              <a:t> {</a:t>
            </a:r>
          </a:p>
          <a:p>
            <a:pPr algn="just" eaLnBrk="1" hangingPunct="1">
              <a:spcBef>
                <a:spcPct val="0"/>
              </a:spcBef>
              <a:buFont typeface="Arial" panose="020B0604020202020204" pitchFamily="34" charset="0"/>
              <a:buNone/>
            </a:pPr>
            <a:r>
              <a:rPr lang="en-US" altLang="en-US" sz="1800" dirty="0">
                <a:solidFill>
                  <a:srgbClr val="000000"/>
                </a:solidFill>
              </a:rPr>
              <a:t>	 </a:t>
            </a:r>
            <a:r>
              <a:rPr lang="en-US" altLang="en-US" sz="1800" dirty="0">
                <a:solidFill>
                  <a:srgbClr val="00008B"/>
                </a:solidFill>
              </a:rPr>
              <a:t>public</a:t>
            </a:r>
            <a:r>
              <a:rPr lang="en-US" altLang="en-US" sz="1800" dirty="0">
                <a:solidFill>
                  <a:srgbClr val="000000"/>
                </a:solidFill>
              </a:rPr>
              <a:t>: </a:t>
            </a:r>
            <a:r>
              <a:rPr lang="en-US" altLang="en-US" sz="1800" dirty="0">
                <a:solidFill>
                  <a:srgbClr val="2B91AF"/>
                </a:solidFill>
              </a:rPr>
              <a:t>int</a:t>
            </a:r>
            <a:r>
              <a:rPr lang="en-US" altLang="en-US" sz="1800" dirty="0">
                <a:solidFill>
                  <a:srgbClr val="000000"/>
                </a:solidFill>
              </a:rPr>
              <a:t> a;</a:t>
            </a:r>
          </a:p>
          <a:p>
            <a:pPr algn="just" eaLnBrk="1" hangingPunct="1">
              <a:spcBef>
                <a:spcPct val="0"/>
              </a:spcBef>
              <a:buFont typeface="Arial" panose="020B0604020202020204" pitchFamily="34" charset="0"/>
              <a:buNone/>
            </a:pPr>
            <a:r>
              <a:rPr lang="en-US" altLang="en-US" sz="1800" dirty="0">
                <a:solidFill>
                  <a:srgbClr val="000000"/>
                </a:solidFill>
              </a:rPr>
              <a:t>	 </a:t>
            </a:r>
            <a:r>
              <a:rPr lang="en-US" altLang="en-US" sz="1800" dirty="0">
                <a:solidFill>
                  <a:srgbClr val="00008B"/>
                </a:solidFill>
              </a:rPr>
              <a:t>protected</a:t>
            </a:r>
            <a:r>
              <a:rPr lang="en-US" altLang="en-US" sz="1800" dirty="0">
                <a:solidFill>
                  <a:srgbClr val="000000"/>
                </a:solidFill>
              </a:rPr>
              <a:t>: </a:t>
            </a:r>
            <a:r>
              <a:rPr lang="en-US" altLang="en-US" sz="1800" dirty="0">
                <a:solidFill>
                  <a:srgbClr val="2B91AF"/>
                </a:solidFill>
              </a:rPr>
              <a:t>int</a:t>
            </a:r>
            <a:r>
              <a:rPr lang="en-US" altLang="en-US" sz="1800" dirty="0">
                <a:solidFill>
                  <a:srgbClr val="000000"/>
                </a:solidFill>
              </a:rPr>
              <a:t> b; </a:t>
            </a:r>
          </a:p>
          <a:p>
            <a:pPr algn="just" eaLnBrk="1" hangingPunct="1">
              <a:spcBef>
                <a:spcPct val="0"/>
              </a:spcBef>
              <a:buFont typeface="Arial" panose="020B0604020202020204" pitchFamily="34" charset="0"/>
              <a:buNone/>
            </a:pPr>
            <a:r>
              <a:rPr lang="en-US" altLang="en-US" sz="1800" dirty="0">
                <a:solidFill>
                  <a:srgbClr val="000000"/>
                </a:solidFill>
              </a:rPr>
              <a:t>	</a:t>
            </a:r>
            <a:r>
              <a:rPr lang="en-US" altLang="en-US" sz="1800" dirty="0">
                <a:solidFill>
                  <a:srgbClr val="00008B"/>
                </a:solidFill>
              </a:rPr>
              <a:t>private</a:t>
            </a:r>
            <a:r>
              <a:rPr lang="en-US" altLang="en-US" sz="1800" dirty="0">
                <a:solidFill>
                  <a:srgbClr val="000000"/>
                </a:solidFill>
              </a:rPr>
              <a:t>: </a:t>
            </a:r>
            <a:r>
              <a:rPr lang="en-US" altLang="en-US" sz="1800" dirty="0">
                <a:solidFill>
                  <a:srgbClr val="2B91AF"/>
                </a:solidFill>
              </a:rPr>
              <a:t>int</a:t>
            </a:r>
            <a:r>
              <a:rPr lang="en-US" altLang="en-US" sz="1800" dirty="0">
                <a:solidFill>
                  <a:srgbClr val="000000"/>
                </a:solidFill>
              </a:rPr>
              <a:t> c; }; </a:t>
            </a:r>
          </a:p>
          <a:p>
            <a:pPr algn="just" eaLnBrk="1" hangingPunct="1">
              <a:spcBef>
                <a:spcPct val="0"/>
              </a:spcBef>
              <a:buFont typeface="Arial" panose="020B0604020202020204" pitchFamily="34" charset="0"/>
              <a:buNone/>
            </a:pPr>
            <a:r>
              <a:rPr lang="en-US" altLang="en-US" sz="1800" dirty="0">
                <a:solidFill>
                  <a:srgbClr val="00008B"/>
                </a:solidFill>
              </a:rPr>
              <a:t>class</a:t>
            </a:r>
            <a:r>
              <a:rPr lang="en-US" altLang="en-US" sz="1800" dirty="0">
                <a:solidFill>
                  <a:srgbClr val="000000"/>
                </a:solidFill>
              </a:rPr>
              <a:t> </a:t>
            </a:r>
            <a:r>
              <a:rPr lang="en-US" altLang="en-US" sz="1800" dirty="0" err="1">
                <a:solidFill>
                  <a:srgbClr val="2B91AF"/>
                </a:solidFill>
              </a:rPr>
              <a:t>Derived</a:t>
            </a:r>
            <a:r>
              <a:rPr lang="en-US" altLang="en-US" sz="1800" dirty="0" err="1">
                <a:solidFill>
                  <a:srgbClr val="000000"/>
                </a:solidFill>
              </a:rPr>
              <a:t>:</a:t>
            </a:r>
            <a:r>
              <a:rPr lang="en-US" altLang="en-US" sz="1800" dirty="0" err="1">
                <a:solidFill>
                  <a:srgbClr val="00008B"/>
                </a:solidFill>
              </a:rPr>
              <a:t>protected</a:t>
            </a:r>
            <a:r>
              <a:rPr lang="en-US" altLang="en-US" sz="1800" dirty="0">
                <a:solidFill>
                  <a:srgbClr val="000000"/>
                </a:solidFill>
              </a:rPr>
              <a:t> </a:t>
            </a:r>
            <a:r>
              <a:rPr lang="en-US" altLang="en-US" sz="1800" dirty="0">
                <a:solidFill>
                  <a:srgbClr val="2B91AF"/>
                </a:solidFill>
              </a:rPr>
              <a:t>Base</a:t>
            </a:r>
            <a:r>
              <a:rPr lang="en-US" altLang="en-US" sz="1800" dirty="0">
                <a:solidFill>
                  <a:srgbClr val="000000"/>
                </a:solidFill>
              </a:rPr>
              <a:t> {</a:t>
            </a:r>
          </a:p>
          <a:p>
            <a:pPr algn="just" eaLnBrk="1" hangingPunct="1">
              <a:spcBef>
                <a:spcPct val="0"/>
              </a:spcBef>
              <a:buFont typeface="Arial" panose="020B0604020202020204" pitchFamily="34" charset="0"/>
              <a:buNone/>
            </a:pPr>
            <a:r>
              <a:rPr lang="en-US" altLang="en-US" sz="1800" dirty="0">
                <a:solidFill>
                  <a:srgbClr val="000000"/>
                </a:solidFill>
              </a:rPr>
              <a:t>	 </a:t>
            </a:r>
            <a:r>
              <a:rPr lang="en-US" altLang="en-US" sz="1800" dirty="0">
                <a:solidFill>
                  <a:srgbClr val="00008B"/>
                </a:solidFill>
              </a:rPr>
              <a:t>void</a:t>
            </a:r>
            <a:r>
              <a:rPr lang="en-US" altLang="en-US" sz="1800" dirty="0">
                <a:solidFill>
                  <a:srgbClr val="000000"/>
                </a:solidFill>
              </a:rPr>
              <a:t> </a:t>
            </a:r>
            <a:r>
              <a:rPr lang="en-US" altLang="en-US" sz="1800" dirty="0" err="1">
                <a:solidFill>
                  <a:srgbClr val="000000"/>
                </a:solidFill>
              </a:rPr>
              <a:t>doSomething</a:t>
            </a:r>
            <a:r>
              <a:rPr lang="en-US" altLang="en-US" sz="1800" dirty="0">
                <a:solidFill>
                  <a:srgbClr val="000000"/>
                </a:solidFill>
              </a:rPr>
              <a:t>() {</a:t>
            </a:r>
          </a:p>
          <a:p>
            <a:pPr algn="just" eaLnBrk="1" hangingPunct="1">
              <a:spcBef>
                <a:spcPct val="0"/>
              </a:spcBef>
              <a:buFont typeface="Arial" panose="020B0604020202020204" pitchFamily="34" charset="0"/>
              <a:buNone/>
            </a:pPr>
            <a:r>
              <a:rPr lang="en-US" altLang="en-US" sz="1800" dirty="0">
                <a:solidFill>
                  <a:srgbClr val="000000"/>
                </a:solidFill>
              </a:rPr>
              <a:t>		 a = </a:t>
            </a:r>
            <a:r>
              <a:rPr lang="en-US" altLang="en-US" sz="1800" dirty="0">
                <a:solidFill>
                  <a:srgbClr val="800000"/>
                </a:solidFill>
              </a:rPr>
              <a:t>10</a:t>
            </a:r>
            <a:r>
              <a:rPr lang="en-US" altLang="en-US" sz="1800" dirty="0">
                <a:solidFill>
                  <a:srgbClr val="000000"/>
                </a:solidFill>
              </a:rPr>
              <a:t>; </a:t>
            </a:r>
            <a:r>
              <a:rPr lang="en-US" altLang="en-US" sz="1800" dirty="0">
                <a:solidFill>
                  <a:srgbClr val="808080"/>
                </a:solidFill>
              </a:rPr>
              <a:t>//Allowed </a:t>
            </a:r>
          </a:p>
          <a:p>
            <a:pPr algn="just" eaLnBrk="1" hangingPunct="1">
              <a:spcBef>
                <a:spcPct val="0"/>
              </a:spcBef>
              <a:buFont typeface="Arial" panose="020B0604020202020204" pitchFamily="34" charset="0"/>
              <a:buNone/>
            </a:pPr>
            <a:r>
              <a:rPr lang="en-US" altLang="en-US" sz="1800" dirty="0">
                <a:solidFill>
                  <a:srgbClr val="808080"/>
                </a:solidFill>
              </a:rPr>
              <a:t>		</a:t>
            </a:r>
            <a:r>
              <a:rPr lang="en-US" altLang="en-US" sz="1800" dirty="0">
                <a:solidFill>
                  <a:srgbClr val="000000"/>
                </a:solidFill>
              </a:rPr>
              <a:t>b = </a:t>
            </a:r>
            <a:r>
              <a:rPr lang="en-US" altLang="en-US" sz="1800" dirty="0">
                <a:solidFill>
                  <a:srgbClr val="800000"/>
                </a:solidFill>
              </a:rPr>
              <a:t>20</a:t>
            </a:r>
            <a:r>
              <a:rPr lang="en-US" altLang="en-US" sz="1800" dirty="0">
                <a:solidFill>
                  <a:srgbClr val="000000"/>
                </a:solidFill>
              </a:rPr>
              <a:t>; </a:t>
            </a:r>
            <a:r>
              <a:rPr lang="en-US" altLang="en-US" sz="1800" dirty="0">
                <a:solidFill>
                  <a:srgbClr val="808080"/>
                </a:solidFill>
              </a:rPr>
              <a:t>//Allowed</a:t>
            </a:r>
            <a:r>
              <a:rPr lang="en-US" altLang="en-US" sz="1800" dirty="0">
                <a:solidFill>
                  <a:srgbClr val="000000"/>
                </a:solidFill>
              </a:rPr>
              <a:t> </a:t>
            </a:r>
          </a:p>
          <a:p>
            <a:pPr algn="just" eaLnBrk="1" hangingPunct="1">
              <a:spcBef>
                <a:spcPct val="0"/>
              </a:spcBef>
              <a:buFont typeface="Arial" panose="020B0604020202020204" pitchFamily="34" charset="0"/>
              <a:buNone/>
            </a:pPr>
            <a:r>
              <a:rPr lang="en-US" altLang="en-US" sz="1800" dirty="0">
                <a:solidFill>
                  <a:srgbClr val="000000"/>
                </a:solidFill>
              </a:rPr>
              <a:t>		c = </a:t>
            </a:r>
            <a:r>
              <a:rPr lang="en-US" altLang="en-US" sz="1800" dirty="0">
                <a:solidFill>
                  <a:srgbClr val="800000"/>
                </a:solidFill>
              </a:rPr>
              <a:t>30</a:t>
            </a:r>
            <a:r>
              <a:rPr lang="en-US" altLang="en-US" sz="1800" dirty="0">
                <a:solidFill>
                  <a:srgbClr val="000000"/>
                </a:solidFill>
              </a:rPr>
              <a:t>; </a:t>
            </a:r>
            <a:r>
              <a:rPr lang="en-US" altLang="en-US" sz="1800" dirty="0">
                <a:solidFill>
                  <a:srgbClr val="808080"/>
                </a:solidFill>
              </a:rPr>
              <a:t>//Not Allowed, Compiler Error</a:t>
            </a:r>
            <a:r>
              <a:rPr lang="en-US" altLang="en-US" sz="1800" dirty="0">
                <a:solidFill>
                  <a:srgbClr val="000000"/>
                </a:solidFill>
              </a:rPr>
              <a:t> }</a:t>
            </a:r>
          </a:p>
          <a:p>
            <a:pPr algn="just" eaLnBrk="1" hangingPunct="1">
              <a:spcBef>
                <a:spcPct val="0"/>
              </a:spcBef>
              <a:buFont typeface="Arial" panose="020B0604020202020204" pitchFamily="34" charset="0"/>
              <a:buNone/>
            </a:pPr>
            <a:r>
              <a:rPr lang="en-US" altLang="en-US" sz="1800" dirty="0">
                <a:solidFill>
                  <a:srgbClr val="000000"/>
                </a:solidFill>
              </a:rPr>
              <a:t>	 };</a:t>
            </a:r>
          </a:p>
          <a:p>
            <a:pPr algn="just" eaLnBrk="1" hangingPunct="1">
              <a:spcBef>
                <a:spcPct val="0"/>
              </a:spcBef>
              <a:buFont typeface="Arial" panose="020B0604020202020204" pitchFamily="34" charset="0"/>
              <a:buNone/>
            </a:pPr>
            <a:r>
              <a:rPr lang="en-US" altLang="en-US" sz="1800" dirty="0">
                <a:solidFill>
                  <a:srgbClr val="000000"/>
                </a:solidFill>
              </a:rPr>
              <a:t> </a:t>
            </a:r>
            <a:r>
              <a:rPr lang="en-US" altLang="en-US" sz="1800" dirty="0">
                <a:solidFill>
                  <a:srgbClr val="00008B"/>
                </a:solidFill>
              </a:rPr>
              <a:t>class</a:t>
            </a:r>
            <a:r>
              <a:rPr lang="en-US" altLang="en-US" sz="1800" dirty="0">
                <a:solidFill>
                  <a:srgbClr val="000000"/>
                </a:solidFill>
              </a:rPr>
              <a:t> </a:t>
            </a:r>
            <a:r>
              <a:rPr lang="en-US" altLang="en-US" sz="1800" dirty="0">
                <a:solidFill>
                  <a:srgbClr val="2B91AF"/>
                </a:solidFill>
              </a:rPr>
              <a:t>Derived2</a:t>
            </a:r>
            <a:r>
              <a:rPr lang="en-US" altLang="en-US" sz="1800" dirty="0">
                <a:solidFill>
                  <a:srgbClr val="000000"/>
                </a:solidFill>
              </a:rPr>
              <a:t>:</a:t>
            </a:r>
            <a:r>
              <a:rPr lang="en-US" altLang="en-US" sz="1800" dirty="0">
                <a:solidFill>
                  <a:srgbClr val="00008B"/>
                </a:solidFill>
              </a:rPr>
              <a:t>public</a:t>
            </a:r>
            <a:r>
              <a:rPr lang="en-US" altLang="en-US" sz="1800" dirty="0">
                <a:solidFill>
                  <a:srgbClr val="000000"/>
                </a:solidFill>
              </a:rPr>
              <a:t> </a:t>
            </a:r>
            <a:r>
              <a:rPr lang="en-US" altLang="en-US" sz="1800" dirty="0">
                <a:solidFill>
                  <a:srgbClr val="2B91AF"/>
                </a:solidFill>
              </a:rPr>
              <a:t>Derived</a:t>
            </a:r>
            <a:r>
              <a:rPr lang="en-US" altLang="en-US" sz="1800" dirty="0">
                <a:solidFill>
                  <a:srgbClr val="000000"/>
                </a:solidFill>
              </a:rPr>
              <a:t> {</a:t>
            </a:r>
          </a:p>
          <a:p>
            <a:pPr algn="just" eaLnBrk="1" hangingPunct="1">
              <a:spcBef>
                <a:spcPct val="0"/>
              </a:spcBef>
              <a:buFont typeface="Arial" panose="020B0604020202020204" pitchFamily="34" charset="0"/>
              <a:buNone/>
            </a:pPr>
            <a:r>
              <a:rPr lang="en-US" altLang="en-US" sz="1800" dirty="0">
                <a:solidFill>
                  <a:srgbClr val="000000"/>
                </a:solidFill>
              </a:rPr>
              <a:t>	 </a:t>
            </a:r>
            <a:r>
              <a:rPr lang="en-US" altLang="en-US" sz="1800" dirty="0">
                <a:solidFill>
                  <a:srgbClr val="00008B"/>
                </a:solidFill>
              </a:rPr>
              <a:t>void</a:t>
            </a:r>
            <a:r>
              <a:rPr lang="en-US" altLang="en-US" sz="1800" dirty="0">
                <a:solidFill>
                  <a:srgbClr val="000000"/>
                </a:solidFill>
              </a:rPr>
              <a:t> </a:t>
            </a:r>
            <a:r>
              <a:rPr lang="en-US" altLang="en-US" sz="1800" dirty="0" err="1">
                <a:solidFill>
                  <a:srgbClr val="000000"/>
                </a:solidFill>
              </a:rPr>
              <a:t>doSomethingMore</a:t>
            </a:r>
            <a:r>
              <a:rPr lang="en-US" altLang="en-US" sz="1800" dirty="0">
                <a:solidFill>
                  <a:srgbClr val="000000"/>
                </a:solidFill>
              </a:rPr>
              <a:t>() {</a:t>
            </a:r>
          </a:p>
          <a:p>
            <a:pPr algn="just" eaLnBrk="1" hangingPunct="1">
              <a:spcBef>
                <a:spcPct val="0"/>
              </a:spcBef>
              <a:buFont typeface="Arial" panose="020B0604020202020204" pitchFamily="34" charset="0"/>
              <a:buNone/>
            </a:pPr>
            <a:r>
              <a:rPr lang="en-US" altLang="en-US" sz="1800" dirty="0">
                <a:solidFill>
                  <a:srgbClr val="000000"/>
                </a:solidFill>
              </a:rPr>
              <a:t>		 a = </a:t>
            </a:r>
            <a:r>
              <a:rPr lang="en-US" altLang="en-US" sz="1800" dirty="0">
                <a:solidFill>
                  <a:srgbClr val="800000"/>
                </a:solidFill>
              </a:rPr>
              <a:t>10</a:t>
            </a:r>
            <a:r>
              <a:rPr lang="en-US" altLang="en-US" sz="1800" dirty="0">
                <a:solidFill>
                  <a:srgbClr val="000000"/>
                </a:solidFill>
              </a:rPr>
              <a:t>; </a:t>
            </a:r>
            <a:r>
              <a:rPr lang="en-US" altLang="en-US" sz="1800" dirty="0">
                <a:solidFill>
                  <a:srgbClr val="808080"/>
                </a:solidFill>
              </a:rPr>
              <a:t>//Allowed, a is protected member inside Derived &amp; Derived2 is public derivation from Derived, a is now protected member of Derived2</a:t>
            </a:r>
            <a:r>
              <a:rPr lang="en-US" altLang="en-US" sz="1800" dirty="0">
                <a:solidFill>
                  <a:srgbClr val="000000"/>
                </a:solidFill>
              </a:rPr>
              <a:t> </a:t>
            </a:r>
          </a:p>
          <a:p>
            <a:pPr algn="just" eaLnBrk="1" hangingPunct="1">
              <a:spcBef>
                <a:spcPct val="0"/>
              </a:spcBef>
              <a:buFont typeface="Arial" panose="020B0604020202020204" pitchFamily="34" charset="0"/>
              <a:buNone/>
            </a:pPr>
            <a:r>
              <a:rPr lang="en-US" altLang="en-US" sz="1800" dirty="0">
                <a:solidFill>
                  <a:srgbClr val="000000"/>
                </a:solidFill>
              </a:rPr>
              <a:t>		b = </a:t>
            </a:r>
            <a:r>
              <a:rPr lang="en-US" altLang="en-US" sz="1800" dirty="0">
                <a:solidFill>
                  <a:srgbClr val="800000"/>
                </a:solidFill>
              </a:rPr>
              <a:t>20</a:t>
            </a:r>
            <a:r>
              <a:rPr lang="en-US" altLang="en-US" sz="1800" dirty="0">
                <a:solidFill>
                  <a:srgbClr val="000000"/>
                </a:solidFill>
              </a:rPr>
              <a:t>; </a:t>
            </a:r>
            <a:r>
              <a:rPr lang="en-US" altLang="en-US" sz="1800" dirty="0">
                <a:solidFill>
                  <a:srgbClr val="808080"/>
                </a:solidFill>
              </a:rPr>
              <a:t>//Allowed, b is protected member inside Derived &amp; Derived2 is public derivation from Derived, b is now protected member of Derived2</a:t>
            </a:r>
            <a:r>
              <a:rPr lang="en-US" altLang="en-US" sz="1800" dirty="0">
                <a:solidFill>
                  <a:srgbClr val="000000"/>
                </a:solidFill>
              </a:rPr>
              <a:t> </a:t>
            </a:r>
          </a:p>
          <a:p>
            <a:pPr algn="just" eaLnBrk="1" hangingPunct="1">
              <a:spcBef>
                <a:spcPct val="0"/>
              </a:spcBef>
              <a:buFont typeface="Arial" panose="020B0604020202020204" pitchFamily="34" charset="0"/>
              <a:buNone/>
            </a:pPr>
            <a:r>
              <a:rPr lang="en-US" altLang="en-US" sz="1800" dirty="0">
                <a:solidFill>
                  <a:srgbClr val="000000"/>
                </a:solidFill>
              </a:rPr>
              <a:t>		c = </a:t>
            </a:r>
            <a:r>
              <a:rPr lang="en-US" altLang="en-US" sz="1800" dirty="0">
                <a:solidFill>
                  <a:srgbClr val="800000"/>
                </a:solidFill>
              </a:rPr>
              <a:t>30</a:t>
            </a:r>
            <a:r>
              <a:rPr lang="en-US" altLang="en-US" sz="1800" dirty="0">
                <a:solidFill>
                  <a:srgbClr val="000000"/>
                </a:solidFill>
              </a:rPr>
              <a:t>; </a:t>
            </a:r>
            <a:r>
              <a:rPr lang="en-US" altLang="en-US" sz="1800" dirty="0">
                <a:solidFill>
                  <a:srgbClr val="808080"/>
                </a:solidFill>
              </a:rPr>
              <a:t>//Not Allow	ed, Compiler Error</a:t>
            </a:r>
            <a:r>
              <a:rPr lang="en-US" altLang="en-US" sz="1800" dirty="0">
                <a:solidFill>
                  <a:srgbClr val="000000"/>
                </a:solidFill>
              </a:rPr>
              <a:t> }</a:t>
            </a:r>
          </a:p>
          <a:p>
            <a:pPr algn="just" eaLnBrk="1" hangingPunct="1">
              <a:spcBef>
                <a:spcPct val="0"/>
              </a:spcBef>
              <a:buFont typeface="Arial" panose="020B0604020202020204" pitchFamily="34" charset="0"/>
              <a:buNone/>
            </a:pPr>
            <a:r>
              <a:rPr lang="en-US" altLang="en-US" sz="1800" dirty="0">
                <a:solidFill>
                  <a:srgbClr val="000000"/>
                </a:solidFill>
              </a:rPr>
              <a:t> }; </a:t>
            </a:r>
            <a:endParaRPr lang="en-US" altLang="en-US" sz="1800" dirty="0"/>
          </a:p>
        </p:txBody>
      </p:sp>
    </p:spTree>
    <p:extLst>
      <p:ext uri="{BB962C8B-B14F-4D97-AF65-F5344CB8AC3E}">
        <p14:creationId xmlns:p14="http://schemas.microsoft.com/office/powerpoint/2010/main" val="4269651340"/>
      </p:ext>
    </p:extLst>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7346" name="Title 1"/>
          <p:cNvSpPr>
            <a:spLocks noGrp="1"/>
          </p:cNvSpPr>
          <p:nvPr>
            <p:ph type="title"/>
          </p:nvPr>
        </p:nvSpPr>
        <p:spPr/>
        <p:txBody>
          <a:bodyPr/>
          <a:lstStyle/>
          <a:p>
            <a:pPr eaLnBrk="1" hangingPunct="1"/>
            <a:endParaRPr lang="en-US" altLang="en-US"/>
          </a:p>
        </p:txBody>
      </p:sp>
      <p:sp>
        <p:nvSpPr>
          <p:cNvPr id="57347" name="Content Placeholder 2"/>
          <p:cNvSpPr>
            <a:spLocks noGrp="1"/>
          </p:cNvSpPr>
          <p:nvPr>
            <p:ph idx="1"/>
          </p:nvPr>
        </p:nvSpPr>
        <p:spPr/>
        <p:txBody>
          <a:bodyPr/>
          <a:lstStyle/>
          <a:p>
            <a:pPr algn="just" eaLnBrk="1" hangingPunct="1">
              <a:spcBef>
                <a:spcPct val="0"/>
              </a:spcBef>
              <a:buFont typeface="Arial" panose="020B0604020202020204" pitchFamily="34" charset="0"/>
              <a:buNone/>
            </a:pPr>
            <a:endParaRPr lang="en-US" altLang="en-US" sz="1800">
              <a:solidFill>
                <a:srgbClr val="2B91AF"/>
              </a:solidFill>
            </a:endParaRPr>
          </a:p>
          <a:p>
            <a:pPr algn="just" eaLnBrk="1" hangingPunct="1">
              <a:spcBef>
                <a:spcPct val="0"/>
              </a:spcBef>
              <a:buFont typeface="Arial" panose="020B0604020202020204" pitchFamily="34" charset="0"/>
              <a:buNone/>
            </a:pPr>
            <a:r>
              <a:rPr lang="en-US" altLang="en-US" sz="1800">
                <a:solidFill>
                  <a:srgbClr val="000000"/>
                </a:solidFill>
              </a:rPr>
              <a:t> int main() {</a:t>
            </a:r>
          </a:p>
          <a:p>
            <a:pPr algn="just" eaLnBrk="1" hangingPunct="1">
              <a:spcBef>
                <a:spcPct val="0"/>
              </a:spcBef>
              <a:buFont typeface="Arial" panose="020B0604020202020204" pitchFamily="34" charset="0"/>
              <a:buNone/>
            </a:pPr>
            <a:r>
              <a:rPr lang="en-US" altLang="en-US" sz="1800">
                <a:solidFill>
                  <a:srgbClr val="000000"/>
                </a:solidFill>
              </a:rPr>
              <a:t> </a:t>
            </a:r>
            <a:r>
              <a:rPr lang="en-US" altLang="en-US" sz="1800">
                <a:solidFill>
                  <a:srgbClr val="2B91AF"/>
                </a:solidFill>
              </a:rPr>
              <a:t>Derived</a:t>
            </a:r>
            <a:r>
              <a:rPr lang="en-US" altLang="en-US" sz="1800">
                <a:solidFill>
                  <a:srgbClr val="000000"/>
                </a:solidFill>
              </a:rPr>
              <a:t> obj; obj.a = </a:t>
            </a:r>
            <a:r>
              <a:rPr lang="en-US" altLang="en-US" sz="1800">
                <a:solidFill>
                  <a:srgbClr val="800000"/>
                </a:solidFill>
              </a:rPr>
              <a:t>10</a:t>
            </a:r>
            <a:r>
              <a:rPr lang="en-US" altLang="en-US" sz="1800">
                <a:solidFill>
                  <a:srgbClr val="000000"/>
                </a:solidFill>
              </a:rPr>
              <a:t>; </a:t>
            </a:r>
            <a:r>
              <a:rPr lang="en-US" altLang="en-US" sz="1800">
                <a:solidFill>
                  <a:srgbClr val="808080"/>
                </a:solidFill>
              </a:rPr>
              <a:t>//Not Allowed, Compiler Error</a:t>
            </a:r>
          </a:p>
          <a:p>
            <a:pPr algn="just" eaLnBrk="1" hangingPunct="1">
              <a:spcBef>
                <a:spcPct val="0"/>
              </a:spcBef>
              <a:buFont typeface="Arial" panose="020B0604020202020204" pitchFamily="34" charset="0"/>
              <a:buNone/>
            </a:pPr>
            <a:r>
              <a:rPr lang="en-US" altLang="en-US" sz="1800">
                <a:solidFill>
                  <a:srgbClr val="000000"/>
                </a:solidFill>
              </a:rPr>
              <a:t>                 obj.b = </a:t>
            </a:r>
            <a:r>
              <a:rPr lang="en-US" altLang="en-US" sz="1800">
                <a:solidFill>
                  <a:srgbClr val="800000"/>
                </a:solidFill>
              </a:rPr>
              <a:t>20</a:t>
            </a:r>
            <a:r>
              <a:rPr lang="en-US" altLang="en-US" sz="1800">
                <a:solidFill>
                  <a:srgbClr val="000000"/>
                </a:solidFill>
              </a:rPr>
              <a:t>; </a:t>
            </a:r>
            <a:r>
              <a:rPr lang="en-US" altLang="en-US" sz="1800">
                <a:solidFill>
                  <a:srgbClr val="808080"/>
                </a:solidFill>
              </a:rPr>
              <a:t>//Not Allowed, Compiler Error</a:t>
            </a:r>
            <a:r>
              <a:rPr lang="en-US" altLang="en-US" sz="1800">
                <a:solidFill>
                  <a:srgbClr val="000000"/>
                </a:solidFill>
              </a:rPr>
              <a:t> </a:t>
            </a:r>
          </a:p>
          <a:p>
            <a:pPr algn="just" eaLnBrk="1" hangingPunct="1">
              <a:spcBef>
                <a:spcPct val="0"/>
              </a:spcBef>
              <a:buFont typeface="Arial" panose="020B0604020202020204" pitchFamily="34" charset="0"/>
              <a:buNone/>
            </a:pPr>
            <a:r>
              <a:rPr lang="en-US" altLang="en-US" sz="1800">
                <a:solidFill>
                  <a:srgbClr val="000000"/>
                </a:solidFill>
              </a:rPr>
              <a:t>		obj.c = </a:t>
            </a:r>
            <a:r>
              <a:rPr lang="en-US" altLang="en-US" sz="1800">
                <a:solidFill>
                  <a:srgbClr val="800000"/>
                </a:solidFill>
              </a:rPr>
              <a:t>30</a:t>
            </a:r>
            <a:r>
              <a:rPr lang="en-US" altLang="en-US" sz="1800">
                <a:solidFill>
                  <a:srgbClr val="000000"/>
                </a:solidFill>
              </a:rPr>
              <a:t>; </a:t>
            </a:r>
            <a:r>
              <a:rPr lang="en-US" altLang="en-US" sz="1800">
                <a:solidFill>
                  <a:srgbClr val="808080"/>
                </a:solidFill>
              </a:rPr>
              <a:t>//Not Allowed, Compiler Error</a:t>
            </a:r>
          </a:p>
          <a:p>
            <a:pPr algn="just" eaLnBrk="1" hangingPunct="1">
              <a:spcBef>
                <a:spcPct val="0"/>
              </a:spcBef>
              <a:buFont typeface="Arial" panose="020B0604020202020204" pitchFamily="34" charset="0"/>
              <a:buNone/>
            </a:pPr>
            <a:r>
              <a:rPr lang="en-US" altLang="en-US" sz="1800">
                <a:solidFill>
                  <a:srgbClr val="000000"/>
                </a:solidFill>
              </a:rPr>
              <a:t> }</a:t>
            </a:r>
            <a:br>
              <a:rPr lang="en-US" altLang="en-US" sz="1800">
                <a:solidFill>
                  <a:srgbClr val="000000"/>
                </a:solidFill>
              </a:rPr>
            </a:br>
            <a:endParaRPr lang="en-US" altLang="en-US" sz="1800">
              <a:solidFill>
                <a:srgbClr val="000000"/>
              </a:solidFill>
            </a:endParaRPr>
          </a:p>
          <a:p>
            <a:pPr eaLnBrk="1" hangingPunct="1"/>
            <a:endParaRPr lang="en-US" altLang="en-US"/>
          </a:p>
        </p:txBody>
      </p:sp>
    </p:spTree>
    <p:extLst>
      <p:ext uri="{BB962C8B-B14F-4D97-AF65-F5344CB8AC3E}">
        <p14:creationId xmlns:p14="http://schemas.microsoft.com/office/powerpoint/2010/main" val="1839481699"/>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panose="020F0302020204030204"/>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panose="020F0302020204030204"/>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Override1.xml><?xml version="1.0" encoding="utf-8"?>
<a:themeOverride xmlns:a="http://schemas.openxmlformats.org/drawingml/2006/main">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themeOverride>
</file>

<file path=docProps/app.xml><?xml version="1.0" encoding="utf-8"?>
<Properties xmlns="http://schemas.openxmlformats.org/officeDocument/2006/extended-properties" xmlns:vt="http://schemas.openxmlformats.org/officeDocument/2006/docPropsVTypes">
  <Template/>
  <TotalTime>324</TotalTime>
  <Words>2760</Words>
  <Application>Microsoft Office PowerPoint</Application>
  <PresentationFormat>Widescreen</PresentationFormat>
  <Paragraphs>503</Paragraphs>
  <Slides>45</Slides>
  <Notes>3</Notes>
  <HiddenSlides>0</HiddenSlides>
  <MMClips>0</MMClips>
  <ScaleCrop>false</ScaleCrop>
  <HeadingPairs>
    <vt:vector size="6" baseType="variant">
      <vt:variant>
        <vt:lpstr>Fonts Used</vt:lpstr>
      </vt:variant>
      <vt:variant>
        <vt:i4>12</vt:i4>
      </vt:variant>
      <vt:variant>
        <vt:lpstr>Theme</vt:lpstr>
      </vt:variant>
      <vt:variant>
        <vt:i4>1</vt:i4>
      </vt:variant>
      <vt:variant>
        <vt:lpstr>Slide Titles</vt:lpstr>
      </vt:variant>
      <vt:variant>
        <vt:i4>45</vt:i4>
      </vt:variant>
    </vt:vector>
  </HeadingPairs>
  <TitlesOfParts>
    <vt:vector size="58" baseType="lpstr">
      <vt:lpstr>Calibri body</vt:lpstr>
      <vt:lpstr>Monaco</vt:lpstr>
      <vt:lpstr>Arial</vt:lpstr>
      <vt:lpstr>Arial Black</vt:lpstr>
      <vt:lpstr>Calibri</vt:lpstr>
      <vt:lpstr>Calibri Light</vt:lpstr>
      <vt:lpstr>Consolas</vt:lpstr>
      <vt:lpstr>Courier New</vt:lpstr>
      <vt:lpstr>Lucida Sans Unicode</vt:lpstr>
      <vt:lpstr>Roboto</vt:lpstr>
      <vt:lpstr>Times New Roman</vt:lpstr>
      <vt:lpstr>Verdana</vt:lpstr>
      <vt:lpstr>Office Theme</vt:lpstr>
      <vt:lpstr>Inheritance</vt:lpstr>
      <vt:lpstr>Inheritance</vt:lpstr>
      <vt:lpstr>Arrange concepts into an inheritance hierarchy </vt:lpstr>
      <vt:lpstr>Advantages of inheritance</vt:lpstr>
      <vt:lpstr>PowerPoint Presentation</vt:lpstr>
      <vt:lpstr>General Syntax for Inheritance </vt:lpstr>
      <vt:lpstr>Access specifier</vt:lpstr>
      <vt:lpstr>PowerPoint Presentation</vt:lpstr>
      <vt:lpstr>Types of Inheritance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Hierarchical Inheritance </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Same Data Member Name in Base and Derived Class</vt:lpstr>
      <vt:lpstr>PowerPoint Presentation</vt:lpstr>
      <vt:lpstr>PowerPoint Presentation</vt:lpstr>
      <vt:lpstr>PowerPoint Presentation</vt:lpstr>
      <vt:lpstr>PowerPoint Presentation</vt:lpstr>
      <vt:lpstr>3 Types of Access Specifiers</vt:lpstr>
      <vt:lpstr>3 Types of Access Specifiers</vt:lpstr>
      <vt:lpstr>3 Types of Access Specifiers</vt:lpstr>
      <vt:lpstr>PowerPoint Presentation</vt:lpstr>
      <vt:lpstr>PowerPoint Presentation</vt:lpstr>
      <vt:lpstr>PowerPoint Presentation</vt:lpstr>
      <vt:lpstr>PowerPoint Presentation</vt:lpstr>
      <vt:lpstr>PowerPoint Presentation</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Inheritance</dc:title>
  <dc:creator>Admin</dc:creator>
  <cp:lastModifiedBy>sreethar Sree Krishnan</cp:lastModifiedBy>
  <cp:revision>22</cp:revision>
  <dcterms:created xsi:type="dcterms:W3CDTF">2018-02-20T11:24:14Z</dcterms:created>
  <dcterms:modified xsi:type="dcterms:W3CDTF">2023-04-26T07:54:49Z</dcterms:modified>
</cp:coreProperties>
</file>