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3" r:id="rId3"/>
    <p:sldId id="264" r:id="rId4"/>
    <p:sldId id="258" r:id="rId5"/>
    <p:sldId id="257" r:id="rId6"/>
    <p:sldId id="261" r:id="rId7"/>
    <p:sldId id="262" r:id="rId8"/>
    <p:sldId id="265" r:id="rId9"/>
    <p:sldId id="266"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p:scale>
          <a:sx n="80" d="100"/>
          <a:sy n="80" d="100"/>
        </p:scale>
        <p:origin x="164"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159B9B-E1CE-4332-955A-B2F234468FB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8D65558-3811-44F2-9287-9E2956C5294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6A71F04-8059-40F3-AE90-199439FE17CE}"/>
              </a:ext>
            </a:extLst>
          </p:cNvPr>
          <p:cNvSpPr>
            <a:spLocks noGrp="1"/>
          </p:cNvSpPr>
          <p:nvPr>
            <p:ph type="dt" sz="half" idx="10"/>
          </p:nvPr>
        </p:nvSpPr>
        <p:spPr/>
        <p:txBody>
          <a:bodyPr/>
          <a:lstStyle/>
          <a:p>
            <a:fld id="{FF4CFDE3-FB26-4A2A-BAD2-83A797901A37}" type="datetimeFigureOut">
              <a:rPr lang="en-IN" smtClean="0"/>
              <a:t>20-04-2023</a:t>
            </a:fld>
            <a:endParaRPr lang="en-IN"/>
          </a:p>
        </p:txBody>
      </p:sp>
      <p:sp>
        <p:nvSpPr>
          <p:cNvPr id="5" name="Footer Placeholder 4">
            <a:extLst>
              <a:ext uri="{FF2B5EF4-FFF2-40B4-BE49-F238E27FC236}">
                <a16:creationId xmlns:a16="http://schemas.microsoft.com/office/drawing/2014/main" id="{11623129-2D8D-475F-B68B-A1E799F7E7D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EB4A104-E7D6-40C5-B922-502339B44B61}"/>
              </a:ext>
            </a:extLst>
          </p:cNvPr>
          <p:cNvSpPr>
            <a:spLocks noGrp="1"/>
          </p:cNvSpPr>
          <p:nvPr>
            <p:ph type="sldNum" sz="quarter" idx="12"/>
          </p:nvPr>
        </p:nvSpPr>
        <p:spPr/>
        <p:txBody>
          <a:bodyPr/>
          <a:lstStyle/>
          <a:p>
            <a:fld id="{0D047B33-C22C-4247-9F6D-154D65F269E6}" type="slidenum">
              <a:rPr lang="en-IN" smtClean="0"/>
              <a:t>‹#›</a:t>
            </a:fld>
            <a:endParaRPr lang="en-IN"/>
          </a:p>
        </p:txBody>
      </p:sp>
    </p:spTree>
    <p:extLst>
      <p:ext uri="{BB962C8B-B14F-4D97-AF65-F5344CB8AC3E}">
        <p14:creationId xmlns:p14="http://schemas.microsoft.com/office/powerpoint/2010/main" val="30044863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BEE0D-4D23-41A4-BFD6-FED0028E848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AAC6770-B799-4769-8273-3F700A98BC2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EDD1FC2-992D-4A6F-ABE1-86BF7006BCEC}"/>
              </a:ext>
            </a:extLst>
          </p:cNvPr>
          <p:cNvSpPr>
            <a:spLocks noGrp="1"/>
          </p:cNvSpPr>
          <p:nvPr>
            <p:ph type="dt" sz="half" idx="10"/>
          </p:nvPr>
        </p:nvSpPr>
        <p:spPr/>
        <p:txBody>
          <a:bodyPr/>
          <a:lstStyle/>
          <a:p>
            <a:fld id="{FF4CFDE3-FB26-4A2A-BAD2-83A797901A37}" type="datetimeFigureOut">
              <a:rPr lang="en-IN" smtClean="0"/>
              <a:t>20-04-2023</a:t>
            </a:fld>
            <a:endParaRPr lang="en-IN"/>
          </a:p>
        </p:txBody>
      </p:sp>
      <p:sp>
        <p:nvSpPr>
          <p:cNvPr id="5" name="Footer Placeholder 4">
            <a:extLst>
              <a:ext uri="{FF2B5EF4-FFF2-40B4-BE49-F238E27FC236}">
                <a16:creationId xmlns:a16="http://schemas.microsoft.com/office/drawing/2014/main" id="{86AC7BD6-BDC7-48BE-A1F2-AEEA726AF85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3CA0B21-5071-40DF-8839-D8075C9C6F90}"/>
              </a:ext>
            </a:extLst>
          </p:cNvPr>
          <p:cNvSpPr>
            <a:spLocks noGrp="1"/>
          </p:cNvSpPr>
          <p:nvPr>
            <p:ph type="sldNum" sz="quarter" idx="12"/>
          </p:nvPr>
        </p:nvSpPr>
        <p:spPr/>
        <p:txBody>
          <a:bodyPr/>
          <a:lstStyle/>
          <a:p>
            <a:fld id="{0D047B33-C22C-4247-9F6D-154D65F269E6}" type="slidenum">
              <a:rPr lang="en-IN" smtClean="0"/>
              <a:t>‹#›</a:t>
            </a:fld>
            <a:endParaRPr lang="en-IN"/>
          </a:p>
        </p:txBody>
      </p:sp>
    </p:spTree>
    <p:extLst>
      <p:ext uri="{BB962C8B-B14F-4D97-AF65-F5344CB8AC3E}">
        <p14:creationId xmlns:p14="http://schemas.microsoft.com/office/powerpoint/2010/main" val="19471531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A05746-C733-4C1F-AD36-461A824CD87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C8A58B4-86B1-472B-AF97-380155968A1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342B7C5-08CC-47A2-9143-3CC53359E35B}"/>
              </a:ext>
            </a:extLst>
          </p:cNvPr>
          <p:cNvSpPr>
            <a:spLocks noGrp="1"/>
          </p:cNvSpPr>
          <p:nvPr>
            <p:ph type="dt" sz="half" idx="10"/>
          </p:nvPr>
        </p:nvSpPr>
        <p:spPr/>
        <p:txBody>
          <a:bodyPr/>
          <a:lstStyle/>
          <a:p>
            <a:fld id="{FF4CFDE3-FB26-4A2A-BAD2-83A797901A37}" type="datetimeFigureOut">
              <a:rPr lang="en-IN" smtClean="0"/>
              <a:t>20-04-2023</a:t>
            </a:fld>
            <a:endParaRPr lang="en-IN"/>
          </a:p>
        </p:txBody>
      </p:sp>
      <p:sp>
        <p:nvSpPr>
          <p:cNvPr id="5" name="Footer Placeholder 4">
            <a:extLst>
              <a:ext uri="{FF2B5EF4-FFF2-40B4-BE49-F238E27FC236}">
                <a16:creationId xmlns:a16="http://schemas.microsoft.com/office/drawing/2014/main" id="{B104A7F6-6305-429A-AFD6-7A7EDF1F7D5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0E84BFC-515A-4339-BAF7-85A31EA3EECE}"/>
              </a:ext>
            </a:extLst>
          </p:cNvPr>
          <p:cNvSpPr>
            <a:spLocks noGrp="1"/>
          </p:cNvSpPr>
          <p:nvPr>
            <p:ph type="sldNum" sz="quarter" idx="12"/>
          </p:nvPr>
        </p:nvSpPr>
        <p:spPr/>
        <p:txBody>
          <a:bodyPr/>
          <a:lstStyle/>
          <a:p>
            <a:fld id="{0D047B33-C22C-4247-9F6D-154D65F269E6}" type="slidenum">
              <a:rPr lang="en-IN" smtClean="0"/>
              <a:t>‹#›</a:t>
            </a:fld>
            <a:endParaRPr lang="en-IN"/>
          </a:p>
        </p:txBody>
      </p:sp>
    </p:spTree>
    <p:extLst>
      <p:ext uri="{BB962C8B-B14F-4D97-AF65-F5344CB8AC3E}">
        <p14:creationId xmlns:p14="http://schemas.microsoft.com/office/powerpoint/2010/main" val="9037801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A6CB4-F742-4CAD-8D4F-F510C2A28E5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B1D388F-0D86-4233-A005-E2D64A0F2AF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ADE26DB-F594-4B3B-A60A-F45D34C7908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498F176-232A-470F-B69B-685F0128B092}"/>
              </a:ext>
            </a:extLst>
          </p:cNvPr>
          <p:cNvSpPr>
            <a:spLocks noGrp="1"/>
          </p:cNvSpPr>
          <p:nvPr>
            <p:ph type="dt" sz="half" idx="10"/>
          </p:nvPr>
        </p:nvSpPr>
        <p:spPr/>
        <p:txBody>
          <a:bodyPr/>
          <a:lstStyle/>
          <a:p>
            <a:fld id="{FF4CFDE3-FB26-4A2A-BAD2-83A797901A37}" type="datetimeFigureOut">
              <a:rPr lang="en-IN" smtClean="0"/>
              <a:t>20-04-2023</a:t>
            </a:fld>
            <a:endParaRPr lang="en-IN"/>
          </a:p>
        </p:txBody>
      </p:sp>
      <p:sp>
        <p:nvSpPr>
          <p:cNvPr id="6" name="Footer Placeholder 5">
            <a:extLst>
              <a:ext uri="{FF2B5EF4-FFF2-40B4-BE49-F238E27FC236}">
                <a16:creationId xmlns:a16="http://schemas.microsoft.com/office/drawing/2014/main" id="{C73C9478-159E-4DF4-AE73-B152784817E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5A49066-AC17-488F-84C5-705E51AABC0D}"/>
              </a:ext>
            </a:extLst>
          </p:cNvPr>
          <p:cNvSpPr>
            <a:spLocks noGrp="1"/>
          </p:cNvSpPr>
          <p:nvPr>
            <p:ph type="sldNum" sz="quarter" idx="12"/>
          </p:nvPr>
        </p:nvSpPr>
        <p:spPr/>
        <p:txBody>
          <a:bodyPr/>
          <a:lstStyle/>
          <a:p>
            <a:fld id="{0D047B33-C22C-4247-9F6D-154D65F269E6}" type="slidenum">
              <a:rPr lang="en-IN" smtClean="0"/>
              <a:t>‹#›</a:t>
            </a:fld>
            <a:endParaRPr lang="en-IN"/>
          </a:p>
        </p:txBody>
      </p:sp>
    </p:spTree>
    <p:extLst>
      <p:ext uri="{BB962C8B-B14F-4D97-AF65-F5344CB8AC3E}">
        <p14:creationId xmlns:p14="http://schemas.microsoft.com/office/powerpoint/2010/main" val="39816405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F0E09-5944-46A3-A79B-1AF51ADD5A8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F4973AA-89EA-4589-B864-D49ABDC12E3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4E42DAB-DDA2-464A-B06A-1F2552891A4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3155984-FBE7-4CCB-A0BA-4CE9223A6EC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BEC8C51-343F-4568-BFCF-1EF4A10D028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D64FF9B-EC63-48C0-9D88-019A4F2204FA}"/>
              </a:ext>
            </a:extLst>
          </p:cNvPr>
          <p:cNvSpPr>
            <a:spLocks noGrp="1"/>
          </p:cNvSpPr>
          <p:nvPr>
            <p:ph type="dt" sz="half" idx="10"/>
          </p:nvPr>
        </p:nvSpPr>
        <p:spPr/>
        <p:txBody>
          <a:bodyPr/>
          <a:lstStyle/>
          <a:p>
            <a:fld id="{FF4CFDE3-FB26-4A2A-BAD2-83A797901A37}" type="datetimeFigureOut">
              <a:rPr lang="en-IN" smtClean="0"/>
              <a:t>20-04-2023</a:t>
            </a:fld>
            <a:endParaRPr lang="en-IN"/>
          </a:p>
        </p:txBody>
      </p:sp>
      <p:sp>
        <p:nvSpPr>
          <p:cNvPr id="8" name="Footer Placeholder 7">
            <a:extLst>
              <a:ext uri="{FF2B5EF4-FFF2-40B4-BE49-F238E27FC236}">
                <a16:creationId xmlns:a16="http://schemas.microsoft.com/office/drawing/2014/main" id="{9341B614-92BB-479C-B090-F65B4094863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F210FE7-4B51-4DDB-97C0-C91780EF6AD6}"/>
              </a:ext>
            </a:extLst>
          </p:cNvPr>
          <p:cNvSpPr>
            <a:spLocks noGrp="1"/>
          </p:cNvSpPr>
          <p:nvPr>
            <p:ph type="sldNum" sz="quarter" idx="12"/>
          </p:nvPr>
        </p:nvSpPr>
        <p:spPr/>
        <p:txBody>
          <a:bodyPr/>
          <a:lstStyle/>
          <a:p>
            <a:fld id="{0D047B33-C22C-4247-9F6D-154D65F269E6}" type="slidenum">
              <a:rPr lang="en-IN" smtClean="0"/>
              <a:t>‹#›</a:t>
            </a:fld>
            <a:endParaRPr lang="en-IN"/>
          </a:p>
        </p:txBody>
      </p:sp>
    </p:spTree>
    <p:extLst>
      <p:ext uri="{BB962C8B-B14F-4D97-AF65-F5344CB8AC3E}">
        <p14:creationId xmlns:p14="http://schemas.microsoft.com/office/powerpoint/2010/main" val="32151843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C9BAB-5964-4F98-81A8-68F7A40B3A0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3676167-C0F4-41BD-B9CD-4A721E32902F}"/>
              </a:ext>
            </a:extLst>
          </p:cNvPr>
          <p:cNvSpPr>
            <a:spLocks noGrp="1"/>
          </p:cNvSpPr>
          <p:nvPr>
            <p:ph type="dt" sz="half" idx="10"/>
          </p:nvPr>
        </p:nvSpPr>
        <p:spPr/>
        <p:txBody>
          <a:bodyPr/>
          <a:lstStyle/>
          <a:p>
            <a:fld id="{FF4CFDE3-FB26-4A2A-BAD2-83A797901A37}" type="datetimeFigureOut">
              <a:rPr lang="en-IN" smtClean="0"/>
              <a:t>20-04-2023</a:t>
            </a:fld>
            <a:endParaRPr lang="en-IN"/>
          </a:p>
        </p:txBody>
      </p:sp>
      <p:sp>
        <p:nvSpPr>
          <p:cNvPr id="4" name="Footer Placeholder 3">
            <a:extLst>
              <a:ext uri="{FF2B5EF4-FFF2-40B4-BE49-F238E27FC236}">
                <a16:creationId xmlns:a16="http://schemas.microsoft.com/office/drawing/2014/main" id="{280EB214-CCE3-4C8F-B22B-0DB38279350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C9A453B-AC2E-4FEC-B94B-DEE58C5378A0}"/>
              </a:ext>
            </a:extLst>
          </p:cNvPr>
          <p:cNvSpPr>
            <a:spLocks noGrp="1"/>
          </p:cNvSpPr>
          <p:nvPr>
            <p:ph type="sldNum" sz="quarter" idx="12"/>
          </p:nvPr>
        </p:nvSpPr>
        <p:spPr/>
        <p:txBody>
          <a:bodyPr/>
          <a:lstStyle/>
          <a:p>
            <a:fld id="{0D047B33-C22C-4247-9F6D-154D65F269E6}" type="slidenum">
              <a:rPr lang="en-IN" smtClean="0"/>
              <a:t>‹#›</a:t>
            </a:fld>
            <a:endParaRPr lang="en-IN"/>
          </a:p>
        </p:txBody>
      </p:sp>
    </p:spTree>
    <p:extLst>
      <p:ext uri="{BB962C8B-B14F-4D97-AF65-F5344CB8AC3E}">
        <p14:creationId xmlns:p14="http://schemas.microsoft.com/office/powerpoint/2010/main" val="41662575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37F80B4-015D-462C-BD73-54D8385C115A}"/>
              </a:ext>
            </a:extLst>
          </p:cNvPr>
          <p:cNvSpPr>
            <a:spLocks noGrp="1"/>
          </p:cNvSpPr>
          <p:nvPr>
            <p:ph type="dt" sz="half" idx="10"/>
          </p:nvPr>
        </p:nvSpPr>
        <p:spPr/>
        <p:txBody>
          <a:bodyPr/>
          <a:lstStyle/>
          <a:p>
            <a:fld id="{FF4CFDE3-FB26-4A2A-BAD2-83A797901A37}" type="datetimeFigureOut">
              <a:rPr lang="en-IN" smtClean="0"/>
              <a:t>20-04-2023</a:t>
            </a:fld>
            <a:endParaRPr lang="en-IN"/>
          </a:p>
        </p:txBody>
      </p:sp>
      <p:sp>
        <p:nvSpPr>
          <p:cNvPr id="3" name="Footer Placeholder 2">
            <a:extLst>
              <a:ext uri="{FF2B5EF4-FFF2-40B4-BE49-F238E27FC236}">
                <a16:creationId xmlns:a16="http://schemas.microsoft.com/office/drawing/2014/main" id="{F7DCF918-413A-4FB8-AB04-9B74A6B31CA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7EBC208-7C3C-4E22-90C5-BB6B1BBA21AB}"/>
              </a:ext>
            </a:extLst>
          </p:cNvPr>
          <p:cNvSpPr>
            <a:spLocks noGrp="1"/>
          </p:cNvSpPr>
          <p:nvPr>
            <p:ph type="sldNum" sz="quarter" idx="12"/>
          </p:nvPr>
        </p:nvSpPr>
        <p:spPr/>
        <p:txBody>
          <a:bodyPr/>
          <a:lstStyle/>
          <a:p>
            <a:fld id="{0D047B33-C22C-4247-9F6D-154D65F269E6}" type="slidenum">
              <a:rPr lang="en-IN" smtClean="0"/>
              <a:t>‹#›</a:t>
            </a:fld>
            <a:endParaRPr lang="en-IN"/>
          </a:p>
        </p:txBody>
      </p:sp>
    </p:spTree>
    <p:extLst>
      <p:ext uri="{BB962C8B-B14F-4D97-AF65-F5344CB8AC3E}">
        <p14:creationId xmlns:p14="http://schemas.microsoft.com/office/powerpoint/2010/main" val="2283413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8578D-7556-483C-BDE9-33F9C3C562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47CE2A7-3697-43AB-B716-03E1F1C650C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6538FE6-BF52-40AE-B27A-BA43B0962E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E8AAF5-C91E-412A-B883-646372179588}"/>
              </a:ext>
            </a:extLst>
          </p:cNvPr>
          <p:cNvSpPr>
            <a:spLocks noGrp="1"/>
          </p:cNvSpPr>
          <p:nvPr>
            <p:ph type="dt" sz="half" idx="10"/>
          </p:nvPr>
        </p:nvSpPr>
        <p:spPr/>
        <p:txBody>
          <a:bodyPr/>
          <a:lstStyle/>
          <a:p>
            <a:fld id="{FF4CFDE3-FB26-4A2A-BAD2-83A797901A37}" type="datetimeFigureOut">
              <a:rPr lang="en-IN" smtClean="0"/>
              <a:t>20-04-2023</a:t>
            </a:fld>
            <a:endParaRPr lang="en-IN"/>
          </a:p>
        </p:txBody>
      </p:sp>
      <p:sp>
        <p:nvSpPr>
          <p:cNvPr id="6" name="Footer Placeholder 5">
            <a:extLst>
              <a:ext uri="{FF2B5EF4-FFF2-40B4-BE49-F238E27FC236}">
                <a16:creationId xmlns:a16="http://schemas.microsoft.com/office/drawing/2014/main" id="{88DDA7A9-1300-48F5-BB43-104CC8ADC1B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E1B81C9-0FDE-4F60-A77C-1F993B290831}"/>
              </a:ext>
            </a:extLst>
          </p:cNvPr>
          <p:cNvSpPr>
            <a:spLocks noGrp="1"/>
          </p:cNvSpPr>
          <p:nvPr>
            <p:ph type="sldNum" sz="quarter" idx="12"/>
          </p:nvPr>
        </p:nvSpPr>
        <p:spPr/>
        <p:txBody>
          <a:bodyPr/>
          <a:lstStyle/>
          <a:p>
            <a:fld id="{0D047B33-C22C-4247-9F6D-154D65F269E6}" type="slidenum">
              <a:rPr lang="en-IN" smtClean="0"/>
              <a:t>‹#›</a:t>
            </a:fld>
            <a:endParaRPr lang="en-IN"/>
          </a:p>
        </p:txBody>
      </p:sp>
    </p:spTree>
    <p:extLst>
      <p:ext uri="{BB962C8B-B14F-4D97-AF65-F5344CB8AC3E}">
        <p14:creationId xmlns:p14="http://schemas.microsoft.com/office/powerpoint/2010/main" val="8980643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380AE2-835C-418A-B9F3-08C52626D5D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AB96924-544C-4CD6-89A5-C9279EFF1FF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8915690-9868-41D9-BEE2-D05E42CE35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CF0AADF-9FA9-4965-84E2-93BE278D376E}"/>
              </a:ext>
            </a:extLst>
          </p:cNvPr>
          <p:cNvSpPr>
            <a:spLocks noGrp="1"/>
          </p:cNvSpPr>
          <p:nvPr>
            <p:ph type="dt" sz="half" idx="10"/>
          </p:nvPr>
        </p:nvSpPr>
        <p:spPr/>
        <p:txBody>
          <a:bodyPr/>
          <a:lstStyle/>
          <a:p>
            <a:fld id="{FF4CFDE3-FB26-4A2A-BAD2-83A797901A37}" type="datetimeFigureOut">
              <a:rPr lang="en-IN" smtClean="0"/>
              <a:t>20-04-2023</a:t>
            </a:fld>
            <a:endParaRPr lang="en-IN"/>
          </a:p>
        </p:txBody>
      </p:sp>
      <p:sp>
        <p:nvSpPr>
          <p:cNvPr id="6" name="Footer Placeholder 5">
            <a:extLst>
              <a:ext uri="{FF2B5EF4-FFF2-40B4-BE49-F238E27FC236}">
                <a16:creationId xmlns:a16="http://schemas.microsoft.com/office/drawing/2014/main" id="{324A391E-D761-4946-86E1-2D675506BA8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49301D6-9648-4379-8FBC-7FCC5B9997F8}"/>
              </a:ext>
            </a:extLst>
          </p:cNvPr>
          <p:cNvSpPr>
            <a:spLocks noGrp="1"/>
          </p:cNvSpPr>
          <p:nvPr>
            <p:ph type="sldNum" sz="quarter" idx="12"/>
          </p:nvPr>
        </p:nvSpPr>
        <p:spPr/>
        <p:txBody>
          <a:bodyPr/>
          <a:lstStyle/>
          <a:p>
            <a:fld id="{0D047B33-C22C-4247-9F6D-154D65F269E6}" type="slidenum">
              <a:rPr lang="en-IN" smtClean="0"/>
              <a:t>‹#›</a:t>
            </a:fld>
            <a:endParaRPr lang="en-IN"/>
          </a:p>
        </p:txBody>
      </p:sp>
    </p:spTree>
    <p:extLst>
      <p:ext uri="{BB962C8B-B14F-4D97-AF65-F5344CB8AC3E}">
        <p14:creationId xmlns:p14="http://schemas.microsoft.com/office/powerpoint/2010/main" val="34264081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D77AA-B964-4504-8E17-F2B7217A2CB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AC283A7-AEB1-406F-B99C-CC8DA9EB016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91D6BFE-C540-4964-B0BD-910796CEA503}"/>
              </a:ext>
            </a:extLst>
          </p:cNvPr>
          <p:cNvSpPr>
            <a:spLocks noGrp="1"/>
          </p:cNvSpPr>
          <p:nvPr>
            <p:ph type="dt" sz="half" idx="10"/>
          </p:nvPr>
        </p:nvSpPr>
        <p:spPr/>
        <p:txBody>
          <a:bodyPr/>
          <a:lstStyle/>
          <a:p>
            <a:fld id="{FF4CFDE3-FB26-4A2A-BAD2-83A797901A37}" type="datetimeFigureOut">
              <a:rPr lang="en-IN" smtClean="0"/>
              <a:t>20-04-2023</a:t>
            </a:fld>
            <a:endParaRPr lang="en-IN"/>
          </a:p>
        </p:txBody>
      </p:sp>
      <p:sp>
        <p:nvSpPr>
          <p:cNvPr id="5" name="Footer Placeholder 4">
            <a:extLst>
              <a:ext uri="{FF2B5EF4-FFF2-40B4-BE49-F238E27FC236}">
                <a16:creationId xmlns:a16="http://schemas.microsoft.com/office/drawing/2014/main" id="{A49A7BE3-61A6-4B6E-AAA1-DE6CD7BE95B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1DEF0C5-1EBD-4B7B-AC49-A5086EC79A7C}"/>
              </a:ext>
            </a:extLst>
          </p:cNvPr>
          <p:cNvSpPr>
            <a:spLocks noGrp="1"/>
          </p:cNvSpPr>
          <p:nvPr>
            <p:ph type="sldNum" sz="quarter" idx="12"/>
          </p:nvPr>
        </p:nvSpPr>
        <p:spPr/>
        <p:txBody>
          <a:bodyPr/>
          <a:lstStyle/>
          <a:p>
            <a:fld id="{0D047B33-C22C-4247-9F6D-154D65F269E6}" type="slidenum">
              <a:rPr lang="en-IN" smtClean="0"/>
              <a:t>‹#›</a:t>
            </a:fld>
            <a:endParaRPr lang="en-IN"/>
          </a:p>
        </p:txBody>
      </p:sp>
    </p:spTree>
    <p:extLst>
      <p:ext uri="{BB962C8B-B14F-4D97-AF65-F5344CB8AC3E}">
        <p14:creationId xmlns:p14="http://schemas.microsoft.com/office/powerpoint/2010/main" val="38099505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6B288F2-C6A2-4750-98E5-5BBEF58E078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4C17EF2-ED39-44D2-B2E2-63108F54D33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B92510-81E5-460E-8847-C2CDD931C618}"/>
              </a:ext>
            </a:extLst>
          </p:cNvPr>
          <p:cNvSpPr>
            <a:spLocks noGrp="1"/>
          </p:cNvSpPr>
          <p:nvPr>
            <p:ph type="dt" sz="half" idx="10"/>
          </p:nvPr>
        </p:nvSpPr>
        <p:spPr/>
        <p:txBody>
          <a:bodyPr/>
          <a:lstStyle/>
          <a:p>
            <a:fld id="{FF4CFDE3-FB26-4A2A-BAD2-83A797901A37}" type="datetimeFigureOut">
              <a:rPr lang="en-IN" smtClean="0"/>
              <a:t>20-04-2023</a:t>
            </a:fld>
            <a:endParaRPr lang="en-IN"/>
          </a:p>
        </p:txBody>
      </p:sp>
      <p:sp>
        <p:nvSpPr>
          <p:cNvPr id="5" name="Footer Placeholder 4">
            <a:extLst>
              <a:ext uri="{FF2B5EF4-FFF2-40B4-BE49-F238E27FC236}">
                <a16:creationId xmlns:a16="http://schemas.microsoft.com/office/drawing/2014/main" id="{301258D9-A997-4C26-A6CD-03C284CF8B2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8DC20DF-07C5-4417-A92C-03458AD66B1D}"/>
              </a:ext>
            </a:extLst>
          </p:cNvPr>
          <p:cNvSpPr>
            <a:spLocks noGrp="1"/>
          </p:cNvSpPr>
          <p:nvPr>
            <p:ph type="sldNum" sz="quarter" idx="12"/>
          </p:nvPr>
        </p:nvSpPr>
        <p:spPr/>
        <p:txBody>
          <a:bodyPr/>
          <a:lstStyle/>
          <a:p>
            <a:fld id="{0D047B33-C22C-4247-9F6D-154D65F269E6}" type="slidenum">
              <a:rPr lang="en-IN" smtClean="0"/>
              <a:t>‹#›</a:t>
            </a:fld>
            <a:endParaRPr lang="en-IN"/>
          </a:p>
        </p:txBody>
      </p:sp>
    </p:spTree>
    <p:extLst>
      <p:ext uri="{BB962C8B-B14F-4D97-AF65-F5344CB8AC3E}">
        <p14:creationId xmlns:p14="http://schemas.microsoft.com/office/powerpoint/2010/main" val="11882550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B9DF9BC-7646-4118-8142-319618EDA6A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F666382-1F57-4774-BB2F-90D4189417E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EC9FBFB-E3D5-4435-9F67-1C40D1AAD5C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F4CFDE3-FB26-4A2A-BAD2-83A797901A37}" type="datetimeFigureOut">
              <a:rPr lang="en-IN" smtClean="0"/>
              <a:t>20-04-2023</a:t>
            </a:fld>
            <a:endParaRPr lang="en-IN"/>
          </a:p>
        </p:txBody>
      </p:sp>
      <p:sp>
        <p:nvSpPr>
          <p:cNvPr id="5" name="Footer Placeholder 4">
            <a:extLst>
              <a:ext uri="{FF2B5EF4-FFF2-40B4-BE49-F238E27FC236}">
                <a16:creationId xmlns:a16="http://schemas.microsoft.com/office/drawing/2014/main" id="{3CB856BC-FA50-4C1B-A569-03DEB208D13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E7FAC83-63FB-4C4E-9EEA-CD57D4A42DA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D047B33-C22C-4247-9F6D-154D65F269E6}" type="slidenum">
              <a:rPr lang="en-IN" smtClean="0"/>
              <a:t>‹#›</a:t>
            </a:fld>
            <a:endParaRPr lang="en-IN"/>
          </a:p>
        </p:txBody>
      </p:sp>
    </p:spTree>
    <p:extLst>
      <p:ext uri="{BB962C8B-B14F-4D97-AF65-F5344CB8AC3E}">
        <p14:creationId xmlns:p14="http://schemas.microsoft.com/office/powerpoint/2010/main" val="36972581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682886-1131-4823-9561-6A642B92E666}"/>
              </a:ext>
            </a:extLst>
          </p:cNvPr>
          <p:cNvSpPr>
            <a:spLocks noGrp="1"/>
          </p:cNvSpPr>
          <p:nvPr>
            <p:ph type="ctrTitle"/>
          </p:nvPr>
        </p:nvSpPr>
        <p:spPr>
          <a:xfrm>
            <a:off x="1523999" y="1122363"/>
            <a:ext cx="10124049" cy="2387600"/>
          </a:xfrm>
        </p:spPr>
        <p:txBody>
          <a:bodyPr>
            <a:normAutofit fontScale="90000"/>
          </a:bodyPr>
          <a:lstStyle/>
          <a:p>
            <a:r>
              <a:rPr lang="en-US" b="1" dirty="0">
                <a:solidFill>
                  <a:srgbClr val="FF0000"/>
                </a:solidFill>
              </a:rPr>
              <a:t>Call by Reference</a:t>
            </a:r>
            <a:br>
              <a:rPr lang="en-US" b="1" dirty="0">
                <a:solidFill>
                  <a:srgbClr val="FF0000"/>
                </a:solidFill>
              </a:rPr>
            </a:br>
            <a:r>
              <a:rPr lang="en-US" b="1" dirty="0">
                <a:solidFill>
                  <a:srgbClr val="FF0000"/>
                </a:solidFill>
              </a:rPr>
              <a:t>Functions with default Arguments- </a:t>
            </a:r>
            <a:br>
              <a:rPr lang="en-US" b="1" dirty="0">
                <a:solidFill>
                  <a:srgbClr val="FF0000"/>
                </a:solidFill>
              </a:rPr>
            </a:br>
            <a:r>
              <a:rPr lang="en-US" b="1" dirty="0">
                <a:solidFill>
                  <a:srgbClr val="FF0000"/>
                </a:solidFill>
              </a:rPr>
              <a:t>Objects as Function Arguments</a:t>
            </a:r>
            <a:endParaRPr lang="en-IN" b="1" dirty="0">
              <a:solidFill>
                <a:srgbClr val="FF0000"/>
              </a:solidFill>
            </a:endParaRPr>
          </a:p>
        </p:txBody>
      </p:sp>
      <p:sp>
        <p:nvSpPr>
          <p:cNvPr id="3" name="Subtitle 2">
            <a:extLst>
              <a:ext uri="{FF2B5EF4-FFF2-40B4-BE49-F238E27FC236}">
                <a16:creationId xmlns:a16="http://schemas.microsoft.com/office/drawing/2014/main" id="{4733F8CD-9E50-422C-A93A-DC07646BDEDD}"/>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30927573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08B07-923A-4BFA-9962-0D95BE33D313}"/>
              </a:ext>
            </a:extLst>
          </p:cNvPr>
          <p:cNvSpPr>
            <a:spLocks noGrp="1"/>
          </p:cNvSpPr>
          <p:nvPr>
            <p:ph type="title"/>
          </p:nvPr>
        </p:nvSpPr>
        <p:spPr/>
        <p:txBody>
          <a:bodyPr/>
          <a:lstStyle/>
          <a:p>
            <a:r>
              <a:rPr lang="en-US" b="1" dirty="0">
                <a:solidFill>
                  <a:srgbClr val="FF0000"/>
                </a:solidFill>
              </a:rPr>
              <a:t>Call by reference</a:t>
            </a:r>
            <a:endParaRPr lang="en-IN" b="1" dirty="0">
              <a:solidFill>
                <a:srgbClr val="FF0000"/>
              </a:solidFill>
            </a:endParaRPr>
          </a:p>
        </p:txBody>
      </p:sp>
      <p:sp>
        <p:nvSpPr>
          <p:cNvPr id="3" name="Content Placeholder 2">
            <a:extLst>
              <a:ext uri="{FF2B5EF4-FFF2-40B4-BE49-F238E27FC236}">
                <a16:creationId xmlns:a16="http://schemas.microsoft.com/office/drawing/2014/main" id="{4674DF02-98BE-44D2-92E2-8B8FAFE1A525}"/>
              </a:ext>
            </a:extLst>
          </p:cNvPr>
          <p:cNvSpPr>
            <a:spLocks noGrp="1"/>
          </p:cNvSpPr>
          <p:nvPr>
            <p:ph idx="1"/>
          </p:nvPr>
        </p:nvSpPr>
        <p:spPr/>
        <p:txBody>
          <a:bodyPr/>
          <a:lstStyle/>
          <a:p>
            <a:pPr algn="just"/>
            <a:r>
              <a:rPr lang="en-US" b="0" i="0" dirty="0">
                <a:solidFill>
                  <a:srgbClr val="000000"/>
                </a:solidFill>
                <a:effectLst/>
                <a:latin typeface="Arial" panose="020B0604020202020204" pitchFamily="34" charset="0"/>
              </a:rPr>
              <a:t>The </a:t>
            </a:r>
            <a:r>
              <a:rPr lang="en-US" b="1" i="0" dirty="0">
                <a:solidFill>
                  <a:srgbClr val="000000"/>
                </a:solidFill>
                <a:effectLst/>
                <a:latin typeface="Arial" panose="020B0604020202020204" pitchFamily="34" charset="0"/>
              </a:rPr>
              <a:t>call by reference</a:t>
            </a:r>
            <a:r>
              <a:rPr lang="en-US" b="0" i="0" dirty="0">
                <a:solidFill>
                  <a:srgbClr val="000000"/>
                </a:solidFill>
                <a:effectLst/>
                <a:latin typeface="Arial" panose="020B0604020202020204" pitchFamily="34" charset="0"/>
              </a:rPr>
              <a:t> method of passing arguments to a function copies the reference of an argument into the formal parameter. Inside the function, the reference is used to access the actual argument used in the call. This means that changes made to the parameter affect the passed argument.</a:t>
            </a:r>
          </a:p>
          <a:p>
            <a:pPr algn="just"/>
            <a:r>
              <a:rPr lang="en-US" b="0" i="0" dirty="0">
                <a:solidFill>
                  <a:srgbClr val="000000"/>
                </a:solidFill>
                <a:effectLst/>
                <a:latin typeface="Arial" panose="020B0604020202020204" pitchFamily="34" charset="0"/>
              </a:rPr>
              <a:t>To pass the value by reference, argument reference is passed to the functions just like any other value. So accordingly you need to declare the function parameters as reference types as in the following function </a:t>
            </a:r>
            <a:r>
              <a:rPr lang="en-US" b="1" i="0" dirty="0">
                <a:solidFill>
                  <a:srgbClr val="000000"/>
                </a:solidFill>
                <a:effectLst/>
                <a:latin typeface="Arial" panose="020B0604020202020204" pitchFamily="34" charset="0"/>
              </a:rPr>
              <a:t>swap()</a:t>
            </a:r>
            <a:r>
              <a:rPr lang="en-US" b="0" i="0" dirty="0">
                <a:solidFill>
                  <a:srgbClr val="000000"/>
                </a:solidFill>
                <a:effectLst/>
                <a:latin typeface="Arial" panose="020B0604020202020204" pitchFamily="34" charset="0"/>
              </a:rPr>
              <a:t>, which exchanges the values of the two integer variables pointed to by its arguments.</a:t>
            </a:r>
          </a:p>
          <a:p>
            <a:pPr marL="0" indent="0">
              <a:buNone/>
            </a:pPr>
            <a:endParaRPr lang="en-IN" dirty="0"/>
          </a:p>
        </p:txBody>
      </p:sp>
    </p:spTree>
    <p:extLst>
      <p:ext uri="{BB962C8B-B14F-4D97-AF65-F5344CB8AC3E}">
        <p14:creationId xmlns:p14="http://schemas.microsoft.com/office/powerpoint/2010/main" val="38972544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CE6F92F-30D0-445F-9F6D-FFD57962270E}"/>
              </a:ext>
            </a:extLst>
          </p:cNvPr>
          <p:cNvSpPr>
            <a:spLocks noGrp="1"/>
          </p:cNvSpPr>
          <p:nvPr>
            <p:ph idx="1"/>
          </p:nvPr>
        </p:nvSpPr>
        <p:spPr>
          <a:xfrm>
            <a:off x="838200" y="154745"/>
            <a:ext cx="5534465" cy="6022218"/>
          </a:xfrm>
        </p:spPr>
        <p:txBody>
          <a:bodyPr>
            <a:noAutofit/>
          </a:bodyPr>
          <a:lstStyle/>
          <a:p>
            <a:pPr marL="0" indent="0">
              <a:buNone/>
            </a:pPr>
            <a:r>
              <a:rPr lang="en-IN" sz="2000" dirty="0"/>
              <a:t>#include &lt;iostream&gt;</a:t>
            </a:r>
          </a:p>
          <a:p>
            <a:pPr marL="0" indent="0">
              <a:buNone/>
            </a:pPr>
            <a:r>
              <a:rPr lang="en-IN" sz="2000" dirty="0"/>
              <a:t>using namespace std;</a:t>
            </a:r>
          </a:p>
          <a:p>
            <a:pPr marL="0" indent="0">
              <a:buNone/>
            </a:pPr>
            <a:r>
              <a:rPr lang="en-IN" sz="2000" dirty="0"/>
              <a:t>void swap(int &amp;x, int &amp;y);</a:t>
            </a:r>
          </a:p>
          <a:p>
            <a:pPr marL="0" indent="0">
              <a:buNone/>
            </a:pPr>
            <a:r>
              <a:rPr lang="en-IN" sz="2000" dirty="0"/>
              <a:t>int main () </a:t>
            </a:r>
          </a:p>
          <a:p>
            <a:pPr marL="0" indent="0">
              <a:buNone/>
            </a:pPr>
            <a:r>
              <a:rPr lang="en-IN" sz="2000" dirty="0"/>
              <a:t>{</a:t>
            </a:r>
          </a:p>
          <a:p>
            <a:pPr marL="0" indent="0">
              <a:buNone/>
            </a:pPr>
            <a:r>
              <a:rPr lang="en-IN" sz="2000" dirty="0"/>
              <a:t>   int a = 100;</a:t>
            </a:r>
          </a:p>
          <a:p>
            <a:pPr marL="0" indent="0">
              <a:buNone/>
            </a:pPr>
            <a:r>
              <a:rPr lang="en-IN" sz="2000" dirty="0"/>
              <a:t>   int b = 200;</a:t>
            </a:r>
          </a:p>
          <a:p>
            <a:pPr marL="0" indent="0">
              <a:buNone/>
            </a:pPr>
            <a:r>
              <a:rPr lang="en-IN" sz="2000" dirty="0"/>
              <a:t>   </a:t>
            </a:r>
            <a:r>
              <a:rPr lang="en-IN" sz="2000" dirty="0" err="1"/>
              <a:t>cout</a:t>
            </a:r>
            <a:r>
              <a:rPr lang="en-IN" sz="2000" dirty="0"/>
              <a:t> &lt;&lt; "Before swap, value of a :" &lt;&lt; a &lt;&lt; </a:t>
            </a:r>
            <a:r>
              <a:rPr lang="en-IN" sz="2000" dirty="0" err="1"/>
              <a:t>endl</a:t>
            </a:r>
            <a:r>
              <a:rPr lang="en-IN" sz="2000" dirty="0"/>
              <a:t>;</a:t>
            </a:r>
          </a:p>
          <a:p>
            <a:pPr marL="0" indent="0">
              <a:buNone/>
            </a:pPr>
            <a:r>
              <a:rPr lang="en-IN" sz="2000" dirty="0"/>
              <a:t>   </a:t>
            </a:r>
            <a:r>
              <a:rPr lang="en-IN" sz="2000" dirty="0" err="1"/>
              <a:t>cout</a:t>
            </a:r>
            <a:r>
              <a:rPr lang="en-IN" sz="2000" dirty="0"/>
              <a:t> &lt;&lt; "Before swap, value of b :" &lt;&lt; b &lt;&lt; </a:t>
            </a:r>
            <a:r>
              <a:rPr lang="en-IN" sz="2000" dirty="0" err="1"/>
              <a:t>endl</a:t>
            </a:r>
            <a:r>
              <a:rPr lang="en-IN" sz="2000" dirty="0"/>
              <a:t>;</a:t>
            </a:r>
          </a:p>
          <a:p>
            <a:pPr marL="0" indent="0">
              <a:buNone/>
            </a:pPr>
            <a:r>
              <a:rPr lang="en-IN" sz="2000" dirty="0"/>
              <a:t>   swap(a, b);</a:t>
            </a:r>
          </a:p>
          <a:p>
            <a:pPr marL="0" indent="0">
              <a:buNone/>
            </a:pPr>
            <a:r>
              <a:rPr lang="en-IN" sz="2000" dirty="0"/>
              <a:t>   </a:t>
            </a:r>
            <a:r>
              <a:rPr lang="en-IN" sz="2000" dirty="0" err="1"/>
              <a:t>cout</a:t>
            </a:r>
            <a:r>
              <a:rPr lang="en-IN" sz="2000" dirty="0"/>
              <a:t> &lt;&lt; "After swap, value of a :" &lt;&lt; a &lt;&lt; </a:t>
            </a:r>
            <a:r>
              <a:rPr lang="en-IN" sz="2000" dirty="0" err="1"/>
              <a:t>endl</a:t>
            </a:r>
            <a:r>
              <a:rPr lang="en-IN" sz="2000" dirty="0"/>
              <a:t>;</a:t>
            </a:r>
          </a:p>
          <a:p>
            <a:pPr marL="0" indent="0">
              <a:buNone/>
            </a:pPr>
            <a:r>
              <a:rPr lang="en-IN" sz="2000" dirty="0"/>
              <a:t>   </a:t>
            </a:r>
            <a:r>
              <a:rPr lang="en-IN" sz="2000" dirty="0" err="1"/>
              <a:t>cout</a:t>
            </a:r>
            <a:r>
              <a:rPr lang="en-IN" sz="2000" dirty="0"/>
              <a:t> &lt;&lt; "After swap, value of b :" &lt;&lt; b &lt;&lt; </a:t>
            </a:r>
            <a:r>
              <a:rPr lang="en-IN" sz="2000" dirty="0" err="1"/>
              <a:t>endl</a:t>
            </a:r>
            <a:r>
              <a:rPr lang="en-IN" sz="2000" dirty="0"/>
              <a:t>;</a:t>
            </a:r>
          </a:p>
          <a:p>
            <a:pPr marL="0" indent="0">
              <a:buNone/>
            </a:pPr>
            <a:endParaRPr lang="en-IN" sz="2000" dirty="0"/>
          </a:p>
          <a:p>
            <a:pPr marL="0" indent="0">
              <a:buNone/>
            </a:pPr>
            <a:r>
              <a:rPr lang="en-IN" sz="2000" dirty="0"/>
              <a:t>   return 0;</a:t>
            </a:r>
          </a:p>
          <a:p>
            <a:pPr marL="0" indent="0">
              <a:buNone/>
            </a:pPr>
            <a:r>
              <a:rPr lang="en-IN" sz="2000" dirty="0"/>
              <a:t>}</a:t>
            </a:r>
          </a:p>
        </p:txBody>
      </p:sp>
      <p:sp>
        <p:nvSpPr>
          <p:cNvPr id="5" name="TextBox 4">
            <a:extLst>
              <a:ext uri="{FF2B5EF4-FFF2-40B4-BE49-F238E27FC236}">
                <a16:creationId xmlns:a16="http://schemas.microsoft.com/office/drawing/2014/main" id="{EBC689AE-7B70-45D2-B448-F8BF8177034B}"/>
              </a:ext>
            </a:extLst>
          </p:cNvPr>
          <p:cNvSpPr txBox="1"/>
          <p:nvPr/>
        </p:nvSpPr>
        <p:spPr>
          <a:xfrm>
            <a:off x="7396382" y="3429000"/>
            <a:ext cx="3970606" cy="1200329"/>
          </a:xfrm>
          <a:prstGeom prst="rect">
            <a:avLst/>
          </a:prstGeom>
          <a:noFill/>
        </p:spPr>
        <p:txBody>
          <a:bodyPr wrap="square">
            <a:spAutoFit/>
          </a:bodyPr>
          <a:lstStyle/>
          <a:p>
            <a:r>
              <a:rPr lang="en-US" dirty="0"/>
              <a:t>Before swap, value of a :100</a:t>
            </a:r>
          </a:p>
          <a:p>
            <a:r>
              <a:rPr lang="en-US" dirty="0"/>
              <a:t>Before swap, value of b :200</a:t>
            </a:r>
          </a:p>
          <a:p>
            <a:r>
              <a:rPr lang="en-US" dirty="0"/>
              <a:t>After swap, value of a :200</a:t>
            </a:r>
          </a:p>
          <a:p>
            <a:r>
              <a:rPr lang="en-US" dirty="0"/>
              <a:t>After swap, value of b :100</a:t>
            </a:r>
            <a:endParaRPr lang="en-IN" dirty="0"/>
          </a:p>
        </p:txBody>
      </p:sp>
      <p:sp>
        <p:nvSpPr>
          <p:cNvPr id="7" name="TextBox 6">
            <a:extLst>
              <a:ext uri="{FF2B5EF4-FFF2-40B4-BE49-F238E27FC236}">
                <a16:creationId xmlns:a16="http://schemas.microsoft.com/office/drawing/2014/main" id="{337913E4-105D-4249-8F3E-6457156DB0DF}"/>
              </a:ext>
            </a:extLst>
          </p:cNvPr>
          <p:cNvSpPr txBox="1"/>
          <p:nvPr/>
        </p:nvSpPr>
        <p:spPr>
          <a:xfrm>
            <a:off x="6292362" y="285110"/>
            <a:ext cx="6098344" cy="2308324"/>
          </a:xfrm>
          <a:prstGeom prst="rect">
            <a:avLst/>
          </a:prstGeom>
          <a:noFill/>
        </p:spPr>
        <p:txBody>
          <a:bodyPr wrap="square">
            <a:spAutoFit/>
          </a:bodyPr>
          <a:lstStyle/>
          <a:p>
            <a:r>
              <a:rPr lang="en-US" dirty="0"/>
              <a:t>void swap(int &amp;x, int &amp;y) {</a:t>
            </a:r>
          </a:p>
          <a:p>
            <a:r>
              <a:rPr lang="en-US" dirty="0"/>
              <a:t>   int temp;</a:t>
            </a:r>
          </a:p>
          <a:p>
            <a:r>
              <a:rPr lang="en-US" dirty="0"/>
              <a:t>   temp = x;   /* save the value at address x */</a:t>
            </a:r>
          </a:p>
          <a:p>
            <a:r>
              <a:rPr lang="en-US" dirty="0"/>
              <a:t>   x = y;         /* put y into x */</a:t>
            </a:r>
          </a:p>
          <a:p>
            <a:r>
              <a:rPr lang="en-US" dirty="0"/>
              <a:t>   y = temp; /* put x into y */</a:t>
            </a:r>
          </a:p>
          <a:p>
            <a:r>
              <a:rPr lang="en-US" dirty="0"/>
              <a:t>  </a:t>
            </a:r>
          </a:p>
          <a:p>
            <a:r>
              <a:rPr lang="en-US" dirty="0"/>
              <a:t>   return;</a:t>
            </a:r>
          </a:p>
          <a:p>
            <a:r>
              <a:rPr lang="en-US" dirty="0"/>
              <a:t>}</a:t>
            </a:r>
            <a:endParaRPr lang="en-IN" dirty="0"/>
          </a:p>
        </p:txBody>
      </p:sp>
    </p:spTree>
    <p:extLst>
      <p:ext uri="{BB962C8B-B14F-4D97-AF65-F5344CB8AC3E}">
        <p14:creationId xmlns:p14="http://schemas.microsoft.com/office/powerpoint/2010/main" val="6332475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82BF27-E8C0-4247-92B1-6D3D4B80035B}"/>
              </a:ext>
            </a:extLst>
          </p:cNvPr>
          <p:cNvSpPr>
            <a:spLocks noGrp="1"/>
          </p:cNvSpPr>
          <p:nvPr>
            <p:ph type="title"/>
          </p:nvPr>
        </p:nvSpPr>
        <p:spPr/>
        <p:txBody>
          <a:bodyPr/>
          <a:lstStyle/>
          <a:p>
            <a:r>
              <a:rPr lang="en-US" b="1" dirty="0">
                <a:solidFill>
                  <a:srgbClr val="FF0000"/>
                </a:solidFill>
              </a:rPr>
              <a:t>Default Arguments</a:t>
            </a:r>
            <a:endParaRPr lang="en-IN" b="1" dirty="0">
              <a:solidFill>
                <a:srgbClr val="FF0000"/>
              </a:solidFill>
            </a:endParaRPr>
          </a:p>
        </p:txBody>
      </p:sp>
      <p:sp>
        <p:nvSpPr>
          <p:cNvPr id="3" name="Content Placeholder 2">
            <a:extLst>
              <a:ext uri="{FF2B5EF4-FFF2-40B4-BE49-F238E27FC236}">
                <a16:creationId xmlns:a16="http://schemas.microsoft.com/office/drawing/2014/main" id="{4D26BE02-D140-4A13-94EB-947808D4056A}"/>
              </a:ext>
            </a:extLst>
          </p:cNvPr>
          <p:cNvSpPr>
            <a:spLocks noGrp="1"/>
          </p:cNvSpPr>
          <p:nvPr>
            <p:ph idx="1"/>
          </p:nvPr>
        </p:nvSpPr>
        <p:spPr/>
        <p:txBody>
          <a:bodyPr/>
          <a:lstStyle/>
          <a:p>
            <a:pPr marL="0" indent="0">
              <a:lnSpc>
                <a:spcPct val="200000"/>
              </a:lnSpc>
              <a:buNone/>
            </a:pPr>
            <a:r>
              <a:rPr lang="en-US" b="0" i="0" dirty="0">
                <a:solidFill>
                  <a:srgbClr val="273239"/>
                </a:solidFill>
                <a:effectLst/>
                <a:latin typeface="urw-din"/>
              </a:rPr>
              <a:t>A default argument is a value provided in a function declaration that is automatically assigned by the compiler if the caller of the function doesn’t provide a value for the argument with a default value. In case any value is passed the default value is overridden.</a:t>
            </a:r>
            <a:endParaRPr lang="en-IN" dirty="0"/>
          </a:p>
        </p:txBody>
      </p:sp>
    </p:spTree>
    <p:extLst>
      <p:ext uri="{BB962C8B-B14F-4D97-AF65-F5344CB8AC3E}">
        <p14:creationId xmlns:p14="http://schemas.microsoft.com/office/powerpoint/2010/main" val="18539944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2CF39CDF-7F28-4055-B350-CAB6C0A69C72}"/>
              </a:ext>
            </a:extLst>
          </p:cNvPr>
          <p:cNvSpPr>
            <a:spLocks noGrp="1" noChangeArrowheads="1"/>
          </p:cNvSpPr>
          <p:nvPr>
            <p:ph idx="1"/>
          </p:nvPr>
        </p:nvSpPr>
        <p:spPr bwMode="auto">
          <a:xfrm>
            <a:off x="781930" y="1076562"/>
            <a:ext cx="7194452" cy="553997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808080"/>
                </a:solidFill>
                <a:effectLst/>
                <a:latin typeface="Consolas" panose="020B0609020204030204" pitchFamily="49" charset="0"/>
              </a:rPr>
              <a:t>#include &lt;iostream&gt;</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006699"/>
                </a:solidFill>
                <a:effectLst/>
                <a:latin typeface="Consolas" panose="020B0609020204030204" pitchFamily="49" charset="0"/>
              </a:rPr>
              <a:t>using</a:t>
            </a:r>
            <a:r>
              <a:rPr kumimoji="0" lang="en-US" altLang="en-US" sz="2000" b="0" i="0" u="none" strike="noStrike" cap="none" normalizeH="0" baseline="0" dirty="0">
                <a:ln>
                  <a:noFill/>
                </a:ln>
                <a:solidFill>
                  <a:srgbClr val="273239"/>
                </a:solidFill>
                <a:effectLst/>
                <a:latin typeface="Consolas" panose="020B0609020204030204" pitchFamily="49" charset="0"/>
              </a:rPr>
              <a:t> </a:t>
            </a:r>
            <a:r>
              <a:rPr kumimoji="0" lang="en-US" altLang="en-US" sz="2000" b="1" i="0" u="none" strike="noStrike" cap="none" normalizeH="0" baseline="0" dirty="0">
                <a:ln>
                  <a:noFill/>
                </a:ln>
                <a:solidFill>
                  <a:srgbClr val="006699"/>
                </a:solidFill>
                <a:effectLst/>
                <a:latin typeface="Consolas" panose="020B0609020204030204" pitchFamily="49" charset="0"/>
              </a:rPr>
              <a:t>namespace</a:t>
            </a:r>
            <a:r>
              <a:rPr kumimoji="0" lang="en-US" altLang="en-US" sz="2000" b="0" i="0" u="none" strike="noStrike" cap="none" normalizeH="0" baseline="0" dirty="0">
                <a:ln>
                  <a:noFill/>
                </a:ln>
                <a:solidFill>
                  <a:srgbClr val="273239"/>
                </a:solidFill>
                <a:effectLst/>
                <a:latin typeface="Consolas" panose="020B0609020204030204" pitchFamily="49" charset="0"/>
              </a:rPr>
              <a:t> </a:t>
            </a:r>
            <a:r>
              <a:rPr kumimoji="0" lang="en-US" altLang="en-US" sz="2000" b="0" i="0" u="none" strike="noStrike" cap="none" normalizeH="0" baseline="0" dirty="0">
                <a:ln>
                  <a:noFill/>
                </a:ln>
                <a:solidFill>
                  <a:srgbClr val="000000"/>
                </a:solidFill>
                <a:effectLst/>
                <a:latin typeface="Consolas" panose="020B0609020204030204" pitchFamily="49" charset="0"/>
              </a:rPr>
              <a:t>std;</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73239"/>
                </a:solidFill>
                <a:effectLst/>
                <a:latin typeface="Consolas" panose="020B0609020204030204" pitchFamily="49" charset="0"/>
              </a:rPr>
              <a:t> </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808080"/>
                </a:solidFill>
                <a:effectLst/>
                <a:latin typeface="Consolas" panose="020B0609020204030204" pitchFamily="49" charset="0"/>
              </a:rPr>
              <a:t>int</a:t>
            </a:r>
            <a:r>
              <a:rPr kumimoji="0" lang="en-US" altLang="en-US" sz="2000" b="0" i="0" u="none" strike="noStrike" cap="none" normalizeH="0" baseline="0" dirty="0">
                <a:ln>
                  <a:noFill/>
                </a:ln>
                <a:solidFill>
                  <a:srgbClr val="273239"/>
                </a:solidFill>
                <a:effectLst/>
                <a:latin typeface="Consolas" panose="020B0609020204030204" pitchFamily="49" charset="0"/>
              </a:rPr>
              <a:t> </a:t>
            </a:r>
            <a:r>
              <a:rPr kumimoji="0" lang="en-US" altLang="en-US" sz="2000" b="0" i="0" u="none" strike="noStrike" cap="none" normalizeH="0" baseline="0" dirty="0">
                <a:ln>
                  <a:noFill/>
                </a:ln>
                <a:solidFill>
                  <a:srgbClr val="000000"/>
                </a:solidFill>
                <a:effectLst/>
                <a:latin typeface="Consolas" panose="020B0609020204030204" pitchFamily="49" charset="0"/>
              </a:rPr>
              <a:t>sum(</a:t>
            </a:r>
            <a:r>
              <a:rPr kumimoji="0" lang="en-US" altLang="en-US" sz="2000" b="1" i="0" u="none" strike="noStrike" cap="none" normalizeH="0" baseline="0" dirty="0">
                <a:ln>
                  <a:noFill/>
                </a:ln>
                <a:solidFill>
                  <a:srgbClr val="808080"/>
                </a:solidFill>
                <a:effectLst/>
                <a:latin typeface="Consolas" panose="020B0609020204030204" pitchFamily="49" charset="0"/>
              </a:rPr>
              <a:t>int</a:t>
            </a:r>
            <a:r>
              <a:rPr kumimoji="0" lang="en-US" altLang="en-US" sz="2000" b="0" i="0" u="none" strike="noStrike" cap="none" normalizeH="0" baseline="0" dirty="0">
                <a:ln>
                  <a:noFill/>
                </a:ln>
                <a:solidFill>
                  <a:srgbClr val="273239"/>
                </a:solidFill>
                <a:effectLst/>
                <a:latin typeface="Consolas" panose="020B0609020204030204" pitchFamily="49" charset="0"/>
              </a:rPr>
              <a:t> </a:t>
            </a:r>
            <a:r>
              <a:rPr kumimoji="0" lang="en-US" altLang="en-US" sz="2000" b="0" i="0" u="none" strike="noStrike" cap="none" normalizeH="0" baseline="0" dirty="0">
                <a:ln>
                  <a:noFill/>
                </a:ln>
                <a:solidFill>
                  <a:srgbClr val="000000"/>
                </a:solidFill>
                <a:effectLst/>
                <a:latin typeface="Consolas" panose="020B0609020204030204" pitchFamily="49" charset="0"/>
              </a:rPr>
              <a:t>x, </a:t>
            </a:r>
            <a:r>
              <a:rPr kumimoji="0" lang="en-US" altLang="en-US" sz="2000" b="1" i="0" u="none" strike="noStrike" cap="none" normalizeH="0" baseline="0" dirty="0">
                <a:ln>
                  <a:noFill/>
                </a:ln>
                <a:solidFill>
                  <a:srgbClr val="808080"/>
                </a:solidFill>
                <a:effectLst/>
                <a:latin typeface="Consolas" panose="020B0609020204030204" pitchFamily="49" charset="0"/>
              </a:rPr>
              <a:t>int</a:t>
            </a:r>
            <a:r>
              <a:rPr kumimoji="0" lang="en-US" altLang="en-US" sz="2000" b="0" i="0" u="none" strike="noStrike" cap="none" normalizeH="0" baseline="0" dirty="0">
                <a:ln>
                  <a:noFill/>
                </a:ln>
                <a:solidFill>
                  <a:srgbClr val="273239"/>
                </a:solidFill>
                <a:effectLst/>
                <a:latin typeface="Consolas" panose="020B0609020204030204" pitchFamily="49" charset="0"/>
              </a:rPr>
              <a:t> </a:t>
            </a:r>
            <a:r>
              <a:rPr kumimoji="0" lang="en-US" altLang="en-US" sz="2000" b="0" i="0" u="none" strike="noStrike" cap="none" normalizeH="0" baseline="0" dirty="0">
                <a:ln>
                  <a:noFill/>
                </a:ln>
                <a:solidFill>
                  <a:srgbClr val="000000"/>
                </a:solidFill>
                <a:effectLst/>
                <a:latin typeface="Consolas" panose="020B0609020204030204" pitchFamily="49" charset="0"/>
              </a:rPr>
              <a:t>y, </a:t>
            </a:r>
            <a:r>
              <a:rPr kumimoji="0" lang="en-US" altLang="en-US" sz="2000" b="1" i="0" u="none" strike="noStrike" cap="none" normalizeH="0" baseline="0" dirty="0">
                <a:ln>
                  <a:noFill/>
                </a:ln>
                <a:solidFill>
                  <a:srgbClr val="808080"/>
                </a:solidFill>
                <a:effectLst/>
                <a:latin typeface="Consolas" panose="020B0609020204030204" pitchFamily="49" charset="0"/>
              </a:rPr>
              <a:t>int</a:t>
            </a:r>
            <a:r>
              <a:rPr kumimoji="0" lang="en-US" altLang="en-US" sz="2000" b="0" i="0" u="none" strike="noStrike" cap="none" normalizeH="0" baseline="0" dirty="0">
                <a:ln>
                  <a:noFill/>
                </a:ln>
                <a:solidFill>
                  <a:srgbClr val="273239"/>
                </a:solidFill>
                <a:effectLst/>
                <a:latin typeface="Consolas" panose="020B0609020204030204" pitchFamily="49" charset="0"/>
              </a:rPr>
              <a:t> </a:t>
            </a:r>
            <a:r>
              <a:rPr kumimoji="0" lang="en-US" altLang="en-US" sz="2000" b="0" i="0" u="none" strike="noStrike" cap="none" normalizeH="0" baseline="0" dirty="0">
                <a:ln>
                  <a:noFill/>
                </a:ln>
                <a:solidFill>
                  <a:srgbClr val="000000"/>
                </a:solidFill>
                <a:effectLst/>
                <a:latin typeface="Consolas" panose="020B0609020204030204" pitchFamily="49" charset="0"/>
              </a:rPr>
              <a:t>z = 0, </a:t>
            </a:r>
            <a:r>
              <a:rPr kumimoji="0" lang="en-US" altLang="en-US" sz="2000" b="1" i="0" u="none" strike="noStrike" cap="none" normalizeH="0" baseline="0" dirty="0">
                <a:ln>
                  <a:noFill/>
                </a:ln>
                <a:solidFill>
                  <a:srgbClr val="808080"/>
                </a:solidFill>
                <a:effectLst/>
                <a:latin typeface="Consolas" panose="020B0609020204030204" pitchFamily="49" charset="0"/>
              </a:rPr>
              <a:t>int</a:t>
            </a:r>
            <a:r>
              <a:rPr kumimoji="0" lang="en-US" altLang="en-US" sz="2000" b="0" i="0" u="none" strike="noStrike" cap="none" normalizeH="0" baseline="0" dirty="0">
                <a:ln>
                  <a:noFill/>
                </a:ln>
                <a:solidFill>
                  <a:srgbClr val="273239"/>
                </a:solidFill>
                <a:effectLst/>
                <a:latin typeface="Consolas" panose="020B0609020204030204" pitchFamily="49" charset="0"/>
              </a:rPr>
              <a:t> </a:t>
            </a:r>
            <a:r>
              <a:rPr kumimoji="0" lang="en-US" altLang="en-US" sz="2000" b="0" i="0" u="none" strike="noStrike" cap="none" normalizeH="0" baseline="0" dirty="0">
                <a:ln>
                  <a:noFill/>
                </a:ln>
                <a:solidFill>
                  <a:srgbClr val="000000"/>
                </a:solidFill>
                <a:effectLst/>
                <a:latin typeface="Consolas" panose="020B0609020204030204" pitchFamily="49" charset="0"/>
              </a:rPr>
              <a:t>w = 0)</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Consolas" panose="020B0609020204030204" pitchFamily="49" charset="0"/>
              </a:rPr>
              <a:t>{</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73239"/>
                </a:solidFill>
                <a:effectLst/>
                <a:latin typeface="Consolas" panose="020B0609020204030204" pitchFamily="49" charset="0"/>
              </a:rPr>
              <a:t>    </a:t>
            </a:r>
            <a:r>
              <a:rPr kumimoji="0" lang="en-US" altLang="en-US" sz="2000" b="1" i="0" u="none" strike="noStrike" cap="none" normalizeH="0" baseline="0" dirty="0">
                <a:ln>
                  <a:noFill/>
                </a:ln>
                <a:solidFill>
                  <a:srgbClr val="006699"/>
                </a:solidFill>
                <a:effectLst/>
                <a:latin typeface="Consolas" panose="020B0609020204030204" pitchFamily="49" charset="0"/>
              </a:rPr>
              <a:t>return</a:t>
            </a:r>
            <a:r>
              <a:rPr kumimoji="0" lang="en-US" altLang="en-US" sz="2000" b="0" i="0" u="none" strike="noStrike" cap="none" normalizeH="0" baseline="0" dirty="0">
                <a:ln>
                  <a:noFill/>
                </a:ln>
                <a:solidFill>
                  <a:srgbClr val="273239"/>
                </a:solidFill>
                <a:effectLst/>
                <a:latin typeface="Consolas" panose="020B0609020204030204" pitchFamily="49" charset="0"/>
              </a:rPr>
              <a:t> </a:t>
            </a:r>
            <a:r>
              <a:rPr kumimoji="0" lang="en-US" altLang="en-US" sz="2000" b="0" i="0" u="none" strike="noStrike" cap="none" normalizeH="0" baseline="0" dirty="0">
                <a:ln>
                  <a:noFill/>
                </a:ln>
                <a:solidFill>
                  <a:srgbClr val="000000"/>
                </a:solidFill>
                <a:effectLst/>
                <a:latin typeface="Consolas" panose="020B0609020204030204" pitchFamily="49" charset="0"/>
              </a:rPr>
              <a:t>(x + y + z + w);</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Consolas" panose="020B0609020204030204" pitchFamily="49" charset="0"/>
              </a:rPr>
              <a:t>}</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73239"/>
                </a:solidFill>
                <a:effectLst/>
                <a:latin typeface="Consolas" panose="020B0609020204030204" pitchFamily="49" charset="0"/>
              </a:rPr>
              <a:t> </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808080"/>
                </a:solidFill>
                <a:effectLst/>
                <a:latin typeface="Consolas" panose="020B0609020204030204" pitchFamily="49" charset="0"/>
              </a:rPr>
              <a:t>int</a:t>
            </a:r>
            <a:r>
              <a:rPr kumimoji="0" lang="en-US" altLang="en-US" sz="2000" b="0" i="0" u="none" strike="noStrike" cap="none" normalizeH="0" baseline="0" dirty="0">
                <a:ln>
                  <a:noFill/>
                </a:ln>
                <a:solidFill>
                  <a:srgbClr val="273239"/>
                </a:solidFill>
                <a:effectLst/>
                <a:latin typeface="Consolas" panose="020B0609020204030204" pitchFamily="49" charset="0"/>
              </a:rPr>
              <a:t> </a:t>
            </a:r>
            <a:r>
              <a:rPr kumimoji="0" lang="en-US" altLang="en-US" sz="2000" b="0" i="0" u="none" strike="noStrike" cap="none" normalizeH="0" baseline="0" dirty="0">
                <a:ln>
                  <a:noFill/>
                </a:ln>
                <a:solidFill>
                  <a:srgbClr val="000000"/>
                </a:solidFill>
                <a:effectLst/>
                <a:latin typeface="Consolas" panose="020B0609020204030204" pitchFamily="49" charset="0"/>
              </a:rPr>
              <a:t>main()</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Consolas" panose="020B0609020204030204" pitchFamily="49" charset="0"/>
              </a:rPr>
              <a:t>{</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73239"/>
                </a:solidFill>
                <a:effectLst/>
                <a:latin typeface="Consolas" panose="020B0609020204030204" pitchFamily="49" charset="0"/>
              </a:rPr>
              <a:t>    </a:t>
            </a:r>
            <a:r>
              <a:rPr kumimoji="0" lang="en-US" altLang="en-US" sz="2000" b="0" i="0" u="none" strike="noStrike" cap="none" normalizeH="0" baseline="0" dirty="0" err="1">
                <a:ln>
                  <a:noFill/>
                </a:ln>
                <a:solidFill>
                  <a:srgbClr val="000000"/>
                </a:solidFill>
                <a:effectLst/>
                <a:latin typeface="Consolas" panose="020B0609020204030204" pitchFamily="49" charset="0"/>
              </a:rPr>
              <a:t>cout</a:t>
            </a:r>
            <a:r>
              <a:rPr kumimoji="0" lang="en-US" altLang="en-US" sz="2000" b="0" i="0" u="none" strike="noStrike" cap="none" normalizeH="0" baseline="0" dirty="0">
                <a:ln>
                  <a:noFill/>
                </a:ln>
                <a:solidFill>
                  <a:srgbClr val="000000"/>
                </a:solidFill>
                <a:effectLst/>
                <a:latin typeface="Consolas" panose="020B0609020204030204" pitchFamily="49" charset="0"/>
              </a:rPr>
              <a:t> &lt;&lt; sum(10, 15) &lt;&lt; </a:t>
            </a:r>
            <a:r>
              <a:rPr kumimoji="0" lang="en-US" altLang="en-US" sz="2000" b="0" i="0" u="none" strike="noStrike" cap="none" normalizeH="0" baseline="0" dirty="0" err="1">
                <a:ln>
                  <a:noFill/>
                </a:ln>
                <a:solidFill>
                  <a:srgbClr val="000000"/>
                </a:solidFill>
                <a:effectLst/>
                <a:latin typeface="Consolas" panose="020B0609020204030204" pitchFamily="49" charset="0"/>
              </a:rPr>
              <a:t>endl</a:t>
            </a:r>
            <a:r>
              <a:rPr kumimoji="0" lang="en-US" altLang="en-US" sz="2000" b="0" i="0" u="none" strike="noStrike" cap="none" normalizeH="0" baseline="0" dirty="0">
                <a:ln>
                  <a:noFill/>
                </a:ln>
                <a:solidFill>
                  <a:srgbClr val="000000"/>
                </a:solidFill>
                <a:effectLst/>
                <a:latin typeface="Consolas" panose="020B0609020204030204" pitchFamily="49" charset="0"/>
              </a:rPr>
              <a:t>;</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73239"/>
                </a:solidFill>
                <a:effectLst/>
                <a:latin typeface="Consolas" panose="020B0609020204030204" pitchFamily="49" charset="0"/>
              </a:rPr>
              <a:t>   </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73239"/>
                </a:solidFill>
                <a:effectLst/>
                <a:latin typeface="Consolas" panose="020B0609020204030204" pitchFamily="49" charset="0"/>
              </a:rPr>
              <a:t>    </a:t>
            </a:r>
            <a:r>
              <a:rPr kumimoji="0" lang="en-US" altLang="en-US" sz="2000" b="0" i="0" u="none" strike="noStrike" cap="none" normalizeH="0" baseline="0" dirty="0" err="1">
                <a:ln>
                  <a:noFill/>
                </a:ln>
                <a:solidFill>
                  <a:srgbClr val="000000"/>
                </a:solidFill>
                <a:effectLst/>
                <a:latin typeface="Consolas" panose="020B0609020204030204" pitchFamily="49" charset="0"/>
              </a:rPr>
              <a:t>cout</a:t>
            </a:r>
            <a:r>
              <a:rPr kumimoji="0" lang="en-US" altLang="en-US" sz="2000" b="0" i="0" u="none" strike="noStrike" cap="none" normalizeH="0" baseline="0" dirty="0">
                <a:ln>
                  <a:noFill/>
                </a:ln>
                <a:solidFill>
                  <a:srgbClr val="000000"/>
                </a:solidFill>
                <a:effectLst/>
                <a:latin typeface="Consolas" panose="020B0609020204030204" pitchFamily="49" charset="0"/>
              </a:rPr>
              <a:t> &lt;&lt; sum(10, 15, 25) &lt;&lt; </a:t>
            </a:r>
            <a:r>
              <a:rPr kumimoji="0" lang="en-US" altLang="en-US" sz="2000" b="0" i="0" u="none" strike="noStrike" cap="none" normalizeH="0" baseline="0" dirty="0" err="1">
                <a:ln>
                  <a:noFill/>
                </a:ln>
                <a:solidFill>
                  <a:srgbClr val="000000"/>
                </a:solidFill>
                <a:effectLst/>
                <a:latin typeface="Consolas" panose="020B0609020204030204" pitchFamily="49" charset="0"/>
              </a:rPr>
              <a:t>endl</a:t>
            </a:r>
            <a:r>
              <a:rPr kumimoji="0" lang="en-US" altLang="en-US" sz="2000" b="0" i="0" u="none" strike="noStrike" cap="none" normalizeH="0" baseline="0" dirty="0">
                <a:ln>
                  <a:noFill/>
                </a:ln>
                <a:solidFill>
                  <a:srgbClr val="000000"/>
                </a:solidFill>
                <a:effectLst/>
                <a:latin typeface="Consolas" panose="020B0609020204030204" pitchFamily="49" charset="0"/>
              </a:rPr>
              <a:t>;</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73239"/>
                </a:solidFill>
                <a:effectLst/>
                <a:latin typeface="Consolas" panose="020B0609020204030204" pitchFamily="49" charset="0"/>
              </a:rPr>
              <a:t>   </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73239"/>
                </a:solidFill>
                <a:effectLst/>
                <a:latin typeface="Consolas" panose="020B0609020204030204" pitchFamily="49" charset="0"/>
              </a:rPr>
              <a:t>    </a:t>
            </a:r>
            <a:r>
              <a:rPr kumimoji="0" lang="en-US" altLang="en-US" sz="2000" b="0" i="0" u="none" strike="noStrike" cap="none" normalizeH="0" baseline="0" dirty="0" err="1">
                <a:ln>
                  <a:noFill/>
                </a:ln>
                <a:solidFill>
                  <a:srgbClr val="273239"/>
                </a:solidFill>
                <a:effectLst/>
                <a:latin typeface="Consolas" panose="020B0609020204030204" pitchFamily="49" charset="0"/>
              </a:rPr>
              <a:t>c</a:t>
            </a:r>
            <a:r>
              <a:rPr kumimoji="0" lang="en-US" altLang="en-US" sz="2000" b="0" i="0" u="none" strike="noStrike" cap="none" normalizeH="0" baseline="0" dirty="0" err="1">
                <a:ln>
                  <a:noFill/>
                </a:ln>
                <a:solidFill>
                  <a:srgbClr val="000000"/>
                </a:solidFill>
                <a:effectLst/>
                <a:latin typeface="Consolas" panose="020B0609020204030204" pitchFamily="49" charset="0"/>
              </a:rPr>
              <a:t>out</a:t>
            </a:r>
            <a:r>
              <a:rPr kumimoji="0" lang="en-US" altLang="en-US" sz="2000" b="0" i="0" u="none" strike="noStrike" cap="none" normalizeH="0" baseline="0" dirty="0">
                <a:ln>
                  <a:noFill/>
                </a:ln>
                <a:solidFill>
                  <a:srgbClr val="000000"/>
                </a:solidFill>
                <a:effectLst/>
                <a:latin typeface="Consolas" panose="020B0609020204030204" pitchFamily="49" charset="0"/>
              </a:rPr>
              <a:t> &lt;&lt; sum(10, 15, 25, 30) &lt;&lt; </a:t>
            </a:r>
            <a:r>
              <a:rPr kumimoji="0" lang="en-US" altLang="en-US" sz="2000" b="0" i="0" u="none" strike="noStrike" cap="none" normalizeH="0" baseline="0" dirty="0" err="1">
                <a:ln>
                  <a:noFill/>
                </a:ln>
                <a:solidFill>
                  <a:srgbClr val="000000"/>
                </a:solidFill>
                <a:effectLst/>
                <a:latin typeface="Consolas" panose="020B0609020204030204" pitchFamily="49" charset="0"/>
              </a:rPr>
              <a:t>endl</a:t>
            </a:r>
            <a:r>
              <a:rPr kumimoji="0" lang="en-US" altLang="en-US" sz="2000" b="0" i="0" u="none" strike="noStrike" cap="none" normalizeH="0" baseline="0" dirty="0">
                <a:ln>
                  <a:noFill/>
                </a:ln>
                <a:solidFill>
                  <a:srgbClr val="000000"/>
                </a:solidFill>
                <a:effectLst/>
                <a:latin typeface="Consolas" panose="020B0609020204030204" pitchFamily="49" charset="0"/>
              </a:rPr>
              <a:t>;</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73239"/>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solidFill>
                  <a:srgbClr val="273239"/>
                </a:solidFill>
                <a:latin typeface="Consolas" panose="020B0609020204030204" pitchFamily="49" charset="0"/>
              </a:rPr>
              <a:t>   </a:t>
            </a:r>
            <a:r>
              <a:rPr kumimoji="0" lang="en-US" altLang="en-US" sz="2000" b="1" i="0" u="none" strike="noStrike" cap="none" normalizeH="0" baseline="0" dirty="0">
                <a:ln>
                  <a:noFill/>
                </a:ln>
                <a:solidFill>
                  <a:srgbClr val="006699"/>
                </a:solidFill>
                <a:effectLst/>
                <a:latin typeface="Consolas" panose="020B0609020204030204" pitchFamily="49" charset="0"/>
              </a:rPr>
              <a:t>return</a:t>
            </a:r>
            <a:r>
              <a:rPr kumimoji="0" lang="en-US" altLang="en-US" sz="2000" b="0" i="0" u="none" strike="noStrike" cap="none" normalizeH="0" baseline="0" dirty="0">
                <a:ln>
                  <a:noFill/>
                </a:ln>
                <a:solidFill>
                  <a:srgbClr val="273239"/>
                </a:solidFill>
                <a:effectLst/>
                <a:latin typeface="Consolas" panose="020B0609020204030204" pitchFamily="49" charset="0"/>
              </a:rPr>
              <a:t> </a:t>
            </a:r>
            <a:r>
              <a:rPr kumimoji="0" lang="en-US" altLang="en-US" sz="2000" b="0" i="0" u="none" strike="noStrike" cap="none" normalizeH="0" baseline="0" dirty="0">
                <a:ln>
                  <a:noFill/>
                </a:ln>
                <a:solidFill>
                  <a:srgbClr val="000000"/>
                </a:solidFill>
                <a:effectLst/>
                <a:latin typeface="Consolas" panose="020B0609020204030204" pitchFamily="49" charset="0"/>
              </a:rPr>
              <a:t>0;</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Consolas" panose="020B0609020204030204" pitchFamily="49" charset="0"/>
              </a:rPr>
              <a:t>}</a:t>
            </a:r>
          </a:p>
        </p:txBody>
      </p:sp>
      <p:sp>
        <p:nvSpPr>
          <p:cNvPr id="9" name="TextBox 8">
            <a:extLst>
              <a:ext uri="{FF2B5EF4-FFF2-40B4-BE49-F238E27FC236}">
                <a16:creationId xmlns:a16="http://schemas.microsoft.com/office/drawing/2014/main" id="{017CFAF6-49BF-4D30-B77E-400FA645D8E6}"/>
              </a:ext>
            </a:extLst>
          </p:cNvPr>
          <p:cNvSpPr txBox="1"/>
          <p:nvPr/>
        </p:nvSpPr>
        <p:spPr>
          <a:xfrm>
            <a:off x="8311661" y="1241559"/>
            <a:ext cx="2478259" cy="1200329"/>
          </a:xfrm>
          <a:prstGeom prst="rect">
            <a:avLst/>
          </a:prstGeom>
          <a:noFill/>
        </p:spPr>
        <p:txBody>
          <a:bodyPr wrap="square">
            <a:spAutoFit/>
          </a:bodyPr>
          <a:lstStyle/>
          <a:p>
            <a:r>
              <a:rPr lang="en-IN" dirty="0"/>
              <a:t>Output</a:t>
            </a:r>
          </a:p>
          <a:p>
            <a:r>
              <a:rPr lang="en-IN" dirty="0"/>
              <a:t>25</a:t>
            </a:r>
          </a:p>
          <a:p>
            <a:r>
              <a:rPr lang="en-IN" dirty="0"/>
              <a:t>50</a:t>
            </a:r>
          </a:p>
          <a:p>
            <a:r>
              <a:rPr lang="en-IN" dirty="0"/>
              <a:t>80</a:t>
            </a:r>
          </a:p>
        </p:txBody>
      </p:sp>
    </p:spTree>
    <p:extLst>
      <p:ext uri="{BB962C8B-B14F-4D97-AF65-F5344CB8AC3E}">
        <p14:creationId xmlns:p14="http://schemas.microsoft.com/office/powerpoint/2010/main" val="25504483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8EE1D43-75C8-460D-B4D2-77F02C8A4DC0}"/>
              </a:ext>
            </a:extLst>
          </p:cNvPr>
          <p:cNvSpPr>
            <a:spLocks noGrp="1"/>
          </p:cNvSpPr>
          <p:nvPr>
            <p:ph idx="1"/>
          </p:nvPr>
        </p:nvSpPr>
        <p:spPr>
          <a:xfrm>
            <a:off x="838200" y="112542"/>
            <a:ext cx="10515600" cy="6745458"/>
          </a:xfrm>
        </p:spPr>
        <p:txBody>
          <a:bodyPr>
            <a:normAutofit/>
          </a:bodyPr>
          <a:lstStyle/>
          <a:p>
            <a:pPr algn="l" fontAlgn="base"/>
            <a:r>
              <a:rPr lang="en-US" b="1" i="0" dirty="0">
                <a:solidFill>
                  <a:srgbClr val="273239"/>
                </a:solidFill>
                <a:effectLst/>
                <a:latin typeface="urw-din"/>
              </a:rPr>
              <a:t>Key Points:</a:t>
            </a:r>
            <a:r>
              <a:rPr lang="en-US" b="0" i="0" dirty="0">
                <a:solidFill>
                  <a:srgbClr val="273239"/>
                </a:solidFill>
                <a:effectLst/>
                <a:latin typeface="urw-din"/>
              </a:rPr>
              <a:t>  </a:t>
            </a:r>
          </a:p>
          <a:p>
            <a:pPr algn="l" fontAlgn="base">
              <a:buFont typeface="Arial" panose="020B0604020202020204" pitchFamily="34" charset="0"/>
              <a:buChar char="•"/>
            </a:pPr>
            <a:r>
              <a:rPr lang="en-US" sz="2400" b="0" i="0" dirty="0">
                <a:solidFill>
                  <a:srgbClr val="273239"/>
                </a:solidFill>
                <a:effectLst/>
                <a:latin typeface="urw-din"/>
              </a:rPr>
              <a:t>Default arguments are different from constant arguments as constant arguments can’t be changed whereas </a:t>
            </a:r>
            <a:r>
              <a:rPr lang="en-US" sz="2400" b="0" i="0" dirty="0">
                <a:solidFill>
                  <a:srgbClr val="FF0000"/>
                </a:solidFill>
                <a:effectLst/>
                <a:latin typeface="urw-din"/>
              </a:rPr>
              <a:t>default arguments can be overwritten </a:t>
            </a:r>
            <a:r>
              <a:rPr lang="en-US" sz="2400" b="0" i="0" dirty="0">
                <a:solidFill>
                  <a:srgbClr val="273239"/>
                </a:solidFill>
                <a:effectLst/>
                <a:latin typeface="urw-din"/>
              </a:rPr>
              <a:t>if required.</a:t>
            </a:r>
          </a:p>
          <a:p>
            <a:pPr algn="l" fontAlgn="base">
              <a:buFont typeface="Arial" panose="020B0604020202020204" pitchFamily="34" charset="0"/>
              <a:buChar char="•"/>
            </a:pPr>
            <a:r>
              <a:rPr lang="en-US" sz="2400" b="0" i="0" dirty="0">
                <a:solidFill>
                  <a:srgbClr val="273239"/>
                </a:solidFill>
                <a:effectLst/>
                <a:latin typeface="urw-din"/>
              </a:rPr>
              <a:t>Default arguments are overwritten when calling function provides values for them. For example, calling of function sum(10, 15, 25, 30) overwrites the value of z and w to 25 and 30 respectively.</a:t>
            </a:r>
          </a:p>
          <a:p>
            <a:pPr algn="l" fontAlgn="base">
              <a:buFont typeface="Arial" panose="020B0604020202020204" pitchFamily="34" charset="0"/>
              <a:buChar char="•"/>
            </a:pPr>
            <a:r>
              <a:rPr lang="en-US" sz="2400" b="0" i="0" dirty="0">
                <a:solidFill>
                  <a:srgbClr val="273239"/>
                </a:solidFill>
                <a:effectLst/>
                <a:latin typeface="urw-din"/>
              </a:rPr>
              <a:t>During the calling of function, arguments from calling function to called function are </a:t>
            </a:r>
            <a:r>
              <a:rPr lang="en-US" sz="2400" b="0" i="0" dirty="0">
                <a:solidFill>
                  <a:srgbClr val="FF0000"/>
                </a:solidFill>
                <a:effectLst/>
                <a:latin typeface="urw-din"/>
              </a:rPr>
              <a:t>copied from left to right</a:t>
            </a:r>
            <a:r>
              <a:rPr lang="en-US" sz="2400" b="0" i="0" dirty="0">
                <a:solidFill>
                  <a:srgbClr val="273239"/>
                </a:solidFill>
                <a:effectLst/>
                <a:latin typeface="urw-din"/>
              </a:rPr>
              <a:t>. Therefore, sum(10, 15, 25) will assign 10, 15, and 25 to x, y, and z. Therefore, the default value is used for w only.</a:t>
            </a:r>
          </a:p>
          <a:p>
            <a:pPr algn="l" fontAlgn="base">
              <a:buFont typeface="Arial" panose="020B0604020202020204" pitchFamily="34" charset="0"/>
              <a:buChar char="•"/>
            </a:pPr>
            <a:r>
              <a:rPr lang="en-US" sz="2400" b="0" i="0" dirty="0">
                <a:solidFill>
                  <a:srgbClr val="273239"/>
                </a:solidFill>
                <a:effectLst/>
                <a:latin typeface="urw-din"/>
              </a:rPr>
              <a:t>Once the default value is used for an argument in the function definition, all subsequent arguments to it must have a default value. It can also be stated as </a:t>
            </a:r>
            <a:r>
              <a:rPr lang="en-US" sz="2400" b="0" i="0" dirty="0">
                <a:solidFill>
                  <a:srgbClr val="FF0000"/>
                </a:solidFill>
                <a:effectLst/>
                <a:latin typeface="urw-din"/>
              </a:rPr>
              <a:t>default arguments are assigned from right to left</a:t>
            </a:r>
            <a:r>
              <a:rPr lang="en-US" sz="2400" b="0" i="0" dirty="0">
                <a:solidFill>
                  <a:srgbClr val="273239"/>
                </a:solidFill>
                <a:effectLst/>
                <a:latin typeface="urw-din"/>
              </a:rPr>
              <a:t>. For example, the following function definition is invalid as the subsequent argument of default variable z is not default.</a:t>
            </a:r>
          </a:p>
          <a:p>
            <a:pPr marL="0" indent="0" algn="l" fontAlgn="base">
              <a:buNone/>
            </a:pPr>
            <a:r>
              <a:rPr lang="en-US" sz="2400" b="0" i="0" dirty="0">
                <a:solidFill>
                  <a:srgbClr val="273239"/>
                </a:solidFill>
                <a:effectLst/>
                <a:latin typeface="urw-din"/>
              </a:rPr>
              <a:t>// Invalid because z has default value, but w after it doesn't have a default value</a:t>
            </a:r>
          </a:p>
          <a:p>
            <a:pPr marL="0" indent="0" algn="l" fontAlgn="base">
              <a:buNone/>
            </a:pPr>
            <a:r>
              <a:rPr lang="en-US" sz="2400" b="0" i="0" dirty="0">
                <a:solidFill>
                  <a:srgbClr val="273239"/>
                </a:solidFill>
                <a:effectLst/>
                <a:latin typeface="urw-din"/>
              </a:rPr>
              <a:t>int sum(int x, int y, int z = 0, int w).</a:t>
            </a:r>
          </a:p>
          <a:p>
            <a:pPr marL="0" indent="0">
              <a:buNone/>
            </a:pPr>
            <a:endParaRPr lang="en-IN" dirty="0"/>
          </a:p>
        </p:txBody>
      </p:sp>
    </p:spTree>
    <p:extLst>
      <p:ext uri="{BB962C8B-B14F-4D97-AF65-F5344CB8AC3E}">
        <p14:creationId xmlns:p14="http://schemas.microsoft.com/office/powerpoint/2010/main" val="25837687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A747588-B5BD-48E5-A9ED-ACBC5530F248}"/>
              </a:ext>
            </a:extLst>
          </p:cNvPr>
          <p:cNvSpPr>
            <a:spLocks noGrp="1"/>
          </p:cNvSpPr>
          <p:nvPr>
            <p:ph idx="1"/>
          </p:nvPr>
        </p:nvSpPr>
        <p:spPr>
          <a:xfrm>
            <a:off x="838200" y="393895"/>
            <a:ext cx="10515600" cy="5783068"/>
          </a:xfrm>
        </p:spPr>
        <p:txBody>
          <a:bodyPr/>
          <a:lstStyle/>
          <a:p>
            <a:pPr marL="0" indent="0" algn="l" fontAlgn="base">
              <a:buNone/>
            </a:pPr>
            <a:r>
              <a:rPr lang="en-US" b="1" i="0" dirty="0">
                <a:solidFill>
                  <a:srgbClr val="FF0000"/>
                </a:solidFill>
                <a:effectLst/>
                <a:latin typeface="urw-din"/>
              </a:rPr>
              <a:t>Advantages of Default Arguments:</a:t>
            </a:r>
            <a:endParaRPr lang="en-US" b="0" i="0" dirty="0">
              <a:solidFill>
                <a:srgbClr val="FF0000"/>
              </a:solidFill>
              <a:effectLst/>
              <a:latin typeface="urw-din"/>
            </a:endParaRPr>
          </a:p>
          <a:p>
            <a:pPr algn="l" fontAlgn="base">
              <a:buFont typeface="Arial" panose="020B0604020202020204" pitchFamily="34" charset="0"/>
              <a:buChar char="•"/>
            </a:pPr>
            <a:endParaRPr lang="en-US" b="0" i="0" dirty="0">
              <a:solidFill>
                <a:srgbClr val="273239"/>
              </a:solidFill>
              <a:effectLst/>
              <a:latin typeface="urw-din"/>
            </a:endParaRPr>
          </a:p>
          <a:p>
            <a:pPr algn="l" fontAlgn="base">
              <a:buFont typeface="Arial" panose="020B0604020202020204" pitchFamily="34" charset="0"/>
              <a:buChar char="•"/>
            </a:pPr>
            <a:r>
              <a:rPr lang="en-US" b="0" i="0" dirty="0">
                <a:solidFill>
                  <a:srgbClr val="273239"/>
                </a:solidFill>
                <a:effectLst/>
                <a:latin typeface="urw-din"/>
              </a:rPr>
              <a:t>Default arguments are useful when we want to increase the capabilities of an existing function by </a:t>
            </a:r>
            <a:r>
              <a:rPr lang="en-US" b="0" i="0" dirty="0">
                <a:solidFill>
                  <a:srgbClr val="FF0000"/>
                </a:solidFill>
                <a:effectLst/>
                <a:latin typeface="urw-din"/>
              </a:rPr>
              <a:t>adding another default arguments.</a:t>
            </a:r>
          </a:p>
          <a:p>
            <a:pPr algn="l" fontAlgn="base">
              <a:buFont typeface="Arial" panose="020B0604020202020204" pitchFamily="34" charset="0"/>
              <a:buChar char="•"/>
            </a:pPr>
            <a:r>
              <a:rPr lang="en-US" b="0" i="0" dirty="0">
                <a:solidFill>
                  <a:srgbClr val="273239"/>
                </a:solidFill>
                <a:effectLst/>
                <a:latin typeface="urw-din"/>
              </a:rPr>
              <a:t>It helps in </a:t>
            </a:r>
            <a:r>
              <a:rPr lang="en-US" b="0" i="0" dirty="0">
                <a:solidFill>
                  <a:srgbClr val="FF0000"/>
                </a:solidFill>
                <a:effectLst/>
                <a:latin typeface="urw-din"/>
              </a:rPr>
              <a:t>reducing the size </a:t>
            </a:r>
            <a:r>
              <a:rPr lang="en-US" b="0" i="0" dirty="0">
                <a:solidFill>
                  <a:srgbClr val="273239"/>
                </a:solidFill>
                <a:effectLst/>
                <a:latin typeface="urw-din"/>
              </a:rPr>
              <a:t>of program.</a:t>
            </a:r>
          </a:p>
          <a:p>
            <a:pPr algn="l" fontAlgn="base">
              <a:buFont typeface="Arial" panose="020B0604020202020204" pitchFamily="34" charset="0"/>
              <a:buChar char="•"/>
            </a:pPr>
            <a:r>
              <a:rPr lang="en-US" b="0" i="0" dirty="0">
                <a:solidFill>
                  <a:srgbClr val="273239"/>
                </a:solidFill>
                <a:effectLst/>
                <a:latin typeface="urw-din"/>
              </a:rPr>
              <a:t>Default arguments improves </a:t>
            </a:r>
            <a:r>
              <a:rPr lang="en-US" b="0" i="0" dirty="0">
                <a:solidFill>
                  <a:srgbClr val="FF0000"/>
                </a:solidFill>
                <a:effectLst/>
                <a:latin typeface="urw-din"/>
              </a:rPr>
              <a:t>consistency </a:t>
            </a:r>
            <a:r>
              <a:rPr lang="en-US" b="0" i="0" dirty="0">
                <a:solidFill>
                  <a:srgbClr val="273239"/>
                </a:solidFill>
                <a:effectLst/>
                <a:latin typeface="urw-din"/>
              </a:rPr>
              <a:t>of program.</a:t>
            </a:r>
          </a:p>
          <a:p>
            <a:pPr marL="0" indent="0" algn="l" fontAlgn="base">
              <a:buNone/>
            </a:pPr>
            <a:endParaRPr lang="en-US" b="0" i="0" dirty="0">
              <a:solidFill>
                <a:srgbClr val="273239"/>
              </a:solidFill>
              <a:effectLst/>
              <a:latin typeface="urw-din"/>
            </a:endParaRPr>
          </a:p>
          <a:p>
            <a:pPr marL="0" indent="0" algn="l" fontAlgn="base">
              <a:buNone/>
            </a:pPr>
            <a:r>
              <a:rPr lang="en-US" b="1" i="0" dirty="0">
                <a:solidFill>
                  <a:srgbClr val="FF0000"/>
                </a:solidFill>
                <a:effectLst/>
                <a:latin typeface="urw-din"/>
              </a:rPr>
              <a:t>Disadvantages of Default Arguments:</a:t>
            </a:r>
            <a:endParaRPr lang="en-US" b="0" i="0" dirty="0">
              <a:solidFill>
                <a:srgbClr val="FF0000"/>
              </a:solidFill>
              <a:effectLst/>
              <a:latin typeface="urw-din"/>
            </a:endParaRPr>
          </a:p>
          <a:p>
            <a:pPr algn="l" fontAlgn="base">
              <a:buFont typeface="Arial" panose="020B0604020202020204" pitchFamily="34" charset="0"/>
              <a:buChar char="•"/>
            </a:pPr>
            <a:r>
              <a:rPr lang="en-US" b="0" i="0" dirty="0">
                <a:solidFill>
                  <a:srgbClr val="273239"/>
                </a:solidFill>
                <a:effectLst/>
                <a:latin typeface="urw-din"/>
              </a:rPr>
              <a:t>It increase the execution time as compiler need to replace the omitted arguments by there default values in the function call.</a:t>
            </a:r>
          </a:p>
          <a:p>
            <a:endParaRPr lang="en-IN" dirty="0"/>
          </a:p>
        </p:txBody>
      </p:sp>
    </p:spTree>
    <p:extLst>
      <p:ext uri="{BB962C8B-B14F-4D97-AF65-F5344CB8AC3E}">
        <p14:creationId xmlns:p14="http://schemas.microsoft.com/office/powerpoint/2010/main" val="126469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0136AA-6148-475B-9B9E-265B61E21CF6}"/>
              </a:ext>
            </a:extLst>
          </p:cNvPr>
          <p:cNvSpPr>
            <a:spLocks noGrp="1"/>
          </p:cNvSpPr>
          <p:nvPr>
            <p:ph type="title"/>
          </p:nvPr>
        </p:nvSpPr>
        <p:spPr/>
        <p:txBody>
          <a:bodyPr/>
          <a:lstStyle/>
          <a:p>
            <a:r>
              <a:rPr lang="en-US" b="1" dirty="0">
                <a:solidFill>
                  <a:srgbClr val="FF0000"/>
                </a:solidFill>
              </a:rPr>
              <a:t>Objects as Function Arguments</a:t>
            </a:r>
            <a:endParaRPr lang="en-IN" b="1" dirty="0">
              <a:solidFill>
                <a:srgbClr val="FF0000"/>
              </a:solidFill>
            </a:endParaRPr>
          </a:p>
        </p:txBody>
      </p:sp>
      <p:sp>
        <p:nvSpPr>
          <p:cNvPr id="3" name="Content Placeholder 2">
            <a:extLst>
              <a:ext uri="{FF2B5EF4-FFF2-40B4-BE49-F238E27FC236}">
                <a16:creationId xmlns:a16="http://schemas.microsoft.com/office/drawing/2014/main" id="{CD9923BB-0E3A-40D3-B28E-91D6CD15B44C}"/>
              </a:ext>
            </a:extLst>
          </p:cNvPr>
          <p:cNvSpPr>
            <a:spLocks noGrp="1"/>
          </p:cNvSpPr>
          <p:nvPr>
            <p:ph idx="1"/>
          </p:nvPr>
        </p:nvSpPr>
        <p:spPr/>
        <p:txBody>
          <a:bodyPr/>
          <a:lstStyle/>
          <a:p>
            <a:r>
              <a:rPr lang="en-US" dirty="0"/>
              <a:t>This is done in two ways</a:t>
            </a:r>
          </a:p>
          <a:p>
            <a:pPr lvl="1"/>
            <a:r>
              <a:rPr lang="en-US" b="1" dirty="0"/>
              <a:t>A copy of the entire object is passed to the function</a:t>
            </a:r>
          </a:p>
          <a:p>
            <a:pPr lvl="1"/>
            <a:r>
              <a:rPr lang="en-US" b="1" dirty="0"/>
              <a:t>Only the address of the object is transferred to the function</a:t>
            </a:r>
          </a:p>
          <a:p>
            <a:r>
              <a:rPr lang="en-US" dirty="0"/>
              <a:t>The first method is called as </a:t>
            </a:r>
            <a:r>
              <a:rPr lang="en-US" dirty="0">
                <a:solidFill>
                  <a:srgbClr val="FF0000"/>
                </a:solidFill>
              </a:rPr>
              <a:t>Pass-by-value </a:t>
            </a:r>
            <a:r>
              <a:rPr lang="en-US" dirty="0"/>
              <a:t>and the second method is called as </a:t>
            </a:r>
            <a:r>
              <a:rPr lang="en-US" dirty="0">
                <a:solidFill>
                  <a:srgbClr val="FF0000"/>
                </a:solidFill>
              </a:rPr>
              <a:t>pass-by-reference</a:t>
            </a:r>
          </a:p>
          <a:p>
            <a:r>
              <a:rPr lang="en-US" dirty="0"/>
              <a:t>When the address of the object is passed, the called function works directly on the actual object used in the call.  This means that changes made to the object inside the function will reflect in the actual object.</a:t>
            </a:r>
          </a:p>
          <a:p>
            <a:r>
              <a:rPr lang="en-US" dirty="0"/>
              <a:t>Pass-by-reference is more efficient </a:t>
            </a:r>
          </a:p>
        </p:txBody>
      </p:sp>
    </p:spTree>
    <p:extLst>
      <p:ext uri="{BB962C8B-B14F-4D97-AF65-F5344CB8AC3E}">
        <p14:creationId xmlns:p14="http://schemas.microsoft.com/office/powerpoint/2010/main" val="7609136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6B6E415-0E3E-4B93-9A0D-ABE46E24BA34}"/>
              </a:ext>
            </a:extLst>
          </p:cNvPr>
          <p:cNvSpPr>
            <a:spLocks noGrp="1"/>
          </p:cNvSpPr>
          <p:nvPr>
            <p:ph idx="1"/>
          </p:nvPr>
        </p:nvSpPr>
        <p:spPr>
          <a:xfrm>
            <a:off x="148883" y="239151"/>
            <a:ext cx="6237849" cy="5881541"/>
          </a:xfrm>
        </p:spPr>
        <p:txBody>
          <a:bodyPr>
            <a:normAutofit fontScale="77500" lnSpcReduction="20000"/>
          </a:bodyPr>
          <a:lstStyle/>
          <a:p>
            <a:pPr marL="0" indent="0">
              <a:buNone/>
            </a:pPr>
            <a:r>
              <a:rPr lang="en-US" dirty="0"/>
              <a:t>#include&lt;iostream&gt;</a:t>
            </a:r>
          </a:p>
          <a:p>
            <a:pPr marL="0" indent="0">
              <a:buNone/>
            </a:pPr>
            <a:r>
              <a:rPr lang="en-US" dirty="0"/>
              <a:t>using namespace std;</a:t>
            </a:r>
          </a:p>
          <a:p>
            <a:pPr marL="0" indent="0">
              <a:buNone/>
            </a:pPr>
            <a:r>
              <a:rPr lang="en-IN" dirty="0"/>
              <a:t>Class time</a:t>
            </a:r>
          </a:p>
          <a:p>
            <a:pPr marL="0" indent="0">
              <a:buNone/>
            </a:pPr>
            <a:r>
              <a:rPr lang="en-IN" dirty="0"/>
              <a:t>{</a:t>
            </a:r>
          </a:p>
          <a:p>
            <a:pPr marL="0" indent="0">
              <a:buNone/>
            </a:pPr>
            <a:r>
              <a:rPr lang="en-IN" dirty="0"/>
              <a:t>   int hours;</a:t>
            </a:r>
          </a:p>
          <a:p>
            <a:pPr marL="0" indent="0">
              <a:buNone/>
            </a:pPr>
            <a:r>
              <a:rPr lang="en-IN" dirty="0"/>
              <a:t>   int minutes;</a:t>
            </a:r>
          </a:p>
          <a:p>
            <a:pPr marL="0" indent="0">
              <a:buNone/>
            </a:pPr>
            <a:r>
              <a:rPr lang="en-IN" dirty="0"/>
              <a:t>  Public:</a:t>
            </a:r>
          </a:p>
          <a:p>
            <a:pPr marL="0" indent="0">
              <a:buNone/>
            </a:pPr>
            <a:r>
              <a:rPr lang="en-IN" dirty="0"/>
              <a:t>   void </a:t>
            </a:r>
            <a:r>
              <a:rPr lang="en-IN" dirty="0" err="1"/>
              <a:t>gettime</a:t>
            </a:r>
            <a:r>
              <a:rPr lang="en-IN" dirty="0"/>
              <a:t>( int h, int m)</a:t>
            </a:r>
          </a:p>
          <a:p>
            <a:pPr marL="0" indent="0">
              <a:buNone/>
            </a:pPr>
            <a:r>
              <a:rPr lang="en-IN" dirty="0"/>
              <a:t>{   hours=h; minutes=m; }</a:t>
            </a:r>
          </a:p>
          <a:p>
            <a:pPr marL="0" indent="0">
              <a:buNone/>
            </a:pPr>
            <a:r>
              <a:rPr lang="en-IN" dirty="0"/>
              <a:t>   void </a:t>
            </a:r>
            <a:r>
              <a:rPr lang="en-IN" dirty="0" err="1"/>
              <a:t>puttime</a:t>
            </a:r>
            <a:r>
              <a:rPr lang="en-IN" dirty="0"/>
              <a:t>(void)</a:t>
            </a:r>
          </a:p>
          <a:p>
            <a:pPr marL="0" indent="0">
              <a:buNone/>
            </a:pPr>
            <a:r>
              <a:rPr lang="en-IN" dirty="0"/>
              <a:t>   {</a:t>
            </a:r>
          </a:p>
          <a:p>
            <a:pPr marL="0" indent="0">
              <a:buNone/>
            </a:pPr>
            <a:r>
              <a:rPr lang="en-IN" dirty="0"/>
              <a:t>      </a:t>
            </a:r>
            <a:r>
              <a:rPr lang="en-IN" dirty="0" err="1"/>
              <a:t>cout</a:t>
            </a:r>
            <a:r>
              <a:rPr lang="en-IN" dirty="0"/>
              <a:t>&lt;&lt; hours &lt;&lt; “Hours and “;</a:t>
            </a:r>
          </a:p>
          <a:p>
            <a:pPr marL="0" indent="0">
              <a:buNone/>
            </a:pPr>
            <a:r>
              <a:rPr lang="en-IN" dirty="0"/>
              <a:t>      </a:t>
            </a:r>
            <a:r>
              <a:rPr lang="en-IN" dirty="0" err="1"/>
              <a:t>cout</a:t>
            </a:r>
            <a:r>
              <a:rPr lang="en-IN" dirty="0"/>
              <a:t>&lt;&lt; minutes&lt;&lt;“Minutes “&lt;&lt; </a:t>
            </a:r>
            <a:r>
              <a:rPr lang="en-IN" dirty="0" err="1"/>
              <a:t>endl</a:t>
            </a:r>
            <a:r>
              <a:rPr lang="en-IN" dirty="0"/>
              <a:t>;</a:t>
            </a:r>
          </a:p>
          <a:p>
            <a:pPr marL="0" indent="0">
              <a:buNone/>
            </a:pPr>
            <a:r>
              <a:rPr lang="en-IN" dirty="0"/>
              <a:t>}</a:t>
            </a:r>
          </a:p>
          <a:p>
            <a:pPr marL="0" indent="0">
              <a:buNone/>
            </a:pPr>
            <a:r>
              <a:rPr lang="en-IN" dirty="0"/>
              <a:t>  void sum( time, time)   // object as argument</a:t>
            </a:r>
          </a:p>
          <a:p>
            <a:pPr marL="0" indent="0">
              <a:buNone/>
            </a:pPr>
            <a:r>
              <a:rPr lang="en-IN" dirty="0"/>
              <a:t>};</a:t>
            </a:r>
          </a:p>
          <a:p>
            <a:pPr marL="0" indent="0">
              <a:buNone/>
            </a:pPr>
            <a:endParaRPr lang="en-IN" dirty="0"/>
          </a:p>
        </p:txBody>
      </p:sp>
      <p:sp>
        <p:nvSpPr>
          <p:cNvPr id="4" name="TextBox 3">
            <a:extLst>
              <a:ext uri="{FF2B5EF4-FFF2-40B4-BE49-F238E27FC236}">
                <a16:creationId xmlns:a16="http://schemas.microsoft.com/office/drawing/2014/main" id="{DA0AE6C2-C289-44E5-B70E-C52DC6026F7D}"/>
              </a:ext>
            </a:extLst>
          </p:cNvPr>
          <p:cNvSpPr txBox="1"/>
          <p:nvPr/>
        </p:nvSpPr>
        <p:spPr>
          <a:xfrm>
            <a:off x="5805268" y="239151"/>
            <a:ext cx="6237849" cy="6740307"/>
          </a:xfrm>
          <a:prstGeom prst="rect">
            <a:avLst/>
          </a:prstGeom>
          <a:noFill/>
        </p:spPr>
        <p:txBody>
          <a:bodyPr wrap="square" rtlCol="0">
            <a:spAutoFit/>
          </a:bodyPr>
          <a:lstStyle/>
          <a:p>
            <a:r>
              <a:rPr lang="en-US" dirty="0"/>
              <a:t>Void time::sum(</a:t>
            </a:r>
            <a:r>
              <a:rPr lang="en-US" dirty="0">
                <a:solidFill>
                  <a:srgbClr val="FF0000"/>
                </a:solidFill>
              </a:rPr>
              <a:t>time t1, time t2</a:t>
            </a:r>
            <a:r>
              <a:rPr lang="en-US" dirty="0"/>
              <a:t>)</a:t>
            </a:r>
          </a:p>
          <a:p>
            <a:r>
              <a:rPr lang="en-US" dirty="0"/>
              <a:t>{</a:t>
            </a:r>
          </a:p>
          <a:p>
            <a:r>
              <a:rPr lang="en-US" dirty="0"/>
              <a:t>   minutes = t1.minutes+t2.minutes;</a:t>
            </a:r>
          </a:p>
          <a:p>
            <a:r>
              <a:rPr lang="en-US" dirty="0"/>
              <a:t>   hours = minutes/60;</a:t>
            </a:r>
          </a:p>
          <a:p>
            <a:r>
              <a:rPr lang="en-US" dirty="0"/>
              <a:t>  minutes=minutes%60;</a:t>
            </a:r>
          </a:p>
          <a:p>
            <a:r>
              <a:rPr lang="en-US" dirty="0"/>
              <a:t>  hours=hours+t1.hours+t2.hours;</a:t>
            </a:r>
          </a:p>
          <a:p>
            <a:r>
              <a:rPr lang="en-US" dirty="0"/>
              <a:t>}</a:t>
            </a:r>
          </a:p>
          <a:p>
            <a:endParaRPr lang="en-US" dirty="0"/>
          </a:p>
          <a:p>
            <a:r>
              <a:rPr lang="en-US" dirty="0"/>
              <a:t> int main()</a:t>
            </a:r>
          </a:p>
          <a:p>
            <a:r>
              <a:rPr lang="en-US" dirty="0"/>
              <a:t> {</a:t>
            </a:r>
          </a:p>
          <a:p>
            <a:r>
              <a:rPr lang="en-US" dirty="0"/>
              <a:t>   time t1,t2,t3;</a:t>
            </a:r>
          </a:p>
          <a:p>
            <a:r>
              <a:rPr lang="en-US" dirty="0"/>
              <a:t>   t1.gettime(2,45);</a:t>
            </a:r>
          </a:p>
          <a:p>
            <a:r>
              <a:rPr lang="en-US" dirty="0"/>
              <a:t>   t2.gettime(3,30);</a:t>
            </a:r>
          </a:p>
          <a:p>
            <a:r>
              <a:rPr lang="en-US" dirty="0"/>
              <a:t>   t3.sum(</a:t>
            </a:r>
            <a:r>
              <a:rPr lang="en-US" dirty="0">
                <a:solidFill>
                  <a:srgbClr val="FF0000"/>
                </a:solidFill>
              </a:rPr>
              <a:t>t1,t2</a:t>
            </a:r>
            <a:r>
              <a:rPr lang="en-US" dirty="0"/>
              <a:t>);</a:t>
            </a:r>
          </a:p>
          <a:p>
            <a:endParaRPr lang="en-US" dirty="0"/>
          </a:p>
          <a:p>
            <a:r>
              <a:rPr lang="en-US" dirty="0"/>
              <a:t>  </a:t>
            </a:r>
            <a:r>
              <a:rPr lang="en-US" dirty="0" err="1"/>
              <a:t>cout</a:t>
            </a:r>
            <a:r>
              <a:rPr lang="en-US" dirty="0"/>
              <a:t>&lt;&lt;“T1=“&lt;&lt;t1.puttime();</a:t>
            </a:r>
          </a:p>
          <a:p>
            <a:r>
              <a:rPr lang="en-US" dirty="0"/>
              <a:t>  </a:t>
            </a:r>
            <a:r>
              <a:rPr lang="en-US" dirty="0" err="1"/>
              <a:t>cout</a:t>
            </a:r>
            <a:r>
              <a:rPr lang="en-US" dirty="0"/>
              <a:t>&lt;&lt;“T2=“&lt;&lt;t2.puttime();</a:t>
            </a:r>
          </a:p>
          <a:p>
            <a:r>
              <a:rPr lang="en-US" dirty="0"/>
              <a:t>  </a:t>
            </a:r>
            <a:r>
              <a:rPr lang="en-US" dirty="0" err="1"/>
              <a:t>cout</a:t>
            </a:r>
            <a:r>
              <a:rPr lang="en-US" dirty="0"/>
              <a:t>&lt;&lt;“T3=“&lt;&lt;t3.puttime();</a:t>
            </a:r>
          </a:p>
          <a:p>
            <a:endParaRPr lang="en-US" dirty="0"/>
          </a:p>
          <a:p>
            <a:r>
              <a:rPr lang="en-US" dirty="0"/>
              <a:t>return 0;</a:t>
            </a:r>
          </a:p>
          <a:p>
            <a:endParaRPr lang="en-US" dirty="0"/>
          </a:p>
          <a:p>
            <a:r>
              <a:rPr lang="en-US" dirty="0"/>
              <a:t>}</a:t>
            </a:r>
          </a:p>
          <a:p>
            <a:endParaRPr lang="en-US" dirty="0"/>
          </a:p>
          <a:p>
            <a:endParaRPr lang="en-IN" dirty="0"/>
          </a:p>
        </p:txBody>
      </p:sp>
      <p:sp>
        <p:nvSpPr>
          <p:cNvPr id="6" name="TextBox 5">
            <a:extLst>
              <a:ext uri="{FF2B5EF4-FFF2-40B4-BE49-F238E27FC236}">
                <a16:creationId xmlns:a16="http://schemas.microsoft.com/office/drawing/2014/main" id="{451B70CA-3EB7-44AA-BEC7-1ED9BA26EE12}"/>
              </a:ext>
            </a:extLst>
          </p:cNvPr>
          <p:cNvSpPr txBox="1"/>
          <p:nvPr/>
        </p:nvSpPr>
        <p:spPr>
          <a:xfrm>
            <a:off x="8482818" y="5430130"/>
            <a:ext cx="3094893" cy="923330"/>
          </a:xfrm>
          <a:prstGeom prst="rect">
            <a:avLst/>
          </a:prstGeom>
          <a:noFill/>
        </p:spPr>
        <p:txBody>
          <a:bodyPr wrap="square" rtlCol="0">
            <a:spAutoFit/>
          </a:bodyPr>
          <a:lstStyle/>
          <a:p>
            <a:r>
              <a:rPr lang="en-US" dirty="0"/>
              <a:t>T1=2 Hours and 45 Minutes</a:t>
            </a:r>
          </a:p>
          <a:p>
            <a:r>
              <a:rPr lang="en-US" dirty="0"/>
              <a:t>T2=3 Hours and 30 Minutes</a:t>
            </a:r>
          </a:p>
          <a:p>
            <a:r>
              <a:rPr lang="en-US" dirty="0"/>
              <a:t>T3=6 Hours and 15 Minutes</a:t>
            </a:r>
            <a:endParaRPr lang="en-IN" dirty="0"/>
          </a:p>
        </p:txBody>
      </p:sp>
    </p:spTree>
    <p:extLst>
      <p:ext uri="{BB962C8B-B14F-4D97-AF65-F5344CB8AC3E}">
        <p14:creationId xmlns:p14="http://schemas.microsoft.com/office/powerpoint/2010/main" val="11209974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287</TotalTime>
  <Words>1089</Words>
  <Application>Microsoft Office PowerPoint</Application>
  <PresentationFormat>Widescreen</PresentationFormat>
  <Paragraphs>118</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urw-din</vt:lpstr>
      <vt:lpstr>Arial</vt:lpstr>
      <vt:lpstr>Calibri</vt:lpstr>
      <vt:lpstr>Calibri Light</vt:lpstr>
      <vt:lpstr>Consolas</vt:lpstr>
      <vt:lpstr>Office Theme</vt:lpstr>
      <vt:lpstr>Call by Reference Functions with default Arguments-  Objects as Function Arguments</vt:lpstr>
      <vt:lpstr>Call by reference</vt:lpstr>
      <vt:lpstr>PowerPoint Presentation</vt:lpstr>
      <vt:lpstr>Default Arguments</vt:lpstr>
      <vt:lpstr>PowerPoint Presentation</vt:lpstr>
      <vt:lpstr>PowerPoint Presentation</vt:lpstr>
      <vt:lpstr>PowerPoint Presentation</vt:lpstr>
      <vt:lpstr>Objects as Function Arguments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Call by Reference Functions with default Arguments</dc:title>
  <dc:creator>Joshva Devadas</dc:creator>
  <cp:lastModifiedBy>Sreethar1978</cp:lastModifiedBy>
  <cp:revision>12</cp:revision>
  <dcterms:created xsi:type="dcterms:W3CDTF">2022-04-19T13:54:59Z</dcterms:created>
  <dcterms:modified xsi:type="dcterms:W3CDTF">2023-04-20T05:22:24Z</dcterms:modified>
</cp:coreProperties>
</file>