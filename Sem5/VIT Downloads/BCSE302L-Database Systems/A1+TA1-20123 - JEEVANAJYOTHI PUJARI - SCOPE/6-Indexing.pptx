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48"/>
  </p:notesMasterIdLst>
  <p:handoutMasterIdLst>
    <p:handoutMasterId r:id="rId49"/>
  </p:handoutMasterIdLst>
  <p:sldIdLst>
    <p:sldId id="350" r:id="rId2"/>
    <p:sldId id="421" r:id="rId3"/>
    <p:sldId id="420" r:id="rId4"/>
    <p:sldId id="427" r:id="rId5"/>
    <p:sldId id="428" r:id="rId6"/>
    <p:sldId id="426" r:id="rId7"/>
    <p:sldId id="429" r:id="rId8"/>
    <p:sldId id="456" r:id="rId9"/>
    <p:sldId id="457" r:id="rId10"/>
    <p:sldId id="425" r:id="rId11"/>
    <p:sldId id="431" r:id="rId12"/>
    <p:sldId id="461" r:id="rId13"/>
    <p:sldId id="462" r:id="rId14"/>
    <p:sldId id="463" r:id="rId15"/>
    <p:sldId id="464" r:id="rId16"/>
    <p:sldId id="465" r:id="rId17"/>
    <p:sldId id="466" r:id="rId18"/>
    <p:sldId id="467" r:id="rId19"/>
    <p:sldId id="468" r:id="rId20"/>
    <p:sldId id="469" r:id="rId21"/>
    <p:sldId id="470" r:id="rId22"/>
    <p:sldId id="471" r:id="rId23"/>
    <p:sldId id="472" r:id="rId24"/>
    <p:sldId id="473" r:id="rId25"/>
    <p:sldId id="474" r:id="rId26"/>
    <p:sldId id="475" r:id="rId27"/>
    <p:sldId id="476" r:id="rId28"/>
    <p:sldId id="477" r:id="rId29"/>
    <p:sldId id="478" r:id="rId30"/>
    <p:sldId id="479" r:id="rId31"/>
    <p:sldId id="480" r:id="rId32"/>
    <p:sldId id="481" r:id="rId33"/>
    <p:sldId id="482" r:id="rId34"/>
    <p:sldId id="483" r:id="rId35"/>
    <p:sldId id="484" r:id="rId36"/>
    <p:sldId id="48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486" r:id="rId4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orient="horz" pos="4185">
          <p15:clr>
            <a:srgbClr val="A4A3A4"/>
          </p15:clr>
        </p15:guide>
        <p15:guide id="3" pos="289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  <a:srgbClr val="00CC00"/>
    <a:srgbClr val="FF0066"/>
    <a:srgbClr val="FFFF99"/>
    <a:srgbClr val="FF9933"/>
    <a:srgbClr val="0099FF"/>
    <a:srgbClr val="80808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81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644" y="48"/>
      </p:cViewPr>
      <p:guideLst>
        <p:guide orient="horz" pos="1872"/>
        <p:guide orient="horz" pos="4185"/>
        <p:guide pos="2898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napToObjects="1">
      <p:cViewPr varScale="1">
        <p:scale>
          <a:sx n="61" d="100"/>
          <a:sy n="61" d="100"/>
        </p:scale>
        <p:origin x="-1698" y="-5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DBC885A1-9EE5-4941-86FF-705EA1AF21A0}" type="datetime1">
              <a:rPr lang="en-US"/>
              <a:pPr>
                <a:defRPr/>
              </a:pPr>
              <a:t>6/19/2023</a:t>
            </a:fld>
            <a:endParaRPr lang="en-US"/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1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F0C9D5CE-0EC7-4D1F-AA56-AB4681406E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ECCAD240-F381-4810-9BC1-6338C1679AFF}" type="datetime1">
              <a:rPr lang="en-US"/>
              <a:pPr>
                <a:defRPr/>
              </a:pPr>
              <a:t>6/19/2023</a:t>
            </a:fld>
            <a:endParaRPr lang="en-US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74C5827-0E79-4AE7-8BF3-C983BDAE0D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A42DA082-A976-4169-8D7C-900298EC29AA}" type="datetime1">
              <a:rPr lang="en-US" smtClean="0"/>
              <a:pPr/>
              <a:t>6/19/2023</a:t>
            </a:fld>
            <a:endParaRPr lang="en-US"/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A965D2-2DFE-4859-A0AC-DB2324D0A26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00794FC6-5E8A-FC1E-7D12-5BE29E1CE9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F970CA1-BB89-414B-B490-3B15925ECB36}" type="slidenum">
              <a:rPr lang="en-US" altLang="en-US">
                <a:latin typeface="Arial" panose="020B0604020202020204" pitchFamily="34" charset="0"/>
              </a:rPr>
              <a:pPr/>
              <a:t>37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8146069B-CF21-1D94-ECC0-FD88A1E97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0215994D-F704-951C-E27C-C5E46B9BC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76805" name="Rectangle 4">
            <a:extLst>
              <a:ext uri="{FF2B5EF4-FFF2-40B4-BE49-F238E27FC236}">
                <a16:creationId xmlns:a16="http://schemas.microsoft.com/office/drawing/2014/main" id="{970470B9-D3A4-FC58-3AD8-087C3E342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6806" name="Rectangle 5">
            <a:extLst>
              <a:ext uri="{FF2B5EF4-FFF2-40B4-BE49-F238E27FC236}">
                <a16:creationId xmlns:a16="http://schemas.microsoft.com/office/drawing/2014/main" id="{82E22B6C-0B40-FB75-2212-3B37406D2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6807" name="Rectangle 6">
            <a:extLst>
              <a:ext uri="{FF2B5EF4-FFF2-40B4-BE49-F238E27FC236}">
                <a16:creationId xmlns:a16="http://schemas.microsoft.com/office/drawing/2014/main" id="{70DCE858-F609-B074-1DBF-AE7BF890B30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</p:spPr>
      </p:sp>
      <p:sp>
        <p:nvSpPr>
          <p:cNvPr id="76808" name="Rectangle 7">
            <a:extLst>
              <a:ext uri="{FF2B5EF4-FFF2-40B4-BE49-F238E27FC236}">
                <a16:creationId xmlns:a16="http://schemas.microsoft.com/office/drawing/2014/main" id="{A6188828-B969-9AC3-9B9B-D621AA901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99990A92-4EFC-97E6-0205-D890B22613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5B82E0B-1373-40D0-919A-50CD9C7B0F57}" type="slidenum">
              <a:rPr lang="en-US" altLang="en-US">
                <a:latin typeface="Arial" panose="020B0604020202020204" pitchFamily="34" charset="0"/>
              </a:rPr>
              <a:pPr/>
              <a:t>38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9A14C898-BD2E-823F-79EB-E943B8EAE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6A93DB4F-63E7-7637-68C7-6F7946EBF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78853" name="Rectangle 4">
            <a:extLst>
              <a:ext uri="{FF2B5EF4-FFF2-40B4-BE49-F238E27FC236}">
                <a16:creationId xmlns:a16="http://schemas.microsoft.com/office/drawing/2014/main" id="{9B7ECBF7-F28D-4F65-6E24-31CE7A3CC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8854" name="Rectangle 5">
            <a:extLst>
              <a:ext uri="{FF2B5EF4-FFF2-40B4-BE49-F238E27FC236}">
                <a16:creationId xmlns:a16="http://schemas.microsoft.com/office/drawing/2014/main" id="{2EAA8DB6-1DD9-7882-2A42-2B73B4C5D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8855" name="Rectangle 6">
            <a:extLst>
              <a:ext uri="{FF2B5EF4-FFF2-40B4-BE49-F238E27FC236}">
                <a16:creationId xmlns:a16="http://schemas.microsoft.com/office/drawing/2014/main" id="{BAC4AA13-975A-87B3-EE3C-5DCE7E656BC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</p:spPr>
      </p:sp>
      <p:sp>
        <p:nvSpPr>
          <p:cNvPr id="78856" name="Rectangle 7">
            <a:extLst>
              <a:ext uri="{FF2B5EF4-FFF2-40B4-BE49-F238E27FC236}">
                <a16:creationId xmlns:a16="http://schemas.microsoft.com/office/drawing/2014/main" id="{6A7A6016-ADAA-76CB-8A80-F903D0573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F1B4E32-0C33-29B3-DA1E-ADCB402F2C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5FD9469-7BD4-46EF-B6DD-61FEDCC41F7D}" type="slidenum">
              <a:rPr lang="en-US" altLang="en-US">
                <a:latin typeface="Arial" panose="020B0604020202020204" pitchFamily="34" charset="0"/>
              </a:rPr>
              <a:pPr/>
              <a:t>39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E2E33468-3F4E-C9B7-F482-636992A7A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11CBCAF7-BE61-E018-B8AF-D74E17E82C5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05B9A9AC-D9B0-38FC-987A-D918FBE9CE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13836AE-962B-4853-A1B7-F65EA00E3417}" type="slidenum">
              <a:rPr lang="en-US" altLang="en-US">
                <a:latin typeface="Arial" panose="020B0604020202020204" pitchFamily="34" charset="0"/>
              </a:rPr>
              <a:pPr/>
              <a:t>40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E8FB95B5-24FA-A774-1469-1F8B49E66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-1588"/>
            <a:ext cx="2973387" cy="457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AD8CE024-8E30-A1EE-1932-1EEFDFAE4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5213"/>
            <a:ext cx="2973387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9080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2949" name="Rectangle 4">
            <a:extLst>
              <a:ext uri="{FF2B5EF4-FFF2-40B4-BE49-F238E27FC236}">
                <a16:creationId xmlns:a16="http://schemas.microsoft.com/office/drawing/2014/main" id="{BCFBA7A3-80C2-4686-A0A5-8D61A33D8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8" y="8685213"/>
            <a:ext cx="2971801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950" name="Rectangle 5">
            <a:extLst>
              <a:ext uri="{FF2B5EF4-FFF2-40B4-BE49-F238E27FC236}">
                <a16:creationId xmlns:a16="http://schemas.microsoft.com/office/drawing/2014/main" id="{C02C8FC0-84D6-A3DA-D492-16F4F17EA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8" y="-1588"/>
            <a:ext cx="2971801" cy="457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2951" name="Rectangle 6">
            <a:extLst>
              <a:ext uri="{FF2B5EF4-FFF2-40B4-BE49-F238E27FC236}">
                <a16:creationId xmlns:a16="http://schemas.microsoft.com/office/drawing/2014/main" id="{D20298C4-DFBF-7E7F-1328-3BB5B1FDDE0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</p:spPr>
      </p:sp>
      <p:sp>
        <p:nvSpPr>
          <p:cNvPr id="82952" name="Rectangle 7">
            <a:extLst>
              <a:ext uri="{FF2B5EF4-FFF2-40B4-BE49-F238E27FC236}">
                <a16:creationId xmlns:a16="http://schemas.microsoft.com/office/drawing/2014/main" id="{231F138D-0F45-06B6-1D0B-E333DF12D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C9DA3617-DF86-E6E2-0FAF-22D07CC094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88CA036-0DBF-4341-B568-92FB6A782629}" type="slidenum">
              <a:rPr lang="en-US" altLang="en-US">
                <a:latin typeface="Arial" panose="020B0604020202020204" pitchFamily="34" charset="0"/>
              </a:rPr>
              <a:pPr/>
              <a:t>41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60F121B8-6C2B-9DE9-18F9-CF6A04D11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2D26BCF8-F5DB-B99B-E056-861EBCCF1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84997" name="Rectangle 4">
            <a:extLst>
              <a:ext uri="{FF2B5EF4-FFF2-40B4-BE49-F238E27FC236}">
                <a16:creationId xmlns:a16="http://schemas.microsoft.com/office/drawing/2014/main" id="{1909693F-D7CA-4712-1717-5E3C63D82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4998" name="Rectangle 5">
            <a:extLst>
              <a:ext uri="{FF2B5EF4-FFF2-40B4-BE49-F238E27FC236}">
                <a16:creationId xmlns:a16="http://schemas.microsoft.com/office/drawing/2014/main" id="{C27EB0D9-F75D-AFF3-CAF8-560EE15F9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4999" name="Rectangle 6">
            <a:extLst>
              <a:ext uri="{FF2B5EF4-FFF2-40B4-BE49-F238E27FC236}">
                <a16:creationId xmlns:a16="http://schemas.microsoft.com/office/drawing/2014/main" id="{39DA5122-D09F-8CF5-95C8-DEA919ED429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</p:spPr>
      </p:sp>
      <p:sp>
        <p:nvSpPr>
          <p:cNvPr id="85000" name="Rectangle 7">
            <a:extLst>
              <a:ext uri="{FF2B5EF4-FFF2-40B4-BE49-F238E27FC236}">
                <a16:creationId xmlns:a16="http://schemas.microsoft.com/office/drawing/2014/main" id="{A23CD09D-4D6E-318F-9617-3655B0285D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FC4A8576-1DF7-2FCD-EF14-D6ED70D1A8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BF8263D-A970-43C7-A146-0D77049B9BEE}" type="slidenum">
              <a:rPr lang="en-US" altLang="en-US">
                <a:latin typeface="Arial" panose="020B0604020202020204" pitchFamily="34" charset="0"/>
              </a:rPr>
              <a:pPr/>
              <a:t>42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8DB0AA54-89D4-EB7B-DDCA-D40ABCAF5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66F35126-6FEF-7747-D6FF-118C91144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87045" name="Rectangle 4">
            <a:extLst>
              <a:ext uri="{FF2B5EF4-FFF2-40B4-BE49-F238E27FC236}">
                <a16:creationId xmlns:a16="http://schemas.microsoft.com/office/drawing/2014/main" id="{179F7594-0B70-A92A-F060-D6D907C00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7046" name="Rectangle 5">
            <a:extLst>
              <a:ext uri="{FF2B5EF4-FFF2-40B4-BE49-F238E27FC236}">
                <a16:creationId xmlns:a16="http://schemas.microsoft.com/office/drawing/2014/main" id="{F517DBE9-F3D2-F4A6-CBF1-2CB0948F6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7047" name="Rectangle 6">
            <a:extLst>
              <a:ext uri="{FF2B5EF4-FFF2-40B4-BE49-F238E27FC236}">
                <a16:creationId xmlns:a16="http://schemas.microsoft.com/office/drawing/2014/main" id="{B466D163-8AE7-0F4C-0B19-B33B79CD81C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</p:spPr>
      </p:sp>
      <p:sp>
        <p:nvSpPr>
          <p:cNvPr id="87048" name="Rectangle 7">
            <a:extLst>
              <a:ext uri="{FF2B5EF4-FFF2-40B4-BE49-F238E27FC236}">
                <a16:creationId xmlns:a16="http://schemas.microsoft.com/office/drawing/2014/main" id="{BB849C35-D8C9-9EE5-9511-A922940BF2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FB4D91D1-B8FF-B7E4-09E5-2AF3ABF191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97D391C-07E5-49B9-99A0-C30DDB7E8527}" type="slidenum">
              <a:rPr lang="en-US" altLang="en-US">
                <a:latin typeface="Arial" panose="020B0604020202020204" pitchFamily="34" charset="0"/>
              </a:rPr>
              <a:pPr/>
              <a:t>43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CD22F06C-494A-7F5D-B0D2-226F93621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B4E0D777-8E30-B793-8A12-D32D1B862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89093" name="Rectangle 4">
            <a:extLst>
              <a:ext uri="{FF2B5EF4-FFF2-40B4-BE49-F238E27FC236}">
                <a16:creationId xmlns:a16="http://schemas.microsoft.com/office/drawing/2014/main" id="{9961D114-851C-4BF0-1870-E6B90EC98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9094" name="Rectangle 5">
            <a:extLst>
              <a:ext uri="{FF2B5EF4-FFF2-40B4-BE49-F238E27FC236}">
                <a16:creationId xmlns:a16="http://schemas.microsoft.com/office/drawing/2014/main" id="{A25D2BDF-D7F6-30EA-62D2-F86C834B3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9095" name="Rectangle 6">
            <a:extLst>
              <a:ext uri="{FF2B5EF4-FFF2-40B4-BE49-F238E27FC236}">
                <a16:creationId xmlns:a16="http://schemas.microsoft.com/office/drawing/2014/main" id="{1626FC5D-2FF3-9014-FD49-0D26D2C0422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</p:spPr>
      </p:sp>
      <p:sp>
        <p:nvSpPr>
          <p:cNvPr id="89096" name="Rectangle 7">
            <a:extLst>
              <a:ext uri="{FF2B5EF4-FFF2-40B4-BE49-F238E27FC236}">
                <a16:creationId xmlns:a16="http://schemas.microsoft.com/office/drawing/2014/main" id="{12A627C4-7569-C2E4-87DE-4AD0A7EC5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9DD96BFB-7BD5-0701-E412-132A35CA2F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E42A740-5BB5-4FEF-A0B9-0FC391AB414B}" type="slidenum">
              <a:rPr lang="en-US" altLang="en-US">
                <a:latin typeface="Arial" panose="020B0604020202020204" pitchFamily="34" charset="0"/>
              </a:rPr>
              <a:pPr/>
              <a:t>44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D23C636C-60D1-E972-A6D0-9597744D8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9057C39B-3B67-F2A6-3553-308EBF177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91141" name="Rectangle 4">
            <a:extLst>
              <a:ext uri="{FF2B5EF4-FFF2-40B4-BE49-F238E27FC236}">
                <a16:creationId xmlns:a16="http://schemas.microsoft.com/office/drawing/2014/main" id="{DF6D1306-AA59-5066-BE4C-483BC14F8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1142" name="Rectangle 5">
            <a:extLst>
              <a:ext uri="{FF2B5EF4-FFF2-40B4-BE49-F238E27FC236}">
                <a16:creationId xmlns:a16="http://schemas.microsoft.com/office/drawing/2014/main" id="{4565BA25-F5D7-F666-BC2B-DFD4DB887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1143" name="Rectangle 6">
            <a:extLst>
              <a:ext uri="{FF2B5EF4-FFF2-40B4-BE49-F238E27FC236}">
                <a16:creationId xmlns:a16="http://schemas.microsoft.com/office/drawing/2014/main" id="{C84367E6-8CD1-8E81-33FB-2B362D78E2D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</p:spPr>
      </p:sp>
      <p:sp>
        <p:nvSpPr>
          <p:cNvPr id="91144" name="Rectangle 7">
            <a:extLst>
              <a:ext uri="{FF2B5EF4-FFF2-40B4-BE49-F238E27FC236}">
                <a16:creationId xmlns:a16="http://schemas.microsoft.com/office/drawing/2014/main" id="{E5765122-C7E0-FD13-3591-8915F8966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26D8612-117C-DDC4-9E57-159665EF80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1483A2D-988E-453A-9BA5-0B097770A8D3}" type="slidenum">
              <a:rPr lang="en-US" altLang="en-US">
                <a:latin typeface="Arial" panose="020B0604020202020204" pitchFamily="34" charset="0"/>
              </a:rPr>
              <a:pPr/>
              <a:t>45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5AE8701-75A8-788F-42E0-CEC56BD3D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26885D7-A237-E94D-5366-F866A2901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93189" name="Rectangle 4">
            <a:extLst>
              <a:ext uri="{FF2B5EF4-FFF2-40B4-BE49-F238E27FC236}">
                <a16:creationId xmlns:a16="http://schemas.microsoft.com/office/drawing/2014/main" id="{1B5E96D6-77D7-4304-F751-2F9382FE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3190" name="Rectangle 5">
            <a:extLst>
              <a:ext uri="{FF2B5EF4-FFF2-40B4-BE49-F238E27FC236}">
                <a16:creationId xmlns:a16="http://schemas.microsoft.com/office/drawing/2014/main" id="{CE2172EB-B3F9-AC70-1B4B-15AFFB37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3191" name="Rectangle 6">
            <a:extLst>
              <a:ext uri="{FF2B5EF4-FFF2-40B4-BE49-F238E27FC236}">
                <a16:creationId xmlns:a16="http://schemas.microsoft.com/office/drawing/2014/main" id="{33335BB4-7260-1B5D-B3F8-FBE0B17B872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</p:spPr>
      </p:sp>
      <p:sp>
        <p:nvSpPr>
          <p:cNvPr id="93192" name="Rectangle 7">
            <a:extLst>
              <a:ext uri="{FF2B5EF4-FFF2-40B4-BE49-F238E27FC236}">
                <a16:creationId xmlns:a16="http://schemas.microsoft.com/office/drawing/2014/main" id="{C83056A7-CBB3-CCD0-95DD-12612290E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"/>
          <p:cNvSpPr>
            <a:spLocks noChangeShapeType="1"/>
          </p:cNvSpPr>
          <p:nvPr/>
        </p:nvSpPr>
        <p:spPr bwMode="auto">
          <a:xfrm>
            <a:off x="369888" y="6370638"/>
            <a:ext cx="8351837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vi-VN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505575"/>
            <a:ext cx="2895600" cy="2000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lnSpc>
                <a:spcPct val="90000"/>
              </a:lnSpc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z="14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77E1380-AC57-4AA7-A49C-1A1C925859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9 -</a:t>
            </a:r>
            <a:fld id="{51D0FC79-ED35-46F6-B403-D4C1380ED6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9 -</a:t>
            </a:r>
            <a:fld id="{92F61884-B7E7-4023-98F8-117A48DD09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549400"/>
            <a:ext cx="4343400" cy="4837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549400"/>
            <a:ext cx="4343400" cy="4837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13-</a:t>
            </a:r>
            <a:fld id="{E589A886-9D89-45C3-B3B5-284819E17B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13-</a:t>
            </a:r>
            <a:fld id="{3DD532C8-D169-4CFD-91E4-02B4BEDED9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9 -</a:t>
            </a:r>
            <a:fld id="{DAE91018-307C-427B-82C3-7345258AA8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9 -</a:t>
            </a:r>
            <a:fld id="{AA8FE6F1-9B89-4809-B358-3E2B9B3D6D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13-</a:t>
            </a:r>
            <a:fld id="{E23C9CAE-334D-49D3-A284-03E9A2F939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vi-V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13-</a:t>
            </a:r>
            <a:fld id="{1FE8B047-1BAB-4CF1-B3C3-98BD71F5F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13-</a:t>
            </a:r>
            <a:fld id="{31C223D9-78FD-4DE9-BBEC-EA7147DAA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34200" y="215900"/>
            <a:ext cx="2209800" cy="61706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15900"/>
            <a:ext cx="6477000" cy="61706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13-</a:t>
            </a:r>
            <a:fld id="{32BFADC7-188D-43B1-B357-31B4F5D0C7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4388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838200"/>
            <a:ext cx="40386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572000" y="838200"/>
            <a:ext cx="4038600" cy="445611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6EDF26CD-F0E1-B475-6CEE-D570D8BE75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3C782209-9153-4CE0-3E19-7504EC3678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9">
            <a:extLst>
              <a:ext uri="{FF2B5EF4-FFF2-40B4-BE49-F238E27FC236}">
                <a16:creationId xmlns:a16="http://schemas.microsoft.com/office/drawing/2014/main" id="{28FCE4FC-85FD-73A4-2685-A2AE2365EA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2EE4E-ADB3-47A0-B1F7-EDD003166E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372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1" descr="square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678738" y="6454775"/>
            <a:ext cx="147955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215900"/>
            <a:ext cx="717391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46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53275" y="6386513"/>
            <a:ext cx="1905000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600" b="1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Slide 9 -</a:t>
            </a:r>
            <a:fld id="{E50BB914-30AB-493C-9770-59EBBCD7B8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549400"/>
            <a:ext cx="8839200" cy="4837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4637" name="Rectangle 13"/>
          <p:cNvSpPr>
            <a:spLocks noChangeArrowheads="1"/>
          </p:cNvSpPr>
          <p:nvPr/>
        </p:nvSpPr>
        <p:spPr bwMode="auto">
          <a:xfrm>
            <a:off x="2608263" y="6443663"/>
            <a:ext cx="406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sz="1000">
                <a:solidFill>
                  <a:schemeClr val="bg2"/>
                </a:solidFill>
              </a:rPr>
              <a:t>Copyright © 2004 Ramez Elmasri and Shamkant Navathe</a:t>
            </a:r>
          </a:p>
        </p:txBody>
      </p:sp>
      <p:sp>
        <p:nvSpPr>
          <p:cNvPr id="154642" name="Rectangle 18"/>
          <p:cNvSpPr>
            <a:spLocks noChangeArrowheads="1"/>
          </p:cNvSpPr>
          <p:nvPr/>
        </p:nvSpPr>
        <p:spPr bwMode="auto">
          <a:xfrm>
            <a:off x="825500" y="6280150"/>
            <a:ext cx="7577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sz="1400" b="1">
                <a:solidFill>
                  <a:srgbClr val="666699"/>
                </a:solidFill>
                <a:latin typeface="Arial" charset="0"/>
              </a:rPr>
              <a:t>Elmasri/Navathe, Fundamentals of Database Systems, Fourth Edition </a:t>
            </a:r>
          </a:p>
        </p:txBody>
      </p:sp>
      <p:pic>
        <p:nvPicPr>
          <p:cNvPr id="1032" name="Picture 20" descr="bar2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-3175" y="0"/>
            <a:ext cx="307975" cy="690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4647" name="Line 23"/>
          <p:cNvSpPr>
            <a:spLocks noChangeShapeType="1"/>
          </p:cNvSpPr>
          <p:nvPr/>
        </p:nvSpPr>
        <p:spPr bwMode="auto">
          <a:xfrm flipH="1">
            <a:off x="304800" y="6443663"/>
            <a:ext cx="8853488" cy="0"/>
          </a:xfrm>
          <a:prstGeom prst="line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vi-V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0" r:id="rId1"/>
    <p:sldLayoutId id="2147483686" r:id="rId2"/>
    <p:sldLayoutId id="2147483687" r:id="rId3"/>
    <p:sldLayoutId id="2147483691" r:id="rId4"/>
    <p:sldLayoutId id="2147483692" r:id="rId5"/>
    <p:sldLayoutId id="2147483688" r:id="rId6"/>
    <p:sldLayoutId id="2147483689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l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sz="2800">
          <a:solidFill>
            <a:schemeClr val="bg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l"/>
        <a:defRPr sz="2400">
          <a:solidFill>
            <a:schemeClr val="bg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sz="2000">
          <a:solidFill>
            <a:schemeClr val="bg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sz="2000">
          <a:solidFill>
            <a:schemeClr val="bg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FF0000"/>
        </a:buClr>
        <a:buChar char="•"/>
        <a:defRPr sz="2000">
          <a:solidFill>
            <a:schemeClr val="bg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FF0000"/>
        </a:buClr>
        <a:buChar char="•"/>
        <a:defRPr sz="2000">
          <a:solidFill>
            <a:schemeClr val="bg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FF0000"/>
        </a:buClr>
        <a:buChar char="•"/>
        <a:defRPr sz="2000">
          <a:solidFill>
            <a:schemeClr val="bg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FF0000"/>
        </a:buClr>
        <a:buChar char="•"/>
        <a:defRPr sz="2000">
          <a:solidFill>
            <a:schemeClr val="bg2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ChangeArrowheads="1"/>
          </p:cNvSpPr>
          <p:nvPr/>
        </p:nvSpPr>
        <p:spPr bwMode="auto">
          <a:xfrm>
            <a:off x="0" y="0"/>
            <a:ext cx="9144000" cy="71707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vi-VN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60388" y="957263"/>
            <a:ext cx="7772400" cy="3213100"/>
          </a:xfrm>
        </p:spPr>
        <p:txBody>
          <a:bodyPr/>
          <a:lstStyle/>
          <a:p>
            <a:pPr eaLnBrk="1" hangingPunct="1"/>
            <a:br>
              <a:rPr lang="en-US" sz="4000" dirty="0">
                <a:latin typeface="+mn-lt"/>
              </a:rPr>
            </a:br>
            <a:r>
              <a:rPr lang="en-US" sz="4000" dirty="0">
                <a:latin typeface="+mn-lt"/>
              </a:rPr>
              <a:t>Module 4</a:t>
            </a:r>
            <a:br>
              <a:rPr lang="en-US" sz="4000" dirty="0">
                <a:latin typeface="+mn-lt"/>
              </a:rPr>
            </a:br>
            <a:r>
              <a:rPr lang="en-US" sz="4000" dirty="0">
                <a:latin typeface="+mn-lt"/>
              </a:rPr>
              <a:t>File Organization &amp;Indexing </a:t>
            </a:r>
          </a:p>
        </p:txBody>
      </p:sp>
      <p:sp>
        <p:nvSpPr>
          <p:cNvPr id="9220" name="Rectangle 6"/>
          <p:cNvSpPr>
            <a:spLocks noChangeArrowheads="1"/>
          </p:cNvSpPr>
          <p:nvPr/>
        </p:nvSpPr>
        <p:spPr bwMode="auto">
          <a:xfrm>
            <a:off x="2635250" y="6408738"/>
            <a:ext cx="406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/>
            <a:r>
              <a:rPr lang="en-US" sz="1000">
                <a:solidFill>
                  <a:srgbClr val="808080"/>
                </a:solidFill>
              </a:rPr>
              <a:t>Copyright © 2004 Pearson Education,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842962"/>
          </a:xfrm>
        </p:spPr>
        <p:txBody>
          <a:bodyPr/>
          <a:lstStyle/>
          <a:p>
            <a:pPr eaLnBrk="1" hangingPunct="1"/>
            <a:r>
              <a:rPr lang="en-US"/>
              <a:t>Outline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384300"/>
            <a:ext cx="8737600" cy="4902200"/>
          </a:xfrm>
        </p:spPr>
        <p:txBody>
          <a:bodyPr/>
          <a:lstStyle/>
          <a:p>
            <a:pPr eaLnBrk="1" hangingPunct="1"/>
            <a:r>
              <a:rPr lang="en-US" sz="3200">
                <a:cs typeface="Times New Roman" pitchFamily="18" charset="0"/>
              </a:rPr>
              <a:t>Disk Storage Devices</a:t>
            </a:r>
          </a:p>
          <a:p>
            <a:pPr eaLnBrk="1" hangingPunct="1"/>
            <a:r>
              <a:rPr lang="en-US" sz="3200">
                <a:cs typeface="Times New Roman" pitchFamily="18" charset="0"/>
              </a:rPr>
              <a:t>Files of Records</a:t>
            </a:r>
          </a:p>
          <a:p>
            <a:pPr eaLnBrk="1" hangingPunct="1"/>
            <a:r>
              <a:rPr lang="en-US" sz="3200">
                <a:cs typeface="Times New Roman" pitchFamily="18" charset="0"/>
              </a:rPr>
              <a:t>Indexing Structures for Files</a:t>
            </a:r>
          </a:p>
        </p:txBody>
      </p:sp>
      <p:sp>
        <p:nvSpPr>
          <p:cNvPr id="1024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B36ABC51-4C6F-4B17-976D-E08E4F548ED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674687"/>
          </a:xfrm>
        </p:spPr>
        <p:txBody>
          <a:bodyPr/>
          <a:lstStyle/>
          <a:p>
            <a:pPr eaLnBrk="1" hangingPunct="1"/>
            <a:r>
              <a:rPr lang="en-US"/>
              <a:t>Disk Storage Devices (cont.)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09700"/>
            <a:ext cx="8369300" cy="50800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sz="3200">
                <a:solidFill>
                  <a:srgbClr val="000000"/>
                </a:solidFill>
                <a:cs typeface="Times New Roman" pitchFamily="18" charset="0"/>
              </a:rPr>
              <a:t>Preferred secondary storage device for high storage capacity and low cost.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en-US" sz="1000">
              <a:solidFill>
                <a:srgbClr val="000000"/>
              </a:solidFill>
              <a:cs typeface="Times New Roman" pitchFamily="18" charset="0"/>
            </a:endParaRPr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3200">
                <a:solidFill>
                  <a:srgbClr val="000000"/>
                </a:solidFill>
                <a:cs typeface="Times New Roman" pitchFamily="18" charset="0"/>
              </a:rPr>
              <a:t>Data stored as magnetized areas on magnetic disk surfaces.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en-US" sz="1000">
              <a:solidFill>
                <a:srgbClr val="000000"/>
              </a:solidFill>
              <a:cs typeface="Times New Roman" pitchFamily="18" charset="0"/>
            </a:endParaRPr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3200">
                <a:solidFill>
                  <a:srgbClr val="000000"/>
                </a:solidFill>
                <a:cs typeface="Times New Roman" pitchFamily="18" charset="0"/>
              </a:rPr>
              <a:t>A </a:t>
            </a:r>
            <a:r>
              <a:rPr lang="en-US" sz="3200" i="1">
                <a:solidFill>
                  <a:srgbClr val="000000"/>
                </a:solidFill>
                <a:cs typeface="Times New Roman" pitchFamily="18" charset="0"/>
              </a:rPr>
              <a:t>disk pack</a:t>
            </a:r>
            <a:r>
              <a:rPr lang="en-US" sz="3200">
                <a:solidFill>
                  <a:srgbClr val="000000"/>
                </a:solidFill>
                <a:cs typeface="Times New Roman" pitchFamily="18" charset="0"/>
              </a:rPr>
              <a:t>  contains several magnetic disks connected to a rotating spindle.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en-US" sz="1000">
              <a:solidFill>
                <a:srgbClr val="000000"/>
              </a:solidFill>
              <a:cs typeface="Times New Roman" pitchFamily="18" charset="0"/>
            </a:endParaRPr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3200">
                <a:solidFill>
                  <a:srgbClr val="000000"/>
                </a:solidFill>
                <a:cs typeface="Times New Roman" pitchFamily="18" charset="0"/>
              </a:rPr>
              <a:t>Disks are divided into concentric circular </a:t>
            </a:r>
            <a:r>
              <a:rPr lang="en-US" sz="3200" i="1">
                <a:solidFill>
                  <a:srgbClr val="000000"/>
                </a:solidFill>
                <a:cs typeface="Times New Roman" pitchFamily="18" charset="0"/>
              </a:rPr>
              <a:t>tracks</a:t>
            </a:r>
            <a:r>
              <a:rPr lang="en-US" sz="3200">
                <a:solidFill>
                  <a:srgbClr val="000000"/>
                </a:solidFill>
                <a:cs typeface="Times New Roman" pitchFamily="18" charset="0"/>
              </a:rPr>
              <a:t>  on each disk </a:t>
            </a:r>
            <a:r>
              <a:rPr lang="en-US" sz="3200" i="1">
                <a:solidFill>
                  <a:srgbClr val="000000"/>
                </a:solidFill>
                <a:cs typeface="Times New Roman" pitchFamily="18" charset="0"/>
              </a:rPr>
              <a:t>surface</a:t>
            </a:r>
            <a:r>
              <a:rPr lang="en-US" sz="3200">
                <a:solidFill>
                  <a:srgbClr val="000000"/>
                </a:solidFill>
                <a:cs typeface="Times New Roman" pitchFamily="18" charset="0"/>
              </a:rPr>
              <a:t>.  Track capacities vary typically from 4 to 50 Kbytes.</a:t>
            </a:r>
          </a:p>
        </p:txBody>
      </p:sp>
      <p:sp>
        <p:nvSpPr>
          <p:cNvPr id="1126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0FC17443-6A80-4742-8B19-F19193A26B3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674687"/>
          </a:xfrm>
        </p:spPr>
        <p:txBody>
          <a:bodyPr/>
          <a:lstStyle/>
          <a:p>
            <a:pPr eaLnBrk="1" hangingPunct="1"/>
            <a:r>
              <a:rPr lang="en-US"/>
              <a:t>Disk Storage Devices (cont.)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93800"/>
            <a:ext cx="8369300" cy="52959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	</a:t>
            </a:r>
            <a:r>
              <a:rPr lang="en-US" sz="3200">
                <a:solidFill>
                  <a:srgbClr val="000000"/>
                </a:solidFill>
                <a:cs typeface="Times New Roman" pitchFamily="18" charset="0"/>
              </a:rPr>
              <a:t>Because a track usually contains a large amount of information, it is divided into smaller </a:t>
            </a:r>
            <a:r>
              <a:rPr lang="en-US" sz="3200" i="1">
                <a:solidFill>
                  <a:srgbClr val="000000"/>
                </a:solidFill>
                <a:cs typeface="Times New Roman" pitchFamily="18" charset="0"/>
              </a:rPr>
              <a:t>blocks</a:t>
            </a:r>
            <a:r>
              <a:rPr lang="en-US" sz="3200">
                <a:solidFill>
                  <a:srgbClr val="000000"/>
                </a:solidFill>
                <a:cs typeface="Times New Roman" pitchFamily="18" charset="0"/>
              </a:rPr>
              <a:t> or </a:t>
            </a:r>
            <a:r>
              <a:rPr lang="en-US" sz="3200" i="1">
                <a:solidFill>
                  <a:srgbClr val="000000"/>
                </a:solidFill>
                <a:cs typeface="Times New Roman" pitchFamily="18" charset="0"/>
              </a:rPr>
              <a:t>sectors</a:t>
            </a:r>
            <a:r>
              <a:rPr lang="en-US" sz="3200">
                <a:solidFill>
                  <a:srgbClr val="000000"/>
                </a:solidFill>
                <a:cs typeface="Times New Roman" pitchFamily="18" charset="0"/>
              </a:rPr>
              <a:t>. 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The division of a track into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sectors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is hard-coded on the disk surface and cannot be changed. One type of sector organization calls a portion of a track that subtends a fixed angle at the center as a sector.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en-US" sz="900">
              <a:solidFill>
                <a:srgbClr val="000000"/>
              </a:solidFill>
              <a:cs typeface="Times New Roman" pitchFamily="18" charset="0"/>
            </a:endParaRPr>
          </a:p>
          <a:p>
            <a:pPr marL="533400" indent="-533400" eaLnBrk="1" hangingPunct="1">
              <a:lnSpc>
                <a:spcPct val="90000"/>
              </a:lnSpc>
            </a:pP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A track is divided into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blocks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. The block size B is fixed for each system. Typical block sizes range from B=512 bytes to B=4096 bytes. Whole blocks are transferred between disk and main memory for processing.</a:t>
            </a:r>
          </a:p>
        </p:txBody>
      </p:sp>
      <p:sp>
        <p:nvSpPr>
          <p:cNvPr id="1229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08D89C8C-77EF-4E3E-BC54-ED81C54D3A5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674687"/>
          </a:xfrm>
        </p:spPr>
        <p:txBody>
          <a:bodyPr/>
          <a:lstStyle/>
          <a:p>
            <a:pPr eaLnBrk="1" hangingPunct="1"/>
            <a:r>
              <a:rPr lang="en-US"/>
              <a:t>Disk Storage Devices (cont.)</a:t>
            </a:r>
          </a:p>
        </p:txBody>
      </p:sp>
      <p:pic>
        <p:nvPicPr>
          <p:cNvPr id="13315" name="Picture 5" descr=" 13.02.gif                                                      0001035BEeyore                         B91DCF3B: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0088" y="1558925"/>
            <a:ext cx="774382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3CE24F46-7621-4627-B2E7-E0BB1940BB3E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674687"/>
          </a:xfrm>
        </p:spPr>
        <p:txBody>
          <a:bodyPr/>
          <a:lstStyle/>
          <a:p>
            <a:pPr eaLnBrk="1" hangingPunct="1"/>
            <a:r>
              <a:rPr lang="en-US"/>
              <a:t>Disk Storage Devices (cont.)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155700"/>
            <a:ext cx="8737600" cy="5168900"/>
          </a:xfrm>
        </p:spPr>
        <p:txBody>
          <a:bodyPr/>
          <a:lstStyle/>
          <a:p>
            <a:pPr marL="533400" indent="-533400" eaLnBrk="1" hangingPunct="1"/>
            <a:r>
              <a:rPr lang="en-US" sz="2400">
                <a:solidFill>
                  <a:srgbClr val="000000"/>
                </a:solidFill>
                <a:cs typeface="Times New Roman" pitchFamily="18" charset="0"/>
              </a:rPr>
              <a:t>A </a:t>
            </a:r>
            <a:r>
              <a:rPr lang="en-US" sz="2400" i="1">
                <a:solidFill>
                  <a:srgbClr val="000000"/>
                </a:solidFill>
                <a:cs typeface="Times New Roman" pitchFamily="18" charset="0"/>
              </a:rPr>
              <a:t>read-write</a:t>
            </a:r>
            <a:r>
              <a:rPr lang="en-US" sz="2400">
                <a:solidFill>
                  <a:srgbClr val="000000"/>
                </a:solidFill>
                <a:cs typeface="Times New Roman" pitchFamily="18" charset="0"/>
              </a:rPr>
              <a:t>  head moves to the track that contains the block to be transferred. Disk rotation moves the block under the read-write head for reading or writing.</a:t>
            </a:r>
          </a:p>
          <a:p>
            <a:pPr marL="533400" indent="-533400" eaLnBrk="1" hangingPunct="1"/>
            <a:r>
              <a:rPr lang="en-US" sz="2400">
                <a:solidFill>
                  <a:srgbClr val="000000"/>
                </a:solidFill>
                <a:cs typeface="Times New Roman" pitchFamily="18" charset="0"/>
              </a:rPr>
              <a:t>A physical disk block (hardware) address consists of a cylinder number (imaginery collection of tracks of same radius from all recoreded surfaces), the track number or surface number (within the cylinder), and block number (within track).</a:t>
            </a:r>
          </a:p>
          <a:p>
            <a:pPr marL="533400" indent="-533400" eaLnBrk="1" hangingPunct="1"/>
            <a:r>
              <a:rPr lang="en-US" sz="2400">
                <a:solidFill>
                  <a:srgbClr val="000000"/>
                </a:solidFill>
                <a:cs typeface="Times New Roman" pitchFamily="18" charset="0"/>
              </a:rPr>
              <a:t>Reading or writing a disk block is time consuming because of the seek time s and rotational delay (latency) </a:t>
            </a:r>
            <a:r>
              <a:rPr lang="en-US" sz="2400" b="1">
                <a:solidFill>
                  <a:srgbClr val="000000"/>
                </a:solidFill>
                <a:cs typeface="Times New Roman" pitchFamily="18" charset="0"/>
              </a:rPr>
              <a:t>rd</a:t>
            </a:r>
            <a:r>
              <a:rPr lang="en-US" sz="2400">
                <a:solidFill>
                  <a:srgbClr val="000000"/>
                </a:solidFill>
                <a:cs typeface="Times New Roman" pitchFamily="18" charset="0"/>
              </a:rPr>
              <a:t>.</a:t>
            </a:r>
          </a:p>
          <a:p>
            <a:pPr marL="533400" indent="-533400" eaLnBrk="1" hangingPunct="1"/>
            <a:r>
              <a:rPr lang="en-US" sz="2400">
                <a:solidFill>
                  <a:srgbClr val="000000"/>
                </a:solidFill>
                <a:cs typeface="Times New Roman" pitchFamily="18" charset="0"/>
              </a:rPr>
              <a:t>Double buffering can be used to speed up the transfer of contiguous disk blocks.</a:t>
            </a:r>
          </a:p>
        </p:txBody>
      </p:sp>
      <p:sp>
        <p:nvSpPr>
          <p:cNvPr id="1434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90EAF3D4-E5D2-4CCF-97B8-BAEA5F4A0E4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674687"/>
          </a:xfrm>
        </p:spPr>
        <p:txBody>
          <a:bodyPr/>
          <a:lstStyle/>
          <a:p>
            <a:pPr eaLnBrk="1" hangingPunct="1"/>
            <a:r>
              <a:rPr lang="en-US"/>
              <a:t>Disk Storage Devices (cont.)</a:t>
            </a:r>
          </a:p>
        </p:txBody>
      </p:sp>
      <p:pic>
        <p:nvPicPr>
          <p:cNvPr id="15363" name="Picture 5" descr=" 13.01.gif                                                      0001035BEeyore                         B91DCF3B: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5763" y="1249363"/>
            <a:ext cx="6113462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6999FB70-9663-427B-958E-C8A05A424F1E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Records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Fixed and variable length records</a:t>
            </a:r>
          </a:p>
          <a:p>
            <a:pPr eaLnBrk="1" hangingPunct="1"/>
            <a:r>
              <a:rPr lang="en-US"/>
              <a:t>Records contain fields which have values of a particular type (e.g., amount, date, time, age)</a:t>
            </a:r>
          </a:p>
          <a:p>
            <a:pPr eaLnBrk="1" hangingPunct="1"/>
            <a:r>
              <a:rPr lang="en-US"/>
              <a:t>Fields themselves may be fixed length or variable length</a:t>
            </a:r>
          </a:p>
          <a:p>
            <a:pPr eaLnBrk="1" hangingPunct="1"/>
            <a:r>
              <a:rPr lang="en-US"/>
              <a:t>Variable length fields can be mixed into one record: separator characters or length fields are needed so that the record can be “parsed”. </a:t>
            </a:r>
          </a:p>
        </p:txBody>
      </p:sp>
      <p:sp>
        <p:nvSpPr>
          <p:cNvPr id="1638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E1E80DF1-D276-49E5-9DA9-B169AA88433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Blocking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Blocking: refers to storing a number of records in one blo ck on the disk.</a:t>
            </a:r>
          </a:p>
          <a:p>
            <a:pPr eaLnBrk="1" hangingPunct="1"/>
            <a:r>
              <a:rPr lang="en-US"/>
              <a:t>Blocking factor (</a:t>
            </a:r>
            <a:r>
              <a:rPr lang="en-US" i="1"/>
              <a:t>bfr</a:t>
            </a:r>
            <a:r>
              <a:rPr lang="en-US"/>
              <a:t>) refers to the number of records per block. </a:t>
            </a:r>
          </a:p>
          <a:p>
            <a:pPr eaLnBrk="1" hangingPunct="1"/>
            <a:r>
              <a:rPr lang="en-US"/>
              <a:t>There may be empty space in a block if an integral number of records do not fit in one block.</a:t>
            </a:r>
          </a:p>
          <a:p>
            <a:pPr eaLnBrk="1" hangingPunct="1"/>
            <a:r>
              <a:rPr lang="en-US" i="1"/>
              <a:t>Spanned Records</a:t>
            </a:r>
            <a:r>
              <a:rPr lang="en-US"/>
              <a:t>: refer to records that exceed the size of one or more blocks and hence span a number of blocks.</a:t>
            </a: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D22C4B8D-13EA-43F9-9E8E-EA03E44B627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674687"/>
          </a:xfrm>
        </p:spPr>
        <p:txBody>
          <a:bodyPr/>
          <a:lstStyle/>
          <a:p>
            <a:pPr eaLnBrk="1" hangingPunct="1"/>
            <a:r>
              <a:rPr lang="en-US"/>
              <a:t>Files of Records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130300"/>
            <a:ext cx="8737600" cy="5359400"/>
          </a:xfrm>
        </p:spPr>
        <p:txBody>
          <a:bodyPr/>
          <a:lstStyle/>
          <a:p>
            <a:pPr marL="533400" indent="-533400" eaLnBrk="1" hangingPunct="1"/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A file is a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sequence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 of records, where each record is a collection of data values (or data items).</a:t>
            </a:r>
          </a:p>
          <a:p>
            <a:pPr marL="533400" indent="-533400" eaLnBrk="1" hangingPunct="1"/>
            <a:endParaRPr lang="en-US" sz="900">
              <a:solidFill>
                <a:srgbClr val="000000"/>
              </a:solidFill>
              <a:cs typeface="Times New Roman" pitchFamily="18" charset="0"/>
            </a:endParaRPr>
          </a:p>
          <a:p>
            <a:pPr marL="533400" indent="-533400" eaLnBrk="1" hangingPunct="1"/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A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file descriptor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 (or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file header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) includes information that describes the file, such as the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field names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 and their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data types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, and the addresses of the file blocks on disk.</a:t>
            </a:r>
          </a:p>
          <a:p>
            <a:pPr marL="533400" indent="-533400" eaLnBrk="1" hangingPunct="1"/>
            <a:endParaRPr lang="en-US" sz="900">
              <a:solidFill>
                <a:srgbClr val="000000"/>
              </a:solidFill>
              <a:cs typeface="Times New Roman" pitchFamily="18" charset="0"/>
            </a:endParaRPr>
          </a:p>
          <a:p>
            <a:pPr marL="533400" indent="-533400" eaLnBrk="1" hangingPunct="1"/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Records are stored on disk blocks. The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blocking factor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bfr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for a file is the (average) number of file records stored in a disk block.</a:t>
            </a:r>
          </a:p>
          <a:p>
            <a:pPr marL="533400" indent="-533400" eaLnBrk="1" hangingPunct="1"/>
            <a:endParaRPr lang="en-US" sz="900">
              <a:solidFill>
                <a:srgbClr val="000000"/>
              </a:solidFill>
              <a:cs typeface="Times New Roman" pitchFamily="18" charset="0"/>
            </a:endParaRPr>
          </a:p>
          <a:p>
            <a:pPr marL="533400" indent="-533400" eaLnBrk="1" hangingPunct="1"/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A file can have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fixed-length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 records or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variable-length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 records.</a:t>
            </a:r>
          </a:p>
        </p:txBody>
      </p:sp>
      <p:sp>
        <p:nvSpPr>
          <p:cNvPr id="1843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B46FA771-A6F9-49CA-B17C-CA999750902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674687"/>
          </a:xfrm>
        </p:spPr>
        <p:txBody>
          <a:bodyPr/>
          <a:lstStyle/>
          <a:p>
            <a:pPr eaLnBrk="1" hangingPunct="1"/>
            <a:r>
              <a:rPr lang="en-US"/>
              <a:t>Files of Records (cont.)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977900"/>
            <a:ext cx="8737600" cy="5511800"/>
          </a:xfrm>
        </p:spPr>
        <p:txBody>
          <a:bodyPr/>
          <a:lstStyle/>
          <a:p>
            <a:pPr marL="533400" indent="-533400" eaLnBrk="1" hangingPunct="1"/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File records can be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unspanned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 (no record can span two blocks) or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spanned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 (a record can be stored in more than one block).</a:t>
            </a:r>
          </a:p>
          <a:p>
            <a:pPr marL="533400" indent="-533400" eaLnBrk="1" hangingPunct="1"/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The physical disk blocks that are allocated to hold the records of a file can be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contiguous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,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linked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, or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indexed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.</a:t>
            </a:r>
          </a:p>
          <a:p>
            <a:pPr marL="533400" indent="-533400" eaLnBrk="1" hangingPunct="1"/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In a file of fixed-length records, all records have the same format. Usually, unspanned blocking is used with such files.</a:t>
            </a:r>
          </a:p>
          <a:p>
            <a:pPr marL="533400" indent="-533400" eaLnBrk="1" hangingPunct="1"/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Files of variable-length records require additional information to be stored in each record, such as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separator characters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  and </a:t>
            </a:r>
            <a:r>
              <a:rPr lang="en-US" i="1">
                <a:solidFill>
                  <a:srgbClr val="000000"/>
                </a:solidFill>
                <a:cs typeface="Times New Roman" pitchFamily="18" charset="0"/>
              </a:rPr>
              <a:t>field types</a:t>
            </a:r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. Usually spanned blocking is used with such files. </a:t>
            </a:r>
          </a:p>
        </p:txBody>
      </p:sp>
      <p:sp>
        <p:nvSpPr>
          <p:cNvPr id="1946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497A318D-9217-4A2F-9309-501B5F4193A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3213"/>
            <a:ext cx="8534400" cy="842962"/>
          </a:xfrm>
        </p:spPr>
        <p:txBody>
          <a:bodyPr/>
          <a:lstStyle/>
          <a:p>
            <a:pPr eaLnBrk="1" hangingPunct="1"/>
            <a:r>
              <a:rPr lang="en-US"/>
              <a:t>Indexing Structures for Files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89063"/>
            <a:ext cx="8267700" cy="4719637"/>
          </a:xfrm>
        </p:spPr>
        <p:txBody>
          <a:bodyPr/>
          <a:lstStyle/>
          <a:p>
            <a:pPr eaLnBrk="1" hangingPunct="1"/>
            <a:r>
              <a:rPr lang="en-US"/>
              <a:t>Types of Single-level Ordered Indexes</a:t>
            </a:r>
          </a:p>
          <a:p>
            <a:pPr lvl="1" eaLnBrk="1" hangingPunct="1"/>
            <a:r>
              <a:rPr lang="en-US" sz="3200"/>
              <a:t>Primary Indexes</a:t>
            </a:r>
          </a:p>
          <a:p>
            <a:pPr lvl="1" eaLnBrk="1" hangingPunct="1"/>
            <a:r>
              <a:rPr lang="en-US" sz="3200"/>
              <a:t>Clustering Indexes</a:t>
            </a:r>
          </a:p>
          <a:p>
            <a:pPr lvl="1" eaLnBrk="1" hangingPunct="1"/>
            <a:r>
              <a:rPr lang="en-US" sz="3200"/>
              <a:t>Secondary Indexes</a:t>
            </a:r>
          </a:p>
          <a:p>
            <a:pPr eaLnBrk="1" hangingPunct="1"/>
            <a:r>
              <a:rPr lang="en-US"/>
              <a:t>Multilevel Indexes</a:t>
            </a:r>
          </a:p>
          <a:p>
            <a:pPr eaLnBrk="1" hangingPunct="1"/>
            <a:r>
              <a:rPr lang="en-US"/>
              <a:t>Dynamic Multilevel Indexes Using B-Trees      and B+-Trees</a:t>
            </a:r>
          </a:p>
          <a:p>
            <a:pPr eaLnBrk="1" hangingPunct="1"/>
            <a:r>
              <a:rPr lang="en-US"/>
              <a:t>Indexes on Multiple Keys</a:t>
            </a:r>
          </a:p>
        </p:txBody>
      </p:sp>
      <p:sp>
        <p:nvSpPr>
          <p:cNvPr id="2048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A285645D-D0C8-4F26-9770-AC441A0E904E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54050"/>
            <a:ext cx="7772400" cy="419100"/>
          </a:xfrm>
        </p:spPr>
        <p:txBody>
          <a:bodyPr/>
          <a:lstStyle/>
          <a:p>
            <a:pPr eaLnBrk="1" hangingPunct="1"/>
            <a:r>
              <a:rPr lang="en-US"/>
              <a:t>Indexes as Access Paths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3700" y="1587500"/>
            <a:ext cx="8369300" cy="4699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/>
              <a:t>A single-level index is an auxiliary file that makes it more efficient to search for a record in the data file.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/>
          </a:p>
          <a:p>
            <a:pPr eaLnBrk="1" hangingPunct="1">
              <a:lnSpc>
                <a:spcPct val="80000"/>
              </a:lnSpc>
            </a:pPr>
            <a:r>
              <a:rPr lang="en-US"/>
              <a:t>The index is usually specified on one field of the file (although it could be specified on several fields)</a:t>
            </a:r>
          </a:p>
          <a:p>
            <a:pPr eaLnBrk="1" hangingPunct="1">
              <a:lnSpc>
                <a:spcPct val="80000"/>
              </a:lnSpc>
            </a:pPr>
            <a:endParaRPr lang="en-US"/>
          </a:p>
          <a:p>
            <a:pPr eaLnBrk="1" hangingPunct="1">
              <a:lnSpc>
                <a:spcPct val="80000"/>
              </a:lnSpc>
            </a:pPr>
            <a:r>
              <a:rPr lang="en-US"/>
              <a:t>One form of an index is a file of entries </a:t>
            </a:r>
            <a:r>
              <a:rPr lang="en-US" b="1"/>
              <a:t>&lt;field value, pointer to record&gt;,</a:t>
            </a:r>
            <a:r>
              <a:rPr lang="en-US"/>
              <a:t> which is ordered by field value</a:t>
            </a:r>
          </a:p>
          <a:p>
            <a:pPr eaLnBrk="1" hangingPunct="1">
              <a:lnSpc>
                <a:spcPct val="80000"/>
              </a:lnSpc>
            </a:pPr>
            <a:endParaRPr lang="en-US"/>
          </a:p>
          <a:p>
            <a:pPr eaLnBrk="1" hangingPunct="1">
              <a:lnSpc>
                <a:spcPct val="80000"/>
              </a:lnSpc>
            </a:pPr>
            <a:r>
              <a:rPr lang="en-US"/>
              <a:t>The index is called an </a:t>
            </a:r>
            <a:r>
              <a:rPr lang="en-US" i="1"/>
              <a:t>access path</a:t>
            </a:r>
            <a:r>
              <a:rPr lang="en-US"/>
              <a:t> on the field.</a:t>
            </a:r>
          </a:p>
        </p:txBody>
      </p:sp>
      <p:sp>
        <p:nvSpPr>
          <p:cNvPr id="2150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89C031D5-9D44-44CA-8044-53E24F8E51D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54050"/>
            <a:ext cx="7772400" cy="419100"/>
          </a:xfrm>
        </p:spPr>
        <p:txBody>
          <a:bodyPr/>
          <a:lstStyle/>
          <a:p>
            <a:pPr eaLnBrk="1" hangingPunct="1"/>
            <a:r>
              <a:rPr lang="en-US"/>
              <a:t>Indexes as Access Paths (contd.)</a:t>
            </a:r>
          </a:p>
        </p:txBody>
      </p:sp>
      <p:sp>
        <p:nvSpPr>
          <p:cNvPr id="2253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511300"/>
            <a:ext cx="8305800" cy="4775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/>
              <a:t>The index file usually occupies considerably less disk blocks than the data file because its entries are much smaller</a:t>
            </a:r>
          </a:p>
          <a:p>
            <a:pPr eaLnBrk="1" hangingPunct="1">
              <a:lnSpc>
                <a:spcPct val="80000"/>
              </a:lnSpc>
            </a:pPr>
            <a:r>
              <a:rPr lang="en-US"/>
              <a:t>A binary search on the index yields a pointer to the file record</a:t>
            </a:r>
          </a:p>
          <a:p>
            <a:pPr eaLnBrk="1" hangingPunct="1">
              <a:lnSpc>
                <a:spcPct val="80000"/>
              </a:lnSpc>
            </a:pPr>
            <a:r>
              <a:rPr lang="en-US"/>
              <a:t>Indexes can also be characterized as dense or sparse. 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800"/>
              <a:t>A </a:t>
            </a:r>
            <a:r>
              <a:rPr lang="en-US" sz="2800" b="1"/>
              <a:t>dense index</a:t>
            </a:r>
            <a:r>
              <a:rPr lang="en-US" sz="2800"/>
              <a:t> has an index entry for </a:t>
            </a:r>
            <a:r>
              <a:rPr lang="en-US" sz="2800" i="1"/>
              <a:t>every search key value</a:t>
            </a:r>
            <a:r>
              <a:rPr lang="en-US" sz="2800"/>
              <a:t> (and hence every record) in the data file. 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800"/>
              <a:t>A </a:t>
            </a:r>
            <a:r>
              <a:rPr lang="en-US" sz="2800" b="1"/>
              <a:t>sparse</a:t>
            </a:r>
            <a:r>
              <a:rPr lang="en-US" sz="2800"/>
              <a:t> (or </a:t>
            </a:r>
            <a:r>
              <a:rPr lang="en-US" sz="2800" b="1"/>
              <a:t>nondense</a:t>
            </a:r>
            <a:r>
              <a:rPr lang="en-US" sz="2800"/>
              <a:t>) </a:t>
            </a:r>
            <a:r>
              <a:rPr lang="en-US" sz="2800" b="1"/>
              <a:t>index</a:t>
            </a:r>
            <a:r>
              <a:rPr lang="en-US" sz="2800"/>
              <a:t>, on the other hand, has index entries for only some of the search values </a:t>
            </a:r>
          </a:p>
          <a:p>
            <a:pPr lvl="1" eaLnBrk="1" hangingPunct="1">
              <a:lnSpc>
                <a:spcPct val="80000"/>
              </a:lnSpc>
            </a:pPr>
            <a:endParaRPr lang="en-US"/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300DB833-84D5-46FA-B999-98523D67EF3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62025"/>
            <a:ext cx="8572500" cy="54387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</a:t>
            </a:r>
            <a:r>
              <a:rPr lang="en-US" sz="1800" u="sng"/>
              <a:t>Example:</a:t>
            </a:r>
            <a:r>
              <a:rPr lang="en-US" sz="1800"/>
              <a:t> Given the following data file: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EMPLOYEE(NAME, SSN, ADDRESS, JOB, SAL, ... )</a:t>
            </a:r>
            <a:endParaRPr lang="en-US" sz="1800" u="sng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</a:t>
            </a:r>
            <a:r>
              <a:rPr lang="en-US" sz="1800" u="sng"/>
              <a:t>Suppose that:</a:t>
            </a:r>
            <a:endParaRPr lang="en-US" sz="180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record size R=150 bytes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block size B=512 bytes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r=30000 records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</a:t>
            </a:r>
            <a:r>
              <a:rPr lang="en-US" sz="1800" u="sng"/>
              <a:t>Then, we get:</a:t>
            </a:r>
            <a:endParaRPr lang="en-US" sz="180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blocking factor Bfr= B div R= 512 div 150= 3 records/block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number of file blocks b= (r/Bfr)= (30000/3)= 10000 blocks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For an index on the SSN field, assume the field size V</a:t>
            </a:r>
            <a:r>
              <a:rPr lang="en-US" sz="1800" baseline="-25000"/>
              <a:t>SSN</a:t>
            </a:r>
            <a:r>
              <a:rPr lang="en-US" sz="1800"/>
              <a:t>=9 bytes,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assume the record pointer size P</a:t>
            </a:r>
            <a:r>
              <a:rPr lang="en-US" sz="1800" baseline="-25000"/>
              <a:t>R</a:t>
            </a:r>
            <a:r>
              <a:rPr lang="en-US" sz="1800"/>
              <a:t>=7 bytes. Then: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index entry size R</a:t>
            </a:r>
            <a:r>
              <a:rPr lang="en-US" sz="1800" baseline="-25000"/>
              <a:t>I</a:t>
            </a:r>
            <a:r>
              <a:rPr lang="en-US" sz="1800"/>
              <a:t>=(V</a:t>
            </a:r>
            <a:r>
              <a:rPr lang="en-US" sz="1800" baseline="-25000"/>
              <a:t>SSN</a:t>
            </a:r>
            <a:r>
              <a:rPr lang="en-US" sz="1800"/>
              <a:t>+ P</a:t>
            </a:r>
            <a:r>
              <a:rPr lang="en-US" sz="1800" baseline="-25000"/>
              <a:t>R</a:t>
            </a:r>
            <a:r>
              <a:rPr lang="en-US" sz="1800"/>
              <a:t>)=(9+7)=16 bytes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index blocking factor Bfr</a:t>
            </a:r>
            <a:r>
              <a:rPr lang="en-US" sz="1800" baseline="-25000"/>
              <a:t>I</a:t>
            </a:r>
            <a:r>
              <a:rPr lang="en-US" sz="1800"/>
              <a:t>= B div R</a:t>
            </a:r>
            <a:r>
              <a:rPr lang="en-US" sz="1800" baseline="-25000"/>
              <a:t>I</a:t>
            </a:r>
            <a:r>
              <a:rPr lang="en-US" sz="1800"/>
              <a:t>= 512 div 16= 32 entries/block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number of index blocks b= (r/ Bfr</a:t>
            </a:r>
            <a:r>
              <a:rPr lang="en-US" sz="1800" baseline="-25000"/>
              <a:t>I</a:t>
            </a:r>
            <a:r>
              <a:rPr lang="en-US" sz="1800"/>
              <a:t>)= (30000/32)= 938 blocks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binary search needs log2bI= log2938= 10 block accesses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This is compared to an average linear search cost of: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	(b/2)= 30000/2= 15000 block accesses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If the file records are ordered, the binary search cost would be: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/>
              <a:t>		 log</a:t>
            </a:r>
            <a:r>
              <a:rPr lang="en-US" sz="1800" baseline="-25000"/>
              <a:t>2</a:t>
            </a:r>
            <a:r>
              <a:rPr lang="en-US" sz="1800"/>
              <a:t>b=  log</a:t>
            </a:r>
            <a:r>
              <a:rPr lang="en-US" sz="1800" baseline="-25000"/>
              <a:t>2</a:t>
            </a:r>
            <a:r>
              <a:rPr lang="en-US" sz="1800"/>
              <a:t>30000= 15 block accesses</a:t>
            </a:r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685800" y="381000"/>
            <a:ext cx="7772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/>
            <a:r>
              <a:rPr lang="en-US" sz="3200" b="1">
                <a:solidFill>
                  <a:srgbClr val="333399"/>
                </a:solidFill>
                <a:latin typeface="Arial" pitchFamily="34" charset="0"/>
              </a:rPr>
              <a:t>Indexes as Access Paths (contd.)</a:t>
            </a:r>
          </a:p>
        </p:txBody>
      </p:sp>
      <p:sp>
        <p:nvSpPr>
          <p:cNvPr id="2355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BC879D36-1BEB-48CB-88AC-BC5BE0BA268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4888" y="342900"/>
            <a:ext cx="7173912" cy="711200"/>
          </a:xfrm>
        </p:spPr>
        <p:txBody>
          <a:bodyPr/>
          <a:lstStyle/>
          <a:p>
            <a:pPr eaLnBrk="1" hangingPunct="1"/>
            <a:r>
              <a:rPr lang="en-US"/>
              <a:t>Types of Single-Level Indexes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1384300"/>
            <a:ext cx="8509000" cy="49657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/>
              <a:t>Primary Index</a:t>
            </a:r>
          </a:p>
          <a:p>
            <a:pPr eaLnBrk="1" hangingPunct="1">
              <a:lnSpc>
                <a:spcPct val="90000"/>
              </a:lnSpc>
            </a:pPr>
            <a:endParaRPr lang="en-US" sz="1400" b="1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Defined on an ordered data file</a:t>
            </a:r>
          </a:p>
          <a:p>
            <a:pPr lvl="1" eaLnBrk="1" hangingPunct="1">
              <a:lnSpc>
                <a:spcPct val="90000"/>
              </a:lnSpc>
            </a:pPr>
            <a:endParaRPr lang="en-US" sz="10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The data file is ordered on a </a:t>
            </a:r>
            <a:r>
              <a:rPr lang="en-US" sz="2400" i="1"/>
              <a:t>key field</a:t>
            </a:r>
          </a:p>
          <a:p>
            <a:pPr lvl="1" eaLnBrk="1" hangingPunct="1">
              <a:lnSpc>
                <a:spcPct val="90000"/>
              </a:lnSpc>
            </a:pPr>
            <a:endParaRPr lang="en-US" sz="10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Includes one index entry </a:t>
            </a:r>
            <a:r>
              <a:rPr lang="en-US" sz="2400" i="1"/>
              <a:t>for each block</a:t>
            </a:r>
            <a:r>
              <a:rPr lang="en-US" sz="2400"/>
              <a:t>  in the data file; the index entry has the key field value for the </a:t>
            </a:r>
            <a:r>
              <a:rPr lang="en-US" sz="2400" i="1"/>
              <a:t>first record</a:t>
            </a:r>
            <a:r>
              <a:rPr lang="en-US" sz="2400"/>
              <a:t>  in the block, which is called the </a:t>
            </a:r>
            <a:r>
              <a:rPr lang="en-US" sz="2400" i="1"/>
              <a:t>block anchor</a:t>
            </a:r>
          </a:p>
          <a:p>
            <a:pPr lvl="1" eaLnBrk="1" hangingPunct="1">
              <a:lnSpc>
                <a:spcPct val="90000"/>
              </a:lnSpc>
            </a:pPr>
            <a:endParaRPr lang="en-US" sz="10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 similar scheme can use the </a:t>
            </a:r>
            <a:r>
              <a:rPr lang="en-US" sz="2400" i="1"/>
              <a:t>last record</a:t>
            </a:r>
            <a:r>
              <a:rPr lang="en-US" sz="2400"/>
              <a:t>  in a block.</a:t>
            </a:r>
          </a:p>
          <a:p>
            <a:pPr lvl="1" eaLnBrk="1" hangingPunct="1">
              <a:lnSpc>
                <a:spcPct val="90000"/>
              </a:lnSpc>
            </a:pPr>
            <a:endParaRPr lang="en-US" sz="10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 primary index is a nondense (sparse) index, since it includes an entry for each disk block of the data file and the keys of its anchor record rather than for every search value.</a:t>
            </a:r>
          </a:p>
        </p:txBody>
      </p:sp>
      <p:sp>
        <p:nvSpPr>
          <p:cNvPr id="2458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E1E0784F-933A-4C81-A702-17F4B7675419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25603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vi-VN"/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6075" y="-101600"/>
            <a:ext cx="5829300" cy="687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88963"/>
            <a:ext cx="3073400" cy="457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6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638" y="-39688"/>
            <a:ext cx="4791075" cy="158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7" name="Slide Number Placeholder 10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1C1D2A37-0D6D-4D7F-89FE-796BE391A4CA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4888" y="342900"/>
            <a:ext cx="7173912" cy="711200"/>
          </a:xfrm>
        </p:spPr>
        <p:txBody>
          <a:bodyPr/>
          <a:lstStyle/>
          <a:p>
            <a:pPr eaLnBrk="1" hangingPunct="1"/>
            <a:r>
              <a:rPr lang="en-US"/>
              <a:t>Types of Single-Level Indexes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1384300"/>
            <a:ext cx="8509000" cy="4965700"/>
          </a:xfrm>
        </p:spPr>
        <p:txBody>
          <a:bodyPr/>
          <a:lstStyle/>
          <a:p>
            <a:pPr eaLnBrk="1" hangingPunct="1"/>
            <a:r>
              <a:rPr lang="en-US" b="1"/>
              <a:t>Clustering Index</a:t>
            </a:r>
          </a:p>
          <a:p>
            <a:pPr eaLnBrk="1" hangingPunct="1"/>
            <a:endParaRPr lang="en-US" sz="1400"/>
          </a:p>
          <a:p>
            <a:pPr lvl="1" eaLnBrk="1" hangingPunct="1"/>
            <a:r>
              <a:rPr lang="en-US" sz="2400"/>
              <a:t>Defined on an ordered data file</a:t>
            </a:r>
          </a:p>
          <a:p>
            <a:pPr lvl="1" eaLnBrk="1" hangingPunct="1"/>
            <a:endParaRPr lang="en-US" sz="1000"/>
          </a:p>
          <a:p>
            <a:pPr lvl="1" eaLnBrk="1" hangingPunct="1"/>
            <a:r>
              <a:rPr lang="en-US" sz="2400"/>
              <a:t>The data file is ordered on a </a:t>
            </a:r>
            <a:r>
              <a:rPr lang="en-US" sz="2400" i="1"/>
              <a:t>non-key field </a:t>
            </a:r>
            <a:r>
              <a:rPr lang="en-US" sz="2400"/>
              <a:t>unlike primary index, which requires that the ordering field of the data file have a distinct value for each record.</a:t>
            </a:r>
          </a:p>
          <a:p>
            <a:pPr lvl="1" eaLnBrk="1" hangingPunct="1"/>
            <a:endParaRPr lang="en-US" sz="1000"/>
          </a:p>
          <a:p>
            <a:pPr lvl="1" eaLnBrk="1" hangingPunct="1"/>
            <a:r>
              <a:rPr lang="en-US" sz="2400"/>
              <a:t>Includes one index entry </a:t>
            </a:r>
            <a:r>
              <a:rPr lang="en-US" sz="2400" i="1"/>
              <a:t>for each distinct value</a:t>
            </a:r>
            <a:r>
              <a:rPr lang="en-US" sz="2400"/>
              <a:t>  of the field; the index entry points to the first data block that contains records with that field value.</a:t>
            </a:r>
          </a:p>
          <a:p>
            <a:pPr lvl="1" eaLnBrk="1" hangingPunct="1"/>
            <a:endParaRPr lang="en-US" sz="1000"/>
          </a:p>
          <a:p>
            <a:pPr lvl="1" eaLnBrk="1" hangingPunct="1"/>
            <a:r>
              <a:rPr lang="en-US" sz="2400"/>
              <a:t>It is another example of </a:t>
            </a:r>
            <a:r>
              <a:rPr lang="en-US" sz="2400" i="1"/>
              <a:t>nondense</a:t>
            </a:r>
            <a:r>
              <a:rPr lang="en-US" sz="2400"/>
              <a:t> index where Insertion and Deletion is relatively straightforward with a clustering index.</a:t>
            </a:r>
          </a:p>
        </p:txBody>
      </p:sp>
      <p:sp>
        <p:nvSpPr>
          <p:cNvPr id="2662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23A7658E-796D-47E9-90C4-B44E33520C76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31755_FIG0602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882900" y="158750"/>
            <a:ext cx="6083300" cy="5937250"/>
          </a:xfrm>
        </p:spPr>
      </p:pic>
      <p:sp>
        <p:nvSpPr>
          <p:cNvPr id="27651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vi-VN"/>
          </a:p>
        </p:txBody>
      </p:sp>
      <p:pic>
        <p:nvPicPr>
          <p:cNvPr id="2765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50" y="1633538"/>
            <a:ext cx="2724150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3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84BBA769-153E-47E0-A2DF-AA60B06C3BE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28675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vi-VN"/>
          </a:p>
        </p:txBody>
      </p:sp>
      <p:pic>
        <p:nvPicPr>
          <p:cNvPr id="2867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75025" y="0"/>
            <a:ext cx="5572125" cy="677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562475"/>
            <a:ext cx="555307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8" name="Slide Number Placeholder 9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86160BEE-301B-4A7B-AEAD-84AC38E53EA2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4888" y="342900"/>
            <a:ext cx="7173912" cy="711200"/>
          </a:xfrm>
        </p:spPr>
        <p:txBody>
          <a:bodyPr/>
          <a:lstStyle/>
          <a:p>
            <a:pPr eaLnBrk="1" hangingPunct="1"/>
            <a:r>
              <a:rPr lang="en-US"/>
              <a:t>Types of Single-Level Indexes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1231900"/>
            <a:ext cx="8801100" cy="51181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b="1"/>
              <a:t>Secondary Index</a:t>
            </a:r>
          </a:p>
          <a:p>
            <a:pPr eaLnBrk="1" hangingPunct="1">
              <a:lnSpc>
                <a:spcPct val="80000"/>
              </a:lnSpc>
            </a:pPr>
            <a:endParaRPr lang="en-US" sz="800"/>
          </a:p>
          <a:p>
            <a:pPr lvl="1" eaLnBrk="1" hangingPunct="1">
              <a:lnSpc>
                <a:spcPct val="80000"/>
              </a:lnSpc>
            </a:pPr>
            <a:r>
              <a:rPr lang="en-US" sz="2400"/>
              <a:t>A secondary index provides a secondary means of accessing a file for which some primary access already exists.</a:t>
            </a:r>
          </a:p>
          <a:p>
            <a:pPr lvl="1" eaLnBrk="1" hangingPunct="1">
              <a:lnSpc>
                <a:spcPct val="80000"/>
              </a:lnSpc>
            </a:pPr>
            <a:endParaRPr lang="en-US" sz="800"/>
          </a:p>
          <a:p>
            <a:pPr lvl="1" eaLnBrk="1" hangingPunct="1">
              <a:lnSpc>
                <a:spcPct val="80000"/>
              </a:lnSpc>
            </a:pPr>
            <a:r>
              <a:rPr lang="en-US" sz="2400"/>
              <a:t>The secondary index may be on a field which is a candidate key and has a unique value in every record, or a nonkey with duplicate values.</a:t>
            </a:r>
          </a:p>
          <a:p>
            <a:pPr lvl="1" eaLnBrk="1" hangingPunct="1">
              <a:lnSpc>
                <a:spcPct val="80000"/>
              </a:lnSpc>
            </a:pPr>
            <a:endParaRPr lang="en-US" sz="800"/>
          </a:p>
          <a:p>
            <a:pPr lvl="1" eaLnBrk="1" hangingPunct="1">
              <a:lnSpc>
                <a:spcPct val="80000"/>
              </a:lnSpc>
            </a:pPr>
            <a:r>
              <a:rPr lang="en-US" sz="2400"/>
              <a:t>The index is an ordered file with two fields.</a:t>
            </a:r>
          </a:p>
          <a:p>
            <a:pPr lvl="1" eaLnBrk="1" hangingPunct="1">
              <a:lnSpc>
                <a:spcPct val="80000"/>
              </a:lnSpc>
            </a:pPr>
            <a:endParaRPr lang="en-US" sz="800"/>
          </a:p>
          <a:p>
            <a:pPr lvl="2" eaLnBrk="1" hangingPunct="1">
              <a:lnSpc>
                <a:spcPct val="80000"/>
              </a:lnSpc>
            </a:pPr>
            <a:r>
              <a:rPr lang="en-US"/>
              <a:t> The first field is of the same data type as some </a:t>
            </a:r>
            <a:r>
              <a:rPr lang="en-US" i="1"/>
              <a:t>nonordering field</a:t>
            </a:r>
            <a:r>
              <a:rPr lang="en-US"/>
              <a:t> of the data file that is an </a:t>
            </a:r>
            <a:r>
              <a:rPr lang="en-US" i="1"/>
              <a:t>indexing field.</a:t>
            </a:r>
            <a:r>
              <a:rPr lang="en-US"/>
              <a:t> </a:t>
            </a:r>
          </a:p>
          <a:p>
            <a:pPr lvl="2" eaLnBrk="1" hangingPunct="1">
              <a:lnSpc>
                <a:spcPct val="80000"/>
              </a:lnSpc>
            </a:pPr>
            <a:r>
              <a:rPr lang="en-US"/>
              <a:t> The second field is either a </a:t>
            </a:r>
            <a:r>
              <a:rPr lang="en-US" i="1"/>
              <a:t>block</a:t>
            </a:r>
            <a:r>
              <a:rPr lang="en-US"/>
              <a:t> pointer or a </a:t>
            </a:r>
            <a:r>
              <a:rPr lang="en-US" i="1"/>
              <a:t>record</a:t>
            </a:r>
            <a:r>
              <a:rPr lang="en-US"/>
              <a:t> pointer. There can be </a:t>
            </a:r>
            <a:r>
              <a:rPr lang="en-US" i="1"/>
              <a:t>many</a:t>
            </a:r>
            <a:r>
              <a:rPr lang="en-US"/>
              <a:t> secondary indexes (and hence, indexing fields) for the same file.</a:t>
            </a:r>
          </a:p>
          <a:p>
            <a:pPr lvl="2" eaLnBrk="1" hangingPunct="1">
              <a:lnSpc>
                <a:spcPct val="80000"/>
              </a:lnSpc>
            </a:pPr>
            <a:endParaRPr lang="en-US" sz="800"/>
          </a:p>
          <a:p>
            <a:pPr lvl="1" eaLnBrk="1" hangingPunct="1">
              <a:lnSpc>
                <a:spcPct val="80000"/>
              </a:lnSpc>
            </a:pPr>
            <a:r>
              <a:rPr lang="en-US" sz="2400"/>
              <a:t>Includes one entry </a:t>
            </a:r>
            <a:r>
              <a:rPr lang="en-US" sz="2400" i="1"/>
              <a:t>for each record</a:t>
            </a:r>
            <a:r>
              <a:rPr lang="en-US" sz="2400"/>
              <a:t>  in the data file; hence, it is a </a:t>
            </a:r>
            <a:r>
              <a:rPr lang="en-US" sz="2400" i="1"/>
              <a:t>dense index</a:t>
            </a:r>
          </a:p>
        </p:txBody>
      </p:sp>
      <p:sp>
        <p:nvSpPr>
          <p:cNvPr id="2970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AA54752A-9349-4970-9B77-1B267DF1343A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3538538" cy="1130300"/>
          </a:xfrm>
        </p:spPr>
        <p:txBody>
          <a:bodyPr/>
          <a:lstStyle/>
          <a:p>
            <a:pPr algn="l" eaLnBrk="1" hangingPunct="1"/>
            <a:br>
              <a:rPr lang="en-US" sz="1800" b="0"/>
            </a:br>
            <a:r>
              <a:rPr lang="en-US" sz="1800"/>
              <a:t>A dense </a:t>
            </a:r>
            <a:r>
              <a:rPr lang="en-US" sz="1600"/>
              <a:t>secondary</a:t>
            </a:r>
            <a:r>
              <a:rPr lang="en-US" sz="1800"/>
              <a:t> index (with block pointers) on a nonordering key field of a file</a:t>
            </a:r>
            <a:r>
              <a:rPr lang="en-US" sz="1800">
                <a:sym typeface="Symbol" pitchFamily="18" charset="2"/>
              </a:rPr>
              <a:t>.</a:t>
            </a:r>
            <a:endParaRPr lang="en-US" sz="1800" b="0"/>
          </a:p>
        </p:txBody>
      </p:sp>
      <p:pic>
        <p:nvPicPr>
          <p:cNvPr id="30723" name="Picture 3" descr="31755_FIG0604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194050" y="0"/>
            <a:ext cx="5949950" cy="6773863"/>
          </a:xfrm>
        </p:spPr>
      </p:pic>
      <p:sp>
        <p:nvSpPr>
          <p:cNvPr id="3072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0503E3A9-4FA5-426E-953A-A7C588EC86A3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3" descr="31755_FIG0605n.gif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550988" y="266700"/>
            <a:ext cx="7567612" cy="6507163"/>
          </a:xfrm>
        </p:spPr>
      </p:pic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4343400" cy="2068513"/>
          </a:xfrm>
        </p:spPr>
        <p:txBody>
          <a:bodyPr/>
          <a:lstStyle/>
          <a:p>
            <a:pPr eaLnBrk="1" hangingPunct="1"/>
            <a:r>
              <a:rPr lang="en-US" sz="1400"/>
              <a:t>A secondary index (with recored pointers) on a nonkey field implemented using one level of indirection so that index entries are of fixed length and have unique field values.</a:t>
            </a:r>
          </a:p>
        </p:txBody>
      </p:sp>
      <p:sp>
        <p:nvSpPr>
          <p:cNvPr id="3174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55F30811-E487-4AF5-A55F-C58820038B5E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 descr="&#10;Tabel1402.gif                                                  000001F1Eeyore                         BC0F1D1E: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100" y="850900"/>
            <a:ext cx="8978900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611FB978-A703-4761-ABAD-50CFD5DFEDF3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04888" y="628650"/>
            <a:ext cx="7173912" cy="571500"/>
          </a:xfrm>
        </p:spPr>
        <p:txBody>
          <a:bodyPr/>
          <a:lstStyle/>
          <a:p>
            <a:pPr eaLnBrk="1" hangingPunct="1"/>
            <a:r>
              <a:rPr lang="en-US"/>
              <a:t>Multi-Level Indexes 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1511300"/>
            <a:ext cx="8509000" cy="48387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/>
              <a:t>Because a single-level index is an ordered file, we can create a primary index </a:t>
            </a:r>
            <a:r>
              <a:rPr lang="en-US" i="1"/>
              <a:t>to the index itself</a:t>
            </a:r>
            <a:r>
              <a:rPr lang="en-US"/>
              <a:t> ; in this case, the original index file is called the </a:t>
            </a:r>
            <a:r>
              <a:rPr lang="en-US" i="1"/>
              <a:t>first-level index</a:t>
            </a:r>
            <a:r>
              <a:rPr lang="en-US"/>
              <a:t>  and the index to the index is called the </a:t>
            </a:r>
            <a:r>
              <a:rPr lang="en-US" i="1"/>
              <a:t>second-level index.</a:t>
            </a:r>
          </a:p>
          <a:p>
            <a:pPr eaLnBrk="1" hangingPunct="1">
              <a:lnSpc>
                <a:spcPct val="80000"/>
              </a:lnSpc>
            </a:pPr>
            <a:endParaRPr lang="en-US" sz="900"/>
          </a:p>
          <a:p>
            <a:pPr eaLnBrk="1" hangingPunct="1">
              <a:lnSpc>
                <a:spcPct val="80000"/>
              </a:lnSpc>
            </a:pPr>
            <a:r>
              <a:rPr lang="en-US"/>
              <a:t>We can repeat the process, creating a third, fourth, ..., top level until all entries of the </a:t>
            </a:r>
            <a:r>
              <a:rPr lang="en-US" i="1"/>
              <a:t>top level</a:t>
            </a:r>
            <a:r>
              <a:rPr lang="en-US"/>
              <a:t>  fit in one disk block</a:t>
            </a:r>
          </a:p>
          <a:p>
            <a:pPr eaLnBrk="1" hangingPunct="1">
              <a:lnSpc>
                <a:spcPct val="80000"/>
              </a:lnSpc>
            </a:pPr>
            <a:endParaRPr lang="en-US" sz="900"/>
          </a:p>
          <a:p>
            <a:pPr eaLnBrk="1" hangingPunct="1">
              <a:lnSpc>
                <a:spcPct val="80000"/>
              </a:lnSpc>
            </a:pPr>
            <a:r>
              <a:rPr lang="en-US"/>
              <a:t>A multi-level index can be created for any type of first-level index (primary, secondary, clustering) as long as the first-level index consists of </a:t>
            </a:r>
            <a:r>
              <a:rPr lang="en-US" i="1"/>
              <a:t>more than one</a:t>
            </a:r>
            <a:r>
              <a:rPr lang="en-US"/>
              <a:t>  disk block</a:t>
            </a:r>
            <a:endParaRPr lang="en-US" sz="1000"/>
          </a:p>
        </p:txBody>
      </p:sp>
      <p:sp>
        <p:nvSpPr>
          <p:cNvPr id="3379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9E671FF5-1DE6-4C4D-8934-F7C93679643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" descr="31755_FIG0606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946275" y="88900"/>
            <a:ext cx="7112000" cy="6753225"/>
          </a:xfrm>
        </p:spPr>
      </p:pic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3251200" cy="1320800"/>
          </a:xfrm>
        </p:spPr>
        <p:txBody>
          <a:bodyPr/>
          <a:lstStyle/>
          <a:p>
            <a:pPr eaLnBrk="1" hangingPunct="1"/>
            <a:br>
              <a:rPr lang="en-US" sz="1800" b="0"/>
            </a:br>
            <a:r>
              <a:rPr lang="en-US" sz="1800"/>
              <a:t>A two-level primary index resembling ISAM (Indexed Sequential Access Method) organization</a:t>
            </a:r>
          </a:p>
        </p:txBody>
      </p:sp>
      <p:sp>
        <p:nvSpPr>
          <p:cNvPr id="3482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3DB25ACC-79BF-44A2-A492-3ADF1DCC254F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4888" y="342900"/>
            <a:ext cx="7173912" cy="571500"/>
          </a:xfrm>
        </p:spPr>
        <p:txBody>
          <a:bodyPr/>
          <a:lstStyle/>
          <a:p>
            <a:pPr eaLnBrk="1" hangingPunct="1"/>
            <a:r>
              <a:rPr lang="en-US"/>
              <a:t>Dynamic Multi-Level Indexes 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1231900"/>
            <a:ext cx="8509000" cy="5118100"/>
          </a:xfrm>
        </p:spPr>
        <p:txBody>
          <a:bodyPr/>
          <a:lstStyle/>
          <a:p>
            <a:pPr eaLnBrk="1" hangingPunct="1"/>
            <a:r>
              <a:rPr lang="en-AU"/>
              <a:t>To retain the benefits of using multilevel indexing while reducing index insertion and deletion problems</a:t>
            </a:r>
          </a:p>
          <a:p>
            <a:pPr eaLnBrk="1" hangingPunct="1"/>
            <a:r>
              <a:rPr lang="en-AU"/>
              <a:t>Leaves some space in each of its blocks for inserting new entries and uses appropriate insertion/deletion algorithms for creating and deleting new index blocks when the data file grows and shrinks.</a:t>
            </a:r>
          </a:p>
          <a:p>
            <a:pPr eaLnBrk="1" hangingPunct="1"/>
            <a:r>
              <a:rPr lang="en-AU"/>
              <a:t> Often implemented by using data structures called B-trees and B+-trees</a:t>
            </a:r>
            <a:endParaRPr lang="en-US" sz="1800"/>
          </a:p>
        </p:txBody>
      </p:sp>
      <p:sp>
        <p:nvSpPr>
          <p:cNvPr id="3584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8441B4F6-398E-4D12-952A-FDA39650A8EC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215900"/>
            <a:ext cx="7173912" cy="596900"/>
          </a:xfrm>
        </p:spPr>
        <p:txBody>
          <a:bodyPr/>
          <a:lstStyle/>
          <a:p>
            <a:pPr eaLnBrk="1" hangingPunct="1"/>
            <a:br>
              <a:rPr lang="en-US" b="0"/>
            </a:br>
            <a:r>
              <a:rPr lang="en-US"/>
              <a:t>Search Tree</a:t>
            </a:r>
          </a:p>
        </p:txBody>
      </p:sp>
      <p:sp>
        <p:nvSpPr>
          <p:cNvPr id="36867" name="Content Placeholder 4"/>
          <p:cNvSpPr>
            <a:spLocks noGrp="1"/>
          </p:cNvSpPr>
          <p:nvPr>
            <p:ph idx="1"/>
          </p:nvPr>
        </p:nvSpPr>
        <p:spPr>
          <a:xfrm>
            <a:off x="304800" y="1079500"/>
            <a:ext cx="8839200" cy="4837113"/>
          </a:xfrm>
        </p:spPr>
        <p:txBody>
          <a:bodyPr/>
          <a:lstStyle/>
          <a:p>
            <a:pPr eaLnBrk="1" hangingPunct="1"/>
            <a:r>
              <a:rPr lang="en-AU"/>
              <a:t>A search tree of order p is a tree such that each node contains at most p − 1 search values and p pointers in the order &lt;P1, K1, P2, K2, ..., Pq−1, Kq−1, Pq&gt;, where q ≤ p. Each Pi is a pointer to a child node (or a NULL pointer), and each Ki is a search value from some ordered set of values. All search values are assumed to be unique</a:t>
            </a:r>
            <a:endParaRPr lang="vi-VN"/>
          </a:p>
        </p:txBody>
      </p:sp>
      <p:pic>
        <p:nvPicPr>
          <p:cNvPr id="36868" name="Picture 2"/>
          <p:cNvPicPr>
            <a:picLocks noChangeAspect="1" noChangeArrowheads="1"/>
          </p:cNvPicPr>
          <p:nvPr/>
        </p:nvPicPr>
        <p:blipFill>
          <a:blip r:embed="rId2"/>
          <a:srcRect l="20399"/>
          <a:stretch>
            <a:fillRect/>
          </a:stretch>
        </p:blipFill>
        <p:spPr bwMode="auto">
          <a:xfrm>
            <a:off x="1042988" y="4079875"/>
            <a:ext cx="7285037" cy="230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9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E3B9F2C1-2611-4076-A10D-7F324C55A406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sz="2400" b="0"/>
            </a:br>
            <a:r>
              <a:rPr lang="en-US" sz="2400"/>
              <a:t>A search tree of order p = 3.</a:t>
            </a:r>
            <a:endParaRPr lang="en-US"/>
          </a:p>
        </p:txBody>
      </p:sp>
      <p:pic>
        <p:nvPicPr>
          <p:cNvPr id="37891" name="Picture 3" descr="31755_FIG0609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96900" y="1866900"/>
            <a:ext cx="8245475" cy="3268663"/>
          </a:xfrm>
        </p:spPr>
      </p:pic>
      <p:sp>
        <p:nvSpPr>
          <p:cNvPr id="3789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56D2CAAD-AEA2-4899-B2ED-A862CCE3E996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850900"/>
            <a:ext cx="8331200" cy="660400"/>
          </a:xfrm>
        </p:spPr>
        <p:txBody>
          <a:bodyPr/>
          <a:lstStyle/>
          <a:p>
            <a:pPr eaLnBrk="1" hangingPunct="1"/>
            <a:r>
              <a:rPr lang="en-US"/>
              <a:t>Dynamic Multilevel Indexes Using B-Trees      and B+-Trees</a:t>
            </a:r>
            <a:br>
              <a:rPr lang="en-US"/>
            </a:b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39900"/>
            <a:ext cx="8496300" cy="46101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/>
              <a:t>Because of the insertion and deletion problem, most multi-level indexes use B-tree or B+-tree data structures, which leave space in each tree node (disk block) to allow for new index entries</a:t>
            </a:r>
          </a:p>
          <a:p>
            <a:pPr eaLnBrk="1" hangingPunct="1">
              <a:lnSpc>
                <a:spcPct val="80000"/>
              </a:lnSpc>
            </a:pPr>
            <a:endParaRPr lang="en-US" sz="800"/>
          </a:p>
          <a:p>
            <a:pPr eaLnBrk="1" hangingPunct="1">
              <a:lnSpc>
                <a:spcPct val="80000"/>
              </a:lnSpc>
            </a:pPr>
            <a:r>
              <a:rPr lang="en-US"/>
              <a:t>These data structures are variations of search trees that allow efficient insertion and deletion of new search values.</a:t>
            </a:r>
          </a:p>
          <a:p>
            <a:pPr eaLnBrk="1" hangingPunct="1">
              <a:lnSpc>
                <a:spcPct val="80000"/>
              </a:lnSpc>
            </a:pPr>
            <a:endParaRPr lang="en-US" sz="800"/>
          </a:p>
          <a:p>
            <a:pPr eaLnBrk="1" hangingPunct="1">
              <a:lnSpc>
                <a:spcPct val="80000"/>
              </a:lnSpc>
            </a:pPr>
            <a:r>
              <a:rPr lang="en-US"/>
              <a:t>In B-Tree and B+-Tree data structures, each node corresponds to a disk block</a:t>
            </a:r>
          </a:p>
          <a:p>
            <a:pPr eaLnBrk="1" hangingPunct="1">
              <a:lnSpc>
                <a:spcPct val="80000"/>
              </a:lnSpc>
            </a:pPr>
            <a:endParaRPr lang="en-US" sz="800"/>
          </a:p>
          <a:p>
            <a:pPr eaLnBrk="1" hangingPunct="1">
              <a:lnSpc>
                <a:spcPct val="80000"/>
              </a:lnSpc>
            </a:pPr>
            <a:r>
              <a:rPr lang="en-US"/>
              <a:t>Each node is kept between half-full and completely full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/>
          </a:p>
        </p:txBody>
      </p:sp>
      <p:sp>
        <p:nvSpPr>
          <p:cNvPr id="3891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34E7101C-3A84-4E3F-995F-F10B27DA9AE8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850900"/>
            <a:ext cx="8331200" cy="660400"/>
          </a:xfrm>
        </p:spPr>
        <p:txBody>
          <a:bodyPr/>
          <a:lstStyle/>
          <a:p>
            <a:pPr eaLnBrk="1" hangingPunct="1"/>
            <a:r>
              <a:rPr lang="en-US"/>
              <a:t>Dynamic Multilevel Indexes Using B-Trees      and B+-Trees (contd.)</a:t>
            </a:r>
            <a:br>
              <a:rPr lang="en-US"/>
            </a:b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300" y="1765300"/>
            <a:ext cx="8331200" cy="4584700"/>
          </a:xfrm>
        </p:spPr>
        <p:txBody>
          <a:bodyPr/>
          <a:lstStyle/>
          <a:p>
            <a:pPr eaLnBrk="1" hangingPunct="1"/>
            <a:r>
              <a:rPr lang="en-US"/>
              <a:t>An insertion into a node that is not full is quite efficient; if a node is full the insertion causes a split into two nodes</a:t>
            </a:r>
          </a:p>
          <a:p>
            <a:pPr eaLnBrk="1" hangingPunct="1"/>
            <a:endParaRPr lang="en-US" sz="800"/>
          </a:p>
          <a:p>
            <a:pPr eaLnBrk="1" hangingPunct="1"/>
            <a:r>
              <a:rPr lang="en-US"/>
              <a:t>Splitting may propagate to other tree levels</a:t>
            </a:r>
          </a:p>
          <a:p>
            <a:pPr eaLnBrk="1" hangingPunct="1"/>
            <a:endParaRPr lang="en-US" sz="800"/>
          </a:p>
          <a:p>
            <a:pPr eaLnBrk="1" hangingPunct="1"/>
            <a:r>
              <a:rPr lang="en-US"/>
              <a:t>A deletion is quite efficient if a node does not become less than half full</a:t>
            </a:r>
          </a:p>
          <a:p>
            <a:pPr eaLnBrk="1" hangingPunct="1"/>
            <a:endParaRPr lang="en-US" sz="800"/>
          </a:p>
          <a:p>
            <a:pPr eaLnBrk="1" hangingPunct="1"/>
            <a:r>
              <a:rPr lang="en-US"/>
              <a:t>If a deletion causes a node to become less than half full, it must be merged with neighboring nodes</a:t>
            </a:r>
          </a:p>
        </p:txBody>
      </p:sp>
      <p:sp>
        <p:nvSpPr>
          <p:cNvPr id="3994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F95A8714-DCB7-4147-AE4C-2B038F9B9645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685800"/>
            <a:ext cx="8331200" cy="660400"/>
          </a:xfrm>
        </p:spPr>
        <p:txBody>
          <a:bodyPr/>
          <a:lstStyle/>
          <a:p>
            <a:pPr eaLnBrk="1" hangingPunct="1"/>
            <a:r>
              <a:rPr lang="en-US"/>
              <a:t>Difference between B-tree and B+-tree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300" y="1752600"/>
            <a:ext cx="8331200" cy="4597400"/>
          </a:xfrm>
        </p:spPr>
        <p:txBody>
          <a:bodyPr/>
          <a:lstStyle/>
          <a:p>
            <a:pPr eaLnBrk="1" hangingPunct="1"/>
            <a:r>
              <a:rPr lang="en-US"/>
              <a:t> In a B-tree, pointers to data records exist at all levels of the tree</a:t>
            </a:r>
          </a:p>
          <a:p>
            <a:pPr eaLnBrk="1" hangingPunct="1"/>
            <a:endParaRPr lang="en-US" sz="1400"/>
          </a:p>
          <a:p>
            <a:pPr eaLnBrk="1" hangingPunct="1"/>
            <a:r>
              <a:rPr lang="en-US"/>
              <a:t> In a B+-tree, all pointers to data records exists at the leaf-level nodes</a:t>
            </a:r>
          </a:p>
          <a:p>
            <a:pPr eaLnBrk="1" hangingPunct="1"/>
            <a:endParaRPr lang="en-US" sz="1400"/>
          </a:p>
          <a:p>
            <a:pPr eaLnBrk="1" hangingPunct="1"/>
            <a:r>
              <a:rPr lang="en-US"/>
              <a:t> A B+-tree can have less levels (or higher capacity of search values) than the corresponding B-tree</a:t>
            </a:r>
          </a:p>
        </p:txBody>
      </p:sp>
      <p:sp>
        <p:nvSpPr>
          <p:cNvPr id="4096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5E2FB6CE-E0A8-4882-A986-3ED8BE6DBBF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vi-VN"/>
          </a:p>
        </p:txBody>
      </p:sp>
      <p:pic>
        <p:nvPicPr>
          <p:cNvPr id="4198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61925"/>
            <a:ext cx="8856663" cy="622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8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67300DF3-5BE1-4650-969A-9F194EEC29EE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43011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vi-VN"/>
          </a:p>
        </p:txBody>
      </p:sp>
      <p:pic>
        <p:nvPicPr>
          <p:cNvPr id="430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73100"/>
            <a:ext cx="9145588" cy="482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3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9E853745-2307-4ECC-AEE9-F1AB72F89EB6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Indexes on Multiple Keys</a:t>
            </a:r>
            <a:endParaRPr lang="vi-VN"/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304800" y="1079500"/>
            <a:ext cx="8839200" cy="5307013"/>
          </a:xfrm>
        </p:spPr>
        <p:txBody>
          <a:bodyPr/>
          <a:lstStyle/>
          <a:p>
            <a:pPr eaLnBrk="1" hangingPunct="1"/>
            <a:r>
              <a:rPr lang="en-US"/>
              <a:t>Ordered Index on Multiple Attributes</a:t>
            </a:r>
          </a:p>
          <a:p>
            <a:pPr lvl="1" eaLnBrk="1" hangingPunct="1"/>
            <a:r>
              <a:rPr lang="en-US" sz="2400"/>
              <a:t>Create a index on a search key field that is a combination of multiple attributes</a:t>
            </a:r>
          </a:p>
          <a:p>
            <a:pPr lvl="1" eaLnBrk="1" hangingPunct="1"/>
            <a:r>
              <a:rPr lang="en-AU" sz="2400"/>
              <a:t>A lexicographic ordering of these tuple values establishes an order on this composite search key</a:t>
            </a:r>
          </a:p>
          <a:p>
            <a:pPr eaLnBrk="1" hangingPunct="1"/>
            <a:r>
              <a:rPr lang="en-AU"/>
              <a:t>Partitioned Hashing</a:t>
            </a:r>
          </a:p>
          <a:p>
            <a:pPr lvl="1" eaLnBrk="1" hangingPunct="1"/>
            <a:r>
              <a:rPr lang="en-AU" sz="2400"/>
              <a:t>For a key consisting of n components, the hash function is designed to produce a result with n separate hash addresses</a:t>
            </a:r>
          </a:p>
          <a:p>
            <a:pPr eaLnBrk="1" hangingPunct="1"/>
            <a:r>
              <a:rPr lang="en-AU"/>
              <a:t>Grid Files</a:t>
            </a:r>
          </a:p>
          <a:p>
            <a:pPr lvl="1" eaLnBrk="1" hangingPunct="1"/>
            <a:r>
              <a:rPr lang="en-AU" sz="2400"/>
              <a:t>Construct a grid array with one linear scale (or dimension) for each of the search attributes</a:t>
            </a:r>
            <a:endParaRPr lang="vi-VN" sz="2400"/>
          </a:p>
        </p:txBody>
      </p:sp>
      <p:sp>
        <p:nvSpPr>
          <p:cNvPr id="44036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32280750-BA37-49B1-A972-08618E652133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vi-VN"/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vi-VN"/>
          </a:p>
        </p:txBody>
      </p:sp>
      <p:pic>
        <p:nvPicPr>
          <p:cNvPr id="4506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092200"/>
            <a:ext cx="8753475" cy="391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1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89D18299-535B-4593-9741-6EDCE9EFFCDB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4">
            <a:extLst>
              <a:ext uri="{FF2B5EF4-FFF2-40B4-BE49-F238E27FC236}">
                <a16:creationId xmlns:a16="http://schemas.microsoft.com/office/drawing/2014/main" id="{2DC29809-29A4-3E31-9148-0BFA6729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Verdana" panose="020B060403050404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F7CF6571-98C5-FDB5-BD49-777B5CA24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486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726D6D82-A1FB-2F40-A9CB-83CAA2E06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486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F4BCFFF9-EDAF-4E47-2ABC-012B510DCC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04900"/>
          </a:xfrm>
        </p:spPr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B+ Tree: Most Widely Used Index</a:t>
            </a:r>
          </a:p>
        </p:txBody>
      </p:sp>
      <p:sp>
        <p:nvSpPr>
          <p:cNvPr id="75782" name="Rectangle 5">
            <a:extLst>
              <a:ext uri="{FF2B5EF4-FFF2-40B4-BE49-F238E27FC236}">
                <a16:creationId xmlns:a16="http://schemas.microsoft.com/office/drawing/2014/main" id="{07E5DCC1-D0A7-1481-F925-5E8A62B5D4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305800" cy="2971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Insert/delete at log </a:t>
            </a:r>
            <a:r>
              <a:rPr lang="en-US" altLang="en-US" baseline="-25000"/>
              <a:t>F</a:t>
            </a:r>
            <a:r>
              <a:rPr lang="en-US" altLang="en-US"/>
              <a:t> N cost; keep tree </a:t>
            </a:r>
            <a:r>
              <a:rPr lang="en-US" altLang="en-US" i="1">
                <a:solidFill>
                  <a:schemeClr val="accent2"/>
                </a:solidFill>
              </a:rPr>
              <a:t>height-balanced</a:t>
            </a:r>
            <a:r>
              <a:rPr lang="en-US" altLang="en-US">
                <a:solidFill>
                  <a:schemeClr val="accent2"/>
                </a:solidFill>
              </a:rPr>
              <a:t>.   </a:t>
            </a:r>
            <a:r>
              <a:rPr lang="en-US" altLang="en-US"/>
              <a:t>(F = fanout, N = # leaf pages)</a:t>
            </a:r>
          </a:p>
          <a:p>
            <a:pPr eaLnBrk="1" hangingPunct="1"/>
            <a:r>
              <a:rPr lang="en-US" altLang="en-US"/>
              <a:t>Minimum 50% occupancy (except for root).  Each node contains </a:t>
            </a:r>
            <a:r>
              <a:rPr lang="en-US" altLang="en-US" b="1"/>
              <a:t>d</a:t>
            </a:r>
            <a:r>
              <a:rPr lang="en-US" altLang="en-US"/>
              <a:t> &lt;=  </a:t>
            </a:r>
            <a:r>
              <a:rPr lang="en-US" altLang="en-US" i="1" u="sng"/>
              <a:t>m</a:t>
            </a:r>
            <a:r>
              <a:rPr lang="en-US" altLang="en-US"/>
              <a:t>  &lt;= 2</a:t>
            </a:r>
            <a:r>
              <a:rPr lang="en-US" altLang="en-US" b="1"/>
              <a:t>d</a:t>
            </a:r>
            <a:r>
              <a:rPr lang="en-US" altLang="en-US"/>
              <a:t> entries.  The parameter </a:t>
            </a:r>
            <a:r>
              <a:rPr lang="en-US" altLang="en-US" b="1"/>
              <a:t>d</a:t>
            </a:r>
            <a:r>
              <a:rPr lang="en-US" altLang="en-US"/>
              <a:t> is called the </a:t>
            </a:r>
            <a:r>
              <a:rPr lang="en-US" altLang="en-US" i="1"/>
              <a:t>order</a:t>
            </a:r>
            <a:r>
              <a:rPr lang="en-US" altLang="en-US"/>
              <a:t> of the tree.</a:t>
            </a:r>
          </a:p>
          <a:p>
            <a:pPr eaLnBrk="1" hangingPunct="1"/>
            <a:r>
              <a:rPr lang="en-US" altLang="en-US"/>
              <a:t>Supports equality and range-searches efficiently.</a:t>
            </a:r>
          </a:p>
        </p:txBody>
      </p:sp>
      <p:grpSp>
        <p:nvGrpSpPr>
          <p:cNvPr id="75783" name="Group 6">
            <a:extLst>
              <a:ext uri="{FF2B5EF4-FFF2-40B4-BE49-F238E27FC236}">
                <a16:creationId xmlns:a16="http://schemas.microsoft.com/office/drawing/2014/main" id="{822FB51F-955E-05A7-608A-3BCECB38480E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733800"/>
            <a:ext cx="5832475" cy="2035175"/>
            <a:chOff x="1344" y="2832"/>
            <a:chExt cx="3674" cy="1282"/>
          </a:xfrm>
        </p:grpSpPr>
        <p:sp>
          <p:nvSpPr>
            <p:cNvPr id="75784" name="Freeform 7">
              <a:extLst>
                <a:ext uri="{FF2B5EF4-FFF2-40B4-BE49-F238E27FC236}">
                  <a16:creationId xmlns:a16="http://schemas.microsoft.com/office/drawing/2014/main" id="{3BA3C6D9-D55D-787C-0F71-0A5A42E0A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4" y="3644"/>
              <a:ext cx="1731" cy="1"/>
            </a:xfrm>
            <a:custGeom>
              <a:avLst/>
              <a:gdLst>
                <a:gd name="T0" fmla="*/ 0 w 1731"/>
                <a:gd name="T1" fmla="*/ 0 h 1"/>
                <a:gd name="T2" fmla="*/ 1730 w 1731"/>
                <a:gd name="T3" fmla="*/ 0 h 1"/>
                <a:gd name="T4" fmla="*/ 0 w 1731"/>
                <a:gd name="T5" fmla="*/ 0 h 1"/>
                <a:gd name="T6" fmla="*/ 0 60000 65536"/>
                <a:gd name="T7" fmla="*/ 0 60000 65536"/>
                <a:gd name="T8" fmla="*/ 0 60000 65536"/>
                <a:gd name="T9" fmla="*/ 0 w 1731"/>
                <a:gd name="T10" fmla="*/ 0 h 1"/>
                <a:gd name="T11" fmla="*/ 1731 w 173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1" h="1">
                  <a:moveTo>
                    <a:pt x="0" y="0"/>
                  </a:moveTo>
                  <a:lnTo>
                    <a:pt x="1730" y="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85" name="Freeform 8">
              <a:extLst>
                <a:ext uri="{FF2B5EF4-FFF2-40B4-BE49-F238E27FC236}">
                  <a16:creationId xmlns:a16="http://schemas.microsoft.com/office/drawing/2014/main" id="{6A76A10F-31A2-4208-47F4-2472DAC42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4" y="2897"/>
              <a:ext cx="914" cy="748"/>
            </a:xfrm>
            <a:custGeom>
              <a:avLst/>
              <a:gdLst>
                <a:gd name="T0" fmla="*/ 0 w 914"/>
                <a:gd name="T1" fmla="*/ 747 h 748"/>
                <a:gd name="T2" fmla="*/ 913 w 914"/>
                <a:gd name="T3" fmla="*/ 0 h 748"/>
                <a:gd name="T4" fmla="*/ 0 w 914"/>
                <a:gd name="T5" fmla="*/ 747 h 748"/>
                <a:gd name="T6" fmla="*/ 0 60000 65536"/>
                <a:gd name="T7" fmla="*/ 0 60000 65536"/>
                <a:gd name="T8" fmla="*/ 0 60000 65536"/>
                <a:gd name="T9" fmla="*/ 0 w 914"/>
                <a:gd name="T10" fmla="*/ 0 h 748"/>
                <a:gd name="T11" fmla="*/ 914 w 914"/>
                <a:gd name="T12" fmla="*/ 748 h 7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4" h="748">
                  <a:moveTo>
                    <a:pt x="0" y="747"/>
                  </a:moveTo>
                  <a:lnTo>
                    <a:pt x="913" y="0"/>
                  </a:lnTo>
                  <a:lnTo>
                    <a:pt x="0" y="74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86" name="Freeform 9">
              <a:extLst>
                <a:ext uri="{FF2B5EF4-FFF2-40B4-BE49-F238E27FC236}">
                  <a16:creationId xmlns:a16="http://schemas.microsoft.com/office/drawing/2014/main" id="{5AC48E78-31E5-5F54-88E9-927B5EC5D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2897"/>
              <a:ext cx="828" cy="748"/>
            </a:xfrm>
            <a:custGeom>
              <a:avLst/>
              <a:gdLst>
                <a:gd name="T0" fmla="*/ 0 w 828"/>
                <a:gd name="T1" fmla="*/ 0 h 748"/>
                <a:gd name="T2" fmla="*/ 827 w 828"/>
                <a:gd name="T3" fmla="*/ 747 h 748"/>
                <a:gd name="T4" fmla="*/ 0 w 828"/>
                <a:gd name="T5" fmla="*/ 0 h 748"/>
                <a:gd name="T6" fmla="*/ 0 60000 65536"/>
                <a:gd name="T7" fmla="*/ 0 60000 65536"/>
                <a:gd name="T8" fmla="*/ 0 60000 65536"/>
                <a:gd name="T9" fmla="*/ 0 w 828"/>
                <a:gd name="T10" fmla="*/ 0 h 748"/>
                <a:gd name="T11" fmla="*/ 828 w 828"/>
                <a:gd name="T12" fmla="*/ 748 h 7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28" h="748">
                  <a:moveTo>
                    <a:pt x="0" y="0"/>
                  </a:moveTo>
                  <a:lnTo>
                    <a:pt x="827" y="74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87" name="Freeform 10">
              <a:extLst>
                <a:ext uri="{FF2B5EF4-FFF2-40B4-BE49-F238E27FC236}">
                  <a16:creationId xmlns:a16="http://schemas.microsoft.com/office/drawing/2014/main" id="{410A6EA9-980A-DC0C-80D3-853ACB2CA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2832"/>
              <a:ext cx="337" cy="66"/>
            </a:xfrm>
            <a:custGeom>
              <a:avLst/>
              <a:gdLst>
                <a:gd name="T0" fmla="*/ 0 w 337"/>
                <a:gd name="T1" fmla="*/ 0 h 66"/>
                <a:gd name="T2" fmla="*/ 55 w 337"/>
                <a:gd name="T3" fmla="*/ 10 h 66"/>
                <a:gd name="T4" fmla="*/ 336 w 337"/>
                <a:gd name="T5" fmla="*/ 65 h 66"/>
                <a:gd name="T6" fmla="*/ 0 w 337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7"/>
                <a:gd name="T13" fmla="*/ 0 h 66"/>
                <a:gd name="T14" fmla="*/ 337 w 337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7" h="66">
                  <a:moveTo>
                    <a:pt x="0" y="0"/>
                  </a:moveTo>
                  <a:lnTo>
                    <a:pt x="55" y="10"/>
                  </a:lnTo>
                  <a:lnTo>
                    <a:pt x="336" y="65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88" name="Freeform 11">
              <a:extLst>
                <a:ext uri="{FF2B5EF4-FFF2-40B4-BE49-F238E27FC236}">
                  <a16:creationId xmlns:a16="http://schemas.microsoft.com/office/drawing/2014/main" id="{B3FC1585-5FC7-4DCC-095F-41FAF33D4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2862"/>
              <a:ext cx="99" cy="36"/>
            </a:xfrm>
            <a:custGeom>
              <a:avLst/>
              <a:gdLst>
                <a:gd name="T0" fmla="*/ 12 w 99"/>
                <a:gd name="T1" fmla="*/ 0 h 36"/>
                <a:gd name="T2" fmla="*/ 98 w 99"/>
                <a:gd name="T3" fmla="*/ 35 h 36"/>
                <a:gd name="T4" fmla="*/ 0 w 99"/>
                <a:gd name="T5" fmla="*/ 34 h 36"/>
                <a:gd name="T6" fmla="*/ 12 w 99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9"/>
                <a:gd name="T13" fmla="*/ 0 h 36"/>
                <a:gd name="T14" fmla="*/ 99 w 99"/>
                <a:gd name="T15" fmla="*/ 36 h 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9" h="36">
                  <a:moveTo>
                    <a:pt x="12" y="0"/>
                  </a:moveTo>
                  <a:lnTo>
                    <a:pt x="98" y="35"/>
                  </a:lnTo>
                  <a:lnTo>
                    <a:pt x="0" y="34"/>
                  </a:lnTo>
                  <a:lnTo>
                    <a:pt x="12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89" name="Freeform 12">
              <a:extLst>
                <a:ext uri="{FF2B5EF4-FFF2-40B4-BE49-F238E27FC236}">
                  <a16:creationId xmlns:a16="http://schemas.microsoft.com/office/drawing/2014/main" id="{2E2B32AE-43DD-150B-64F8-DF264CFA0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3844"/>
              <a:ext cx="470" cy="248"/>
            </a:xfrm>
            <a:custGeom>
              <a:avLst/>
              <a:gdLst>
                <a:gd name="T0" fmla="*/ 0 w 470"/>
                <a:gd name="T1" fmla="*/ 0 h 248"/>
                <a:gd name="T2" fmla="*/ 469 w 470"/>
                <a:gd name="T3" fmla="*/ 0 h 248"/>
                <a:gd name="T4" fmla="*/ 469 w 470"/>
                <a:gd name="T5" fmla="*/ 247 h 248"/>
                <a:gd name="T6" fmla="*/ 0 w 470"/>
                <a:gd name="T7" fmla="*/ 247 h 248"/>
                <a:gd name="T8" fmla="*/ 0 w 470"/>
                <a:gd name="T9" fmla="*/ 0 h 2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0"/>
                <a:gd name="T16" fmla="*/ 0 h 248"/>
                <a:gd name="T17" fmla="*/ 470 w 470"/>
                <a:gd name="T18" fmla="*/ 248 h 2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0" h="248">
                  <a:moveTo>
                    <a:pt x="0" y="0"/>
                  </a:moveTo>
                  <a:lnTo>
                    <a:pt x="469" y="0"/>
                  </a:lnTo>
                  <a:lnTo>
                    <a:pt x="469" y="247"/>
                  </a:lnTo>
                  <a:lnTo>
                    <a:pt x="0" y="24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90" name="Freeform 13">
              <a:extLst>
                <a:ext uri="{FF2B5EF4-FFF2-40B4-BE49-F238E27FC236}">
                  <a16:creationId xmlns:a16="http://schemas.microsoft.com/office/drawing/2014/main" id="{53348B92-85D9-8261-2908-74C2537A1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3936"/>
              <a:ext cx="74" cy="29"/>
            </a:xfrm>
            <a:custGeom>
              <a:avLst/>
              <a:gdLst>
                <a:gd name="T0" fmla="*/ 73 w 74"/>
                <a:gd name="T1" fmla="*/ 28 h 29"/>
                <a:gd name="T2" fmla="*/ 0 w 74"/>
                <a:gd name="T3" fmla="*/ 14 h 29"/>
                <a:gd name="T4" fmla="*/ 73 w 74"/>
                <a:gd name="T5" fmla="*/ 0 h 29"/>
                <a:gd name="T6" fmla="*/ 0 60000 65536"/>
                <a:gd name="T7" fmla="*/ 0 60000 65536"/>
                <a:gd name="T8" fmla="*/ 0 60000 65536"/>
                <a:gd name="T9" fmla="*/ 0 w 74"/>
                <a:gd name="T10" fmla="*/ 0 h 29"/>
                <a:gd name="T11" fmla="*/ 74 w 74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" h="29">
                  <a:moveTo>
                    <a:pt x="73" y="28"/>
                  </a:moveTo>
                  <a:lnTo>
                    <a:pt x="0" y="14"/>
                  </a:lnTo>
                  <a:lnTo>
                    <a:pt x="73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91" name="Freeform 14">
              <a:extLst>
                <a:ext uri="{FF2B5EF4-FFF2-40B4-BE49-F238E27FC236}">
                  <a16:creationId xmlns:a16="http://schemas.microsoft.com/office/drawing/2014/main" id="{051938A4-66E3-9F87-4FC5-7F137C7A6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3950"/>
              <a:ext cx="281" cy="1"/>
            </a:xfrm>
            <a:custGeom>
              <a:avLst/>
              <a:gdLst>
                <a:gd name="T0" fmla="*/ 0 w 281"/>
                <a:gd name="T1" fmla="*/ 0 h 1"/>
                <a:gd name="T2" fmla="*/ 280 w 281"/>
                <a:gd name="T3" fmla="*/ 0 h 1"/>
                <a:gd name="T4" fmla="*/ 0 w 281"/>
                <a:gd name="T5" fmla="*/ 0 h 1"/>
                <a:gd name="T6" fmla="*/ 0 60000 65536"/>
                <a:gd name="T7" fmla="*/ 0 60000 65536"/>
                <a:gd name="T8" fmla="*/ 0 60000 65536"/>
                <a:gd name="T9" fmla="*/ 0 w 281"/>
                <a:gd name="T10" fmla="*/ 0 h 1"/>
                <a:gd name="T11" fmla="*/ 281 w 2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1" h="1">
                  <a:moveTo>
                    <a:pt x="0" y="0"/>
                  </a:moveTo>
                  <a:lnTo>
                    <a:pt x="280" y="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92" name="Freeform 15">
              <a:extLst>
                <a:ext uri="{FF2B5EF4-FFF2-40B4-BE49-F238E27FC236}">
                  <a16:creationId xmlns:a16="http://schemas.microsoft.com/office/drawing/2014/main" id="{076E6A2B-07F5-B3B7-6CD7-0AC3622F7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8" y="3936"/>
              <a:ext cx="76" cy="29"/>
            </a:xfrm>
            <a:custGeom>
              <a:avLst/>
              <a:gdLst>
                <a:gd name="T0" fmla="*/ 0 w 76"/>
                <a:gd name="T1" fmla="*/ 0 h 29"/>
                <a:gd name="T2" fmla="*/ 75 w 76"/>
                <a:gd name="T3" fmla="*/ 14 h 29"/>
                <a:gd name="T4" fmla="*/ 0 w 76"/>
                <a:gd name="T5" fmla="*/ 28 h 29"/>
                <a:gd name="T6" fmla="*/ 0 60000 65536"/>
                <a:gd name="T7" fmla="*/ 0 60000 65536"/>
                <a:gd name="T8" fmla="*/ 0 60000 65536"/>
                <a:gd name="T9" fmla="*/ 0 w 76"/>
                <a:gd name="T10" fmla="*/ 0 h 29"/>
                <a:gd name="T11" fmla="*/ 76 w 76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29">
                  <a:moveTo>
                    <a:pt x="0" y="0"/>
                  </a:moveTo>
                  <a:lnTo>
                    <a:pt x="75" y="14"/>
                  </a:lnTo>
                  <a:lnTo>
                    <a:pt x="0" y="28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93" name="Freeform 16">
              <a:extLst>
                <a:ext uri="{FF2B5EF4-FFF2-40B4-BE49-F238E27FC236}">
                  <a16:creationId xmlns:a16="http://schemas.microsoft.com/office/drawing/2014/main" id="{EB687E2C-63C4-172D-75D1-E28EF0A0D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3" y="3844"/>
              <a:ext cx="470" cy="248"/>
            </a:xfrm>
            <a:custGeom>
              <a:avLst/>
              <a:gdLst>
                <a:gd name="T0" fmla="*/ 0 w 470"/>
                <a:gd name="T1" fmla="*/ 0 h 248"/>
                <a:gd name="T2" fmla="*/ 469 w 470"/>
                <a:gd name="T3" fmla="*/ 0 h 248"/>
                <a:gd name="T4" fmla="*/ 469 w 470"/>
                <a:gd name="T5" fmla="*/ 247 h 248"/>
                <a:gd name="T6" fmla="*/ 0 w 470"/>
                <a:gd name="T7" fmla="*/ 247 h 248"/>
                <a:gd name="T8" fmla="*/ 0 w 470"/>
                <a:gd name="T9" fmla="*/ 0 h 2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0"/>
                <a:gd name="T16" fmla="*/ 0 h 248"/>
                <a:gd name="T17" fmla="*/ 470 w 470"/>
                <a:gd name="T18" fmla="*/ 248 h 2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0" h="248">
                  <a:moveTo>
                    <a:pt x="0" y="0"/>
                  </a:moveTo>
                  <a:lnTo>
                    <a:pt x="469" y="0"/>
                  </a:lnTo>
                  <a:lnTo>
                    <a:pt x="469" y="247"/>
                  </a:lnTo>
                  <a:lnTo>
                    <a:pt x="0" y="24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94" name="Freeform 17">
              <a:extLst>
                <a:ext uri="{FF2B5EF4-FFF2-40B4-BE49-F238E27FC236}">
                  <a16:creationId xmlns:a16="http://schemas.microsoft.com/office/drawing/2014/main" id="{4F18754F-CF83-542D-56E5-12B287915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3936"/>
              <a:ext cx="76" cy="29"/>
            </a:xfrm>
            <a:custGeom>
              <a:avLst/>
              <a:gdLst>
                <a:gd name="T0" fmla="*/ 75 w 76"/>
                <a:gd name="T1" fmla="*/ 28 h 29"/>
                <a:gd name="T2" fmla="*/ 0 w 76"/>
                <a:gd name="T3" fmla="*/ 14 h 29"/>
                <a:gd name="T4" fmla="*/ 75 w 76"/>
                <a:gd name="T5" fmla="*/ 0 h 29"/>
                <a:gd name="T6" fmla="*/ 0 60000 65536"/>
                <a:gd name="T7" fmla="*/ 0 60000 65536"/>
                <a:gd name="T8" fmla="*/ 0 60000 65536"/>
                <a:gd name="T9" fmla="*/ 0 w 76"/>
                <a:gd name="T10" fmla="*/ 0 h 29"/>
                <a:gd name="T11" fmla="*/ 76 w 76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29">
                  <a:moveTo>
                    <a:pt x="75" y="28"/>
                  </a:moveTo>
                  <a:lnTo>
                    <a:pt x="0" y="14"/>
                  </a:lnTo>
                  <a:lnTo>
                    <a:pt x="75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95" name="Freeform 18">
              <a:extLst>
                <a:ext uri="{FF2B5EF4-FFF2-40B4-BE49-F238E27FC236}">
                  <a16:creationId xmlns:a16="http://schemas.microsoft.com/office/drawing/2014/main" id="{A25CC1C1-4D2F-9B6B-394A-BD22D6C2C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3950"/>
              <a:ext cx="235" cy="1"/>
            </a:xfrm>
            <a:custGeom>
              <a:avLst/>
              <a:gdLst>
                <a:gd name="T0" fmla="*/ 0 w 235"/>
                <a:gd name="T1" fmla="*/ 0 h 1"/>
                <a:gd name="T2" fmla="*/ 234 w 235"/>
                <a:gd name="T3" fmla="*/ 0 h 1"/>
                <a:gd name="T4" fmla="*/ 0 w 235"/>
                <a:gd name="T5" fmla="*/ 0 h 1"/>
                <a:gd name="T6" fmla="*/ 0 60000 65536"/>
                <a:gd name="T7" fmla="*/ 0 60000 65536"/>
                <a:gd name="T8" fmla="*/ 0 60000 65536"/>
                <a:gd name="T9" fmla="*/ 0 w 235"/>
                <a:gd name="T10" fmla="*/ 0 h 1"/>
                <a:gd name="T11" fmla="*/ 235 w 23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" h="1">
                  <a:moveTo>
                    <a:pt x="0" y="0"/>
                  </a:moveTo>
                  <a:lnTo>
                    <a:pt x="234" y="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96" name="Freeform 19">
              <a:extLst>
                <a:ext uri="{FF2B5EF4-FFF2-40B4-BE49-F238E27FC236}">
                  <a16:creationId xmlns:a16="http://schemas.microsoft.com/office/drawing/2014/main" id="{1DFBCC5B-3056-A2AD-04DB-5D1509528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3936"/>
              <a:ext cx="76" cy="29"/>
            </a:xfrm>
            <a:custGeom>
              <a:avLst/>
              <a:gdLst>
                <a:gd name="T0" fmla="*/ 0 w 76"/>
                <a:gd name="T1" fmla="*/ 0 h 29"/>
                <a:gd name="T2" fmla="*/ 75 w 76"/>
                <a:gd name="T3" fmla="*/ 14 h 29"/>
                <a:gd name="T4" fmla="*/ 0 w 76"/>
                <a:gd name="T5" fmla="*/ 28 h 29"/>
                <a:gd name="T6" fmla="*/ 0 60000 65536"/>
                <a:gd name="T7" fmla="*/ 0 60000 65536"/>
                <a:gd name="T8" fmla="*/ 0 60000 65536"/>
                <a:gd name="T9" fmla="*/ 0 w 76"/>
                <a:gd name="T10" fmla="*/ 0 h 29"/>
                <a:gd name="T11" fmla="*/ 76 w 76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" h="29">
                  <a:moveTo>
                    <a:pt x="0" y="0"/>
                  </a:moveTo>
                  <a:lnTo>
                    <a:pt x="75" y="14"/>
                  </a:lnTo>
                  <a:lnTo>
                    <a:pt x="0" y="28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97" name="Freeform 20">
              <a:extLst>
                <a:ext uri="{FF2B5EF4-FFF2-40B4-BE49-F238E27FC236}">
                  <a16:creationId xmlns:a16="http://schemas.microsoft.com/office/drawing/2014/main" id="{B90527D1-2CEA-420C-2A3E-1EF74986D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3631"/>
              <a:ext cx="188" cy="214"/>
            </a:xfrm>
            <a:custGeom>
              <a:avLst/>
              <a:gdLst>
                <a:gd name="T0" fmla="*/ 187 w 188"/>
                <a:gd name="T1" fmla="*/ 0 h 214"/>
                <a:gd name="T2" fmla="*/ 0 w 188"/>
                <a:gd name="T3" fmla="*/ 213 h 214"/>
                <a:gd name="T4" fmla="*/ 187 w 188"/>
                <a:gd name="T5" fmla="*/ 0 h 214"/>
                <a:gd name="T6" fmla="*/ 0 60000 65536"/>
                <a:gd name="T7" fmla="*/ 0 60000 65536"/>
                <a:gd name="T8" fmla="*/ 0 60000 65536"/>
                <a:gd name="T9" fmla="*/ 0 w 188"/>
                <a:gd name="T10" fmla="*/ 0 h 214"/>
                <a:gd name="T11" fmla="*/ 188 w 188"/>
                <a:gd name="T12" fmla="*/ 214 h 2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8" h="214">
                  <a:moveTo>
                    <a:pt x="187" y="0"/>
                  </a:moveTo>
                  <a:lnTo>
                    <a:pt x="0" y="213"/>
                  </a:lnTo>
                  <a:lnTo>
                    <a:pt x="187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98" name="Freeform 21">
              <a:extLst>
                <a:ext uri="{FF2B5EF4-FFF2-40B4-BE49-F238E27FC236}">
                  <a16:creationId xmlns:a16="http://schemas.microsoft.com/office/drawing/2014/main" id="{2ECE4C51-6160-ECD8-87ED-B8F9765E4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3788"/>
              <a:ext cx="58" cy="57"/>
            </a:xfrm>
            <a:custGeom>
              <a:avLst/>
              <a:gdLst>
                <a:gd name="T0" fmla="*/ 57 w 58"/>
                <a:gd name="T1" fmla="*/ 17 h 57"/>
                <a:gd name="T2" fmla="*/ 0 w 58"/>
                <a:gd name="T3" fmla="*/ 56 h 57"/>
                <a:gd name="T4" fmla="*/ 26 w 58"/>
                <a:gd name="T5" fmla="*/ 0 h 57"/>
                <a:gd name="T6" fmla="*/ 0 60000 65536"/>
                <a:gd name="T7" fmla="*/ 0 60000 65536"/>
                <a:gd name="T8" fmla="*/ 0 60000 65536"/>
                <a:gd name="T9" fmla="*/ 0 w 58"/>
                <a:gd name="T10" fmla="*/ 0 h 57"/>
                <a:gd name="T11" fmla="*/ 58 w 58"/>
                <a:gd name="T12" fmla="*/ 57 h 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" h="57">
                  <a:moveTo>
                    <a:pt x="57" y="17"/>
                  </a:moveTo>
                  <a:lnTo>
                    <a:pt x="0" y="56"/>
                  </a:lnTo>
                  <a:lnTo>
                    <a:pt x="26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799" name="Freeform 22">
              <a:extLst>
                <a:ext uri="{FF2B5EF4-FFF2-40B4-BE49-F238E27FC236}">
                  <a16:creationId xmlns:a16="http://schemas.microsoft.com/office/drawing/2014/main" id="{8A35FB40-DA30-9251-EDA2-2967C9CEF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7" y="3631"/>
              <a:ext cx="1" cy="214"/>
            </a:xfrm>
            <a:custGeom>
              <a:avLst/>
              <a:gdLst>
                <a:gd name="T0" fmla="*/ 0 w 1"/>
                <a:gd name="T1" fmla="*/ 0 h 214"/>
                <a:gd name="T2" fmla="*/ 0 w 1"/>
                <a:gd name="T3" fmla="*/ 213 h 214"/>
                <a:gd name="T4" fmla="*/ 0 w 1"/>
                <a:gd name="T5" fmla="*/ 0 h 214"/>
                <a:gd name="T6" fmla="*/ 0 60000 65536"/>
                <a:gd name="T7" fmla="*/ 0 60000 65536"/>
                <a:gd name="T8" fmla="*/ 0 60000 65536"/>
                <a:gd name="T9" fmla="*/ 0 w 1"/>
                <a:gd name="T10" fmla="*/ 0 h 214"/>
                <a:gd name="T11" fmla="*/ 1 w 1"/>
                <a:gd name="T12" fmla="*/ 214 h 2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14">
                  <a:moveTo>
                    <a:pt x="0" y="0"/>
                  </a:moveTo>
                  <a:lnTo>
                    <a:pt x="0" y="213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800" name="Freeform 23">
              <a:extLst>
                <a:ext uri="{FF2B5EF4-FFF2-40B4-BE49-F238E27FC236}">
                  <a16:creationId xmlns:a16="http://schemas.microsoft.com/office/drawing/2014/main" id="{F5D887A8-73B7-E502-245F-684FDCFB4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0" y="3788"/>
              <a:ext cx="37" cy="57"/>
            </a:xfrm>
            <a:custGeom>
              <a:avLst/>
              <a:gdLst>
                <a:gd name="T0" fmla="*/ 36 w 37"/>
                <a:gd name="T1" fmla="*/ 0 h 57"/>
                <a:gd name="T2" fmla="*/ 18 w 37"/>
                <a:gd name="T3" fmla="*/ 56 h 57"/>
                <a:gd name="T4" fmla="*/ 0 w 37"/>
                <a:gd name="T5" fmla="*/ 0 h 57"/>
                <a:gd name="T6" fmla="*/ 0 60000 65536"/>
                <a:gd name="T7" fmla="*/ 0 60000 65536"/>
                <a:gd name="T8" fmla="*/ 0 60000 65536"/>
                <a:gd name="T9" fmla="*/ 0 w 37"/>
                <a:gd name="T10" fmla="*/ 0 h 57"/>
                <a:gd name="T11" fmla="*/ 37 w 37"/>
                <a:gd name="T12" fmla="*/ 57 h 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" h="57">
                  <a:moveTo>
                    <a:pt x="36" y="0"/>
                  </a:move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801" name="Freeform 24">
              <a:extLst>
                <a:ext uri="{FF2B5EF4-FFF2-40B4-BE49-F238E27FC236}">
                  <a16:creationId xmlns:a16="http://schemas.microsoft.com/office/drawing/2014/main" id="{C6DA90C5-197B-1115-9A3E-527B3189B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3844"/>
              <a:ext cx="470" cy="248"/>
            </a:xfrm>
            <a:custGeom>
              <a:avLst/>
              <a:gdLst>
                <a:gd name="T0" fmla="*/ 0 w 470"/>
                <a:gd name="T1" fmla="*/ 0 h 248"/>
                <a:gd name="T2" fmla="*/ 469 w 470"/>
                <a:gd name="T3" fmla="*/ 0 h 248"/>
                <a:gd name="T4" fmla="*/ 469 w 470"/>
                <a:gd name="T5" fmla="*/ 247 h 248"/>
                <a:gd name="T6" fmla="*/ 0 w 470"/>
                <a:gd name="T7" fmla="*/ 247 h 248"/>
                <a:gd name="T8" fmla="*/ 0 w 470"/>
                <a:gd name="T9" fmla="*/ 0 h 2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0"/>
                <a:gd name="T16" fmla="*/ 0 h 248"/>
                <a:gd name="T17" fmla="*/ 470 w 470"/>
                <a:gd name="T18" fmla="*/ 248 h 2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0" h="248">
                  <a:moveTo>
                    <a:pt x="0" y="0"/>
                  </a:moveTo>
                  <a:lnTo>
                    <a:pt x="469" y="0"/>
                  </a:lnTo>
                  <a:lnTo>
                    <a:pt x="469" y="247"/>
                  </a:lnTo>
                  <a:lnTo>
                    <a:pt x="0" y="24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802" name="Freeform 25">
              <a:extLst>
                <a:ext uri="{FF2B5EF4-FFF2-40B4-BE49-F238E27FC236}">
                  <a16:creationId xmlns:a16="http://schemas.microsoft.com/office/drawing/2014/main" id="{7FC5BBC5-1EFD-A87A-75E4-D7AE652B2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3936"/>
              <a:ext cx="75" cy="29"/>
            </a:xfrm>
            <a:custGeom>
              <a:avLst/>
              <a:gdLst>
                <a:gd name="T0" fmla="*/ 74 w 75"/>
                <a:gd name="T1" fmla="*/ 28 h 29"/>
                <a:gd name="T2" fmla="*/ 0 w 75"/>
                <a:gd name="T3" fmla="*/ 14 h 29"/>
                <a:gd name="T4" fmla="*/ 74 w 75"/>
                <a:gd name="T5" fmla="*/ 0 h 29"/>
                <a:gd name="T6" fmla="*/ 0 60000 65536"/>
                <a:gd name="T7" fmla="*/ 0 60000 65536"/>
                <a:gd name="T8" fmla="*/ 0 60000 65536"/>
                <a:gd name="T9" fmla="*/ 0 w 75"/>
                <a:gd name="T10" fmla="*/ 0 h 29"/>
                <a:gd name="T11" fmla="*/ 75 w 75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" h="29">
                  <a:moveTo>
                    <a:pt x="74" y="28"/>
                  </a:moveTo>
                  <a:lnTo>
                    <a:pt x="0" y="14"/>
                  </a:lnTo>
                  <a:lnTo>
                    <a:pt x="74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803" name="Freeform 26">
              <a:extLst>
                <a:ext uri="{FF2B5EF4-FFF2-40B4-BE49-F238E27FC236}">
                  <a16:creationId xmlns:a16="http://schemas.microsoft.com/office/drawing/2014/main" id="{0478F14D-C16D-FB92-47C8-2ACB9B612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3950"/>
              <a:ext cx="234" cy="1"/>
            </a:xfrm>
            <a:custGeom>
              <a:avLst/>
              <a:gdLst>
                <a:gd name="T0" fmla="*/ 0 w 234"/>
                <a:gd name="T1" fmla="*/ 0 h 1"/>
                <a:gd name="T2" fmla="*/ 233 w 234"/>
                <a:gd name="T3" fmla="*/ 0 h 1"/>
                <a:gd name="T4" fmla="*/ 0 w 234"/>
                <a:gd name="T5" fmla="*/ 0 h 1"/>
                <a:gd name="T6" fmla="*/ 0 60000 65536"/>
                <a:gd name="T7" fmla="*/ 0 60000 65536"/>
                <a:gd name="T8" fmla="*/ 0 60000 65536"/>
                <a:gd name="T9" fmla="*/ 0 w 234"/>
                <a:gd name="T10" fmla="*/ 0 h 1"/>
                <a:gd name="T11" fmla="*/ 234 w 23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4" h="1">
                  <a:moveTo>
                    <a:pt x="0" y="0"/>
                  </a:moveTo>
                  <a:lnTo>
                    <a:pt x="233" y="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804" name="Freeform 27">
              <a:extLst>
                <a:ext uri="{FF2B5EF4-FFF2-40B4-BE49-F238E27FC236}">
                  <a16:creationId xmlns:a16="http://schemas.microsoft.com/office/drawing/2014/main" id="{6C37D275-7DF0-9DA1-B80B-CCD5C70F4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4" y="3936"/>
              <a:ext cx="75" cy="29"/>
            </a:xfrm>
            <a:custGeom>
              <a:avLst/>
              <a:gdLst>
                <a:gd name="T0" fmla="*/ 0 w 75"/>
                <a:gd name="T1" fmla="*/ 0 h 29"/>
                <a:gd name="T2" fmla="*/ 74 w 75"/>
                <a:gd name="T3" fmla="*/ 14 h 29"/>
                <a:gd name="T4" fmla="*/ 0 w 75"/>
                <a:gd name="T5" fmla="*/ 28 h 29"/>
                <a:gd name="T6" fmla="*/ 0 60000 65536"/>
                <a:gd name="T7" fmla="*/ 0 60000 65536"/>
                <a:gd name="T8" fmla="*/ 0 60000 65536"/>
                <a:gd name="T9" fmla="*/ 0 w 75"/>
                <a:gd name="T10" fmla="*/ 0 h 29"/>
                <a:gd name="T11" fmla="*/ 75 w 75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" h="29">
                  <a:moveTo>
                    <a:pt x="0" y="0"/>
                  </a:moveTo>
                  <a:lnTo>
                    <a:pt x="74" y="14"/>
                  </a:lnTo>
                  <a:lnTo>
                    <a:pt x="0" y="28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805" name="Freeform 28">
              <a:extLst>
                <a:ext uri="{FF2B5EF4-FFF2-40B4-BE49-F238E27FC236}">
                  <a16:creationId xmlns:a16="http://schemas.microsoft.com/office/drawing/2014/main" id="{63477F15-3B16-29D7-A05D-BE7D542BB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3631"/>
              <a:ext cx="190" cy="214"/>
            </a:xfrm>
            <a:custGeom>
              <a:avLst/>
              <a:gdLst>
                <a:gd name="T0" fmla="*/ 0 w 190"/>
                <a:gd name="T1" fmla="*/ 0 h 214"/>
                <a:gd name="T2" fmla="*/ 189 w 190"/>
                <a:gd name="T3" fmla="*/ 213 h 214"/>
                <a:gd name="T4" fmla="*/ 0 w 190"/>
                <a:gd name="T5" fmla="*/ 0 h 214"/>
                <a:gd name="T6" fmla="*/ 0 60000 65536"/>
                <a:gd name="T7" fmla="*/ 0 60000 65536"/>
                <a:gd name="T8" fmla="*/ 0 60000 65536"/>
                <a:gd name="T9" fmla="*/ 0 w 190"/>
                <a:gd name="T10" fmla="*/ 0 h 214"/>
                <a:gd name="T11" fmla="*/ 190 w 190"/>
                <a:gd name="T12" fmla="*/ 214 h 2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" h="214">
                  <a:moveTo>
                    <a:pt x="0" y="0"/>
                  </a:moveTo>
                  <a:lnTo>
                    <a:pt x="189" y="213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806" name="Freeform 29">
              <a:extLst>
                <a:ext uri="{FF2B5EF4-FFF2-40B4-BE49-F238E27FC236}">
                  <a16:creationId xmlns:a16="http://schemas.microsoft.com/office/drawing/2014/main" id="{B91EE29B-7B5A-50C1-ED04-39CBE3B43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6" y="3788"/>
              <a:ext cx="59" cy="57"/>
            </a:xfrm>
            <a:custGeom>
              <a:avLst/>
              <a:gdLst>
                <a:gd name="T0" fmla="*/ 31 w 59"/>
                <a:gd name="T1" fmla="*/ 0 h 57"/>
                <a:gd name="T2" fmla="*/ 58 w 59"/>
                <a:gd name="T3" fmla="*/ 56 h 57"/>
                <a:gd name="T4" fmla="*/ 0 w 59"/>
                <a:gd name="T5" fmla="*/ 17 h 57"/>
                <a:gd name="T6" fmla="*/ 0 60000 65536"/>
                <a:gd name="T7" fmla="*/ 0 60000 65536"/>
                <a:gd name="T8" fmla="*/ 0 60000 65536"/>
                <a:gd name="T9" fmla="*/ 0 w 59"/>
                <a:gd name="T10" fmla="*/ 0 h 57"/>
                <a:gd name="T11" fmla="*/ 59 w 59"/>
                <a:gd name="T12" fmla="*/ 57 h 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" h="57">
                  <a:moveTo>
                    <a:pt x="31" y="0"/>
                  </a:moveTo>
                  <a:lnTo>
                    <a:pt x="58" y="56"/>
                  </a:lnTo>
                  <a:lnTo>
                    <a:pt x="0" y="17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807" name="Rectangle 30">
              <a:extLst>
                <a:ext uri="{FF2B5EF4-FFF2-40B4-BE49-F238E27FC236}">
                  <a16:creationId xmlns:a16="http://schemas.microsoft.com/office/drawing/2014/main" id="{7EC7CFEF-98B7-4F4B-3D28-59D78754D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5" y="2968"/>
              <a:ext cx="815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Index Entries</a:t>
              </a:r>
            </a:p>
          </p:txBody>
        </p:sp>
        <p:sp>
          <p:nvSpPr>
            <p:cNvPr id="75808" name="Rectangle 31">
              <a:extLst>
                <a:ext uri="{FF2B5EF4-FFF2-40B4-BE49-F238E27FC236}">
                  <a16:creationId xmlns:a16="http://schemas.microsoft.com/office/drawing/2014/main" id="{7531F79F-CA10-1ED1-DEE1-5D1E03B5A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5" y="3782"/>
              <a:ext cx="766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Data Entries</a:t>
              </a:r>
            </a:p>
          </p:txBody>
        </p:sp>
        <p:sp>
          <p:nvSpPr>
            <p:cNvPr id="75809" name="Rectangle 32">
              <a:extLst>
                <a:ext uri="{FF2B5EF4-FFF2-40B4-BE49-F238E27FC236}">
                  <a16:creationId xmlns:a16="http://schemas.microsoft.com/office/drawing/2014/main" id="{CC895D02-C2C2-E431-EE35-919563F34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5" y="3924"/>
              <a:ext cx="1013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("Sequence set")</a:t>
              </a:r>
            </a:p>
          </p:txBody>
        </p:sp>
        <p:sp>
          <p:nvSpPr>
            <p:cNvPr id="75810" name="Rectangle 33">
              <a:extLst>
                <a:ext uri="{FF2B5EF4-FFF2-40B4-BE49-F238E27FC236}">
                  <a16:creationId xmlns:a16="http://schemas.microsoft.com/office/drawing/2014/main" id="{C643D916-FA47-9824-8A7A-F59247BD2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5" y="3146"/>
              <a:ext cx="896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(Direct search)</a:t>
              </a:r>
            </a:p>
          </p:txBody>
        </p:sp>
      </p:grp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4">
            <a:extLst>
              <a:ext uri="{FF2B5EF4-FFF2-40B4-BE49-F238E27FC236}">
                <a16:creationId xmlns:a16="http://schemas.microsoft.com/office/drawing/2014/main" id="{E02F262E-9711-F1E0-FBF1-21DD837AE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Verdana" panose="020B060403050404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DC994D4F-66F4-E3FC-8A1D-E9B1BC294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5E6DEA6-BA57-3B24-E54E-888A5E188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3F086FD1-E4E7-4619-791E-056316B05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Example B+ Tree</a:t>
            </a:r>
          </a:p>
        </p:txBody>
      </p:sp>
      <p:sp>
        <p:nvSpPr>
          <p:cNvPr id="77830" name="Rectangle 5">
            <a:extLst>
              <a:ext uri="{FF2B5EF4-FFF2-40B4-BE49-F238E27FC236}">
                <a16:creationId xmlns:a16="http://schemas.microsoft.com/office/drawing/2014/main" id="{B9C8841A-6D9D-5378-57E8-387ABD6A6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Search begins at root, and key comparisons direct it to a leaf (as in ISAM).</a:t>
            </a:r>
          </a:p>
          <a:p>
            <a:pPr eaLnBrk="1" hangingPunct="1"/>
            <a:r>
              <a:rPr lang="en-US" altLang="en-US"/>
              <a:t>Search for 5*, 15*, all data entries &gt;= 24* ...</a:t>
            </a:r>
          </a:p>
        </p:txBody>
      </p:sp>
      <p:sp>
        <p:nvSpPr>
          <p:cNvPr id="77831" name="Freeform 7">
            <a:extLst>
              <a:ext uri="{FF2B5EF4-FFF2-40B4-BE49-F238E27FC236}">
                <a16:creationId xmlns:a16="http://schemas.microsoft.com/office/drawing/2014/main" id="{38F3B0B2-0C57-535F-BCA0-2BBA0928D079}"/>
              </a:ext>
            </a:extLst>
          </p:cNvPr>
          <p:cNvSpPr>
            <a:spLocks/>
          </p:cNvSpPr>
          <p:nvPr/>
        </p:nvSpPr>
        <p:spPr bwMode="auto">
          <a:xfrm>
            <a:off x="3271838" y="3978275"/>
            <a:ext cx="557212" cy="465138"/>
          </a:xfrm>
          <a:custGeom>
            <a:avLst/>
            <a:gdLst>
              <a:gd name="T0" fmla="*/ 0 w 351"/>
              <a:gd name="T1" fmla="*/ 735886416 h 293"/>
              <a:gd name="T2" fmla="*/ 0 w 351"/>
              <a:gd name="T3" fmla="*/ 0 h 293"/>
              <a:gd name="T4" fmla="*/ 882053896 w 351"/>
              <a:gd name="T5" fmla="*/ 0 h 293"/>
              <a:gd name="T6" fmla="*/ 882053896 w 351"/>
              <a:gd name="T7" fmla="*/ 735886416 h 293"/>
              <a:gd name="T8" fmla="*/ 0 w 351"/>
              <a:gd name="T9" fmla="*/ 73588641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1"/>
              <a:gd name="T16" fmla="*/ 0 h 293"/>
              <a:gd name="T17" fmla="*/ 351 w 351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1" h="293">
                <a:moveTo>
                  <a:pt x="0" y="292"/>
                </a:moveTo>
                <a:lnTo>
                  <a:pt x="0" y="0"/>
                </a:lnTo>
                <a:lnTo>
                  <a:pt x="350" y="0"/>
                </a:lnTo>
                <a:lnTo>
                  <a:pt x="350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32" name="Freeform 8">
            <a:extLst>
              <a:ext uri="{FF2B5EF4-FFF2-40B4-BE49-F238E27FC236}">
                <a16:creationId xmlns:a16="http://schemas.microsoft.com/office/drawing/2014/main" id="{25375D41-967D-02B4-5397-AADD46B19FF2}"/>
              </a:ext>
            </a:extLst>
          </p:cNvPr>
          <p:cNvSpPr>
            <a:spLocks/>
          </p:cNvSpPr>
          <p:nvPr/>
        </p:nvSpPr>
        <p:spPr bwMode="auto">
          <a:xfrm>
            <a:off x="3365500" y="3978275"/>
            <a:ext cx="1588" cy="465138"/>
          </a:xfrm>
          <a:custGeom>
            <a:avLst/>
            <a:gdLst>
              <a:gd name="T0" fmla="*/ 0 w 1"/>
              <a:gd name="T1" fmla="*/ 0 h 293"/>
              <a:gd name="T2" fmla="*/ 0 w 1"/>
              <a:gd name="T3" fmla="*/ 735886416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33" name="Freeform 9">
            <a:extLst>
              <a:ext uri="{FF2B5EF4-FFF2-40B4-BE49-F238E27FC236}">
                <a16:creationId xmlns:a16="http://schemas.microsoft.com/office/drawing/2014/main" id="{7BC13FE8-830F-727B-7198-582B03C99E7C}"/>
              </a:ext>
            </a:extLst>
          </p:cNvPr>
          <p:cNvSpPr>
            <a:spLocks/>
          </p:cNvSpPr>
          <p:nvPr/>
        </p:nvSpPr>
        <p:spPr bwMode="auto">
          <a:xfrm>
            <a:off x="3827463" y="3978275"/>
            <a:ext cx="560387" cy="465138"/>
          </a:xfrm>
          <a:custGeom>
            <a:avLst/>
            <a:gdLst>
              <a:gd name="T0" fmla="*/ 0 w 353"/>
              <a:gd name="T1" fmla="*/ 735886416 h 293"/>
              <a:gd name="T2" fmla="*/ 0 w 353"/>
              <a:gd name="T3" fmla="*/ 0 h 293"/>
              <a:gd name="T4" fmla="*/ 887094208 w 353"/>
              <a:gd name="T5" fmla="*/ 0 h 293"/>
              <a:gd name="T6" fmla="*/ 887094208 w 353"/>
              <a:gd name="T7" fmla="*/ 735886416 h 293"/>
              <a:gd name="T8" fmla="*/ 0 w 353"/>
              <a:gd name="T9" fmla="*/ 73588641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3"/>
              <a:gd name="T16" fmla="*/ 0 h 293"/>
              <a:gd name="T17" fmla="*/ 353 w 353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3" h="293">
                <a:moveTo>
                  <a:pt x="0" y="292"/>
                </a:moveTo>
                <a:lnTo>
                  <a:pt x="0" y="0"/>
                </a:lnTo>
                <a:lnTo>
                  <a:pt x="352" y="0"/>
                </a:lnTo>
                <a:lnTo>
                  <a:pt x="352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34" name="Freeform 10">
            <a:extLst>
              <a:ext uri="{FF2B5EF4-FFF2-40B4-BE49-F238E27FC236}">
                <a16:creationId xmlns:a16="http://schemas.microsoft.com/office/drawing/2014/main" id="{9B46F018-2DAB-5C56-81A8-A8E7B5A1A057}"/>
              </a:ext>
            </a:extLst>
          </p:cNvPr>
          <p:cNvSpPr>
            <a:spLocks/>
          </p:cNvSpPr>
          <p:nvPr/>
        </p:nvSpPr>
        <p:spPr bwMode="auto">
          <a:xfrm>
            <a:off x="3922713" y="3978275"/>
            <a:ext cx="1587" cy="465138"/>
          </a:xfrm>
          <a:custGeom>
            <a:avLst/>
            <a:gdLst>
              <a:gd name="T0" fmla="*/ 0 w 1"/>
              <a:gd name="T1" fmla="*/ 0 h 293"/>
              <a:gd name="T2" fmla="*/ 0 w 1"/>
              <a:gd name="T3" fmla="*/ 735886416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35" name="Freeform 11">
            <a:extLst>
              <a:ext uri="{FF2B5EF4-FFF2-40B4-BE49-F238E27FC236}">
                <a16:creationId xmlns:a16="http://schemas.microsoft.com/office/drawing/2014/main" id="{C7E1D75D-21F6-F4CA-EF2C-E0DA9BCF6994}"/>
              </a:ext>
            </a:extLst>
          </p:cNvPr>
          <p:cNvSpPr>
            <a:spLocks/>
          </p:cNvSpPr>
          <p:nvPr/>
        </p:nvSpPr>
        <p:spPr bwMode="auto">
          <a:xfrm>
            <a:off x="4386263" y="3978275"/>
            <a:ext cx="558800" cy="465138"/>
          </a:xfrm>
          <a:custGeom>
            <a:avLst/>
            <a:gdLst>
              <a:gd name="T0" fmla="*/ 0 w 352"/>
              <a:gd name="T1" fmla="*/ 735886416 h 293"/>
              <a:gd name="T2" fmla="*/ 0 w 352"/>
              <a:gd name="T3" fmla="*/ 0 h 293"/>
              <a:gd name="T4" fmla="*/ 884575638 w 352"/>
              <a:gd name="T5" fmla="*/ 0 h 293"/>
              <a:gd name="T6" fmla="*/ 884575638 w 352"/>
              <a:gd name="T7" fmla="*/ 735886416 h 293"/>
              <a:gd name="T8" fmla="*/ 0 w 352"/>
              <a:gd name="T9" fmla="*/ 73588641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2"/>
              <a:gd name="T16" fmla="*/ 0 h 293"/>
              <a:gd name="T17" fmla="*/ 352 w 352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2" h="293">
                <a:moveTo>
                  <a:pt x="0" y="292"/>
                </a:moveTo>
                <a:lnTo>
                  <a:pt x="0" y="0"/>
                </a:lnTo>
                <a:lnTo>
                  <a:pt x="351" y="0"/>
                </a:lnTo>
                <a:lnTo>
                  <a:pt x="351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36" name="Freeform 12">
            <a:extLst>
              <a:ext uri="{FF2B5EF4-FFF2-40B4-BE49-F238E27FC236}">
                <a16:creationId xmlns:a16="http://schemas.microsoft.com/office/drawing/2014/main" id="{4C50520D-592F-1A8F-9FA9-CC4A0A74CEEC}"/>
              </a:ext>
            </a:extLst>
          </p:cNvPr>
          <p:cNvSpPr>
            <a:spLocks/>
          </p:cNvSpPr>
          <p:nvPr/>
        </p:nvSpPr>
        <p:spPr bwMode="auto">
          <a:xfrm>
            <a:off x="4479925" y="3978275"/>
            <a:ext cx="1588" cy="465138"/>
          </a:xfrm>
          <a:custGeom>
            <a:avLst/>
            <a:gdLst>
              <a:gd name="T0" fmla="*/ 0 w 1"/>
              <a:gd name="T1" fmla="*/ 0 h 293"/>
              <a:gd name="T2" fmla="*/ 0 w 1"/>
              <a:gd name="T3" fmla="*/ 735886416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37" name="Freeform 13">
            <a:extLst>
              <a:ext uri="{FF2B5EF4-FFF2-40B4-BE49-F238E27FC236}">
                <a16:creationId xmlns:a16="http://schemas.microsoft.com/office/drawing/2014/main" id="{6CDD4DF8-7FE1-FAB9-EC4D-02365A495A15}"/>
              </a:ext>
            </a:extLst>
          </p:cNvPr>
          <p:cNvSpPr>
            <a:spLocks/>
          </p:cNvSpPr>
          <p:nvPr/>
        </p:nvSpPr>
        <p:spPr bwMode="auto">
          <a:xfrm>
            <a:off x="4943475" y="3978275"/>
            <a:ext cx="560388" cy="465138"/>
          </a:xfrm>
          <a:custGeom>
            <a:avLst/>
            <a:gdLst>
              <a:gd name="T0" fmla="*/ 0 w 353"/>
              <a:gd name="T1" fmla="*/ 735886416 h 293"/>
              <a:gd name="T2" fmla="*/ 0 w 353"/>
              <a:gd name="T3" fmla="*/ 0 h 293"/>
              <a:gd name="T4" fmla="*/ 887095792 w 353"/>
              <a:gd name="T5" fmla="*/ 0 h 293"/>
              <a:gd name="T6" fmla="*/ 887095792 w 353"/>
              <a:gd name="T7" fmla="*/ 735886416 h 293"/>
              <a:gd name="T8" fmla="*/ 0 w 353"/>
              <a:gd name="T9" fmla="*/ 73588641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3"/>
              <a:gd name="T16" fmla="*/ 0 h 293"/>
              <a:gd name="T17" fmla="*/ 353 w 353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3" h="293">
                <a:moveTo>
                  <a:pt x="0" y="292"/>
                </a:moveTo>
                <a:lnTo>
                  <a:pt x="0" y="0"/>
                </a:lnTo>
                <a:lnTo>
                  <a:pt x="352" y="0"/>
                </a:lnTo>
                <a:lnTo>
                  <a:pt x="352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38" name="Freeform 14">
            <a:extLst>
              <a:ext uri="{FF2B5EF4-FFF2-40B4-BE49-F238E27FC236}">
                <a16:creationId xmlns:a16="http://schemas.microsoft.com/office/drawing/2014/main" id="{3AA174EE-8243-B46A-C257-1CF54B9BFA01}"/>
              </a:ext>
            </a:extLst>
          </p:cNvPr>
          <p:cNvSpPr>
            <a:spLocks/>
          </p:cNvSpPr>
          <p:nvPr/>
        </p:nvSpPr>
        <p:spPr bwMode="auto">
          <a:xfrm>
            <a:off x="5035550" y="3978275"/>
            <a:ext cx="1588" cy="465138"/>
          </a:xfrm>
          <a:custGeom>
            <a:avLst/>
            <a:gdLst>
              <a:gd name="T0" fmla="*/ 0 w 1"/>
              <a:gd name="T1" fmla="*/ 0 h 293"/>
              <a:gd name="T2" fmla="*/ 0 w 1"/>
              <a:gd name="T3" fmla="*/ 735886416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39" name="Freeform 15">
            <a:extLst>
              <a:ext uri="{FF2B5EF4-FFF2-40B4-BE49-F238E27FC236}">
                <a16:creationId xmlns:a16="http://schemas.microsoft.com/office/drawing/2014/main" id="{8E077B09-6E1A-43F3-53FB-088E695E66E3}"/>
              </a:ext>
            </a:extLst>
          </p:cNvPr>
          <p:cNvSpPr>
            <a:spLocks/>
          </p:cNvSpPr>
          <p:nvPr/>
        </p:nvSpPr>
        <p:spPr bwMode="auto">
          <a:xfrm>
            <a:off x="5502275" y="3978275"/>
            <a:ext cx="93663" cy="465138"/>
          </a:xfrm>
          <a:custGeom>
            <a:avLst/>
            <a:gdLst>
              <a:gd name="T0" fmla="*/ 0 w 59"/>
              <a:gd name="T1" fmla="*/ 735886416 h 293"/>
              <a:gd name="T2" fmla="*/ 0 w 59"/>
              <a:gd name="T3" fmla="*/ 0 h 293"/>
              <a:gd name="T4" fmla="*/ 146169843 w 59"/>
              <a:gd name="T5" fmla="*/ 0 h 293"/>
              <a:gd name="T6" fmla="*/ 146169843 w 59"/>
              <a:gd name="T7" fmla="*/ 735886416 h 293"/>
              <a:gd name="T8" fmla="*/ 0 w 59"/>
              <a:gd name="T9" fmla="*/ 735886416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9"/>
              <a:gd name="T16" fmla="*/ 0 h 293"/>
              <a:gd name="T17" fmla="*/ 59 w 59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9" h="293">
                <a:moveTo>
                  <a:pt x="0" y="292"/>
                </a:moveTo>
                <a:lnTo>
                  <a:pt x="0" y="0"/>
                </a:lnTo>
                <a:lnTo>
                  <a:pt x="58" y="0"/>
                </a:lnTo>
                <a:lnTo>
                  <a:pt x="58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0" name="Freeform 16">
            <a:extLst>
              <a:ext uri="{FF2B5EF4-FFF2-40B4-BE49-F238E27FC236}">
                <a16:creationId xmlns:a16="http://schemas.microsoft.com/office/drawing/2014/main" id="{141CA995-9535-0E64-266B-BFABB1E5385F}"/>
              </a:ext>
            </a:extLst>
          </p:cNvPr>
          <p:cNvSpPr>
            <a:spLocks/>
          </p:cNvSpPr>
          <p:nvPr/>
        </p:nvSpPr>
        <p:spPr bwMode="auto">
          <a:xfrm>
            <a:off x="7034213" y="5413375"/>
            <a:ext cx="373062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5772 w 235"/>
              <a:gd name="T5" fmla="*/ 0 h 235"/>
              <a:gd name="T6" fmla="*/ 589715772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1" name="Freeform 17">
            <a:extLst>
              <a:ext uri="{FF2B5EF4-FFF2-40B4-BE49-F238E27FC236}">
                <a16:creationId xmlns:a16="http://schemas.microsoft.com/office/drawing/2014/main" id="{95820401-0AAC-E000-EC73-DFFE160600B8}"/>
              </a:ext>
            </a:extLst>
          </p:cNvPr>
          <p:cNvSpPr>
            <a:spLocks/>
          </p:cNvSpPr>
          <p:nvPr/>
        </p:nvSpPr>
        <p:spPr bwMode="auto">
          <a:xfrm>
            <a:off x="7405688" y="5413375"/>
            <a:ext cx="373062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5772 w 235"/>
              <a:gd name="T5" fmla="*/ 0 h 235"/>
              <a:gd name="T6" fmla="*/ 589715772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2" name="Freeform 18">
            <a:extLst>
              <a:ext uri="{FF2B5EF4-FFF2-40B4-BE49-F238E27FC236}">
                <a16:creationId xmlns:a16="http://schemas.microsoft.com/office/drawing/2014/main" id="{1B3F3A43-E4E0-468C-3986-310D1CF3A2AB}"/>
              </a:ext>
            </a:extLst>
          </p:cNvPr>
          <p:cNvSpPr>
            <a:spLocks/>
          </p:cNvSpPr>
          <p:nvPr/>
        </p:nvSpPr>
        <p:spPr bwMode="auto">
          <a:xfrm>
            <a:off x="7777163" y="5413375"/>
            <a:ext cx="374650" cy="373063"/>
          </a:xfrm>
          <a:custGeom>
            <a:avLst/>
            <a:gdLst>
              <a:gd name="T0" fmla="*/ 0 w 236"/>
              <a:gd name="T1" fmla="*/ 589717353 h 235"/>
              <a:gd name="T2" fmla="*/ 0 w 236"/>
              <a:gd name="T3" fmla="*/ 0 h 235"/>
              <a:gd name="T4" fmla="*/ 592237513 w 236"/>
              <a:gd name="T5" fmla="*/ 0 h 235"/>
              <a:gd name="T6" fmla="*/ 592237513 w 236"/>
              <a:gd name="T7" fmla="*/ 589717353 h 235"/>
              <a:gd name="T8" fmla="*/ 0 w 236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6"/>
              <a:gd name="T16" fmla="*/ 0 h 235"/>
              <a:gd name="T17" fmla="*/ 236 w 236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6" h="235">
                <a:moveTo>
                  <a:pt x="0" y="234"/>
                </a:moveTo>
                <a:lnTo>
                  <a:pt x="0" y="0"/>
                </a:lnTo>
                <a:lnTo>
                  <a:pt x="235" y="0"/>
                </a:lnTo>
                <a:lnTo>
                  <a:pt x="235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3" name="Freeform 19">
            <a:extLst>
              <a:ext uri="{FF2B5EF4-FFF2-40B4-BE49-F238E27FC236}">
                <a16:creationId xmlns:a16="http://schemas.microsoft.com/office/drawing/2014/main" id="{CAD5E4BF-4D6A-88FB-D1FC-F48198444FE5}"/>
              </a:ext>
            </a:extLst>
          </p:cNvPr>
          <p:cNvSpPr>
            <a:spLocks/>
          </p:cNvSpPr>
          <p:nvPr/>
        </p:nvSpPr>
        <p:spPr bwMode="auto">
          <a:xfrm>
            <a:off x="8150225" y="5413375"/>
            <a:ext cx="371475" cy="373063"/>
          </a:xfrm>
          <a:custGeom>
            <a:avLst/>
            <a:gdLst>
              <a:gd name="T0" fmla="*/ 0 w 234"/>
              <a:gd name="T1" fmla="*/ 589717353 h 235"/>
              <a:gd name="T2" fmla="*/ 0 w 234"/>
              <a:gd name="T3" fmla="*/ 0 h 235"/>
              <a:gd name="T4" fmla="*/ 587197200 w 234"/>
              <a:gd name="T5" fmla="*/ 0 h 235"/>
              <a:gd name="T6" fmla="*/ 587197200 w 234"/>
              <a:gd name="T7" fmla="*/ 589717353 h 235"/>
              <a:gd name="T8" fmla="*/ 0 w 234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4"/>
              <a:gd name="T16" fmla="*/ 0 h 235"/>
              <a:gd name="T17" fmla="*/ 234 w 234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4" h="235">
                <a:moveTo>
                  <a:pt x="0" y="234"/>
                </a:moveTo>
                <a:lnTo>
                  <a:pt x="0" y="0"/>
                </a:lnTo>
                <a:lnTo>
                  <a:pt x="233" y="0"/>
                </a:lnTo>
                <a:lnTo>
                  <a:pt x="233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4" name="Freeform 20">
            <a:extLst>
              <a:ext uri="{FF2B5EF4-FFF2-40B4-BE49-F238E27FC236}">
                <a16:creationId xmlns:a16="http://schemas.microsoft.com/office/drawing/2014/main" id="{805EF22B-9C2D-A5D3-9C08-727B21CEA789}"/>
              </a:ext>
            </a:extLst>
          </p:cNvPr>
          <p:cNvSpPr>
            <a:spLocks/>
          </p:cNvSpPr>
          <p:nvPr/>
        </p:nvSpPr>
        <p:spPr bwMode="auto">
          <a:xfrm>
            <a:off x="346075" y="5413375"/>
            <a:ext cx="373063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7353 w 235"/>
              <a:gd name="T5" fmla="*/ 0 h 235"/>
              <a:gd name="T6" fmla="*/ 589717353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5" name="Freeform 21">
            <a:extLst>
              <a:ext uri="{FF2B5EF4-FFF2-40B4-BE49-F238E27FC236}">
                <a16:creationId xmlns:a16="http://schemas.microsoft.com/office/drawing/2014/main" id="{8C2B566E-290C-8CCB-1CAA-F8EC8D2937C3}"/>
              </a:ext>
            </a:extLst>
          </p:cNvPr>
          <p:cNvSpPr>
            <a:spLocks/>
          </p:cNvSpPr>
          <p:nvPr/>
        </p:nvSpPr>
        <p:spPr bwMode="auto">
          <a:xfrm>
            <a:off x="717550" y="5413375"/>
            <a:ext cx="373063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7353 w 235"/>
              <a:gd name="T5" fmla="*/ 0 h 235"/>
              <a:gd name="T6" fmla="*/ 589717353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6" name="Freeform 22">
            <a:extLst>
              <a:ext uri="{FF2B5EF4-FFF2-40B4-BE49-F238E27FC236}">
                <a16:creationId xmlns:a16="http://schemas.microsoft.com/office/drawing/2014/main" id="{331717BC-3CC7-1726-9F79-26189BF92C15}"/>
              </a:ext>
            </a:extLst>
          </p:cNvPr>
          <p:cNvSpPr>
            <a:spLocks/>
          </p:cNvSpPr>
          <p:nvPr/>
        </p:nvSpPr>
        <p:spPr bwMode="auto">
          <a:xfrm>
            <a:off x="1089025" y="5413375"/>
            <a:ext cx="373063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7353 w 235"/>
              <a:gd name="T5" fmla="*/ 0 h 235"/>
              <a:gd name="T6" fmla="*/ 589717353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7" name="Freeform 23">
            <a:extLst>
              <a:ext uri="{FF2B5EF4-FFF2-40B4-BE49-F238E27FC236}">
                <a16:creationId xmlns:a16="http://schemas.microsoft.com/office/drawing/2014/main" id="{6DB774CA-6C90-8E91-7676-1C2DFF4AF76E}"/>
              </a:ext>
            </a:extLst>
          </p:cNvPr>
          <p:cNvSpPr>
            <a:spLocks/>
          </p:cNvSpPr>
          <p:nvPr/>
        </p:nvSpPr>
        <p:spPr bwMode="auto">
          <a:xfrm>
            <a:off x="1460500" y="5413375"/>
            <a:ext cx="373063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7353 w 235"/>
              <a:gd name="T5" fmla="*/ 0 h 235"/>
              <a:gd name="T6" fmla="*/ 589717353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8" name="Freeform 24">
            <a:extLst>
              <a:ext uri="{FF2B5EF4-FFF2-40B4-BE49-F238E27FC236}">
                <a16:creationId xmlns:a16="http://schemas.microsoft.com/office/drawing/2014/main" id="{7708A448-5128-9D5B-8AF1-E02F5B16917B}"/>
              </a:ext>
            </a:extLst>
          </p:cNvPr>
          <p:cNvSpPr>
            <a:spLocks/>
          </p:cNvSpPr>
          <p:nvPr/>
        </p:nvSpPr>
        <p:spPr bwMode="auto">
          <a:xfrm>
            <a:off x="2017713" y="5413375"/>
            <a:ext cx="373062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5772 w 235"/>
              <a:gd name="T5" fmla="*/ 0 h 235"/>
              <a:gd name="T6" fmla="*/ 589715772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9" name="Freeform 25">
            <a:extLst>
              <a:ext uri="{FF2B5EF4-FFF2-40B4-BE49-F238E27FC236}">
                <a16:creationId xmlns:a16="http://schemas.microsoft.com/office/drawing/2014/main" id="{FB50DA46-1EAD-11F5-741B-FBEA1858C5DA}"/>
              </a:ext>
            </a:extLst>
          </p:cNvPr>
          <p:cNvSpPr>
            <a:spLocks/>
          </p:cNvSpPr>
          <p:nvPr/>
        </p:nvSpPr>
        <p:spPr bwMode="auto">
          <a:xfrm>
            <a:off x="2389188" y="5413375"/>
            <a:ext cx="373062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5772 w 235"/>
              <a:gd name="T5" fmla="*/ 0 h 235"/>
              <a:gd name="T6" fmla="*/ 589715772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50" name="Freeform 26">
            <a:extLst>
              <a:ext uri="{FF2B5EF4-FFF2-40B4-BE49-F238E27FC236}">
                <a16:creationId xmlns:a16="http://schemas.microsoft.com/office/drawing/2014/main" id="{6809CC50-F469-4975-1833-AAE54041F378}"/>
              </a:ext>
            </a:extLst>
          </p:cNvPr>
          <p:cNvSpPr>
            <a:spLocks/>
          </p:cNvSpPr>
          <p:nvPr/>
        </p:nvSpPr>
        <p:spPr bwMode="auto">
          <a:xfrm>
            <a:off x="2760663" y="5413375"/>
            <a:ext cx="373062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5772 w 235"/>
              <a:gd name="T5" fmla="*/ 0 h 235"/>
              <a:gd name="T6" fmla="*/ 589715772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51" name="Freeform 27">
            <a:extLst>
              <a:ext uri="{FF2B5EF4-FFF2-40B4-BE49-F238E27FC236}">
                <a16:creationId xmlns:a16="http://schemas.microsoft.com/office/drawing/2014/main" id="{EAEFA9C0-34C7-866B-741F-D434F8CB6A16}"/>
              </a:ext>
            </a:extLst>
          </p:cNvPr>
          <p:cNvSpPr>
            <a:spLocks/>
          </p:cNvSpPr>
          <p:nvPr/>
        </p:nvSpPr>
        <p:spPr bwMode="auto">
          <a:xfrm>
            <a:off x="3132138" y="5413375"/>
            <a:ext cx="373062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5772 w 235"/>
              <a:gd name="T5" fmla="*/ 0 h 235"/>
              <a:gd name="T6" fmla="*/ 589715772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52" name="Freeform 28">
            <a:extLst>
              <a:ext uri="{FF2B5EF4-FFF2-40B4-BE49-F238E27FC236}">
                <a16:creationId xmlns:a16="http://schemas.microsoft.com/office/drawing/2014/main" id="{588079D3-B380-C919-B80D-9678F97E7C7A}"/>
              </a:ext>
            </a:extLst>
          </p:cNvPr>
          <p:cNvSpPr>
            <a:spLocks/>
          </p:cNvSpPr>
          <p:nvPr/>
        </p:nvSpPr>
        <p:spPr bwMode="auto">
          <a:xfrm>
            <a:off x="3689350" y="5413375"/>
            <a:ext cx="373063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7353 w 235"/>
              <a:gd name="T5" fmla="*/ 0 h 235"/>
              <a:gd name="T6" fmla="*/ 589717353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53" name="Freeform 29">
            <a:extLst>
              <a:ext uri="{FF2B5EF4-FFF2-40B4-BE49-F238E27FC236}">
                <a16:creationId xmlns:a16="http://schemas.microsoft.com/office/drawing/2014/main" id="{95DB237D-0166-43F4-712A-4957D906B246}"/>
              </a:ext>
            </a:extLst>
          </p:cNvPr>
          <p:cNvSpPr>
            <a:spLocks/>
          </p:cNvSpPr>
          <p:nvPr/>
        </p:nvSpPr>
        <p:spPr bwMode="auto">
          <a:xfrm>
            <a:off x="4060825" y="5413375"/>
            <a:ext cx="373063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7353 w 235"/>
              <a:gd name="T5" fmla="*/ 0 h 235"/>
              <a:gd name="T6" fmla="*/ 589717353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54" name="Freeform 30">
            <a:extLst>
              <a:ext uri="{FF2B5EF4-FFF2-40B4-BE49-F238E27FC236}">
                <a16:creationId xmlns:a16="http://schemas.microsoft.com/office/drawing/2014/main" id="{F2F583A7-15B5-7AB6-695F-A1DCB52B9B71}"/>
              </a:ext>
            </a:extLst>
          </p:cNvPr>
          <p:cNvSpPr>
            <a:spLocks/>
          </p:cNvSpPr>
          <p:nvPr/>
        </p:nvSpPr>
        <p:spPr bwMode="auto">
          <a:xfrm>
            <a:off x="4432300" y="5413375"/>
            <a:ext cx="374650" cy="373063"/>
          </a:xfrm>
          <a:custGeom>
            <a:avLst/>
            <a:gdLst>
              <a:gd name="T0" fmla="*/ 0 w 236"/>
              <a:gd name="T1" fmla="*/ 589717353 h 235"/>
              <a:gd name="T2" fmla="*/ 0 w 236"/>
              <a:gd name="T3" fmla="*/ 0 h 235"/>
              <a:gd name="T4" fmla="*/ 592237513 w 236"/>
              <a:gd name="T5" fmla="*/ 0 h 235"/>
              <a:gd name="T6" fmla="*/ 592237513 w 236"/>
              <a:gd name="T7" fmla="*/ 589717353 h 235"/>
              <a:gd name="T8" fmla="*/ 0 w 236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6"/>
              <a:gd name="T16" fmla="*/ 0 h 235"/>
              <a:gd name="T17" fmla="*/ 236 w 236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6" h="235">
                <a:moveTo>
                  <a:pt x="0" y="234"/>
                </a:moveTo>
                <a:lnTo>
                  <a:pt x="0" y="0"/>
                </a:lnTo>
                <a:lnTo>
                  <a:pt x="235" y="0"/>
                </a:lnTo>
                <a:lnTo>
                  <a:pt x="235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55" name="Freeform 31">
            <a:extLst>
              <a:ext uri="{FF2B5EF4-FFF2-40B4-BE49-F238E27FC236}">
                <a16:creationId xmlns:a16="http://schemas.microsoft.com/office/drawing/2014/main" id="{FD150E15-9523-6487-6E3F-98A30A32DD67}"/>
              </a:ext>
            </a:extLst>
          </p:cNvPr>
          <p:cNvSpPr>
            <a:spLocks/>
          </p:cNvSpPr>
          <p:nvPr/>
        </p:nvSpPr>
        <p:spPr bwMode="auto">
          <a:xfrm>
            <a:off x="4805363" y="5413375"/>
            <a:ext cx="373062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5772 w 235"/>
              <a:gd name="T5" fmla="*/ 0 h 235"/>
              <a:gd name="T6" fmla="*/ 589715772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56" name="Freeform 32">
            <a:extLst>
              <a:ext uri="{FF2B5EF4-FFF2-40B4-BE49-F238E27FC236}">
                <a16:creationId xmlns:a16="http://schemas.microsoft.com/office/drawing/2014/main" id="{8D608CE6-9FA9-967A-AB2D-FF4D92A36259}"/>
              </a:ext>
            </a:extLst>
          </p:cNvPr>
          <p:cNvSpPr>
            <a:spLocks/>
          </p:cNvSpPr>
          <p:nvPr/>
        </p:nvSpPr>
        <p:spPr bwMode="auto">
          <a:xfrm>
            <a:off x="5360988" y="5413375"/>
            <a:ext cx="374650" cy="373063"/>
          </a:xfrm>
          <a:custGeom>
            <a:avLst/>
            <a:gdLst>
              <a:gd name="T0" fmla="*/ 0 w 236"/>
              <a:gd name="T1" fmla="*/ 589717353 h 235"/>
              <a:gd name="T2" fmla="*/ 0 w 236"/>
              <a:gd name="T3" fmla="*/ 0 h 235"/>
              <a:gd name="T4" fmla="*/ 592237513 w 236"/>
              <a:gd name="T5" fmla="*/ 0 h 235"/>
              <a:gd name="T6" fmla="*/ 592237513 w 236"/>
              <a:gd name="T7" fmla="*/ 589717353 h 235"/>
              <a:gd name="T8" fmla="*/ 0 w 236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6"/>
              <a:gd name="T16" fmla="*/ 0 h 235"/>
              <a:gd name="T17" fmla="*/ 236 w 236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6" h="235">
                <a:moveTo>
                  <a:pt x="0" y="234"/>
                </a:moveTo>
                <a:lnTo>
                  <a:pt x="0" y="0"/>
                </a:lnTo>
                <a:lnTo>
                  <a:pt x="235" y="0"/>
                </a:lnTo>
                <a:lnTo>
                  <a:pt x="235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57" name="Freeform 33">
            <a:extLst>
              <a:ext uri="{FF2B5EF4-FFF2-40B4-BE49-F238E27FC236}">
                <a16:creationId xmlns:a16="http://schemas.microsoft.com/office/drawing/2014/main" id="{DB663BDA-CFAD-DBFF-D0EE-EF0AA37E9049}"/>
              </a:ext>
            </a:extLst>
          </p:cNvPr>
          <p:cNvSpPr>
            <a:spLocks/>
          </p:cNvSpPr>
          <p:nvPr/>
        </p:nvSpPr>
        <p:spPr bwMode="auto">
          <a:xfrm>
            <a:off x="5734050" y="5413375"/>
            <a:ext cx="373063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7353 w 235"/>
              <a:gd name="T5" fmla="*/ 0 h 235"/>
              <a:gd name="T6" fmla="*/ 589717353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58" name="Freeform 34">
            <a:extLst>
              <a:ext uri="{FF2B5EF4-FFF2-40B4-BE49-F238E27FC236}">
                <a16:creationId xmlns:a16="http://schemas.microsoft.com/office/drawing/2014/main" id="{E5E5C129-026A-DE31-D52D-CF2CA30808D9}"/>
              </a:ext>
            </a:extLst>
          </p:cNvPr>
          <p:cNvSpPr>
            <a:spLocks/>
          </p:cNvSpPr>
          <p:nvPr/>
        </p:nvSpPr>
        <p:spPr bwMode="auto">
          <a:xfrm>
            <a:off x="6105525" y="5413375"/>
            <a:ext cx="373063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7353 w 235"/>
              <a:gd name="T5" fmla="*/ 0 h 235"/>
              <a:gd name="T6" fmla="*/ 589717353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59" name="Freeform 35">
            <a:extLst>
              <a:ext uri="{FF2B5EF4-FFF2-40B4-BE49-F238E27FC236}">
                <a16:creationId xmlns:a16="http://schemas.microsoft.com/office/drawing/2014/main" id="{9DE7885F-8FCA-A51E-A295-8A9C32CE2160}"/>
              </a:ext>
            </a:extLst>
          </p:cNvPr>
          <p:cNvSpPr>
            <a:spLocks/>
          </p:cNvSpPr>
          <p:nvPr/>
        </p:nvSpPr>
        <p:spPr bwMode="auto">
          <a:xfrm>
            <a:off x="6477000" y="5413375"/>
            <a:ext cx="373063" cy="373063"/>
          </a:xfrm>
          <a:custGeom>
            <a:avLst/>
            <a:gdLst>
              <a:gd name="T0" fmla="*/ 0 w 235"/>
              <a:gd name="T1" fmla="*/ 589717353 h 235"/>
              <a:gd name="T2" fmla="*/ 0 w 235"/>
              <a:gd name="T3" fmla="*/ 0 h 235"/>
              <a:gd name="T4" fmla="*/ 589717353 w 235"/>
              <a:gd name="T5" fmla="*/ 0 h 235"/>
              <a:gd name="T6" fmla="*/ 589717353 w 235"/>
              <a:gd name="T7" fmla="*/ 589717353 h 235"/>
              <a:gd name="T8" fmla="*/ 0 w 235"/>
              <a:gd name="T9" fmla="*/ 589717353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60" name="Freeform 36">
            <a:extLst>
              <a:ext uri="{FF2B5EF4-FFF2-40B4-BE49-F238E27FC236}">
                <a16:creationId xmlns:a16="http://schemas.microsoft.com/office/drawing/2014/main" id="{5BD9AEEF-F9A6-8DE7-28ED-680958C47531}"/>
              </a:ext>
            </a:extLst>
          </p:cNvPr>
          <p:cNvSpPr>
            <a:spLocks/>
          </p:cNvSpPr>
          <p:nvPr/>
        </p:nvSpPr>
        <p:spPr bwMode="auto">
          <a:xfrm>
            <a:off x="1100138" y="4383088"/>
            <a:ext cx="2219325" cy="1009650"/>
          </a:xfrm>
          <a:custGeom>
            <a:avLst/>
            <a:gdLst>
              <a:gd name="T0" fmla="*/ 2147483646 w 1398"/>
              <a:gd name="T1" fmla="*/ 0 h 636"/>
              <a:gd name="T2" fmla="*/ 0 w 1398"/>
              <a:gd name="T3" fmla="*/ 1600300013 h 636"/>
              <a:gd name="T4" fmla="*/ 2147483646 w 1398"/>
              <a:gd name="T5" fmla="*/ 0 h 636"/>
              <a:gd name="T6" fmla="*/ 0 60000 65536"/>
              <a:gd name="T7" fmla="*/ 0 60000 65536"/>
              <a:gd name="T8" fmla="*/ 0 60000 65536"/>
              <a:gd name="T9" fmla="*/ 0 w 1398"/>
              <a:gd name="T10" fmla="*/ 0 h 636"/>
              <a:gd name="T11" fmla="*/ 1398 w 1398"/>
              <a:gd name="T12" fmla="*/ 636 h 6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98" h="636">
                <a:moveTo>
                  <a:pt x="1397" y="0"/>
                </a:moveTo>
                <a:lnTo>
                  <a:pt x="0" y="635"/>
                </a:lnTo>
                <a:lnTo>
                  <a:pt x="1397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61" name="Freeform 37">
            <a:extLst>
              <a:ext uri="{FF2B5EF4-FFF2-40B4-BE49-F238E27FC236}">
                <a16:creationId xmlns:a16="http://schemas.microsoft.com/office/drawing/2014/main" id="{1A2FA6D2-3B60-CAD1-BC97-1AE9A2F892DD}"/>
              </a:ext>
            </a:extLst>
          </p:cNvPr>
          <p:cNvSpPr>
            <a:spLocks/>
          </p:cNvSpPr>
          <p:nvPr/>
        </p:nvSpPr>
        <p:spPr bwMode="auto">
          <a:xfrm>
            <a:off x="1100138" y="5316538"/>
            <a:ext cx="119062" cy="76200"/>
          </a:xfrm>
          <a:custGeom>
            <a:avLst/>
            <a:gdLst>
              <a:gd name="T0" fmla="*/ 186490779 w 75"/>
              <a:gd name="T1" fmla="*/ 83165950 h 48"/>
              <a:gd name="T2" fmla="*/ 0 w 75"/>
              <a:gd name="T3" fmla="*/ 118448138 h 48"/>
              <a:gd name="T4" fmla="*/ 148687801 w 75"/>
              <a:gd name="T5" fmla="*/ 0 h 48"/>
              <a:gd name="T6" fmla="*/ 186490779 w 75"/>
              <a:gd name="T7" fmla="*/ 83165950 h 48"/>
              <a:gd name="T8" fmla="*/ 0 60000 65536"/>
              <a:gd name="T9" fmla="*/ 0 60000 65536"/>
              <a:gd name="T10" fmla="*/ 0 60000 65536"/>
              <a:gd name="T11" fmla="*/ 0 60000 65536"/>
              <a:gd name="T12" fmla="*/ 0 w 75"/>
              <a:gd name="T13" fmla="*/ 0 h 48"/>
              <a:gd name="T14" fmla="*/ 75 w 75"/>
              <a:gd name="T15" fmla="*/ 48 h 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" h="48">
                <a:moveTo>
                  <a:pt x="74" y="33"/>
                </a:moveTo>
                <a:lnTo>
                  <a:pt x="0" y="47"/>
                </a:lnTo>
                <a:lnTo>
                  <a:pt x="59" y="0"/>
                </a:lnTo>
                <a:lnTo>
                  <a:pt x="74" y="33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62" name="Freeform 38">
            <a:extLst>
              <a:ext uri="{FF2B5EF4-FFF2-40B4-BE49-F238E27FC236}">
                <a16:creationId xmlns:a16="http://schemas.microsoft.com/office/drawing/2014/main" id="{EEB36BD7-BC4C-E7BC-C429-746145320589}"/>
              </a:ext>
            </a:extLst>
          </p:cNvPr>
          <p:cNvSpPr>
            <a:spLocks/>
          </p:cNvSpPr>
          <p:nvPr/>
        </p:nvSpPr>
        <p:spPr bwMode="auto">
          <a:xfrm>
            <a:off x="2760663" y="4395788"/>
            <a:ext cx="1104900" cy="996950"/>
          </a:xfrm>
          <a:custGeom>
            <a:avLst/>
            <a:gdLst>
              <a:gd name="T0" fmla="*/ 1751509388 w 696"/>
              <a:gd name="T1" fmla="*/ 0 h 628"/>
              <a:gd name="T2" fmla="*/ 0 w 696"/>
              <a:gd name="T3" fmla="*/ 1580138763 h 628"/>
              <a:gd name="T4" fmla="*/ 1751509388 w 696"/>
              <a:gd name="T5" fmla="*/ 0 h 628"/>
              <a:gd name="T6" fmla="*/ 0 60000 65536"/>
              <a:gd name="T7" fmla="*/ 0 60000 65536"/>
              <a:gd name="T8" fmla="*/ 0 60000 65536"/>
              <a:gd name="T9" fmla="*/ 0 w 696"/>
              <a:gd name="T10" fmla="*/ 0 h 628"/>
              <a:gd name="T11" fmla="*/ 696 w 696"/>
              <a:gd name="T12" fmla="*/ 628 h 6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6" h="628">
                <a:moveTo>
                  <a:pt x="695" y="0"/>
                </a:moveTo>
                <a:lnTo>
                  <a:pt x="0" y="627"/>
                </a:lnTo>
                <a:lnTo>
                  <a:pt x="695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63" name="Freeform 39">
            <a:extLst>
              <a:ext uri="{FF2B5EF4-FFF2-40B4-BE49-F238E27FC236}">
                <a16:creationId xmlns:a16="http://schemas.microsoft.com/office/drawing/2014/main" id="{D8B403C9-1803-27A5-A3A0-40AA6A274053}"/>
              </a:ext>
            </a:extLst>
          </p:cNvPr>
          <p:cNvSpPr>
            <a:spLocks/>
          </p:cNvSpPr>
          <p:nvPr/>
        </p:nvSpPr>
        <p:spPr bwMode="auto">
          <a:xfrm>
            <a:off x="2760663" y="5291138"/>
            <a:ext cx="107950" cy="101600"/>
          </a:xfrm>
          <a:custGeom>
            <a:avLst/>
            <a:gdLst>
              <a:gd name="T0" fmla="*/ 168851263 w 68"/>
              <a:gd name="T1" fmla="*/ 68045013 h 64"/>
              <a:gd name="T2" fmla="*/ 0 w 68"/>
              <a:gd name="T3" fmla="*/ 158770638 h 64"/>
              <a:gd name="T4" fmla="*/ 105846563 w 68"/>
              <a:gd name="T5" fmla="*/ 0 h 64"/>
              <a:gd name="T6" fmla="*/ 168851263 w 68"/>
              <a:gd name="T7" fmla="*/ 68045013 h 64"/>
              <a:gd name="T8" fmla="*/ 0 60000 65536"/>
              <a:gd name="T9" fmla="*/ 0 60000 65536"/>
              <a:gd name="T10" fmla="*/ 0 60000 65536"/>
              <a:gd name="T11" fmla="*/ 0 60000 65536"/>
              <a:gd name="T12" fmla="*/ 0 w 68"/>
              <a:gd name="T13" fmla="*/ 0 h 64"/>
              <a:gd name="T14" fmla="*/ 68 w 68"/>
              <a:gd name="T15" fmla="*/ 64 h 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" h="64">
                <a:moveTo>
                  <a:pt x="67" y="27"/>
                </a:moveTo>
                <a:lnTo>
                  <a:pt x="0" y="63"/>
                </a:lnTo>
                <a:lnTo>
                  <a:pt x="42" y="0"/>
                </a:lnTo>
                <a:lnTo>
                  <a:pt x="67" y="27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64" name="Freeform 40">
            <a:extLst>
              <a:ext uri="{FF2B5EF4-FFF2-40B4-BE49-F238E27FC236}">
                <a16:creationId xmlns:a16="http://schemas.microsoft.com/office/drawing/2014/main" id="{C2AAF7FD-9AF5-2D33-F464-7FD69EC5E9C1}"/>
              </a:ext>
            </a:extLst>
          </p:cNvPr>
          <p:cNvSpPr>
            <a:spLocks/>
          </p:cNvSpPr>
          <p:nvPr/>
        </p:nvSpPr>
        <p:spPr bwMode="auto">
          <a:xfrm>
            <a:off x="4421188" y="4395788"/>
            <a:ext cx="1587" cy="985837"/>
          </a:xfrm>
          <a:custGeom>
            <a:avLst/>
            <a:gdLst>
              <a:gd name="T0" fmla="*/ 0 w 1"/>
              <a:gd name="T1" fmla="*/ 0 h 621"/>
              <a:gd name="T2" fmla="*/ 0 w 1"/>
              <a:gd name="T3" fmla="*/ 1562496083 h 621"/>
              <a:gd name="T4" fmla="*/ 0 w 1"/>
              <a:gd name="T5" fmla="*/ 0 h 621"/>
              <a:gd name="T6" fmla="*/ 0 60000 65536"/>
              <a:gd name="T7" fmla="*/ 0 60000 65536"/>
              <a:gd name="T8" fmla="*/ 0 60000 65536"/>
              <a:gd name="T9" fmla="*/ 0 w 1"/>
              <a:gd name="T10" fmla="*/ 0 h 621"/>
              <a:gd name="T11" fmla="*/ 1 w 1"/>
              <a:gd name="T12" fmla="*/ 621 h 6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1">
                <a:moveTo>
                  <a:pt x="0" y="0"/>
                </a:moveTo>
                <a:lnTo>
                  <a:pt x="0" y="620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65" name="Freeform 41">
            <a:extLst>
              <a:ext uri="{FF2B5EF4-FFF2-40B4-BE49-F238E27FC236}">
                <a16:creationId xmlns:a16="http://schemas.microsoft.com/office/drawing/2014/main" id="{6A12AF9A-2DFF-2636-815F-F6D4B2BC897F}"/>
              </a:ext>
            </a:extLst>
          </p:cNvPr>
          <p:cNvSpPr>
            <a:spLocks/>
          </p:cNvSpPr>
          <p:nvPr/>
        </p:nvSpPr>
        <p:spPr bwMode="auto">
          <a:xfrm>
            <a:off x="4391025" y="5262563"/>
            <a:ext cx="60325" cy="119062"/>
          </a:xfrm>
          <a:custGeom>
            <a:avLst/>
            <a:gdLst>
              <a:gd name="T0" fmla="*/ 93246575 w 38"/>
              <a:gd name="T1" fmla="*/ 0 h 75"/>
              <a:gd name="T2" fmla="*/ 47883763 w 38"/>
              <a:gd name="T3" fmla="*/ 186490779 h 75"/>
              <a:gd name="T4" fmla="*/ 0 w 38"/>
              <a:gd name="T5" fmla="*/ 0 h 75"/>
              <a:gd name="T6" fmla="*/ 93246575 w 38"/>
              <a:gd name="T7" fmla="*/ 0 h 75"/>
              <a:gd name="T8" fmla="*/ 0 60000 65536"/>
              <a:gd name="T9" fmla="*/ 0 60000 65536"/>
              <a:gd name="T10" fmla="*/ 0 60000 65536"/>
              <a:gd name="T11" fmla="*/ 0 60000 65536"/>
              <a:gd name="T12" fmla="*/ 0 w 38"/>
              <a:gd name="T13" fmla="*/ 0 h 75"/>
              <a:gd name="T14" fmla="*/ 38 w 38"/>
              <a:gd name="T15" fmla="*/ 75 h 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" h="75">
                <a:moveTo>
                  <a:pt x="37" y="0"/>
                </a:moveTo>
                <a:lnTo>
                  <a:pt x="19" y="74"/>
                </a:lnTo>
                <a:lnTo>
                  <a:pt x="0" y="0"/>
                </a:lnTo>
                <a:lnTo>
                  <a:pt x="37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66" name="Freeform 42">
            <a:extLst>
              <a:ext uri="{FF2B5EF4-FFF2-40B4-BE49-F238E27FC236}">
                <a16:creationId xmlns:a16="http://schemas.microsoft.com/office/drawing/2014/main" id="{AB2CA3CE-DEBB-091C-30A2-118EE7A345BC}"/>
              </a:ext>
            </a:extLst>
          </p:cNvPr>
          <p:cNvSpPr>
            <a:spLocks/>
          </p:cNvSpPr>
          <p:nvPr/>
        </p:nvSpPr>
        <p:spPr bwMode="auto">
          <a:xfrm>
            <a:off x="4989513" y="4383088"/>
            <a:ext cx="1093787" cy="998537"/>
          </a:xfrm>
          <a:custGeom>
            <a:avLst/>
            <a:gdLst>
              <a:gd name="T0" fmla="*/ 0 w 689"/>
              <a:gd name="T1" fmla="*/ 0 h 629"/>
              <a:gd name="T2" fmla="*/ 1733866707 w 689"/>
              <a:gd name="T3" fmla="*/ 1582657333 h 629"/>
              <a:gd name="T4" fmla="*/ 0 w 689"/>
              <a:gd name="T5" fmla="*/ 0 h 629"/>
              <a:gd name="T6" fmla="*/ 0 60000 65536"/>
              <a:gd name="T7" fmla="*/ 0 60000 65536"/>
              <a:gd name="T8" fmla="*/ 0 60000 65536"/>
              <a:gd name="T9" fmla="*/ 0 w 689"/>
              <a:gd name="T10" fmla="*/ 0 h 629"/>
              <a:gd name="T11" fmla="*/ 689 w 689"/>
              <a:gd name="T12" fmla="*/ 629 h 6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9" h="629">
                <a:moveTo>
                  <a:pt x="0" y="0"/>
                </a:moveTo>
                <a:lnTo>
                  <a:pt x="688" y="62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67" name="Freeform 43">
            <a:extLst>
              <a:ext uri="{FF2B5EF4-FFF2-40B4-BE49-F238E27FC236}">
                <a16:creationId xmlns:a16="http://schemas.microsoft.com/office/drawing/2014/main" id="{418DB842-654A-1732-F26D-7042D0160925}"/>
              </a:ext>
            </a:extLst>
          </p:cNvPr>
          <p:cNvSpPr>
            <a:spLocks/>
          </p:cNvSpPr>
          <p:nvPr/>
        </p:nvSpPr>
        <p:spPr bwMode="auto">
          <a:xfrm>
            <a:off x="5976938" y="5280025"/>
            <a:ext cx="106362" cy="101600"/>
          </a:xfrm>
          <a:custGeom>
            <a:avLst/>
            <a:gdLst>
              <a:gd name="T0" fmla="*/ 63002816 w 67"/>
              <a:gd name="T1" fmla="*/ 0 h 64"/>
              <a:gd name="T2" fmla="*/ 166329531 w 67"/>
              <a:gd name="T3" fmla="*/ 158770638 h 64"/>
              <a:gd name="T4" fmla="*/ 0 w 67"/>
              <a:gd name="T5" fmla="*/ 68045013 h 64"/>
              <a:gd name="T6" fmla="*/ 63002816 w 67"/>
              <a:gd name="T7" fmla="*/ 0 h 64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64"/>
              <a:gd name="T14" fmla="*/ 67 w 67"/>
              <a:gd name="T15" fmla="*/ 64 h 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64">
                <a:moveTo>
                  <a:pt x="25" y="0"/>
                </a:moveTo>
                <a:lnTo>
                  <a:pt x="66" y="63"/>
                </a:lnTo>
                <a:lnTo>
                  <a:pt x="0" y="27"/>
                </a:lnTo>
                <a:lnTo>
                  <a:pt x="25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68" name="Freeform 44">
            <a:extLst>
              <a:ext uri="{FF2B5EF4-FFF2-40B4-BE49-F238E27FC236}">
                <a16:creationId xmlns:a16="http://schemas.microsoft.com/office/drawing/2014/main" id="{16AFAD58-B929-B224-9AA3-54C77EF164FC}"/>
              </a:ext>
            </a:extLst>
          </p:cNvPr>
          <p:cNvSpPr>
            <a:spLocks/>
          </p:cNvSpPr>
          <p:nvPr/>
        </p:nvSpPr>
        <p:spPr bwMode="auto">
          <a:xfrm>
            <a:off x="5548313" y="4370388"/>
            <a:ext cx="2219325" cy="1011237"/>
          </a:xfrm>
          <a:custGeom>
            <a:avLst/>
            <a:gdLst>
              <a:gd name="T0" fmla="*/ 0 w 1398"/>
              <a:gd name="T1" fmla="*/ 0 h 637"/>
              <a:gd name="T2" fmla="*/ 2147483646 w 1398"/>
              <a:gd name="T3" fmla="*/ 1602818582 h 637"/>
              <a:gd name="T4" fmla="*/ 0 w 1398"/>
              <a:gd name="T5" fmla="*/ 0 h 637"/>
              <a:gd name="T6" fmla="*/ 0 60000 65536"/>
              <a:gd name="T7" fmla="*/ 0 60000 65536"/>
              <a:gd name="T8" fmla="*/ 0 60000 65536"/>
              <a:gd name="T9" fmla="*/ 0 w 1398"/>
              <a:gd name="T10" fmla="*/ 0 h 637"/>
              <a:gd name="T11" fmla="*/ 1398 w 1398"/>
              <a:gd name="T12" fmla="*/ 637 h 6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98" h="637">
                <a:moveTo>
                  <a:pt x="0" y="0"/>
                </a:moveTo>
                <a:lnTo>
                  <a:pt x="1397" y="636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69" name="Freeform 45">
            <a:extLst>
              <a:ext uri="{FF2B5EF4-FFF2-40B4-BE49-F238E27FC236}">
                <a16:creationId xmlns:a16="http://schemas.microsoft.com/office/drawing/2014/main" id="{D0BF7885-C270-CE96-D1A3-9616BA0E1494}"/>
              </a:ext>
            </a:extLst>
          </p:cNvPr>
          <p:cNvSpPr>
            <a:spLocks/>
          </p:cNvSpPr>
          <p:nvPr/>
        </p:nvSpPr>
        <p:spPr bwMode="auto">
          <a:xfrm>
            <a:off x="7648575" y="5303838"/>
            <a:ext cx="119063" cy="77787"/>
          </a:xfrm>
          <a:custGeom>
            <a:avLst/>
            <a:gdLst>
              <a:gd name="T0" fmla="*/ 37803296 w 75"/>
              <a:gd name="T1" fmla="*/ 0 h 49"/>
              <a:gd name="T2" fmla="*/ 186492346 w 75"/>
              <a:gd name="T3" fmla="*/ 120966722 h 49"/>
              <a:gd name="T4" fmla="*/ 0 w 75"/>
              <a:gd name="T5" fmla="*/ 85684762 h 49"/>
              <a:gd name="T6" fmla="*/ 37803296 w 75"/>
              <a:gd name="T7" fmla="*/ 0 h 49"/>
              <a:gd name="T8" fmla="*/ 0 60000 65536"/>
              <a:gd name="T9" fmla="*/ 0 60000 65536"/>
              <a:gd name="T10" fmla="*/ 0 60000 65536"/>
              <a:gd name="T11" fmla="*/ 0 60000 65536"/>
              <a:gd name="T12" fmla="*/ 0 w 75"/>
              <a:gd name="T13" fmla="*/ 0 h 49"/>
              <a:gd name="T14" fmla="*/ 75 w 75"/>
              <a:gd name="T15" fmla="*/ 49 h 4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" h="49">
                <a:moveTo>
                  <a:pt x="15" y="0"/>
                </a:moveTo>
                <a:lnTo>
                  <a:pt x="74" y="48"/>
                </a:lnTo>
                <a:lnTo>
                  <a:pt x="0" y="34"/>
                </a:lnTo>
                <a:lnTo>
                  <a:pt x="15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70" name="Rectangle 46">
            <a:extLst>
              <a:ext uri="{FF2B5EF4-FFF2-40B4-BE49-F238E27FC236}">
                <a16:creationId xmlns:a16="http://schemas.microsoft.com/office/drawing/2014/main" id="{BA89F747-4FF5-5422-BE1B-2CDD3E957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3503613"/>
            <a:ext cx="5857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Root</a:t>
            </a:r>
          </a:p>
        </p:txBody>
      </p:sp>
      <p:sp>
        <p:nvSpPr>
          <p:cNvPr id="77871" name="Rectangle 47">
            <a:extLst>
              <a:ext uri="{FF2B5EF4-FFF2-40B4-BE49-F238E27FC236}">
                <a16:creationId xmlns:a16="http://schemas.microsoft.com/office/drawing/2014/main" id="{1D36D7E3-04B1-907E-F28F-9A05B19F3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4049713"/>
            <a:ext cx="3651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77872" name="Rectangle 48">
            <a:extLst>
              <a:ext uri="{FF2B5EF4-FFF2-40B4-BE49-F238E27FC236}">
                <a16:creationId xmlns:a16="http://schemas.microsoft.com/office/drawing/2014/main" id="{178ECAB1-C725-7DC0-FF93-1DAA69531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4049713"/>
            <a:ext cx="3651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77873" name="Rectangle 49">
            <a:extLst>
              <a:ext uri="{FF2B5EF4-FFF2-40B4-BE49-F238E27FC236}">
                <a16:creationId xmlns:a16="http://schemas.microsoft.com/office/drawing/2014/main" id="{6F8C1BB9-871F-732C-29B9-8C5465872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350" y="4038600"/>
            <a:ext cx="3651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77874" name="Rectangle 50">
            <a:extLst>
              <a:ext uri="{FF2B5EF4-FFF2-40B4-BE49-F238E27FC236}">
                <a16:creationId xmlns:a16="http://schemas.microsoft.com/office/drawing/2014/main" id="{E03C1F4D-E484-9387-FB20-C10ECE0AD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5427663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2*</a:t>
            </a:r>
          </a:p>
        </p:txBody>
      </p:sp>
      <p:sp>
        <p:nvSpPr>
          <p:cNvPr id="77875" name="Rectangle 51">
            <a:extLst>
              <a:ext uri="{FF2B5EF4-FFF2-40B4-BE49-F238E27FC236}">
                <a16:creationId xmlns:a16="http://schemas.microsoft.com/office/drawing/2014/main" id="{D2E0E86D-C03E-A57A-FE31-DB2EAB9B6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3" y="5416550"/>
            <a:ext cx="3365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3*</a:t>
            </a:r>
          </a:p>
        </p:txBody>
      </p:sp>
      <p:sp>
        <p:nvSpPr>
          <p:cNvPr id="77876" name="Rectangle 52">
            <a:extLst>
              <a:ext uri="{FF2B5EF4-FFF2-40B4-BE49-F238E27FC236}">
                <a16:creationId xmlns:a16="http://schemas.microsoft.com/office/drawing/2014/main" id="{44E707C8-29F2-C513-CACE-D006169E9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" y="5416550"/>
            <a:ext cx="3365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5*</a:t>
            </a:r>
          </a:p>
        </p:txBody>
      </p:sp>
      <p:sp>
        <p:nvSpPr>
          <p:cNvPr id="77877" name="Rectangle 53">
            <a:extLst>
              <a:ext uri="{FF2B5EF4-FFF2-40B4-BE49-F238E27FC236}">
                <a16:creationId xmlns:a16="http://schemas.microsoft.com/office/drawing/2014/main" id="{9A58F082-F17C-3DDF-FAB4-16B4C11E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3200" y="5427663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7*</a:t>
            </a:r>
          </a:p>
        </p:txBody>
      </p:sp>
      <p:sp>
        <p:nvSpPr>
          <p:cNvPr id="77878" name="Rectangle 54">
            <a:extLst>
              <a:ext uri="{FF2B5EF4-FFF2-40B4-BE49-F238E27FC236}">
                <a16:creationId xmlns:a16="http://schemas.microsoft.com/office/drawing/2014/main" id="{F9DA3B20-DF68-6B0E-0203-074BC3D58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8188" y="5427663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14*</a:t>
            </a:r>
          </a:p>
        </p:txBody>
      </p:sp>
      <p:sp>
        <p:nvSpPr>
          <p:cNvPr id="77879" name="Rectangle 55">
            <a:extLst>
              <a:ext uri="{FF2B5EF4-FFF2-40B4-BE49-F238E27FC236}">
                <a16:creationId xmlns:a16="http://schemas.microsoft.com/office/drawing/2014/main" id="{CBA30397-28D0-1B41-33C6-0D33CF760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8550" y="5427663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16*</a:t>
            </a:r>
          </a:p>
        </p:txBody>
      </p:sp>
      <p:sp>
        <p:nvSpPr>
          <p:cNvPr id="77880" name="Rectangle 56">
            <a:extLst>
              <a:ext uri="{FF2B5EF4-FFF2-40B4-BE49-F238E27FC236}">
                <a16:creationId xmlns:a16="http://schemas.microsoft.com/office/drawing/2014/main" id="{EF0FC850-6B95-C692-141D-E6AA5B5C3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541655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19*</a:t>
            </a:r>
          </a:p>
        </p:txBody>
      </p:sp>
      <p:sp>
        <p:nvSpPr>
          <p:cNvPr id="77881" name="Rectangle 57">
            <a:extLst>
              <a:ext uri="{FF2B5EF4-FFF2-40B4-BE49-F238E27FC236}">
                <a16:creationId xmlns:a16="http://schemas.microsoft.com/office/drawing/2014/main" id="{7817F106-147F-9F13-DE56-35070BC99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300" y="541655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20*</a:t>
            </a:r>
          </a:p>
        </p:txBody>
      </p:sp>
      <p:sp>
        <p:nvSpPr>
          <p:cNvPr id="77882" name="Rectangle 58">
            <a:extLst>
              <a:ext uri="{FF2B5EF4-FFF2-40B4-BE49-F238E27FC236}">
                <a16:creationId xmlns:a16="http://schemas.microsoft.com/office/drawing/2014/main" id="{C8B9FAB5-9FAB-04C3-0172-BFBBAFB58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0" y="541655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22*</a:t>
            </a:r>
          </a:p>
        </p:txBody>
      </p:sp>
      <p:sp>
        <p:nvSpPr>
          <p:cNvPr id="77883" name="Rectangle 59">
            <a:extLst>
              <a:ext uri="{FF2B5EF4-FFF2-40B4-BE49-F238E27FC236}">
                <a16:creationId xmlns:a16="http://schemas.microsoft.com/office/drawing/2014/main" id="{511144B7-CD38-71D9-4ABA-6C38B4329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541655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24*</a:t>
            </a:r>
          </a:p>
        </p:txBody>
      </p:sp>
      <p:sp>
        <p:nvSpPr>
          <p:cNvPr id="77884" name="Rectangle 60">
            <a:extLst>
              <a:ext uri="{FF2B5EF4-FFF2-40B4-BE49-F238E27FC236}">
                <a16:creationId xmlns:a16="http://schemas.microsoft.com/office/drawing/2014/main" id="{5B7184FF-3FFD-91A6-FA7D-33B38DF64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541655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27*</a:t>
            </a:r>
          </a:p>
        </p:txBody>
      </p:sp>
      <p:sp>
        <p:nvSpPr>
          <p:cNvPr id="77885" name="Rectangle 61">
            <a:extLst>
              <a:ext uri="{FF2B5EF4-FFF2-40B4-BE49-F238E27FC236}">
                <a16:creationId xmlns:a16="http://schemas.microsoft.com/office/drawing/2014/main" id="{DD85AD3E-4465-D2DE-EEB6-6D434D81C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5427663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29*</a:t>
            </a:r>
          </a:p>
        </p:txBody>
      </p:sp>
      <p:sp>
        <p:nvSpPr>
          <p:cNvPr id="77886" name="Rectangle 62">
            <a:extLst>
              <a:ext uri="{FF2B5EF4-FFF2-40B4-BE49-F238E27FC236}">
                <a16:creationId xmlns:a16="http://schemas.microsoft.com/office/drawing/2014/main" id="{140205F1-D516-C628-1BF6-9FF7EC6DE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575" y="5427663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33*</a:t>
            </a:r>
          </a:p>
        </p:txBody>
      </p:sp>
      <p:sp>
        <p:nvSpPr>
          <p:cNvPr id="77887" name="Rectangle 63">
            <a:extLst>
              <a:ext uri="{FF2B5EF4-FFF2-40B4-BE49-F238E27FC236}">
                <a16:creationId xmlns:a16="http://schemas.microsoft.com/office/drawing/2014/main" id="{80F28ED4-8801-1D6F-C2A6-BC50EBA03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6638" y="5427663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34*</a:t>
            </a:r>
          </a:p>
        </p:txBody>
      </p:sp>
      <p:sp>
        <p:nvSpPr>
          <p:cNvPr id="77888" name="Rectangle 64">
            <a:extLst>
              <a:ext uri="{FF2B5EF4-FFF2-40B4-BE49-F238E27FC236}">
                <a16:creationId xmlns:a16="http://schemas.microsoft.com/office/drawing/2014/main" id="{3D14B393-E85A-529E-DA93-97FE02BE0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5413" y="541655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38*</a:t>
            </a:r>
          </a:p>
        </p:txBody>
      </p:sp>
      <p:sp>
        <p:nvSpPr>
          <p:cNvPr id="77889" name="Rectangle 65">
            <a:extLst>
              <a:ext uri="{FF2B5EF4-FFF2-40B4-BE49-F238E27FC236}">
                <a16:creationId xmlns:a16="http://schemas.microsoft.com/office/drawing/2014/main" id="{71C7FEA1-3B2C-2B6E-5847-F741AD5AF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6888" y="540543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39*</a:t>
            </a:r>
          </a:p>
        </p:txBody>
      </p:sp>
      <p:sp>
        <p:nvSpPr>
          <p:cNvPr id="77890" name="Rectangle 66">
            <a:extLst>
              <a:ext uri="{FF2B5EF4-FFF2-40B4-BE49-F238E27FC236}">
                <a16:creationId xmlns:a16="http://schemas.microsoft.com/office/drawing/2014/main" id="{D96517C2-1F1F-355F-6E3F-5D42B1C7B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825" y="4049713"/>
            <a:ext cx="3651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77891" name="Line 67">
            <a:extLst>
              <a:ext uri="{FF2B5EF4-FFF2-40B4-BE49-F238E27FC236}">
                <a16:creationId xmlns:a16="http://schemas.microsoft.com/office/drawing/2014/main" id="{0315B116-AA03-52F1-1DD6-A226E6F4CC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505200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92" name="Arc 68">
            <a:extLst>
              <a:ext uri="{FF2B5EF4-FFF2-40B4-BE49-F238E27FC236}">
                <a16:creationId xmlns:a16="http://schemas.microsoft.com/office/drawing/2014/main" id="{0772A213-3DE1-91B5-CFCD-1A97E120A498}"/>
              </a:ext>
            </a:extLst>
          </p:cNvPr>
          <p:cNvSpPr>
            <a:spLocks/>
          </p:cNvSpPr>
          <p:nvPr/>
        </p:nvSpPr>
        <p:spPr bwMode="auto">
          <a:xfrm rot="-2580000">
            <a:off x="3429000" y="5189538"/>
            <a:ext cx="381000" cy="381000"/>
          </a:xfrm>
          <a:custGeom>
            <a:avLst/>
            <a:gdLst>
              <a:gd name="T0" fmla="*/ 0 w 21600"/>
              <a:gd name="T1" fmla="*/ 0 h 21600"/>
              <a:gd name="T2" fmla="*/ 118540689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93" name="Arc 69">
            <a:extLst>
              <a:ext uri="{FF2B5EF4-FFF2-40B4-BE49-F238E27FC236}">
                <a16:creationId xmlns:a16="http://schemas.microsoft.com/office/drawing/2014/main" id="{658A3096-01C9-AD5F-80C9-7BEB1C8777D0}"/>
              </a:ext>
            </a:extLst>
          </p:cNvPr>
          <p:cNvSpPr>
            <a:spLocks/>
          </p:cNvSpPr>
          <p:nvPr/>
        </p:nvSpPr>
        <p:spPr bwMode="auto">
          <a:xfrm rot="-2580000">
            <a:off x="1676400" y="5189538"/>
            <a:ext cx="381000" cy="381000"/>
          </a:xfrm>
          <a:custGeom>
            <a:avLst/>
            <a:gdLst>
              <a:gd name="T0" fmla="*/ 0 w 21600"/>
              <a:gd name="T1" fmla="*/ 0 h 21600"/>
              <a:gd name="T2" fmla="*/ 118540689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94" name="Arc 70">
            <a:extLst>
              <a:ext uri="{FF2B5EF4-FFF2-40B4-BE49-F238E27FC236}">
                <a16:creationId xmlns:a16="http://schemas.microsoft.com/office/drawing/2014/main" id="{89B05859-CEBF-38A1-08AC-A9D749098E2A}"/>
              </a:ext>
            </a:extLst>
          </p:cNvPr>
          <p:cNvSpPr>
            <a:spLocks/>
          </p:cNvSpPr>
          <p:nvPr/>
        </p:nvSpPr>
        <p:spPr bwMode="auto">
          <a:xfrm rot="-2580000">
            <a:off x="5029200" y="5189538"/>
            <a:ext cx="381000" cy="381000"/>
          </a:xfrm>
          <a:custGeom>
            <a:avLst/>
            <a:gdLst>
              <a:gd name="T0" fmla="*/ 0 w 21600"/>
              <a:gd name="T1" fmla="*/ 0 h 21600"/>
              <a:gd name="T2" fmla="*/ 118540689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95" name="Arc 71">
            <a:extLst>
              <a:ext uri="{FF2B5EF4-FFF2-40B4-BE49-F238E27FC236}">
                <a16:creationId xmlns:a16="http://schemas.microsoft.com/office/drawing/2014/main" id="{97AFF1FC-2350-6D3B-4D90-126B3919844E}"/>
              </a:ext>
            </a:extLst>
          </p:cNvPr>
          <p:cNvSpPr>
            <a:spLocks/>
          </p:cNvSpPr>
          <p:nvPr/>
        </p:nvSpPr>
        <p:spPr bwMode="auto">
          <a:xfrm rot="-2580000">
            <a:off x="6705600" y="5189538"/>
            <a:ext cx="381000" cy="381000"/>
          </a:xfrm>
          <a:custGeom>
            <a:avLst/>
            <a:gdLst>
              <a:gd name="T0" fmla="*/ 0 w 21600"/>
              <a:gd name="T1" fmla="*/ 0 h 21600"/>
              <a:gd name="T2" fmla="*/ 118540689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4">
            <a:extLst>
              <a:ext uri="{FF2B5EF4-FFF2-40B4-BE49-F238E27FC236}">
                <a16:creationId xmlns:a16="http://schemas.microsoft.com/office/drawing/2014/main" id="{93EC8D5F-28B7-E732-5462-3BE41B6F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Verdana" panose="020B060403050404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24A65EA8-8857-DE33-8859-00F3ECCC2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E0607998-9827-05DE-A3A9-C5B694F53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91140" name="Rectangle 4">
            <a:extLst>
              <a:ext uri="{FF2B5EF4-FFF2-40B4-BE49-F238E27FC236}">
                <a16:creationId xmlns:a16="http://schemas.microsoft.com/office/drawing/2014/main" id="{A0349B92-EE3D-6FE3-9460-2D352A0F7A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B+ Trees in Practice</a:t>
            </a:r>
          </a:p>
        </p:txBody>
      </p:sp>
      <p:sp>
        <p:nvSpPr>
          <p:cNvPr id="79878" name="Rectangle 5">
            <a:extLst>
              <a:ext uri="{FF2B5EF4-FFF2-40B4-BE49-F238E27FC236}">
                <a16:creationId xmlns:a16="http://schemas.microsoft.com/office/drawing/2014/main" id="{7CD4663C-1AAE-74D4-97CB-EC209261B0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Typical order: 100.  Typical fill-factor: 67%.</a:t>
            </a:r>
          </a:p>
          <a:p>
            <a:pPr lvl="1" eaLnBrk="1" hangingPunct="1">
              <a:buSzPct val="75000"/>
            </a:pPr>
            <a:r>
              <a:rPr lang="en-US" altLang="en-US"/>
              <a:t>average fanout = 133</a:t>
            </a:r>
          </a:p>
          <a:p>
            <a:pPr eaLnBrk="1" hangingPunct="1"/>
            <a:r>
              <a:rPr lang="en-US" altLang="en-US"/>
              <a:t>Typical capacities:</a:t>
            </a:r>
          </a:p>
          <a:p>
            <a:pPr lvl="1" eaLnBrk="1" hangingPunct="1">
              <a:buSzPct val="75000"/>
            </a:pPr>
            <a:r>
              <a:rPr lang="en-US" altLang="en-US"/>
              <a:t>Height 4: 133</a:t>
            </a:r>
            <a:r>
              <a:rPr lang="en-US" altLang="en-US" baseline="30000"/>
              <a:t>4</a:t>
            </a:r>
            <a:r>
              <a:rPr lang="en-US" altLang="en-US"/>
              <a:t> = 312,900,700 records</a:t>
            </a:r>
          </a:p>
          <a:p>
            <a:pPr lvl="1" eaLnBrk="1" hangingPunct="1">
              <a:buSzPct val="75000"/>
            </a:pPr>
            <a:r>
              <a:rPr lang="en-US" altLang="en-US"/>
              <a:t>Height 3: 133</a:t>
            </a:r>
            <a:r>
              <a:rPr lang="en-US" altLang="en-US" baseline="30000"/>
              <a:t>3</a:t>
            </a:r>
            <a:r>
              <a:rPr lang="en-US" altLang="en-US"/>
              <a:t> =     2,352,637 records</a:t>
            </a:r>
          </a:p>
          <a:p>
            <a:pPr eaLnBrk="1" hangingPunct="1"/>
            <a:r>
              <a:rPr lang="en-US" altLang="en-US"/>
              <a:t>Can often hold top levels in buffer pool:</a:t>
            </a:r>
          </a:p>
          <a:p>
            <a:pPr lvl="1" eaLnBrk="1" hangingPunct="1">
              <a:buSzPct val="75000"/>
            </a:pPr>
            <a:r>
              <a:rPr lang="en-US" altLang="en-US"/>
              <a:t>Level 1 =           1 page  =     8 Kbytes</a:t>
            </a:r>
          </a:p>
          <a:p>
            <a:pPr lvl="1" eaLnBrk="1" hangingPunct="1">
              <a:buSzPct val="75000"/>
            </a:pPr>
            <a:r>
              <a:rPr lang="en-US" altLang="en-US"/>
              <a:t>Level 2 =      133 pages =     1 Mbyte</a:t>
            </a:r>
          </a:p>
          <a:p>
            <a:pPr lvl="1" eaLnBrk="1" hangingPunct="1">
              <a:buSzPct val="75000"/>
            </a:pPr>
            <a:r>
              <a:rPr lang="en-US" altLang="en-US"/>
              <a:t>Level 3 = 17,689 pages = 133 MBytes       </a:t>
            </a:r>
          </a:p>
        </p:txBody>
      </p:sp>
    </p:spTree>
  </p:cSld>
  <p:clrMapOvr>
    <a:masterClrMapping/>
  </p:clrMapOvr>
  <p:transition spd="slow"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4">
            <a:extLst>
              <a:ext uri="{FF2B5EF4-FFF2-40B4-BE49-F238E27FC236}">
                <a16:creationId xmlns:a16="http://schemas.microsoft.com/office/drawing/2014/main" id="{13E4B746-4DB9-4AB9-8A19-C9DAA0F3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Verdana" panose="020B060403050404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6C05FF42-705C-B219-00ED-3CBC254F6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0D47D93-CACC-04C9-2540-6C450033A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93188" name="Rectangle 4">
            <a:extLst>
              <a:ext uri="{FF2B5EF4-FFF2-40B4-BE49-F238E27FC236}">
                <a16:creationId xmlns:a16="http://schemas.microsoft.com/office/drawing/2014/main" id="{0577058C-F504-6206-E141-C27A6DC604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077200" cy="647700"/>
          </a:xfrm>
        </p:spPr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Inserting a Data Entry into a B+ Tree</a:t>
            </a:r>
          </a:p>
        </p:txBody>
      </p:sp>
      <p:sp>
        <p:nvSpPr>
          <p:cNvPr id="81926" name="Rectangle 5">
            <a:extLst>
              <a:ext uri="{FF2B5EF4-FFF2-40B4-BE49-F238E27FC236}">
                <a16:creationId xmlns:a16="http://schemas.microsoft.com/office/drawing/2014/main" id="{BBA9FF72-966F-40C7-2C2C-B238FA4D1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609600"/>
            <a:ext cx="8229600" cy="4953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2300"/>
              <a:t>Find correct leaf </a:t>
            </a:r>
            <a:r>
              <a:rPr lang="en-US" altLang="en-US" sz="2300" i="1"/>
              <a:t>L.</a:t>
            </a:r>
            <a:r>
              <a:rPr lang="en-US" altLang="en-US" sz="2300"/>
              <a:t> </a:t>
            </a:r>
          </a:p>
          <a:p>
            <a:pPr eaLnBrk="1" hangingPunct="1"/>
            <a:r>
              <a:rPr lang="en-US" altLang="en-US" sz="2300"/>
              <a:t>Put data entry onto </a:t>
            </a:r>
            <a:r>
              <a:rPr lang="en-US" altLang="en-US" sz="2300" i="1"/>
              <a:t>L</a:t>
            </a:r>
            <a:r>
              <a:rPr lang="en-US" altLang="en-US" sz="2300"/>
              <a:t>.</a:t>
            </a:r>
          </a:p>
          <a:p>
            <a:pPr lvl="1" eaLnBrk="1" hangingPunct="1">
              <a:buSzPct val="75000"/>
            </a:pPr>
            <a:r>
              <a:rPr lang="en-US" altLang="en-US" sz="2300"/>
              <a:t>If </a:t>
            </a:r>
            <a:r>
              <a:rPr lang="en-US" altLang="en-US" sz="2300" i="1"/>
              <a:t>L </a:t>
            </a:r>
            <a:r>
              <a:rPr lang="en-US" altLang="en-US" sz="2300"/>
              <a:t>has enough space, </a:t>
            </a:r>
            <a:r>
              <a:rPr lang="en-US" altLang="en-US" sz="2300" i="1"/>
              <a:t>done</a:t>
            </a:r>
            <a:r>
              <a:rPr lang="en-US" altLang="en-US" sz="2300"/>
              <a:t>!</a:t>
            </a:r>
          </a:p>
          <a:p>
            <a:pPr lvl="1" eaLnBrk="1" hangingPunct="1">
              <a:buSzPct val="75000"/>
            </a:pPr>
            <a:r>
              <a:rPr lang="en-US" altLang="en-US" sz="2300"/>
              <a:t>Else, must </a:t>
            </a:r>
            <a:r>
              <a:rPr lang="en-US" altLang="en-US" sz="2300" i="1" u="sng">
                <a:solidFill>
                  <a:srgbClr val="FF3300"/>
                </a:solidFill>
              </a:rPr>
              <a:t>split</a:t>
            </a:r>
            <a:r>
              <a:rPr lang="en-US" altLang="en-US" sz="2300">
                <a:solidFill>
                  <a:srgbClr val="FF3300"/>
                </a:solidFill>
              </a:rPr>
              <a:t> </a:t>
            </a:r>
            <a:r>
              <a:rPr lang="en-US" altLang="en-US" sz="2300">
                <a:solidFill>
                  <a:schemeClr val="accent2"/>
                </a:solidFill>
              </a:rPr>
              <a:t> </a:t>
            </a:r>
            <a:r>
              <a:rPr lang="en-US" altLang="en-US" sz="2300" i="1"/>
              <a:t>L (into L and a new node L2)</a:t>
            </a:r>
            <a:endParaRPr lang="en-US" altLang="en-US" sz="2300"/>
          </a:p>
          <a:p>
            <a:pPr lvl="2" eaLnBrk="1" hangingPunct="1"/>
            <a:r>
              <a:rPr lang="en-US" altLang="en-US" sz="2300"/>
              <a:t>Redistribute entries evenly, </a:t>
            </a:r>
            <a:r>
              <a:rPr lang="en-US" altLang="en-US" sz="2300" b="1" u="sng">
                <a:solidFill>
                  <a:srgbClr val="FF3300"/>
                </a:solidFill>
              </a:rPr>
              <a:t>copy up</a:t>
            </a:r>
            <a:r>
              <a:rPr lang="en-US" altLang="en-US" sz="2300" b="1">
                <a:solidFill>
                  <a:schemeClr val="accent2"/>
                </a:solidFill>
              </a:rPr>
              <a:t> </a:t>
            </a:r>
            <a:r>
              <a:rPr lang="en-US" altLang="en-US" sz="2300"/>
              <a:t>middle key.</a:t>
            </a:r>
          </a:p>
          <a:p>
            <a:pPr lvl="2" eaLnBrk="1" hangingPunct="1"/>
            <a:r>
              <a:rPr lang="en-US" altLang="en-US" sz="2300"/>
              <a:t>Insert index entry pointing to </a:t>
            </a:r>
            <a:r>
              <a:rPr lang="en-US" altLang="en-US" sz="2300" i="1"/>
              <a:t>L2 </a:t>
            </a:r>
            <a:r>
              <a:rPr lang="en-US" altLang="en-US" sz="2300"/>
              <a:t>into parent of </a:t>
            </a:r>
            <a:r>
              <a:rPr lang="en-US" altLang="en-US" sz="2300" i="1"/>
              <a:t>L</a:t>
            </a:r>
            <a:r>
              <a:rPr lang="en-US" altLang="en-US" sz="2300"/>
              <a:t>.</a:t>
            </a:r>
          </a:p>
          <a:p>
            <a:pPr eaLnBrk="1" hangingPunct="1"/>
            <a:r>
              <a:rPr lang="en-US" altLang="en-US" sz="2300"/>
              <a:t>This can happen recursively</a:t>
            </a:r>
          </a:p>
          <a:p>
            <a:pPr lvl="1" eaLnBrk="1" hangingPunct="1">
              <a:buSzPct val="75000"/>
            </a:pPr>
            <a:r>
              <a:rPr lang="en-US" altLang="en-US" sz="2300">
                <a:solidFill>
                  <a:srgbClr val="FF3300"/>
                </a:solidFill>
              </a:rPr>
              <a:t>To split index node</a:t>
            </a:r>
            <a:r>
              <a:rPr lang="en-US" altLang="en-US" sz="2300"/>
              <a:t>, redistribute entries evenly, but </a:t>
            </a:r>
            <a:r>
              <a:rPr lang="en-US" altLang="en-US" sz="2300" b="1" u="sng">
                <a:solidFill>
                  <a:srgbClr val="FF3300"/>
                </a:solidFill>
              </a:rPr>
              <a:t>push up</a:t>
            </a:r>
            <a:r>
              <a:rPr lang="en-US" altLang="en-US" sz="2300" b="1">
                <a:solidFill>
                  <a:schemeClr val="accent2"/>
                </a:solidFill>
              </a:rPr>
              <a:t> </a:t>
            </a:r>
            <a:r>
              <a:rPr lang="en-US" altLang="en-US" sz="2300"/>
              <a:t>middle key.  (Contrast with leaf splits.)</a:t>
            </a:r>
          </a:p>
          <a:p>
            <a:pPr eaLnBrk="1" hangingPunct="1"/>
            <a:r>
              <a:rPr lang="en-US" altLang="en-US" sz="2300"/>
              <a:t>Splits “grow” tree; root split increases height.  </a:t>
            </a:r>
          </a:p>
          <a:p>
            <a:pPr lvl="1" eaLnBrk="1" hangingPunct="1">
              <a:buSzPct val="75000"/>
            </a:pPr>
            <a:r>
              <a:rPr lang="en-US" altLang="en-US" sz="2300"/>
              <a:t>Tree growth: gets </a:t>
            </a:r>
            <a:r>
              <a:rPr lang="en-US" altLang="en-US" sz="2300" i="1" u="sng">
                <a:solidFill>
                  <a:srgbClr val="FF3300"/>
                </a:solidFill>
              </a:rPr>
              <a:t>wider</a:t>
            </a:r>
            <a:r>
              <a:rPr lang="en-US" altLang="en-US" sz="2300">
                <a:solidFill>
                  <a:srgbClr val="FF3300"/>
                </a:solidFill>
              </a:rPr>
              <a:t> </a:t>
            </a:r>
            <a:r>
              <a:rPr lang="en-US" altLang="en-US" sz="2300"/>
              <a:t>or </a:t>
            </a:r>
            <a:r>
              <a:rPr lang="en-US" altLang="en-US" sz="2300" i="1" u="sng">
                <a:solidFill>
                  <a:srgbClr val="FF3300"/>
                </a:solidFill>
              </a:rPr>
              <a:t>one level taller at top.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5">
            <a:extLst>
              <a:ext uri="{FF2B5EF4-FFF2-40B4-BE49-F238E27FC236}">
                <a16:creationId xmlns:a16="http://schemas.microsoft.com/office/drawing/2014/main" id="{D1EFF495-F6C2-5EBB-A64C-1108F4E7A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Verdana" panose="020B0604030504040204" pitchFamily="34" charset="0"/>
              </a:rPr>
              <a:t>Slide No:L8-5</a:t>
            </a: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86D6B428-2B6C-BF35-4DE7-0D38324DB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56C3268A-5C57-46EE-9DE0-3F547E574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95236" name="Rectangle 4">
            <a:extLst>
              <a:ext uri="{FF2B5EF4-FFF2-40B4-BE49-F238E27FC236}">
                <a16:creationId xmlns:a16="http://schemas.microsoft.com/office/drawing/2014/main" id="{64837EDA-890B-C310-C527-EA6322D92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Inserting 8* into Example B+ Tree</a:t>
            </a:r>
          </a:p>
        </p:txBody>
      </p:sp>
      <p:sp>
        <p:nvSpPr>
          <p:cNvPr id="83974" name="Rectangle 5">
            <a:extLst>
              <a:ext uri="{FF2B5EF4-FFF2-40B4-BE49-F238E27FC236}">
                <a16:creationId xmlns:a16="http://schemas.microsoft.com/office/drawing/2014/main" id="{861B950C-ED12-3C3F-ACCB-15E6F7AA846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828800"/>
            <a:ext cx="2667000" cy="40767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/>
              <a:t>Observe how minimum occupancy is guaranteed in both leaf and index pg splits.</a:t>
            </a:r>
          </a:p>
          <a:p>
            <a:pPr eaLnBrk="1" hangingPunct="1"/>
            <a:r>
              <a:rPr lang="en-US" altLang="en-US" sz="2400"/>
              <a:t>Note difference between </a:t>
            </a:r>
            <a:r>
              <a:rPr lang="en-US" altLang="en-US" sz="2400" i="1">
                <a:solidFill>
                  <a:schemeClr val="accent2"/>
                </a:solidFill>
              </a:rPr>
              <a:t>copy-up</a:t>
            </a:r>
            <a:r>
              <a:rPr lang="en-US" altLang="en-US" sz="2400">
                <a:solidFill>
                  <a:schemeClr val="accent2"/>
                </a:solidFill>
              </a:rPr>
              <a:t> </a:t>
            </a:r>
            <a:r>
              <a:rPr lang="en-US" altLang="en-US" sz="2400"/>
              <a:t>and </a:t>
            </a:r>
            <a:r>
              <a:rPr lang="en-US" altLang="en-US" sz="2400" i="1">
                <a:solidFill>
                  <a:schemeClr val="accent2"/>
                </a:solidFill>
              </a:rPr>
              <a:t>push-up</a:t>
            </a:r>
            <a:r>
              <a:rPr lang="en-US" altLang="en-US" sz="2400">
                <a:solidFill>
                  <a:schemeClr val="accent2"/>
                </a:solidFill>
              </a:rPr>
              <a:t>; </a:t>
            </a:r>
            <a:r>
              <a:rPr lang="en-US" altLang="en-US" sz="2400"/>
              <a:t>be sure you understand the reasons for this.</a:t>
            </a:r>
          </a:p>
        </p:txBody>
      </p:sp>
      <p:sp>
        <p:nvSpPr>
          <p:cNvPr id="83975" name="Freeform 6">
            <a:extLst>
              <a:ext uri="{FF2B5EF4-FFF2-40B4-BE49-F238E27FC236}">
                <a16:creationId xmlns:a16="http://schemas.microsoft.com/office/drawing/2014/main" id="{8F2D3E7A-ACEE-4B95-234B-47F07D673448}"/>
              </a:ext>
            </a:extLst>
          </p:cNvPr>
          <p:cNvSpPr>
            <a:spLocks/>
          </p:cNvSpPr>
          <p:nvPr/>
        </p:nvSpPr>
        <p:spPr bwMode="auto">
          <a:xfrm>
            <a:off x="3152775" y="2894013"/>
            <a:ext cx="360363" cy="360362"/>
          </a:xfrm>
          <a:custGeom>
            <a:avLst/>
            <a:gdLst>
              <a:gd name="T0" fmla="*/ 0 w 227"/>
              <a:gd name="T1" fmla="*/ 569554522 h 227"/>
              <a:gd name="T2" fmla="*/ 0 w 227"/>
              <a:gd name="T3" fmla="*/ 0 h 227"/>
              <a:gd name="T4" fmla="*/ 569556103 w 227"/>
              <a:gd name="T5" fmla="*/ 0 h 227"/>
              <a:gd name="T6" fmla="*/ 569556103 w 227"/>
              <a:gd name="T7" fmla="*/ 569554522 h 227"/>
              <a:gd name="T8" fmla="*/ 0 w 227"/>
              <a:gd name="T9" fmla="*/ 569554522 h 2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7"/>
              <a:gd name="T16" fmla="*/ 0 h 227"/>
              <a:gd name="T17" fmla="*/ 227 w 227"/>
              <a:gd name="T18" fmla="*/ 227 h 2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76" name="Freeform 7">
            <a:extLst>
              <a:ext uri="{FF2B5EF4-FFF2-40B4-BE49-F238E27FC236}">
                <a16:creationId xmlns:a16="http://schemas.microsoft.com/office/drawing/2014/main" id="{8889D447-1B18-753B-9C42-C8D307CBC36E}"/>
              </a:ext>
            </a:extLst>
          </p:cNvPr>
          <p:cNvSpPr>
            <a:spLocks/>
          </p:cNvSpPr>
          <p:nvPr/>
        </p:nvSpPr>
        <p:spPr bwMode="auto">
          <a:xfrm>
            <a:off x="3511550" y="2894013"/>
            <a:ext cx="361950" cy="360362"/>
          </a:xfrm>
          <a:custGeom>
            <a:avLst/>
            <a:gdLst>
              <a:gd name="T0" fmla="*/ 0 w 228"/>
              <a:gd name="T1" fmla="*/ 569554522 h 227"/>
              <a:gd name="T2" fmla="*/ 0 w 228"/>
              <a:gd name="T3" fmla="*/ 0 h 227"/>
              <a:gd name="T4" fmla="*/ 572076263 w 228"/>
              <a:gd name="T5" fmla="*/ 0 h 227"/>
              <a:gd name="T6" fmla="*/ 572076263 w 228"/>
              <a:gd name="T7" fmla="*/ 569554522 h 227"/>
              <a:gd name="T8" fmla="*/ 0 w 228"/>
              <a:gd name="T9" fmla="*/ 569554522 h 2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8"/>
              <a:gd name="T16" fmla="*/ 0 h 227"/>
              <a:gd name="T17" fmla="*/ 228 w 228"/>
              <a:gd name="T18" fmla="*/ 227 h 2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8" h="227">
                <a:moveTo>
                  <a:pt x="0" y="226"/>
                </a:moveTo>
                <a:lnTo>
                  <a:pt x="0" y="0"/>
                </a:lnTo>
                <a:lnTo>
                  <a:pt x="227" y="0"/>
                </a:lnTo>
                <a:lnTo>
                  <a:pt x="227" y="226"/>
                </a:lnTo>
                <a:lnTo>
                  <a:pt x="0" y="22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77" name="Freeform 8">
            <a:extLst>
              <a:ext uri="{FF2B5EF4-FFF2-40B4-BE49-F238E27FC236}">
                <a16:creationId xmlns:a16="http://schemas.microsoft.com/office/drawing/2014/main" id="{26F16064-EB66-33B5-F91C-48F02D39F253}"/>
              </a:ext>
            </a:extLst>
          </p:cNvPr>
          <p:cNvSpPr>
            <a:spLocks/>
          </p:cNvSpPr>
          <p:nvPr/>
        </p:nvSpPr>
        <p:spPr bwMode="auto">
          <a:xfrm>
            <a:off x="3871913" y="2894013"/>
            <a:ext cx="360362" cy="360362"/>
          </a:xfrm>
          <a:custGeom>
            <a:avLst/>
            <a:gdLst>
              <a:gd name="T0" fmla="*/ 0 w 227"/>
              <a:gd name="T1" fmla="*/ 569554522 h 227"/>
              <a:gd name="T2" fmla="*/ 0 w 227"/>
              <a:gd name="T3" fmla="*/ 0 h 227"/>
              <a:gd name="T4" fmla="*/ 569554522 w 227"/>
              <a:gd name="T5" fmla="*/ 0 h 227"/>
              <a:gd name="T6" fmla="*/ 569554522 w 227"/>
              <a:gd name="T7" fmla="*/ 569554522 h 227"/>
              <a:gd name="T8" fmla="*/ 0 w 227"/>
              <a:gd name="T9" fmla="*/ 569554522 h 2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7"/>
              <a:gd name="T16" fmla="*/ 0 h 227"/>
              <a:gd name="T17" fmla="*/ 227 w 227"/>
              <a:gd name="T18" fmla="*/ 227 h 2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78" name="Freeform 9">
            <a:extLst>
              <a:ext uri="{FF2B5EF4-FFF2-40B4-BE49-F238E27FC236}">
                <a16:creationId xmlns:a16="http://schemas.microsoft.com/office/drawing/2014/main" id="{B94F2867-A3F7-53D1-5309-32E292FC769C}"/>
              </a:ext>
            </a:extLst>
          </p:cNvPr>
          <p:cNvSpPr>
            <a:spLocks/>
          </p:cNvSpPr>
          <p:nvPr/>
        </p:nvSpPr>
        <p:spPr bwMode="auto">
          <a:xfrm>
            <a:off x="4230688" y="2894013"/>
            <a:ext cx="360362" cy="360362"/>
          </a:xfrm>
          <a:custGeom>
            <a:avLst/>
            <a:gdLst>
              <a:gd name="T0" fmla="*/ 0 w 227"/>
              <a:gd name="T1" fmla="*/ 569554522 h 227"/>
              <a:gd name="T2" fmla="*/ 0 w 227"/>
              <a:gd name="T3" fmla="*/ 0 h 227"/>
              <a:gd name="T4" fmla="*/ 569554522 w 227"/>
              <a:gd name="T5" fmla="*/ 0 h 227"/>
              <a:gd name="T6" fmla="*/ 569554522 w 227"/>
              <a:gd name="T7" fmla="*/ 569554522 h 227"/>
              <a:gd name="T8" fmla="*/ 0 w 227"/>
              <a:gd name="T9" fmla="*/ 569554522 h 2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7"/>
              <a:gd name="T16" fmla="*/ 0 h 227"/>
              <a:gd name="T17" fmla="*/ 227 w 227"/>
              <a:gd name="T18" fmla="*/ 227 h 2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79" name="Freeform 10">
            <a:extLst>
              <a:ext uri="{FF2B5EF4-FFF2-40B4-BE49-F238E27FC236}">
                <a16:creationId xmlns:a16="http://schemas.microsoft.com/office/drawing/2014/main" id="{84112625-C032-932E-473C-44546B083511}"/>
              </a:ext>
            </a:extLst>
          </p:cNvPr>
          <p:cNvSpPr>
            <a:spLocks/>
          </p:cNvSpPr>
          <p:nvPr/>
        </p:nvSpPr>
        <p:spPr bwMode="auto">
          <a:xfrm>
            <a:off x="4960938" y="2905125"/>
            <a:ext cx="360362" cy="360363"/>
          </a:xfrm>
          <a:custGeom>
            <a:avLst/>
            <a:gdLst>
              <a:gd name="T0" fmla="*/ 0 w 227"/>
              <a:gd name="T1" fmla="*/ 569556103 h 227"/>
              <a:gd name="T2" fmla="*/ 0 w 227"/>
              <a:gd name="T3" fmla="*/ 0 h 227"/>
              <a:gd name="T4" fmla="*/ 569554522 w 227"/>
              <a:gd name="T5" fmla="*/ 0 h 227"/>
              <a:gd name="T6" fmla="*/ 569554522 w 227"/>
              <a:gd name="T7" fmla="*/ 569556103 h 227"/>
              <a:gd name="T8" fmla="*/ 0 w 227"/>
              <a:gd name="T9" fmla="*/ 569556103 h 2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7"/>
              <a:gd name="T16" fmla="*/ 0 h 227"/>
              <a:gd name="T17" fmla="*/ 227 w 227"/>
              <a:gd name="T18" fmla="*/ 227 h 2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80" name="Freeform 11">
            <a:extLst>
              <a:ext uri="{FF2B5EF4-FFF2-40B4-BE49-F238E27FC236}">
                <a16:creationId xmlns:a16="http://schemas.microsoft.com/office/drawing/2014/main" id="{CACEE593-581B-9346-1FD2-282D21FC9EA6}"/>
              </a:ext>
            </a:extLst>
          </p:cNvPr>
          <p:cNvSpPr>
            <a:spLocks/>
          </p:cNvSpPr>
          <p:nvPr/>
        </p:nvSpPr>
        <p:spPr bwMode="auto">
          <a:xfrm>
            <a:off x="5319713" y="2905125"/>
            <a:ext cx="361950" cy="360363"/>
          </a:xfrm>
          <a:custGeom>
            <a:avLst/>
            <a:gdLst>
              <a:gd name="T0" fmla="*/ 0 w 228"/>
              <a:gd name="T1" fmla="*/ 569556103 h 227"/>
              <a:gd name="T2" fmla="*/ 0 w 228"/>
              <a:gd name="T3" fmla="*/ 0 h 227"/>
              <a:gd name="T4" fmla="*/ 572076263 w 228"/>
              <a:gd name="T5" fmla="*/ 0 h 227"/>
              <a:gd name="T6" fmla="*/ 572076263 w 228"/>
              <a:gd name="T7" fmla="*/ 569556103 h 227"/>
              <a:gd name="T8" fmla="*/ 0 w 228"/>
              <a:gd name="T9" fmla="*/ 569556103 h 2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8"/>
              <a:gd name="T16" fmla="*/ 0 h 227"/>
              <a:gd name="T17" fmla="*/ 228 w 228"/>
              <a:gd name="T18" fmla="*/ 227 h 2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8" h="227">
                <a:moveTo>
                  <a:pt x="0" y="226"/>
                </a:moveTo>
                <a:lnTo>
                  <a:pt x="0" y="0"/>
                </a:lnTo>
                <a:lnTo>
                  <a:pt x="227" y="0"/>
                </a:lnTo>
                <a:lnTo>
                  <a:pt x="227" y="226"/>
                </a:lnTo>
                <a:lnTo>
                  <a:pt x="0" y="22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81" name="Freeform 12">
            <a:extLst>
              <a:ext uri="{FF2B5EF4-FFF2-40B4-BE49-F238E27FC236}">
                <a16:creationId xmlns:a16="http://schemas.microsoft.com/office/drawing/2014/main" id="{57EA530A-EA9A-E92F-3FAD-C064EC653F07}"/>
              </a:ext>
            </a:extLst>
          </p:cNvPr>
          <p:cNvSpPr>
            <a:spLocks/>
          </p:cNvSpPr>
          <p:nvPr/>
        </p:nvSpPr>
        <p:spPr bwMode="auto">
          <a:xfrm>
            <a:off x="5680075" y="2905125"/>
            <a:ext cx="360363" cy="360363"/>
          </a:xfrm>
          <a:custGeom>
            <a:avLst/>
            <a:gdLst>
              <a:gd name="T0" fmla="*/ 0 w 227"/>
              <a:gd name="T1" fmla="*/ 569556103 h 227"/>
              <a:gd name="T2" fmla="*/ 0 w 227"/>
              <a:gd name="T3" fmla="*/ 0 h 227"/>
              <a:gd name="T4" fmla="*/ 569556103 w 227"/>
              <a:gd name="T5" fmla="*/ 0 h 227"/>
              <a:gd name="T6" fmla="*/ 569556103 w 227"/>
              <a:gd name="T7" fmla="*/ 569556103 h 227"/>
              <a:gd name="T8" fmla="*/ 0 w 227"/>
              <a:gd name="T9" fmla="*/ 569556103 h 2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7"/>
              <a:gd name="T16" fmla="*/ 0 h 227"/>
              <a:gd name="T17" fmla="*/ 227 w 227"/>
              <a:gd name="T18" fmla="*/ 227 h 2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82" name="Freeform 13">
            <a:extLst>
              <a:ext uri="{FF2B5EF4-FFF2-40B4-BE49-F238E27FC236}">
                <a16:creationId xmlns:a16="http://schemas.microsoft.com/office/drawing/2014/main" id="{F5B3C411-4C53-CDF6-0A99-66DA1E12506E}"/>
              </a:ext>
            </a:extLst>
          </p:cNvPr>
          <p:cNvSpPr>
            <a:spLocks/>
          </p:cNvSpPr>
          <p:nvPr/>
        </p:nvSpPr>
        <p:spPr bwMode="auto">
          <a:xfrm>
            <a:off x="6038850" y="2905125"/>
            <a:ext cx="360363" cy="360363"/>
          </a:xfrm>
          <a:custGeom>
            <a:avLst/>
            <a:gdLst>
              <a:gd name="T0" fmla="*/ 0 w 227"/>
              <a:gd name="T1" fmla="*/ 569556103 h 227"/>
              <a:gd name="T2" fmla="*/ 0 w 227"/>
              <a:gd name="T3" fmla="*/ 0 h 227"/>
              <a:gd name="T4" fmla="*/ 569556103 w 227"/>
              <a:gd name="T5" fmla="*/ 0 h 227"/>
              <a:gd name="T6" fmla="*/ 569556103 w 227"/>
              <a:gd name="T7" fmla="*/ 569556103 h 227"/>
              <a:gd name="T8" fmla="*/ 0 w 227"/>
              <a:gd name="T9" fmla="*/ 569556103 h 2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7"/>
              <a:gd name="T16" fmla="*/ 0 h 227"/>
              <a:gd name="T17" fmla="*/ 227 w 227"/>
              <a:gd name="T18" fmla="*/ 227 h 2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83" name="Freeform 14">
            <a:extLst>
              <a:ext uri="{FF2B5EF4-FFF2-40B4-BE49-F238E27FC236}">
                <a16:creationId xmlns:a16="http://schemas.microsoft.com/office/drawing/2014/main" id="{406025B4-F416-3E45-BB98-D1CA40DF2C50}"/>
              </a:ext>
            </a:extLst>
          </p:cNvPr>
          <p:cNvSpPr>
            <a:spLocks/>
          </p:cNvSpPr>
          <p:nvPr/>
        </p:nvSpPr>
        <p:spPr bwMode="auto">
          <a:xfrm>
            <a:off x="3871913" y="1924050"/>
            <a:ext cx="506412" cy="928688"/>
          </a:xfrm>
          <a:custGeom>
            <a:avLst/>
            <a:gdLst>
              <a:gd name="T0" fmla="*/ 801408896 w 319"/>
              <a:gd name="T1" fmla="*/ 0 h 585"/>
              <a:gd name="T2" fmla="*/ 0 w 319"/>
              <a:gd name="T3" fmla="*/ 1471772042 h 585"/>
              <a:gd name="T4" fmla="*/ 801408896 w 319"/>
              <a:gd name="T5" fmla="*/ 0 h 585"/>
              <a:gd name="T6" fmla="*/ 0 60000 65536"/>
              <a:gd name="T7" fmla="*/ 0 60000 65536"/>
              <a:gd name="T8" fmla="*/ 0 60000 65536"/>
              <a:gd name="T9" fmla="*/ 0 w 319"/>
              <a:gd name="T10" fmla="*/ 0 h 585"/>
              <a:gd name="T11" fmla="*/ 319 w 319"/>
              <a:gd name="T12" fmla="*/ 585 h 5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9" h="585">
                <a:moveTo>
                  <a:pt x="318" y="0"/>
                </a:moveTo>
                <a:lnTo>
                  <a:pt x="0" y="584"/>
                </a:lnTo>
                <a:lnTo>
                  <a:pt x="318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84" name="Freeform 15">
            <a:extLst>
              <a:ext uri="{FF2B5EF4-FFF2-40B4-BE49-F238E27FC236}">
                <a16:creationId xmlns:a16="http://schemas.microsoft.com/office/drawing/2014/main" id="{EA328295-E738-EBDD-EE25-20092E789388}"/>
              </a:ext>
            </a:extLst>
          </p:cNvPr>
          <p:cNvSpPr>
            <a:spLocks/>
          </p:cNvSpPr>
          <p:nvPr/>
        </p:nvSpPr>
        <p:spPr bwMode="auto">
          <a:xfrm>
            <a:off x="3871913" y="2738438"/>
            <a:ext cx="79375" cy="114300"/>
          </a:xfrm>
          <a:custGeom>
            <a:avLst/>
            <a:gdLst>
              <a:gd name="T0" fmla="*/ 123488450 w 50"/>
              <a:gd name="T1" fmla="*/ 42843450 h 72"/>
              <a:gd name="T2" fmla="*/ 0 w 50"/>
              <a:gd name="T3" fmla="*/ 178931888 h 72"/>
              <a:gd name="T4" fmla="*/ 42843450 w 50"/>
              <a:gd name="T5" fmla="*/ 0 h 72"/>
              <a:gd name="T6" fmla="*/ 123488450 w 50"/>
              <a:gd name="T7" fmla="*/ 42843450 h 72"/>
              <a:gd name="T8" fmla="*/ 0 60000 65536"/>
              <a:gd name="T9" fmla="*/ 0 60000 65536"/>
              <a:gd name="T10" fmla="*/ 0 60000 65536"/>
              <a:gd name="T11" fmla="*/ 0 60000 65536"/>
              <a:gd name="T12" fmla="*/ 0 w 50"/>
              <a:gd name="T13" fmla="*/ 0 h 72"/>
              <a:gd name="T14" fmla="*/ 50 w 50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" h="72">
                <a:moveTo>
                  <a:pt x="49" y="17"/>
                </a:moveTo>
                <a:lnTo>
                  <a:pt x="0" y="71"/>
                </a:lnTo>
                <a:lnTo>
                  <a:pt x="17" y="0"/>
                </a:lnTo>
                <a:lnTo>
                  <a:pt x="49" y="17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85" name="Freeform 16">
            <a:extLst>
              <a:ext uri="{FF2B5EF4-FFF2-40B4-BE49-F238E27FC236}">
                <a16:creationId xmlns:a16="http://schemas.microsoft.com/office/drawing/2014/main" id="{6763614A-D2AA-5584-968E-BA8C33E339D5}"/>
              </a:ext>
            </a:extLst>
          </p:cNvPr>
          <p:cNvSpPr>
            <a:spLocks/>
          </p:cNvSpPr>
          <p:nvPr/>
        </p:nvSpPr>
        <p:spPr bwMode="auto">
          <a:xfrm>
            <a:off x="4792663" y="1979613"/>
            <a:ext cx="449262" cy="403225"/>
          </a:xfrm>
          <a:custGeom>
            <a:avLst/>
            <a:gdLst>
              <a:gd name="T0" fmla="*/ 0 w 283"/>
              <a:gd name="T1" fmla="*/ 637600325 h 254"/>
              <a:gd name="T2" fmla="*/ 0 w 283"/>
              <a:gd name="T3" fmla="*/ 0 h 254"/>
              <a:gd name="T4" fmla="*/ 710683272 w 283"/>
              <a:gd name="T5" fmla="*/ 0 h 254"/>
              <a:gd name="T6" fmla="*/ 710683272 w 283"/>
              <a:gd name="T7" fmla="*/ 637600325 h 254"/>
              <a:gd name="T8" fmla="*/ 0 w 283"/>
              <a:gd name="T9" fmla="*/ 637600325 h 2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3"/>
              <a:gd name="T16" fmla="*/ 0 h 254"/>
              <a:gd name="T17" fmla="*/ 283 w 283"/>
              <a:gd name="T18" fmla="*/ 254 h 2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3" h="254">
                <a:moveTo>
                  <a:pt x="0" y="253"/>
                </a:moveTo>
                <a:lnTo>
                  <a:pt x="0" y="0"/>
                </a:lnTo>
                <a:lnTo>
                  <a:pt x="282" y="0"/>
                </a:lnTo>
                <a:lnTo>
                  <a:pt x="282" y="253"/>
                </a:lnTo>
                <a:lnTo>
                  <a:pt x="0" y="253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86" name="Freeform 17">
            <a:extLst>
              <a:ext uri="{FF2B5EF4-FFF2-40B4-BE49-F238E27FC236}">
                <a16:creationId xmlns:a16="http://schemas.microsoft.com/office/drawing/2014/main" id="{6435B501-E017-2487-42C3-A6E2A95CFC24}"/>
              </a:ext>
            </a:extLst>
          </p:cNvPr>
          <p:cNvSpPr>
            <a:spLocks/>
          </p:cNvSpPr>
          <p:nvPr/>
        </p:nvSpPr>
        <p:spPr bwMode="auto">
          <a:xfrm>
            <a:off x="5129213" y="1989138"/>
            <a:ext cx="1587" cy="371475"/>
          </a:xfrm>
          <a:custGeom>
            <a:avLst/>
            <a:gdLst>
              <a:gd name="T0" fmla="*/ 0 w 1"/>
              <a:gd name="T1" fmla="*/ 0 h 234"/>
              <a:gd name="T2" fmla="*/ 0 w 1"/>
              <a:gd name="T3" fmla="*/ 587197200 h 234"/>
              <a:gd name="T4" fmla="*/ 0 w 1"/>
              <a:gd name="T5" fmla="*/ 0 h 234"/>
              <a:gd name="T6" fmla="*/ 0 60000 65536"/>
              <a:gd name="T7" fmla="*/ 0 60000 65536"/>
              <a:gd name="T8" fmla="*/ 0 60000 65536"/>
              <a:gd name="T9" fmla="*/ 0 w 1"/>
              <a:gd name="T10" fmla="*/ 0 h 234"/>
              <a:gd name="T11" fmla="*/ 1 w 1"/>
              <a:gd name="T12" fmla="*/ 234 h 2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34">
                <a:moveTo>
                  <a:pt x="0" y="0"/>
                </a:moveTo>
                <a:lnTo>
                  <a:pt x="0" y="23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87" name="Line 18">
            <a:extLst>
              <a:ext uri="{FF2B5EF4-FFF2-40B4-BE49-F238E27FC236}">
                <a16:creationId xmlns:a16="http://schemas.microsoft.com/office/drawing/2014/main" id="{DFD7D7FC-D5EE-5E7C-6795-BCC1D5970D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40400" y="1924050"/>
            <a:ext cx="173038" cy="23813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88" name="Line 19">
            <a:extLst>
              <a:ext uri="{FF2B5EF4-FFF2-40B4-BE49-F238E27FC236}">
                <a16:creationId xmlns:a16="http://schemas.microsoft.com/office/drawing/2014/main" id="{E66F3FE8-0EF1-D7BE-C823-FE2CA2F268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02300" y="1947863"/>
            <a:ext cx="38100" cy="7937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89" name="Line 20">
            <a:extLst>
              <a:ext uri="{FF2B5EF4-FFF2-40B4-BE49-F238E27FC236}">
                <a16:creationId xmlns:a16="http://schemas.microsoft.com/office/drawing/2014/main" id="{409F2259-893E-4874-6ACC-8D1EA5C000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70550" y="1955800"/>
            <a:ext cx="31750" cy="6350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90" name="Line 21">
            <a:extLst>
              <a:ext uri="{FF2B5EF4-FFF2-40B4-BE49-F238E27FC236}">
                <a16:creationId xmlns:a16="http://schemas.microsoft.com/office/drawing/2014/main" id="{58F0EFC1-8E6A-49DF-D497-CD7CCA55A3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4038" y="1962150"/>
            <a:ext cx="36512" cy="17463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91" name="Line 22">
            <a:extLst>
              <a:ext uri="{FF2B5EF4-FFF2-40B4-BE49-F238E27FC236}">
                <a16:creationId xmlns:a16="http://schemas.microsoft.com/office/drawing/2014/main" id="{9A647C04-52EA-4D08-7E26-3C7EA5F5BA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4038" y="1979613"/>
            <a:ext cx="19050" cy="44450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92" name="Line 23">
            <a:extLst>
              <a:ext uri="{FF2B5EF4-FFF2-40B4-BE49-F238E27FC236}">
                <a16:creationId xmlns:a16="http://schemas.microsoft.com/office/drawing/2014/main" id="{031B7FD6-2D46-2AAC-4F18-AFC63CE6A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8" y="2024063"/>
            <a:ext cx="12700" cy="39687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93" name="Line 24">
            <a:extLst>
              <a:ext uri="{FF2B5EF4-FFF2-40B4-BE49-F238E27FC236}">
                <a16:creationId xmlns:a16="http://schemas.microsoft.com/office/drawing/2014/main" id="{C5539EC9-92B3-5304-EA18-7DD2C0228E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9750" y="2063750"/>
            <a:ext cx="46038" cy="14288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94" name="Line 25">
            <a:extLst>
              <a:ext uri="{FF2B5EF4-FFF2-40B4-BE49-F238E27FC236}">
                <a16:creationId xmlns:a16="http://schemas.microsoft.com/office/drawing/2014/main" id="{ECD0894F-7F4B-DCAB-E0BA-65052FB1BF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3238" y="2078038"/>
            <a:ext cx="36512" cy="4762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95" name="Line 26">
            <a:extLst>
              <a:ext uri="{FF2B5EF4-FFF2-40B4-BE49-F238E27FC236}">
                <a16:creationId xmlns:a16="http://schemas.microsoft.com/office/drawing/2014/main" id="{429D6E92-BDE8-0E8B-FD7D-DA6E4745D3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38788" y="2082800"/>
            <a:ext cx="44450" cy="4763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96" name="Line 27">
            <a:extLst>
              <a:ext uri="{FF2B5EF4-FFF2-40B4-BE49-F238E27FC236}">
                <a16:creationId xmlns:a16="http://schemas.microsoft.com/office/drawing/2014/main" id="{BABEA9DE-4477-D885-58E5-1302ADA595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41938" y="2087563"/>
            <a:ext cx="196850" cy="12700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97" name="Freeform 28">
            <a:extLst>
              <a:ext uri="{FF2B5EF4-FFF2-40B4-BE49-F238E27FC236}">
                <a16:creationId xmlns:a16="http://schemas.microsoft.com/office/drawing/2014/main" id="{5A52BC48-9164-9BDC-33DB-F005E6A060D7}"/>
              </a:ext>
            </a:extLst>
          </p:cNvPr>
          <p:cNvSpPr>
            <a:spLocks/>
          </p:cNvSpPr>
          <p:nvPr/>
        </p:nvSpPr>
        <p:spPr bwMode="auto">
          <a:xfrm>
            <a:off x="5341938" y="2066925"/>
            <a:ext cx="104775" cy="53975"/>
          </a:xfrm>
          <a:custGeom>
            <a:avLst/>
            <a:gdLst>
              <a:gd name="T0" fmla="*/ 163810950 w 66"/>
              <a:gd name="T1" fmla="*/ 83165950 h 34"/>
              <a:gd name="T2" fmla="*/ 0 w 66"/>
              <a:gd name="T3" fmla="*/ 52924075 h 34"/>
              <a:gd name="T4" fmla="*/ 158770638 w 66"/>
              <a:gd name="T5" fmla="*/ 0 h 34"/>
              <a:gd name="T6" fmla="*/ 0 60000 65536"/>
              <a:gd name="T7" fmla="*/ 0 60000 65536"/>
              <a:gd name="T8" fmla="*/ 0 60000 65536"/>
              <a:gd name="T9" fmla="*/ 0 w 66"/>
              <a:gd name="T10" fmla="*/ 0 h 34"/>
              <a:gd name="T11" fmla="*/ 66 w 66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6" h="34">
                <a:moveTo>
                  <a:pt x="65" y="33"/>
                </a:moveTo>
                <a:lnTo>
                  <a:pt x="0" y="21"/>
                </a:lnTo>
                <a:lnTo>
                  <a:pt x="63" y="0"/>
                </a:lnTo>
              </a:path>
            </a:pathLst>
          </a:custGeom>
          <a:noFill/>
          <a:ln w="12700" cap="rnd">
            <a:solidFill>
              <a:srgbClr val="FF82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98" name="Rectangle 29">
            <a:extLst>
              <a:ext uri="{FF2B5EF4-FFF2-40B4-BE49-F238E27FC236}">
                <a16:creationId xmlns:a16="http://schemas.microsoft.com/office/drawing/2014/main" id="{590F7DE2-2402-D08A-B3C0-9904D0888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901950"/>
            <a:ext cx="3365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2*</a:t>
            </a:r>
          </a:p>
        </p:txBody>
      </p:sp>
      <p:sp>
        <p:nvSpPr>
          <p:cNvPr id="83999" name="Rectangle 30">
            <a:extLst>
              <a:ext uri="{FF2B5EF4-FFF2-40B4-BE49-F238E27FC236}">
                <a16:creationId xmlns:a16="http://schemas.microsoft.com/office/drawing/2014/main" id="{894057D3-A809-C78D-8751-E78A54CC1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2663" y="289083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3*</a:t>
            </a:r>
          </a:p>
        </p:txBody>
      </p:sp>
      <p:sp>
        <p:nvSpPr>
          <p:cNvPr id="84000" name="Rectangle 31">
            <a:extLst>
              <a:ext uri="{FF2B5EF4-FFF2-40B4-BE49-F238E27FC236}">
                <a16:creationId xmlns:a16="http://schemas.microsoft.com/office/drawing/2014/main" id="{5BEFC7D0-6937-B126-E7DA-0CD0CC59E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9350" y="289083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5*</a:t>
            </a:r>
          </a:p>
        </p:txBody>
      </p:sp>
      <p:sp>
        <p:nvSpPr>
          <p:cNvPr id="84001" name="Rectangle 32">
            <a:extLst>
              <a:ext uri="{FF2B5EF4-FFF2-40B4-BE49-F238E27FC236}">
                <a16:creationId xmlns:a16="http://schemas.microsoft.com/office/drawing/2014/main" id="{58D6331C-5288-BAD6-A2C5-6767FE592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2901950"/>
            <a:ext cx="3365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7*</a:t>
            </a:r>
          </a:p>
        </p:txBody>
      </p:sp>
      <p:sp>
        <p:nvSpPr>
          <p:cNvPr id="84002" name="Rectangle 33">
            <a:extLst>
              <a:ext uri="{FF2B5EF4-FFF2-40B4-BE49-F238E27FC236}">
                <a16:creationId xmlns:a16="http://schemas.microsoft.com/office/drawing/2014/main" id="{82DF0E11-9084-4CDA-BF8B-C1FFCA1D2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00" y="2913063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8*</a:t>
            </a:r>
          </a:p>
        </p:txBody>
      </p:sp>
      <p:sp>
        <p:nvSpPr>
          <p:cNvPr id="84003" name="Rectangle 34">
            <a:extLst>
              <a:ext uri="{FF2B5EF4-FFF2-40B4-BE49-F238E27FC236}">
                <a16:creationId xmlns:a16="http://schemas.microsoft.com/office/drawing/2014/main" id="{0F1C2822-3A3C-C64C-9264-965C2F306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4413" y="2019300"/>
            <a:ext cx="2794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84004" name="Rectangle 35">
            <a:extLst>
              <a:ext uri="{FF2B5EF4-FFF2-40B4-BE49-F238E27FC236}">
                <a16:creationId xmlns:a16="http://schemas.microsoft.com/office/drawing/2014/main" id="{BCC91E30-09B6-E606-C4FA-D8845ED0B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550" y="1755775"/>
            <a:ext cx="31750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8200"/>
                </a:solidFill>
                <a:latin typeface="Arial" panose="020B0604020202020204" pitchFamily="34" charset="0"/>
              </a:rPr>
              <a:t>Entry to be inserted in parent node.</a:t>
            </a:r>
          </a:p>
        </p:txBody>
      </p:sp>
      <p:sp>
        <p:nvSpPr>
          <p:cNvPr id="84005" name="Rectangle 36">
            <a:extLst>
              <a:ext uri="{FF2B5EF4-FFF2-40B4-BE49-F238E27FC236}">
                <a16:creationId xmlns:a16="http://schemas.microsoft.com/office/drawing/2014/main" id="{D41646F4-BA18-20D1-C2C4-BBA623C2B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550" y="1968500"/>
            <a:ext cx="1357313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8200"/>
                </a:solidFill>
                <a:latin typeface="Arial" panose="020B0604020202020204" pitchFamily="34" charset="0"/>
              </a:rPr>
              <a:t>(Note that 5 is</a:t>
            </a:r>
          </a:p>
        </p:txBody>
      </p:sp>
      <p:sp>
        <p:nvSpPr>
          <p:cNvPr id="84006" name="Rectangle 37">
            <a:extLst>
              <a:ext uri="{FF2B5EF4-FFF2-40B4-BE49-F238E27FC236}">
                <a16:creationId xmlns:a16="http://schemas.microsoft.com/office/drawing/2014/main" id="{3258D064-1E5A-76C3-E0B5-44A9F1824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0" y="2159000"/>
            <a:ext cx="28575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8200"/>
                </a:solidFill>
                <a:latin typeface="Arial" panose="020B0604020202020204" pitchFamily="34" charset="0"/>
              </a:rPr>
              <a:t>continues to appear in the leaf.)</a:t>
            </a:r>
          </a:p>
        </p:txBody>
      </p:sp>
      <p:sp>
        <p:nvSpPr>
          <p:cNvPr id="84007" name="Rectangle 38">
            <a:extLst>
              <a:ext uri="{FF2B5EF4-FFF2-40B4-BE49-F238E27FC236}">
                <a16:creationId xmlns:a16="http://schemas.microsoft.com/office/drawing/2014/main" id="{5AA2C094-B53F-38B5-16A1-25980D369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9888" y="1970088"/>
            <a:ext cx="5000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84008" name="Rectangle 39">
            <a:extLst>
              <a:ext uri="{FF2B5EF4-FFF2-40B4-BE49-F238E27FC236}">
                <a16:creationId xmlns:a16="http://schemas.microsoft.com/office/drawing/2014/main" id="{066C8783-9C40-832A-AF56-B8F73F190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9763" y="1971675"/>
            <a:ext cx="1535112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8200"/>
                </a:solidFill>
                <a:latin typeface="Arial" panose="020B0604020202020204" pitchFamily="34" charset="0"/>
              </a:rPr>
              <a:t>s copied up and</a:t>
            </a:r>
          </a:p>
        </p:txBody>
      </p:sp>
      <p:sp>
        <p:nvSpPr>
          <p:cNvPr id="84009" name="Arc 40">
            <a:extLst>
              <a:ext uri="{FF2B5EF4-FFF2-40B4-BE49-F238E27FC236}">
                <a16:creationId xmlns:a16="http://schemas.microsoft.com/office/drawing/2014/main" id="{4E03A75D-CA74-290D-AF9F-393C24C5145D}"/>
              </a:ext>
            </a:extLst>
          </p:cNvPr>
          <p:cNvSpPr>
            <a:spLocks/>
          </p:cNvSpPr>
          <p:nvPr/>
        </p:nvSpPr>
        <p:spPr bwMode="auto">
          <a:xfrm rot="-2580000">
            <a:off x="4572000" y="2674938"/>
            <a:ext cx="381000" cy="381000"/>
          </a:xfrm>
          <a:custGeom>
            <a:avLst/>
            <a:gdLst>
              <a:gd name="T0" fmla="*/ 0 w 21600"/>
              <a:gd name="T1" fmla="*/ 0 h 21600"/>
              <a:gd name="T2" fmla="*/ 118540689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4010" name="Arc 41">
            <a:extLst>
              <a:ext uri="{FF2B5EF4-FFF2-40B4-BE49-F238E27FC236}">
                <a16:creationId xmlns:a16="http://schemas.microsoft.com/office/drawing/2014/main" id="{EB86603B-A5E9-0B42-6680-D721F4315177}"/>
              </a:ext>
            </a:extLst>
          </p:cNvPr>
          <p:cNvSpPr>
            <a:spLocks/>
          </p:cNvSpPr>
          <p:nvPr/>
        </p:nvSpPr>
        <p:spPr bwMode="auto">
          <a:xfrm>
            <a:off x="5181600" y="2289175"/>
            <a:ext cx="304800" cy="609600"/>
          </a:xfrm>
          <a:custGeom>
            <a:avLst/>
            <a:gdLst>
              <a:gd name="T0" fmla="*/ 0 w 21600"/>
              <a:gd name="T1" fmla="*/ 0 h 21600"/>
              <a:gd name="T2" fmla="*/ 60692834 w 21600"/>
              <a:gd name="T3" fmla="*/ 485542646 h 21600"/>
              <a:gd name="T4" fmla="*/ 0 w 21600"/>
              <a:gd name="T5" fmla="*/ 485542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4011" name="Rectangle 42">
            <a:extLst>
              <a:ext uri="{FF2B5EF4-FFF2-40B4-BE49-F238E27FC236}">
                <a16:creationId xmlns:a16="http://schemas.microsoft.com/office/drawing/2014/main" id="{8E278EEF-C0A5-E33F-5C25-B75813C39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2913" y="4602163"/>
            <a:ext cx="319405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FF8200"/>
                </a:solidFill>
                <a:latin typeface="Arial" panose="020B0604020202020204" pitchFamily="34" charset="0"/>
              </a:rPr>
              <a:t>appears once in the index. Contrast</a:t>
            </a:r>
          </a:p>
        </p:txBody>
      </p:sp>
      <p:grpSp>
        <p:nvGrpSpPr>
          <p:cNvPr id="84012" name="Group 43">
            <a:extLst>
              <a:ext uri="{FF2B5EF4-FFF2-40B4-BE49-F238E27FC236}">
                <a16:creationId xmlns:a16="http://schemas.microsoft.com/office/drawing/2014/main" id="{EB03214A-0A7D-3FDF-CFE1-8676549A7EEE}"/>
              </a:ext>
            </a:extLst>
          </p:cNvPr>
          <p:cNvGrpSpPr>
            <a:grpSpLocks/>
          </p:cNvGrpSpPr>
          <p:nvPr/>
        </p:nvGrpSpPr>
        <p:grpSpPr bwMode="auto">
          <a:xfrm>
            <a:off x="2881313" y="4240213"/>
            <a:ext cx="6196012" cy="1819275"/>
            <a:chOff x="1815" y="2671"/>
            <a:chExt cx="3903" cy="1146"/>
          </a:xfrm>
        </p:grpSpPr>
        <p:sp>
          <p:nvSpPr>
            <p:cNvPr id="84013" name="Freeform 44">
              <a:extLst>
                <a:ext uri="{FF2B5EF4-FFF2-40B4-BE49-F238E27FC236}">
                  <a16:creationId xmlns:a16="http://schemas.microsoft.com/office/drawing/2014/main" id="{D7B25E88-BF5E-F59F-90FC-06ECE9CC9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" y="3400"/>
              <a:ext cx="255" cy="253"/>
            </a:xfrm>
            <a:custGeom>
              <a:avLst/>
              <a:gdLst>
                <a:gd name="T0" fmla="*/ 0 w 255"/>
                <a:gd name="T1" fmla="*/ 252 h 253"/>
                <a:gd name="T2" fmla="*/ 0 w 255"/>
                <a:gd name="T3" fmla="*/ 0 h 253"/>
                <a:gd name="T4" fmla="*/ 254 w 255"/>
                <a:gd name="T5" fmla="*/ 0 h 253"/>
                <a:gd name="T6" fmla="*/ 254 w 255"/>
                <a:gd name="T7" fmla="*/ 252 h 253"/>
                <a:gd name="T8" fmla="*/ 0 w 255"/>
                <a:gd name="T9" fmla="*/ 252 h 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5"/>
                <a:gd name="T16" fmla="*/ 0 h 253"/>
                <a:gd name="T17" fmla="*/ 255 w 255"/>
                <a:gd name="T18" fmla="*/ 253 h 2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5" h="253">
                  <a:moveTo>
                    <a:pt x="0" y="252"/>
                  </a:moveTo>
                  <a:lnTo>
                    <a:pt x="0" y="0"/>
                  </a:lnTo>
                  <a:lnTo>
                    <a:pt x="254" y="0"/>
                  </a:lnTo>
                  <a:lnTo>
                    <a:pt x="254" y="252"/>
                  </a:lnTo>
                  <a:lnTo>
                    <a:pt x="0" y="25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14" name="Freeform 45">
              <a:extLst>
                <a:ext uri="{FF2B5EF4-FFF2-40B4-BE49-F238E27FC236}">
                  <a16:creationId xmlns:a16="http://schemas.microsoft.com/office/drawing/2014/main" id="{897A41CF-CB9F-C1C2-245E-E0C461247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  <a:gd name="T6" fmla="*/ 0 60000 65536"/>
                <a:gd name="T7" fmla="*/ 0 60000 65536"/>
                <a:gd name="T8" fmla="*/ 0 60000 65536"/>
                <a:gd name="T9" fmla="*/ 0 w 1"/>
                <a:gd name="T10" fmla="*/ 0 h 253"/>
                <a:gd name="T11" fmla="*/ 1 w 1"/>
                <a:gd name="T12" fmla="*/ 253 h 2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15" name="Freeform 46">
              <a:extLst>
                <a:ext uri="{FF2B5EF4-FFF2-40B4-BE49-F238E27FC236}">
                  <a16:creationId xmlns:a16="http://schemas.microsoft.com/office/drawing/2014/main" id="{514A3498-DB4A-C568-0796-7677A6B7F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1" y="3400"/>
              <a:ext cx="253" cy="253"/>
            </a:xfrm>
            <a:custGeom>
              <a:avLst/>
              <a:gdLst>
                <a:gd name="T0" fmla="*/ 0 w 253"/>
                <a:gd name="T1" fmla="*/ 252 h 253"/>
                <a:gd name="T2" fmla="*/ 0 w 253"/>
                <a:gd name="T3" fmla="*/ 0 h 253"/>
                <a:gd name="T4" fmla="*/ 252 w 253"/>
                <a:gd name="T5" fmla="*/ 0 h 253"/>
                <a:gd name="T6" fmla="*/ 252 w 253"/>
                <a:gd name="T7" fmla="*/ 252 h 253"/>
                <a:gd name="T8" fmla="*/ 0 w 253"/>
                <a:gd name="T9" fmla="*/ 252 h 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3"/>
                <a:gd name="T16" fmla="*/ 0 h 253"/>
                <a:gd name="T17" fmla="*/ 253 w 253"/>
                <a:gd name="T18" fmla="*/ 253 h 2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3" h="253">
                  <a:moveTo>
                    <a:pt x="0" y="252"/>
                  </a:moveTo>
                  <a:lnTo>
                    <a:pt x="0" y="0"/>
                  </a:lnTo>
                  <a:lnTo>
                    <a:pt x="252" y="0"/>
                  </a:lnTo>
                  <a:lnTo>
                    <a:pt x="252" y="252"/>
                  </a:lnTo>
                  <a:lnTo>
                    <a:pt x="0" y="25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16" name="Freeform 47">
              <a:extLst>
                <a:ext uri="{FF2B5EF4-FFF2-40B4-BE49-F238E27FC236}">
                  <a16:creationId xmlns:a16="http://schemas.microsoft.com/office/drawing/2014/main" id="{8D188B81-B776-EC4B-5B9B-9A415CCAF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  <a:gd name="T6" fmla="*/ 0 60000 65536"/>
                <a:gd name="T7" fmla="*/ 0 60000 65536"/>
                <a:gd name="T8" fmla="*/ 0 60000 65536"/>
                <a:gd name="T9" fmla="*/ 0 w 1"/>
                <a:gd name="T10" fmla="*/ 0 h 253"/>
                <a:gd name="T11" fmla="*/ 1 w 1"/>
                <a:gd name="T12" fmla="*/ 253 h 2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17" name="Freeform 48">
              <a:extLst>
                <a:ext uri="{FF2B5EF4-FFF2-40B4-BE49-F238E27FC236}">
                  <a16:creationId xmlns:a16="http://schemas.microsoft.com/office/drawing/2014/main" id="{248D8959-65F6-CFAC-1D77-81D5F383C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" y="3400"/>
              <a:ext cx="254" cy="253"/>
            </a:xfrm>
            <a:custGeom>
              <a:avLst/>
              <a:gdLst>
                <a:gd name="T0" fmla="*/ 0 w 254"/>
                <a:gd name="T1" fmla="*/ 252 h 253"/>
                <a:gd name="T2" fmla="*/ 0 w 254"/>
                <a:gd name="T3" fmla="*/ 0 h 253"/>
                <a:gd name="T4" fmla="*/ 253 w 254"/>
                <a:gd name="T5" fmla="*/ 0 h 253"/>
                <a:gd name="T6" fmla="*/ 253 w 254"/>
                <a:gd name="T7" fmla="*/ 252 h 253"/>
                <a:gd name="T8" fmla="*/ 0 w 254"/>
                <a:gd name="T9" fmla="*/ 252 h 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4"/>
                <a:gd name="T16" fmla="*/ 0 h 253"/>
                <a:gd name="T17" fmla="*/ 254 w 254"/>
                <a:gd name="T18" fmla="*/ 253 h 2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4" h="253">
                  <a:moveTo>
                    <a:pt x="0" y="252"/>
                  </a:moveTo>
                  <a:lnTo>
                    <a:pt x="0" y="0"/>
                  </a:lnTo>
                  <a:lnTo>
                    <a:pt x="253" y="0"/>
                  </a:lnTo>
                  <a:lnTo>
                    <a:pt x="253" y="252"/>
                  </a:lnTo>
                  <a:lnTo>
                    <a:pt x="0" y="25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18" name="Freeform 49">
              <a:extLst>
                <a:ext uri="{FF2B5EF4-FFF2-40B4-BE49-F238E27FC236}">
                  <a16:creationId xmlns:a16="http://schemas.microsoft.com/office/drawing/2014/main" id="{8616BEF2-6A45-A297-12D8-74E75A95B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  <a:gd name="T6" fmla="*/ 0 60000 65536"/>
                <a:gd name="T7" fmla="*/ 0 60000 65536"/>
                <a:gd name="T8" fmla="*/ 0 60000 65536"/>
                <a:gd name="T9" fmla="*/ 0 w 1"/>
                <a:gd name="T10" fmla="*/ 0 h 253"/>
                <a:gd name="T11" fmla="*/ 1 w 1"/>
                <a:gd name="T12" fmla="*/ 253 h 2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19" name="Freeform 50">
              <a:extLst>
                <a:ext uri="{FF2B5EF4-FFF2-40B4-BE49-F238E27FC236}">
                  <a16:creationId xmlns:a16="http://schemas.microsoft.com/office/drawing/2014/main" id="{F087014F-AC08-B2C3-3FDF-DEC5D903D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6" y="3400"/>
              <a:ext cx="254" cy="253"/>
            </a:xfrm>
            <a:custGeom>
              <a:avLst/>
              <a:gdLst>
                <a:gd name="T0" fmla="*/ 0 w 254"/>
                <a:gd name="T1" fmla="*/ 252 h 253"/>
                <a:gd name="T2" fmla="*/ 0 w 254"/>
                <a:gd name="T3" fmla="*/ 0 h 253"/>
                <a:gd name="T4" fmla="*/ 253 w 254"/>
                <a:gd name="T5" fmla="*/ 0 h 253"/>
                <a:gd name="T6" fmla="*/ 253 w 254"/>
                <a:gd name="T7" fmla="*/ 252 h 253"/>
                <a:gd name="T8" fmla="*/ 0 w 254"/>
                <a:gd name="T9" fmla="*/ 252 h 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4"/>
                <a:gd name="T16" fmla="*/ 0 h 253"/>
                <a:gd name="T17" fmla="*/ 254 w 254"/>
                <a:gd name="T18" fmla="*/ 253 h 2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4" h="253">
                  <a:moveTo>
                    <a:pt x="0" y="252"/>
                  </a:moveTo>
                  <a:lnTo>
                    <a:pt x="0" y="0"/>
                  </a:lnTo>
                  <a:lnTo>
                    <a:pt x="253" y="0"/>
                  </a:lnTo>
                  <a:lnTo>
                    <a:pt x="253" y="252"/>
                  </a:lnTo>
                  <a:lnTo>
                    <a:pt x="0" y="25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20" name="Freeform 51">
              <a:extLst>
                <a:ext uri="{FF2B5EF4-FFF2-40B4-BE49-F238E27FC236}">
                  <a16:creationId xmlns:a16="http://schemas.microsoft.com/office/drawing/2014/main" id="{3CABB9C0-A0AD-9FB3-DF33-45D58D3E0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  <a:gd name="T6" fmla="*/ 0 60000 65536"/>
                <a:gd name="T7" fmla="*/ 0 60000 65536"/>
                <a:gd name="T8" fmla="*/ 0 60000 65536"/>
                <a:gd name="T9" fmla="*/ 0 w 1"/>
                <a:gd name="T10" fmla="*/ 0 h 253"/>
                <a:gd name="T11" fmla="*/ 1 w 1"/>
                <a:gd name="T12" fmla="*/ 253 h 2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21" name="Freeform 52">
              <a:extLst>
                <a:ext uri="{FF2B5EF4-FFF2-40B4-BE49-F238E27FC236}">
                  <a16:creationId xmlns:a16="http://schemas.microsoft.com/office/drawing/2014/main" id="{F0848F56-66E5-6A79-5517-92BD25A17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3400"/>
              <a:ext cx="51" cy="253"/>
            </a:xfrm>
            <a:custGeom>
              <a:avLst/>
              <a:gdLst>
                <a:gd name="T0" fmla="*/ 0 w 51"/>
                <a:gd name="T1" fmla="*/ 252 h 253"/>
                <a:gd name="T2" fmla="*/ 0 w 51"/>
                <a:gd name="T3" fmla="*/ 0 h 253"/>
                <a:gd name="T4" fmla="*/ 50 w 51"/>
                <a:gd name="T5" fmla="*/ 0 h 253"/>
                <a:gd name="T6" fmla="*/ 50 w 51"/>
                <a:gd name="T7" fmla="*/ 252 h 253"/>
                <a:gd name="T8" fmla="*/ 0 w 51"/>
                <a:gd name="T9" fmla="*/ 252 h 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253"/>
                <a:gd name="T17" fmla="*/ 51 w 51"/>
                <a:gd name="T18" fmla="*/ 253 h 2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253">
                  <a:moveTo>
                    <a:pt x="0" y="252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252"/>
                  </a:lnTo>
                  <a:lnTo>
                    <a:pt x="0" y="25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22" name="Freeform 53">
              <a:extLst>
                <a:ext uri="{FF2B5EF4-FFF2-40B4-BE49-F238E27FC236}">
                  <a16:creationId xmlns:a16="http://schemas.microsoft.com/office/drawing/2014/main" id="{62BE71A7-96EE-461B-E8F7-2641CE273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3400"/>
              <a:ext cx="254" cy="253"/>
            </a:xfrm>
            <a:custGeom>
              <a:avLst/>
              <a:gdLst>
                <a:gd name="T0" fmla="*/ 0 w 254"/>
                <a:gd name="T1" fmla="*/ 252 h 253"/>
                <a:gd name="T2" fmla="*/ 0 w 254"/>
                <a:gd name="T3" fmla="*/ 0 h 253"/>
                <a:gd name="T4" fmla="*/ 253 w 254"/>
                <a:gd name="T5" fmla="*/ 0 h 253"/>
                <a:gd name="T6" fmla="*/ 253 w 254"/>
                <a:gd name="T7" fmla="*/ 252 h 253"/>
                <a:gd name="T8" fmla="*/ 0 w 254"/>
                <a:gd name="T9" fmla="*/ 252 h 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4"/>
                <a:gd name="T16" fmla="*/ 0 h 253"/>
                <a:gd name="T17" fmla="*/ 254 w 254"/>
                <a:gd name="T18" fmla="*/ 253 h 2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4" h="253">
                  <a:moveTo>
                    <a:pt x="0" y="252"/>
                  </a:moveTo>
                  <a:lnTo>
                    <a:pt x="0" y="0"/>
                  </a:lnTo>
                  <a:lnTo>
                    <a:pt x="253" y="0"/>
                  </a:lnTo>
                  <a:lnTo>
                    <a:pt x="253" y="252"/>
                  </a:lnTo>
                  <a:lnTo>
                    <a:pt x="0" y="25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23" name="Freeform 54">
              <a:extLst>
                <a:ext uri="{FF2B5EF4-FFF2-40B4-BE49-F238E27FC236}">
                  <a16:creationId xmlns:a16="http://schemas.microsoft.com/office/drawing/2014/main" id="{6C800EB7-9337-0E71-9B70-8A49B89F6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  <a:gd name="T6" fmla="*/ 0 60000 65536"/>
                <a:gd name="T7" fmla="*/ 0 60000 65536"/>
                <a:gd name="T8" fmla="*/ 0 60000 65536"/>
                <a:gd name="T9" fmla="*/ 0 w 1"/>
                <a:gd name="T10" fmla="*/ 0 h 253"/>
                <a:gd name="T11" fmla="*/ 1 w 1"/>
                <a:gd name="T12" fmla="*/ 253 h 2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24" name="Freeform 55">
              <a:extLst>
                <a:ext uri="{FF2B5EF4-FFF2-40B4-BE49-F238E27FC236}">
                  <a16:creationId xmlns:a16="http://schemas.microsoft.com/office/drawing/2014/main" id="{38C0EE1C-DF72-B47B-EA62-A6D81BFE8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" y="3400"/>
              <a:ext cx="255" cy="253"/>
            </a:xfrm>
            <a:custGeom>
              <a:avLst/>
              <a:gdLst>
                <a:gd name="T0" fmla="*/ 0 w 255"/>
                <a:gd name="T1" fmla="*/ 252 h 253"/>
                <a:gd name="T2" fmla="*/ 0 w 255"/>
                <a:gd name="T3" fmla="*/ 0 h 253"/>
                <a:gd name="T4" fmla="*/ 254 w 255"/>
                <a:gd name="T5" fmla="*/ 0 h 253"/>
                <a:gd name="T6" fmla="*/ 254 w 255"/>
                <a:gd name="T7" fmla="*/ 252 h 253"/>
                <a:gd name="T8" fmla="*/ 0 w 255"/>
                <a:gd name="T9" fmla="*/ 252 h 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5"/>
                <a:gd name="T16" fmla="*/ 0 h 253"/>
                <a:gd name="T17" fmla="*/ 255 w 255"/>
                <a:gd name="T18" fmla="*/ 253 h 2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5" h="253">
                  <a:moveTo>
                    <a:pt x="0" y="252"/>
                  </a:moveTo>
                  <a:lnTo>
                    <a:pt x="0" y="0"/>
                  </a:lnTo>
                  <a:lnTo>
                    <a:pt x="254" y="0"/>
                  </a:lnTo>
                  <a:lnTo>
                    <a:pt x="254" y="252"/>
                  </a:lnTo>
                  <a:lnTo>
                    <a:pt x="0" y="25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25" name="Freeform 56">
              <a:extLst>
                <a:ext uri="{FF2B5EF4-FFF2-40B4-BE49-F238E27FC236}">
                  <a16:creationId xmlns:a16="http://schemas.microsoft.com/office/drawing/2014/main" id="{CB40A90F-229E-ADD0-AC71-3664F30CC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  <a:gd name="T6" fmla="*/ 0 60000 65536"/>
                <a:gd name="T7" fmla="*/ 0 60000 65536"/>
                <a:gd name="T8" fmla="*/ 0 60000 65536"/>
                <a:gd name="T9" fmla="*/ 0 w 1"/>
                <a:gd name="T10" fmla="*/ 0 h 253"/>
                <a:gd name="T11" fmla="*/ 1 w 1"/>
                <a:gd name="T12" fmla="*/ 253 h 2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26" name="Freeform 57">
              <a:extLst>
                <a:ext uri="{FF2B5EF4-FFF2-40B4-BE49-F238E27FC236}">
                  <a16:creationId xmlns:a16="http://schemas.microsoft.com/office/drawing/2014/main" id="{36BBC19A-3376-8959-01B5-5CB126BE4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" y="3400"/>
              <a:ext cx="254" cy="253"/>
            </a:xfrm>
            <a:custGeom>
              <a:avLst/>
              <a:gdLst>
                <a:gd name="T0" fmla="*/ 0 w 254"/>
                <a:gd name="T1" fmla="*/ 252 h 253"/>
                <a:gd name="T2" fmla="*/ 0 w 254"/>
                <a:gd name="T3" fmla="*/ 0 h 253"/>
                <a:gd name="T4" fmla="*/ 253 w 254"/>
                <a:gd name="T5" fmla="*/ 0 h 253"/>
                <a:gd name="T6" fmla="*/ 253 w 254"/>
                <a:gd name="T7" fmla="*/ 252 h 253"/>
                <a:gd name="T8" fmla="*/ 0 w 254"/>
                <a:gd name="T9" fmla="*/ 252 h 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4"/>
                <a:gd name="T16" fmla="*/ 0 h 253"/>
                <a:gd name="T17" fmla="*/ 254 w 254"/>
                <a:gd name="T18" fmla="*/ 253 h 2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4" h="253">
                  <a:moveTo>
                    <a:pt x="0" y="252"/>
                  </a:moveTo>
                  <a:lnTo>
                    <a:pt x="0" y="0"/>
                  </a:lnTo>
                  <a:lnTo>
                    <a:pt x="253" y="0"/>
                  </a:lnTo>
                  <a:lnTo>
                    <a:pt x="253" y="252"/>
                  </a:lnTo>
                  <a:lnTo>
                    <a:pt x="0" y="25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27" name="Freeform 58">
              <a:extLst>
                <a:ext uri="{FF2B5EF4-FFF2-40B4-BE49-F238E27FC236}">
                  <a16:creationId xmlns:a16="http://schemas.microsoft.com/office/drawing/2014/main" id="{8D0CF3EE-9F8B-4C35-CA40-613FEA01F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  <a:gd name="T6" fmla="*/ 0 60000 65536"/>
                <a:gd name="T7" fmla="*/ 0 60000 65536"/>
                <a:gd name="T8" fmla="*/ 0 60000 65536"/>
                <a:gd name="T9" fmla="*/ 0 w 1"/>
                <a:gd name="T10" fmla="*/ 0 h 253"/>
                <a:gd name="T11" fmla="*/ 1 w 1"/>
                <a:gd name="T12" fmla="*/ 253 h 2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28" name="Freeform 59">
              <a:extLst>
                <a:ext uri="{FF2B5EF4-FFF2-40B4-BE49-F238E27FC236}">
                  <a16:creationId xmlns:a16="http://schemas.microsoft.com/office/drawing/2014/main" id="{1030F1AC-F133-E6F7-C904-5998D9C9D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3400"/>
              <a:ext cx="254" cy="253"/>
            </a:xfrm>
            <a:custGeom>
              <a:avLst/>
              <a:gdLst>
                <a:gd name="T0" fmla="*/ 0 w 254"/>
                <a:gd name="T1" fmla="*/ 252 h 253"/>
                <a:gd name="T2" fmla="*/ 0 w 254"/>
                <a:gd name="T3" fmla="*/ 0 h 253"/>
                <a:gd name="T4" fmla="*/ 253 w 254"/>
                <a:gd name="T5" fmla="*/ 0 h 253"/>
                <a:gd name="T6" fmla="*/ 253 w 254"/>
                <a:gd name="T7" fmla="*/ 252 h 253"/>
                <a:gd name="T8" fmla="*/ 0 w 254"/>
                <a:gd name="T9" fmla="*/ 252 h 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4"/>
                <a:gd name="T16" fmla="*/ 0 h 253"/>
                <a:gd name="T17" fmla="*/ 254 w 254"/>
                <a:gd name="T18" fmla="*/ 253 h 2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4" h="253">
                  <a:moveTo>
                    <a:pt x="0" y="252"/>
                  </a:moveTo>
                  <a:lnTo>
                    <a:pt x="0" y="0"/>
                  </a:lnTo>
                  <a:lnTo>
                    <a:pt x="253" y="0"/>
                  </a:lnTo>
                  <a:lnTo>
                    <a:pt x="253" y="252"/>
                  </a:lnTo>
                  <a:lnTo>
                    <a:pt x="0" y="25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29" name="Freeform 60">
              <a:extLst>
                <a:ext uri="{FF2B5EF4-FFF2-40B4-BE49-F238E27FC236}">
                  <a16:creationId xmlns:a16="http://schemas.microsoft.com/office/drawing/2014/main" id="{1FC6C86F-2371-020B-FE7D-022969BD6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3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  <a:gd name="T6" fmla="*/ 0 60000 65536"/>
                <a:gd name="T7" fmla="*/ 0 60000 65536"/>
                <a:gd name="T8" fmla="*/ 0 60000 65536"/>
                <a:gd name="T9" fmla="*/ 0 w 1"/>
                <a:gd name="T10" fmla="*/ 0 h 253"/>
                <a:gd name="T11" fmla="*/ 1 w 1"/>
                <a:gd name="T12" fmla="*/ 253 h 2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30" name="Freeform 61">
              <a:extLst>
                <a:ext uri="{FF2B5EF4-FFF2-40B4-BE49-F238E27FC236}">
                  <a16:creationId xmlns:a16="http://schemas.microsoft.com/office/drawing/2014/main" id="{52E14C68-324B-B165-2175-A0DEA1730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3400"/>
              <a:ext cx="51" cy="253"/>
            </a:xfrm>
            <a:custGeom>
              <a:avLst/>
              <a:gdLst>
                <a:gd name="T0" fmla="*/ 0 w 51"/>
                <a:gd name="T1" fmla="*/ 252 h 253"/>
                <a:gd name="T2" fmla="*/ 0 w 51"/>
                <a:gd name="T3" fmla="*/ 0 h 253"/>
                <a:gd name="T4" fmla="*/ 50 w 51"/>
                <a:gd name="T5" fmla="*/ 0 h 253"/>
                <a:gd name="T6" fmla="*/ 50 w 51"/>
                <a:gd name="T7" fmla="*/ 252 h 253"/>
                <a:gd name="T8" fmla="*/ 0 w 51"/>
                <a:gd name="T9" fmla="*/ 252 h 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253"/>
                <a:gd name="T17" fmla="*/ 51 w 51"/>
                <a:gd name="T18" fmla="*/ 253 h 2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253">
                  <a:moveTo>
                    <a:pt x="0" y="252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252"/>
                  </a:lnTo>
                  <a:lnTo>
                    <a:pt x="0" y="25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31" name="Freeform 62">
              <a:extLst>
                <a:ext uri="{FF2B5EF4-FFF2-40B4-BE49-F238E27FC236}">
                  <a16:creationId xmlns:a16="http://schemas.microsoft.com/office/drawing/2014/main" id="{50FC316F-8459-452F-F067-A1E285CE4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3608"/>
              <a:ext cx="102" cy="209"/>
            </a:xfrm>
            <a:custGeom>
              <a:avLst/>
              <a:gdLst>
                <a:gd name="T0" fmla="*/ 101 w 102"/>
                <a:gd name="T1" fmla="*/ 0 h 209"/>
                <a:gd name="T2" fmla="*/ 0 w 102"/>
                <a:gd name="T3" fmla="*/ 208 h 209"/>
                <a:gd name="T4" fmla="*/ 101 w 102"/>
                <a:gd name="T5" fmla="*/ 0 h 209"/>
                <a:gd name="T6" fmla="*/ 0 60000 65536"/>
                <a:gd name="T7" fmla="*/ 0 60000 65536"/>
                <a:gd name="T8" fmla="*/ 0 60000 65536"/>
                <a:gd name="T9" fmla="*/ 0 w 102"/>
                <a:gd name="T10" fmla="*/ 0 h 209"/>
                <a:gd name="T11" fmla="*/ 102 w 102"/>
                <a:gd name="T12" fmla="*/ 209 h 2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" h="209">
                  <a:moveTo>
                    <a:pt x="101" y="0"/>
                  </a:moveTo>
                  <a:lnTo>
                    <a:pt x="0" y="208"/>
                  </a:lnTo>
                  <a:lnTo>
                    <a:pt x="101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32" name="Freeform 63">
              <a:extLst>
                <a:ext uri="{FF2B5EF4-FFF2-40B4-BE49-F238E27FC236}">
                  <a16:creationId xmlns:a16="http://schemas.microsoft.com/office/drawing/2014/main" id="{04B973F3-747F-ED5A-54F0-1A2631573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3752"/>
              <a:ext cx="43" cy="65"/>
            </a:xfrm>
            <a:custGeom>
              <a:avLst/>
              <a:gdLst>
                <a:gd name="T0" fmla="*/ 42 w 43"/>
                <a:gd name="T1" fmla="*/ 13 h 65"/>
                <a:gd name="T2" fmla="*/ 0 w 43"/>
                <a:gd name="T3" fmla="*/ 64 h 65"/>
                <a:gd name="T4" fmla="*/ 13 w 43"/>
                <a:gd name="T5" fmla="*/ 0 h 65"/>
                <a:gd name="T6" fmla="*/ 42 w 43"/>
                <a:gd name="T7" fmla="*/ 13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"/>
                <a:gd name="T13" fmla="*/ 0 h 65"/>
                <a:gd name="T14" fmla="*/ 43 w 43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" h="65">
                  <a:moveTo>
                    <a:pt x="42" y="13"/>
                  </a:moveTo>
                  <a:lnTo>
                    <a:pt x="0" y="64"/>
                  </a:lnTo>
                  <a:lnTo>
                    <a:pt x="13" y="0"/>
                  </a:lnTo>
                  <a:lnTo>
                    <a:pt x="42" y="13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33" name="Freeform 64">
              <a:extLst>
                <a:ext uri="{FF2B5EF4-FFF2-40B4-BE49-F238E27FC236}">
                  <a16:creationId xmlns:a16="http://schemas.microsoft.com/office/drawing/2014/main" id="{1B3EB091-291B-75EE-1805-34282136F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6" y="3602"/>
              <a:ext cx="71" cy="183"/>
            </a:xfrm>
            <a:custGeom>
              <a:avLst/>
              <a:gdLst>
                <a:gd name="T0" fmla="*/ 70 w 71"/>
                <a:gd name="T1" fmla="*/ 0 h 183"/>
                <a:gd name="T2" fmla="*/ 0 w 71"/>
                <a:gd name="T3" fmla="*/ 182 h 183"/>
                <a:gd name="T4" fmla="*/ 70 w 71"/>
                <a:gd name="T5" fmla="*/ 0 h 183"/>
                <a:gd name="T6" fmla="*/ 0 60000 65536"/>
                <a:gd name="T7" fmla="*/ 0 60000 65536"/>
                <a:gd name="T8" fmla="*/ 0 60000 65536"/>
                <a:gd name="T9" fmla="*/ 0 w 71"/>
                <a:gd name="T10" fmla="*/ 0 h 183"/>
                <a:gd name="T11" fmla="*/ 71 w 71"/>
                <a:gd name="T12" fmla="*/ 183 h 1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" h="183">
                  <a:moveTo>
                    <a:pt x="70" y="0"/>
                  </a:moveTo>
                  <a:lnTo>
                    <a:pt x="0" y="182"/>
                  </a:lnTo>
                  <a:lnTo>
                    <a:pt x="7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34" name="Freeform 65">
              <a:extLst>
                <a:ext uri="{FF2B5EF4-FFF2-40B4-BE49-F238E27FC236}">
                  <a16:creationId xmlns:a16="http://schemas.microsoft.com/office/drawing/2014/main" id="{E5748C6D-0292-7159-16ED-68481F8E1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6" y="3720"/>
              <a:ext cx="38" cy="65"/>
            </a:xfrm>
            <a:custGeom>
              <a:avLst/>
              <a:gdLst>
                <a:gd name="T0" fmla="*/ 37 w 38"/>
                <a:gd name="T1" fmla="*/ 11 h 65"/>
                <a:gd name="T2" fmla="*/ 0 w 38"/>
                <a:gd name="T3" fmla="*/ 64 h 65"/>
                <a:gd name="T4" fmla="*/ 7 w 38"/>
                <a:gd name="T5" fmla="*/ 0 h 65"/>
                <a:gd name="T6" fmla="*/ 37 w 38"/>
                <a:gd name="T7" fmla="*/ 11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"/>
                <a:gd name="T13" fmla="*/ 0 h 65"/>
                <a:gd name="T14" fmla="*/ 38 w 38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" h="65">
                  <a:moveTo>
                    <a:pt x="37" y="11"/>
                  </a:moveTo>
                  <a:lnTo>
                    <a:pt x="0" y="64"/>
                  </a:lnTo>
                  <a:lnTo>
                    <a:pt x="7" y="0"/>
                  </a:lnTo>
                  <a:lnTo>
                    <a:pt x="37" y="11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35" name="Freeform 66">
              <a:extLst>
                <a:ext uri="{FF2B5EF4-FFF2-40B4-BE49-F238E27FC236}">
                  <a16:creationId xmlns:a16="http://schemas.microsoft.com/office/drawing/2014/main" id="{AAD83EE6-8CF3-6F50-234E-CCA02FE1D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6" y="3608"/>
              <a:ext cx="78" cy="184"/>
            </a:xfrm>
            <a:custGeom>
              <a:avLst/>
              <a:gdLst>
                <a:gd name="T0" fmla="*/ 77 w 78"/>
                <a:gd name="T1" fmla="*/ 0 h 184"/>
                <a:gd name="T2" fmla="*/ 0 w 78"/>
                <a:gd name="T3" fmla="*/ 183 h 184"/>
                <a:gd name="T4" fmla="*/ 77 w 78"/>
                <a:gd name="T5" fmla="*/ 0 h 184"/>
                <a:gd name="T6" fmla="*/ 0 60000 65536"/>
                <a:gd name="T7" fmla="*/ 0 60000 65536"/>
                <a:gd name="T8" fmla="*/ 0 60000 65536"/>
                <a:gd name="T9" fmla="*/ 0 w 78"/>
                <a:gd name="T10" fmla="*/ 0 h 184"/>
                <a:gd name="T11" fmla="*/ 78 w 78"/>
                <a:gd name="T12" fmla="*/ 184 h 1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8" h="184">
                  <a:moveTo>
                    <a:pt x="77" y="0"/>
                  </a:moveTo>
                  <a:lnTo>
                    <a:pt x="0" y="183"/>
                  </a:lnTo>
                  <a:lnTo>
                    <a:pt x="7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36" name="Freeform 67">
              <a:extLst>
                <a:ext uri="{FF2B5EF4-FFF2-40B4-BE49-F238E27FC236}">
                  <a16:creationId xmlns:a16="http://schemas.microsoft.com/office/drawing/2014/main" id="{14031263-9983-D4B0-F3C3-68A3D5D19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6" y="3726"/>
              <a:ext cx="40" cy="66"/>
            </a:xfrm>
            <a:custGeom>
              <a:avLst/>
              <a:gdLst>
                <a:gd name="T0" fmla="*/ 39 w 40"/>
                <a:gd name="T1" fmla="*/ 12 h 66"/>
                <a:gd name="T2" fmla="*/ 0 w 40"/>
                <a:gd name="T3" fmla="*/ 65 h 66"/>
                <a:gd name="T4" fmla="*/ 10 w 40"/>
                <a:gd name="T5" fmla="*/ 0 h 66"/>
                <a:gd name="T6" fmla="*/ 39 w 40"/>
                <a:gd name="T7" fmla="*/ 12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66"/>
                <a:gd name="T14" fmla="*/ 40 w 40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66">
                  <a:moveTo>
                    <a:pt x="39" y="12"/>
                  </a:moveTo>
                  <a:lnTo>
                    <a:pt x="0" y="65"/>
                  </a:lnTo>
                  <a:lnTo>
                    <a:pt x="10" y="0"/>
                  </a:lnTo>
                  <a:lnTo>
                    <a:pt x="39" y="1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37" name="Freeform 68">
              <a:extLst>
                <a:ext uri="{FF2B5EF4-FFF2-40B4-BE49-F238E27FC236}">
                  <a16:creationId xmlns:a16="http://schemas.microsoft.com/office/drawing/2014/main" id="{01B9B540-61E9-BED4-9AB4-5A974BD25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3614"/>
              <a:ext cx="77" cy="178"/>
            </a:xfrm>
            <a:custGeom>
              <a:avLst/>
              <a:gdLst>
                <a:gd name="T0" fmla="*/ 76 w 77"/>
                <a:gd name="T1" fmla="*/ 0 h 178"/>
                <a:gd name="T2" fmla="*/ 0 w 77"/>
                <a:gd name="T3" fmla="*/ 177 h 178"/>
                <a:gd name="T4" fmla="*/ 76 w 77"/>
                <a:gd name="T5" fmla="*/ 0 h 178"/>
                <a:gd name="T6" fmla="*/ 0 60000 65536"/>
                <a:gd name="T7" fmla="*/ 0 60000 65536"/>
                <a:gd name="T8" fmla="*/ 0 60000 65536"/>
                <a:gd name="T9" fmla="*/ 0 w 77"/>
                <a:gd name="T10" fmla="*/ 0 h 178"/>
                <a:gd name="T11" fmla="*/ 77 w 77"/>
                <a:gd name="T12" fmla="*/ 178 h 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7" h="178">
                  <a:moveTo>
                    <a:pt x="76" y="0"/>
                  </a:moveTo>
                  <a:lnTo>
                    <a:pt x="0" y="177"/>
                  </a:lnTo>
                  <a:lnTo>
                    <a:pt x="76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38" name="Freeform 69">
              <a:extLst>
                <a:ext uri="{FF2B5EF4-FFF2-40B4-BE49-F238E27FC236}">
                  <a16:creationId xmlns:a16="http://schemas.microsoft.com/office/drawing/2014/main" id="{33F2DDB8-8A5D-15C8-5694-618DC4AA9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3726"/>
              <a:ext cx="41" cy="66"/>
            </a:xfrm>
            <a:custGeom>
              <a:avLst/>
              <a:gdLst>
                <a:gd name="T0" fmla="*/ 40 w 41"/>
                <a:gd name="T1" fmla="*/ 13 h 66"/>
                <a:gd name="T2" fmla="*/ 0 w 41"/>
                <a:gd name="T3" fmla="*/ 65 h 66"/>
                <a:gd name="T4" fmla="*/ 10 w 41"/>
                <a:gd name="T5" fmla="*/ 0 h 66"/>
                <a:gd name="T6" fmla="*/ 40 w 41"/>
                <a:gd name="T7" fmla="*/ 13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"/>
                <a:gd name="T13" fmla="*/ 0 h 66"/>
                <a:gd name="T14" fmla="*/ 41 w 4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" h="66">
                  <a:moveTo>
                    <a:pt x="40" y="13"/>
                  </a:moveTo>
                  <a:lnTo>
                    <a:pt x="0" y="65"/>
                  </a:lnTo>
                  <a:lnTo>
                    <a:pt x="10" y="0"/>
                  </a:lnTo>
                  <a:lnTo>
                    <a:pt x="40" y="13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39" name="Freeform 70">
              <a:extLst>
                <a:ext uri="{FF2B5EF4-FFF2-40B4-BE49-F238E27FC236}">
                  <a16:creationId xmlns:a16="http://schemas.microsoft.com/office/drawing/2014/main" id="{57D787A3-B8BC-CB07-D01A-0BA24F29A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9" y="3608"/>
              <a:ext cx="84" cy="177"/>
            </a:xfrm>
            <a:custGeom>
              <a:avLst/>
              <a:gdLst>
                <a:gd name="T0" fmla="*/ 83 w 84"/>
                <a:gd name="T1" fmla="*/ 0 h 177"/>
                <a:gd name="T2" fmla="*/ 0 w 84"/>
                <a:gd name="T3" fmla="*/ 176 h 177"/>
                <a:gd name="T4" fmla="*/ 83 w 84"/>
                <a:gd name="T5" fmla="*/ 0 h 177"/>
                <a:gd name="T6" fmla="*/ 0 60000 65536"/>
                <a:gd name="T7" fmla="*/ 0 60000 65536"/>
                <a:gd name="T8" fmla="*/ 0 60000 65536"/>
                <a:gd name="T9" fmla="*/ 0 w 84"/>
                <a:gd name="T10" fmla="*/ 0 h 177"/>
                <a:gd name="T11" fmla="*/ 84 w 84"/>
                <a:gd name="T12" fmla="*/ 177 h 1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" h="177">
                  <a:moveTo>
                    <a:pt x="83" y="0"/>
                  </a:moveTo>
                  <a:lnTo>
                    <a:pt x="0" y="176"/>
                  </a:lnTo>
                  <a:lnTo>
                    <a:pt x="83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40" name="Freeform 71">
              <a:extLst>
                <a:ext uri="{FF2B5EF4-FFF2-40B4-BE49-F238E27FC236}">
                  <a16:creationId xmlns:a16="http://schemas.microsoft.com/office/drawing/2014/main" id="{B6CE7352-8F6A-8C82-BC2D-934FFF457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9" y="3720"/>
              <a:ext cx="42" cy="65"/>
            </a:xfrm>
            <a:custGeom>
              <a:avLst/>
              <a:gdLst>
                <a:gd name="T0" fmla="*/ 41 w 42"/>
                <a:gd name="T1" fmla="*/ 14 h 65"/>
                <a:gd name="T2" fmla="*/ 0 w 42"/>
                <a:gd name="T3" fmla="*/ 64 h 65"/>
                <a:gd name="T4" fmla="*/ 13 w 42"/>
                <a:gd name="T5" fmla="*/ 0 h 65"/>
                <a:gd name="T6" fmla="*/ 41 w 42"/>
                <a:gd name="T7" fmla="*/ 14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2"/>
                <a:gd name="T13" fmla="*/ 0 h 65"/>
                <a:gd name="T14" fmla="*/ 42 w 42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2" h="65">
                  <a:moveTo>
                    <a:pt x="41" y="14"/>
                  </a:moveTo>
                  <a:lnTo>
                    <a:pt x="0" y="64"/>
                  </a:lnTo>
                  <a:lnTo>
                    <a:pt x="13" y="0"/>
                  </a:lnTo>
                  <a:lnTo>
                    <a:pt x="41" y="1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41" name="Freeform 72">
              <a:extLst>
                <a:ext uri="{FF2B5EF4-FFF2-40B4-BE49-F238E27FC236}">
                  <a16:creationId xmlns:a16="http://schemas.microsoft.com/office/drawing/2014/main" id="{495EFF01-B844-F951-DC7E-012A09039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3614"/>
              <a:ext cx="90" cy="171"/>
            </a:xfrm>
            <a:custGeom>
              <a:avLst/>
              <a:gdLst>
                <a:gd name="T0" fmla="*/ 89 w 90"/>
                <a:gd name="T1" fmla="*/ 0 h 171"/>
                <a:gd name="T2" fmla="*/ 0 w 90"/>
                <a:gd name="T3" fmla="*/ 170 h 171"/>
                <a:gd name="T4" fmla="*/ 89 w 90"/>
                <a:gd name="T5" fmla="*/ 0 h 171"/>
                <a:gd name="T6" fmla="*/ 0 60000 65536"/>
                <a:gd name="T7" fmla="*/ 0 60000 65536"/>
                <a:gd name="T8" fmla="*/ 0 60000 65536"/>
                <a:gd name="T9" fmla="*/ 0 w 90"/>
                <a:gd name="T10" fmla="*/ 0 h 171"/>
                <a:gd name="T11" fmla="*/ 90 w 90"/>
                <a:gd name="T12" fmla="*/ 171 h 1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" h="171">
                  <a:moveTo>
                    <a:pt x="89" y="0"/>
                  </a:moveTo>
                  <a:lnTo>
                    <a:pt x="0" y="170"/>
                  </a:lnTo>
                  <a:lnTo>
                    <a:pt x="89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42" name="Freeform 73">
              <a:extLst>
                <a:ext uri="{FF2B5EF4-FFF2-40B4-BE49-F238E27FC236}">
                  <a16:creationId xmlns:a16="http://schemas.microsoft.com/office/drawing/2014/main" id="{C15B373B-3266-D644-D948-C74E990B1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3721"/>
              <a:ext cx="44" cy="64"/>
            </a:xfrm>
            <a:custGeom>
              <a:avLst/>
              <a:gdLst>
                <a:gd name="T0" fmla="*/ 43 w 44"/>
                <a:gd name="T1" fmla="*/ 14 h 64"/>
                <a:gd name="T2" fmla="*/ 0 w 44"/>
                <a:gd name="T3" fmla="*/ 63 h 64"/>
                <a:gd name="T4" fmla="*/ 15 w 44"/>
                <a:gd name="T5" fmla="*/ 0 h 64"/>
                <a:gd name="T6" fmla="*/ 43 w 44"/>
                <a:gd name="T7" fmla="*/ 14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"/>
                <a:gd name="T13" fmla="*/ 0 h 64"/>
                <a:gd name="T14" fmla="*/ 44 w 44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" h="64">
                  <a:moveTo>
                    <a:pt x="43" y="14"/>
                  </a:moveTo>
                  <a:lnTo>
                    <a:pt x="0" y="63"/>
                  </a:lnTo>
                  <a:lnTo>
                    <a:pt x="15" y="0"/>
                  </a:lnTo>
                  <a:lnTo>
                    <a:pt x="43" y="1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43" name="Freeform 74">
              <a:extLst>
                <a:ext uri="{FF2B5EF4-FFF2-40B4-BE49-F238E27FC236}">
                  <a16:creationId xmlns:a16="http://schemas.microsoft.com/office/drawing/2014/main" id="{530098C5-9CF3-5A51-04FF-75C4693D8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" y="2712"/>
              <a:ext cx="198" cy="676"/>
            </a:xfrm>
            <a:custGeom>
              <a:avLst/>
              <a:gdLst>
                <a:gd name="T0" fmla="*/ 197 w 198"/>
                <a:gd name="T1" fmla="*/ 0 h 676"/>
                <a:gd name="T2" fmla="*/ 0 w 198"/>
                <a:gd name="T3" fmla="*/ 675 h 676"/>
                <a:gd name="T4" fmla="*/ 197 w 198"/>
                <a:gd name="T5" fmla="*/ 0 h 676"/>
                <a:gd name="T6" fmla="*/ 0 60000 65536"/>
                <a:gd name="T7" fmla="*/ 0 60000 65536"/>
                <a:gd name="T8" fmla="*/ 0 60000 65536"/>
                <a:gd name="T9" fmla="*/ 0 w 198"/>
                <a:gd name="T10" fmla="*/ 0 h 676"/>
                <a:gd name="T11" fmla="*/ 198 w 198"/>
                <a:gd name="T12" fmla="*/ 676 h 6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8" h="676">
                  <a:moveTo>
                    <a:pt x="197" y="0"/>
                  </a:moveTo>
                  <a:lnTo>
                    <a:pt x="0" y="675"/>
                  </a:lnTo>
                  <a:lnTo>
                    <a:pt x="19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44" name="Freeform 75">
              <a:extLst>
                <a:ext uri="{FF2B5EF4-FFF2-40B4-BE49-F238E27FC236}">
                  <a16:creationId xmlns:a16="http://schemas.microsoft.com/office/drawing/2014/main" id="{C214409D-4566-494C-AA91-CDF94E5B7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" y="3322"/>
              <a:ext cx="35" cy="66"/>
            </a:xfrm>
            <a:custGeom>
              <a:avLst/>
              <a:gdLst>
                <a:gd name="T0" fmla="*/ 34 w 35"/>
                <a:gd name="T1" fmla="*/ 9 h 66"/>
                <a:gd name="T2" fmla="*/ 0 w 35"/>
                <a:gd name="T3" fmla="*/ 65 h 66"/>
                <a:gd name="T4" fmla="*/ 3 w 35"/>
                <a:gd name="T5" fmla="*/ 0 h 66"/>
                <a:gd name="T6" fmla="*/ 34 w 35"/>
                <a:gd name="T7" fmla="*/ 9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"/>
                <a:gd name="T13" fmla="*/ 0 h 66"/>
                <a:gd name="T14" fmla="*/ 35 w 35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" h="66">
                  <a:moveTo>
                    <a:pt x="34" y="9"/>
                  </a:moveTo>
                  <a:lnTo>
                    <a:pt x="0" y="65"/>
                  </a:lnTo>
                  <a:lnTo>
                    <a:pt x="3" y="0"/>
                  </a:lnTo>
                  <a:lnTo>
                    <a:pt x="34" y="9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45" name="Freeform 76">
              <a:extLst>
                <a:ext uri="{FF2B5EF4-FFF2-40B4-BE49-F238E27FC236}">
                  <a16:creationId xmlns:a16="http://schemas.microsoft.com/office/drawing/2014/main" id="{425353EA-95DB-71EB-29F2-239D21002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" y="2833"/>
              <a:ext cx="305" cy="253"/>
            </a:xfrm>
            <a:custGeom>
              <a:avLst/>
              <a:gdLst>
                <a:gd name="T0" fmla="*/ 0 w 305"/>
                <a:gd name="T1" fmla="*/ 252 h 253"/>
                <a:gd name="T2" fmla="*/ 0 w 305"/>
                <a:gd name="T3" fmla="*/ 0 h 253"/>
                <a:gd name="T4" fmla="*/ 304 w 305"/>
                <a:gd name="T5" fmla="*/ 0 h 253"/>
                <a:gd name="T6" fmla="*/ 304 w 305"/>
                <a:gd name="T7" fmla="*/ 252 h 253"/>
                <a:gd name="T8" fmla="*/ 0 w 305"/>
                <a:gd name="T9" fmla="*/ 252 h 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5"/>
                <a:gd name="T16" fmla="*/ 0 h 253"/>
                <a:gd name="T17" fmla="*/ 305 w 305"/>
                <a:gd name="T18" fmla="*/ 253 h 2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5" h="253">
                  <a:moveTo>
                    <a:pt x="0" y="252"/>
                  </a:moveTo>
                  <a:lnTo>
                    <a:pt x="0" y="0"/>
                  </a:lnTo>
                  <a:lnTo>
                    <a:pt x="304" y="0"/>
                  </a:lnTo>
                  <a:lnTo>
                    <a:pt x="304" y="252"/>
                  </a:lnTo>
                  <a:lnTo>
                    <a:pt x="0" y="25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46" name="Freeform 77">
              <a:extLst>
                <a:ext uri="{FF2B5EF4-FFF2-40B4-BE49-F238E27FC236}">
                  <a16:creationId xmlns:a16="http://schemas.microsoft.com/office/drawing/2014/main" id="{584BA02A-9133-E0E1-E828-221CF469C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" y="2833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  <a:gd name="T6" fmla="*/ 0 60000 65536"/>
                <a:gd name="T7" fmla="*/ 0 60000 65536"/>
                <a:gd name="T8" fmla="*/ 0 60000 65536"/>
                <a:gd name="T9" fmla="*/ 0 w 1"/>
                <a:gd name="T10" fmla="*/ 0 h 253"/>
                <a:gd name="T11" fmla="*/ 1 w 1"/>
                <a:gd name="T12" fmla="*/ 253 h 2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47" name="Line 78">
              <a:extLst>
                <a:ext uri="{FF2B5EF4-FFF2-40B4-BE49-F238E27FC236}">
                  <a16:creationId xmlns:a16="http://schemas.microsoft.com/office/drawing/2014/main" id="{EF75ADAE-EBED-ADE5-8F5A-F388BA9152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26" y="2821"/>
              <a:ext cx="93" cy="11"/>
            </a:xfrm>
            <a:prstGeom prst="line">
              <a:avLst/>
            </a:prstGeom>
            <a:noFill/>
            <a:ln w="12700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48" name="Line 79">
              <a:extLst>
                <a:ext uri="{FF2B5EF4-FFF2-40B4-BE49-F238E27FC236}">
                  <a16:creationId xmlns:a16="http://schemas.microsoft.com/office/drawing/2014/main" id="{466E7787-516D-3985-39CA-BAFDDCCB67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5" y="2832"/>
              <a:ext cx="21" cy="3"/>
            </a:xfrm>
            <a:prstGeom prst="line">
              <a:avLst/>
            </a:prstGeom>
            <a:noFill/>
            <a:ln w="12700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49" name="Line 80">
              <a:extLst>
                <a:ext uri="{FF2B5EF4-FFF2-40B4-BE49-F238E27FC236}">
                  <a16:creationId xmlns:a16="http://schemas.microsoft.com/office/drawing/2014/main" id="{4F0B4208-CFB8-5504-8EDD-01D3716DAC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89" y="2835"/>
              <a:ext cx="16" cy="4"/>
            </a:xfrm>
            <a:prstGeom prst="line">
              <a:avLst/>
            </a:prstGeom>
            <a:noFill/>
            <a:ln w="12700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50" name="Line 81">
              <a:extLst>
                <a:ext uri="{FF2B5EF4-FFF2-40B4-BE49-F238E27FC236}">
                  <a16:creationId xmlns:a16="http://schemas.microsoft.com/office/drawing/2014/main" id="{EFEAAC20-0D0F-5BB7-6D84-5AF015D14F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70" y="2839"/>
              <a:ext cx="19" cy="10"/>
            </a:xfrm>
            <a:prstGeom prst="line">
              <a:avLst/>
            </a:prstGeom>
            <a:noFill/>
            <a:ln w="12700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51" name="Line 82">
              <a:extLst>
                <a:ext uri="{FF2B5EF4-FFF2-40B4-BE49-F238E27FC236}">
                  <a16:creationId xmlns:a16="http://schemas.microsoft.com/office/drawing/2014/main" id="{88F2CBDF-C6D8-6947-464C-0617736FBA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9" y="2849"/>
              <a:ext cx="1" cy="13"/>
            </a:xfrm>
            <a:prstGeom prst="line">
              <a:avLst/>
            </a:prstGeom>
            <a:noFill/>
            <a:ln w="12700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52" name="Line 83">
              <a:extLst>
                <a:ext uri="{FF2B5EF4-FFF2-40B4-BE49-F238E27FC236}">
                  <a16:creationId xmlns:a16="http://schemas.microsoft.com/office/drawing/2014/main" id="{BA6C01BC-E6DB-BEAC-8B18-5501A104DA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9" y="2862"/>
              <a:ext cx="18" cy="16"/>
            </a:xfrm>
            <a:prstGeom prst="line">
              <a:avLst/>
            </a:prstGeom>
            <a:noFill/>
            <a:ln w="12700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53" name="Line 84">
              <a:extLst>
                <a:ext uri="{FF2B5EF4-FFF2-40B4-BE49-F238E27FC236}">
                  <a16:creationId xmlns:a16="http://schemas.microsoft.com/office/drawing/2014/main" id="{2F990957-41D3-F06B-96C3-60CB35911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7" y="2878"/>
              <a:ext cx="16" cy="17"/>
            </a:xfrm>
            <a:prstGeom prst="line">
              <a:avLst/>
            </a:prstGeom>
            <a:noFill/>
            <a:ln w="12700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54" name="Line 85">
              <a:extLst>
                <a:ext uri="{FF2B5EF4-FFF2-40B4-BE49-F238E27FC236}">
                  <a16:creationId xmlns:a16="http://schemas.microsoft.com/office/drawing/2014/main" id="{EAE6756A-8D23-90C1-B0FC-7F9433B103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97" y="2895"/>
              <a:ext cx="6" cy="14"/>
            </a:xfrm>
            <a:prstGeom prst="line">
              <a:avLst/>
            </a:prstGeom>
            <a:noFill/>
            <a:ln w="12700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55" name="Line 86">
              <a:extLst>
                <a:ext uri="{FF2B5EF4-FFF2-40B4-BE49-F238E27FC236}">
                  <a16:creationId xmlns:a16="http://schemas.microsoft.com/office/drawing/2014/main" id="{ED9B22C4-1089-E792-D135-ED78C2C6C5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70" y="2909"/>
              <a:ext cx="27" cy="13"/>
            </a:xfrm>
            <a:prstGeom prst="line">
              <a:avLst/>
            </a:prstGeom>
            <a:noFill/>
            <a:ln w="12700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56" name="Line 87">
              <a:extLst>
                <a:ext uri="{FF2B5EF4-FFF2-40B4-BE49-F238E27FC236}">
                  <a16:creationId xmlns:a16="http://schemas.microsoft.com/office/drawing/2014/main" id="{7366E3C6-701A-CA58-276E-D459442FA5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9" y="2922"/>
              <a:ext cx="21" cy="5"/>
            </a:xfrm>
            <a:prstGeom prst="line">
              <a:avLst/>
            </a:prstGeom>
            <a:noFill/>
            <a:ln w="12700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57" name="Line 88">
              <a:extLst>
                <a:ext uri="{FF2B5EF4-FFF2-40B4-BE49-F238E27FC236}">
                  <a16:creationId xmlns:a16="http://schemas.microsoft.com/office/drawing/2014/main" id="{90A41D0C-FA0C-CAF8-A6F4-E72BE3B1E9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22" y="2927"/>
              <a:ext cx="27" cy="4"/>
            </a:xfrm>
            <a:prstGeom prst="line">
              <a:avLst/>
            </a:prstGeom>
            <a:noFill/>
            <a:ln w="12700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58" name="Line 89">
              <a:extLst>
                <a:ext uri="{FF2B5EF4-FFF2-40B4-BE49-F238E27FC236}">
                  <a16:creationId xmlns:a16="http://schemas.microsoft.com/office/drawing/2014/main" id="{8C2ABEE4-1F5E-FD00-B42B-C0E375DFBA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4" y="2931"/>
              <a:ext cx="118" cy="18"/>
            </a:xfrm>
            <a:prstGeom prst="line">
              <a:avLst/>
            </a:prstGeom>
            <a:noFill/>
            <a:ln w="12700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59" name="Freeform 90">
              <a:extLst>
                <a:ext uri="{FF2B5EF4-FFF2-40B4-BE49-F238E27FC236}">
                  <a16:creationId xmlns:a16="http://schemas.microsoft.com/office/drawing/2014/main" id="{2135F7AD-563E-5F80-D0F1-035E6188B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2927"/>
              <a:ext cx="60" cy="29"/>
            </a:xfrm>
            <a:custGeom>
              <a:avLst/>
              <a:gdLst>
                <a:gd name="T0" fmla="*/ 59 w 60"/>
                <a:gd name="T1" fmla="*/ 28 h 29"/>
                <a:gd name="T2" fmla="*/ 0 w 60"/>
                <a:gd name="T3" fmla="*/ 22 h 29"/>
                <a:gd name="T4" fmla="*/ 55 w 60"/>
                <a:gd name="T5" fmla="*/ 0 h 29"/>
                <a:gd name="T6" fmla="*/ 0 60000 65536"/>
                <a:gd name="T7" fmla="*/ 0 60000 65536"/>
                <a:gd name="T8" fmla="*/ 0 60000 65536"/>
                <a:gd name="T9" fmla="*/ 0 w 60"/>
                <a:gd name="T10" fmla="*/ 0 h 29"/>
                <a:gd name="T11" fmla="*/ 60 w 60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29">
                  <a:moveTo>
                    <a:pt x="59" y="28"/>
                  </a:moveTo>
                  <a:lnTo>
                    <a:pt x="0" y="22"/>
                  </a:lnTo>
                  <a:lnTo>
                    <a:pt x="55" y="0"/>
                  </a:lnTo>
                </a:path>
              </a:pathLst>
            </a:custGeom>
            <a:noFill/>
            <a:ln w="12700" cap="rnd">
              <a:solidFill>
                <a:srgbClr val="FF82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060" name="Rectangle 91">
              <a:extLst>
                <a:ext uri="{FF2B5EF4-FFF2-40B4-BE49-F238E27FC236}">
                  <a16:creationId xmlns:a16="http://schemas.microsoft.com/office/drawing/2014/main" id="{734A3BF8-4C17-0F8D-A9D3-8E97B90A5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4" y="3411"/>
              <a:ext cx="172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1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84061" name="Rectangle 92">
              <a:extLst>
                <a:ext uri="{FF2B5EF4-FFF2-40B4-BE49-F238E27FC236}">
                  <a16:creationId xmlns:a16="http://schemas.microsoft.com/office/drawing/2014/main" id="{FF26F484-B417-F55A-6519-23E91F2EF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3" y="3411"/>
              <a:ext cx="230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1">
                  <a:solidFill>
                    <a:srgbClr val="000000"/>
                  </a:solidFill>
                  <a:latin typeface="Arial" panose="020B0604020202020204" pitchFamily="34" charset="0"/>
                </a:rPr>
                <a:t>24</a:t>
              </a:r>
            </a:p>
          </p:txBody>
        </p:sp>
        <p:sp>
          <p:nvSpPr>
            <p:cNvPr id="84062" name="Rectangle 93">
              <a:extLst>
                <a:ext uri="{FF2B5EF4-FFF2-40B4-BE49-F238E27FC236}">
                  <a16:creationId xmlns:a16="http://schemas.microsoft.com/office/drawing/2014/main" id="{D7D5E889-84E3-F51F-2841-768C8129A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7" y="3411"/>
              <a:ext cx="230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1">
                  <a:solidFill>
                    <a:srgbClr val="000000"/>
                  </a:solidFill>
                  <a:latin typeface="Arial" panose="020B0604020202020204" pitchFamily="34" charset="0"/>
                </a:rPr>
                <a:t>30</a:t>
              </a:r>
            </a:p>
          </p:txBody>
        </p:sp>
        <p:sp>
          <p:nvSpPr>
            <p:cNvPr id="84063" name="Rectangle 94">
              <a:extLst>
                <a:ext uri="{FF2B5EF4-FFF2-40B4-BE49-F238E27FC236}">
                  <a16:creationId xmlns:a16="http://schemas.microsoft.com/office/drawing/2014/main" id="{47CCFA00-9891-E606-7FB7-03AFC47A5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0" y="2836"/>
              <a:ext cx="230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1">
                  <a:solidFill>
                    <a:srgbClr val="000000"/>
                  </a:solidFill>
                  <a:latin typeface="Arial" panose="020B0604020202020204" pitchFamily="34" charset="0"/>
                </a:rPr>
                <a:t>17</a:t>
              </a:r>
            </a:p>
          </p:txBody>
        </p:sp>
        <p:sp>
          <p:nvSpPr>
            <p:cNvPr id="84064" name="Rectangle 95">
              <a:extLst>
                <a:ext uri="{FF2B5EF4-FFF2-40B4-BE49-F238E27FC236}">
                  <a16:creationId xmlns:a16="http://schemas.microsoft.com/office/drawing/2014/main" id="{F6AE86E7-F518-64A5-359C-3B8A091D5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3411"/>
              <a:ext cx="230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1">
                  <a:solidFill>
                    <a:srgbClr val="000000"/>
                  </a:solidFill>
                  <a:latin typeface="Arial" panose="020B0604020202020204" pitchFamily="34" charset="0"/>
                </a:rPr>
                <a:t>13</a:t>
              </a:r>
            </a:p>
          </p:txBody>
        </p:sp>
        <p:sp>
          <p:nvSpPr>
            <p:cNvPr id="84065" name="Rectangle 96">
              <a:extLst>
                <a:ext uri="{FF2B5EF4-FFF2-40B4-BE49-F238E27FC236}">
                  <a16:creationId xmlns:a16="http://schemas.microsoft.com/office/drawing/2014/main" id="{64730F6F-2371-2C90-AF71-0A6E6589D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671"/>
              <a:ext cx="200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FF8200"/>
                  </a:solidFill>
                  <a:latin typeface="Arial" panose="020B0604020202020204" pitchFamily="34" charset="0"/>
                </a:rPr>
                <a:t>Entry to be inserted in parent node.</a:t>
              </a:r>
            </a:p>
          </p:txBody>
        </p:sp>
        <p:sp>
          <p:nvSpPr>
            <p:cNvPr id="84066" name="Rectangle 97">
              <a:extLst>
                <a:ext uri="{FF2B5EF4-FFF2-40B4-BE49-F238E27FC236}">
                  <a16:creationId xmlns:a16="http://schemas.microsoft.com/office/drawing/2014/main" id="{14063348-8268-ECD2-4EC5-1A9234BD1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790"/>
              <a:ext cx="2006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FF8200"/>
                  </a:solidFill>
                  <a:latin typeface="Arial" panose="020B0604020202020204" pitchFamily="34" charset="0"/>
                </a:rPr>
                <a:t>(Note that 17 is pushed up and only</a:t>
              </a:r>
            </a:p>
          </p:txBody>
        </p:sp>
        <p:sp>
          <p:nvSpPr>
            <p:cNvPr id="84067" name="Rectangle 98">
              <a:extLst>
                <a:ext uri="{FF2B5EF4-FFF2-40B4-BE49-F238E27FC236}">
                  <a16:creationId xmlns:a16="http://schemas.microsoft.com/office/drawing/2014/main" id="{04AFB0C5-D9A9-689D-4C72-CFAB215EB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998"/>
              <a:ext cx="1215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FF8200"/>
                  </a:solidFill>
                  <a:latin typeface="Arial" panose="020B0604020202020204" pitchFamily="34" charset="0"/>
                </a:rPr>
                <a:t>this with a leaf split.)</a:t>
              </a:r>
            </a:p>
          </p:txBody>
        </p:sp>
        <p:sp>
          <p:nvSpPr>
            <p:cNvPr id="84068" name="Rectangle 99">
              <a:extLst>
                <a:ext uri="{FF2B5EF4-FFF2-40B4-BE49-F238E27FC236}">
                  <a16:creationId xmlns:a16="http://schemas.microsoft.com/office/drawing/2014/main" id="{C0BFDEC0-6A3A-D034-410C-77203C83A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2790"/>
              <a:ext cx="68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84069" name="Rectangle 100">
              <a:extLst>
                <a:ext uri="{FF2B5EF4-FFF2-40B4-BE49-F238E27FC236}">
                  <a16:creationId xmlns:a16="http://schemas.microsoft.com/office/drawing/2014/main" id="{D0033A19-5C56-21D1-0030-6B363D476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4" y="2790"/>
              <a:ext cx="31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84070" name="Arc 101">
              <a:extLst>
                <a:ext uri="{FF2B5EF4-FFF2-40B4-BE49-F238E27FC236}">
                  <a16:creationId xmlns:a16="http://schemas.microsoft.com/office/drawing/2014/main" id="{31725A7F-77BC-CEE6-B426-55B7DEF81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3026"/>
              <a:ext cx="192" cy="3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4">
            <a:extLst>
              <a:ext uri="{FF2B5EF4-FFF2-40B4-BE49-F238E27FC236}">
                <a16:creationId xmlns:a16="http://schemas.microsoft.com/office/drawing/2014/main" id="{CA0A07B9-9178-29AF-CC8F-B937D9842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Verdana" panose="020B060403050404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785AF281-430A-93AF-17B2-6FA1C0792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FFC63541-BF71-5C3A-D8FE-D553DA871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21AD4C3C-7B0E-2169-9B80-4C5851915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Example B+ Tree After Inserting 8*</a:t>
            </a:r>
          </a:p>
        </p:txBody>
      </p:sp>
      <p:sp>
        <p:nvSpPr>
          <p:cNvPr id="86022" name="Rectangle 5">
            <a:extLst>
              <a:ext uri="{FF2B5EF4-FFF2-40B4-BE49-F238E27FC236}">
                <a16:creationId xmlns:a16="http://schemas.microsoft.com/office/drawing/2014/main" id="{1E7758E8-5FF4-E98C-8191-20F99BB39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" y="4938713"/>
            <a:ext cx="796448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>
                <a:latin typeface="Book Antiqua" panose="02040602050305030304" pitchFamily="18" charset="0"/>
              </a:rPr>
              <a:t> Notice that root was split, leading to increase in height.</a:t>
            </a:r>
          </a:p>
        </p:txBody>
      </p:sp>
      <p:sp>
        <p:nvSpPr>
          <p:cNvPr id="86023" name="Rectangle 6">
            <a:extLst>
              <a:ext uri="{FF2B5EF4-FFF2-40B4-BE49-F238E27FC236}">
                <a16:creationId xmlns:a16="http://schemas.microsoft.com/office/drawing/2014/main" id="{9F2DD198-2285-A705-9286-7797AF817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5472113"/>
            <a:ext cx="8026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>
                <a:latin typeface="Book Antiqua" panose="02040602050305030304" pitchFamily="18" charset="0"/>
              </a:rPr>
              <a:t> In this example, we can avoid split by re-distributing             entries; however, this is usually not done in practice.</a:t>
            </a:r>
          </a:p>
        </p:txBody>
      </p:sp>
      <p:sp>
        <p:nvSpPr>
          <p:cNvPr id="86024" name="Freeform 7">
            <a:extLst>
              <a:ext uri="{FF2B5EF4-FFF2-40B4-BE49-F238E27FC236}">
                <a16:creationId xmlns:a16="http://schemas.microsoft.com/office/drawing/2014/main" id="{C55EEF8D-D882-DE64-B1C9-7B06E8BF348B}"/>
              </a:ext>
            </a:extLst>
          </p:cNvPr>
          <p:cNvSpPr>
            <a:spLocks/>
          </p:cNvSpPr>
          <p:nvPr/>
        </p:nvSpPr>
        <p:spPr bwMode="auto">
          <a:xfrm>
            <a:off x="293688" y="3711575"/>
            <a:ext cx="327025" cy="325438"/>
          </a:xfrm>
          <a:custGeom>
            <a:avLst/>
            <a:gdLst>
              <a:gd name="T0" fmla="*/ 0 w 206"/>
              <a:gd name="T1" fmla="*/ 51411266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2665 h 205"/>
              <a:gd name="T8" fmla="*/ 0 w 206"/>
              <a:gd name="T9" fmla="*/ 51411266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25" name="Freeform 8">
            <a:extLst>
              <a:ext uri="{FF2B5EF4-FFF2-40B4-BE49-F238E27FC236}">
                <a16:creationId xmlns:a16="http://schemas.microsoft.com/office/drawing/2014/main" id="{5BABAD18-9886-34E2-C41B-A2587203368F}"/>
              </a:ext>
            </a:extLst>
          </p:cNvPr>
          <p:cNvSpPr>
            <a:spLocks/>
          </p:cNvSpPr>
          <p:nvPr/>
        </p:nvSpPr>
        <p:spPr bwMode="auto">
          <a:xfrm>
            <a:off x="619125" y="3711575"/>
            <a:ext cx="325438" cy="325438"/>
          </a:xfrm>
          <a:custGeom>
            <a:avLst/>
            <a:gdLst>
              <a:gd name="T0" fmla="*/ 0 w 205"/>
              <a:gd name="T1" fmla="*/ 514112665 h 205"/>
              <a:gd name="T2" fmla="*/ 0 w 205"/>
              <a:gd name="T3" fmla="*/ 0 h 205"/>
              <a:gd name="T4" fmla="*/ 514112665 w 205"/>
              <a:gd name="T5" fmla="*/ 0 h 205"/>
              <a:gd name="T6" fmla="*/ 514112665 w 205"/>
              <a:gd name="T7" fmla="*/ 514112665 h 205"/>
              <a:gd name="T8" fmla="*/ 0 w 205"/>
              <a:gd name="T9" fmla="*/ 51411266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26" name="Freeform 9">
            <a:extLst>
              <a:ext uri="{FF2B5EF4-FFF2-40B4-BE49-F238E27FC236}">
                <a16:creationId xmlns:a16="http://schemas.microsoft.com/office/drawing/2014/main" id="{5FEB5F12-6308-1E4E-B209-7F26AE5E9AE3}"/>
              </a:ext>
            </a:extLst>
          </p:cNvPr>
          <p:cNvSpPr>
            <a:spLocks/>
          </p:cNvSpPr>
          <p:nvPr/>
        </p:nvSpPr>
        <p:spPr bwMode="auto">
          <a:xfrm>
            <a:off x="942975" y="3711575"/>
            <a:ext cx="327025" cy="325438"/>
          </a:xfrm>
          <a:custGeom>
            <a:avLst/>
            <a:gdLst>
              <a:gd name="T0" fmla="*/ 0 w 206"/>
              <a:gd name="T1" fmla="*/ 51411266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2665 h 205"/>
              <a:gd name="T8" fmla="*/ 0 w 206"/>
              <a:gd name="T9" fmla="*/ 51411266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27" name="Freeform 10">
            <a:extLst>
              <a:ext uri="{FF2B5EF4-FFF2-40B4-BE49-F238E27FC236}">
                <a16:creationId xmlns:a16="http://schemas.microsoft.com/office/drawing/2014/main" id="{8AEF829F-6493-4ABB-F381-8DCC954E89AB}"/>
              </a:ext>
            </a:extLst>
          </p:cNvPr>
          <p:cNvSpPr>
            <a:spLocks/>
          </p:cNvSpPr>
          <p:nvPr/>
        </p:nvSpPr>
        <p:spPr bwMode="auto">
          <a:xfrm>
            <a:off x="1268413" y="3711575"/>
            <a:ext cx="325437" cy="325438"/>
          </a:xfrm>
          <a:custGeom>
            <a:avLst/>
            <a:gdLst>
              <a:gd name="T0" fmla="*/ 0 w 205"/>
              <a:gd name="T1" fmla="*/ 514112665 h 205"/>
              <a:gd name="T2" fmla="*/ 0 w 205"/>
              <a:gd name="T3" fmla="*/ 0 h 205"/>
              <a:gd name="T4" fmla="*/ 514111085 w 205"/>
              <a:gd name="T5" fmla="*/ 0 h 205"/>
              <a:gd name="T6" fmla="*/ 514111085 w 205"/>
              <a:gd name="T7" fmla="*/ 514112665 h 205"/>
              <a:gd name="T8" fmla="*/ 0 w 205"/>
              <a:gd name="T9" fmla="*/ 51411266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28" name="Rectangle 11">
            <a:extLst>
              <a:ext uri="{FF2B5EF4-FFF2-40B4-BE49-F238E27FC236}">
                <a16:creationId xmlns:a16="http://schemas.microsoft.com/office/drawing/2014/main" id="{CED1423C-1CC5-0B8F-8E52-FC8178A88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69093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2*</a:t>
            </a:r>
          </a:p>
        </p:txBody>
      </p:sp>
      <p:sp>
        <p:nvSpPr>
          <p:cNvPr id="86029" name="Rectangle 12">
            <a:extLst>
              <a:ext uri="{FF2B5EF4-FFF2-40B4-BE49-F238E27FC236}">
                <a16:creationId xmlns:a16="http://schemas.microsoft.com/office/drawing/2014/main" id="{D38800AB-D1BF-DA7D-D7EA-F04DC213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369093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3*</a:t>
            </a:r>
          </a:p>
        </p:txBody>
      </p:sp>
      <p:sp>
        <p:nvSpPr>
          <p:cNvPr id="86030" name="Freeform 13">
            <a:extLst>
              <a:ext uri="{FF2B5EF4-FFF2-40B4-BE49-F238E27FC236}">
                <a16:creationId xmlns:a16="http://schemas.microsoft.com/office/drawing/2014/main" id="{8A63C2AA-2329-B40B-CDC2-D2990F20612C}"/>
              </a:ext>
            </a:extLst>
          </p:cNvPr>
          <p:cNvSpPr>
            <a:spLocks/>
          </p:cNvSpPr>
          <p:nvPr/>
        </p:nvSpPr>
        <p:spPr bwMode="auto">
          <a:xfrm>
            <a:off x="3462338" y="2093913"/>
            <a:ext cx="487362" cy="404812"/>
          </a:xfrm>
          <a:custGeom>
            <a:avLst/>
            <a:gdLst>
              <a:gd name="T0" fmla="*/ 0 w 307"/>
              <a:gd name="T1" fmla="*/ 640118897 h 255"/>
              <a:gd name="T2" fmla="*/ 0 w 307"/>
              <a:gd name="T3" fmla="*/ 0 h 255"/>
              <a:gd name="T4" fmla="*/ 771167021 w 307"/>
              <a:gd name="T5" fmla="*/ 0 h 255"/>
              <a:gd name="T6" fmla="*/ 771167021 w 307"/>
              <a:gd name="T7" fmla="*/ 640118897 h 255"/>
              <a:gd name="T8" fmla="*/ 0 w 307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31" name="Freeform 14">
            <a:extLst>
              <a:ext uri="{FF2B5EF4-FFF2-40B4-BE49-F238E27FC236}">
                <a16:creationId xmlns:a16="http://schemas.microsoft.com/office/drawing/2014/main" id="{FB1FDAD2-9B9D-A944-1C9E-16394B7C5902}"/>
              </a:ext>
            </a:extLst>
          </p:cNvPr>
          <p:cNvSpPr>
            <a:spLocks/>
          </p:cNvSpPr>
          <p:nvPr/>
        </p:nvSpPr>
        <p:spPr bwMode="auto">
          <a:xfrm>
            <a:off x="3541713" y="2093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32" name="Freeform 15">
            <a:extLst>
              <a:ext uri="{FF2B5EF4-FFF2-40B4-BE49-F238E27FC236}">
                <a16:creationId xmlns:a16="http://schemas.microsoft.com/office/drawing/2014/main" id="{52E591C3-3C0F-C336-FC57-0AAD5CB93082}"/>
              </a:ext>
            </a:extLst>
          </p:cNvPr>
          <p:cNvSpPr>
            <a:spLocks/>
          </p:cNvSpPr>
          <p:nvPr/>
        </p:nvSpPr>
        <p:spPr bwMode="auto">
          <a:xfrm>
            <a:off x="3948113" y="209391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33" name="Freeform 16">
            <a:extLst>
              <a:ext uri="{FF2B5EF4-FFF2-40B4-BE49-F238E27FC236}">
                <a16:creationId xmlns:a16="http://schemas.microsoft.com/office/drawing/2014/main" id="{DE0C2566-1F5B-6BA9-B7E4-08F43AEAA644}"/>
              </a:ext>
            </a:extLst>
          </p:cNvPr>
          <p:cNvSpPr>
            <a:spLocks/>
          </p:cNvSpPr>
          <p:nvPr/>
        </p:nvSpPr>
        <p:spPr bwMode="auto">
          <a:xfrm>
            <a:off x="4029075" y="2093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34" name="Freeform 17">
            <a:extLst>
              <a:ext uri="{FF2B5EF4-FFF2-40B4-BE49-F238E27FC236}">
                <a16:creationId xmlns:a16="http://schemas.microsoft.com/office/drawing/2014/main" id="{079200B0-9D78-F060-1594-749F78DFA445}"/>
              </a:ext>
            </a:extLst>
          </p:cNvPr>
          <p:cNvSpPr>
            <a:spLocks/>
          </p:cNvSpPr>
          <p:nvPr/>
        </p:nvSpPr>
        <p:spPr bwMode="auto">
          <a:xfrm>
            <a:off x="4435475" y="209391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35" name="Freeform 18">
            <a:extLst>
              <a:ext uri="{FF2B5EF4-FFF2-40B4-BE49-F238E27FC236}">
                <a16:creationId xmlns:a16="http://schemas.microsoft.com/office/drawing/2014/main" id="{7BC4D0BD-E31E-BCE5-21E8-F6BE7F04BB08}"/>
              </a:ext>
            </a:extLst>
          </p:cNvPr>
          <p:cNvSpPr>
            <a:spLocks/>
          </p:cNvSpPr>
          <p:nvPr/>
        </p:nvSpPr>
        <p:spPr bwMode="auto">
          <a:xfrm>
            <a:off x="4516438" y="2093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36" name="Freeform 19">
            <a:extLst>
              <a:ext uri="{FF2B5EF4-FFF2-40B4-BE49-F238E27FC236}">
                <a16:creationId xmlns:a16="http://schemas.microsoft.com/office/drawing/2014/main" id="{83B54471-164A-9A51-03AF-72461C2C5DEF}"/>
              </a:ext>
            </a:extLst>
          </p:cNvPr>
          <p:cNvSpPr>
            <a:spLocks/>
          </p:cNvSpPr>
          <p:nvPr/>
        </p:nvSpPr>
        <p:spPr bwMode="auto">
          <a:xfrm>
            <a:off x="4922838" y="209391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37" name="Freeform 20">
            <a:extLst>
              <a:ext uri="{FF2B5EF4-FFF2-40B4-BE49-F238E27FC236}">
                <a16:creationId xmlns:a16="http://schemas.microsoft.com/office/drawing/2014/main" id="{9C7C78A5-FB82-9A5E-A5F2-93CE7C606E56}"/>
              </a:ext>
            </a:extLst>
          </p:cNvPr>
          <p:cNvSpPr>
            <a:spLocks/>
          </p:cNvSpPr>
          <p:nvPr/>
        </p:nvSpPr>
        <p:spPr bwMode="auto">
          <a:xfrm>
            <a:off x="5003800" y="2093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38" name="Freeform 21">
            <a:extLst>
              <a:ext uri="{FF2B5EF4-FFF2-40B4-BE49-F238E27FC236}">
                <a16:creationId xmlns:a16="http://schemas.microsoft.com/office/drawing/2014/main" id="{D7E4E5E3-F3B8-A3E2-E661-AFEB50037259}"/>
              </a:ext>
            </a:extLst>
          </p:cNvPr>
          <p:cNvSpPr>
            <a:spLocks/>
          </p:cNvSpPr>
          <p:nvPr/>
        </p:nvSpPr>
        <p:spPr bwMode="auto">
          <a:xfrm>
            <a:off x="5410200" y="2093913"/>
            <a:ext cx="82550" cy="404812"/>
          </a:xfrm>
          <a:custGeom>
            <a:avLst/>
            <a:gdLst>
              <a:gd name="T0" fmla="*/ 0 w 52"/>
              <a:gd name="T1" fmla="*/ 640118897 h 255"/>
              <a:gd name="T2" fmla="*/ 0 w 52"/>
              <a:gd name="T3" fmla="*/ 0 h 255"/>
              <a:gd name="T4" fmla="*/ 128528763 w 52"/>
              <a:gd name="T5" fmla="*/ 0 h 255"/>
              <a:gd name="T6" fmla="*/ 128528763 w 52"/>
              <a:gd name="T7" fmla="*/ 640118897 h 255"/>
              <a:gd name="T8" fmla="*/ 0 w 52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39" name="Freeform 22">
            <a:extLst>
              <a:ext uri="{FF2B5EF4-FFF2-40B4-BE49-F238E27FC236}">
                <a16:creationId xmlns:a16="http://schemas.microsoft.com/office/drawing/2014/main" id="{283E3D69-513C-50BA-697B-02D5DF235E50}"/>
              </a:ext>
            </a:extLst>
          </p:cNvPr>
          <p:cNvSpPr>
            <a:spLocks/>
          </p:cNvSpPr>
          <p:nvPr/>
        </p:nvSpPr>
        <p:spPr bwMode="auto">
          <a:xfrm>
            <a:off x="3074988" y="37195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40" name="Freeform 23">
            <a:extLst>
              <a:ext uri="{FF2B5EF4-FFF2-40B4-BE49-F238E27FC236}">
                <a16:creationId xmlns:a16="http://schemas.microsoft.com/office/drawing/2014/main" id="{1DC6DAE6-0D8C-8DF3-76E2-83CB7E4833CD}"/>
              </a:ext>
            </a:extLst>
          </p:cNvPr>
          <p:cNvSpPr>
            <a:spLocks/>
          </p:cNvSpPr>
          <p:nvPr/>
        </p:nvSpPr>
        <p:spPr bwMode="auto">
          <a:xfrm>
            <a:off x="3400425" y="37195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41" name="Freeform 24">
            <a:extLst>
              <a:ext uri="{FF2B5EF4-FFF2-40B4-BE49-F238E27FC236}">
                <a16:creationId xmlns:a16="http://schemas.microsoft.com/office/drawing/2014/main" id="{A3FEA25F-9528-1326-2481-5BEE19E33F18}"/>
              </a:ext>
            </a:extLst>
          </p:cNvPr>
          <p:cNvSpPr>
            <a:spLocks/>
          </p:cNvSpPr>
          <p:nvPr/>
        </p:nvSpPr>
        <p:spPr bwMode="auto">
          <a:xfrm>
            <a:off x="3725863" y="3719513"/>
            <a:ext cx="325437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1085 w 205"/>
              <a:gd name="T5" fmla="*/ 0 h 205"/>
              <a:gd name="T6" fmla="*/ 51411108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42" name="Freeform 25">
            <a:extLst>
              <a:ext uri="{FF2B5EF4-FFF2-40B4-BE49-F238E27FC236}">
                <a16:creationId xmlns:a16="http://schemas.microsoft.com/office/drawing/2014/main" id="{7643807B-097D-983C-DFCC-F4669C698E80}"/>
              </a:ext>
            </a:extLst>
          </p:cNvPr>
          <p:cNvSpPr>
            <a:spLocks/>
          </p:cNvSpPr>
          <p:nvPr/>
        </p:nvSpPr>
        <p:spPr bwMode="auto">
          <a:xfrm>
            <a:off x="4049713" y="37195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43" name="Freeform 26">
            <a:extLst>
              <a:ext uri="{FF2B5EF4-FFF2-40B4-BE49-F238E27FC236}">
                <a16:creationId xmlns:a16="http://schemas.microsoft.com/office/drawing/2014/main" id="{AF62A792-B96E-FA17-AAC7-7F14C75ECA56}"/>
              </a:ext>
            </a:extLst>
          </p:cNvPr>
          <p:cNvSpPr>
            <a:spLocks/>
          </p:cNvSpPr>
          <p:nvPr/>
        </p:nvSpPr>
        <p:spPr bwMode="auto">
          <a:xfrm>
            <a:off x="4486275" y="37195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44" name="Freeform 27">
            <a:extLst>
              <a:ext uri="{FF2B5EF4-FFF2-40B4-BE49-F238E27FC236}">
                <a16:creationId xmlns:a16="http://schemas.microsoft.com/office/drawing/2014/main" id="{1CA61FA7-7871-4EB9-D2F7-289DA80A74EC}"/>
              </a:ext>
            </a:extLst>
          </p:cNvPr>
          <p:cNvSpPr>
            <a:spLocks/>
          </p:cNvSpPr>
          <p:nvPr/>
        </p:nvSpPr>
        <p:spPr bwMode="auto">
          <a:xfrm>
            <a:off x="4811713" y="37195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45" name="Freeform 28">
            <a:extLst>
              <a:ext uri="{FF2B5EF4-FFF2-40B4-BE49-F238E27FC236}">
                <a16:creationId xmlns:a16="http://schemas.microsoft.com/office/drawing/2014/main" id="{731B37D3-67D4-800C-1297-2BE025A6B314}"/>
              </a:ext>
            </a:extLst>
          </p:cNvPr>
          <p:cNvSpPr>
            <a:spLocks/>
          </p:cNvSpPr>
          <p:nvPr/>
        </p:nvSpPr>
        <p:spPr bwMode="auto">
          <a:xfrm>
            <a:off x="5137150" y="3719513"/>
            <a:ext cx="323850" cy="325437"/>
          </a:xfrm>
          <a:custGeom>
            <a:avLst/>
            <a:gdLst>
              <a:gd name="T0" fmla="*/ 0 w 204"/>
              <a:gd name="T1" fmla="*/ 514111085 h 205"/>
              <a:gd name="T2" fmla="*/ 0 w 204"/>
              <a:gd name="T3" fmla="*/ 0 h 205"/>
              <a:gd name="T4" fmla="*/ 511592513 w 204"/>
              <a:gd name="T5" fmla="*/ 0 h 205"/>
              <a:gd name="T6" fmla="*/ 511592513 w 204"/>
              <a:gd name="T7" fmla="*/ 514111085 h 205"/>
              <a:gd name="T8" fmla="*/ 0 w 204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4"/>
              <a:gd name="T16" fmla="*/ 0 h 205"/>
              <a:gd name="T17" fmla="*/ 204 w 204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4" h="205">
                <a:moveTo>
                  <a:pt x="0" y="204"/>
                </a:moveTo>
                <a:lnTo>
                  <a:pt x="0" y="0"/>
                </a:lnTo>
                <a:lnTo>
                  <a:pt x="203" y="0"/>
                </a:lnTo>
                <a:lnTo>
                  <a:pt x="203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46" name="Freeform 29">
            <a:extLst>
              <a:ext uri="{FF2B5EF4-FFF2-40B4-BE49-F238E27FC236}">
                <a16:creationId xmlns:a16="http://schemas.microsoft.com/office/drawing/2014/main" id="{C43D0F0C-BE72-DEE2-435A-D2ACAA69874F}"/>
              </a:ext>
            </a:extLst>
          </p:cNvPr>
          <p:cNvSpPr>
            <a:spLocks/>
          </p:cNvSpPr>
          <p:nvPr/>
        </p:nvSpPr>
        <p:spPr bwMode="auto">
          <a:xfrm>
            <a:off x="5459413" y="37195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47" name="Freeform 30">
            <a:extLst>
              <a:ext uri="{FF2B5EF4-FFF2-40B4-BE49-F238E27FC236}">
                <a16:creationId xmlns:a16="http://schemas.microsoft.com/office/drawing/2014/main" id="{E038DCCA-2CD1-9602-B3DA-4503EF92C62D}"/>
              </a:ext>
            </a:extLst>
          </p:cNvPr>
          <p:cNvSpPr>
            <a:spLocks/>
          </p:cNvSpPr>
          <p:nvPr/>
        </p:nvSpPr>
        <p:spPr bwMode="auto">
          <a:xfrm>
            <a:off x="5897563" y="37195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48" name="Freeform 31">
            <a:extLst>
              <a:ext uri="{FF2B5EF4-FFF2-40B4-BE49-F238E27FC236}">
                <a16:creationId xmlns:a16="http://schemas.microsoft.com/office/drawing/2014/main" id="{7D38C47C-3C83-88E1-4A92-FD32C565237E}"/>
              </a:ext>
            </a:extLst>
          </p:cNvPr>
          <p:cNvSpPr>
            <a:spLocks/>
          </p:cNvSpPr>
          <p:nvPr/>
        </p:nvSpPr>
        <p:spPr bwMode="auto">
          <a:xfrm>
            <a:off x="6223000" y="3719513"/>
            <a:ext cx="325438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2665 w 205"/>
              <a:gd name="T5" fmla="*/ 0 h 205"/>
              <a:gd name="T6" fmla="*/ 51411266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49" name="Freeform 32">
            <a:extLst>
              <a:ext uri="{FF2B5EF4-FFF2-40B4-BE49-F238E27FC236}">
                <a16:creationId xmlns:a16="http://schemas.microsoft.com/office/drawing/2014/main" id="{152066FB-3B01-65AD-9ACF-07FA1B2FDB63}"/>
              </a:ext>
            </a:extLst>
          </p:cNvPr>
          <p:cNvSpPr>
            <a:spLocks/>
          </p:cNvSpPr>
          <p:nvPr/>
        </p:nvSpPr>
        <p:spPr bwMode="auto">
          <a:xfrm>
            <a:off x="6546850" y="3719513"/>
            <a:ext cx="325438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2665 w 205"/>
              <a:gd name="T5" fmla="*/ 0 h 205"/>
              <a:gd name="T6" fmla="*/ 51411266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50" name="Freeform 33">
            <a:extLst>
              <a:ext uri="{FF2B5EF4-FFF2-40B4-BE49-F238E27FC236}">
                <a16:creationId xmlns:a16="http://schemas.microsoft.com/office/drawing/2014/main" id="{06BD25CD-B793-8F5E-7912-A95B6322EEC8}"/>
              </a:ext>
            </a:extLst>
          </p:cNvPr>
          <p:cNvSpPr>
            <a:spLocks/>
          </p:cNvSpPr>
          <p:nvPr/>
        </p:nvSpPr>
        <p:spPr bwMode="auto">
          <a:xfrm>
            <a:off x="6870700" y="37195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51" name="Freeform 34">
            <a:extLst>
              <a:ext uri="{FF2B5EF4-FFF2-40B4-BE49-F238E27FC236}">
                <a16:creationId xmlns:a16="http://schemas.microsoft.com/office/drawing/2014/main" id="{0FEB3113-A92A-7ABC-22CD-9588FBFD0398}"/>
              </a:ext>
            </a:extLst>
          </p:cNvPr>
          <p:cNvSpPr>
            <a:spLocks/>
          </p:cNvSpPr>
          <p:nvPr/>
        </p:nvSpPr>
        <p:spPr bwMode="auto">
          <a:xfrm>
            <a:off x="7297738" y="37195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52" name="Freeform 35">
            <a:extLst>
              <a:ext uri="{FF2B5EF4-FFF2-40B4-BE49-F238E27FC236}">
                <a16:creationId xmlns:a16="http://schemas.microsoft.com/office/drawing/2014/main" id="{E9DCFEFD-D012-91F3-66A7-AA055291C6C0}"/>
              </a:ext>
            </a:extLst>
          </p:cNvPr>
          <p:cNvSpPr>
            <a:spLocks/>
          </p:cNvSpPr>
          <p:nvPr/>
        </p:nvSpPr>
        <p:spPr bwMode="auto">
          <a:xfrm>
            <a:off x="7623175" y="3719513"/>
            <a:ext cx="325438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2665 w 205"/>
              <a:gd name="T5" fmla="*/ 0 h 205"/>
              <a:gd name="T6" fmla="*/ 51411266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53" name="Freeform 36">
            <a:extLst>
              <a:ext uri="{FF2B5EF4-FFF2-40B4-BE49-F238E27FC236}">
                <a16:creationId xmlns:a16="http://schemas.microsoft.com/office/drawing/2014/main" id="{48F90E07-D59D-0787-12DE-B6BBB3198A38}"/>
              </a:ext>
            </a:extLst>
          </p:cNvPr>
          <p:cNvSpPr>
            <a:spLocks/>
          </p:cNvSpPr>
          <p:nvPr/>
        </p:nvSpPr>
        <p:spPr bwMode="auto">
          <a:xfrm>
            <a:off x="7947025" y="3719513"/>
            <a:ext cx="325438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2665 w 205"/>
              <a:gd name="T5" fmla="*/ 0 h 205"/>
              <a:gd name="T6" fmla="*/ 51411266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54" name="Freeform 37">
            <a:extLst>
              <a:ext uri="{FF2B5EF4-FFF2-40B4-BE49-F238E27FC236}">
                <a16:creationId xmlns:a16="http://schemas.microsoft.com/office/drawing/2014/main" id="{6C01C05F-8C45-23BF-D0E3-D6776F0E3D7C}"/>
              </a:ext>
            </a:extLst>
          </p:cNvPr>
          <p:cNvSpPr>
            <a:spLocks/>
          </p:cNvSpPr>
          <p:nvPr/>
        </p:nvSpPr>
        <p:spPr bwMode="auto">
          <a:xfrm>
            <a:off x="8270875" y="37195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55" name="Freeform 38">
            <a:extLst>
              <a:ext uri="{FF2B5EF4-FFF2-40B4-BE49-F238E27FC236}">
                <a16:creationId xmlns:a16="http://schemas.microsoft.com/office/drawing/2014/main" id="{44BA1579-E9B4-E8C9-7506-9F6E705FC09E}"/>
              </a:ext>
            </a:extLst>
          </p:cNvPr>
          <p:cNvSpPr>
            <a:spLocks/>
          </p:cNvSpPr>
          <p:nvPr/>
        </p:nvSpPr>
        <p:spPr bwMode="auto">
          <a:xfrm>
            <a:off x="1341438" y="2862263"/>
            <a:ext cx="487362" cy="404812"/>
          </a:xfrm>
          <a:custGeom>
            <a:avLst/>
            <a:gdLst>
              <a:gd name="T0" fmla="*/ 0 w 307"/>
              <a:gd name="T1" fmla="*/ 640118897 h 255"/>
              <a:gd name="T2" fmla="*/ 0 w 307"/>
              <a:gd name="T3" fmla="*/ 0 h 255"/>
              <a:gd name="T4" fmla="*/ 771167021 w 307"/>
              <a:gd name="T5" fmla="*/ 0 h 255"/>
              <a:gd name="T6" fmla="*/ 771167021 w 307"/>
              <a:gd name="T7" fmla="*/ 640118897 h 255"/>
              <a:gd name="T8" fmla="*/ 0 w 307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56" name="Freeform 39">
            <a:extLst>
              <a:ext uri="{FF2B5EF4-FFF2-40B4-BE49-F238E27FC236}">
                <a16:creationId xmlns:a16="http://schemas.microsoft.com/office/drawing/2014/main" id="{39429658-F1E2-1A16-8C04-2FFA6B870B13}"/>
              </a:ext>
            </a:extLst>
          </p:cNvPr>
          <p:cNvSpPr>
            <a:spLocks/>
          </p:cNvSpPr>
          <p:nvPr/>
        </p:nvSpPr>
        <p:spPr bwMode="auto">
          <a:xfrm>
            <a:off x="1422400" y="28622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57" name="Freeform 40">
            <a:extLst>
              <a:ext uri="{FF2B5EF4-FFF2-40B4-BE49-F238E27FC236}">
                <a16:creationId xmlns:a16="http://schemas.microsoft.com/office/drawing/2014/main" id="{8367A832-6D88-7841-4EB8-5EFC69917A72}"/>
              </a:ext>
            </a:extLst>
          </p:cNvPr>
          <p:cNvSpPr>
            <a:spLocks/>
          </p:cNvSpPr>
          <p:nvPr/>
        </p:nvSpPr>
        <p:spPr bwMode="auto">
          <a:xfrm>
            <a:off x="1827213" y="286226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58" name="Freeform 41">
            <a:extLst>
              <a:ext uri="{FF2B5EF4-FFF2-40B4-BE49-F238E27FC236}">
                <a16:creationId xmlns:a16="http://schemas.microsoft.com/office/drawing/2014/main" id="{A921AE95-B29C-AD78-1566-6568EAEC6D5C}"/>
              </a:ext>
            </a:extLst>
          </p:cNvPr>
          <p:cNvSpPr>
            <a:spLocks/>
          </p:cNvSpPr>
          <p:nvPr/>
        </p:nvSpPr>
        <p:spPr bwMode="auto">
          <a:xfrm>
            <a:off x="1908175" y="28622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59" name="Freeform 42">
            <a:extLst>
              <a:ext uri="{FF2B5EF4-FFF2-40B4-BE49-F238E27FC236}">
                <a16:creationId xmlns:a16="http://schemas.microsoft.com/office/drawing/2014/main" id="{62F16CF9-E126-5B00-0815-975798BFEA3B}"/>
              </a:ext>
            </a:extLst>
          </p:cNvPr>
          <p:cNvSpPr>
            <a:spLocks/>
          </p:cNvSpPr>
          <p:nvPr/>
        </p:nvSpPr>
        <p:spPr bwMode="auto">
          <a:xfrm>
            <a:off x="2314575" y="286226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60" name="Freeform 43">
            <a:extLst>
              <a:ext uri="{FF2B5EF4-FFF2-40B4-BE49-F238E27FC236}">
                <a16:creationId xmlns:a16="http://schemas.microsoft.com/office/drawing/2014/main" id="{B3286672-FF4A-0736-5E22-DAB104F48363}"/>
              </a:ext>
            </a:extLst>
          </p:cNvPr>
          <p:cNvSpPr>
            <a:spLocks/>
          </p:cNvSpPr>
          <p:nvPr/>
        </p:nvSpPr>
        <p:spPr bwMode="auto">
          <a:xfrm>
            <a:off x="2395538" y="28622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61" name="Freeform 44">
            <a:extLst>
              <a:ext uri="{FF2B5EF4-FFF2-40B4-BE49-F238E27FC236}">
                <a16:creationId xmlns:a16="http://schemas.microsoft.com/office/drawing/2014/main" id="{B717A469-F333-09EB-5C96-C5F43F36E15D}"/>
              </a:ext>
            </a:extLst>
          </p:cNvPr>
          <p:cNvSpPr>
            <a:spLocks/>
          </p:cNvSpPr>
          <p:nvPr/>
        </p:nvSpPr>
        <p:spPr bwMode="auto">
          <a:xfrm>
            <a:off x="2801938" y="286226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62" name="Freeform 45">
            <a:extLst>
              <a:ext uri="{FF2B5EF4-FFF2-40B4-BE49-F238E27FC236}">
                <a16:creationId xmlns:a16="http://schemas.microsoft.com/office/drawing/2014/main" id="{6F02FF8F-2B7F-9342-9862-30FFAF3111B4}"/>
              </a:ext>
            </a:extLst>
          </p:cNvPr>
          <p:cNvSpPr>
            <a:spLocks/>
          </p:cNvSpPr>
          <p:nvPr/>
        </p:nvSpPr>
        <p:spPr bwMode="auto">
          <a:xfrm>
            <a:off x="2882900" y="28622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63" name="Freeform 46">
            <a:extLst>
              <a:ext uri="{FF2B5EF4-FFF2-40B4-BE49-F238E27FC236}">
                <a16:creationId xmlns:a16="http://schemas.microsoft.com/office/drawing/2014/main" id="{C4B5481A-11B3-FE12-C07F-383994BDA1A7}"/>
              </a:ext>
            </a:extLst>
          </p:cNvPr>
          <p:cNvSpPr>
            <a:spLocks/>
          </p:cNvSpPr>
          <p:nvPr/>
        </p:nvSpPr>
        <p:spPr bwMode="auto">
          <a:xfrm>
            <a:off x="3289300" y="2862263"/>
            <a:ext cx="82550" cy="404812"/>
          </a:xfrm>
          <a:custGeom>
            <a:avLst/>
            <a:gdLst>
              <a:gd name="T0" fmla="*/ 0 w 52"/>
              <a:gd name="T1" fmla="*/ 640118897 h 255"/>
              <a:gd name="T2" fmla="*/ 0 w 52"/>
              <a:gd name="T3" fmla="*/ 0 h 255"/>
              <a:gd name="T4" fmla="*/ 128528763 w 52"/>
              <a:gd name="T5" fmla="*/ 0 h 255"/>
              <a:gd name="T6" fmla="*/ 128528763 w 52"/>
              <a:gd name="T7" fmla="*/ 640118897 h 255"/>
              <a:gd name="T8" fmla="*/ 0 w 52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64" name="Freeform 47">
            <a:extLst>
              <a:ext uri="{FF2B5EF4-FFF2-40B4-BE49-F238E27FC236}">
                <a16:creationId xmlns:a16="http://schemas.microsoft.com/office/drawing/2014/main" id="{3F48D555-0C24-3ED2-405E-2CCE0F4CE7C6}"/>
              </a:ext>
            </a:extLst>
          </p:cNvPr>
          <p:cNvSpPr>
            <a:spLocks/>
          </p:cNvSpPr>
          <p:nvPr/>
        </p:nvSpPr>
        <p:spPr bwMode="auto">
          <a:xfrm>
            <a:off x="5551488" y="286226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65" name="Freeform 48">
            <a:extLst>
              <a:ext uri="{FF2B5EF4-FFF2-40B4-BE49-F238E27FC236}">
                <a16:creationId xmlns:a16="http://schemas.microsoft.com/office/drawing/2014/main" id="{F49F3A4C-5BAE-F57C-755D-39E5CD5AA601}"/>
              </a:ext>
            </a:extLst>
          </p:cNvPr>
          <p:cNvSpPr>
            <a:spLocks/>
          </p:cNvSpPr>
          <p:nvPr/>
        </p:nvSpPr>
        <p:spPr bwMode="auto">
          <a:xfrm>
            <a:off x="5632450" y="28622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66" name="Freeform 49">
            <a:extLst>
              <a:ext uri="{FF2B5EF4-FFF2-40B4-BE49-F238E27FC236}">
                <a16:creationId xmlns:a16="http://schemas.microsoft.com/office/drawing/2014/main" id="{90015D83-758F-C0C5-496A-1B424D8193F2}"/>
              </a:ext>
            </a:extLst>
          </p:cNvPr>
          <p:cNvSpPr>
            <a:spLocks/>
          </p:cNvSpPr>
          <p:nvPr/>
        </p:nvSpPr>
        <p:spPr bwMode="auto">
          <a:xfrm>
            <a:off x="6038850" y="286226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67" name="Freeform 50">
            <a:extLst>
              <a:ext uri="{FF2B5EF4-FFF2-40B4-BE49-F238E27FC236}">
                <a16:creationId xmlns:a16="http://schemas.microsoft.com/office/drawing/2014/main" id="{97A5984C-5A8E-5F53-C430-8DBE7BEB613E}"/>
              </a:ext>
            </a:extLst>
          </p:cNvPr>
          <p:cNvSpPr>
            <a:spLocks/>
          </p:cNvSpPr>
          <p:nvPr/>
        </p:nvSpPr>
        <p:spPr bwMode="auto">
          <a:xfrm>
            <a:off x="6119813" y="28622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68" name="Freeform 51">
            <a:extLst>
              <a:ext uri="{FF2B5EF4-FFF2-40B4-BE49-F238E27FC236}">
                <a16:creationId xmlns:a16="http://schemas.microsoft.com/office/drawing/2014/main" id="{DB051D16-0151-AEB6-46E2-D75A7AE32A51}"/>
              </a:ext>
            </a:extLst>
          </p:cNvPr>
          <p:cNvSpPr>
            <a:spLocks/>
          </p:cNvSpPr>
          <p:nvPr/>
        </p:nvSpPr>
        <p:spPr bwMode="auto">
          <a:xfrm>
            <a:off x="6526213" y="2862263"/>
            <a:ext cx="487362" cy="404812"/>
          </a:xfrm>
          <a:custGeom>
            <a:avLst/>
            <a:gdLst>
              <a:gd name="T0" fmla="*/ 0 w 307"/>
              <a:gd name="T1" fmla="*/ 640118897 h 255"/>
              <a:gd name="T2" fmla="*/ 0 w 307"/>
              <a:gd name="T3" fmla="*/ 0 h 255"/>
              <a:gd name="T4" fmla="*/ 771167021 w 307"/>
              <a:gd name="T5" fmla="*/ 0 h 255"/>
              <a:gd name="T6" fmla="*/ 771167021 w 307"/>
              <a:gd name="T7" fmla="*/ 640118897 h 255"/>
              <a:gd name="T8" fmla="*/ 0 w 307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69" name="Freeform 52">
            <a:extLst>
              <a:ext uri="{FF2B5EF4-FFF2-40B4-BE49-F238E27FC236}">
                <a16:creationId xmlns:a16="http://schemas.microsoft.com/office/drawing/2014/main" id="{85E3AF16-3B36-C3B9-0B43-540A6E744A7B}"/>
              </a:ext>
            </a:extLst>
          </p:cNvPr>
          <p:cNvSpPr>
            <a:spLocks/>
          </p:cNvSpPr>
          <p:nvPr/>
        </p:nvSpPr>
        <p:spPr bwMode="auto">
          <a:xfrm>
            <a:off x="6607175" y="28622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70" name="Freeform 53">
            <a:extLst>
              <a:ext uri="{FF2B5EF4-FFF2-40B4-BE49-F238E27FC236}">
                <a16:creationId xmlns:a16="http://schemas.microsoft.com/office/drawing/2014/main" id="{493F96B5-4B3A-1B34-52B5-D594E64389E5}"/>
              </a:ext>
            </a:extLst>
          </p:cNvPr>
          <p:cNvSpPr>
            <a:spLocks/>
          </p:cNvSpPr>
          <p:nvPr/>
        </p:nvSpPr>
        <p:spPr bwMode="auto">
          <a:xfrm>
            <a:off x="7011988" y="286226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71" name="Freeform 54">
            <a:extLst>
              <a:ext uri="{FF2B5EF4-FFF2-40B4-BE49-F238E27FC236}">
                <a16:creationId xmlns:a16="http://schemas.microsoft.com/office/drawing/2014/main" id="{F89404A6-387C-A647-4E7C-1958947CBB1C}"/>
              </a:ext>
            </a:extLst>
          </p:cNvPr>
          <p:cNvSpPr>
            <a:spLocks/>
          </p:cNvSpPr>
          <p:nvPr/>
        </p:nvSpPr>
        <p:spPr bwMode="auto">
          <a:xfrm>
            <a:off x="7096125" y="28622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72" name="Freeform 55">
            <a:extLst>
              <a:ext uri="{FF2B5EF4-FFF2-40B4-BE49-F238E27FC236}">
                <a16:creationId xmlns:a16="http://schemas.microsoft.com/office/drawing/2014/main" id="{07EB5BF5-2D6C-B77F-AD9B-BBD4B1C4D32C}"/>
              </a:ext>
            </a:extLst>
          </p:cNvPr>
          <p:cNvSpPr>
            <a:spLocks/>
          </p:cNvSpPr>
          <p:nvPr/>
        </p:nvSpPr>
        <p:spPr bwMode="auto">
          <a:xfrm>
            <a:off x="7499350" y="2862263"/>
            <a:ext cx="84138" cy="404812"/>
          </a:xfrm>
          <a:custGeom>
            <a:avLst/>
            <a:gdLst>
              <a:gd name="T0" fmla="*/ 0 w 53"/>
              <a:gd name="T1" fmla="*/ 640118897 h 255"/>
              <a:gd name="T2" fmla="*/ 0 w 53"/>
              <a:gd name="T3" fmla="*/ 0 h 255"/>
              <a:gd name="T4" fmla="*/ 131048904 w 53"/>
              <a:gd name="T5" fmla="*/ 0 h 255"/>
              <a:gd name="T6" fmla="*/ 131048904 w 53"/>
              <a:gd name="T7" fmla="*/ 640118897 h 255"/>
              <a:gd name="T8" fmla="*/ 0 w 53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255"/>
              <a:gd name="T17" fmla="*/ 53 w 53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255">
                <a:moveTo>
                  <a:pt x="0" y="254"/>
                </a:moveTo>
                <a:lnTo>
                  <a:pt x="0" y="0"/>
                </a:lnTo>
                <a:lnTo>
                  <a:pt x="52" y="0"/>
                </a:lnTo>
                <a:lnTo>
                  <a:pt x="52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73" name="Freeform 56">
            <a:extLst>
              <a:ext uri="{FF2B5EF4-FFF2-40B4-BE49-F238E27FC236}">
                <a16:creationId xmlns:a16="http://schemas.microsoft.com/office/drawing/2014/main" id="{F5424E16-511E-EA3A-AC06-73F476E097C7}"/>
              </a:ext>
            </a:extLst>
          </p:cNvPr>
          <p:cNvSpPr>
            <a:spLocks/>
          </p:cNvSpPr>
          <p:nvPr/>
        </p:nvSpPr>
        <p:spPr bwMode="auto">
          <a:xfrm>
            <a:off x="925513" y="3184525"/>
            <a:ext cx="446087" cy="496888"/>
          </a:xfrm>
          <a:custGeom>
            <a:avLst/>
            <a:gdLst>
              <a:gd name="T0" fmla="*/ 705642959 w 281"/>
              <a:gd name="T1" fmla="*/ 0 h 313"/>
              <a:gd name="T2" fmla="*/ 0 w 281"/>
              <a:gd name="T3" fmla="*/ 786289541 h 313"/>
              <a:gd name="T4" fmla="*/ 705642959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74" name="Freeform 57">
            <a:extLst>
              <a:ext uri="{FF2B5EF4-FFF2-40B4-BE49-F238E27FC236}">
                <a16:creationId xmlns:a16="http://schemas.microsoft.com/office/drawing/2014/main" id="{658750F6-7ABD-EDC8-0934-3D52DC78185B}"/>
              </a:ext>
            </a:extLst>
          </p:cNvPr>
          <p:cNvSpPr>
            <a:spLocks/>
          </p:cNvSpPr>
          <p:nvPr/>
        </p:nvSpPr>
        <p:spPr bwMode="auto">
          <a:xfrm>
            <a:off x="925513" y="3587750"/>
            <a:ext cx="87312" cy="93663"/>
          </a:xfrm>
          <a:custGeom>
            <a:avLst/>
            <a:gdLst>
              <a:gd name="T0" fmla="*/ 136087658 w 55"/>
              <a:gd name="T1" fmla="*/ 52924358 h 59"/>
              <a:gd name="T2" fmla="*/ 0 w 55"/>
              <a:gd name="T3" fmla="*/ 146169843 h 59"/>
              <a:gd name="T4" fmla="*/ 75604255 w 55"/>
              <a:gd name="T5" fmla="*/ 0 h 59"/>
              <a:gd name="T6" fmla="*/ 136087658 w 55"/>
              <a:gd name="T7" fmla="*/ 5292435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75" name="Freeform 58">
            <a:extLst>
              <a:ext uri="{FF2B5EF4-FFF2-40B4-BE49-F238E27FC236}">
                <a16:creationId xmlns:a16="http://schemas.microsoft.com/office/drawing/2014/main" id="{82F15261-93DA-B46A-E752-E983E5CF22D2}"/>
              </a:ext>
            </a:extLst>
          </p:cNvPr>
          <p:cNvSpPr>
            <a:spLocks/>
          </p:cNvSpPr>
          <p:nvPr/>
        </p:nvSpPr>
        <p:spPr bwMode="auto">
          <a:xfrm>
            <a:off x="1857375" y="3184525"/>
            <a:ext cx="449263" cy="506413"/>
          </a:xfrm>
          <a:custGeom>
            <a:avLst/>
            <a:gdLst>
              <a:gd name="T0" fmla="*/ 0 w 283"/>
              <a:gd name="T1" fmla="*/ 0 h 319"/>
              <a:gd name="T2" fmla="*/ 710684853 w 283"/>
              <a:gd name="T3" fmla="*/ 801410479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76" name="Freeform 59">
            <a:extLst>
              <a:ext uri="{FF2B5EF4-FFF2-40B4-BE49-F238E27FC236}">
                <a16:creationId xmlns:a16="http://schemas.microsoft.com/office/drawing/2014/main" id="{FC893A5E-17D9-EB2A-652F-330900EE8B60}"/>
              </a:ext>
            </a:extLst>
          </p:cNvPr>
          <p:cNvSpPr>
            <a:spLocks/>
          </p:cNvSpPr>
          <p:nvPr/>
        </p:nvSpPr>
        <p:spPr bwMode="auto">
          <a:xfrm>
            <a:off x="2217738" y="3598863"/>
            <a:ext cx="88900" cy="92075"/>
          </a:xfrm>
          <a:custGeom>
            <a:avLst/>
            <a:gdLst>
              <a:gd name="T0" fmla="*/ 60483750 w 56"/>
              <a:gd name="T1" fmla="*/ 0 h 58"/>
              <a:gd name="T2" fmla="*/ 138609388 w 56"/>
              <a:gd name="T3" fmla="*/ 143649700 h 58"/>
              <a:gd name="T4" fmla="*/ 0 w 56"/>
              <a:gd name="T5" fmla="*/ 52924075 h 58"/>
              <a:gd name="T6" fmla="*/ 6048375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77" name="Freeform 60">
            <a:extLst>
              <a:ext uri="{FF2B5EF4-FFF2-40B4-BE49-F238E27FC236}">
                <a16:creationId xmlns:a16="http://schemas.microsoft.com/office/drawing/2014/main" id="{AD372009-09F4-9D37-09BD-355076EFDC02}"/>
              </a:ext>
            </a:extLst>
          </p:cNvPr>
          <p:cNvSpPr>
            <a:spLocks/>
          </p:cNvSpPr>
          <p:nvPr/>
        </p:nvSpPr>
        <p:spPr bwMode="auto">
          <a:xfrm>
            <a:off x="2355850" y="3184525"/>
            <a:ext cx="1330325" cy="517525"/>
          </a:xfrm>
          <a:custGeom>
            <a:avLst/>
            <a:gdLst>
              <a:gd name="T0" fmla="*/ 0 w 838"/>
              <a:gd name="T1" fmla="*/ 0 h 326"/>
              <a:gd name="T2" fmla="*/ 2109371575 w 838"/>
              <a:gd name="T3" fmla="*/ 819051575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78" name="Freeform 61">
            <a:extLst>
              <a:ext uri="{FF2B5EF4-FFF2-40B4-BE49-F238E27FC236}">
                <a16:creationId xmlns:a16="http://schemas.microsoft.com/office/drawing/2014/main" id="{569764F2-0BDB-7FFF-C0CF-0620FE2968E4}"/>
              </a:ext>
            </a:extLst>
          </p:cNvPr>
          <p:cNvSpPr>
            <a:spLocks/>
          </p:cNvSpPr>
          <p:nvPr/>
        </p:nvSpPr>
        <p:spPr bwMode="auto">
          <a:xfrm>
            <a:off x="3581400" y="3640138"/>
            <a:ext cx="104775" cy="61912"/>
          </a:xfrm>
          <a:custGeom>
            <a:avLst/>
            <a:gdLst>
              <a:gd name="T0" fmla="*/ 27722513 w 66"/>
              <a:gd name="T1" fmla="*/ 0 h 39"/>
              <a:gd name="T2" fmla="*/ 163810950 w 66"/>
              <a:gd name="T3" fmla="*/ 95765164 h 39"/>
              <a:gd name="T4" fmla="*/ 0 w 66"/>
              <a:gd name="T5" fmla="*/ 75604077 h 39"/>
              <a:gd name="T6" fmla="*/ 2772251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79" name="Freeform 62">
            <a:extLst>
              <a:ext uri="{FF2B5EF4-FFF2-40B4-BE49-F238E27FC236}">
                <a16:creationId xmlns:a16="http://schemas.microsoft.com/office/drawing/2014/main" id="{378AA5E0-626E-69AC-67FC-68DD4905A961}"/>
              </a:ext>
            </a:extLst>
          </p:cNvPr>
          <p:cNvSpPr>
            <a:spLocks/>
          </p:cNvSpPr>
          <p:nvPr/>
        </p:nvSpPr>
        <p:spPr bwMode="auto">
          <a:xfrm>
            <a:off x="5137150" y="3205163"/>
            <a:ext cx="446088" cy="496887"/>
          </a:xfrm>
          <a:custGeom>
            <a:avLst/>
            <a:gdLst>
              <a:gd name="T0" fmla="*/ 705644541 w 281"/>
              <a:gd name="T1" fmla="*/ 0 h 313"/>
              <a:gd name="T2" fmla="*/ 0 w 281"/>
              <a:gd name="T3" fmla="*/ 786287959 h 313"/>
              <a:gd name="T4" fmla="*/ 705644541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80" name="Freeform 63">
            <a:extLst>
              <a:ext uri="{FF2B5EF4-FFF2-40B4-BE49-F238E27FC236}">
                <a16:creationId xmlns:a16="http://schemas.microsoft.com/office/drawing/2014/main" id="{81E9861C-48E7-7B74-DFF1-31344B01FAE4}"/>
              </a:ext>
            </a:extLst>
          </p:cNvPr>
          <p:cNvSpPr>
            <a:spLocks/>
          </p:cNvSpPr>
          <p:nvPr/>
        </p:nvSpPr>
        <p:spPr bwMode="auto">
          <a:xfrm>
            <a:off x="5137150" y="3608388"/>
            <a:ext cx="87313" cy="93662"/>
          </a:xfrm>
          <a:custGeom>
            <a:avLst/>
            <a:gdLst>
              <a:gd name="T0" fmla="*/ 136089217 w 55"/>
              <a:gd name="T1" fmla="*/ 52922205 h 59"/>
              <a:gd name="T2" fmla="*/ 0 w 55"/>
              <a:gd name="T3" fmla="*/ 146168282 h 59"/>
              <a:gd name="T4" fmla="*/ 75605120 w 55"/>
              <a:gd name="T5" fmla="*/ 0 h 59"/>
              <a:gd name="T6" fmla="*/ 136089217 w 55"/>
              <a:gd name="T7" fmla="*/ 52922205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81" name="Freeform 64">
            <a:extLst>
              <a:ext uri="{FF2B5EF4-FFF2-40B4-BE49-F238E27FC236}">
                <a16:creationId xmlns:a16="http://schemas.microsoft.com/office/drawing/2014/main" id="{5DADF4C4-CEFA-1A98-B969-CC27B1381571}"/>
              </a:ext>
            </a:extLst>
          </p:cNvPr>
          <p:cNvSpPr>
            <a:spLocks/>
          </p:cNvSpPr>
          <p:nvPr/>
        </p:nvSpPr>
        <p:spPr bwMode="auto">
          <a:xfrm>
            <a:off x="6069013" y="3205163"/>
            <a:ext cx="458787" cy="476250"/>
          </a:xfrm>
          <a:custGeom>
            <a:avLst/>
            <a:gdLst>
              <a:gd name="T0" fmla="*/ 0 w 289"/>
              <a:gd name="T1" fmla="*/ 0 h 300"/>
              <a:gd name="T2" fmla="*/ 725804209 w 289"/>
              <a:gd name="T3" fmla="*/ 753527513 h 300"/>
              <a:gd name="T4" fmla="*/ 0 w 289"/>
              <a:gd name="T5" fmla="*/ 0 h 300"/>
              <a:gd name="T6" fmla="*/ 0 60000 65536"/>
              <a:gd name="T7" fmla="*/ 0 60000 65536"/>
              <a:gd name="T8" fmla="*/ 0 60000 65536"/>
              <a:gd name="T9" fmla="*/ 0 w 289"/>
              <a:gd name="T10" fmla="*/ 0 h 300"/>
              <a:gd name="T11" fmla="*/ 289 w 289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00">
                <a:moveTo>
                  <a:pt x="0" y="0"/>
                </a:moveTo>
                <a:lnTo>
                  <a:pt x="288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82" name="Freeform 65">
            <a:extLst>
              <a:ext uri="{FF2B5EF4-FFF2-40B4-BE49-F238E27FC236}">
                <a16:creationId xmlns:a16="http://schemas.microsoft.com/office/drawing/2014/main" id="{6D670728-F9DB-B39E-DE8F-1277C2CD6F9D}"/>
              </a:ext>
            </a:extLst>
          </p:cNvPr>
          <p:cNvSpPr>
            <a:spLocks/>
          </p:cNvSpPr>
          <p:nvPr/>
        </p:nvSpPr>
        <p:spPr bwMode="auto">
          <a:xfrm>
            <a:off x="6437313" y="3589338"/>
            <a:ext cx="90487" cy="92075"/>
          </a:xfrm>
          <a:custGeom>
            <a:avLst/>
            <a:gdLst>
              <a:gd name="T0" fmla="*/ 57962480 w 57"/>
              <a:gd name="T1" fmla="*/ 0 h 58"/>
              <a:gd name="T2" fmla="*/ 141127970 w 57"/>
              <a:gd name="T3" fmla="*/ 143649700 h 58"/>
              <a:gd name="T4" fmla="*/ 0 w 57"/>
              <a:gd name="T5" fmla="*/ 55443438 h 58"/>
              <a:gd name="T6" fmla="*/ 57962480 w 57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7"/>
              <a:gd name="T13" fmla="*/ 0 h 58"/>
              <a:gd name="T14" fmla="*/ 57 w 57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" h="58">
                <a:moveTo>
                  <a:pt x="23" y="0"/>
                </a:moveTo>
                <a:lnTo>
                  <a:pt x="56" y="57"/>
                </a:lnTo>
                <a:lnTo>
                  <a:pt x="0" y="22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83" name="Freeform 66">
            <a:extLst>
              <a:ext uri="{FF2B5EF4-FFF2-40B4-BE49-F238E27FC236}">
                <a16:creationId xmlns:a16="http://schemas.microsoft.com/office/drawing/2014/main" id="{D9E9A3C9-530A-1F8E-2D32-0021D6AE97FC}"/>
              </a:ext>
            </a:extLst>
          </p:cNvPr>
          <p:cNvSpPr>
            <a:spLocks/>
          </p:cNvSpPr>
          <p:nvPr/>
        </p:nvSpPr>
        <p:spPr bwMode="auto">
          <a:xfrm>
            <a:off x="6556375" y="3214688"/>
            <a:ext cx="1362075" cy="476250"/>
          </a:xfrm>
          <a:custGeom>
            <a:avLst/>
            <a:gdLst>
              <a:gd name="T0" fmla="*/ 0 w 858"/>
              <a:gd name="T1" fmla="*/ 0 h 300"/>
              <a:gd name="T2" fmla="*/ 2147483646 w 858"/>
              <a:gd name="T3" fmla="*/ 753527513 h 300"/>
              <a:gd name="T4" fmla="*/ 0 w 858"/>
              <a:gd name="T5" fmla="*/ 0 h 300"/>
              <a:gd name="T6" fmla="*/ 0 60000 65536"/>
              <a:gd name="T7" fmla="*/ 0 60000 65536"/>
              <a:gd name="T8" fmla="*/ 0 60000 65536"/>
              <a:gd name="T9" fmla="*/ 0 w 858"/>
              <a:gd name="T10" fmla="*/ 0 h 300"/>
              <a:gd name="T11" fmla="*/ 858 w 858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8" h="300">
                <a:moveTo>
                  <a:pt x="0" y="0"/>
                </a:moveTo>
                <a:lnTo>
                  <a:pt x="857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84" name="Freeform 67">
            <a:extLst>
              <a:ext uri="{FF2B5EF4-FFF2-40B4-BE49-F238E27FC236}">
                <a16:creationId xmlns:a16="http://schemas.microsoft.com/office/drawing/2014/main" id="{09209BC7-ED6D-C5C4-93BF-04937B2D53F5}"/>
              </a:ext>
            </a:extLst>
          </p:cNvPr>
          <p:cNvSpPr>
            <a:spLocks/>
          </p:cNvSpPr>
          <p:nvPr/>
        </p:nvSpPr>
        <p:spPr bwMode="auto">
          <a:xfrm>
            <a:off x="7812088" y="3632200"/>
            <a:ext cx="106362" cy="58738"/>
          </a:xfrm>
          <a:custGeom>
            <a:avLst/>
            <a:gdLst>
              <a:gd name="T0" fmla="*/ 27720795 w 67"/>
              <a:gd name="T1" fmla="*/ 0 h 37"/>
              <a:gd name="T2" fmla="*/ 166329531 w 67"/>
              <a:gd name="T3" fmla="*/ 90726397 h 37"/>
              <a:gd name="T4" fmla="*/ 0 w 67"/>
              <a:gd name="T5" fmla="*/ 78126303 h 37"/>
              <a:gd name="T6" fmla="*/ 27720795 w 67"/>
              <a:gd name="T7" fmla="*/ 0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11" y="0"/>
                </a:moveTo>
                <a:lnTo>
                  <a:pt x="66" y="36"/>
                </a:lnTo>
                <a:lnTo>
                  <a:pt x="0" y="31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85" name="Freeform 68">
            <a:extLst>
              <a:ext uri="{FF2B5EF4-FFF2-40B4-BE49-F238E27FC236}">
                <a16:creationId xmlns:a16="http://schemas.microsoft.com/office/drawing/2014/main" id="{876DECB4-D769-AB8B-13D8-E129B8C9F2AD}"/>
              </a:ext>
            </a:extLst>
          </p:cNvPr>
          <p:cNvSpPr>
            <a:spLocks/>
          </p:cNvSpPr>
          <p:nvPr/>
        </p:nvSpPr>
        <p:spPr bwMode="auto">
          <a:xfrm>
            <a:off x="2314575" y="2446338"/>
            <a:ext cx="1177925" cy="396875"/>
          </a:xfrm>
          <a:custGeom>
            <a:avLst/>
            <a:gdLst>
              <a:gd name="T0" fmla="*/ 1867436575 w 742"/>
              <a:gd name="T1" fmla="*/ 0 h 250"/>
              <a:gd name="T2" fmla="*/ 0 w 742"/>
              <a:gd name="T3" fmla="*/ 627519700 h 250"/>
              <a:gd name="T4" fmla="*/ 1867436575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86" name="Freeform 69">
            <a:extLst>
              <a:ext uri="{FF2B5EF4-FFF2-40B4-BE49-F238E27FC236}">
                <a16:creationId xmlns:a16="http://schemas.microsoft.com/office/drawing/2014/main" id="{7E16224D-1568-A122-B813-E6E34BCD61C6}"/>
              </a:ext>
            </a:extLst>
          </p:cNvPr>
          <p:cNvSpPr>
            <a:spLocks/>
          </p:cNvSpPr>
          <p:nvPr/>
        </p:nvSpPr>
        <p:spPr bwMode="auto">
          <a:xfrm>
            <a:off x="2314575" y="2784475"/>
            <a:ext cx="106363" cy="58738"/>
          </a:xfrm>
          <a:custGeom>
            <a:avLst/>
            <a:gdLst>
              <a:gd name="T0" fmla="*/ 166331094 w 67"/>
              <a:gd name="T1" fmla="*/ 78126303 h 37"/>
              <a:gd name="T2" fmla="*/ 0 w 67"/>
              <a:gd name="T3" fmla="*/ 90726397 h 37"/>
              <a:gd name="T4" fmla="*/ 141129413 w 67"/>
              <a:gd name="T5" fmla="*/ 0 h 37"/>
              <a:gd name="T6" fmla="*/ 166331094 w 67"/>
              <a:gd name="T7" fmla="*/ 7812630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87" name="Freeform 70">
            <a:extLst>
              <a:ext uri="{FF2B5EF4-FFF2-40B4-BE49-F238E27FC236}">
                <a16:creationId xmlns:a16="http://schemas.microsoft.com/office/drawing/2014/main" id="{4CFE41EF-2B43-BE5C-208B-62C9D23AF28D}"/>
              </a:ext>
            </a:extLst>
          </p:cNvPr>
          <p:cNvSpPr>
            <a:spLocks/>
          </p:cNvSpPr>
          <p:nvPr/>
        </p:nvSpPr>
        <p:spPr bwMode="auto">
          <a:xfrm>
            <a:off x="3978275" y="2455863"/>
            <a:ext cx="1992313" cy="387350"/>
          </a:xfrm>
          <a:custGeom>
            <a:avLst/>
            <a:gdLst>
              <a:gd name="T0" fmla="*/ 0 w 1255"/>
              <a:gd name="T1" fmla="*/ 0 h 244"/>
              <a:gd name="T2" fmla="*/ 2147483646 w 1255"/>
              <a:gd name="T3" fmla="*/ 612398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88" name="Freeform 71">
            <a:extLst>
              <a:ext uri="{FF2B5EF4-FFF2-40B4-BE49-F238E27FC236}">
                <a16:creationId xmlns:a16="http://schemas.microsoft.com/office/drawing/2014/main" id="{AC8EBC18-8DDF-473B-EF7C-4C9449CFADFF}"/>
              </a:ext>
            </a:extLst>
          </p:cNvPr>
          <p:cNvSpPr>
            <a:spLocks/>
          </p:cNvSpPr>
          <p:nvPr/>
        </p:nvSpPr>
        <p:spPr bwMode="auto">
          <a:xfrm>
            <a:off x="5864225" y="2797175"/>
            <a:ext cx="106363" cy="50800"/>
          </a:xfrm>
          <a:custGeom>
            <a:avLst/>
            <a:gdLst>
              <a:gd name="T0" fmla="*/ 15121009 w 67"/>
              <a:gd name="T1" fmla="*/ 0 h 32"/>
              <a:gd name="T2" fmla="*/ 166331094 w 67"/>
              <a:gd name="T3" fmla="*/ 70564375 h 32"/>
              <a:gd name="T4" fmla="*/ 0 w 67"/>
              <a:gd name="T5" fmla="*/ 78125638 h 32"/>
              <a:gd name="T6" fmla="*/ 15121009 w 67"/>
              <a:gd name="T7" fmla="*/ 0 h 32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2"/>
              <a:gd name="T14" fmla="*/ 67 w 67"/>
              <a:gd name="T15" fmla="*/ 32 h 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2">
                <a:moveTo>
                  <a:pt x="6" y="0"/>
                </a:moveTo>
                <a:lnTo>
                  <a:pt x="66" y="28"/>
                </a:lnTo>
                <a:lnTo>
                  <a:pt x="0" y="31"/>
                </a:lnTo>
                <a:lnTo>
                  <a:pt x="6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89" name="Freeform 72">
            <a:extLst>
              <a:ext uri="{FF2B5EF4-FFF2-40B4-BE49-F238E27FC236}">
                <a16:creationId xmlns:a16="http://schemas.microsoft.com/office/drawing/2014/main" id="{76F7CEC0-F5D8-87A4-5022-A3775D654CBB}"/>
              </a:ext>
            </a:extLst>
          </p:cNvPr>
          <p:cNvSpPr>
            <a:spLocks/>
          </p:cNvSpPr>
          <p:nvPr/>
        </p:nvSpPr>
        <p:spPr bwMode="auto">
          <a:xfrm>
            <a:off x="1676400" y="3719513"/>
            <a:ext cx="325438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2665 w 205"/>
              <a:gd name="T5" fmla="*/ 0 h 205"/>
              <a:gd name="T6" fmla="*/ 51411266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90" name="Freeform 73">
            <a:extLst>
              <a:ext uri="{FF2B5EF4-FFF2-40B4-BE49-F238E27FC236}">
                <a16:creationId xmlns:a16="http://schemas.microsoft.com/office/drawing/2014/main" id="{BFC3102A-0B39-0754-F224-507A92E2F697}"/>
              </a:ext>
            </a:extLst>
          </p:cNvPr>
          <p:cNvSpPr>
            <a:spLocks/>
          </p:cNvSpPr>
          <p:nvPr/>
        </p:nvSpPr>
        <p:spPr bwMode="auto">
          <a:xfrm>
            <a:off x="2000250" y="37195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91" name="Freeform 74">
            <a:extLst>
              <a:ext uri="{FF2B5EF4-FFF2-40B4-BE49-F238E27FC236}">
                <a16:creationId xmlns:a16="http://schemas.microsoft.com/office/drawing/2014/main" id="{0E34726A-2DA0-1C08-D4E7-5426EC750F4D}"/>
              </a:ext>
            </a:extLst>
          </p:cNvPr>
          <p:cNvSpPr>
            <a:spLocks/>
          </p:cNvSpPr>
          <p:nvPr/>
        </p:nvSpPr>
        <p:spPr bwMode="auto">
          <a:xfrm>
            <a:off x="2325688" y="3719513"/>
            <a:ext cx="325437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1085 w 205"/>
              <a:gd name="T5" fmla="*/ 0 h 205"/>
              <a:gd name="T6" fmla="*/ 51411108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92" name="Freeform 75">
            <a:extLst>
              <a:ext uri="{FF2B5EF4-FFF2-40B4-BE49-F238E27FC236}">
                <a16:creationId xmlns:a16="http://schemas.microsoft.com/office/drawing/2014/main" id="{9F14E468-E589-EE5C-FD79-31680CF0FBEF}"/>
              </a:ext>
            </a:extLst>
          </p:cNvPr>
          <p:cNvSpPr>
            <a:spLocks/>
          </p:cNvSpPr>
          <p:nvPr/>
        </p:nvSpPr>
        <p:spPr bwMode="auto">
          <a:xfrm>
            <a:off x="2649538" y="3719513"/>
            <a:ext cx="325437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1085 w 205"/>
              <a:gd name="T5" fmla="*/ 0 h 205"/>
              <a:gd name="T6" fmla="*/ 51411108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93" name="Rectangle 76">
            <a:extLst>
              <a:ext uri="{FF2B5EF4-FFF2-40B4-BE49-F238E27FC236}">
                <a16:creationId xmlns:a16="http://schemas.microsoft.com/office/drawing/2014/main" id="{8D24A7C5-BEE0-E9F5-0686-CF0874ED6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3" y="1800225"/>
            <a:ext cx="5857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Root</a:t>
            </a:r>
          </a:p>
        </p:txBody>
      </p:sp>
      <p:sp>
        <p:nvSpPr>
          <p:cNvPr id="86094" name="Rectangle 77">
            <a:extLst>
              <a:ext uri="{FF2B5EF4-FFF2-40B4-BE49-F238E27FC236}">
                <a16:creationId xmlns:a16="http://schemas.microsoft.com/office/drawing/2014/main" id="{FE967F52-CC84-0524-B083-BD66C54C7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100" y="2122488"/>
            <a:ext cx="3651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86095" name="Rectangle 78">
            <a:extLst>
              <a:ext uri="{FF2B5EF4-FFF2-40B4-BE49-F238E27FC236}">
                <a16:creationId xmlns:a16="http://schemas.microsoft.com/office/drawing/2014/main" id="{25EEEE5E-C774-4AA7-343C-D96748BF8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2879725"/>
            <a:ext cx="3651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86096" name="Rectangle 79">
            <a:extLst>
              <a:ext uri="{FF2B5EF4-FFF2-40B4-BE49-F238E27FC236}">
                <a16:creationId xmlns:a16="http://schemas.microsoft.com/office/drawing/2014/main" id="{BE756373-8C25-3B7F-DD4C-77BCF6193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1088" y="2890838"/>
            <a:ext cx="3651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86097" name="Rectangle 80">
            <a:extLst>
              <a:ext uri="{FF2B5EF4-FFF2-40B4-BE49-F238E27FC236}">
                <a16:creationId xmlns:a16="http://schemas.microsoft.com/office/drawing/2014/main" id="{92D800DB-83E2-6796-95C8-8EBAB0DE3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3717925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14*</a:t>
            </a:r>
          </a:p>
        </p:txBody>
      </p:sp>
      <p:sp>
        <p:nvSpPr>
          <p:cNvPr id="86098" name="Rectangle 81">
            <a:extLst>
              <a:ext uri="{FF2B5EF4-FFF2-40B4-BE49-F238E27FC236}">
                <a16:creationId xmlns:a16="http://schemas.microsoft.com/office/drawing/2014/main" id="{F4392B58-41E0-A329-4318-5F6C4E2D0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738" y="3717925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16*</a:t>
            </a:r>
          </a:p>
        </p:txBody>
      </p:sp>
      <p:sp>
        <p:nvSpPr>
          <p:cNvPr id="86099" name="Rectangle 82">
            <a:extLst>
              <a:ext uri="{FF2B5EF4-FFF2-40B4-BE49-F238E27FC236}">
                <a16:creationId xmlns:a16="http://schemas.microsoft.com/office/drawing/2014/main" id="{62B9C857-3C6A-687B-ADDD-6C3EAADC5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275" y="36972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19*</a:t>
            </a:r>
          </a:p>
        </p:txBody>
      </p:sp>
      <p:sp>
        <p:nvSpPr>
          <p:cNvPr id="86100" name="Rectangle 83">
            <a:extLst>
              <a:ext uri="{FF2B5EF4-FFF2-40B4-BE49-F238E27FC236}">
                <a16:creationId xmlns:a16="http://schemas.microsoft.com/office/drawing/2014/main" id="{BC2AB9A0-6AC3-65CB-D1B7-30BE5083E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2663" y="36972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20*</a:t>
            </a:r>
          </a:p>
        </p:txBody>
      </p:sp>
      <p:sp>
        <p:nvSpPr>
          <p:cNvPr id="86101" name="Rectangle 84">
            <a:extLst>
              <a:ext uri="{FF2B5EF4-FFF2-40B4-BE49-F238E27FC236}">
                <a16:creationId xmlns:a16="http://schemas.microsoft.com/office/drawing/2014/main" id="{4A10E646-0EA7-B861-AD8A-1EC76AF40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36972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22*</a:t>
            </a:r>
          </a:p>
        </p:txBody>
      </p:sp>
      <p:sp>
        <p:nvSpPr>
          <p:cNvPr id="86102" name="Rectangle 85">
            <a:extLst>
              <a:ext uri="{FF2B5EF4-FFF2-40B4-BE49-F238E27FC236}">
                <a16:creationId xmlns:a16="http://schemas.microsoft.com/office/drawing/2014/main" id="{89C5B941-BD4C-C1CD-1C78-D79434C3F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36972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24*</a:t>
            </a:r>
          </a:p>
        </p:txBody>
      </p:sp>
      <p:sp>
        <p:nvSpPr>
          <p:cNvPr id="86103" name="Rectangle 86">
            <a:extLst>
              <a:ext uri="{FF2B5EF4-FFF2-40B4-BE49-F238E27FC236}">
                <a16:creationId xmlns:a16="http://schemas.microsoft.com/office/drawing/2014/main" id="{A06629A5-3DCB-B8FF-8E9F-D77101BE5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36972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27*</a:t>
            </a:r>
          </a:p>
        </p:txBody>
      </p:sp>
      <p:sp>
        <p:nvSpPr>
          <p:cNvPr id="86104" name="Rectangle 87">
            <a:extLst>
              <a:ext uri="{FF2B5EF4-FFF2-40B4-BE49-F238E27FC236}">
                <a16:creationId xmlns:a16="http://schemas.microsoft.com/office/drawing/2014/main" id="{99C891E5-FE79-EC8D-08FD-349EC7569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6050" y="370840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29*</a:t>
            </a:r>
          </a:p>
        </p:txBody>
      </p:sp>
      <p:sp>
        <p:nvSpPr>
          <p:cNvPr id="86105" name="Rectangle 88">
            <a:extLst>
              <a:ext uri="{FF2B5EF4-FFF2-40B4-BE49-F238E27FC236}">
                <a16:creationId xmlns:a16="http://schemas.microsoft.com/office/drawing/2014/main" id="{A4C8B8C4-2B19-9246-ECF9-C9941DB6F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7575" y="370840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33*</a:t>
            </a:r>
          </a:p>
        </p:txBody>
      </p:sp>
      <p:sp>
        <p:nvSpPr>
          <p:cNvPr id="86106" name="Rectangle 89">
            <a:extLst>
              <a:ext uri="{FF2B5EF4-FFF2-40B4-BE49-F238E27FC236}">
                <a16:creationId xmlns:a16="http://schemas.microsoft.com/office/drawing/2014/main" id="{8612E07A-0D7D-2537-BD4B-84D7C5662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3013" y="370840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34*</a:t>
            </a:r>
          </a:p>
        </p:txBody>
      </p:sp>
      <p:sp>
        <p:nvSpPr>
          <p:cNvPr id="86107" name="Rectangle 90">
            <a:extLst>
              <a:ext uri="{FF2B5EF4-FFF2-40B4-BE49-F238E27FC236}">
                <a16:creationId xmlns:a16="http://schemas.microsoft.com/office/drawing/2014/main" id="{4C0A0262-32A6-2273-CC37-01D080D22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7338" y="36972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38*</a:t>
            </a:r>
          </a:p>
        </p:txBody>
      </p:sp>
      <p:sp>
        <p:nvSpPr>
          <p:cNvPr id="86108" name="Rectangle 91">
            <a:extLst>
              <a:ext uri="{FF2B5EF4-FFF2-40B4-BE49-F238E27FC236}">
                <a16:creationId xmlns:a16="http://schemas.microsoft.com/office/drawing/2014/main" id="{ABAB5461-93D2-4823-4854-F10DBA71D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3687763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39*</a:t>
            </a:r>
          </a:p>
        </p:txBody>
      </p:sp>
      <p:sp>
        <p:nvSpPr>
          <p:cNvPr id="86109" name="Rectangle 92">
            <a:extLst>
              <a:ext uri="{FF2B5EF4-FFF2-40B4-BE49-F238E27FC236}">
                <a16:creationId xmlns:a16="http://schemas.microsoft.com/office/drawing/2014/main" id="{24214562-D392-9F1F-EE6B-4890B19C6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2890838"/>
            <a:ext cx="3651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86110" name="Rectangle 93">
            <a:extLst>
              <a:ext uri="{FF2B5EF4-FFF2-40B4-BE49-F238E27FC236}">
                <a16:creationId xmlns:a16="http://schemas.microsoft.com/office/drawing/2014/main" id="{DE2BDA8D-53D4-80CA-6595-8B22BAB6A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3200" y="2890838"/>
            <a:ext cx="2730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86111" name="Rectangle 94">
            <a:extLst>
              <a:ext uri="{FF2B5EF4-FFF2-40B4-BE49-F238E27FC236}">
                <a16:creationId xmlns:a16="http://schemas.microsoft.com/office/drawing/2014/main" id="{95B9C8BE-CB49-BCE6-C054-2712B6CA0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775" y="369728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7*</a:t>
            </a:r>
          </a:p>
        </p:txBody>
      </p:sp>
      <p:sp>
        <p:nvSpPr>
          <p:cNvPr id="86112" name="Rectangle 95">
            <a:extLst>
              <a:ext uri="{FF2B5EF4-FFF2-40B4-BE49-F238E27FC236}">
                <a16:creationId xmlns:a16="http://schemas.microsoft.com/office/drawing/2014/main" id="{2F04BDDA-A4A2-E9AA-948F-7A8A89377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369728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5*</a:t>
            </a:r>
          </a:p>
        </p:txBody>
      </p:sp>
      <p:sp>
        <p:nvSpPr>
          <p:cNvPr id="86113" name="Rectangle 96">
            <a:extLst>
              <a:ext uri="{FF2B5EF4-FFF2-40B4-BE49-F238E27FC236}">
                <a16:creationId xmlns:a16="http://schemas.microsoft.com/office/drawing/2014/main" id="{42FD5F81-93BC-2A4F-2A13-42CAC24A3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5688" y="369728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8*</a:t>
            </a:r>
          </a:p>
        </p:txBody>
      </p:sp>
      <p:sp>
        <p:nvSpPr>
          <p:cNvPr id="86114" name="Line 97">
            <a:extLst>
              <a:ext uri="{FF2B5EF4-FFF2-40B4-BE49-F238E27FC236}">
                <a16:creationId xmlns:a16="http://schemas.microsoft.com/office/drawing/2014/main" id="{710EC60B-4734-BAA4-BAFB-CDE3EBC82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676400"/>
            <a:ext cx="533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115" name="Arc 98">
            <a:extLst>
              <a:ext uri="{FF2B5EF4-FFF2-40B4-BE49-F238E27FC236}">
                <a16:creationId xmlns:a16="http://schemas.microsoft.com/office/drawing/2014/main" id="{8AA8AF3D-6224-8954-1D71-9007446BEA3A}"/>
              </a:ext>
            </a:extLst>
          </p:cNvPr>
          <p:cNvSpPr>
            <a:spLocks/>
          </p:cNvSpPr>
          <p:nvPr/>
        </p:nvSpPr>
        <p:spPr bwMode="auto">
          <a:xfrm rot="-8160000">
            <a:off x="7010400" y="3505200"/>
            <a:ext cx="304800" cy="304800"/>
          </a:xfrm>
          <a:custGeom>
            <a:avLst/>
            <a:gdLst>
              <a:gd name="T0" fmla="*/ 60692834 w 21600"/>
              <a:gd name="T1" fmla="*/ 0 h 21600"/>
              <a:gd name="T2" fmla="*/ 0 w 21600"/>
              <a:gd name="T3" fmla="*/ 60692834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116" name="Arc 99">
            <a:extLst>
              <a:ext uri="{FF2B5EF4-FFF2-40B4-BE49-F238E27FC236}">
                <a16:creationId xmlns:a16="http://schemas.microsoft.com/office/drawing/2014/main" id="{ED572F2A-EEA5-5576-7FC8-5C16764A8EFF}"/>
              </a:ext>
            </a:extLst>
          </p:cNvPr>
          <p:cNvSpPr>
            <a:spLocks/>
          </p:cNvSpPr>
          <p:nvPr/>
        </p:nvSpPr>
        <p:spPr bwMode="auto">
          <a:xfrm rot="-8160000">
            <a:off x="1447800" y="3505200"/>
            <a:ext cx="304800" cy="304800"/>
          </a:xfrm>
          <a:custGeom>
            <a:avLst/>
            <a:gdLst>
              <a:gd name="T0" fmla="*/ 60692834 w 21600"/>
              <a:gd name="T1" fmla="*/ 0 h 21600"/>
              <a:gd name="T2" fmla="*/ 0 w 21600"/>
              <a:gd name="T3" fmla="*/ 60692834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117" name="Arc 100">
            <a:extLst>
              <a:ext uri="{FF2B5EF4-FFF2-40B4-BE49-F238E27FC236}">
                <a16:creationId xmlns:a16="http://schemas.microsoft.com/office/drawing/2014/main" id="{37C0B488-8690-27A8-6630-1CB3CAFC3D59}"/>
              </a:ext>
            </a:extLst>
          </p:cNvPr>
          <p:cNvSpPr>
            <a:spLocks/>
          </p:cNvSpPr>
          <p:nvPr/>
        </p:nvSpPr>
        <p:spPr bwMode="auto">
          <a:xfrm rot="-8160000">
            <a:off x="2819400" y="3505200"/>
            <a:ext cx="304800" cy="304800"/>
          </a:xfrm>
          <a:custGeom>
            <a:avLst/>
            <a:gdLst>
              <a:gd name="T0" fmla="*/ 60692834 w 21600"/>
              <a:gd name="T1" fmla="*/ 0 h 21600"/>
              <a:gd name="T2" fmla="*/ 0 w 21600"/>
              <a:gd name="T3" fmla="*/ 60692834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118" name="Arc 101">
            <a:extLst>
              <a:ext uri="{FF2B5EF4-FFF2-40B4-BE49-F238E27FC236}">
                <a16:creationId xmlns:a16="http://schemas.microsoft.com/office/drawing/2014/main" id="{F798CD26-CC00-3E22-44FB-0C9806753F58}"/>
              </a:ext>
            </a:extLst>
          </p:cNvPr>
          <p:cNvSpPr>
            <a:spLocks/>
          </p:cNvSpPr>
          <p:nvPr/>
        </p:nvSpPr>
        <p:spPr bwMode="auto">
          <a:xfrm rot="-8160000">
            <a:off x="4267200" y="3505200"/>
            <a:ext cx="304800" cy="304800"/>
          </a:xfrm>
          <a:custGeom>
            <a:avLst/>
            <a:gdLst>
              <a:gd name="T0" fmla="*/ 60692834 w 21600"/>
              <a:gd name="T1" fmla="*/ 0 h 21600"/>
              <a:gd name="T2" fmla="*/ 0 w 21600"/>
              <a:gd name="T3" fmla="*/ 60692834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119" name="Arc 102">
            <a:extLst>
              <a:ext uri="{FF2B5EF4-FFF2-40B4-BE49-F238E27FC236}">
                <a16:creationId xmlns:a16="http://schemas.microsoft.com/office/drawing/2014/main" id="{AE7C04D3-74F6-CFD8-F6A5-B204AAB75FA7}"/>
              </a:ext>
            </a:extLst>
          </p:cNvPr>
          <p:cNvSpPr>
            <a:spLocks/>
          </p:cNvSpPr>
          <p:nvPr/>
        </p:nvSpPr>
        <p:spPr bwMode="auto">
          <a:xfrm rot="-8160000">
            <a:off x="5638800" y="3505200"/>
            <a:ext cx="304800" cy="304800"/>
          </a:xfrm>
          <a:custGeom>
            <a:avLst/>
            <a:gdLst>
              <a:gd name="T0" fmla="*/ 60692834 w 21600"/>
              <a:gd name="T1" fmla="*/ 0 h 21600"/>
              <a:gd name="T2" fmla="*/ 0 w 21600"/>
              <a:gd name="T3" fmla="*/ 60692834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4">
            <a:extLst>
              <a:ext uri="{FF2B5EF4-FFF2-40B4-BE49-F238E27FC236}">
                <a16:creationId xmlns:a16="http://schemas.microsoft.com/office/drawing/2014/main" id="{83D21EE7-7282-C567-3A20-DF409EE29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Verdana" panose="020B060403050404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CF43D9CA-6998-9323-4CFC-33D8C3EA6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04411FC5-586A-EBE6-1279-BBF37702D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F58E9E55-ED76-D641-BC59-6FA5B14419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419100"/>
            <a:ext cx="8153400" cy="1104900"/>
          </a:xfrm>
        </p:spPr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Deleting a Data Entry from a B+ Tree</a:t>
            </a:r>
          </a:p>
        </p:txBody>
      </p:sp>
      <p:sp>
        <p:nvSpPr>
          <p:cNvPr id="88070" name="Rectangle 5">
            <a:extLst>
              <a:ext uri="{FF2B5EF4-FFF2-40B4-BE49-F238E27FC236}">
                <a16:creationId xmlns:a16="http://schemas.microsoft.com/office/drawing/2014/main" id="{0E20909D-AF5F-A65B-5684-37C116DD6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534400" cy="40767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/>
              <a:t>Start at root, find leaf </a:t>
            </a:r>
            <a:r>
              <a:rPr lang="en-US" altLang="en-US" sz="2400" i="1"/>
              <a:t>L</a:t>
            </a:r>
            <a:r>
              <a:rPr lang="en-US" altLang="en-US" sz="2400"/>
              <a:t> where entry belongs.</a:t>
            </a:r>
          </a:p>
          <a:p>
            <a:pPr eaLnBrk="1" hangingPunct="1"/>
            <a:r>
              <a:rPr lang="en-US" altLang="en-US" sz="2400"/>
              <a:t>Remove the entry.</a:t>
            </a:r>
          </a:p>
          <a:p>
            <a:pPr lvl="1" eaLnBrk="1" hangingPunct="1">
              <a:buSzPct val="75000"/>
            </a:pPr>
            <a:r>
              <a:rPr lang="en-US" altLang="en-US" sz="2400"/>
              <a:t>If L is at least half-full, </a:t>
            </a:r>
            <a:r>
              <a:rPr lang="en-US" altLang="en-US" sz="2400" i="1"/>
              <a:t>done! </a:t>
            </a:r>
          </a:p>
          <a:p>
            <a:pPr lvl="1" eaLnBrk="1" hangingPunct="1">
              <a:buSzPct val="75000"/>
            </a:pPr>
            <a:r>
              <a:rPr lang="en-US" altLang="en-US" sz="2400"/>
              <a:t>If L has only </a:t>
            </a:r>
            <a:r>
              <a:rPr lang="en-US" altLang="en-US" sz="2400" b="1"/>
              <a:t>d-1 </a:t>
            </a:r>
            <a:r>
              <a:rPr lang="en-US" altLang="en-US" sz="2400"/>
              <a:t>entries,</a:t>
            </a:r>
          </a:p>
          <a:p>
            <a:pPr lvl="2" eaLnBrk="1" hangingPunct="1"/>
            <a:r>
              <a:rPr lang="en-US" altLang="en-US" sz="2400"/>
              <a:t>Try to re-distribute, borrowing from </a:t>
            </a:r>
            <a:r>
              <a:rPr lang="en-US" altLang="en-US" sz="2400" i="1" u="sng"/>
              <a:t>sibling</a:t>
            </a:r>
            <a:r>
              <a:rPr lang="en-US" altLang="en-US" sz="2400" i="1"/>
              <a:t> (adjacent node with same parent as L)</a:t>
            </a:r>
            <a:r>
              <a:rPr lang="en-US" altLang="en-US" sz="2400"/>
              <a:t>.</a:t>
            </a:r>
          </a:p>
          <a:p>
            <a:pPr lvl="2" eaLnBrk="1" hangingPunct="1"/>
            <a:r>
              <a:rPr lang="en-US" altLang="en-US" sz="2400"/>
              <a:t>If re-distribution fails, </a:t>
            </a:r>
            <a:r>
              <a:rPr lang="en-US" altLang="en-US" sz="2400" i="1" u="sng"/>
              <a:t>merge</a:t>
            </a:r>
            <a:r>
              <a:rPr lang="en-US" altLang="en-US" sz="2400"/>
              <a:t> </a:t>
            </a:r>
            <a:r>
              <a:rPr lang="en-US" altLang="en-US" sz="2400" i="1"/>
              <a:t>L </a:t>
            </a:r>
            <a:r>
              <a:rPr lang="en-US" altLang="en-US" sz="2400"/>
              <a:t>and sibling.</a:t>
            </a:r>
          </a:p>
          <a:p>
            <a:pPr eaLnBrk="1" hangingPunct="1"/>
            <a:r>
              <a:rPr lang="en-US" altLang="en-US" sz="2400"/>
              <a:t>If merge occurred, must delete entry (pointing to </a:t>
            </a:r>
            <a:r>
              <a:rPr lang="en-US" altLang="en-US" sz="2400" i="1"/>
              <a:t>L</a:t>
            </a:r>
            <a:r>
              <a:rPr lang="en-US" altLang="en-US" sz="2400"/>
              <a:t> or sibling) from parent of </a:t>
            </a:r>
            <a:r>
              <a:rPr lang="en-US" altLang="en-US" sz="2400" i="1"/>
              <a:t>L</a:t>
            </a:r>
            <a:r>
              <a:rPr lang="en-US" altLang="en-US" sz="2400"/>
              <a:t>.</a:t>
            </a:r>
          </a:p>
          <a:p>
            <a:pPr eaLnBrk="1" hangingPunct="1"/>
            <a:r>
              <a:rPr lang="en-US" altLang="en-US" sz="2400"/>
              <a:t>Merge could propagate to root, decreasing height.</a:t>
            </a: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4">
            <a:extLst>
              <a:ext uri="{FF2B5EF4-FFF2-40B4-BE49-F238E27FC236}">
                <a16:creationId xmlns:a16="http://schemas.microsoft.com/office/drawing/2014/main" id="{4558EA37-474E-B994-CE73-D3EB0ACA4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Verdana" panose="020B060403050404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95B92742-53A2-A8DD-4D67-0DE544918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A09BFCA6-A2C5-AFE4-7E97-989538272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101380" name="Rectangle 4">
            <a:extLst>
              <a:ext uri="{FF2B5EF4-FFF2-40B4-BE49-F238E27FC236}">
                <a16:creationId xmlns:a16="http://schemas.microsoft.com/office/drawing/2014/main" id="{C2C9FB7B-E158-DCC6-A06A-DB77B68DF4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243888" cy="609600"/>
          </a:xfrm>
        </p:spPr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Example Tree After (Inserting 8*, Then) Deleting 19* and 20* ...</a:t>
            </a:r>
          </a:p>
        </p:txBody>
      </p:sp>
      <p:sp>
        <p:nvSpPr>
          <p:cNvPr id="90118" name="Rectangle 5">
            <a:extLst>
              <a:ext uri="{FF2B5EF4-FFF2-40B4-BE49-F238E27FC236}">
                <a16:creationId xmlns:a16="http://schemas.microsoft.com/office/drawing/2014/main" id="{311167A8-499C-78A1-679B-DF6B9E61B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4800600"/>
            <a:ext cx="7924800" cy="1828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Deleting 19* is easy.</a:t>
            </a:r>
          </a:p>
          <a:p>
            <a:pPr eaLnBrk="1" hangingPunct="1"/>
            <a:r>
              <a:rPr lang="en-US" altLang="en-US"/>
              <a:t>Deleting 20* is done with re-distribution. Notice how middle key is </a:t>
            </a:r>
            <a:r>
              <a:rPr lang="en-US" altLang="en-US" i="1">
                <a:solidFill>
                  <a:schemeClr val="accent2"/>
                </a:solidFill>
              </a:rPr>
              <a:t>copied up</a:t>
            </a:r>
            <a:r>
              <a:rPr lang="en-US" altLang="en-US"/>
              <a:t>.</a:t>
            </a:r>
          </a:p>
        </p:txBody>
      </p:sp>
      <p:sp>
        <p:nvSpPr>
          <p:cNvPr id="90119" name="Freeform 6">
            <a:extLst>
              <a:ext uri="{FF2B5EF4-FFF2-40B4-BE49-F238E27FC236}">
                <a16:creationId xmlns:a16="http://schemas.microsoft.com/office/drawing/2014/main" id="{93DEC40B-5FDE-CF79-C07E-B983D7B76D38}"/>
              </a:ext>
            </a:extLst>
          </p:cNvPr>
          <p:cNvSpPr>
            <a:spLocks/>
          </p:cNvSpPr>
          <p:nvPr/>
        </p:nvSpPr>
        <p:spPr bwMode="auto">
          <a:xfrm>
            <a:off x="293688" y="4016375"/>
            <a:ext cx="327025" cy="325438"/>
          </a:xfrm>
          <a:custGeom>
            <a:avLst/>
            <a:gdLst>
              <a:gd name="T0" fmla="*/ 0 w 206"/>
              <a:gd name="T1" fmla="*/ 51411266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2665 h 205"/>
              <a:gd name="T8" fmla="*/ 0 w 206"/>
              <a:gd name="T9" fmla="*/ 51411266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20" name="Freeform 7">
            <a:extLst>
              <a:ext uri="{FF2B5EF4-FFF2-40B4-BE49-F238E27FC236}">
                <a16:creationId xmlns:a16="http://schemas.microsoft.com/office/drawing/2014/main" id="{D1B18A74-F0CE-9C67-9F5C-01FF70CA76B8}"/>
              </a:ext>
            </a:extLst>
          </p:cNvPr>
          <p:cNvSpPr>
            <a:spLocks/>
          </p:cNvSpPr>
          <p:nvPr/>
        </p:nvSpPr>
        <p:spPr bwMode="auto">
          <a:xfrm>
            <a:off x="619125" y="4016375"/>
            <a:ext cx="325438" cy="325438"/>
          </a:xfrm>
          <a:custGeom>
            <a:avLst/>
            <a:gdLst>
              <a:gd name="T0" fmla="*/ 0 w 205"/>
              <a:gd name="T1" fmla="*/ 514112665 h 205"/>
              <a:gd name="T2" fmla="*/ 0 w 205"/>
              <a:gd name="T3" fmla="*/ 0 h 205"/>
              <a:gd name="T4" fmla="*/ 514112665 w 205"/>
              <a:gd name="T5" fmla="*/ 0 h 205"/>
              <a:gd name="T6" fmla="*/ 514112665 w 205"/>
              <a:gd name="T7" fmla="*/ 514112665 h 205"/>
              <a:gd name="T8" fmla="*/ 0 w 205"/>
              <a:gd name="T9" fmla="*/ 51411266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21" name="Freeform 8">
            <a:extLst>
              <a:ext uri="{FF2B5EF4-FFF2-40B4-BE49-F238E27FC236}">
                <a16:creationId xmlns:a16="http://schemas.microsoft.com/office/drawing/2014/main" id="{E5A04E3A-A5EF-0861-0A91-E2E5112FD75C}"/>
              </a:ext>
            </a:extLst>
          </p:cNvPr>
          <p:cNvSpPr>
            <a:spLocks/>
          </p:cNvSpPr>
          <p:nvPr/>
        </p:nvSpPr>
        <p:spPr bwMode="auto">
          <a:xfrm>
            <a:off x="942975" y="4016375"/>
            <a:ext cx="327025" cy="325438"/>
          </a:xfrm>
          <a:custGeom>
            <a:avLst/>
            <a:gdLst>
              <a:gd name="T0" fmla="*/ 0 w 206"/>
              <a:gd name="T1" fmla="*/ 51411266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2665 h 205"/>
              <a:gd name="T8" fmla="*/ 0 w 206"/>
              <a:gd name="T9" fmla="*/ 51411266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22" name="Freeform 9">
            <a:extLst>
              <a:ext uri="{FF2B5EF4-FFF2-40B4-BE49-F238E27FC236}">
                <a16:creationId xmlns:a16="http://schemas.microsoft.com/office/drawing/2014/main" id="{900B8FBF-BDDD-76EB-A5A0-CE986FB1AE97}"/>
              </a:ext>
            </a:extLst>
          </p:cNvPr>
          <p:cNvSpPr>
            <a:spLocks/>
          </p:cNvSpPr>
          <p:nvPr/>
        </p:nvSpPr>
        <p:spPr bwMode="auto">
          <a:xfrm>
            <a:off x="1268413" y="4016375"/>
            <a:ext cx="325437" cy="325438"/>
          </a:xfrm>
          <a:custGeom>
            <a:avLst/>
            <a:gdLst>
              <a:gd name="T0" fmla="*/ 0 w 205"/>
              <a:gd name="T1" fmla="*/ 514112665 h 205"/>
              <a:gd name="T2" fmla="*/ 0 w 205"/>
              <a:gd name="T3" fmla="*/ 0 h 205"/>
              <a:gd name="T4" fmla="*/ 514111085 w 205"/>
              <a:gd name="T5" fmla="*/ 0 h 205"/>
              <a:gd name="T6" fmla="*/ 514111085 w 205"/>
              <a:gd name="T7" fmla="*/ 514112665 h 205"/>
              <a:gd name="T8" fmla="*/ 0 w 205"/>
              <a:gd name="T9" fmla="*/ 51411266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23" name="Rectangle 10">
            <a:extLst>
              <a:ext uri="{FF2B5EF4-FFF2-40B4-BE49-F238E27FC236}">
                <a16:creationId xmlns:a16="http://schemas.microsoft.com/office/drawing/2014/main" id="{AA6E7061-B43A-D967-86EA-9F9E33AF7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99573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2*</a:t>
            </a:r>
          </a:p>
        </p:txBody>
      </p:sp>
      <p:sp>
        <p:nvSpPr>
          <p:cNvPr id="90124" name="Rectangle 11">
            <a:extLst>
              <a:ext uri="{FF2B5EF4-FFF2-40B4-BE49-F238E27FC236}">
                <a16:creationId xmlns:a16="http://schemas.microsoft.com/office/drawing/2014/main" id="{34AC0A1F-351E-9925-9468-CCBC02753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399573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3*</a:t>
            </a:r>
          </a:p>
        </p:txBody>
      </p:sp>
      <p:sp>
        <p:nvSpPr>
          <p:cNvPr id="90125" name="Freeform 12">
            <a:extLst>
              <a:ext uri="{FF2B5EF4-FFF2-40B4-BE49-F238E27FC236}">
                <a16:creationId xmlns:a16="http://schemas.microsoft.com/office/drawing/2014/main" id="{D068140D-EE58-9C13-20C4-8F0457521D25}"/>
              </a:ext>
            </a:extLst>
          </p:cNvPr>
          <p:cNvSpPr>
            <a:spLocks/>
          </p:cNvSpPr>
          <p:nvPr/>
        </p:nvSpPr>
        <p:spPr bwMode="auto">
          <a:xfrm>
            <a:off x="3462338" y="2398713"/>
            <a:ext cx="487362" cy="404812"/>
          </a:xfrm>
          <a:custGeom>
            <a:avLst/>
            <a:gdLst>
              <a:gd name="T0" fmla="*/ 0 w 307"/>
              <a:gd name="T1" fmla="*/ 640118897 h 255"/>
              <a:gd name="T2" fmla="*/ 0 w 307"/>
              <a:gd name="T3" fmla="*/ 0 h 255"/>
              <a:gd name="T4" fmla="*/ 771167021 w 307"/>
              <a:gd name="T5" fmla="*/ 0 h 255"/>
              <a:gd name="T6" fmla="*/ 771167021 w 307"/>
              <a:gd name="T7" fmla="*/ 640118897 h 255"/>
              <a:gd name="T8" fmla="*/ 0 w 307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26" name="Freeform 13">
            <a:extLst>
              <a:ext uri="{FF2B5EF4-FFF2-40B4-BE49-F238E27FC236}">
                <a16:creationId xmlns:a16="http://schemas.microsoft.com/office/drawing/2014/main" id="{3BE64A3F-0A9F-3AF4-86BD-7DADE3AB7FAA}"/>
              </a:ext>
            </a:extLst>
          </p:cNvPr>
          <p:cNvSpPr>
            <a:spLocks/>
          </p:cNvSpPr>
          <p:nvPr/>
        </p:nvSpPr>
        <p:spPr bwMode="auto">
          <a:xfrm>
            <a:off x="3541713" y="23987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27" name="Freeform 14">
            <a:extLst>
              <a:ext uri="{FF2B5EF4-FFF2-40B4-BE49-F238E27FC236}">
                <a16:creationId xmlns:a16="http://schemas.microsoft.com/office/drawing/2014/main" id="{FD60F727-1261-D332-E416-F5EDBB49224F}"/>
              </a:ext>
            </a:extLst>
          </p:cNvPr>
          <p:cNvSpPr>
            <a:spLocks/>
          </p:cNvSpPr>
          <p:nvPr/>
        </p:nvSpPr>
        <p:spPr bwMode="auto">
          <a:xfrm>
            <a:off x="3948113" y="239871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28" name="Freeform 15">
            <a:extLst>
              <a:ext uri="{FF2B5EF4-FFF2-40B4-BE49-F238E27FC236}">
                <a16:creationId xmlns:a16="http://schemas.microsoft.com/office/drawing/2014/main" id="{FC95ED80-9B6A-47AB-3145-1B9903687CF1}"/>
              </a:ext>
            </a:extLst>
          </p:cNvPr>
          <p:cNvSpPr>
            <a:spLocks/>
          </p:cNvSpPr>
          <p:nvPr/>
        </p:nvSpPr>
        <p:spPr bwMode="auto">
          <a:xfrm>
            <a:off x="4029075" y="23987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29" name="Freeform 16">
            <a:extLst>
              <a:ext uri="{FF2B5EF4-FFF2-40B4-BE49-F238E27FC236}">
                <a16:creationId xmlns:a16="http://schemas.microsoft.com/office/drawing/2014/main" id="{7D0223A0-0110-99F9-D459-53A826EBF719}"/>
              </a:ext>
            </a:extLst>
          </p:cNvPr>
          <p:cNvSpPr>
            <a:spLocks/>
          </p:cNvSpPr>
          <p:nvPr/>
        </p:nvSpPr>
        <p:spPr bwMode="auto">
          <a:xfrm>
            <a:off x="4435475" y="239871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30" name="Freeform 17">
            <a:extLst>
              <a:ext uri="{FF2B5EF4-FFF2-40B4-BE49-F238E27FC236}">
                <a16:creationId xmlns:a16="http://schemas.microsoft.com/office/drawing/2014/main" id="{36F8AB59-B2C6-7D43-914C-E6F5EFA6E12B}"/>
              </a:ext>
            </a:extLst>
          </p:cNvPr>
          <p:cNvSpPr>
            <a:spLocks/>
          </p:cNvSpPr>
          <p:nvPr/>
        </p:nvSpPr>
        <p:spPr bwMode="auto">
          <a:xfrm>
            <a:off x="4516438" y="23987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31" name="Freeform 18">
            <a:extLst>
              <a:ext uri="{FF2B5EF4-FFF2-40B4-BE49-F238E27FC236}">
                <a16:creationId xmlns:a16="http://schemas.microsoft.com/office/drawing/2014/main" id="{8213CF9E-379A-C962-04C6-94E11449237E}"/>
              </a:ext>
            </a:extLst>
          </p:cNvPr>
          <p:cNvSpPr>
            <a:spLocks/>
          </p:cNvSpPr>
          <p:nvPr/>
        </p:nvSpPr>
        <p:spPr bwMode="auto">
          <a:xfrm>
            <a:off x="4922838" y="239871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32" name="Freeform 19">
            <a:extLst>
              <a:ext uri="{FF2B5EF4-FFF2-40B4-BE49-F238E27FC236}">
                <a16:creationId xmlns:a16="http://schemas.microsoft.com/office/drawing/2014/main" id="{8147400A-587D-DD07-A0AD-971C16D94B0B}"/>
              </a:ext>
            </a:extLst>
          </p:cNvPr>
          <p:cNvSpPr>
            <a:spLocks/>
          </p:cNvSpPr>
          <p:nvPr/>
        </p:nvSpPr>
        <p:spPr bwMode="auto">
          <a:xfrm>
            <a:off x="5003800" y="23987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33" name="Freeform 20">
            <a:extLst>
              <a:ext uri="{FF2B5EF4-FFF2-40B4-BE49-F238E27FC236}">
                <a16:creationId xmlns:a16="http://schemas.microsoft.com/office/drawing/2014/main" id="{1E4BE26C-D86F-1439-7A39-177668F61E89}"/>
              </a:ext>
            </a:extLst>
          </p:cNvPr>
          <p:cNvSpPr>
            <a:spLocks/>
          </p:cNvSpPr>
          <p:nvPr/>
        </p:nvSpPr>
        <p:spPr bwMode="auto">
          <a:xfrm>
            <a:off x="5410200" y="2398713"/>
            <a:ext cx="82550" cy="404812"/>
          </a:xfrm>
          <a:custGeom>
            <a:avLst/>
            <a:gdLst>
              <a:gd name="T0" fmla="*/ 0 w 52"/>
              <a:gd name="T1" fmla="*/ 640118897 h 255"/>
              <a:gd name="T2" fmla="*/ 0 w 52"/>
              <a:gd name="T3" fmla="*/ 0 h 255"/>
              <a:gd name="T4" fmla="*/ 128528763 w 52"/>
              <a:gd name="T5" fmla="*/ 0 h 255"/>
              <a:gd name="T6" fmla="*/ 128528763 w 52"/>
              <a:gd name="T7" fmla="*/ 640118897 h 255"/>
              <a:gd name="T8" fmla="*/ 0 w 52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34" name="Freeform 21">
            <a:extLst>
              <a:ext uri="{FF2B5EF4-FFF2-40B4-BE49-F238E27FC236}">
                <a16:creationId xmlns:a16="http://schemas.microsoft.com/office/drawing/2014/main" id="{EF559074-22A1-E710-780D-1E1ADC27F480}"/>
              </a:ext>
            </a:extLst>
          </p:cNvPr>
          <p:cNvSpPr>
            <a:spLocks/>
          </p:cNvSpPr>
          <p:nvPr/>
        </p:nvSpPr>
        <p:spPr bwMode="auto">
          <a:xfrm>
            <a:off x="3074988" y="40243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35" name="Freeform 22">
            <a:extLst>
              <a:ext uri="{FF2B5EF4-FFF2-40B4-BE49-F238E27FC236}">
                <a16:creationId xmlns:a16="http://schemas.microsoft.com/office/drawing/2014/main" id="{83639613-582C-B148-FD47-E00204D45E80}"/>
              </a:ext>
            </a:extLst>
          </p:cNvPr>
          <p:cNvSpPr>
            <a:spLocks/>
          </p:cNvSpPr>
          <p:nvPr/>
        </p:nvSpPr>
        <p:spPr bwMode="auto">
          <a:xfrm>
            <a:off x="3400425" y="40243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36" name="Freeform 23">
            <a:extLst>
              <a:ext uri="{FF2B5EF4-FFF2-40B4-BE49-F238E27FC236}">
                <a16:creationId xmlns:a16="http://schemas.microsoft.com/office/drawing/2014/main" id="{A9379646-F467-1E3C-C740-C1CA35C0EB5C}"/>
              </a:ext>
            </a:extLst>
          </p:cNvPr>
          <p:cNvSpPr>
            <a:spLocks/>
          </p:cNvSpPr>
          <p:nvPr/>
        </p:nvSpPr>
        <p:spPr bwMode="auto">
          <a:xfrm>
            <a:off x="3725863" y="4024313"/>
            <a:ext cx="325437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1085 w 205"/>
              <a:gd name="T5" fmla="*/ 0 h 205"/>
              <a:gd name="T6" fmla="*/ 51411108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37" name="Freeform 24">
            <a:extLst>
              <a:ext uri="{FF2B5EF4-FFF2-40B4-BE49-F238E27FC236}">
                <a16:creationId xmlns:a16="http://schemas.microsoft.com/office/drawing/2014/main" id="{72DEBE7D-A176-8755-B0AE-6563A43A65F0}"/>
              </a:ext>
            </a:extLst>
          </p:cNvPr>
          <p:cNvSpPr>
            <a:spLocks/>
          </p:cNvSpPr>
          <p:nvPr/>
        </p:nvSpPr>
        <p:spPr bwMode="auto">
          <a:xfrm>
            <a:off x="4049713" y="40243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38" name="Freeform 25">
            <a:extLst>
              <a:ext uri="{FF2B5EF4-FFF2-40B4-BE49-F238E27FC236}">
                <a16:creationId xmlns:a16="http://schemas.microsoft.com/office/drawing/2014/main" id="{18522DC2-E417-C33E-13B5-D4086FF757C4}"/>
              </a:ext>
            </a:extLst>
          </p:cNvPr>
          <p:cNvSpPr>
            <a:spLocks/>
          </p:cNvSpPr>
          <p:nvPr/>
        </p:nvSpPr>
        <p:spPr bwMode="auto">
          <a:xfrm>
            <a:off x="4486275" y="40243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39" name="Freeform 26">
            <a:extLst>
              <a:ext uri="{FF2B5EF4-FFF2-40B4-BE49-F238E27FC236}">
                <a16:creationId xmlns:a16="http://schemas.microsoft.com/office/drawing/2014/main" id="{D5ADB719-5F92-946A-9720-4A288444C20C}"/>
              </a:ext>
            </a:extLst>
          </p:cNvPr>
          <p:cNvSpPr>
            <a:spLocks/>
          </p:cNvSpPr>
          <p:nvPr/>
        </p:nvSpPr>
        <p:spPr bwMode="auto">
          <a:xfrm>
            <a:off x="4811713" y="40243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40" name="Freeform 27">
            <a:extLst>
              <a:ext uri="{FF2B5EF4-FFF2-40B4-BE49-F238E27FC236}">
                <a16:creationId xmlns:a16="http://schemas.microsoft.com/office/drawing/2014/main" id="{A970F209-40EA-E2C7-E6AD-CD6E79BB8EA9}"/>
              </a:ext>
            </a:extLst>
          </p:cNvPr>
          <p:cNvSpPr>
            <a:spLocks/>
          </p:cNvSpPr>
          <p:nvPr/>
        </p:nvSpPr>
        <p:spPr bwMode="auto">
          <a:xfrm>
            <a:off x="5137150" y="4024313"/>
            <a:ext cx="323850" cy="325437"/>
          </a:xfrm>
          <a:custGeom>
            <a:avLst/>
            <a:gdLst>
              <a:gd name="T0" fmla="*/ 0 w 204"/>
              <a:gd name="T1" fmla="*/ 514111085 h 205"/>
              <a:gd name="T2" fmla="*/ 0 w 204"/>
              <a:gd name="T3" fmla="*/ 0 h 205"/>
              <a:gd name="T4" fmla="*/ 511592513 w 204"/>
              <a:gd name="T5" fmla="*/ 0 h 205"/>
              <a:gd name="T6" fmla="*/ 511592513 w 204"/>
              <a:gd name="T7" fmla="*/ 514111085 h 205"/>
              <a:gd name="T8" fmla="*/ 0 w 204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4"/>
              <a:gd name="T16" fmla="*/ 0 h 205"/>
              <a:gd name="T17" fmla="*/ 204 w 204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4" h="205">
                <a:moveTo>
                  <a:pt x="0" y="204"/>
                </a:moveTo>
                <a:lnTo>
                  <a:pt x="0" y="0"/>
                </a:lnTo>
                <a:lnTo>
                  <a:pt x="203" y="0"/>
                </a:lnTo>
                <a:lnTo>
                  <a:pt x="203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41" name="Freeform 28">
            <a:extLst>
              <a:ext uri="{FF2B5EF4-FFF2-40B4-BE49-F238E27FC236}">
                <a16:creationId xmlns:a16="http://schemas.microsoft.com/office/drawing/2014/main" id="{470FCEDD-4111-1503-4F5A-8EBBC8926C08}"/>
              </a:ext>
            </a:extLst>
          </p:cNvPr>
          <p:cNvSpPr>
            <a:spLocks/>
          </p:cNvSpPr>
          <p:nvPr/>
        </p:nvSpPr>
        <p:spPr bwMode="auto">
          <a:xfrm>
            <a:off x="5459413" y="40243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42" name="Freeform 29">
            <a:extLst>
              <a:ext uri="{FF2B5EF4-FFF2-40B4-BE49-F238E27FC236}">
                <a16:creationId xmlns:a16="http://schemas.microsoft.com/office/drawing/2014/main" id="{38845B60-DE43-407F-EF5B-A87CB9B33632}"/>
              </a:ext>
            </a:extLst>
          </p:cNvPr>
          <p:cNvSpPr>
            <a:spLocks/>
          </p:cNvSpPr>
          <p:nvPr/>
        </p:nvSpPr>
        <p:spPr bwMode="auto">
          <a:xfrm>
            <a:off x="5897563" y="40243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43" name="Freeform 30">
            <a:extLst>
              <a:ext uri="{FF2B5EF4-FFF2-40B4-BE49-F238E27FC236}">
                <a16:creationId xmlns:a16="http://schemas.microsoft.com/office/drawing/2014/main" id="{29703E95-0FB0-9EC2-4490-954A55B8A3F0}"/>
              </a:ext>
            </a:extLst>
          </p:cNvPr>
          <p:cNvSpPr>
            <a:spLocks/>
          </p:cNvSpPr>
          <p:nvPr/>
        </p:nvSpPr>
        <p:spPr bwMode="auto">
          <a:xfrm>
            <a:off x="6223000" y="4024313"/>
            <a:ext cx="325438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2665 w 205"/>
              <a:gd name="T5" fmla="*/ 0 h 205"/>
              <a:gd name="T6" fmla="*/ 51411266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44" name="Freeform 31">
            <a:extLst>
              <a:ext uri="{FF2B5EF4-FFF2-40B4-BE49-F238E27FC236}">
                <a16:creationId xmlns:a16="http://schemas.microsoft.com/office/drawing/2014/main" id="{E3A9147F-D3DD-1B8F-BFFF-E870461BDB42}"/>
              </a:ext>
            </a:extLst>
          </p:cNvPr>
          <p:cNvSpPr>
            <a:spLocks/>
          </p:cNvSpPr>
          <p:nvPr/>
        </p:nvSpPr>
        <p:spPr bwMode="auto">
          <a:xfrm>
            <a:off x="6546850" y="4024313"/>
            <a:ext cx="325438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2665 w 205"/>
              <a:gd name="T5" fmla="*/ 0 h 205"/>
              <a:gd name="T6" fmla="*/ 51411266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45" name="Freeform 32">
            <a:extLst>
              <a:ext uri="{FF2B5EF4-FFF2-40B4-BE49-F238E27FC236}">
                <a16:creationId xmlns:a16="http://schemas.microsoft.com/office/drawing/2014/main" id="{147930CB-BEC8-9BE6-99DE-6FEBD4C580E1}"/>
              </a:ext>
            </a:extLst>
          </p:cNvPr>
          <p:cNvSpPr>
            <a:spLocks/>
          </p:cNvSpPr>
          <p:nvPr/>
        </p:nvSpPr>
        <p:spPr bwMode="auto">
          <a:xfrm>
            <a:off x="6870700" y="40243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46" name="Freeform 33">
            <a:extLst>
              <a:ext uri="{FF2B5EF4-FFF2-40B4-BE49-F238E27FC236}">
                <a16:creationId xmlns:a16="http://schemas.microsoft.com/office/drawing/2014/main" id="{8034410F-1A94-C5DC-6615-196DFCB29EB8}"/>
              </a:ext>
            </a:extLst>
          </p:cNvPr>
          <p:cNvSpPr>
            <a:spLocks/>
          </p:cNvSpPr>
          <p:nvPr/>
        </p:nvSpPr>
        <p:spPr bwMode="auto">
          <a:xfrm>
            <a:off x="7297738" y="40243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47" name="Freeform 34">
            <a:extLst>
              <a:ext uri="{FF2B5EF4-FFF2-40B4-BE49-F238E27FC236}">
                <a16:creationId xmlns:a16="http://schemas.microsoft.com/office/drawing/2014/main" id="{2122672B-71B3-CF76-F5BD-32D4C0E99C75}"/>
              </a:ext>
            </a:extLst>
          </p:cNvPr>
          <p:cNvSpPr>
            <a:spLocks/>
          </p:cNvSpPr>
          <p:nvPr/>
        </p:nvSpPr>
        <p:spPr bwMode="auto">
          <a:xfrm>
            <a:off x="7623175" y="4024313"/>
            <a:ext cx="325438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2665 w 205"/>
              <a:gd name="T5" fmla="*/ 0 h 205"/>
              <a:gd name="T6" fmla="*/ 51411266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48" name="Freeform 35">
            <a:extLst>
              <a:ext uri="{FF2B5EF4-FFF2-40B4-BE49-F238E27FC236}">
                <a16:creationId xmlns:a16="http://schemas.microsoft.com/office/drawing/2014/main" id="{03FFC947-656C-F17B-5C2B-DF76DAA46A15}"/>
              </a:ext>
            </a:extLst>
          </p:cNvPr>
          <p:cNvSpPr>
            <a:spLocks/>
          </p:cNvSpPr>
          <p:nvPr/>
        </p:nvSpPr>
        <p:spPr bwMode="auto">
          <a:xfrm>
            <a:off x="7947025" y="4024313"/>
            <a:ext cx="325438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2665 w 205"/>
              <a:gd name="T5" fmla="*/ 0 h 205"/>
              <a:gd name="T6" fmla="*/ 51411266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49" name="Freeform 36">
            <a:extLst>
              <a:ext uri="{FF2B5EF4-FFF2-40B4-BE49-F238E27FC236}">
                <a16:creationId xmlns:a16="http://schemas.microsoft.com/office/drawing/2014/main" id="{A25B9108-90EF-864F-77DA-34AD094D7397}"/>
              </a:ext>
            </a:extLst>
          </p:cNvPr>
          <p:cNvSpPr>
            <a:spLocks/>
          </p:cNvSpPr>
          <p:nvPr/>
        </p:nvSpPr>
        <p:spPr bwMode="auto">
          <a:xfrm>
            <a:off x="8270875" y="40243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50" name="Freeform 37">
            <a:extLst>
              <a:ext uri="{FF2B5EF4-FFF2-40B4-BE49-F238E27FC236}">
                <a16:creationId xmlns:a16="http://schemas.microsoft.com/office/drawing/2014/main" id="{E36D1606-4854-CF8D-F48B-77122122F473}"/>
              </a:ext>
            </a:extLst>
          </p:cNvPr>
          <p:cNvSpPr>
            <a:spLocks/>
          </p:cNvSpPr>
          <p:nvPr/>
        </p:nvSpPr>
        <p:spPr bwMode="auto">
          <a:xfrm>
            <a:off x="1341438" y="3167063"/>
            <a:ext cx="487362" cy="404812"/>
          </a:xfrm>
          <a:custGeom>
            <a:avLst/>
            <a:gdLst>
              <a:gd name="T0" fmla="*/ 0 w 307"/>
              <a:gd name="T1" fmla="*/ 640118897 h 255"/>
              <a:gd name="T2" fmla="*/ 0 w 307"/>
              <a:gd name="T3" fmla="*/ 0 h 255"/>
              <a:gd name="T4" fmla="*/ 771167021 w 307"/>
              <a:gd name="T5" fmla="*/ 0 h 255"/>
              <a:gd name="T6" fmla="*/ 771167021 w 307"/>
              <a:gd name="T7" fmla="*/ 640118897 h 255"/>
              <a:gd name="T8" fmla="*/ 0 w 307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51" name="Freeform 38">
            <a:extLst>
              <a:ext uri="{FF2B5EF4-FFF2-40B4-BE49-F238E27FC236}">
                <a16:creationId xmlns:a16="http://schemas.microsoft.com/office/drawing/2014/main" id="{29914080-871C-77EC-4B9C-ABD67728C799}"/>
              </a:ext>
            </a:extLst>
          </p:cNvPr>
          <p:cNvSpPr>
            <a:spLocks/>
          </p:cNvSpPr>
          <p:nvPr/>
        </p:nvSpPr>
        <p:spPr bwMode="auto">
          <a:xfrm>
            <a:off x="1422400" y="31670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52" name="Freeform 39">
            <a:extLst>
              <a:ext uri="{FF2B5EF4-FFF2-40B4-BE49-F238E27FC236}">
                <a16:creationId xmlns:a16="http://schemas.microsoft.com/office/drawing/2014/main" id="{3F22FA2D-E250-5580-2365-3EDDD206321A}"/>
              </a:ext>
            </a:extLst>
          </p:cNvPr>
          <p:cNvSpPr>
            <a:spLocks/>
          </p:cNvSpPr>
          <p:nvPr/>
        </p:nvSpPr>
        <p:spPr bwMode="auto">
          <a:xfrm>
            <a:off x="1827213" y="316706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53" name="Freeform 40">
            <a:extLst>
              <a:ext uri="{FF2B5EF4-FFF2-40B4-BE49-F238E27FC236}">
                <a16:creationId xmlns:a16="http://schemas.microsoft.com/office/drawing/2014/main" id="{BDD4EDCF-826D-40D8-0B68-393E7927EFBD}"/>
              </a:ext>
            </a:extLst>
          </p:cNvPr>
          <p:cNvSpPr>
            <a:spLocks/>
          </p:cNvSpPr>
          <p:nvPr/>
        </p:nvSpPr>
        <p:spPr bwMode="auto">
          <a:xfrm>
            <a:off x="1908175" y="31670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54" name="Freeform 41">
            <a:extLst>
              <a:ext uri="{FF2B5EF4-FFF2-40B4-BE49-F238E27FC236}">
                <a16:creationId xmlns:a16="http://schemas.microsoft.com/office/drawing/2014/main" id="{EB863C76-9F80-AD01-740E-77AE5C901543}"/>
              </a:ext>
            </a:extLst>
          </p:cNvPr>
          <p:cNvSpPr>
            <a:spLocks/>
          </p:cNvSpPr>
          <p:nvPr/>
        </p:nvSpPr>
        <p:spPr bwMode="auto">
          <a:xfrm>
            <a:off x="2314575" y="316706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55" name="Freeform 42">
            <a:extLst>
              <a:ext uri="{FF2B5EF4-FFF2-40B4-BE49-F238E27FC236}">
                <a16:creationId xmlns:a16="http://schemas.microsoft.com/office/drawing/2014/main" id="{4428CFD6-7B88-52D1-354F-A031323D74DA}"/>
              </a:ext>
            </a:extLst>
          </p:cNvPr>
          <p:cNvSpPr>
            <a:spLocks/>
          </p:cNvSpPr>
          <p:nvPr/>
        </p:nvSpPr>
        <p:spPr bwMode="auto">
          <a:xfrm>
            <a:off x="2395538" y="31670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56" name="Freeform 43">
            <a:extLst>
              <a:ext uri="{FF2B5EF4-FFF2-40B4-BE49-F238E27FC236}">
                <a16:creationId xmlns:a16="http://schemas.microsoft.com/office/drawing/2014/main" id="{FDB90993-F8E1-0C11-DD75-1BCDA044CCCE}"/>
              </a:ext>
            </a:extLst>
          </p:cNvPr>
          <p:cNvSpPr>
            <a:spLocks/>
          </p:cNvSpPr>
          <p:nvPr/>
        </p:nvSpPr>
        <p:spPr bwMode="auto">
          <a:xfrm>
            <a:off x="2801938" y="316706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57" name="Freeform 44">
            <a:extLst>
              <a:ext uri="{FF2B5EF4-FFF2-40B4-BE49-F238E27FC236}">
                <a16:creationId xmlns:a16="http://schemas.microsoft.com/office/drawing/2014/main" id="{B577246A-5B72-6481-5E3B-582B2B31C480}"/>
              </a:ext>
            </a:extLst>
          </p:cNvPr>
          <p:cNvSpPr>
            <a:spLocks/>
          </p:cNvSpPr>
          <p:nvPr/>
        </p:nvSpPr>
        <p:spPr bwMode="auto">
          <a:xfrm>
            <a:off x="2882900" y="31670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58" name="Freeform 45">
            <a:extLst>
              <a:ext uri="{FF2B5EF4-FFF2-40B4-BE49-F238E27FC236}">
                <a16:creationId xmlns:a16="http://schemas.microsoft.com/office/drawing/2014/main" id="{D1853F3F-2D18-B0EA-96DD-4CF7E45BE106}"/>
              </a:ext>
            </a:extLst>
          </p:cNvPr>
          <p:cNvSpPr>
            <a:spLocks/>
          </p:cNvSpPr>
          <p:nvPr/>
        </p:nvSpPr>
        <p:spPr bwMode="auto">
          <a:xfrm>
            <a:off x="3289300" y="3167063"/>
            <a:ext cx="82550" cy="404812"/>
          </a:xfrm>
          <a:custGeom>
            <a:avLst/>
            <a:gdLst>
              <a:gd name="T0" fmla="*/ 0 w 52"/>
              <a:gd name="T1" fmla="*/ 640118897 h 255"/>
              <a:gd name="T2" fmla="*/ 0 w 52"/>
              <a:gd name="T3" fmla="*/ 0 h 255"/>
              <a:gd name="T4" fmla="*/ 128528763 w 52"/>
              <a:gd name="T5" fmla="*/ 0 h 255"/>
              <a:gd name="T6" fmla="*/ 128528763 w 52"/>
              <a:gd name="T7" fmla="*/ 640118897 h 255"/>
              <a:gd name="T8" fmla="*/ 0 w 52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59" name="Freeform 46">
            <a:extLst>
              <a:ext uri="{FF2B5EF4-FFF2-40B4-BE49-F238E27FC236}">
                <a16:creationId xmlns:a16="http://schemas.microsoft.com/office/drawing/2014/main" id="{68A15F5B-5CAA-2114-6898-3B1DEBEEA15F}"/>
              </a:ext>
            </a:extLst>
          </p:cNvPr>
          <p:cNvSpPr>
            <a:spLocks/>
          </p:cNvSpPr>
          <p:nvPr/>
        </p:nvSpPr>
        <p:spPr bwMode="auto">
          <a:xfrm>
            <a:off x="5551488" y="316706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60" name="Freeform 47">
            <a:extLst>
              <a:ext uri="{FF2B5EF4-FFF2-40B4-BE49-F238E27FC236}">
                <a16:creationId xmlns:a16="http://schemas.microsoft.com/office/drawing/2014/main" id="{95037116-84C2-CB79-26DB-3C3818970713}"/>
              </a:ext>
            </a:extLst>
          </p:cNvPr>
          <p:cNvSpPr>
            <a:spLocks/>
          </p:cNvSpPr>
          <p:nvPr/>
        </p:nvSpPr>
        <p:spPr bwMode="auto">
          <a:xfrm>
            <a:off x="5632450" y="31670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61" name="Freeform 48">
            <a:extLst>
              <a:ext uri="{FF2B5EF4-FFF2-40B4-BE49-F238E27FC236}">
                <a16:creationId xmlns:a16="http://schemas.microsoft.com/office/drawing/2014/main" id="{80C9EF3F-25CC-566A-D3F7-92C9483BE52D}"/>
              </a:ext>
            </a:extLst>
          </p:cNvPr>
          <p:cNvSpPr>
            <a:spLocks/>
          </p:cNvSpPr>
          <p:nvPr/>
        </p:nvSpPr>
        <p:spPr bwMode="auto">
          <a:xfrm>
            <a:off x="6038850" y="316706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62" name="Freeform 49">
            <a:extLst>
              <a:ext uri="{FF2B5EF4-FFF2-40B4-BE49-F238E27FC236}">
                <a16:creationId xmlns:a16="http://schemas.microsoft.com/office/drawing/2014/main" id="{337B615B-05CD-AC70-EA07-18859578CCB8}"/>
              </a:ext>
            </a:extLst>
          </p:cNvPr>
          <p:cNvSpPr>
            <a:spLocks/>
          </p:cNvSpPr>
          <p:nvPr/>
        </p:nvSpPr>
        <p:spPr bwMode="auto">
          <a:xfrm>
            <a:off x="6119813" y="31670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63" name="Freeform 50">
            <a:extLst>
              <a:ext uri="{FF2B5EF4-FFF2-40B4-BE49-F238E27FC236}">
                <a16:creationId xmlns:a16="http://schemas.microsoft.com/office/drawing/2014/main" id="{FA440C57-75C1-D29B-E2EB-5F3BD131F280}"/>
              </a:ext>
            </a:extLst>
          </p:cNvPr>
          <p:cNvSpPr>
            <a:spLocks/>
          </p:cNvSpPr>
          <p:nvPr/>
        </p:nvSpPr>
        <p:spPr bwMode="auto">
          <a:xfrm>
            <a:off x="6526213" y="3167063"/>
            <a:ext cx="487362" cy="404812"/>
          </a:xfrm>
          <a:custGeom>
            <a:avLst/>
            <a:gdLst>
              <a:gd name="T0" fmla="*/ 0 w 307"/>
              <a:gd name="T1" fmla="*/ 640118897 h 255"/>
              <a:gd name="T2" fmla="*/ 0 w 307"/>
              <a:gd name="T3" fmla="*/ 0 h 255"/>
              <a:gd name="T4" fmla="*/ 771167021 w 307"/>
              <a:gd name="T5" fmla="*/ 0 h 255"/>
              <a:gd name="T6" fmla="*/ 771167021 w 307"/>
              <a:gd name="T7" fmla="*/ 640118897 h 255"/>
              <a:gd name="T8" fmla="*/ 0 w 307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64" name="Freeform 51">
            <a:extLst>
              <a:ext uri="{FF2B5EF4-FFF2-40B4-BE49-F238E27FC236}">
                <a16:creationId xmlns:a16="http://schemas.microsoft.com/office/drawing/2014/main" id="{3BB32E37-BA63-03A4-03E1-50318B9C16AF}"/>
              </a:ext>
            </a:extLst>
          </p:cNvPr>
          <p:cNvSpPr>
            <a:spLocks/>
          </p:cNvSpPr>
          <p:nvPr/>
        </p:nvSpPr>
        <p:spPr bwMode="auto">
          <a:xfrm>
            <a:off x="6607175" y="31670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65" name="Freeform 52">
            <a:extLst>
              <a:ext uri="{FF2B5EF4-FFF2-40B4-BE49-F238E27FC236}">
                <a16:creationId xmlns:a16="http://schemas.microsoft.com/office/drawing/2014/main" id="{2E6E945A-74A1-61FE-6577-7DBD80A484BB}"/>
              </a:ext>
            </a:extLst>
          </p:cNvPr>
          <p:cNvSpPr>
            <a:spLocks/>
          </p:cNvSpPr>
          <p:nvPr/>
        </p:nvSpPr>
        <p:spPr bwMode="auto">
          <a:xfrm>
            <a:off x="7011988" y="3167063"/>
            <a:ext cx="488950" cy="404812"/>
          </a:xfrm>
          <a:custGeom>
            <a:avLst/>
            <a:gdLst>
              <a:gd name="T0" fmla="*/ 0 w 308"/>
              <a:gd name="T1" fmla="*/ 640118897 h 255"/>
              <a:gd name="T2" fmla="*/ 0 w 308"/>
              <a:gd name="T3" fmla="*/ 0 h 255"/>
              <a:gd name="T4" fmla="*/ 773688763 w 308"/>
              <a:gd name="T5" fmla="*/ 0 h 255"/>
              <a:gd name="T6" fmla="*/ 773688763 w 308"/>
              <a:gd name="T7" fmla="*/ 640118897 h 255"/>
              <a:gd name="T8" fmla="*/ 0 w 308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66" name="Freeform 53">
            <a:extLst>
              <a:ext uri="{FF2B5EF4-FFF2-40B4-BE49-F238E27FC236}">
                <a16:creationId xmlns:a16="http://schemas.microsoft.com/office/drawing/2014/main" id="{6ACBC69E-FFB0-FE91-2A19-B20056037D45}"/>
              </a:ext>
            </a:extLst>
          </p:cNvPr>
          <p:cNvSpPr>
            <a:spLocks/>
          </p:cNvSpPr>
          <p:nvPr/>
        </p:nvSpPr>
        <p:spPr bwMode="auto">
          <a:xfrm>
            <a:off x="7096125" y="31670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640118897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67" name="Freeform 54">
            <a:extLst>
              <a:ext uri="{FF2B5EF4-FFF2-40B4-BE49-F238E27FC236}">
                <a16:creationId xmlns:a16="http://schemas.microsoft.com/office/drawing/2014/main" id="{6113B71D-C222-7443-6E3F-CB882462D8FA}"/>
              </a:ext>
            </a:extLst>
          </p:cNvPr>
          <p:cNvSpPr>
            <a:spLocks/>
          </p:cNvSpPr>
          <p:nvPr/>
        </p:nvSpPr>
        <p:spPr bwMode="auto">
          <a:xfrm>
            <a:off x="7499350" y="3167063"/>
            <a:ext cx="84138" cy="404812"/>
          </a:xfrm>
          <a:custGeom>
            <a:avLst/>
            <a:gdLst>
              <a:gd name="T0" fmla="*/ 0 w 53"/>
              <a:gd name="T1" fmla="*/ 640118897 h 255"/>
              <a:gd name="T2" fmla="*/ 0 w 53"/>
              <a:gd name="T3" fmla="*/ 0 h 255"/>
              <a:gd name="T4" fmla="*/ 131048904 w 53"/>
              <a:gd name="T5" fmla="*/ 0 h 255"/>
              <a:gd name="T6" fmla="*/ 131048904 w 53"/>
              <a:gd name="T7" fmla="*/ 640118897 h 255"/>
              <a:gd name="T8" fmla="*/ 0 w 53"/>
              <a:gd name="T9" fmla="*/ 640118897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255"/>
              <a:gd name="T17" fmla="*/ 53 w 53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255">
                <a:moveTo>
                  <a:pt x="0" y="254"/>
                </a:moveTo>
                <a:lnTo>
                  <a:pt x="0" y="0"/>
                </a:lnTo>
                <a:lnTo>
                  <a:pt x="52" y="0"/>
                </a:lnTo>
                <a:lnTo>
                  <a:pt x="52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68" name="Freeform 55">
            <a:extLst>
              <a:ext uri="{FF2B5EF4-FFF2-40B4-BE49-F238E27FC236}">
                <a16:creationId xmlns:a16="http://schemas.microsoft.com/office/drawing/2014/main" id="{5EBE67CD-C0D9-5321-D17C-E55954F4B4FF}"/>
              </a:ext>
            </a:extLst>
          </p:cNvPr>
          <p:cNvSpPr>
            <a:spLocks/>
          </p:cNvSpPr>
          <p:nvPr/>
        </p:nvSpPr>
        <p:spPr bwMode="auto">
          <a:xfrm>
            <a:off x="925513" y="3489325"/>
            <a:ext cx="446087" cy="496888"/>
          </a:xfrm>
          <a:custGeom>
            <a:avLst/>
            <a:gdLst>
              <a:gd name="T0" fmla="*/ 705642959 w 281"/>
              <a:gd name="T1" fmla="*/ 0 h 313"/>
              <a:gd name="T2" fmla="*/ 0 w 281"/>
              <a:gd name="T3" fmla="*/ 786289541 h 313"/>
              <a:gd name="T4" fmla="*/ 705642959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69" name="Freeform 56">
            <a:extLst>
              <a:ext uri="{FF2B5EF4-FFF2-40B4-BE49-F238E27FC236}">
                <a16:creationId xmlns:a16="http://schemas.microsoft.com/office/drawing/2014/main" id="{542CA846-8869-D274-CBE1-043D807CFB40}"/>
              </a:ext>
            </a:extLst>
          </p:cNvPr>
          <p:cNvSpPr>
            <a:spLocks/>
          </p:cNvSpPr>
          <p:nvPr/>
        </p:nvSpPr>
        <p:spPr bwMode="auto">
          <a:xfrm>
            <a:off x="925513" y="3892550"/>
            <a:ext cx="87312" cy="93663"/>
          </a:xfrm>
          <a:custGeom>
            <a:avLst/>
            <a:gdLst>
              <a:gd name="T0" fmla="*/ 136087658 w 55"/>
              <a:gd name="T1" fmla="*/ 52924358 h 59"/>
              <a:gd name="T2" fmla="*/ 0 w 55"/>
              <a:gd name="T3" fmla="*/ 146169843 h 59"/>
              <a:gd name="T4" fmla="*/ 75604255 w 55"/>
              <a:gd name="T5" fmla="*/ 0 h 59"/>
              <a:gd name="T6" fmla="*/ 136087658 w 55"/>
              <a:gd name="T7" fmla="*/ 5292435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70" name="Freeform 57">
            <a:extLst>
              <a:ext uri="{FF2B5EF4-FFF2-40B4-BE49-F238E27FC236}">
                <a16:creationId xmlns:a16="http://schemas.microsoft.com/office/drawing/2014/main" id="{664E98C7-E15A-32F0-A721-619D098510B5}"/>
              </a:ext>
            </a:extLst>
          </p:cNvPr>
          <p:cNvSpPr>
            <a:spLocks/>
          </p:cNvSpPr>
          <p:nvPr/>
        </p:nvSpPr>
        <p:spPr bwMode="auto">
          <a:xfrm>
            <a:off x="1857375" y="3489325"/>
            <a:ext cx="449263" cy="506413"/>
          </a:xfrm>
          <a:custGeom>
            <a:avLst/>
            <a:gdLst>
              <a:gd name="T0" fmla="*/ 0 w 283"/>
              <a:gd name="T1" fmla="*/ 0 h 319"/>
              <a:gd name="T2" fmla="*/ 710684853 w 283"/>
              <a:gd name="T3" fmla="*/ 801410479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71" name="Freeform 58">
            <a:extLst>
              <a:ext uri="{FF2B5EF4-FFF2-40B4-BE49-F238E27FC236}">
                <a16:creationId xmlns:a16="http://schemas.microsoft.com/office/drawing/2014/main" id="{1DAC4ECE-03E3-8E63-8488-EA8CC09AAD0A}"/>
              </a:ext>
            </a:extLst>
          </p:cNvPr>
          <p:cNvSpPr>
            <a:spLocks/>
          </p:cNvSpPr>
          <p:nvPr/>
        </p:nvSpPr>
        <p:spPr bwMode="auto">
          <a:xfrm>
            <a:off x="2217738" y="3903663"/>
            <a:ext cx="88900" cy="92075"/>
          </a:xfrm>
          <a:custGeom>
            <a:avLst/>
            <a:gdLst>
              <a:gd name="T0" fmla="*/ 60483750 w 56"/>
              <a:gd name="T1" fmla="*/ 0 h 58"/>
              <a:gd name="T2" fmla="*/ 138609388 w 56"/>
              <a:gd name="T3" fmla="*/ 143649700 h 58"/>
              <a:gd name="T4" fmla="*/ 0 w 56"/>
              <a:gd name="T5" fmla="*/ 52924075 h 58"/>
              <a:gd name="T6" fmla="*/ 6048375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72" name="Freeform 59">
            <a:extLst>
              <a:ext uri="{FF2B5EF4-FFF2-40B4-BE49-F238E27FC236}">
                <a16:creationId xmlns:a16="http://schemas.microsoft.com/office/drawing/2014/main" id="{95CFC0BE-940D-099D-4A05-6540C6AFB951}"/>
              </a:ext>
            </a:extLst>
          </p:cNvPr>
          <p:cNvSpPr>
            <a:spLocks/>
          </p:cNvSpPr>
          <p:nvPr/>
        </p:nvSpPr>
        <p:spPr bwMode="auto">
          <a:xfrm>
            <a:off x="2355850" y="3489325"/>
            <a:ext cx="1330325" cy="517525"/>
          </a:xfrm>
          <a:custGeom>
            <a:avLst/>
            <a:gdLst>
              <a:gd name="T0" fmla="*/ 0 w 838"/>
              <a:gd name="T1" fmla="*/ 0 h 326"/>
              <a:gd name="T2" fmla="*/ 2109371575 w 838"/>
              <a:gd name="T3" fmla="*/ 819051575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73" name="Freeform 60">
            <a:extLst>
              <a:ext uri="{FF2B5EF4-FFF2-40B4-BE49-F238E27FC236}">
                <a16:creationId xmlns:a16="http://schemas.microsoft.com/office/drawing/2014/main" id="{75CE573C-6A6C-7E0E-76D2-37475088DAC7}"/>
              </a:ext>
            </a:extLst>
          </p:cNvPr>
          <p:cNvSpPr>
            <a:spLocks/>
          </p:cNvSpPr>
          <p:nvPr/>
        </p:nvSpPr>
        <p:spPr bwMode="auto">
          <a:xfrm>
            <a:off x="3581400" y="3944938"/>
            <a:ext cx="104775" cy="61912"/>
          </a:xfrm>
          <a:custGeom>
            <a:avLst/>
            <a:gdLst>
              <a:gd name="T0" fmla="*/ 27722513 w 66"/>
              <a:gd name="T1" fmla="*/ 0 h 39"/>
              <a:gd name="T2" fmla="*/ 163810950 w 66"/>
              <a:gd name="T3" fmla="*/ 95765164 h 39"/>
              <a:gd name="T4" fmla="*/ 0 w 66"/>
              <a:gd name="T5" fmla="*/ 75604077 h 39"/>
              <a:gd name="T6" fmla="*/ 2772251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74" name="Freeform 61">
            <a:extLst>
              <a:ext uri="{FF2B5EF4-FFF2-40B4-BE49-F238E27FC236}">
                <a16:creationId xmlns:a16="http://schemas.microsoft.com/office/drawing/2014/main" id="{53D432CC-E4F6-7DCE-5952-E11A92067E6C}"/>
              </a:ext>
            </a:extLst>
          </p:cNvPr>
          <p:cNvSpPr>
            <a:spLocks/>
          </p:cNvSpPr>
          <p:nvPr/>
        </p:nvSpPr>
        <p:spPr bwMode="auto">
          <a:xfrm>
            <a:off x="5137150" y="3509963"/>
            <a:ext cx="446088" cy="496887"/>
          </a:xfrm>
          <a:custGeom>
            <a:avLst/>
            <a:gdLst>
              <a:gd name="T0" fmla="*/ 705644541 w 281"/>
              <a:gd name="T1" fmla="*/ 0 h 313"/>
              <a:gd name="T2" fmla="*/ 0 w 281"/>
              <a:gd name="T3" fmla="*/ 786287959 h 313"/>
              <a:gd name="T4" fmla="*/ 705644541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75" name="Freeform 62">
            <a:extLst>
              <a:ext uri="{FF2B5EF4-FFF2-40B4-BE49-F238E27FC236}">
                <a16:creationId xmlns:a16="http://schemas.microsoft.com/office/drawing/2014/main" id="{97A49C6A-18EC-C9DD-3DBC-59A9F1A542FD}"/>
              </a:ext>
            </a:extLst>
          </p:cNvPr>
          <p:cNvSpPr>
            <a:spLocks/>
          </p:cNvSpPr>
          <p:nvPr/>
        </p:nvSpPr>
        <p:spPr bwMode="auto">
          <a:xfrm>
            <a:off x="5137150" y="3913188"/>
            <a:ext cx="87313" cy="93662"/>
          </a:xfrm>
          <a:custGeom>
            <a:avLst/>
            <a:gdLst>
              <a:gd name="T0" fmla="*/ 136089217 w 55"/>
              <a:gd name="T1" fmla="*/ 52922205 h 59"/>
              <a:gd name="T2" fmla="*/ 0 w 55"/>
              <a:gd name="T3" fmla="*/ 146168282 h 59"/>
              <a:gd name="T4" fmla="*/ 75605120 w 55"/>
              <a:gd name="T5" fmla="*/ 0 h 59"/>
              <a:gd name="T6" fmla="*/ 136089217 w 55"/>
              <a:gd name="T7" fmla="*/ 52922205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76" name="Freeform 63">
            <a:extLst>
              <a:ext uri="{FF2B5EF4-FFF2-40B4-BE49-F238E27FC236}">
                <a16:creationId xmlns:a16="http://schemas.microsoft.com/office/drawing/2014/main" id="{4BF5CC37-7A8B-D09E-A3E1-C7027512F43C}"/>
              </a:ext>
            </a:extLst>
          </p:cNvPr>
          <p:cNvSpPr>
            <a:spLocks/>
          </p:cNvSpPr>
          <p:nvPr/>
        </p:nvSpPr>
        <p:spPr bwMode="auto">
          <a:xfrm>
            <a:off x="6069013" y="3509963"/>
            <a:ext cx="458787" cy="476250"/>
          </a:xfrm>
          <a:custGeom>
            <a:avLst/>
            <a:gdLst>
              <a:gd name="T0" fmla="*/ 0 w 289"/>
              <a:gd name="T1" fmla="*/ 0 h 300"/>
              <a:gd name="T2" fmla="*/ 725804209 w 289"/>
              <a:gd name="T3" fmla="*/ 753527513 h 300"/>
              <a:gd name="T4" fmla="*/ 0 w 289"/>
              <a:gd name="T5" fmla="*/ 0 h 300"/>
              <a:gd name="T6" fmla="*/ 0 60000 65536"/>
              <a:gd name="T7" fmla="*/ 0 60000 65536"/>
              <a:gd name="T8" fmla="*/ 0 60000 65536"/>
              <a:gd name="T9" fmla="*/ 0 w 289"/>
              <a:gd name="T10" fmla="*/ 0 h 300"/>
              <a:gd name="T11" fmla="*/ 289 w 289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00">
                <a:moveTo>
                  <a:pt x="0" y="0"/>
                </a:moveTo>
                <a:lnTo>
                  <a:pt x="288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77" name="Freeform 64">
            <a:extLst>
              <a:ext uri="{FF2B5EF4-FFF2-40B4-BE49-F238E27FC236}">
                <a16:creationId xmlns:a16="http://schemas.microsoft.com/office/drawing/2014/main" id="{A3F482E7-126B-3413-FCD7-70A8C7CCC70A}"/>
              </a:ext>
            </a:extLst>
          </p:cNvPr>
          <p:cNvSpPr>
            <a:spLocks/>
          </p:cNvSpPr>
          <p:nvPr/>
        </p:nvSpPr>
        <p:spPr bwMode="auto">
          <a:xfrm>
            <a:off x="6437313" y="3894138"/>
            <a:ext cx="90487" cy="92075"/>
          </a:xfrm>
          <a:custGeom>
            <a:avLst/>
            <a:gdLst>
              <a:gd name="T0" fmla="*/ 57962480 w 57"/>
              <a:gd name="T1" fmla="*/ 0 h 58"/>
              <a:gd name="T2" fmla="*/ 141127970 w 57"/>
              <a:gd name="T3" fmla="*/ 143649700 h 58"/>
              <a:gd name="T4" fmla="*/ 0 w 57"/>
              <a:gd name="T5" fmla="*/ 55443438 h 58"/>
              <a:gd name="T6" fmla="*/ 57962480 w 57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7"/>
              <a:gd name="T13" fmla="*/ 0 h 58"/>
              <a:gd name="T14" fmla="*/ 57 w 57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" h="58">
                <a:moveTo>
                  <a:pt x="23" y="0"/>
                </a:moveTo>
                <a:lnTo>
                  <a:pt x="56" y="57"/>
                </a:lnTo>
                <a:lnTo>
                  <a:pt x="0" y="22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78" name="Freeform 65">
            <a:extLst>
              <a:ext uri="{FF2B5EF4-FFF2-40B4-BE49-F238E27FC236}">
                <a16:creationId xmlns:a16="http://schemas.microsoft.com/office/drawing/2014/main" id="{E23A1B83-2ABD-AE06-C815-68FF751846C7}"/>
              </a:ext>
            </a:extLst>
          </p:cNvPr>
          <p:cNvSpPr>
            <a:spLocks/>
          </p:cNvSpPr>
          <p:nvPr/>
        </p:nvSpPr>
        <p:spPr bwMode="auto">
          <a:xfrm>
            <a:off x="6556375" y="3519488"/>
            <a:ext cx="1362075" cy="476250"/>
          </a:xfrm>
          <a:custGeom>
            <a:avLst/>
            <a:gdLst>
              <a:gd name="T0" fmla="*/ 0 w 858"/>
              <a:gd name="T1" fmla="*/ 0 h 300"/>
              <a:gd name="T2" fmla="*/ 2147483646 w 858"/>
              <a:gd name="T3" fmla="*/ 753527513 h 300"/>
              <a:gd name="T4" fmla="*/ 0 w 858"/>
              <a:gd name="T5" fmla="*/ 0 h 300"/>
              <a:gd name="T6" fmla="*/ 0 60000 65536"/>
              <a:gd name="T7" fmla="*/ 0 60000 65536"/>
              <a:gd name="T8" fmla="*/ 0 60000 65536"/>
              <a:gd name="T9" fmla="*/ 0 w 858"/>
              <a:gd name="T10" fmla="*/ 0 h 300"/>
              <a:gd name="T11" fmla="*/ 858 w 858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8" h="300">
                <a:moveTo>
                  <a:pt x="0" y="0"/>
                </a:moveTo>
                <a:lnTo>
                  <a:pt x="857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79" name="Freeform 66">
            <a:extLst>
              <a:ext uri="{FF2B5EF4-FFF2-40B4-BE49-F238E27FC236}">
                <a16:creationId xmlns:a16="http://schemas.microsoft.com/office/drawing/2014/main" id="{10073196-EF50-D10A-259C-4BD667309D8D}"/>
              </a:ext>
            </a:extLst>
          </p:cNvPr>
          <p:cNvSpPr>
            <a:spLocks/>
          </p:cNvSpPr>
          <p:nvPr/>
        </p:nvSpPr>
        <p:spPr bwMode="auto">
          <a:xfrm>
            <a:off x="7812088" y="3937000"/>
            <a:ext cx="106362" cy="58738"/>
          </a:xfrm>
          <a:custGeom>
            <a:avLst/>
            <a:gdLst>
              <a:gd name="T0" fmla="*/ 27720795 w 67"/>
              <a:gd name="T1" fmla="*/ 0 h 37"/>
              <a:gd name="T2" fmla="*/ 166329531 w 67"/>
              <a:gd name="T3" fmla="*/ 90726397 h 37"/>
              <a:gd name="T4" fmla="*/ 0 w 67"/>
              <a:gd name="T5" fmla="*/ 78126303 h 37"/>
              <a:gd name="T6" fmla="*/ 27720795 w 67"/>
              <a:gd name="T7" fmla="*/ 0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11" y="0"/>
                </a:moveTo>
                <a:lnTo>
                  <a:pt x="66" y="36"/>
                </a:lnTo>
                <a:lnTo>
                  <a:pt x="0" y="31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80" name="Freeform 67">
            <a:extLst>
              <a:ext uri="{FF2B5EF4-FFF2-40B4-BE49-F238E27FC236}">
                <a16:creationId xmlns:a16="http://schemas.microsoft.com/office/drawing/2014/main" id="{885D8A1E-20B8-E64A-2BCA-DCDEF263CAF9}"/>
              </a:ext>
            </a:extLst>
          </p:cNvPr>
          <p:cNvSpPr>
            <a:spLocks/>
          </p:cNvSpPr>
          <p:nvPr/>
        </p:nvSpPr>
        <p:spPr bwMode="auto">
          <a:xfrm>
            <a:off x="2314575" y="2751138"/>
            <a:ext cx="1177925" cy="396875"/>
          </a:xfrm>
          <a:custGeom>
            <a:avLst/>
            <a:gdLst>
              <a:gd name="T0" fmla="*/ 1867436575 w 742"/>
              <a:gd name="T1" fmla="*/ 0 h 250"/>
              <a:gd name="T2" fmla="*/ 0 w 742"/>
              <a:gd name="T3" fmla="*/ 627519700 h 250"/>
              <a:gd name="T4" fmla="*/ 1867436575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81" name="Freeform 68">
            <a:extLst>
              <a:ext uri="{FF2B5EF4-FFF2-40B4-BE49-F238E27FC236}">
                <a16:creationId xmlns:a16="http://schemas.microsoft.com/office/drawing/2014/main" id="{811F12CA-8899-125D-625D-0E9A7795393E}"/>
              </a:ext>
            </a:extLst>
          </p:cNvPr>
          <p:cNvSpPr>
            <a:spLocks/>
          </p:cNvSpPr>
          <p:nvPr/>
        </p:nvSpPr>
        <p:spPr bwMode="auto">
          <a:xfrm>
            <a:off x="2314575" y="3089275"/>
            <a:ext cx="106363" cy="58738"/>
          </a:xfrm>
          <a:custGeom>
            <a:avLst/>
            <a:gdLst>
              <a:gd name="T0" fmla="*/ 166331094 w 67"/>
              <a:gd name="T1" fmla="*/ 78126303 h 37"/>
              <a:gd name="T2" fmla="*/ 0 w 67"/>
              <a:gd name="T3" fmla="*/ 90726397 h 37"/>
              <a:gd name="T4" fmla="*/ 141129413 w 67"/>
              <a:gd name="T5" fmla="*/ 0 h 37"/>
              <a:gd name="T6" fmla="*/ 166331094 w 67"/>
              <a:gd name="T7" fmla="*/ 7812630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82" name="Freeform 69">
            <a:extLst>
              <a:ext uri="{FF2B5EF4-FFF2-40B4-BE49-F238E27FC236}">
                <a16:creationId xmlns:a16="http://schemas.microsoft.com/office/drawing/2014/main" id="{D24C6DA8-9192-E1E4-8388-EB16A33CE51A}"/>
              </a:ext>
            </a:extLst>
          </p:cNvPr>
          <p:cNvSpPr>
            <a:spLocks/>
          </p:cNvSpPr>
          <p:nvPr/>
        </p:nvSpPr>
        <p:spPr bwMode="auto">
          <a:xfrm>
            <a:off x="3978275" y="2760663"/>
            <a:ext cx="1992313" cy="387350"/>
          </a:xfrm>
          <a:custGeom>
            <a:avLst/>
            <a:gdLst>
              <a:gd name="T0" fmla="*/ 0 w 1255"/>
              <a:gd name="T1" fmla="*/ 0 h 244"/>
              <a:gd name="T2" fmla="*/ 2147483646 w 1255"/>
              <a:gd name="T3" fmla="*/ 612398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83" name="Freeform 70">
            <a:extLst>
              <a:ext uri="{FF2B5EF4-FFF2-40B4-BE49-F238E27FC236}">
                <a16:creationId xmlns:a16="http://schemas.microsoft.com/office/drawing/2014/main" id="{7C2CC0AE-3213-1EB8-1EFE-8BA8A07A6DC3}"/>
              </a:ext>
            </a:extLst>
          </p:cNvPr>
          <p:cNvSpPr>
            <a:spLocks/>
          </p:cNvSpPr>
          <p:nvPr/>
        </p:nvSpPr>
        <p:spPr bwMode="auto">
          <a:xfrm>
            <a:off x="5864225" y="3101975"/>
            <a:ext cx="106363" cy="50800"/>
          </a:xfrm>
          <a:custGeom>
            <a:avLst/>
            <a:gdLst>
              <a:gd name="T0" fmla="*/ 15121009 w 67"/>
              <a:gd name="T1" fmla="*/ 0 h 32"/>
              <a:gd name="T2" fmla="*/ 166331094 w 67"/>
              <a:gd name="T3" fmla="*/ 70564375 h 32"/>
              <a:gd name="T4" fmla="*/ 0 w 67"/>
              <a:gd name="T5" fmla="*/ 78125638 h 32"/>
              <a:gd name="T6" fmla="*/ 15121009 w 67"/>
              <a:gd name="T7" fmla="*/ 0 h 32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2"/>
              <a:gd name="T14" fmla="*/ 67 w 67"/>
              <a:gd name="T15" fmla="*/ 32 h 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2">
                <a:moveTo>
                  <a:pt x="6" y="0"/>
                </a:moveTo>
                <a:lnTo>
                  <a:pt x="66" y="28"/>
                </a:lnTo>
                <a:lnTo>
                  <a:pt x="0" y="31"/>
                </a:lnTo>
                <a:lnTo>
                  <a:pt x="6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84" name="Freeform 71">
            <a:extLst>
              <a:ext uri="{FF2B5EF4-FFF2-40B4-BE49-F238E27FC236}">
                <a16:creationId xmlns:a16="http://schemas.microsoft.com/office/drawing/2014/main" id="{56126528-ED85-6846-3D4F-3F030BD9825C}"/>
              </a:ext>
            </a:extLst>
          </p:cNvPr>
          <p:cNvSpPr>
            <a:spLocks/>
          </p:cNvSpPr>
          <p:nvPr/>
        </p:nvSpPr>
        <p:spPr bwMode="auto">
          <a:xfrm>
            <a:off x="1676400" y="4024313"/>
            <a:ext cx="325438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2665 w 205"/>
              <a:gd name="T5" fmla="*/ 0 h 205"/>
              <a:gd name="T6" fmla="*/ 51411266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85" name="Freeform 72">
            <a:extLst>
              <a:ext uri="{FF2B5EF4-FFF2-40B4-BE49-F238E27FC236}">
                <a16:creationId xmlns:a16="http://schemas.microsoft.com/office/drawing/2014/main" id="{5D9E6361-C526-F4EF-19C1-7854BA6AE589}"/>
              </a:ext>
            </a:extLst>
          </p:cNvPr>
          <p:cNvSpPr>
            <a:spLocks/>
          </p:cNvSpPr>
          <p:nvPr/>
        </p:nvSpPr>
        <p:spPr bwMode="auto">
          <a:xfrm>
            <a:off x="2000250" y="4024313"/>
            <a:ext cx="327025" cy="325437"/>
          </a:xfrm>
          <a:custGeom>
            <a:avLst/>
            <a:gdLst>
              <a:gd name="T0" fmla="*/ 0 w 206"/>
              <a:gd name="T1" fmla="*/ 514111085 h 205"/>
              <a:gd name="T2" fmla="*/ 0 w 206"/>
              <a:gd name="T3" fmla="*/ 0 h 205"/>
              <a:gd name="T4" fmla="*/ 516632825 w 206"/>
              <a:gd name="T5" fmla="*/ 0 h 205"/>
              <a:gd name="T6" fmla="*/ 516632825 w 206"/>
              <a:gd name="T7" fmla="*/ 514111085 h 205"/>
              <a:gd name="T8" fmla="*/ 0 w 206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86" name="Freeform 73">
            <a:extLst>
              <a:ext uri="{FF2B5EF4-FFF2-40B4-BE49-F238E27FC236}">
                <a16:creationId xmlns:a16="http://schemas.microsoft.com/office/drawing/2014/main" id="{6DE3D373-13F5-A85E-1C81-D5FC6DE982F5}"/>
              </a:ext>
            </a:extLst>
          </p:cNvPr>
          <p:cNvSpPr>
            <a:spLocks/>
          </p:cNvSpPr>
          <p:nvPr/>
        </p:nvSpPr>
        <p:spPr bwMode="auto">
          <a:xfrm>
            <a:off x="2325688" y="4024313"/>
            <a:ext cx="325437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1085 w 205"/>
              <a:gd name="T5" fmla="*/ 0 h 205"/>
              <a:gd name="T6" fmla="*/ 51411108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87" name="Freeform 74">
            <a:extLst>
              <a:ext uri="{FF2B5EF4-FFF2-40B4-BE49-F238E27FC236}">
                <a16:creationId xmlns:a16="http://schemas.microsoft.com/office/drawing/2014/main" id="{C1A3E01B-434A-829A-FD68-38CACD80108F}"/>
              </a:ext>
            </a:extLst>
          </p:cNvPr>
          <p:cNvSpPr>
            <a:spLocks/>
          </p:cNvSpPr>
          <p:nvPr/>
        </p:nvSpPr>
        <p:spPr bwMode="auto">
          <a:xfrm>
            <a:off x="2649538" y="4024313"/>
            <a:ext cx="325437" cy="325437"/>
          </a:xfrm>
          <a:custGeom>
            <a:avLst/>
            <a:gdLst>
              <a:gd name="T0" fmla="*/ 0 w 205"/>
              <a:gd name="T1" fmla="*/ 514111085 h 205"/>
              <a:gd name="T2" fmla="*/ 0 w 205"/>
              <a:gd name="T3" fmla="*/ 0 h 205"/>
              <a:gd name="T4" fmla="*/ 514111085 w 205"/>
              <a:gd name="T5" fmla="*/ 0 h 205"/>
              <a:gd name="T6" fmla="*/ 514111085 w 205"/>
              <a:gd name="T7" fmla="*/ 514111085 h 205"/>
              <a:gd name="T8" fmla="*/ 0 w 205"/>
              <a:gd name="T9" fmla="*/ 514111085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88" name="Rectangle 75">
            <a:extLst>
              <a:ext uri="{FF2B5EF4-FFF2-40B4-BE49-F238E27FC236}">
                <a16:creationId xmlns:a16="http://schemas.microsoft.com/office/drawing/2014/main" id="{5A7372F1-F908-5DB9-F29B-25E798310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3" y="2028825"/>
            <a:ext cx="5857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Root</a:t>
            </a:r>
          </a:p>
        </p:txBody>
      </p:sp>
      <p:sp>
        <p:nvSpPr>
          <p:cNvPr id="90189" name="Rectangle 76">
            <a:extLst>
              <a:ext uri="{FF2B5EF4-FFF2-40B4-BE49-F238E27FC236}">
                <a16:creationId xmlns:a16="http://schemas.microsoft.com/office/drawing/2014/main" id="{C9505AE0-AE9E-6A54-81E6-584FE83E3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100" y="2427288"/>
            <a:ext cx="3651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90190" name="Rectangle 77">
            <a:extLst>
              <a:ext uri="{FF2B5EF4-FFF2-40B4-BE49-F238E27FC236}">
                <a16:creationId xmlns:a16="http://schemas.microsoft.com/office/drawing/2014/main" id="{8C50493D-8F13-F40C-BDE0-2F3DA1A65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1088" y="3195638"/>
            <a:ext cx="3651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90191" name="Rectangle 78">
            <a:extLst>
              <a:ext uri="{FF2B5EF4-FFF2-40B4-BE49-F238E27FC236}">
                <a16:creationId xmlns:a16="http://schemas.microsoft.com/office/drawing/2014/main" id="{5745B0BB-D2E2-FC78-810A-0AC62C9FE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4022725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14*</a:t>
            </a:r>
          </a:p>
        </p:txBody>
      </p:sp>
      <p:sp>
        <p:nvSpPr>
          <p:cNvPr id="90192" name="Rectangle 79">
            <a:extLst>
              <a:ext uri="{FF2B5EF4-FFF2-40B4-BE49-F238E27FC236}">
                <a16:creationId xmlns:a16="http://schemas.microsoft.com/office/drawing/2014/main" id="{C54E7D2B-03A8-B05E-F22C-DA29BF2B9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738" y="4022725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16*</a:t>
            </a:r>
          </a:p>
        </p:txBody>
      </p:sp>
      <p:sp>
        <p:nvSpPr>
          <p:cNvPr id="90193" name="Rectangle 80">
            <a:extLst>
              <a:ext uri="{FF2B5EF4-FFF2-40B4-BE49-F238E27FC236}">
                <a16:creationId xmlns:a16="http://schemas.microsoft.com/office/drawing/2014/main" id="{3DE7F51A-01E0-9A67-725E-4ED84AC19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7575" y="401320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33*</a:t>
            </a:r>
          </a:p>
        </p:txBody>
      </p:sp>
      <p:sp>
        <p:nvSpPr>
          <p:cNvPr id="90194" name="Rectangle 81">
            <a:extLst>
              <a:ext uri="{FF2B5EF4-FFF2-40B4-BE49-F238E27FC236}">
                <a16:creationId xmlns:a16="http://schemas.microsoft.com/office/drawing/2014/main" id="{1F57BD1E-CC85-C2C0-BCDD-883A4BE91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3013" y="401320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34*</a:t>
            </a:r>
          </a:p>
        </p:txBody>
      </p:sp>
      <p:sp>
        <p:nvSpPr>
          <p:cNvPr id="90195" name="Rectangle 82">
            <a:extLst>
              <a:ext uri="{FF2B5EF4-FFF2-40B4-BE49-F238E27FC236}">
                <a16:creationId xmlns:a16="http://schemas.microsoft.com/office/drawing/2014/main" id="{DC6FAC74-7D06-70A3-B6C6-254845961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7338" y="40020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38*</a:t>
            </a:r>
          </a:p>
        </p:txBody>
      </p:sp>
      <p:sp>
        <p:nvSpPr>
          <p:cNvPr id="90196" name="Rectangle 83">
            <a:extLst>
              <a:ext uri="{FF2B5EF4-FFF2-40B4-BE49-F238E27FC236}">
                <a16:creationId xmlns:a16="http://schemas.microsoft.com/office/drawing/2014/main" id="{D2CAE9B2-AB69-63A6-1416-572B926CD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3992563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39*</a:t>
            </a:r>
          </a:p>
        </p:txBody>
      </p:sp>
      <p:sp>
        <p:nvSpPr>
          <p:cNvPr id="90197" name="Rectangle 84">
            <a:extLst>
              <a:ext uri="{FF2B5EF4-FFF2-40B4-BE49-F238E27FC236}">
                <a16:creationId xmlns:a16="http://schemas.microsoft.com/office/drawing/2014/main" id="{8A4DEBEC-A005-9A4D-A4F8-08E2B7F13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3195638"/>
            <a:ext cx="3651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90198" name="Rectangle 85">
            <a:extLst>
              <a:ext uri="{FF2B5EF4-FFF2-40B4-BE49-F238E27FC236}">
                <a16:creationId xmlns:a16="http://schemas.microsoft.com/office/drawing/2014/main" id="{FA4830D8-5D25-D944-F2E8-29399C257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3200" y="3195638"/>
            <a:ext cx="2730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90199" name="Rectangle 86">
            <a:extLst>
              <a:ext uri="{FF2B5EF4-FFF2-40B4-BE49-F238E27FC236}">
                <a16:creationId xmlns:a16="http://schemas.microsoft.com/office/drawing/2014/main" id="{155AF21A-6CA8-3A09-4394-5CCE71668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775" y="400208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7*</a:t>
            </a:r>
          </a:p>
        </p:txBody>
      </p:sp>
      <p:sp>
        <p:nvSpPr>
          <p:cNvPr id="90200" name="Rectangle 87">
            <a:extLst>
              <a:ext uri="{FF2B5EF4-FFF2-40B4-BE49-F238E27FC236}">
                <a16:creationId xmlns:a16="http://schemas.microsoft.com/office/drawing/2014/main" id="{AE8E9E8D-33E3-C7ED-A5E7-CF318D3D4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400208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5*</a:t>
            </a:r>
          </a:p>
        </p:txBody>
      </p:sp>
      <p:sp>
        <p:nvSpPr>
          <p:cNvPr id="90201" name="Rectangle 88">
            <a:extLst>
              <a:ext uri="{FF2B5EF4-FFF2-40B4-BE49-F238E27FC236}">
                <a16:creationId xmlns:a16="http://schemas.microsoft.com/office/drawing/2014/main" id="{B31E0E92-6CE3-20DA-E723-0F2B0D76C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5688" y="400208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8*</a:t>
            </a:r>
          </a:p>
        </p:txBody>
      </p:sp>
      <p:sp>
        <p:nvSpPr>
          <p:cNvPr id="90202" name="Rectangle 89">
            <a:extLst>
              <a:ext uri="{FF2B5EF4-FFF2-40B4-BE49-F238E27FC236}">
                <a16:creationId xmlns:a16="http://schemas.microsoft.com/office/drawing/2014/main" id="{88987237-5013-8563-239A-DB44A069B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275" y="40020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22*</a:t>
            </a:r>
          </a:p>
        </p:txBody>
      </p:sp>
      <p:sp>
        <p:nvSpPr>
          <p:cNvPr id="90203" name="Rectangle 90">
            <a:extLst>
              <a:ext uri="{FF2B5EF4-FFF2-40B4-BE49-F238E27FC236}">
                <a16:creationId xmlns:a16="http://schemas.microsoft.com/office/drawing/2014/main" id="{C3A670DB-9E89-9576-86E0-F2F3CEEBB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2663" y="40020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24*</a:t>
            </a:r>
          </a:p>
        </p:txBody>
      </p:sp>
      <p:sp>
        <p:nvSpPr>
          <p:cNvPr id="90204" name="Rectangle 91">
            <a:extLst>
              <a:ext uri="{FF2B5EF4-FFF2-40B4-BE49-F238E27FC236}">
                <a16:creationId xmlns:a16="http://schemas.microsoft.com/office/drawing/2014/main" id="{EFBFEC55-F5EB-C33F-7A93-E7B4BEAA3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3184525"/>
            <a:ext cx="3651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90205" name="Rectangle 92">
            <a:extLst>
              <a:ext uri="{FF2B5EF4-FFF2-40B4-BE49-F238E27FC236}">
                <a16:creationId xmlns:a16="http://schemas.microsoft.com/office/drawing/2014/main" id="{1217C87A-3270-947E-6ADE-25C78A00C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40020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27*</a:t>
            </a:r>
          </a:p>
        </p:txBody>
      </p:sp>
      <p:sp>
        <p:nvSpPr>
          <p:cNvPr id="90206" name="Rectangle 93">
            <a:extLst>
              <a:ext uri="{FF2B5EF4-FFF2-40B4-BE49-F238E27FC236}">
                <a16:creationId xmlns:a16="http://schemas.microsoft.com/office/drawing/2014/main" id="{B9E5E0EA-FE16-9C1F-3970-ACCAC878E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40020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29*</a:t>
            </a:r>
          </a:p>
        </p:txBody>
      </p:sp>
      <p:sp>
        <p:nvSpPr>
          <p:cNvPr id="90207" name="Line 94">
            <a:extLst>
              <a:ext uri="{FF2B5EF4-FFF2-40B4-BE49-F238E27FC236}">
                <a16:creationId xmlns:a16="http://schemas.microsoft.com/office/drawing/2014/main" id="{076AD566-1039-A56C-5835-663EAE7809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981200"/>
            <a:ext cx="609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208" name="Arc 95">
            <a:extLst>
              <a:ext uri="{FF2B5EF4-FFF2-40B4-BE49-F238E27FC236}">
                <a16:creationId xmlns:a16="http://schemas.microsoft.com/office/drawing/2014/main" id="{3BF93735-A23A-1E34-183C-46E8EB6C498B}"/>
              </a:ext>
            </a:extLst>
          </p:cNvPr>
          <p:cNvSpPr>
            <a:spLocks/>
          </p:cNvSpPr>
          <p:nvPr/>
        </p:nvSpPr>
        <p:spPr bwMode="auto">
          <a:xfrm rot="-3180000">
            <a:off x="1447800" y="3817938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60692834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209" name="Arc 96">
            <a:extLst>
              <a:ext uri="{FF2B5EF4-FFF2-40B4-BE49-F238E27FC236}">
                <a16:creationId xmlns:a16="http://schemas.microsoft.com/office/drawing/2014/main" id="{061FD65B-A0E8-12DD-30F3-B8E5E6DC969D}"/>
              </a:ext>
            </a:extLst>
          </p:cNvPr>
          <p:cNvSpPr>
            <a:spLocks/>
          </p:cNvSpPr>
          <p:nvPr/>
        </p:nvSpPr>
        <p:spPr bwMode="auto">
          <a:xfrm rot="-3180000">
            <a:off x="2895600" y="3817938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60692834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210" name="Arc 97">
            <a:extLst>
              <a:ext uri="{FF2B5EF4-FFF2-40B4-BE49-F238E27FC236}">
                <a16:creationId xmlns:a16="http://schemas.microsoft.com/office/drawing/2014/main" id="{91505146-8847-4A2C-2963-1524A044E3B7}"/>
              </a:ext>
            </a:extLst>
          </p:cNvPr>
          <p:cNvSpPr>
            <a:spLocks/>
          </p:cNvSpPr>
          <p:nvPr/>
        </p:nvSpPr>
        <p:spPr bwMode="auto">
          <a:xfrm rot="-3180000">
            <a:off x="4267200" y="3817938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60692834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211" name="Arc 98">
            <a:extLst>
              <a:ext uri="{FF2B5EF4-FFF2-40B4-BE49-F238E27FC236}">
                <a16:creationId xmlns:a16="http://schemas.microsoft.com/office/drawing/2014/main" id="{126274D3-E073-861D-E57D-0F3D9AE6E527}"/>
              </a:ext>
            </a:extLst>
          </p:cNvPr>
          <p:cNvSpPr>
            <a:spLocks/>
          </p:cNvSpPr>
          <p:nvPr/>
        </p:nvSpPr>
        <p:spPr bwMode="auto">
          <a:xfrm rot="-3180000">
            <a:off x="5715000" y="3817938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60692834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212" name="Arc 99">
            <a:extLst>
              <a:ext uri="{FF2B5EF4-FFF2-40B4-BE49-F238E27FC236}">
                <a16:creationId xmlns:a16="http://schemas.microsoft.com/office/drawing/2014/main" id="{C0E613DD-3BA9-D3A4-5DB7-96E8083CCB99}"/>
              </a:ext>
            </a:extLst>
          </p:cNvPr>
          <p:cNvSpPr>
            <a:spLocks/>
          </p:cNvSpPr>
          <p:nvPr/>
        </p:nvSpPr>
        <p:spPr bwMode="auto">
          <a:xfrm rot="-3180000">
            <a:off x="7162800" y="3817938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60692834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4">
            <a:extLst>
              <a:ext uri="{FF2B5EF4-FFF2-40B4-BE49-F238E27FC236}">
                <a16:creationId xmlns:a16="http://schemas.microsoft.com/office/drawing/2014/main" id="{6DD7FEB9-0605-85DD-16C4-A1A5C8FC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Verdana" panose="020B060403050404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C4923C63-478A-322C-5505-BD95701DC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CCA069C2-EAAA-AB0B-F4EB-1AA3033D5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103428" name="Rectangle 4">
            <a:extLst>
              <a:ext uri="{FF2B5EF4-FFF2-40B4-BE49-F238E27FC236}">
                <a16:creationId xmlns:a16="http://schemas.microsoft.com/office/drawing/2014/main" id="{81870419-4162-6B50-2919-C9356FBB1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/>
              <a:t>        ... And Then Deleting 24*</a:t>
            </a:r>
          </a:p>
        </p:txBody>
      </p:sp>
      <p:sp>
        <p:nvSpPr>
          <p:cNvPr id="92166" name="Rectangle 5">
            <a:extLst>
              <a:ext uri="{FF2B5EF4-FFF2-40B4-BE49-F238E27FC236}">
                <a16:creationId xmlns:a16="http://schemas.microsoft.com/office/drawing/2014/main" id="{F2C5B026-A919-7571-A497-651E745C1B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4038600" cy="2590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Must merge.</a:t>
            </a:r>
          </a:p>
          <a:p>
            <a:pPr eaLnBrk="1" hangingPunct="1"/>
            <a:r>
              <a:rPr lang="en-US" altLang="en-US"/>
              <a:t>Observe </a:t>
            </a:r>
            <a:r>
              <a:rPr lang="en-US" altLang="en-US">
                <a:solidFill>
                  <a:schemeClr val="accent2"/>
                </a:solidFill>
              </a:rPr>
              <a:t>`</a:t>
            </a:r>
            <a:r>
              <a:rPr lang="en-US" altLang="en-US" i="1"/>
              <a:t>toss</a:t>
            </a:r>
            <a:r>
              <a:rPr lang="en-US" altLang="en-US"/>
              <a:t>’ of index entry (on right), and </a:t>
            </a:r>
            <a:r>
              <a:rPr lang="en-US" altLang="en-US">
                <a:solidFill>
                  <a:schemeClr val="accent2"/>
                </a:solidFill>
              </a:rPr>
              <a:t>`</a:t>
            </a:r>
            <a:r>
              <a:rPr lang="en-US" altLang="en-US" i="1"/>
              <a:t>pull down</a:t>
            </a:r>
            <a:r>
              <a:rPr lang="en-US" altLang="en-US">
                <a:solidFill>
                  <a:schemeClr val="accent2"/>
                </a:solidFill>
              </a:rPr>
              <a:t>’ </a:t>
            </a:r>
            <a:r>
              <a:rPr lang="en-US" altLang="en-US"/>
              <a:t>of index entry (below).</a:t>
            </a:r>
          </a:p>
        </p:txBody>
      </p:sp>
      <p:sp>
        <p:nvSpPr>
          <p:cNvPr id="92167" name="Freeform 6">
            <a:extLst>
              <a:ext uri="{FF2B5EF4-FFF2-40B4-BE49-F238E27FC236}">
                <a16:creationId xmlns:a16="http://schemas.microsoft.com/office/drawing/2014/main" id="{823A6B4E-9AD3-3019-5216-71131955EA1F}"/>
              </a:ext>
            </a:extLst>
          </p:cNvPr>
          <p:cNvSpPr>
            <a:spLocks/>
          </p:cNvSpPr>
          <p:nvPr/>
        </p:nvSpPr>
        <p:spPr bwMode="auto">
          <a:xfrm>
            <a:off x="4735513" y="2901950"/>
            <a:ext cx="436562" cy="376238"/>
          </a:xfrm>
          <a:custGeom>
            <a:avLst/>
            <a:gdLst>
              <a:gd name="T0" fmla="*/ 0 w 275"/>
              <a:gd name="T1" fmla="*/ 594757665 h 237"/>
              <a:gd name="T2" fmla="*/ 0 w 275"/>
              <a:gd name="T3" fmla="*/ 0 h 237"/>
              <a:gd name="T4" fmla="*/ 690522022 w 275"/>
              <a:gd name="T5" fmla="*/ 0 h 237"/>
              <a:gd name="T6" fmla="*/ 690522022 w 275"/>
              <a:gd name="T7" fmla="*/ 594757665 h 237"/>
              <a:gd name="T8" fmla="*/ 0 w 275"/>
              <a:gd name="T9" fmla="*/ 594757665 h 2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237"/>
              <a:gd name="T17" fmla="*/ 275 w 275"/>
              <a:gd name="T18" fmla="*/ 237 h 2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68" name="Freeform 7">
            <a:extLst>
              <a:ext uri="{FF2B5EF4-FFF2-40B4-BE49-F238E27FC236}">
                <a16:creationId xmlns:a16="http://schemas.microsoft.com/office/drawing/2014/main" id="{2B3905F4-593C-0793-89C7-EFF8EA0BA660}"/>
              </a:ext>
            </a:extLst>
          </p:cNvPr>
          <p:cNvSpPr>
            <a:spLocks/>
          </p:cNvSpPr>
          <p:nvPr/>
        </p:nvSpPr>
        <p:spPr bwMode="auto">
          <a:xfrm>
            <a:off x="5170488" y="2901950"/>
            <a:ext cx="434975" cy="376238"/>
          </a:xfrm>
          <a:custGeom>
            <a:avLst/>
            <a:gdLst>
              <a:gd name="T0" fmla="*/ 0 w 274"/>
              <a:gd name="T1" fmla="*/ 594757665 h 237"/>
              <a:gd name="T2" fmla="*/ 0 w 274"/>
              <a:gd name="T3" fmla="*/ 0 h 237"/>
              <a:gd name="T4" fmla="*/ 688003450 w 274"/>
              <a:gd name="T5" fmla="*/ 0 h 237"/>
              <a:gd name="T6" fmla="*/ 688003450 w 274"/>
              <a:gd name="T7" fmla="*/ 594757665 h 237"/>
              <a:gd name="T8" fmla="*/ 0 w 274"/>
              <a:gd name="T9" fmla="*/ 594757665 h 2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4"/>
              <a:gd name="T16" fmla="*/ 0 h 237"/>
              <a:gd name="T17" fmla="*/ 274 w 274"/>
              <a:gd name="T18" fmla="*/ 237 h 2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69" name="Freeform 8">
            <a:extLst>
              <a:ext uri="{FF2B5EF4-FFF2-40B4-BE49-F238E27FC236}">
                <a16:creationId xmlns:a16="http://schemas.microsoft.com/office/drawing/2014/main" id="{8EDADA1B-556D-61BF-67EC-165169122282}"/>
              </a:ext>
            </a:extLst>
          </p:cNvPr>
          <p:cNvSpPr>
            <a:spLocks/>
          </p:cNvSpPr>
          <p:nvPr/>
        </p:nvSpPr>
        <p:spPr bwMode="auto">
          <a:xfrm>
            <a:off x="5603875" y="2901950"/>
            <a:ext cx="434975" cy="376238"/>
          </a:xfrm>
          <a:custGeom>
            <a:avLst/>
            <a:gdLst>
              <a:gd name="T0" fmla="*/ 0 w 274"/>
              <a:gd name="T1" fmla="*/ 594757665 h 237"/>
              <a:gd name="T2" fmla="*/ 0 w 274"/>
              <a:gd name="T3" fmla="*/ 0 h 237"/>
              <a:gd name="T4" fmla="*/ 688003450 w 274"/>
              <a:gd name="T5" fmla="*/ 0 h 237"/>
              <a:gd name="T6" fmla="*/ 688003450 w 274"/>
              <a:gd name="T7" fmla="*/ 594757665 h 237"/>
              <a:gd name="T8" fmla="*/ 0 w 274"/>
              <a:gd name="T9" fmla="*/ 594757665 h 2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4"/>
              <a:gd name="T16" fmla="*/ 0 h 237"/>
              <a:gd name="T17" fmla="*/ 274 w 274"/>
              <a:gd name="T18" fmla="*/ 237 h 2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70" name="Freeform 9">
            <a:extLst>
              <a:ext uri="{FF2B5EF4-FFF2-40B4-BE49-F238E27FC236}">
                <a16:creationId xmlns:a16="http://schemas.microsoft.com/office/drawing/2014/main" id="{46BF0937-3048-BE07-D9FC-304E8CC66926}"/>
              </a:ext>
            </a:extLst>
          </p:cNvPr>
          <p:cNvSpPr>
            <a:spLocks/>
          </p:cNvSpPr>
          <p:nvPr/>
        </p:nvSpPr>
        <p:spPr bwMode="auto">
          <a:xfrm>
            <a:off x="6037263" y="2901950"/>
            <a:ext cx="434975" cy="376238"/>
          </a:xfrm>
          <a:custGeom>
            <a:avLst/>
            <a:gdLst>
              <a:gd name="T0" fmla="*/ 0 w 274"/>
              <a:gd name="T1" fmla="*/ 594757665 h 237"/>
              <a:gd name="T2" fmla="*/ 0 w 274"/>
              <a:gd name="T3" fmla="*/ 0 h 237"/>
              <a:gd name="T4" fmla="*/ 688003450 w 274"/>
              <a:gd name="T5" fmla="*/ 0 h 237"/>
              <a:gd name="T6" fmla="*/ 688003450 w 274"/>
              <a:gd name="T7" fmla="*/ 594757665 h 237"/>
              <a:gd name="T8" fmla="*/ 0 w 274"/>
              <a:gd name="T9" fmla="*/ 594757665 h 2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4"/>
              <a:gd name="T16" fmla="*/ 0 h 237"/>
              <a:gd name="T17" fmla="*/ 274 w 274"/>
              <a:gd name="T18" fmla="*/ 237 h 2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71" name="Freeform 10">
            <a:extLst>
              <a:ext uri="{FF2B5EF4-FFF2-40B4-BE49-F238E27FC236}">
                <a16:creationId xmlns:a16="http://schemas.microsoft.com/office/drawing/2014/main" id="{098BD3F5-99D1-915E-F7B2-19B3F7BD0AC1}"/>
              </a:ext>
            </a:extLst>
          </p:cNvPr>
          <p:cNvSpPr>
            <a:spLocks/>
          </p:cNvSpPr>
          <p:nvPr/>
        </p:nvSpPr>
        <p:spPr bwMode="auto">
          <a:xfrm>
            <a:off x="6634163" y="2901950"/>
            <a:ext cx="434975" cy="376238"/>
          </a:xfrm>
          <a:custGeom>
            <a:avLst/>
            <a:gdLst>
              <a:gd name="T0" fmla="*/ 0 w 274"/>
              <a:gd name="T1" fmla="*/ 594757665 h 237"/>
              <a:gd name="T2" fmla="*/ 0 w 274"/>
              <a:gd name="T3" fmla="*/ 0 h 237"/>
              <a:gd name="T4" fmla="*/ 688003450 w 274"/>
              <a:gd name="T5" fmla="*/ 0 h 237"/>
              <a:gd name="T6" fmla="*/ 688003450 w 274"/>
              <a:gd name="T7" fmla="*/ 594757665 h 237"/>
              <a:gd name="T8" fmla="*/ 0 w 274"/>
              <a:gd name="T9" fmla="*/ 594757665 h 2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4"/>
              <a:gd name="T16" fmla="*/ 0 h 237"/>
              <a:gd name="T17" fmla="*/ 274 w 274"/>
              <a:gd name="T18" fmla="*/ 237 h 2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72" name="Freeform 11">
            <a:extLst>
              <a:ext uri="{FF2B5EF4-FFF2-40B4-BE49-F238E27FC236}">
                <a16:creationId xmlns:a16="http://schemas.microsoft.com/office/drawing/2014/main" id="{163BF8AF-9041-259E-55B7-B8BF858428CB}"/>
              </a:ext>
            </a:extLst>
          </p:cNvPr>
          <p:cNvSpPr>
            <a:spLocks/>
          </p:cNvSpPr>
          <p:nvPr/>
        </p:nvSpPr>
        <p:spPr bwMode="auto">
          <a:xfrm>
            <a:off x="7067550" y="2901950"/>
            <a:ext cx="436563" cy="376238"/>
          </a:xfrm>
          <a:custGeom>
            <a:avLst/>
            <a:gdLst>
              <a:gd name="T0" fmla="*/ 0 w 275"/>
              <a:gd name="T1" fmla="*/ 594757665 h 237"/>
              <a:gd name="T2" fmla="*/ 0 w 275"/>
              <a:gd name="T3" fmla="*/ 0 h 237"/>
              <a:gd name="T4" fmla="*/ 690523603 w 275"/>
              <a:gd name="T5" fmla="*/ 0 h 237"/>
              <a:gd name="T6" fmla="*/ 690523603 w 275"/>
              <a:gd name="T7" fmla="*/ 594757665 h 237"/>
              <a:gd name="T8" fmla="*/ 0 w 275"/>
              <a:gd name="T9" fmla="*/ 594757665 h 2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237"/>
              <a:gd name="T17" fmla="*/ 275 w 275"/>
              <a:gd name="T18" fmla="*/ 237 h 2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73" name="Freeform 12">
            <a:extLst>
              <a:ext uri="{FF2B5EF4-FFF2-40B4-BE49-F238E27FC236}">
                <a16:creationId xmlns:a16="http://schemas.microsoft.com/office/drawing/2014/main" id="{56159896-8E26-468F-B9DC-F716E1020749}"/>
              </a:ext>
            </a:extLst>
          </p:cNvPr>
          <p:cNvSpPr>
            <a:spLocks/>
          </p:cNvSpPr>
          <p:nvPr/>
        </p:nvSpPr>
        <p:spPr bwMode="auto">
          <a:xfrm>
            <a:off x="7502525" y="2901950"/>
            <a:ext cx="434975" cy="376238"/>
          </a:xfrm>
          <a:custGeom>
            <a:avLst/>
            <a:gdLst>
              <a:gd name="T0" fmla="*/ 0 w 274"/>
              <a:gd name="T1" fmla="*/ 594757665 h 237"/>
              <a:gd name="T2" fmla="*/ 0 w 274"/>
              <a:gd name="T3" fmla="*/ 0 h 237"/>
              <a:gd name="T4" fmla="*/ 688003450 w 274"/>
              <a:gd name="T5" fmla="*/ 0 h 237"/>
              <a:gd name="T6" fmla="*/ 688003450 w 274"/>
              <a:gd name="T7" fmla="*/ 594757665 h 237"/>
              <a:gd name="T8" fmla="*/ 0 w 274"/>
              <a:gd name="T9" fmla="*/ 594757665 h 2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4"/>
              <a:gd name="T16" fmla="*/ 0 h 237"/>
              <a:gd name="T17" fmla="*/ 274 w 274"/>
              <a:gd name="T18" fmla="*/ 237 h 2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74" name="Freeform 13">
            <a:extLst>
              <a:ext uri="{FF2B5EF4-FFF2-40B4-BE49-F238E27FC236}">
                <a16:creationId xmlns:a16="http://schemas.microsoft.com/office/drawing/2014/main" id="{E78D84A6-16F9-3D28-6C34-A1561A77178F}"/>
              </a:ext>
            </a:extLst>
          </p:cNvPr>
          <p:cNvSpPr>
            <a:spLocks/>
          </p:cNvSpPr>
          <p:nvPr/>
        </p:nvSpPr>
        <p:spPr bwMode="auto">
          <a:xfrm>
            <a:off x="7935913" y="2901950"/>
            <a:ext cx="436562" cy="376238"/>
          </a:xfrm>
          <a:custGeom>
            <a:avLst/>
            <a:gdLst>
              <a:gd name="T0" fmla="*/ 0 w 275"/>
              <a:gd name="T1" fmla="*/ 594757665 h 237"/>
              <a:gd name="T2" fmla="*/ 0 w 275"/>
              <a:gd name="T3" fmla="*/ 0 h 237"/>
              <a:gd name="T4" fmla="*/ 690522022 w 275"/>
              <a:gd name="T5" fmla="*/ 0 h 237"/>
              <a:gd name="T6" fmla="*/ 690522022 w 275"/>
              <a:gd name="T7" fmla="*/ 594757665 h 237"/>
              <a:gd name="T8" fmla="*/ 0 w 275"/>
              <a:gd name="T9" fmla="*/ 594757665 h 2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237"/>
              <a:gd name="T17" fmla="*/ 275 w 275"/>
              <a:gd name="T18" fmla="*/ 237 h 2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75" name="Freeform 14">
            <a:extLst>
              <a:ext uri="{FF2B5EF4-FFF2-40B4-BE49-F238E27FC236}">
                <a16:creationId xmlns:a16="http://schemas.microsoft.com/office/drawing/2014/main" id="{EFF13E9F-5572-EF09-D52F-074A2C48DC42}"/>
              </a:ext>
            </a:extLst>
          </p:cNvPr>
          <p:cNvSpPr>
            <a:spLocks/>
          </p:cNvSpPr>
          <p:nvPr/>
        </p:nvSpPr>
        <p:spPr bwMode="auto">
          <a:xfrm>
            <a:off x="6159500" y="1905000"/>
            <a:ext cx="652463" cy="469900"/>
          </a:xfrm>
          <a:custGeom>
            <a:avLst/>
            <a:gdLst>
              <a:gd name="T0" fmla="*/ 0 w 411"/>
              <a:gd name="T1" fmla="*/ 743446888 h 296"/>
              <a:gd name="T2" fmla="*/ 0 w 411"/>
              <a:gd name="T3" fmla="*/ 0 h 296"/>
              <a:gd name="T4" fmla="*/ 1033264854 w 411"/>
              <a:gd name="T5" fmla="*/ 0 h 296"/>
              <a:gd name="T6" fmla="*/ 1033264854 w 411"/>
              <a:gd name="T7" fmla="*/ 743446888 h 296"/>
              <a:gd name="T8" fmla="*/ 0 w 411"/>
              <a:gd name="T9" fmla="*/ 743446888 h 2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1"/>
              <a:gd name="T16" fmla="*/ 0 h 296"/>
              <a:gd name="T17" fmla="*/ 411 w 411"/>
              <a:gd name="T18" fmla="*/ 296 h 2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76" name="Freeform 15">
            <a:extLst>
              <a:ext uri="{FF2B5EF4-FFF2-40B4-BE49-F238E27FC236}">
                <a16:creationId xmlns:a16="http://schemas.microsoft.com/office/drawing/2014/main" id="{CBA66DA3-564A-0234-8659-0EC8E83135FF}"/>
              </a:ext>
            </a:extLst>
          </p:cNvPr>
          <p:cNvSpPr>
            <a:spLocks/>
          </p:cNvSpPr>
          <p:nvPr/>
        </p:nvSpPr>
        <p:spPr bwMode="auto">
          <a:xfrm>
            <a:off x="6267450" y="1905000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743446888 h 296"/>
              <a:gd name="T4" fmla="*/ 0 w 1"/>
              <a:gd name="T5" fmla="*/ 0 h 296"/>
              <a:gd name="T6" fmla="*/ 0 60000 65536"/>
              <a:gd name="T7" fmla="*/ 0 60000 65536"/>
              <a:gd name="T8" fmla="*/ 0 60000 65536"/>
              <a:gd name="T9" fmla="*/ 0 w 1"/>
              <a:gd name="T10" fmla="*/ 0 h 296"/>
              <a:gd name="T11" fmla="*/ 1 w 1"/>
              <a:gd name="T12" fmla="*/ 296 h 2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77" name="Freeform 16">
            <a:extLst>
              <a:ext uri="{FF2B5EF4-FFF2-40B4-BE49-F238E27FC236}">
                <a16:creationId xmlns:a16="http://schemas.microsoft.com/office/drawing/2014/main" id="{47FE6A6C-3157-B260-F047-A5D691B5FA0A}"/>
              </a:ext>
            </a:extLst>
          </p:cNvPr>
          <p:cNvSpPr>
            <a:spLocks/>
          </p:cNvSpPr>
          <p:nvPr/>
        </p:nvSpPr>
        <p:spPr bwMode="auto">
          <a:xfrm>
            <a:off x="6810375" y="1905000"/>
            <a:ext cx="654050" cy="469900"/>
          </a:xfrm>
          <a:custGeom>
            <a:avLst/>
            <a:gdLst>
              <a:gd name="T0" fmla="*/ 0 w 412"/>
              <a:gd name="T1" fmla="*/ 743446888 h 296"/>
              <a:gd name="T2" fmla="*/ 0 w 412"/>
              <a:gd name="T3" fmla="*/ 0 h 296"/>
              <a:gd name="T4" fmla="*/ 1035785013 w 412"/>
              <a:gd name="T5" fmla="*/ 0 h 296"/>
              <a:gd name="T6" fmla="*/ 1035785013 w 412"/>
              <a:gd name="T7" fmla="*/ 743446888 h 296"/>
              <a:gd name="T8" fmla="*/ 0 w 412"/>
              <a:gd name="T9" fmla="*/ 743446888 h 2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2"/>
              <a:gd name="T16" fmla="*/ 0 h 296"/>
              <a:gd name="T17" fmla="*/ 412 w 412"/>
              <a:gd name="T18" fmla="*/ 296 h 2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2" h="296">
                <a:moveTo>
                  <a:pt x="0" y="295"/>
                </a:moveTo>
                <a:lnTo>
                  <a:pt x="0" y="0"/>
                </a:lnTo>
                <a:lnTo>
                  <a:pt x="411" y="0"/>
                </a:lnTo>
                <a:lnTo>
                  <a:pt x="411" y="295"/>
                </a:lnTo>
                <a:lnTo>
                  <a:pt x="0" y="295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78" name="Freeform 17">
            <a:extLst>
              <a:ext uri="{FF2B5EF4-FFF2-40B4-BE49-F238E27FC236}">
                <a16:creationId xmlns:a16="http://schemas.microsoft.com/office/drawing/2014/main" id="{7A4E03B7-E260-92CD-8087-DB0354EE7EE0}"/>
              </a:ext>
            </a:extLst>
          </p:cNvPr>
          <p:cNvSpPr>
            <a:spLocks/>
          </p:cNvSpPr>
          <p:nvPr/>
        </p:nvSpPr>
        <p:spPr bwMode="auto">
          <a:xfrm>
            <a:off x="6919913" y="1905000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743446888 h 296"/>
              <a:gd name="T4" fmla="*/ 0 w 1"/>
              <a:gd name="T5" fmla="*/ 0 h 296"/>
              <a:gd name="T6" fmla="*/ 0 60000 65536"/>
              <a:gd name="T7" fmla="*/ 0 60000 65536"/>
              <a:gd name="T8" fmla="*/ 0 60000 65536"/>
              <a:gd name="T9" fmla="*/ 0 w 1"/>
              <a:gd name="T10" fmla="*/ 0 h 296"/>
              <a:gd name="T11" fmla="*/ 1 w 1"/>
              <a:gd name="T12" fmla="*/ 296 h 2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79" name="Freeform 18">
            <a:extLst>
              <a:ext uri="{FF2B5EF4-FFF2-40B4-BE49-F238E27FC236}">
                <a16:creationId xmlns:a16="http://schemas.microsoft.com/office/drawing/2014/main" id="{85AB20F2-9D08-BA53-F4ED-76B8C61D02A3}"/>
              </a:ext>
            </a:extLst>
          </p:cNvPr>
          <p:cNvSpPr>
            <a:spLocks/>
          </p:cNvSpPr>
          <p:nvPr/>
        </p:nvSpPr>
        <p:spPr bwMode="auto">
          <a:xfrm>
            <a:off x="7462838" y="1905000"/>
            <a:ext cx="652462" cy="469900"/>
          </a:xfrm>
          <a:custGeom>
            <a:avLst/>
            <a:gdLst>
              <a:gd name="T0" fmla="*/ 0 w 411"/>
              <a:gd name="T1" fmla="*/ 743446888 h 296"/>
              <a:gd name="T2" fmla="*/ 0 w 411"/>
              <a:gd name="T3" fmla="*/ 0 h 296"/>
              <a:gd name="T4" fmla="*/ 1033263271 w 411"/>
              <a:gd name="T5" fmla="*/ 0 h 296"/>
              <a:gd name="T6" fmla="*/ 1033263271 w 411"/>
              <a:gd name="T7" fmla="*/ 743446888 h 296"/>
              <a:gd name="T8" fmla="*/ 0 w 411"/>
              <a:gd name="T9" fmla="*/ 743446888 h 2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1"/>
              <a:gd name="T16" fmla="*/ 0 h 296"/>
              <a:gd name="T17" fmla="*/ 411 w 411"/>
              <a:gd name="T18" fmla="*/ 296 h 2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80" name="Freeform 19">
            <a:extLst>
              <a:ext uri="{FF2B5EF4-FFF2-40B4-BE49-F238E27FC236}">
                <a16:creationId xmlns:a16="http://schemas.microsoft.com/office/drawing/2014/main" id="{38F7F441-DC02-3010-263C-E478BD467017}"/>
              </a:ext>
            </a:extLst>
          </p:cNvPr>
          <p:cNvSpPr>
            <a:spLocks/>
          </p:cNvSpPr>
          <p:nvPr/>
        </p:nvSpPr>
        <p:spPr bwMode="auto">
          <a:xfrm>
            <a:off x="7569200" y="1905000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743446888 h 296"/>
              <a:gd name="T4" fmla="*/ 0 w 1"/>
              <a:gd name="T5" fmla="*/ 0 h 296"/>
              <a:gd name="T6" fmla="*/ 0 60000 65536"/>
              <a:gd name="T7" fmla="*/ 0 60000 65536"/>
              <a:gd name="T8" fmla="*/ 0 60000 65536"/>
              <a:gd name="T9" fmla="*/ 0 w 1"/>
              <a:gd name="T10" fmla="*/ 0 h 296"/>
              <a:gd name="T11" fmla="*/ 1 w 1"/>
              <a:gd name="T12" fmla="*/ 296 h 2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81" name="Freeform 20">
            <a:extLst>
              <a:ext uri="{FF2B5EF4-FFF2-40B4-BE49-F238E27FC236}">
                <a16:creationId xmlns:a16="http://schemas.microsoft.com/office/drawing/2014/main" id="{9FDF1B06-18DA-3252-7A25-04A831A4C13F}"/>
              </a:ext>
            </a:extLst>
          </p:cNvPr>
          <p:cNvSpPr>
            <a:spLocks/>
          </p:cNvSpPr>
          <p:nvPr/>
        </p:nvSpPr>
        <p:spPr bwMode="auto">
          <a:xfrm>
            <a:off x="8113713" y="1905000"/>
            <a:ext cx="650875" cy="469900"/>
          </a:xfrm>
          <a:custGeom>
            <a:avLst/>
            <a:gdLst>
              <a:gd name="T0" fmla="*/ 0 w 410"/>
              <a:gd name="T1" fmla="*/ 743446888 h 296"/>
              <a:gd name="T2" fmla="*/ 0 w 410"/>
              <a:gd name="T3" fmla="*/ 0 h 296"/>
              <a:gd name="T4" fmla="*/ 1030744700 w 410"/>
              <a:gd name="T5" fmla="*/ 0 h 296"/>
              <a:gd name="T6" fmla="*/ 1030744700 w 410"/>
              <a:gd name="T7" fmla="*/ 743446888 h 296"/>
              <a:gd name="T8" fmla="*/ 0 w 410"/>
              <a:gd name="T9" fmla="*/ 743446888 h 2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0"/>
              <a:gd name="T16" fmla="*/ 0 h 296"/>
              <a:gd name="T17" fmla="*/ 410 w 410"/>
              <a:gd name="T18" fmla="*/ 296 h 2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0" h="296">
                <a:moveTo>
                  <a:pt x="0" y="295"/>
                </a:moveTo>
                <a:lnTo>
                  <a:pt x="0" y="0"/>
                </a:lnTo>
                <a:lnTo>
                  <a:pt x="409" y="0"/>
                </a:lnTo>
                <a:lnTo>
                  <a:pt x="409" y="295"/>
                </a:lnTo>
                <a:lnTo>
                  <a:pt x="0" y="295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82" name="Freeform 21">
            <a:extLst>
              <a:ext uri="{FF2B5EF4-FFF2-40B4-BE49-F238E27FC236}">
                <a16:creationId xmlns:a16="http://schemas.microsoft.com/office/drawing/2014/main" id="{26859D46-97EE-0FB7-B314-F0D6A8E36B5E}"/>
              </a:ext>
            </a:extLst>
          </p:cNvPr>
          <p:cNvSpPr>
            <a:spLocks/>
          </p:cNvSpPr>
          <p:nvPr/>
        </p:nvSpPr>
        <p:spPr bwMode="auto">
          <a:xfrm>
            <a:off x="8221663" y="1905000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743446888 h 296"/>
              <a:gd name="T4" fmla="*/ 0 w 1"/>
              <a:gd name="T5" fmla="*/ 0 h 296"/>
              <a:gd name="T6" fmla="*/ 0 60000 65536"/>
              <a:gd name="T7" fmla="*/ 0 60000 65536"/>
              <a:gd name="T8" fmla="*/ 0 60000 65536"/>
              <a:gd name="T9" fmla="*/ 0 w 1"/>
              <a:gd name="T10" fmla="*/ 0 h 296"/>
              <a:gd name="T11" fmla="*/ 1 w 1"/>
              <a:gd name="T12" fmla="*/ 296 h 2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83" name="Freeform 22">
            <a:extLst>
              <a:ext uri="{FF2B5EF4-FFF2-40B4-BE49-F238E27FC236}">
                <a16:creationId xmlns:a16="http://schemas.microsoft.com/office/drawing/2014/main" id="{8A7D46F0-0C35-C85A-F528-156BD9EA75E2}"/>
              </a:ext>
            </a:extLst>
          </p:cNvPr>
          <p:cNvSpPr>
            <a:spLocks/>
          </p:cNvSpPr>
          <p:nvPr/>
        </p:nvSpPr>
        <p:spPr bwMode="auto">
          <a:xfrm>
            <a:off x="8763000" y="1905000"/>
            <a:ext cx="111125" cy="469900"/>
          </a:xfrm>
          <a:custGeom>
            <a:avLst/>
            <a:gdLst>
              <a:gd name="T0" fmla="*/ 0 w 70"/>
              <a:gd name="T1" fmla="*/ 743446888 h 296"/>
              <a:gd name="T2" fmla="*/ 0 w 70"/>
              <a:gd name="T3" fmla="*/ 0 h 296"/>
              <a:gd name="T4" fmla="*/ 173891575 w 70"/>
              <a:gd name="T5" fmla="*/ 0 h 296"/>
              <a:gd name="T6" fmla="*/ 173891575 w 70"/>
              <a:gd name="T7" fmla="*/ 743446888 h 296"/>
              <a:gd name="T8" fmla="*/ 0 w 70"/>
              <a:gd name="T9" fmla="*/ 743446888 h 2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"/>
              <a:gd name="T16" fmla="*/ 0 h 296"/>
              <a:gd name="T17" fmla="*/ 70 w 70"/>
              <a:gd name="T18" fmla="*/ 296 h 2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" h="296">
                <a:moveTo>
                  <a:pt x="0" y="295"/>
                </a:moveTo>
                <a:lnTo>
                  <a:pt x="0" y="0"/>
                </a:lnTo>
                <a:lnTo>
                  <a:pt x="69" y="0"/>
                </a:lnTo>
                <a:lnTo>
                  <a:pt x="69" y="295"/>
                </a:lnTo>
                <a:lnTo>
                  <a:pt x="0" y="295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84" name="Freeform 23">
            <a:extLst>
              <a:ext uri="{FF2B5EF4-FFF2-40B4-BE49-F238E27FC236}">
                <a16:creationId xmlns:a16="http://schemas.microsoft.com/office/drawing/2014/main" id="{29DF0D46-A537-91F8-97EE-D1A5D9A29838}"/>
              </a:ext>
            </a:extLst>
          </p:cNvPr>
          <p:cNvSpPr>
            <a:spLocks/>
          </p:cNvSpPr>
          <p:nvPr/>
        </p:nvSpPr>
        <p:spPr bwMode="auto">
          <a:xfrm>
            <a:off x="5603875" y="2303463"/>
            <a:ext cx="598488" cy="576262"/>
          </a:xfrm>
          <a:custGeom>
            <a:avLst/>
            <a:gdLst>
              <a:gd name="T0" fmla="*/ 947579542 w 377"/>
              <a:gd name="T1" fmla="*/ 0 h 363"/>
              <a:gd name="T2" fmla="*/ 0 w 377"/>
              <a:gd name="T3" fmla="*/ 912295771 h 363"/>
              <a:gd name="T4" fmla="*/ 947579542 w 377"/>
              <a:gd name="T5" fmla="*/ 0 h 363"/>
              <a:gd name="T6" fmla="*/ 0 60000 65536"/>
              <a:gd name="T7" fmla="*/ 0 60000 65536"/>
              <a:gd name="T8" fmla="*/ 0 60000 65536"/>
              <a:gd name="T9" fmla="*/ 0 w 377"/>
              <a:gd name="T10" fmla="*/ 0 h 363"/>
              <a:gd name="T11" fmla="*/ 377 w 377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7" h="363">
                <a:moveTo>
                  <a:pt x="376" y="0"/>
                </a:moveTo>
                <a:lnTo>
                  <a:pt x="0" y="362"/>
                </a:lnTo>
                <a:lnTo>
                  <a:pt x="376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85" name="Freeform 24">
            <a:extLst>
              <a:ext uri="{FF2B5EF4-FFF2-40B4-BE49-F238E27FC236}">
                <a16:creationId xmlns:a16="http://schemas.microsoft.com/office/drawing/2014/main" id="{F68B2EA3-61BA-A2C1-CD47-096AC657A12F}"/>
              </a:ext>
            </a:extLst>
          </p:cNvPr>
          <p:cNvSpPr>
            <a:spLocks/>
          </p:cNvSpPr>
          <p:nvPr/>
        </p:nvSpPr>
        <p:spPr bwMode="auto">
          <a:xfrm>
            <a:off x="5603875" y="2771775"/>
            <a:ext cx="115888" cy="107950"/>
          </a:xfrm>
          <a:custGeom>
            <a:avLst/>
            <a:gdLst>
              <a:gd name="T0" fmla="*/ 181452033 w 73"/>
              <a:gd name="T1" fmla="*/ 60483750 h 68"/>
              <a:gd name="T2" fmla="*/ 0 w 73"/>
              <a:gd name="T3" fmla="*/ 168851263 h 68"/>
              <a:gd name="T4" fmla="*/ 103327646 w 73"/>
              <a:gd name="T5" fmla="*/ 0 h 68"/>
              <a:gd name="T6" fmla="*/ 181452033 w 73"/>
              <a:gd name="T7" fmla="*/ 60483750 h 68"/>
              <a:gd name="T8" fmla="*/ 0 60000 65536"/>
              <a:gd name="T9" fmla="*/ 0 60000 65536"/>
              <a:gd name="T10" fmla="*/ 0 60000 65536"/>
              <a:gd name="T11" fmla="*/ 0 60000 65536"/>
              <a:gd name="T12" fmla="*/ 0 w 73"/>
              <a:gd name="T13" fmla="*/ 0 h 68"/>
              <a:gd name="T14" fmla="*/ 73 w 73"/>
              <a:gd name="T15" fmla="*/ 68 h 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3" h="68">
                <a:moveTo>
                  <a:pt x="72" y="24"/>
                </a:moveTo>
                <a:lnTo>
                  <a:pt x="0" y="67"/>
                </a:lnTo>
                <a:lnTo>
                  <a:pt x="41" y="0"/>
                </a:lnTo>
                <a:lnTo>
                  <a:pt x="72" y="2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86" name="Freeform 25">
            <a:extLst>
              <a:ext uri="{FF2B5EF4-FFF2-40B4-BE49-F238E27FC236}">
                <a16:creationId xmlns:a16="http://schemas.microsoft.com/office/drawing/2014/main" id="{4A7C1C83-6657-1C68-61E5-29458E55F504}"/>
              </a:ext>
            </a:extLst>
          </p:cNvPr>
          <p:cNvSpPr>
            <a:spLocks/>
          </p:cNvSpPr>
          <p:nvPr/>
        </p:nvSpPr>
        <p:spPr bwMode="auto">
          <a:xfrm>
            <a:off x="6850063" y="2303463"/>
            <a:ext cx="614362" cy="552450"/>
          </a:xfrm>
          <a:custGeom>
            <a:avLst/>
            <a:gdLst>
              <a:gd name="T0" fmla="*/ 0 w 387"/>
              <a:gd name="T1" fmla="*/ 0 h 348"/>
              <a:gd name="T2" fmla="*/ 972779521 w 387"/>
              <a:gd name="T3" fmla="*/ 874495013 h 348"/>
              <a:gd name="T4" fmla="*/ 0 w 387"/>
              <a:gd name="T5" fmla="*/ 0 h 348"/>
              <a:gd name="T6" fmla="*/ 0 60000 65536"/>
              <a:gd name="T7" fmla="*/ 0 60000 65536"/>
              <a:gd name="T8" fmla="*/ 0 60000 65536"/>
              <a:gd name="T9" fmla="*/ 0 w 387"/>
              <a:gd name="T10" fmla="*/ 0 h 348"/>
              <a:gd name="T11" fmla="*/ 387 w 387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7" h="348">
                <a:moveTo>
                  <a:pt x="0" y="0"/>
                </a:moveTo>
                <a:lnTo>
                  <a:pt x="386" y="347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87" name="Freeform 26">
            <a:extLst>
              <a:ext uri="{FF2B5EF4-FFF2-40B4-BE49-F238E27FC236}">
                <a16:creationId xmlns:a16="http://schemas.microsoft.com/office/drawing/2014/main" id="{274015B8-F3E5-4DE5-E9EC-C9FCEB03E0E6}"/>
              </a:ext>
            </a:extLst>
          </p:cNvPr>
          <p:cNvSpPr>
            <a:spLocks/>
          </p:cNvSpPr>
          <p:nvPr/>
        </p:nvSpPr>
        <p:spPr bwMode="auto">
          <a:xfrm>
            <a:off x="7343775" y="2749550"/>
            <a:ext cx="120650" cy="106363"/>
          </a:xfrm>
          <a:custGeom>
            <a:avLst/>
            <a:gdLst>
              <a:gd name="T0" fmla="*/ 78125638 w 76"/>
              <a:gd name="T1" fmla="*/ 0 h 67"/>
              <a:gd name="T2" fmla="*/ 189012513 w 76"/>
              <a:gd name="T3" fmla="*/ 166331094 h 67"/>
              <a:gd name="T4" fmla="*/ 0 w 76"/>
              <a:gd name="T5" fmla="*/ 63004996 h 67"/>
              <a:gd name="T6" fmla="*/ 78125638 w 76"/>
              <a:gd name="T7" fmla="*/ 0 h 67"/>
              <a:gd name="T8" fmla="*/ 0 60000 65536"/>
              <a:gd name="T9" fmla="*/ 0 60000 65536"/>
              <a:gd name="T10" fmla="*/ 0 60000 65536"/>
              <a:gd name="T11" fmla="*/ 0 60000 65536"/>
              <a:gd name="T12" fmla="*/ 0 w 76"/>
              <a:gd name="T13" fmla="*/ 0 h 67"/>
              <a:gd name="T14" fmla="*/ 76 w 76"/>
              <a:gd name="T15" fmla="*/ 67 h 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" h="67">
                <a:moveTo>
                  <a:pt x="31" y="0"/>
                </a:moveTo>
                <a:lnTo>
                  <a:pt x="75" y="66"/>
                </a:lnTo>
                <a:lnTo>
                  <a:pt x="0" y="25"/>
                </a:lnTo>
                <a:lnTo>
                  <a:pt x="3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88" name="Freeform 27">
            <a:extLst>
              <a:ext uri="{FF2B5EF4-FFF2-40B4-BE49-F238E27FC236}">
                <a16:creationId xmlns:a16="http://schemas.microsoft.com/office/drawing/2014/main" id="{5A93DBE0-C3A3-BEE7-11E4-23D774F6AB1B}"/>
              </a:ext>
            </a:extLst>
          </p:cNvPr>
          <p:cNvSpPr>
            <a:spLocks/>
          </p:cNvSpPr>
          <p:nvPr/>
        </p:nvSpPr>
        <p:spPr bwMode="auto">
          <a:xfrm>
            <a:off x="5305425" y="1458913"/>
            <a:ext cx="1303338" cy="412750"/>
          </a:xfrm>
          <a:custGeom>
            <a:avLst/>
            <a:gdLst>
              <a:gd name="T0" fmla="*/ 0 w 821"/>
              <a:gd name="T1" fmla="*/ 0 h 260"/>
              <a:gd name="T2" fmla="*/ 2066528918 w 821"/>
              <a:gd name="T3" fmla="*/ 652721263 h 260"/>
              <a:gd name="T4" fmla="*/ 0 w 821"/>
              <a:gd name="T5" fmla="*/ 0 h 260"/>
              <a:gd name="T6" fmla="*/ 0 60000 65536"/>
              <a:gd name="T7" fmla="*/ 0 60000 65536"/>
              <a:gd name="T8" fmla="*/ 0 60000 65536"/>
              <a:gd name="T9" fmla="*/ 0 w 821"/>
              <a:gd name="T10" fmla="*/ 0 h 260"/>
              <a:gd name="T11" fmla="*/ 821 w 821"/>
              <a:gd name="T12" fmla="*/ 260 h 2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21" h="260">
                <a:moveTo>
                  <a:pt x="0" y="0"/>
                </a:moveTo>
                <a:lnTo>
                  <a:pt x="820" y="25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89" name="Freeform 28">
            <a:extLst>
              <a:ext uri="{FF2B5EF4-FFF2-40B4-BE49-F238E27FC236}">
                <a16:creationId xmlns:a16="http://schemas.microsoft.com/office/drawing/2014/main" id="{11781806-64F4-B42D-200F-E21F470DCA04}"/>
              </a:ext>
            </a:extLst>
          </p:cNvPr>
          <p:cNvSpPr>
            <a:spLocks/>
          </p:cNvSpPr>
          <p:nvPr/>
        </p:nvSpPr>
        <p:spPr bwMode="auto">
          <a:xfrm>
            <a:off x="6467475" y="1803400"/>
            <a:ext cx="141288" cy="68263"/>
          </a:xfrm>
          <a:custGeom>
            <a:avLst/>
            <a:gdLst>
              <a:gd name="T0" fmla="*/ 35282312 w 89"/>
              <a:gd name="T1" fmla="*/ 0 h 43"/>
              <a:gd name="T2" fmla="*/ 221774535 w 89"/>
              <a:gd name="T3" fmla="*/ 105847338 h 43"/>
              <a:gd name="T4" fmla="*/ 0 w 89"/>
              <a:gd name="T5" fmla="*/ 85685940 h 43"/>
              <a:gd name="T6" fmla="*/ 35282312 w 89"/>
              <a:gd name="T7" fmla="*/ 0 h 43"/>
              <a:gd name="T8" fmla="*/ 0 60000 65536"/>
              <a:gd name="T9" fmla="*/ 0 60000 65536"/>
              <a:gd name="T10" fmla="*/ 0 60000 65536"/>
              <a:gd name="T11" fmla="*/ 0 60000 65536"/>
              <a:gd name="T12" fmla="*/ 0 w 89"/>
              <a:gd name="T13" fmla="*/ 0 h 43"/>
              <a:gd name="T14" fmla="*/ 89 w 89"/>
              <a:gd name="T15" fmla="*/ 43 h 4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9" h="43">
                <a:moveTo>
                  <a:pt x="14" y="0"/>
                </a:moveTo>
                <a:lnTo>
                  <a:pt x="88" y="42"/>
                </a:lnTo>
                <a:lnTo>
                  <a:pt x="0" y="34"/>
                </a:lnTo>
                <a:lnTo>
                  <a:pt x="1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90" name="Rectangle 29">
            <a:extLst>
              <a:ext uri="{FF2B5EF4-FFF2-40B4-BE49-F238E27FC236}">
                <a16:creationId xmlns:a16="http://schemas.microsoft.com/office/drawing/2014/main" id="{1EC42679-D9A7-3C6F-07AA-4165A14F8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5" y="2028825"/>
            <a:ext cx="3651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92191" name="Rectangle 30">
            <a:extLst>
              <a:ext uri="{FF2B5EF4-FFF2-40B4-BE49-F238E27FC236}">
                <a16:creationId xmlns:a16="http://schemas.microsoft.com/office/drawing/2014/main" id="{8C741BBD-9313-C2B3-46DC-16ED82B55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8688" y="297815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22*</a:t>
            </a:r>
          </a:p>
        </p:txBody>
      </p:sp>
      <p:sp>
        <p:nvSpPr>
          <p:cNvPr id="92192" name="Rectangle 31">
            <a:extLst>
              <a:ext uri="{FF2B5EF4-FFF2-40B4-BE49-F238E27FC236}">
                <a16:creationId xmlns:a16="http://schemas.microsoft.com/office/drawing/2014/main" id="{2604F108-88F9-065A-497D-58C8480D7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663" y="297815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27*</a:t>
            </a:r>
          </a:p>
        </p:txBody>
      </p:sp>
      <p:sp>
        <p:nvSpPr>
          <p:cNvPr id="92193" name="Rectangle 32">
            <a:extLst>
              <a:ext uri="{FF2B5EF4-FFF2-40B4-BE49-F238E27FC236}">
                <a16:creationId xmlns:a16="http://schemas.microsoft.com/office/drawing/2014/main" id="{366CE56A-80EB-8315-3194-A0D583F7E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763" y="2989263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29*</a:t>
            </a:r>
          </a:p>
        </p:txBody>
      </p:sp>
      <p:sp>
        <p:nvSpPr>
          <p:cNvPr id="92194" name="Rectangle 33">
            <a:extLst>
              <a:ext uri="{FF2B5EF4-FFF2-40B4-BE49-F238E27FC236}">
                <a16:creationId xmlns:a16="http://schemas.microsoft.com/office/drawing/2014/main" id="{D57A8070-8673-0064-0BEA-BB8934CA1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38" y="2989263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33*</a:t>
            </a:r>
          </a:p>
        </p:txBody>
      </p:sp>
      <p:sp>
        <p:nvSpPr>
          <p:cNvPr id="92195" name="Rectangle 34">
            <a:extLst>
              <a:ext uri="{FF2B5EF4-FFF2-40B4-BE49-F238E27FC236}">
                <a16:creationId xmlns:a16="http://schemas.microsoft.com/office/drawing/2014/main" id="{0348CF14-8DBB-3B7B-395F-10B036218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2989263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34*</a:t>
            </a:r>
          </a:p>
        </p:txBody>
      </p:sp>
      <p:sp>
        <p:nvSpPr>
          <p:cNvPr id="92196" name="Rectangle 35">
            <a:extLst>
              <a:ext uri="{FF2B5EF4-FFF2-40B4-BE49-F238E27FC236}">
                <a16:creationId xmlns:a16="http://schemas.microsoft.com/office/drawing/2014/main" id="{202A17EB-606E-F2EB-A8A7-6FD12E18D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8713" y="297815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38*</a:t>
            </a:r>
          </a:p>
        </p:txBody>
      </p:sp>
      <p:sp>
        <p:nvSpPr>
          <p:cNvPr id="92197" name="Rectangle 36">
            <a:extLst>
              <a:ext uri="{FF2B5EF4-FFF2-40B4-BE49-F238E27FC236}">
                <a16:creationId xmlns:a16="http://schemas.microsoft.com/office/drawing/2014/main" id="{E1A94BAD-AB3C-9D80-24DF-6F5D8F1FF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688" y="296703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39*</a:t>
            </a:r>
          </a:p>
        </p:txBody>
      </p:sp>
      <p:sp>
        <p:nvSpPr>
          <p:cNvPr id="92198" name="Arc 37">
            <a:extLst>
              <a:ext uri="{FF2B5EF4-FFF2-40B4-BE49-F238E27FC236}">
                <a16:creationId xmlns:a16="http://schemas.microsoft.com/office/drawing/2014/main" id="{55C1D114-EBF6-388D-B9AA-A20318EF2846}"/>
              </a:ext>
            </a:extLst>
          </p:cNvPr>
          <p:cNvSpPr>
            <a:spLocks/>
          </p:cNvSpPr>
          <p:nvPr/>
        </p:nvSpPr>
        <p:spPr bwMode="auto">
          <a:xfrm rot="-3180000">
            <a:off x="4495800" y="2674938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60692834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199" name="Arc 38">
            <a:extLst>
              <a:ext uri="{FF2B5EF4-FFF2-40B4-BE49-F238E27FC236}">
                <a16:creationId xmlns:a16="http://schemas.microsoft.com/office/drawing/2014/main" id="{18BFBABE-F666-D4BE-0222-438C3F396411}"/>
              </a:ext>
            </a:extLst>
          </p:cNvPr>
          <p:cNvSpPr>
            <a:spLocks/>
          </p:cNvSpPr>
          <p:nvPr/>
        </p:nvSpPr>
        <p:spPr bwMode="auto">
          <a:xfrm rot="-3180000">
            <a:off x="6324600" y="2674938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60692834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00" name="Freeform 39">
            <a:extLst>
              <a:ext uri="{FF2B5EF4-FFF2-40B4-BE49-F238E27FC236}">
                <a16:creationId xmlns:a16="http://schemas.microsoft.com/office/drawing/2014/main" id="{F9F9393B-C6F2-3801-F3C2-28CC8B858DD3}"/>
              </a:ext>
            </a:extLst>
          </p:cNvPr>
          <p:cNvSpPr>
            <a:spLocks/>
          </p:cNvSpPr>
          <p:nvPr/>
        </p:nvSpPr>
        <p:spPr bwMode="auto">
          <a:xfrm>
            <a:off x="280988" y="5875338"/>
            <a:ext cx="381000" cy="382587"/>
          </a:xfrm>
          <a:custGeom>
            <a:avLst/>
            <a:gdLst>
              <a:gd name="T0" fmla="*/ 0 w 240"/>
              <a:gd name="T1" fmla="*/ 604836710 h 241"/>
              <a:gd name="T2" fmla="*/ 0 w 240"/>
              <a:gd name="T3" fmla="*/ 0 h 241"/>
              <a:gd name="T4" fmla="*/ 602318138 w 240"/>
              <a:gd name="T5" fmla="*/ 0 h 241"/>
              <a:gd name="T6" fmla="*/ 602318138 w 240"/>
              <a:gd name="T7" fmla="*/ 604836710 h 241"/>
              <a:gd name="T8" fmla="*/ 0 w 240"/>
              <a:gd name="T9" fmla="*/ 604836710 h 2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"/>
              <a:gd name="T16" fmla="*/ 0 h 241"/>
              <a:gd name="T17" fmla="*/ 240 w 240"/>
              <a:gd name="T18" fmla="*/ 241 h 2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" h="241">
                <a:moveTo>
                  <a:pt x="0" y="240"/>
                </a:moveTo>
                <a:lnTo>
                  <a:pt x="0" y="0"/>
                </a:lnTo>
                <a:lnTo>
                  <a:pt x="239" y="0"/>
                </a:lnTo>
                <a:lnTo>
                  <a:pt x="239" y="240"/>
                </a:lnTo>
                <a:lnTo>
                  <a:pt x="0" y="24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01" name="Freeform 40">
            <a:extLst>
              <a:ext uri="{FF2B5EF4-FFF2-40B4-BE49-F238E27FC236}">
                <a16:creationId xmlns:a16="http://schemas.microsoft.com/office/drawing/2014/main" id="{44B1365E-C033-4B61-3229-CA95A714E5BC}"/>
              </a:ext>
            </a:extLst>
          </p:cNvPr>
          <p:cNvSpPr>
            <a:spLocks/>
          </p:cNvSpPr>
          <p:nvPr/>
        </p:nvSpPr>
        <p:spPr bwMode="auto">
          <a:xfrm>
            <a:off x="660400" y="5875338"/>
            <a:ext cx="384175" cy="382587"/>
          </a:xfrm>
          <a:custGeom>
            <a:avLst/>
            <a:gdLst>
              <a:gd name="T0" fmla="*/ 0 w 242"/>
              <a:gd name="T1" fmla="*/ 604836710 h 241"/>
              <a:gd name="T2" fmla="*/ 0 w 242"/>
              <a:gd name="T3" fmla="*/ 0 h 241"/>
              <a:gd name="T4" fmla="*/ 607358450 w 242"/>
              <a:gd name="T5" fmla="*/ 0 h 241"/>
              <a:gd name="T6" fmla="*/ 607358450 w 242"/>
              <a:gd name="T7" fmla="*/ 604836710 h 241"/>
              <a:gd name="T8" fmla="*/ 0 w 242"/>
              <a:gd name="T9" fmla="*/ 604836710 h 2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"/>
              <a:gd name="T16" fmla="*/ 0 h 241"/>
              <a:gd name="T17" fmla="*/ 242 w 242"/>
              <a:gd name="T18" fmla="*/ 241 h 2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" h="241">
                <a:moveTo>
                  <a:pt x="0" y="240"/>
                </a:moveTo>
                <a:lnTo>
                  <a:pt x="0" y="0"/>
                </a:lnTo>
                <a:lnTo>
                  <a:pt x="241" y="0"/>
                </a:lnTo>
                <a:lnTo>
                  <a:pt x="241" y="240"/>
                </a:lnTo>
                <a:lnTo>
                  <a:pt x="0" y="24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02" name="Freeform 41">
            <a:extLst>
              <a:ext uri="{FF2B5EF4-FFF2-40B4-BE49-F238E27FC236}">
                <a16:creationId xmlns:a16="http://schemas.microsoft.com/office/drawing/2014/main" id="{88A89A04-03C2-E322-F010-9D9F8A0ABD55}"/>
              </a:ext>
            </a:extLst>
          </p:cNvPr>
          <p:cNvSpPr>
            <a:spLocks/>
          </p:cNvSpPr>
          <p:nvPr/>
        </p:nvSpPr>
        <p:spPr bwMode="auto">
          <a:xfrm>
            <a:off x="1042988" y="5875338"/>
            <a:ext cx="384175" cy="382587"/>
          </a:xfrm>
          <a:custGeom>
            <a:avLst/>
            <a:gdLst>
              <a:gd name="T0" fmla="*/ 0 w 242"/>
              <a:gd name="T1" fmla="*/ 604836710 h 241"/>
              <a:gd name="T2" fmla="*/ 0 w 242"/>
              <a:gd name="T3" fmla="*/ 0 h 241"/>
              <a:gd name="T4" fmla="*/ 607358450 w 242"/>
              <a:gd name="T5" fmla="*/ 0 h 241"/>
              <a:gd name="T6" fmla="*/ 607358450 w 242"/>
              <a:gd name="T7" fmla="*/ 604836710 h 241"/>
              <a:gd name="T8" fmla="*/ 0 w 242"/>
              <a:gd name="T9" fmla="*/ 604836710 h 2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"/>
              <a:gd name="T16" fmla="*/ 0 h 241"/>
              <a:gd name="T17" fmla="*/ 242 w 242"/>
              <a:gd name="T18" fmla="*/ 241 h 2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" h="241">
                <a:moveTo>
                  <a:pt x="0" y="240"/>
                </a:moveTo>
                <a:lnTo>
                  <a:pt x="0" y="0"/>
                </a:lnTo>
                <a:lnTo>
                  <a:pt x="241" y="0"/>
                </a:lnTo>
                <a:lnTo>
                  <a:pt x="241" y="240"/>
                </a:lnTo>
                <a:lnTo>
                  <a:pt x="0" y="24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03" name="Freeform 42">
            <a:extLst>
              <a:ext uri="{FF2B5EF4-FFF2-40B4-BE49-F238E27FC236}">
                <a16:creationId xmlns:a16="http://schemas.microsoft.com/office/drawing/2014/main" id="{C2DF8841-7A5F-D2C5-D423-2FB6281491C8}"/>
              </a:ext>
            </a:extLst>
          </p:cNvPr>
          <p:cNvSpPr>
            <a:spLocks/>
          </p:cNvSpPr>
          <p:nvPr/>
        </p:nvSpPr>
        <p:spPr bwMode="auto">
          <a:xfrm>
            <a:off x="1425575" y="5875338"/>
            <a:ext cx="382588" cy="382587"/>
          </a:xfrm>
          <a:custGeom>
            <a:avLst/>
            <a:gdLst>
              <a:gd name="T0" fmla="*/ 0 w 241"/>
              <a:gd name="T1" fmla="*/ 604836710 h 241"/>
              <a:gd name="T2" fmla="*/ 0 w 241"/>
              <a:gd name="T3" fmla="*/ 0 h 241"/>
              <a:gd name="T4" fmla="*/ 604838290 w 241"/>
              <a:gd name="T5" fmla="*/ 0 h 241"/>
              <a:gd name="T6" fmla="*/ 604838290 w 241"/>
              <a:gd name="T7" fmla="*/ 604836710 h 241"/>
              <a:gd name="T8" fmla="*/ 0 w 241"/>
              <a:gd name="T9" fmla="*/ 604836710 h 2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241"/>
              <a:gd name="T17" fmla="*/ 241 w 241"/>
              <a:gd name="T18" fmla="*/ 241 h 2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241">
                <a:moveTo>
                  <a:pt x="0" y="240"/>
                </a:moveTo>
                <a:lnTo>
                  <a:pt x="0" y="0"/>
                </a:lnTo>
                <a:lnTo>
                  <a:pt x="240" y="0"/>
                </a:lnTo>
                <a:lnTo>
                  <a:pt x="240" y="240"/>
                </a:lnTo>
                <a:lnTo>
                  <a:pt x="0" y="24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04" name="Freeform 43">
            <a:extLst>
              <a:ext uri="{FF2B5EF4-FFF2-40B4-BE49-F238E27FC236}">
                <a16:creationId xmlns:a16="http://schemas.microsoft.com/office/drawing/2014/main" id="{D98D5393-95AA-A0CC-8A4D-6B97ED149CFA}"/>
              </a:ext>
            </a:extLst>
          </p:cNvPr>
          <p:cNvSpPr>
            <a:spLocks/>
          </p:cNvSpPr>
          <p:nvPr/>
        </p:nvSpPr>
        <p:spPr bwMode="auto">
          <a:xfrm>
            <a:off x="3595688" y="5888038"/>
            <a:ext cx="382587" cy="381000"/>
          </a:xfrm>
          <a:custGeom>
            <a:avLst/>
            <a:gdLst>
              <a:gd name="T0" fmla="*/ 0 w 241"/>
              <a:gd name="T1" fmla="*/ 602318138 h 240"/>
              <a:gd name="T2" fmla="*/ 0 w 241"/>
              <a:gd name="T3" fmla="*/ 0 h 240"/>
              <a:gd name="T4" fmla="*/ 604836710 w 241"/>
              <a:gd name="T5" fmla="*/ 0 h 240"/>
              <a:gd name="T6" fmla="*/ 604836710 w 241"/>
              <a:gd name="T7" fmla="*/ 602318138 h 240"/>
              <a:gd name="T8" fmla="*/ 0 w 241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240"/>
              <a:gd name="T17" fmla="*/ 241 w 241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240">
                <a:moveTo>
                  <a:pt x="0" y="239"/>
                </a:moveTo>
                <a:lnTo>
                  <a:pt x="0" y="0"/>
                </a:lnTo>
                <a:lnTo>
                  <a:pt x="240" y="0"/>
                </a:lnTo>
                <a:lnTo>
                  <a:pt x="240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05" name="Freeform 44">
            <a:extLst>
              <a:ext uri="{FF2B5EF4-FFF2-40B4-BE49-F238E27FC236}">
                <a16:creationId xmlns:a16="http://schemas.microsoft.com/office/drawing/2014/main" id="{0C5FD7FF-3C08-5ADC-80C3-310BD9681680}"/>
              </a:ext>
            </a:extLst>
          </p:cNvPr>
          <p:cNvSpPr>
            <a:spLocks/>
          </p:cNvSpPr>
          <p:nvPr/>
        </p:nvSpPr>
        <p:spPr bwMode="auto">
          <a:xfrm>
            <a:off x="3976688" y="5888038"/>
            <a:ext cx="384175" cy="381000"/>
          </a:xfrm>
          <a:custGeom>
            <a:avLst/>
            <a:gdLst>
              <a:gd name="T0" fmla="*/ 0 w 242"/>
              <a:gd name="T1" fmla="*/ 602318138 h 240"/>
              <a:gd name="T2" fmla="*/ 0 w 242"/>
              <a:gd name="T3" fmla="*/ 0 h 240"/>
              <a:gd name="T4" fmla="*/ 607358450 w 242"/>
              <a:gd name="T5" fmla="*/ 0 h 240"/>
              <a:gd name="T6" fmla="*/ 607358450 w 242"/>
              <a:gd name="T7" fmla="*/ 602318138 h 240"/>
              <a:gd name="T8" fmla="*/ 0 w 242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"/>
              <a:gd name="T16" fmla="*/ 0 h 240"/>
              <a:gd name="T17" fmla="*/ 242 w 242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06" name="Freeform 45">
            <a:extLst>
              <a:ext uri="{FF2B5EF4-FFF2-40B4-BE49-F238E27FC236}">
                <a16:creationId xmlns:a16="http://schemas.microsoft.com/office/drawing/2014/main" id="{62C3C356-0AC3-2D94-978E-45F9589356E9}"/>
              </a:ext>
            </a:extLst>
          </p:cNvPr>
          <p:cNvSpPr>
            <a:spLocks/>
          </p:cNvSpPr>
          <p:nvPr/>
        </p:nvSpPr>
        <p:spPr bwMode="auto">
          <a:xfrm>
            <a:off x="4359275" y="5888038"/>
            <a:ext cx="382588" cy="381000"/>
          </a:xfrm>
          <a:custGeom>
            <a:avLst/>
            <a:gdLst>
              <a:gd name="T0" fmla="*/ 0 w 241"/>
              <a:gd name="T1" fmla="*/ 602318138 h 240"/>
              <a:gd name="T2" fmla="*/ 0 w 241"/>
              <a:gd name="T3" fmla="*/ 0 h 240"/>
              <a:gd name="T4" fmla="*/ 604838290 w 241"/>
              <a:gd name="T5" fmla="*/ 0 h 240"/>
              <a:gd name="T6" fmla="*/ 604838290 w 241"/>
              <a:gd name="T7" fmla="*/ 602318138 h 240"/>
              <a:gd name="T8" fmla="*/ 0 w 241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240"/>
              <a:gd name="T17" fmla="*/ 241 w 241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240">
                <a:moveTo>
                  <a:pt x="0" y="239"/>
                </a:moveTo>
                <a:lnTo>
                  <a:pt x="0" y="0"/>
                </a:lnTo>
                <a:lnTo>
                  <a:pt x="240" y="0"/>
                </a:lnTo>
                <a:lnTo>
                  <a:pt x="240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07" name="Freeform 46">
            <a:extLst>
              <a:ext uri="{FF2B5EF4-FFF2-40B4-BE49-F238E27FC236}">
                <a16:creationId xmlns:a16="http://schemas.microsoft.com/office/drawing/2014/main" id="{4D3C5D09-58BB-9F27-5CEC-76FACDC32198}"/>
              </a:ext>
            </a:extLst>
          </p:cNvPr>
          <p:cNvSpPr>
            <a:spLocks/>
          </p:cNvSpPr>
          <p:nvPr/>
        </p:nvSpPr>
        <p:spPr bwMode="auto">
          <a:xfrm>
            <a:off x="4740275" y="5888038"/>
            <a:ext cx="384175" cy="381000"/>
          </a:xfrm>
          <a:custGeom>
            <a:avLst/>
            <a:gdLst>
              <a:gd name="T0" fmla="*/ 0 w 242"/>
              <a:gd name="T1" fmla="*/ 602318138 h 240"/>
              <a:gd name="T2" fmla="*/ 0 w 242"/>
              <a:gd name="T3" fmla="*/ 0 h 240"/>
              <a:gd name="T4" fmla="*/ 607358450 w 242"/>
              <a:gd name="T5" fmla="*/ 0 h 240"/>
              <a:gd name="T6" fmla="*/ 607358450 w 242"/>
              <a:gd name="T7" fmla="*/ 602318138 h 240"/>
              <a:gd name="T8" fmla="*/ 0 w 242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"/>
              <a:gd name="T16" fmla="*/ 0 h 240"/>
              <a:gd name="T17" fmla="*/ 242 w 242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08" name="Freeform 47">
            <a:extLst>
              <a:ext uri="{FF2B5EF4-FFF2-40B4-BE49-F238E27FC236}">
                <a16:creationId xmlns:a16="http://schemas.microsoft.com/office/drawing/2014/main" id="{B710D35D-5DA2-7BFE-E038-D2981B60A00E}"/>
              </a:ext>
            </a:extLst>
          </p:cNvPr>
          <p:cNvSpPr>
            <a:spLocks/>
          </p:cNvSpPr>
          <p:nvPr/>
        </p:nvSpPr>
        <p:spPr bwMode="auto">
          <a:xfrm>
            <a:off x="5253038" y="5888038"/>
            <a:ext cx="382587" cy="381000"/>
          </a:xfrm>
          <a:custGeom>
            <a:avLst/>
            <a:gdLst>
              <a:gd name="T0" fmla="*/ 0 w 241"/>
              <a:gd name="T1" fmla="*/ 602318138 h 240"/>
              <a:gd name="T2" fmla="*/ 0 w 241"/>
              <a:gd name="T3" fmla="*/ 0 h 240"/>
              <a:gd name="T4" fmla="*/ 604836710 w 241"/>
              <a:gd name="T5" fmla="*/ 0 h 240"/>
              <a:gd name="T6" fmla="*/ 604836710 w 241"/>
              <a:gd name="T7" fmla="*/ 602318138 h 240"/>
              <a:gd name="T8" fmla="*/ 0 w 241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240"/>
              <a:gd name="T17" fmla="*/ 241 w 241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240">
                <a:moveTo>
                  <a:pt x="0" y="239"/>
                </a:moveTo>
                <a:lnTo>
                  <a:pt x="0" y="0"/>
                </a:lnTo>
                <a:lnTo>
                  <a:pt x="240" y="0"/>
                </a:lnTo>
                <a:lnTo>
                  <a:pt x="240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09" name="Freeform 48">
            <a:extLst>
              <a:ext uri="{FF2B5EF4-FFF2-40B4-BE49-F238E27FC236}">
                <a16:creationId xmlns:a16="http://schemas.microsoft.com/office/drawing/2014/main" id="{526072AD-4541-861E-A81E-5E70D39A62E9}"/>
              </a:ext>
            </a:extLst>
          </p:cNvPr>
          <p:cNvSpPr>
            <a:spLocks/>
          </p:cNvSpPr>
          <p:nvPr/>
        </p:nvSpPr>
        <p:spPr bwMode="auto">
          <a:xfrm>
            <a:off x="5634038" y="5888038"/>
            <a:ext cx="384175" cy="381000"/>
          </a:xfrm>
          <a:custGeom>
            <a:avLst/>
            <a:gdLst>
              <a:gd name="T0" fmla="*/ 0 w 242"/>
              <a:gd name="T1" fmla="*/ 602318138 h 240"/>
              <a:gd name="T2" fmla="*/ 0 w 242"/>
              <a:gd name="T3" fmla="*/ 0 h 240"/>
              <a:gd name="T4" fmla="*/ 607358450 w 242"/>
              <a:gd name="T5" fmla="*/ 0 h 240"/>
              <a:gd name="T6" fmla="*/ 607358450 w 242"/>
              <a:gd name="T7" fmla="*/ 602318138 h 240"/>
              <a:gd name="T8" fmla="*/ 0 w 242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"/>
              <a:gd name="T16" fmla="*/ 0 h 240"/>
              <a:gd name="T17" fmla="*/ 242 w 242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10" name="Freeform 49">
            <a:extLst>
              <a:ext uri="{FF2B5EF4-FFF2-40B4-BE49-F238E27FC236}">
                <a16:creationId xmlns:a16="http://schemas.microsoft.com/office/drawing/2014/main" id="{609DD40F-C9E0-ECD1-4871-95A391E8C059}"/>
              </a:ext>
            </a:extLst>
          </p:cNvPr>
          <p:cNvSpPr>
            <a:spLocks/>
          </p:cNvSpPr>
          <p:nvPr/>
        </p:nvSpPr>
        <p:spPr bwMode="auto">
          <a:xfrm>
            <a:off x="6016625" y="5888038"/>
            <a:ext cx="382588" cy="381000"/>
          </a:xfrm>
          <a:custGeom>
            <a:avLst/>
            <a:gdLst>
              <a:gd name="T0" fmla="*/ 0 w 241"/>
              <a:gd name="T1" fmla="*/ 602318138 h 240"/>
              <a:gd name="T2" fmla="*/ 0 w 241"/>
              <a:gd name="T3" fmla="*/ 0 h 240"/>
              <a:gd name="T4" fmla="*/ 604838290 w 241"/>
              <a:gd name="T5" fmla="*/ 0 h 240"/>
              <a:gd name="T6" fmla="*/ 604838290 w 241"/>
              <a:gd name="T7" fmla="*/ 602318138 h 240"/>
              <a:gd name="T8" fmla="*/ 0 w 241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240"/>
              <a:gd name="T17" fmla="*/ 241 w 241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240">
                <a:moveTo>
                  <a:pt x="0" y="239"/>
                </a:moveTo>
                <a:lnTo>
                  <a:pt x="0" y="0"/>
                </a:lnTo>
                <a:lnTo>
                  <a:pt x="240" y="0"/>
                </a:lnTo>
                <a:lnTo>
                  <a:pt x="240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11" name="Freeform 50">
            <a:extLst>
              <a:ext uri="{FF2B5EF4-FFF2-40B4-BE49-F238E27FC236}">
                <a16:creationId xmlns:a16="http://schemas.microsoft.com/office/drawing/2014/main" id="{369A3E81-9E2E-97E8-DB5C-4E2042733AA1}"/>
              </a:ext>
            </a:extLst>
          </p:cNvPr>
          <p:cNvSpPr>
            <a:spLocks/>
          </p:cNvSpPr>
          <p:nvPr/>
        </p:nvSpPr>
        <p:spPr bwMode="auto">
          <a:xfrm>
            <a:off x="6397625" y="5888038"/>
            <a:ext cx="384175" cy="381000"/>
          </a:xfrm>
          <a:custGeom>
            <a:avLst/>
            <a:gdLst>
              <a:gd name="T0" fmla="*/ 0 w 242"/>
              <a:gd name="T1" fmla="*/ 602318138 h 240"/>
              <a:gd name="T2" fmla="*/ 0 w 242"/>
              <a:gd name="T3" fmla="*/ 0 h 240"/>
              <a:gd name="T4" fmla="*/ 607358450 w 242"/>
              <a:gd name="T5" fmla="*/ 0 h 240"/>
              <a:gd name="T6" fmla="*/ 607358450 w 242"/>
              <a:gd name="T7" fmla="*/ 602318138 h 240"/>
              <a:gd name="T8" fmla="*/ 0 w 242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"/>
              <a:gd name="T16" fmla="*/ 0 h 240"/>
              <a:gd name="T17" fmla="*/ 242 w 242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12" name="Freeform 51">
            <a:extLst>
              <a:ext uri="{FF2B5EF4-FFF2-40B4-BE49-F238E27FC236}">
                <a16:creationId xmlns:a16="http://schemas.microsoft.com/office/drawing/2014/main" id="{7D8705A0-5CAC-66A9-ED2F-FC814BDB8BE2}"/>
              </a:ext>
            </a:extLst>
          </p:cNvPr>
          <p:cNvSpPr>
            <a:spLocks/>
          </p:cNvSpPr>
          <p:nvPr/>
        </p:nvSpPr>
        <p:spPr bwMode="auto">
          <a:xfrm>
            <a:off x="6910388" y="5888038"/>
            <a:ext cx="382587" cy="381000"/>
          </a:xfrm>
          <a:custGeom>
            <a:avLst/>
            <a:gdLst>
              <a:gd name="T0" fmla="*/ 0 w 241"/>
              <a:gd name="T1" fmla="*/ 602318138 h 240"/>
              <a:gd name="T2" fmla="*/ 0 w 241"/>
              <a:gd name="T3" fmla="*/ 0 h 240"/>
              <a:gd name="T4" fmla="*/ 604836710 w 241"/>
              <a:gd name="T5" fmla="*/ 0 h 240"/>
              <a:gd name="T6" fmla="*/ 604836710 w 241"/>
              <a:gd name="T7" fmla="*/ 602318138 h 240"/>
              <a:gd name="T8" fmla="*/ 0 w 241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240"/>
              <a:gd name="T17" fmla="*/ 241 w 241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240">
                <a:moveTo>
                  <a:pt x="0" y="239"/>
                </a:moveTo>
                <a:lnTo>
                  <a:pt x="0" y="0"/>
                </a:lnTo>
                <a:lnTo>
                  <a:pt x="240" y="0"/>
                </a:lnTo>
                <a:lnTo>
                  <a:pt x="240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13" name="Freeform 52">
            <a:extLst>
              <a:ext uri="{FF2B5EF4-FFF2-40B4-BE49-F238E27FC236}">
                <a16:creationId xmlns:a16="http://schemas.microsoft.com/office/drawing/2014/main" id="{35A6A9F3-C528-FF04-C8FE-C33FAA84D3C8}"/>
              </a:ext>
            </a:extLst>
          </p:cNvPr>
          <p:cNvSpPr>
            <a:spLocks/>
          </p:cNvSpPr>
          <p:nvPr/>
        </p:nvSpPr>
        <p:spPr bwMode="auto">
          <a:xfrm>
            <a:off x="7291388" y="5888038"/>
            <a:ext cx="384175" cy="381000"/>
          </a:xfrm>
          <a:custGeom>
            <a:avLst/>
            <a:gdLst>
              <a:gd name="T0" fmla="*/ 0 w 242"/>
              <a:gd name="T1" fmla="*/ 602318138 h 240"/>
              <a:gd name="T2" fmla="*/ 0 w 242"/>
              <a:gd name="T3" fmla="*/ 0 h 240"/>
              <a:gd name="T4" fmla="*/ 607358450 w 242"/>
              <a:gd name="T5" fmla="*/ 0 h 240"/>
              <a:gd name="T6" fmla="*/ 607358450 w 242"/>
              <a:gd name="T7" fmla="*/ 602318138 h 240"/>
              <a:gd name="T8" fmla="*/ 0 w 242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"/>
              <a:gd name="T16" fmla="*/ 0 h 240"/>
              <a:gd name="T17" fmla="*/ 242 w 242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14" name="Freeform 53">
            <a:extLst>
              <a:ext uri="{FF2B5EF4-FFF2-40B4-BE49-F238E27FC236}">
                <a16:creationId xmlns:a16="http://schemas.microsoft.com/office/drawing/2014/main" id="{3FE06479-51ED-65C6-7D45-200A8D413328}"/>
              </a:ext>
            </a:extLst>
          </p:cNvPr>
          <p:cNvSpPr>
            <a:spLocks/>
          </p:cNvSpPr>
          <p:nvPr/>
        </p:nvSpPr>
        <p:spPr bwMode="auto">
          <a:xfrm>
            <a:off x="7673975" y="5888038"/>
            <a:ext cx="384175" cy="381000"/>
          </a:xfrm>
          <a:custGeom>
            <a:avLst/>
            <a:gdLst>
              <a:gd name="T0" fmla="*/ 0 w 242"/>
              <a:gd name="T1" fmla="*/ 602318138 h 240"/>
              <a:gd name="T2" fmla="*/ 0 w 242"/>
              <a:gd name="T3" fmla="*/ 0 h 240"/>
              <a:gd name="T4" fmla="*/ 607358450 w 242"/>
              <a:gd name="T5" fmla="*/ 0 h 240"/>
              <a:gd name="T6" fmla="*/ 607358450 w 242"/>
              <a:gd name="T7" fmla="*/ 602318138 h 240"/>
              <a:gd name="T8" fmla="*/ 0 w 242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"/>
              <a:gd name="T16" fmla="*/ 0 h 240"/>
              <a:gd name="T17" fmla="*/ 242 w 242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15" name="Freeform 54">
            <a:extLst>
              <a:ext uri="{FF2B5EF4-FFF2-40B4-BE49-F238E27FC236}">
                <a16:creationId xmlns:a16="http://schemas.microsoft.com/office/drawing/2014/main" id="{F9953BF8-2AF9-CAC8-E056-EF764C3E21A1}"/>
              </a:ext>
            </a:extLst>
          </p:cNvPr>
          <p:cNvSpPr>
            <a:spLocks/>
          </p:cNvSpPr>
          <p:nvPr/>
        </p:nvSpPr>
        <p:spPr bwMode="auto">
          <a:xfrm>
            <a:off x="8056563" y="5888038"/>
            <a:ext cx="381000" cy="381000"/>
          </a:xfrm>
          <a:custGeom>
            <a:avLst/>
            <a:gdLst>
              <a:gd name="T0" fmla="*/ 0 w 240"/>
              <a:gd name="T1" fmla="*/ 602318138 h 240"/>
              <a:gd name="T2" fmla="*/ 0 w 240"/>
              <a:gd name="T3" fmla="*/ 0 h 240"/>
              <a:gd name="T4" fmla="*/ 602318138 w 240"/>
              <a:gd name="T5" fmla="*/ 0 h 240"/>
              <a:gd name="T6" fmla="*/ 602318138 w 240"/>
              <a:gd name="T7" fmla="*/ 602318138 h 240"/>
              <a:gd name="T8" fmla="*/ 0 w 240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"/>
              <a:gd name="T16" fmla="*/ 0 h 240"/>
              <a:gd name="T17" fmla="*/ 240 w 240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" h="240">
                <a:moveTo>
                  <a:pt x="0" y="239"/>
                </a:moveTo>
                <a:lnTo>
                  <a:pt x="0" y="0"/>
                </a:lnTo>
                <a:lnTo>
                  <a:pt x="239" y="0"/>
                </a:lnTo>
                <a:lnTo>
                  <a:pt x="239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16" name="Freeform 55">
            <a:extLst>
              <a:ext uri="{FF2B5EF4-FFF2-40B4-BE49-F238E27FC236}">
                <a16:creationId xmlns:a16="http://schemas.microsoft.com/office/drawing/2014/main" id="{9A3329CD-2ECE-C341-569B-4E165E47397E}"/>
              </a:ext>
            </a:extLst>
          </p:cNvPr>
          <p:cNvSpPr>
            <a:spLocks/>
          </p:cNvSpPr>
          <p:nvPr/>
        </p:nvSpPr>
        <p:spPr bwMode="auto">
          <a:xfrm>
            <a:off x="1947863" y="5888038"/>
            <a:ext cx="384175" cy="381000"/>
          </a:xfrm>
          <a:custGeom>
            <a:avLst/>
            <a:gdLst>
              <a:gd name="T0" fmla="*/ 0 w 242"/>
              <a:gd name="T1" fmla="*/ 602318138 h 240"/>
              <a:gd name="T2" fmla="*/ 0 w 242"/>
              <a:gd name="T3" fmla="*/ 0 h 240"/>
              <a:gd name="T4" fmla="*/ 607358450 w 242"/>
              <a:gd name="T5" fmla="*/ 0 h 240"/>
              <a:gd name="T6" fmla="*/ 607358450 w 242"/>
              <a:gd name="T7" fmla="*/ 602318138 h 240"/>
              <a:gd name="T8" fmla="*/ 0 w 242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"/>
              <a:gd name="T16" fmla="*/ 0 h 240"/>
              <a:gd name="T17" fmla="*/ 242 w 242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17" name="Freeform 56">
            <a:extLst>
              <a:ext uri="{FF2B5EF4-FFF2-40B4-BE49-F238E27FC236}">
                <a16:creationId xmlns:a16="http://schemas.microsoft.com/office/drawing/2014/main" id="{7667F23E-15A0-7963-25FD-1C452E559DF3}"/>
              </a:ext>
            </a:extLst>
          </p:cNvPr>
          <p:cNvSpPr>
            <a:spLocks/>
          </p:cNvSpPr>
          <p:nvPr/>
        </p:nvSpPr>
        <p:spPr bwMode="auto">
          <a:xfrm>
            <a:off x="2330450" y="5888038"/>
            <a:ext cx="384175" cy="381000"/>
          </a:xfrm>
          <a:custGeom>
            <a:avLst/>
            <a:gdLst>
              <a:gd name="T0" fmla="*/ 0 w 242"/>
              <a:gd name="T1" fmla="*/ 602318138 h 240"/>
              <a:gd name="T2" fmla="*/ 0 w 242"/>
              <a:gd name="T3" fmla="*/ 0 h 240"/>
              <a:gd name="T4" fmla="*/ 607358450 w 242"/>
              <a:gd name="T5" fmla="*/ 0 h 240"/>
              <a:gd name="T6" fmla="*/ 607358450 w 242"/>
              <a:gd name="T7" fmla="*/ 602318138 h 240"/>
              <a:gd name="T8" fmla="*/ 0 w 242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"/>
              <a:gd name="T16" fmla="*/ 0 h 240"/>
              <a:gd name="T17" fmla="*/ 242 w 242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18" name="Freeform 57">
            <a:extLst>
              <a:ext uri="{FF2B5EF4-FFF2-40B4-BE49-F238E27FC236}">
                <a16:creationId xmlns:a16="http://schemas.microsoft.com/office/drawing/2014/main" id="{175E2491-8BF5-D50E-E123-177DE5CA9C1E}"/>
              </a:ext>
            </a:extLst>
          </p:cNvPr>
          <p:cNvSpPr>
            <a:spLocks/>
          </p:cNvSpPr>
          <p:nvPr/>
        </p:nvSpPr>
        <p:spPr bwMode="auto">
          <a:xfrm>
            <a:off x="2713038" y="5888038"/>
            <a:ext cx="382587" cy="381000"/>
          </a:xfrm>
          <a:custGeom>
            <a:avLst/>
            <a:gdLst>
              <a:gd name="T0" fmla="*/ 0 w 241"/>
              <a:gd name="T1" fmla="*/ 602318138 h 240"/>
              <a:gd name="T2" fmla="*/ 0 w 241"/>
              <a:gd name="T3" fmla="*/ 0 h 240"/>
              <a:gd name="T4" fmla="*/ 604836710 w 241"/>
              <a:gd name="T5" fmla="*/ 0 h 240"/>
              <a:gd name="T6" fmla="*/ 604836710 w 241"/>
              <a:gd name="T7" fmla="*/ 602318138 h 240"/>
              <a:gd name="T8" fmla="*/ 0 w 241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240"/>
              <a:gd name="T17" fmla="*/ 241 w 241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240">
                <a:moveTo>
                  <a:pt x="0" y="239"/>
                </a:moveTo>
                <a:lnTo>
                  <a:pt x="0" y="0"/>
                </a:lnTo>
                <a:lnTo>
                  <a:pt x="240" y="0"/>
                </a:lnTo>
                <a:lnTo>
                  <a:pt x="240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19" name="Freeform 58">
            <a:extLst>
              <a:ext uri="{FF2B5EF4-FFF2-40B4-BE49-F238E27FC236}">
                <a16:creationId xmlns:a16="http://schemas.microsoft.com/office/drawing/2014/main" id="{5D8DA59B-B258-AD49-5290-300F7153C10A}"/>
              </a:ext>
            </a:extLst>
          </p:cNvPr>
          <p:cNvSpPr>
            <a:spLocks/>
          </p:cNvSpPr>
          <p:nvPr/>
        </p:nvSpPr>
        <p:spPr bwMode="auto">
          <a:xfrm>
            <a:off x="3094038" y="5888038"/>
            <a:ext cx="384175" cy="381000"/>
          </a:xfrm>
          <a:custGeom>
            <a:avLst/>
            <a:gdLst>
              <a:gd name="T0" fmla="*/ 0 w 242"/>
              <a:gd name="T1" fmla="*/ 602318138 h 240"/>
              <a:gd name="T2" fmla="*/ 0 w 242"/>
              <a:gd name="T3" fmla="*/ 0 h 240"/>
              <a:gd name="T4" fmla="*/ 607358450 w 242"/>
              <a:gd name="T5" fmla="*/ 0 h 240"/>
              <a:gd name="T6" fmla="*/ 607358450 w 242"/>
              <a:gd name="T7" fmla="*/ 602318138 h 240"/>
              <a:gd name="T8" fmla="*/ 0 w 242"/>
              <a:gd name="T9" fmla="*/ 602318138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"/>
              <a:gd name="T16" fmla="*/ 0 h 240"/>
              <a:gd name="T17" fmla="*/ 242 w 242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20" name="Freeform 59">
            <a:extLst>
              <a:ext uri="{FF2B5EF4-FFF2-40B4-BE49-F238E27FC236}">
                <a16:creationId xmlns:a16="http://schemas.microsoft.com/office/drawing/2014/main" id="{8ABDBF63-48C1-8773-4B1D-1B091B5F420D}"/>
              </a:ext>
            </a:extLst>
          </p:cNvPr>
          <p:cNvSpPr>
            <a:spLocks/>
          </p:cNvSpPr>
          <p:nvPr/>
        </p:nvSpPr>
        <p:spPr bwMode="auto">
          <a:xfrm>
            <a:off x="3154363" y="4497388"/>
            <a:ext cx="573087" cy="474662"/>
          </a:xfrm>
          <a:custGeom>
            <a:avLst/>
            <a:gdLst>
              <a:gd name="T0" fmla="*/ 0 w 361"/>
              <a:gd name="T1" fmla="*/ 751005771 h 299"/>
              <a:gd name="T2" fmla="*/ 0 w 361"/>
              <a:gd name="T3" fmla="*/ 0 h 299"/>
              <a:gd name="T4" fmla="*/ 907255458 w 361"/>
              <a:gd name="T5" fmla="*/ 0 h 299"/>
              <a:gd name="T6" fmla="*/ 907255458 w 361"/>
              <a:gd name="T7" fmla="*/ 751005771 h 299"/>
              <a:gd name="T8" fmla="*/ 0 w 361"/>
              <a:gd name="T9" fmla="*/ 751005771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1"/>
              <a:gd name="T16" fmla="*/ 0 h 299"/>
              <a:gd name="T17" fmla="*/ 361 w 361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1" h="299">
                <a:moveTo>
                  <a:pt x="0" y="298"/>
                </a:moveTo>
                <a:lnTo>
                  <a:pt x="0" y="0"/>
                </a:lnTo>
                <a:lnTo>
                  <a:pt x="360" y="0"/>
                </a:lnTo>
                <a:lnTo>
                  <a:pt x="360" y="298"/>
                </a:lnTo>
                <a:lnTo>
                  <a:pt x="0" y="298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21" name="Freeform 60">
            <a:extLst>
              <a:ext uri="{FF2B5EF4-FFF2-40B4-BE49-F238E27FC236}">
                <a16:creationId xmlns:a16="http://schemas.microsoft.com/office/drawing/2014/main" id="{DEC82083-E1D4-C2AE-5825-EF00DC512857}"/>
              </a:ext>
            </a:extLst>
          </p:cNvPr>
          <p:cNvSpPr>
            <a:spLocks/>
          </p:cNvSpPr>
          <p:nvPr/>
        </p:nvSpPr>
        <p:spPr bwMode="auto">
          <a:xfrm>
            <a:off x="3249613" y="4497388"/>
            <a:ext cx="1587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751005771 h 299"/>
              <a:gd name="T4" fmla="*/ 0 w 1"/>
              <a:gd name="T5" fmla="*/ 0 h 299"/>
              <a:gd name="T6" fmla="*/ 0 60000 65536"/>
              <a:gd name="T7" fmla="*/ 0 60000 65536"/>
              <a:gd name="T8" fmla="*/ 0 60000 65536"/>
              <a:gd name="T9" fmla="*/ 0 w 1"/>
              <a:gd name="T10" fmla="*/ 0 h 299"/>
              <a:gd name="T11" fmla="*/ 1 w 1"/>
              <a:gd name="T12" fmla="*/ 299 h 2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22" name="Freeform 61">
            <a:extLst>
              <a:ext uri="{FF2B5EF4-FFF2-40B4-BE49-F238E27FC236}">
                <a16:creationId xmlns:a16="http://schemas.microsoft.com/office/drawing/2014/main" id="{E9B02C3C-B121-C896-680E-145D9744104D}"/>
              </a:ext>
            </a:extLst>
          </p:cNvPr>
          <p:cNvSpPr>
            <a:spLocks/>
          </p:cNvSpPr>
          <p:nvPr/>
        </p:nvSpPr>
        <p:spPr bwMode="auto">
          <a:xfrm>
            <a:off x="3725863" y="4497388"/>
            <a:ext cx="574675" cy="474662"/>
          </a:xfrm>
          <a:custGeom>
            <a:avLst/>
            <a:gdLst>
              <a:gd name="T0" fmla="*/ 0 w 362"/>
              <a:gd name="T1" fmla="*/ 751005771 h 299"/>
              <a:gd name="T2" fmla="*/ 0 w 362"/>
              <a:gd name="T3" fmla="*/ 0 h 299"/>
              <a:gd name="T4" fmla="*/ 909777200 w 362"/>
              <a:gd name="T5" fmla="*/ 0 h 299"/>
              <a:gd name="T6" fmla="*/ 909777200 w 362"/>
              <a:gd name="T7" fmla="*/ 751005771 h 299"/>
              <a:gd name="T8" fmla="*/ 0 w 362"/>
              <a:gd name="T9" fmla="*/ 751005771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2"/>
              <a:gd name="T16" fmla="*/ 0 h 299"/>
              <a:gd name="T17" fmla="*/ 362 w 362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2" h="299">
                <a:moveTo>
                  <a:pt x="0" y="298"/>
                </a:moveTo>
                <a:lnTo>
                  <a:pt x="0" y="0"/>
                </a:lnTo>
                <a:lnTo>
                  <a:pt x="361" y="0"/>
                </a:lnTo>
                <a:lnTo>
                  <a:pt x="361" y="298"/>
                </a:lnTo>
                <a:lnTo>
                  <a:pt x="0" y="298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23" name="Freeform 62">
            <a:extLst>
              <a:ext uri="{FF2B5EF4-FFF2-40B4-BE49-F238E27FC236}">
                <a16:creationId xmlns:a16="http://schemas.microsoft.com/office/drawing/2014/main" id="{85A0CEAC-965C-072A-FDB7-DF9AB5ED65F8}"/>
              </a:ext>
            </a:extLst>
          </p:cNvPr>
          <p:cNvSpPr>
            <a:spLocks/>
          </p:cNvSpPr>
          <p:nvPr/>
        </p:nvSpPr>
        <p:spPr bwMode="auto">
          <a:xfrm>
            <a:off x="3822700" y="4497388"/>
            <a:ext cx="1588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751005771 h 299"/>
              <a:gd name="T4" fmla="*/ 0 w 1"/>
              <a:gd name="T5" fmla="*/ 0 h 299"/>
              <a:gd name="T6" fmla="*/ 0 60000 65536"/>
              <a:gd name="T7" fmla="*/ 0 60000 65536"/>
              <a:gd name="T8" fmla="*/ 0 60000 65536"/>
              <a:gd name="T9" fmla="*/ 0 w 1"/>
              <a:gd name="T10" fmla="*/ 0 h 299"/>
              <a:gd name="T11" fmla="*/ 1 w 1"/>
              <a:gd name="T12" fmla="*/ 299 h 2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24" name="Freeform 63">
            <a:extLst>
              <a:ext uri="{FF2B5EF4-FFF2-40B4-BE49-F238E27FC236}">
                <a16:creationId xmlns:a16="http://schemas.microsoft.com/office/drawing/2014/main" id="{8DA3BA0D-FD43-D73F-5DE8-003BE7191896}"/>
              </a:ext>
            </a:extLst>
          </p:cNvPr>
          <p:cNvSpPr>
            <a:spLocks/>
          </p:cNvSpPr>
          <p:nvPr/>
        </p:nvSpPr>
        <p:spPr bwMode="auto">
          <a:xfrm>
            <a:off x="4298950" y="4497388"/>
            <a:ext cx="573088" cy="474662"/>
          </a:xfrm>
          <a:custGeom>
            <a:avLst/>
            <a:gdLst>
              <a:gd name="T0" fmla="*/ 0 w 361"/>
              <a:gd name="T1" fmla="*/ 751005771 h 299"/>
              <a:gd name="T2" fmla="*/ 0 w 361"/>
              <a:gd name="T3" fmla="*/ 0 h 299"/>
              <a:gd name="T4" fmla="*/ 907257042 w 361"/>
              <a:gd name="T5" fmla="*/ 0 h 299"/>
              <a:gd name="T6" fmla="*/ 907257042 w 361"/>
              <a:gd name="T7" fmla="*/ 751005771 h 299"/>
              <a:gd name="T8" fmla="*/ 0 w 361"/>
              <a:gd name="T9" fmla="*/ 751005771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1"/>
              <a:gd name="T16" fmla="*/ 0 h 299"/>
              <a:gd name="T17" fmla="*/ 361 w 361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1" h="299">
                <a:moveTo>
                  <a:pt x="0" y="298"/>
                </a:moveTo>
                <a:lnTo>
                  <a:pt x="0" y="0"/>
                </a:lnTo>
                <a:lnTo>
                  <a:pt x="360" y="0"/>
                </a:lnTo>
                <a:lnTo>
                  <a:pt x="360" y="298"/>
                </a:lnTo>
                <a:lnTo>
                  <a:pt x="0" y="298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25" name="Freeform 64">
            <a:extLst>
              <a:ext uri="{FF2B5EF4-FFF2-40B4-BE49-F238E27FC236}">
                <a16:creationId xmlns:a16="http://schemas.microsoft.com/office/drawing/2014/main" id="{4D700B0E-FC58-4729-91A9-C48240335CBA}"/>
              </a:ext>
            </a:extLst>
          </p:cNvPr>
          <p:cNvSpPr>
            <a:spLocks/>
          </p:cNvSpPr>
          <p:nvPr/>
        </p:nvSpPr>
        <p:spPr bwMode="auto">
          <a:xfrm>
            <a:off x="4394200" y="4497388"/>
            <a:ext cx="1588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751005771 h 299"/>
              <a:gd name="T4" fmla="*/ 0 w 1"/>
              <a:gd name="T5" fmla="*/ 0 h 299"/>
              <a:gd name="T6" fmla="*/ 0 60000 65536"/>
              <a:gd name="T7" fmla="*/ 0 60000 65536"/>
              <a:gd name="T8" fmla="*/ 0 60000 65536"/>
              <a:gd name="T9" fmla="*/ 0 w 1"/>
              <a:gd name="T10" fmla="*/ 0 h 299"/>
              <a:gd name="T11" fmla="*/ 1 w 1"/>
              <a:gd name="T12" fmla="*/ 299 h 2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26" name="Freeform 65">
            <a:extLst>
              <a:ext uri="{FF2B5EF4-FFF2-40B4-BE49-F238E27FC236}">
                <a16:creationId xmlns:a16="http://schemas.microsoft.com/office/drawing/2014/main" id="{3AC279D3-46F4-B765-5E1E-CB9C3AE426E8}"/>
              </a:ext>
            </a:extLst>
          </p:cNvPr>
          <p:cNvSpPr>
            <a:spLocks/>
          </p:cNvSpPr>
          <p:nvPr/>
        </p:nvSpPr>
        <p:spPr bwMode="auto">
          <a:xfrm>
            <a:off x="4870450" y="4497388"/>
            <a:ext cx="574675" cy="474662"/>
          </a:xfrm>
          <a:custGeom>
            <a:avLst/>
            <a:gdLst>
              <a:gd name="T0" fmla="*/ 0 w 362"/>
              <a:gd name="T1" fmla="*/ 751005771 h 299"/>
              <a:gd name="T2" fmla="*/ 0 w 362"/>
              <a:gd name="T3" fmla="*/ 0 h 299"/>
              <a:gd name="T4" fmla="*/ 909777200 w 362"/>
              <a:gd name="T5" fmla="*/ 0 h 299"/>
              <a:gd name="T6" fmla="*/ 909777200 w 362"/>
              <a:gd name="T7" fmla="*/ 751005771 h 299"/>
              <a:gd name="T8" fmla="*/ 0 w 362"/>
              <a:gd name="T9" fmla="*/ 751005771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2"/>
              <a:gd name="T16" fmla="*/ 0 h 299"/>
              <a:gd name="T17" fmla="*/ 362 w 362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2" h="299">
                <a:moveTo>
                  <a:pt x="0" y="298"/>
                </a:moveTo>
                <a:lnTo>
                  <a:pt x="0" y="0"/>
                </a:lnTo>
                <a:lnTo>
                  <a:pt x="361" y="0"/>
                </a:lnTo>
                <a:lnTo>
                  <a:pt x="361" y="298"/>
                </a:lnTo>
                <a:lnTo>
                  <a:pt x="0" y="298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27" name="Freeform 66">
            <a:extLst>
              <a:ext uri="{FF2B5EF4-FFF2-40B4-BE49-F238E27FC236}">
                <a16:creationId xmlns:a16="http://schemas.microsoft.com/office/drawing/2014/main" id="{111ED9B2-1945-F5B7-4D37-5D478A042A65}"/>
              </a:ext>
            </a:extLst>
          </p:cNvPr>
          <p:cNvSpPr>
            <a:spLocks/>
          </p:cNvSpPr>
          <p:nvPr/>
        </p:nvSpPr>
        <p:spPr bwMode="auto">
          <a:xfrm>
            <a:off x="4967288" y="4497388"/>
            <a:ext cx="1587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751005771 h 299"/>
              <a:gd name="T4" fmla="*/ 0 w 1"/>
              <a:gd name="T5" fmla="*/ 0 h 299"/>
              <a:gd name="T6" fmla="*/ 0 60000 65536"/>
              <a:gd name="T7" fmla="*/ 0 60000 65536"/>
              <a:gd name="T8" fmla="*/ 0 60000 65536"/>
              <a:gd name="T9" fmla="*/ 0 w 1"/>
              <a:gd name="T10" fmla="*/ 0 h 299"/>
              <a:gd name="T11" fmla="*/ 1 w 1"/>
              <a:gd name="T12" fmla="*/ 299 h 2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28" name="Freeform 67">
            <a:extLst>
              <a:ext uri="{FF2B5EF4-FFF2-40B4-BE49-F238E27FC236}">
                <a16:creationId xmlns:a16="http://schemas.microsoft.com/office/drawing/2014/main" id="{B4BC20E1-0D57-AC89-8A23-92D9BD4630E4}"/>
              </a:ext>
            </a:extLst>
          </p:cNvPr>
          <p:cNvSpPr>
            <a:spLocks/>
          </p:cNvSpPr>
          <p:nvPr/>
        </p:nvSpPr>
        <p:spPr bwMode="auto">
          <a:xfrm>
            <a:off x="5443538" y="4497388"/>
            <a:ext cx="98425" cy="474662"/>
          </a:xfrm>
          <a:custGeom>
            <a:avLst/>
            <a:gdLst>
              <a:gd name="T0" fmla="*/ 0 w 62"/>
              <a:gd name="T1" fmla="*/ 751005771 h 299"/>
              <a:gd name="T2" fmla="*/ 0 w 62"/>
              <a:gd name="T3" fmla="*/ 0 h 299"/>
              <a:gd name="T4" fmla="*/ 153730325 w 62"/>
              <a:gd name="T5" fmla="*/ 0 h 299"/>
              <a:gd name="T6" fmla="*/ 153730325 w 62"/>
              <a:gd name="T7" fmla="*/ 751005771 h 299"/>
              <a:gd name="T8" fmla="*/ 0 w 62"/>
              <a:gd name="T9" fmla="*/ 751005771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"/>
              <a:gd name="T16" fmla="*/ 0 h 299"/>
              <a:gd name="T17" fmla="*/ 62 w 62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" h="299">
                <a:moveTo>
                  <a:pt x="0" y="298"/>
                </a:moveTo>
                <a:lnTo>
                  <a:pt x="0" y="0"/>
                </a:lnTo>
                <a:lnTo>
                  <a:pt x="61" y="0"/>
                </a:lnTo>
                <a:lnTo>
                  <a:pt x="61" y="298"/>
                </a:lnTo>
                <a:lnTo>
                  <a:pt x="0" y="298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29" name="Freeform 68">
            <a:extLst>
              <a:ext uri="{FF2B5EF4-FFF2-40B4-BE49-F238E27FC236}">
                <a16:creationId xmlns:a16="http://schemas.microsoft.com/office/drawing/2014/main" id="{1B094445-379C-A6BF-06B8-677475BB75D2}"/>
              </a:ext>
            </a:extLst>
          </p:cNvPr>
          <p:cNvSpPr>
            <a:spLocks/>
          </p:cNvSpPr>
          <p:nvPr/>
        </p:nvSpPr>
        <p:spPr bwMode="auto">
          <a:xfrm>
            <a:off x="1030288" y="4900613"/>
            <a:ext cx="2173287" cy="963612"/>
          </a:xfrm>
          <a:custGeom>
            <a:avLst/>
            <a:gdLst>
              <a:gd name="T0" fmla="*/ 2147483646 w 1369"/>
              <a:gd name="T1" fmla="*/ 0 h 607"/>
              <a:gd name="T2" fmla="*/ 0 w 1369"/>
              <a:gd name="T3" fmla="*/ 1527213895 h 607"/>
              <a:gd name="T4" fmla="*/ 2147483646 w 1369"/>
              <a:gd name="T5" fmla="*/ 0 h 607"/>
              <a:gd name="T6" fmla="*/ 0 60000 65536"/>
              <a:gd name="T7" fmla="*/ 0 60000 65536"/>
              <a:gd name="T8" fmla="*/ 0 60000 65536"/>
              <a:gd name="T9" fmla="*/ 0 w 1369"/>
              <a:gd name="T10" fmla="*/ 0 h 607"/>
              <a:gd name="T11" fmla="*/ 1369 w 1369"/>
              <a:gd name="T12" fmla="*/ 607 h 6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9" h="607">
                <a:moveTo>
                  <a:pt x="1368" y="0"/>
                </a:moveTo>
                <a:lnTo>
                  <a:pt x="0" y="606"/>
                </a:lnTo>
                <a:lnTo>
                  <a:pt x="1368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30" name="Freeform 69">
            <a:extLst>
              <a:ext uri="{FF2B5EF4-FFF2-40B4-BE49-F238E27FC236}">
                <a16:creationId xmlns:a16="http://schemas.microsoft.com/office/drawing/2014/main" id="{39D191A3-3CED-52E1-98C4-011514DE5C91}"/>
              </a:ext>
            </a:extLst>
          </p:cNvPr>
          <p:cNvSpPr>
            <a:spLocks/>
          </p:cNvSpPr>
          <p:nvPr/>
        </p:nvSpPr>
        <p:spPr bwMode="auto">
          <a:xfrm>
            <a:off x="1030288" y="5788025"/>
            <a:ext cx="123825" cy="76200"/>
          </a:xfrm>
          <a:custGeom>
            <a:avLst/>
            <a:gdLst>
              <a:gd name="T0" fmla="*/ 194052825 w 78"/>
              <a:gd name="T1" fmla="*/ 83165950 h 48"/>
              <a:gd name="T2" fmla="*/ 0 w 78"/>
              <a:gd name="T3" fmla="*/ 118448138 h 48"/>
              <a:gd name="T4" fmla="*/ 153730325 w 78"/>
              <a:gd name="T5" fmla="*/ 0 h 48"/>
              <a:gd name="T6" fmla="*/ 194052825 w 78"/>
              <a:gd name="T7" fmla="*/ 83165950 h 48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48"/>
              <a:gd name="T14" fmla="*/ 78 w 78"/>
              <a:gd name="T15" fmla="*/ 48 h 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48">
                <a:moveTo>
                  <a:pt x="77" y="33"/>
                </a:moveTo>
                <a:lnTo>
                  <a:pt x="0" y="47"/>
                </a:lnTo>
                <a:lnTo>
                  <a:pt x="61" y="0"/>
                </a:lnTo>
                <a:lnTo>
                  <a:pt x="77" y="33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31" name="Freeform 70">
            <a:extLst>
              <a:ext uri="{FF2B5EF4-FFF2-40B4-BE49-F238E27FC236}">
                <a16:creationId xmlns:a16="http://schemas.microsoft.com/office/drawing/2014/main" id="{4A7B2112-922F-D8EF-5E19-3533A307138A}"/>
              </a:ext>
            </a:extLst>
          </p:cNvPr>
          <p:cNvSpPr>
            <a:spLocks/>
          </p:cNvSpPr>
          <p:nvPr/>
        </p:nvSpPr>
        <p:spPr bwMode="auto">
          <a:xfrm>
            <a:off x="2724150" y="4900613"/>
            <a:ext cx="1039813" cy="963612"/>
          </a:xfrm>
          <a:custGeom>
            <a:avLst/>
            <a:gdLst>
              <a:gd name="T0" fmla="*/ 1648182980 w 655"/>
              <a:gd name="T1" fmla="*/ 0 h 607"/>
              <a:gd name="T2" fmla="*/ 0 w 655"/>
              <a:gd name="T3" fmla="*/ 1527213895 h 607"/>
              <a:gd name="T4" fmla="*/ 1648182980 w 655"/>
              <a:gd name="T5" fmla="*/ 0 h 607"/>
              <a:gd name="T6" fmla="*/ 0 60000 65536"/>
              <a:gd name="T7" fmla="*/ 0 60000 65536"/>
              <a:gd name="T8" fmla="*/ 0 60000 65536"/>
              <a:gd name="T9" fmla="*/ 0 w 655"/>
              <a:gd name="T10" fmla="*/ 0 h 607"/>
              <a:gd name="T11" fmla="*/ 655 w 655"/>
              <a:gd name="T12" fmla="*/ 607 h 6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5" h="607">
                <a:moveTo>
                  <a:pt x="654" y="0"/>
                </a:moveTo>
                <a:lnTo>
                  <a:pt x="0" y="606"/>
                </a:lnTo>
                <a:lnTo>
                  <a:pt x="65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32" name="Freeform 71">
            <a:extLst>
              <a:ext uri="{FF2B5EF4-FFF2-40B4-BE49-F238E27FC236}">
                <a16:creationId xmlns:a16="http://schemas.microsoft.com/office/drawing/2014/main" id="{382D4158-33DB-A0E6-A8E8-8BAF17C11FA1}"/>
              </a:ext>
            </a:extLst>
          </p:cNvPr>
          <p:cNvSpPr>
            <a:spLocks/>
          </p:cNvSpPr>
          <p:nvPr/>
        </p:nvSpPr>
        <p:spPr bwMode="auto">
          <a:xfrm>
            <a:off x="2724150" y="5759450"/>
            <a:ext cx="109538" cy="104775"/>
          </a:xfrm>
          <a:custGeom>
            <a:avLst/>
            <a:gdLst>
              <a:gd name="T0" fmla="*/ 171371407 w 69"/>
              <a:gd name="T1" fmla="*/ 70564375 h 66"/>
              <a:gd name="T2" fmla="*/ 0 w 69"/>
              <a:gd name="T3" fmla="*/ 163810950 h 66"/>
              <a:gd name="T4" fmla="*/ 108368007 w 69"/>
              <a:gd name="T5" fmla="*/ 0 h 66"/>
              <a:gd name="T6" fmla="*/ 171371407 w 69"/>
              <a:gd name="T7" fmla="*/ 70564375 h 66"/>
              <a:gd name="T8" fmla="*/ 0 60000 65536"/>
              <a:gd name="T9" fmla="*/ 0 60000 65536"/>
              <a:gd name="T10" fmla="*/ 0 60000 65536"/>
              <a:gd name="T11" fmla="*/ 0 60000 65536"/>
              <a:gd name="T12" fmla="*/ 0 w 69"/>
              <a:gd name="T13" fmla="*/ 0 h 66"/>
              <a:gd name="T14" fmla="*/ 69 w 69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9" h="66">
                <a:moveTo>
                  <a:pt x="68" y="28"/>
                </a:moveTo>
                <a:lnTo>
                  <a:pt x="0" y="65"/>
                </a:lnTo>
                <a:lnTo>
                  <a:pt x="43" y="0"/>
                </a:lnTo>
                <a:lnTo>
                  <a:pt x="68" y="28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33" name="Freeform 72">
            <a:extLst>
              <a:ext uri="{FF2B5EF4-FFF2-40B4-BE49-F238E27FC236}">
                <a16:creationId xmlns:a16="http://schemas.microsoft.com/office/drawing/2014/main" id="{2D7B0355-4C3A-205C-8A40-B0F198798647}"/>
              </a:ext>
            </a:extLst>
          </p:cNvPr>
          <p:cNvSpPr>
            <a:spLocks/>
          </p:cNvSpPr>
          <p:nvPr/>
        </p:nvSpPr>
        <p:spPr bwMode="auto">
          <a:xfrm>
            <a:off x="4333875" y="4913313"/>
            <a:ext cx="1588" cy="963612"/>
          </a:xfrm>
          <a:custGeom>
            <a:avLst/>
            <a:gdLst>
              <a:gd name="T0" fmla="*/ 0 w 1"/>
              <a:gd name="T1" fmla="*/ 0 h 607"/>
              <a:gd name="T2" fmla="*/ 0 w 1"/>
              <a:gd name="T3" fmla="*/ 1527213895 h 607"/>
              <a:gd name="T4" fmla="*/ 0 w 1"/>
              <a:gd name="T5" fmla="*/ 0 h 607"/>
              <a:gd name="T6" fmla="*/ 0 60000 65536"/>
              <a:gd name="T7" fmla="*/ 0 60000 65536"/>
              <a:gd name="T8" fmla="*/ 0 60000 65536"/>
              <a:gd name="T9" fmla="*/ 0 w 1"/>
              <a:gd name="T10" fmla="*/ 0 h 607"/>
              <a:gd name="T11" fmla="*/ 1 w 1"/>
              <a:gd name="T12" fmla="*/ 607 h 6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07">
                <a:moveTo>
                  <a:pt x="0" y="0"/>
                </a:moveTo>
                <a:lnTo>
                  <a:pt x="0" y="606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34" name="Freeform 73">
            <a:extLst>
              <a:ext uri="{FF2B5EF4-FFF2-40B4-BE49-F238E27FC236}">
                <a16:creationId xmlns:a16="http://schemas.microsoft.com/office/drawing/2014/main" id="{87AE7F30-FE9A-1A37-FB65-5F63017BE858}"/>
              </a:ext>
            </a:extLst>
          </p:cNvPr>
          <p:cNvSpPr>
            <a:spLocks/>
          </p:cNvSpPr>
          <p:nvPr/>
        </p:nvSpPr>
        <p:spPr bwMode="auto">
          <a:xfrm>
            <a:off x="4303713" y="5756275"/>
            <a:ext cx="63500" cy="120650"/>
          </a:xfrm>
          <a:custGeom>
            <a:avLst/>
            <a:gdLst>
              <a:gd name="T0" fmla="*/ 98286888 w 40"/>
              <a:gd name="T1" fmla="*/ 0 h 76"/>
              <a:gd name="T2" fmla="*/ 47883763 w 40"/>
              <a:gd name="T3" fmla="*/ 189012513 h 76"/>
              <a:gd name="T4" fmla="*/ 0 w 40"/>
              <a:gd name="T5" fmla="*/ 0 h 76"/>
              <a:gd name="T6" fmla="*/ 98286888 w 40"/>
              <a:gd name="T7" fmla="*/ 0 h 76"/>
              <a:gd name="T8" fmla="*/ 0 60000 65536"/>
              <a:gd name="T9" fmla="*/ 0 60000 65536"/>
              <a:gd name="T10" fmla="*/ 0 60000 65536"/>
              <a:gd name="T11" fmla="*/ 0 60000 65536"/>
              <a:gd name="T12" fmla="*/ 0 w 40"/>
              <a:gd name="T13" fmla="*/ 0 h 76"/>
              <a:gd name="T14" fmla="*/ 40 w 40"/>
              <a:gd name="T15" fmla="*/ 76 h 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" h="76">
                <a:moveTo>
                  <a:pt x="39" y="0"/>
                </a:moveTo>
                <a:lnTo>
                  <a:pt x="19" y="75"/>
                </a:lnTo>
                <a:lnTo>
                  <a:pt x="0" y="0"/>
                </a:lnTo>
                <a:lnTo>
                  <a:pt x="39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35" name="Freeform 74">
            <a:extLst>
              <a:ext uri="{FF2B5EF4-FFF2-40B4-BE49-F238E27FC236}">
                <a16:creationId xmlns:a16="http://schemas.microsoft.com/office/drawing/2014/main" id="{6BF2DCD9-C8AD-A631-E16D-7AE7B7A57C0F}"/>
              </a:ext>
            </a:extLst>
          </p:cNvPr>
          <p:cNvSpPr>
            <a:spLocks/>
          </p:cNvSpPr>
          <p:nvPr/>
        </p:nvSpPr>
        <p:spPr bwMode="auto">
          <a:xfrm>
            <a:off x="4918075" y="4913313"/>
            <a:ext cx="1087438" cy="963612"/>
          </a:xfrm>
          <a:custGeom>
            <a:avLst/>
            <a:gdLst>
              <a:gd name="T0" fmla="*/ 0 w 685"/>
              <a:gd name="T1" fmla="*/ 0 h 607"/>
              <a:gd name="T2" fmla="*/ 1723787668 w 685"/>
              <a:gd name="T3" fmla="*/ 1527213895 h 607"/>
              <a:gd name="T4" fmla="*/ 0 w 685"/>
              <a:gd name="T5" fmla="*/ 0 h 607"/>
              <a:gd name="T6" fmla="*/ 0 60000 65536"/>
              <a:gd name="T7" fmla="*/ 0 60000 65536"/>
              <a:gd name="T8" fmla="*/ 0 60000 65536"/>
              <a:gd name="T9" fmla="*/ 0 w 685"/>
              <a:gd name="T10" fmla="*/ 0 h 607"/>
              <a:gd name="T11" fmla="*/ 685 w 685"/>
              <a:gd name="T12" fmla="*/ 607 h 6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5" h="607">
                <a:moveTo>
                  <a:pt x="0" y="0"/>
                </a:moveTo>
                <a:lnTo>
                  <a:pt x="684" y="606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36" name="Freeform 75">
            <a:extLst>
              <a:ext uri="{FF2B5EF4-FFF2-40B4-BE49-F238E27FC236}">
                <a16:creationId xmlns:a16="http://schemas.microsoft.com/office/drawing/2014/main" id="{E6E4CE83-BBAC-657D-0537-ACB9D8A2BA16}"/>
              </a:ext>
            </a:extLst>
          </p:cNvPr>
          <p:cNvSpPr>
            <a:spLocks/>
          </p:cNvSpPr>
          <p:nvPr/>
        </p:nvSpPr>
        <p:spPr bwMode="auto">
          <a:xfrm>
            <a:off x="5895975" y="5773738"/>
            <a:ext cx="109538" cy="103187"/>
          </a:xfrm>
          <a:custGeom>
            <a:avLst/>
            <a:gdLst>
              <a:gd name="T0" fmla="*/ 60484026 w 69"/>
              <a:gd name="T1" fmla="*/ 0 h 65"/>
              <a:gd name="T2" fmla="*/ 171371407 w 69"/>
              <a:gd name="T3" fmla="*/ 161289218 h 65"/>
              <a:gd name="T4" fmla="*/ 0 w 69"/>
              <a:gd name="T5" fmla="*/ 70564033 h 65"/>
              <a:gd name="T6" fmla="*/ 60484026 w 69"/>
              <a:gd name="T7" fmla="*/ 0 h 65"/>
              <a:gd name="T8" fmla="*/ 0 60000 65536"/>
              <a:gd name="T9" fmla="*/ 0 60000 65536"/>
              <a:gd name="T10" fmla="*/ 0 60000 65536"/>
              <a:gd name="T11" fmla="*/ 0 60000 65536"/>
              <a:gd name="T12" fmla="*/ 0 w 69"/>
              <a:gd name="T13" fmla="*/ 0 h 65"/>
              <a:gd name="T14" fmla="*/ 69 w 69"/>
              <a:gd name="T15" fmla="*/ 65 h 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9" h="65">
                <a:moveTo>
                  <a:pt x="24" y="0"/>
                </a:moveTo>
                <a:lnTo>
                  <a:pt x="68" y="64"/>
                </a:lnTo>
                <a:lnTo>
                  <a:pt x="0" y="28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37" name="Freeform 76">
            <a:extLst>
              <a:ext uri="{FF2B5EF4-FFF2-40B4-BE49-F238E27FC236}">
                <a16:creationId xmlns:a16="http://schemas.microsoft.com/office/drawing/2014/main" id="{6C358C06-527C-A8AF-32E9-F056DD46CCB7}"/>
              </a:ext>
            </a:extLst>
          </p:cNvPr>
          <p:cNvSpPr>
            <a:spLocks/>
          </p:cNvSpPr>
          <p:nvPr/>
        </p:nvSpPr>
        <p:spPr bwMode="auto">
          <a:xfrm>
            <a:off x="5478463" y="4913313"/>
            <a:ext cx="2197100" cy="950912"/>
          </a:xfrm>
          <a:custGeom>
            <a:avLst/>
            <a:gdLst>
              <a:gd name="T0" fmla="*/ 0 w 1384"/>
              <a:gd name="T1" fmla="*/ 0 h 599"/>
              <a:gd name="T2" fmla="*/ 2147483646 w 1384"/>
              <a:gd name="T3" fmla="*/ 1507052645 h 599"/>
              <a:gd name="T4" fmla="*/ 0 w 1384"/>
              <a:gd name="T5" fmla="*/ 0 h 599"/>
              <a:gd name="T6" fmla="*/ 0 60000 65536"/>
              <a:gd name="T7" fmla="*/ 0 60000 65536"/>
              <a:gd name="T8" fmla="*/ 0 60000 65536"/>
              <a:gd name="T9" fmla="*/ 0 w 1384"/>
              <a:gd name="T10" fmla="*/ 0 h 599"/>
              <a:gd name="T11" fmla="*/ 1384 w 1384"/>
              <a:gd name="T12" fmla="*/ 599 h 5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4" h="599">
                <a:moveTo>
                  <a:pt x="0" y="0"/>
                </a:moveTo>
                <a:lnTo>
                  <a:pt x="1383" y="59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38" name="Freeform 77">
            <a:extLst>
              <a:ext uri="{FF2B5EF4-FFF2-40B4-BE49-F238E27FC236}">
                <a16:creationId xmlns:a16="http://schemas.microsoft.com/office/drawing/2014/main" id="{B9E60410-EB1A-99E6-14BC-ACC5067AB758}"/>
              </a:ext>
            </a:extLst>
          </p:cNvPr>
          <p:cNvSpPr>
            <a:spLocks/>
          </p:cNvSpPr>
          <p:nvPr/>
        </p:nvSpPr>
        <p:spPr bwMode="auto">
          <a:xfrm>
            <a:off x="7553325" y="5788025"/>
            <a:ext cx="122238" cy="76200"/>
          </a:xfrm>
          <a:custGeom>
            <a:avLst/>
            <a:gdLst>
              <a:gd name="T0" fmla="*/ 37803292 w 77"/>
              <a:gd name="T1" fmla="*/ 0 h 48"/>
              <a:gd name="T2" fmla="*/ 191532658 w 77"/>
              <a:gd name="T3" fmla="*/ 118448138 h 48"/>
              <a:gd name="T4" fmla="*/ 0 w 77"/>
              <a:gd name="T5" fmla="*/ 88206263 h 48"/>
              <a:gd name="T6" fmla="*/ 37803292 w 77"/>
              <a:gd name="T7" fmla="*/ 0 h 48"/>
              <a:gd name="T8" fmla="*/ 0 60000 65536"/>
              <a:gd name="T9" fmla="*/ 0 60000 65536"/>
              <a:gd name="T10" fmla="*/ 0 60000 65536"/>
              <a:gd name="T11" fmla="*/ 0 60000 65536"/>
              <a:gd name="T12" fmla="*/ 0 w 77"/>
              <a:gd name="T13" fmla="*/ 0 h 48"/>
              <a:gd name="T14" fmla="*/ 77 w 77"/>
              <a:gd name="T15" fmla="*/ 48 h 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7" h="48">
                <a:moveTo>
                  <a:pt x="15" y="0"/>
                </a:moveTo>
                <a:lnTo>
                  <a:pt x="76" y="47"/>
                </a:lnTo>
                <a:lnTo>
                  <a:pt x="0" y="35"/>
                </a:lnTo>
                <a:lnTo>
                  <a:pt x="15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39" name="Rectangle 78">
            <a:extLst>
              <a:ext uri="{FF2B5EF4-FFF2-40B4-BE49-F238E27FC236}">
                <a16:creationId xmlns:a16="http://schemas.microsoft.com/office/drawing/2014/main" id="{12B339E8-FBE1-5EC2-D543-343E9C5FE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3" y="589438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2*</a:t>
            </a:r>
          </a:p>
        </p:txBody>
      </p:sp>
      <p:sp>
        <p:nvSpPr>
          <p:cNvPr id="92240" name="Rectangle 79">
            <a:extLst>
              <a:ext uri="{FF2B5EF4-FFF2-40B4-BE49-F238E27FC236}">
                <a16:creationId xmlns:a16="http://schemas.microsoft.com/office/drawing/2014/main" id="{A22CC608-A78A-5D0C-DB79-2C6D54E9D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3" y="5883275"/>
            <a:ext cx="3365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3*</a:t>
            </a:r>
          </a:p>
        </p:txBody>
      </p:sp>
      <p:sp>
        <p:nvSpPr>
          <p:cNvPr id="92241" name="Rectangle 80">
            <a:extLst>
              <a:ext uri="{FF2B5EF4-FFF2-40B4-BE49-F238E27FC236}">
                <a16:creationId xmlns:a16="http://schemas.microsoft.com/office/drawing/2014/main" id="{6092DB5A-081D-8CBD-B19D-1D5943AEC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613" y="589438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7*</a:t>
            </a:r>
          </a:p>
        </p:txBody>
      </p:sp>
      <p:sp>
        <p:nvSpPr>
          <p:cNvPr id="92242" name="Rectangle 81">
            <a:extLst>
              <a:ext uri="{FF2B5EF4-FFF2-40B4-BE49-F238E27FC236}">
                <a16:creationId xmlns:a16="http://schemas.microsoft.com/office/drawing/2014/main" id="{BC6E8C3A-03C8-5E3A-9B3A-B4883D3FF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91820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14*</a:t>
            </a:r>
          </a:p>
        </p:txBody>
      </p:sp>
      <p:sp>
        <p:nvSpPr>
          <p:cNvPr id="92243" name="Rectangle 82">
            <a:extLst>
              <a:ext uri="{FF2B5EF4-FFF2-40B4-BE49-F238E27FC236}">
                <a16:creationId xmlns:a16="http://schemas.microsoft.com/office/drawing/2014/main" id="{5318868A-78FD-2AA6-5AD3-434772376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591820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16*</a:t>
            </a:r>
          </a:p>
        </p:txBody>
      </p:sp>
      <p:sp>
        <p:nvSpPr>
          <p:cNvPr id="92244" name="Rectangle 83">
            <a:extLst>
              <a:ext uri="{FF2B5EF4-FFF2-40B4-BE49-F238E27FC236}">
                <a16:creationId xmlns:a16="http://schemas.microsoft.com/office/drawing/2014/main" id="{F32DFC20-92F8-6B71-31DC-541DB093F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100" y="58943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22*</a:t>
            </a:r>
          </a:p>
        </p:txBody>
      </p:sp>
      <p:sp>
        <p:nvSpPr>
          <p:cNvPr id="92245" name="Rectangle 84">
            <a:extLst>
              <a:ext uri="{FF2B5EF4-FFF2-40B4-BE49-F238E27FC236}">
                <a16:creationId xmlns:a16="http://schemas.microsoft.com/office/drawing/2014/main" id="{2B824D3D-5A18-AFDD-F0D3-DDEA0E027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688" y="59070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27*</a:t>
            </a:r>
          </a:p>
        </p:txBody>
      </p:sp>
      <p:sp>
        <p:nvSpPr>
          <p:cNvPr id="92246" name="Rectangle 85">
            <a:extLst>
              <a:ext uri="{FF2B5EF4-FFF2-40B4-BE49-F238E27FC236}">
                <a16:creationId xmlns:a16="http://schemas.microsoft.com/office/drawing/2014/main" id="{918AA4EB-667C-D0E5-4C3A-6DF7E17CB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1388" y="591820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29*</a:t>
            </a:r>
          </a:p>
        </p:txBody>
      </p:sp>
      <p:sp>
        <p:nvSpPr>
          <p:cNvPr id="92247" name="Rectangle 86">
            <a:extLst>
              <a:ext uri="{FF2B5EF4-FFF2-40B4-BE49-F238E27FC236}">
                <a16:creationId xmlns:a16="http://schemas.microsoft.com/office/drawing/2014/main" id="{8EF383D2-BEAC-75DD-0379-D431BAAED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1338" y="59070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33*</a:t>
            </a:r>
          </a:p>
        </p:txBody>
      </p:sp>
      <p:sp>
        <p:nvSpPr>
          <p:cNvPr id="92248" name="Rectangle 87">
            <a:extLst>
              <a:ext uri="{FF2B5EF4-FFF2-40B4-BE49-F238E27FC236}">
                <a16:creationId xmlns:a16="http://schemas.microsoft.com/office/drawing/2014/main" id="{FFFAABD2-B326-7D65-397A-2D613FD0B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3925" y="59070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34*</a:t>
            </a:r>
          </a:p>
        </p:txBody>
      </p:sp>
      <p:sp>
        <p:nvSpPr>
          <p:cNvPr id="92249" name="Rectangle 88">
            <a:extLst>
              <a:ext uri="{FF2B5EF4-FFF2-40B4-BE49-F238E27FC236}">
                <a16:creationId xmlns:a16="http://schemas.microsoft.com/office/drawing/2014/main" id="{4EBF56FD-499D-57C0-839B-ECA7CFDBD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813" y="5894388"/>
            <a:ext cx="4286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38*</a:t>
            </a:r>
          </a:p>
        </p:txBody>
      </p:sp>
      <p:sp>
        <p:nvSpPr>
          <p:cNvPr id="92250" name="Rectangle 89">
            <a:extLst>
              <a:ext uri="{FF2B5EF4-FFF2-40B4-BE49-F238E27FC236}">
                <a16:creationId xmlns:a16="http://schemas.microsoft.com/office/drawing/2014/main" id="{86C98D00-1681-AD90-9CF0-30C7FB22C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813" y="5883275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39*</a:t>
            </a:r>
          </a:p>
        </p:txBody>
      </p:sp>
      <p:sp>
        <p:nvSpPr>
          <p:cNvPr id="92251" name="Rectangle 90">
            <a:extLst>
              <a:ext uri="{FF2B5EF4-FFF2-40B4-BE49-F238E27FC236}">
                <a16:creationId xmlns:a16="http://schemas.microsoft.com/office/drawing/2014/main" id="{8AD19D4B-8AD3-EE61-6B64-BBA089A34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589438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5*</a:t>
            </a:r>
          </a:p>
        </p:txBody>
      </p:sp>
      <p:sp>
        <p:nvSpPr>
          <p:cNvPr id="92252" name="Rectangle 91">
            <a:extLst>
              <a:ext uri="{FF2B5EF4-FFF2-40B4-BE49-F238E27FC236}">
                <a16:creationId xmlns:a16="http://schemas.microsoft.com/office/drawing/2014/main" id="{EEF8525E-A691-BCE7-9DF6-99068073E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5894388"/>
            <a:ext cx="3365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8*</a:t>
            </a:r>
          </a:p>
        </p:txBody>
      </p:sp>
      <p:sp>
        <p:nvSpPr>
          <p:cNvPr id="92253" name="Rectangle 92">
            <a:extLst>
              <a:ext uri="{FF2B5EF4-FFF2-40B4-BE49-F238E27FC236}">
                <a16:creationId xmlns:a16="http://schemas.microsoft.com/office/drawing/2014/main" id="{0DFD2A9B-909C-5B30-5783-66D724D76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13" y="4338638"/>
            <a:ext cx="5857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Root</a:t>
            </a:r>
          </a:p>
        </p:txBody>
      </p:sp>
      <p:sp>
        <p:nvSpPr>
          <p:cNvPr id="92254" name="Rectangle 93">
            <a:extLst>
              <a:ext uri="{FF2B5EF4-FFF2-40B4-BE49-F238E27FC236}">
                <a16:creationId xmlns:a16="http://schemas.microsoft.com/office/drawing/2014/main" id="{8E67005B-82A1-78AF-0A4D-5361FBDA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0" y="4575175"/>
            <a:ext cx="3651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92255" name="Rectangle 94">
            <a:extLst>
              <a:ext uri="{FF2B5EF4-FFF2-40B4-BE49-F238E27FC236}">
                <a16:creationId xmlns:a16="http://schemas.microsoft.com/office/drawing/2014/main" id="{C647186A-661F-1AE0-DD5B-A8A2ED299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088" y="4564063"/>
            <a:ext cx="3651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92256" name="Rectangle 95">
            <a:extLst>
              <a:ext uri="{FF2B5EF4-FFF2-40B4-BE49-F238E27FC236}">
                <a16:creationId xmlns:a16="http://schemas.microsoft.com/office/drawing/2014/main" id="{7A1D0C98-5360-E0E7-FE6F-0E94D12EB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4564063"/>
            <a:ext cx="2730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92257" name="Rectangle 96">
            <a:extLst>
              <a:ext uri="{FF2B5EF4-FFF2-40B4-BE49-F238E27FC236}">
                <a16:creationId xmlns:a16="http://schemas.microsoft.com/office/drawing/2014/main" id="{C1381F8E-6366-6AF2-E92A-68B28DAEA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9288" y="4575175"/>
            <a:ext cx="3651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1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92258" name="Line 97">
            <a:extLst>
              <a:ext uri="{FF2B5EF4-FFF2-40B4-BE49-F238E27FC236}">
                <a16:creationId xmlns:a16="http://schemas.microsoft.com/office/drawing/2014/main" id="{29973572-45B8-9CAA-72DF-CF546774D2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4191000"/>
            <a:ext cx="6858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59" name="Arc 98">
            <a:extLst>
              <a:ext uri="{FF2B5EF4-FFF2-40B4-BE49-F238E27FC236}">
                <a16:creationId xmlns:a16="http://schemas.microsoft.com/office/drawing/2014/main" id="{736E6EDB-6039-2465-000D-538F6CE7A3E4}"/>
              </a:ext>
            </a:extLst>
          </p:cNvPr>
          <p:cNvSpPr>
            <a:spLocks/>
          </p:cNvSpPr>
          <p:nvPr/>
        </p:nvSpPr>
        <p:spPr bwMode="auto">
          <a:xfrm rot="-3180000">
            <a:off x="1752600" y="5646738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60692834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60" name="Arc 99">
            <a:extLst>
              <a:ext uri="{FF2B5EF4-FFF2-40B4-BE49-F238E27FC236}">
                <a16:creationId xmlns:a16="http://schemas.microsoft.com/office/drawing/2014/main" id="{9D7E5981-09D3-1331-1C84-2419B28C6F15}"/>
              </a:ext>
            </a:extLst>
          </p:cNvPr>
          <p:cNvSpPr>
            <a:spLocks/>
          </p:cNvSpPr>
          <p:nvPr/>
        </p:nvSpPr>
        <p:spPr bwMode="auto">
          <a:xfrm rot="-3180000">
            <a:off x="3429000" y="5646738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60692834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61" name="Arc 100">
            <a:extLst>
              <a:ext uri="{FF2B5EF4-FFF2-40B4-BE49-F238E27FC236}">
                <a16:creationId xmlns:a16="http://schemas.microsoft.com/office/drawing/2014/main" id="{80188C30-EE0C-DCCF-D513-DCDBF10A8DAF}"/>
              </a:ext>
            </a:extLst>
          </p:cNvPr>
          <p:cNvSpPr>
            <a:spLocks/>
          </p:cNvSpPr>
          <p:nvPr/>
        </p:nvSpPr>
        <p:spPr bwMode="auto">
          <a:xfrm rot="-3180000">
            <a:off x="5029200" y="5646738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60692834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2262" name="Arc 101">
            <a:extLst>
              <a:ext uri="{FF2B5EF4-FFF2-40B4-BE49-F238E27FC236}">
                <a16:creationId xmlns:a16="http://schemas.microsoft.com/office/drawing/2014/main" id="{10950991-2184-3601-9E57-FC0294E00B49}"/>
              </a:ext>
            </a:extLst>
          </p:cNvPr>
          <p:cNvSpPr>
            <a:spLocks/>
          </p:cNvSpPr>
          <p:nvPr/>
        </p:nvSpPr>
        <p:spPr bwMode="auto">
          <a:xfrm rot="-3180000">
            <a:off x="6629400" y="5646738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60692834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vi-VN" dirty="0"/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AU" dirty="0"/>
          </a:p>
          <a:p>
            <a:pPr eaLnBrk="1" hangingPunct="1">
              <a:buFont typeface="Wingdings" pitchFamily="2" charset="2"/>
              <a:buNone/>
            </a:pP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608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9 -</a:t>
            </a:r>
            <a:fld id="{6AF447B8-8DDF-46C6-ABF0-3B08CA8595E4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441741"/>
      </p:ext>
    </p:extLst>
  </p:cSld>
  <p:clrMapOvr>
    <a:masterClrMapping/>
  </p:clrMapOvr>
</p:sld>
</file>

<file path=ppt/theme/theme1.xml><?xml version="1.0" encoding="utf-8"?>
<a:theme xmlns:a="http://schemas.openxmlformats.org/drawingml/2006/main" name="Soaring">
  <a:themeElements>
    <a:clrScheme name="">
      <a:dk1>
        <a:srgbClr val="000000"/>
      </a:dk1>
      <a:lt1>
        <a:srgbClr val="FFFFFF"/>
      </a:lt1>
      <a:dk2>
        <a:srgbClr val="3366CC"/>
      </a:dk2>
      <a:lt2>
        <a:srgbClr val="FFCC66"/>
      </a:lt2>
      <a:accent1>
        <a:srgbClr val="00FFFF"/>
      </a:accent1>
      <a:accent2>
        <a:srgbClr val="3366FF"/>
      </a:accent2>
      <a:accent3>
        <a:srgbClr val="ADB8E2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4327</TotalTime>
  <Words>3048</Words>
  <Application>Microsoft Office PowerPoint</Application>
  <PresentationFormat>On-screen Show (4:3)</PresentationFormat>
  <Paragraphs>393</Paragraphs>
  <Slides>46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Book Antiqua</vt:lpstr>
      <vt:lpstr>Times New Roman</vt:lpstr>
      <vt:lpstr>Verdana</vt:lpstr>
      <vt:lpstr>Wingdings</vt:lpstr>
      <vt:lpstr>Soaring</vt:lpstr>
      <vt:lpstr> Module 4 File Organization &amp;Indexing </vt:lpstr>
      <vt:lpstr>Outline</vt:lpstr>
      <vt:lpstr>Disk Storage Devices (cont.)</vt:lpstr>
      <vt:lpstr>Disk Storage Devices (cont.)</vt:lpstr>
      <vt:lpstr>Disk Storage Devices (cont.)</vt:lpstr>
      <vt:lpstr>Disk Storage Devices (cont.)</vt:lpstr>
      <vt:lpstr>Disk Storage Devices (cont.)</vt:lpstr>
      <vt:lpstr>Records</vt:lpstr>
      <vt:lpstr>Blocking</vt:lpstr>
      <vt:lpstr>Files of Records</vt:lpstr>
      <vt:lpstr>Files of Records (cont.)</vt:lpstr>
      <vt:lpstr>Indexing Structures for Files</vt:lpstr>
      <vt:lpstr>Indexes as Access Paths</vt:lpstr>
      <vt:lpstr>Indexes as Access Paths (contd.)</vt:lpstr>
      <vt:lpstr>PowerPoint Presentation</vt:lpstr>
      <vt:lpstr>Types of Single-Level Indexes</vt:lpstr>
      <vt:lpstr>PowerPoint Presentation</vt:lpstr>
      <vt:lpstr>Types of Single-Level Indexes</vt:lpstr>
      <vt:lpstr>PowerPoint Presentation</vt:lpstr>
      <vt:lpstr>PowerPoint Presentation</vt:lpstr>
      <vt:lpstr>Types of Single-Level Indexes</vt:lpstr>
      <vt:lpstr> A dense secondary index (with block pointers) on a nonordering key field of a file.</vt:lpstr>
      <vt:lpstr>A secondary index (with recored pointers) on a nonkey field implemented using one level of indirection so that index entries are of fixed length and have unique field values.</vt:lpstr>
      <vt:lpstr>PowerPoint Presentation</vt:lpstr>
      <vt:lpstr>Multi-Level Indexes </vt:lpstr>
      <vt:lpstr> A two-level primary index resembling ISAM (Indexed Sequential Access Method) organization</vt:lpstr>
      <vt:lpstr>Dynamic Multi-Level Indexes </vt:lpstr>
      <vt:lpstr> Search Tree</vt:lpstr>
      <vt:lpstr> A search tree of order p = 3.</vt:lpstr>
      <vt:lpstr>Dynamic Multilevel Indexes Using B-Trees      and B+-Trees </vt:lpstr>
      <vt:lpstr>Dynamic Multilevel Indexes Using B-Trees      and B+-Trees (contd.) </vt:lpstr>
      <vt:lpstr>Difference between B-tree and B+-tree</vt:lpstr>
      <vt:lpstr>PowerPoint Presentation</vt:lpstr>
      <vt:lpstr>PowerPoint Presentation</vt:lpstr>
      <vt:lpstr>Indexes on Multiple Keys</vt:lpstr>
      <vt:lpstr>PowerPoint Presentation</vt:lpstr>
      <vt:lpstr>B+ Tree: Most Widely Used Index</vt:lpstr>
      <vt:lpstr>Example B+ Tree</vt:lpstr>
      <vt:lpstr>B+ Trees in Practice</vt:lpstr>
      <vt:lpstr>Inserting a Data Entry into a B+ Tree</vt:lpstr>
      <vt:lpstr>Inserting 8* into Example B+ Tree</vt:lpstr>
      <vt:lpstr>Example B+ Tree After Inserting 8*</vt:lpstr>
      <vt:lpstr>Deleting a Data Entry from a B+ Tree</vt:lpstr>
      <vt:lpstr>Example Tree After (Inserting 8*, Then) Deleting 19* and 20* ...</vt:lpstr>
      <vt:lpstr>        ... And Then Deleting 24*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Database Systems</dc:title>
  <dc:creator>jeevana jyothi</dc:creator>
  <cp:lastModifiedBy>jeevana jyothi</cp:lastModifiedBy>
  <cp:revision>271</cp:revision>
  <cp:lastPrinted>2001-05-28T10:10:18Z</cp:lastPrinted>
  <dcterms:created xsi:type="dcterms:W3CDTF">1998-07-18T17:10:54Z</dcterms:created>
  <dcterms:modified xsi:type="dcterms:W3CDTF">2023-06-19T06:54:12Z</dcterms:modified>
</cp:coreProperties>
</file>