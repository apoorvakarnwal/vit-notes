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6"/>
  </p:notesMasterIdLst>
  <p:sldIdLst>
    <p:sldId id="256" r:id="rId2"/>
    <p:sldId id="270" r:id="rId3"/>
    <p:sldId id="257" r:id="rId4"/>
    <p:sldId id="27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F6A820A-2CAB-46E0-A5A3-DD492961C18D}" type="datetimeFigureOut">
              <a:rPr lang="en-IN" smtClean="0"/>
              <a:t>09-07-2024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Anand</a:t>
            </a:r>
            <a:r>
              <a:rPr lang="en-US" dirty="0" smtClean="0"/>
              <a:t> </a:t>
            </a:r>
            <a:r>
              <a:rPr lang="en-US" dirty="0" err="1" smtClean="0"/>
              <a:t>Bihari</a:t>
            </a:r>
            <a:endParaRPr lang="en-US" dirty="0" smtClean="0"/>
          </a:p>
          <a:p>
            <a:r>
              <a:rPr lang="en-US" dirty="0" smtClean="0"/>
              <a:t>SJT Annex- 203N</a:t>
            </a:r>
          </a:p>
          <a:p>
            <a:r>
              <a:rPr lang="en-US" dirty="0"/>
              <a:t>a</a:t>
            </a:r>
            <a:r>
              <a:rPr lang="en-US" dirty="0" smtClean="0"/>
              <a:t>nand.bihari@vit.ac.in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Component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Theory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Component: 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3 credit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Lab Component: 1 Credit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it-IT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Prerequistite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understanding of Computer System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Books: </a:t>
            </a:r>
          </a:p>
          <a:p>
            <a:pPr marL="514350" indent="-514350" algn="just">
              <a:buAutoNum type="arabicPeriod"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R.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Elmasri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&amp; S. B.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Navathe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 Fundamentals of Database Systems, Addison Wesley,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5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Edition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2016</a:t>
            </a:r>
          </a:p>
          <a:p>
            <a:pPr marL="514350" indent="-514350" algn="just">
              <a:buAutoNum type="arabicPeriod"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Silberschatz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 H. F.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Korth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&amp; S.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Sudarshan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 Database System Concepts, McGraw Hill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, 7th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Edition 2019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 algn="just">
              <a:buAutoNum type="arabicPeriod"/>
            </a:pPr>
            <a:r>
              <a:rPr lang="en-IN" sz="2500" dirty="0" err="1">
                <a:latin typeface="Times New Roman" pitchFamily="18" charset="0"/>
                <a:cs typeface="Times New Roman" pitchFamily="18" charset="0"/>
              </a:rPr>
              <a:t>Gerardus</a:t>
            </a:r>
            <a:r>
              <a:rPr lang="en-IN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500" dirty="0" err="1">
                <a:latin typeface="Times New Roman" pitchFamily="18" charset="0"/>
                <a:cs typeface="Times New Roman" pitchFamily="18" charset="0"/>
              </a:rPr>
              <a:t>Blokdyk</a:t>
            </a:r>
            <a:r>
              <a:rPr lang="en-IN"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500" dirty="0" err="1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en-IN" sz="2500" dirty="0">
                <a:latin typeface="Times New Roman" pitchFamily="18" charset="0"/>
                <a:cs typeface="Times New Roman" pitchFamily="18" charset="0"/>
              </a:rPr>
              <a:t> Databases A Complete Guide, 5STARCooks, 2021</a:t>
            </a:r>
            <a:endParaRPr lang="en-IN" sz="25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55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effectLst/>
                <a:ea typeface="ＭＳ Ｐゴシック" pitchFamily="34" charset="-128"/>
              </a:rPr>
              <a:t>Course 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Database Systems Concepts </a:t>
            </a:r>
            <a:r>
              <a:rPr lang="en-US" sz="24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and Architecture</a:t>
            </a:r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, </a:t>
            </a:r>
            <a:endParaRPr lang="en-US" sz="2400" dirty="0" smtClean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Relational Model and E-R Modeling.</a:t>
            </a:r>
            <a:endParaRPr lang="en-US" sz="2400" dirty="0" smtClean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Relational Database </a:t>
            </a:r>
            <a:r>
              <a:rPr lang="en-US" sz="24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Design</a:t>
            </a:r>
          </a:p>
          <a:p>
            <a:pPr algn="just"/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Physical Database Design and </a:t>
            </a:r>
            <a:r>
              <a:rPr lang="en-US" sz="24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Query Processing</a:t>
            </a:r>
            <a:r>
              <a:rPr lang="en-US" sz="24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Transaction Processing and Recovery.</a:t>
            </a:r>
            <a:endParaRPr lang="en-US" sz="2400" dirty="0" smtClean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Concurrency Control In </a:t>
            </a:r>
            <a:r>
              <a:rPr lang="en-US" sz="24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Transaction Processing</a:t>
            </a:r>
          </a:p>
          <a:p>
            <a:pPr algn="just"/>
            <a:r>
              <a:rPr lang="en-US" sz="240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NOSQL Database Management</a:t>
            </a:r>
            <a:endParaRPr lang="en-US" sz="2400" dirty="0" smtClean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02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 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Digital Assessment - 1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Quiz - 2 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CAT - 2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FAT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03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980</TotalTime>
  <Words>140</Words>
  <Application>Microsoft Office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Equity</vt:lpstr>
      <vt:lpstr>Database Systems</vt:lpstr>
      <vt:lpstr>Course Component</vt:lpstr>
      <vt:lpstr>Course Outline</vt:lpstr>
      <vt:lpstr>Assessment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DELL</cp:lastModifiedBy>
  <cp:revision>60</cp:revision>
  <dcterms:created xsi:type="dcterms:W3CDTF">2019-05-30T15:49:42Z</dcterms:created>
  <dcterms:modified xsi:type="dcterms:W3CDTF">2024-07-09T09:10:35Z</dcterms:modified>
</cp:coreProperties>
</file>