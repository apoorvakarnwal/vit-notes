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30D3DE-5626-4968-9948-7A4831E891D6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68"/>
          </p14:sldIdLst>
        </p14:section>
        <p14:section name="Untitled Section" id="{1DE75450-1B99-40B8-83BF-EE5A166B2F7D}">
          <p14:sldIdLst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59" autoAdjust="0"/>
    <p:restoredTop sz="86477" autoAdjust="0"/>
  </p:normalViewPr>
  <p:slideViewPr>
    <p:cSldViewPr>
      <p:cViewPr varScale="1">
        <p:scale>
          <a:sx n="59" d="100"/>
          <a:sy n="59" d="100"/>
        </p:scale>
        <p:origin x="-136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3" y="1449311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3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3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8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63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8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3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50" y="2341483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10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0" y="4650482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4" y="4773232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2" y="66683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9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8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F6A820A-2CAB-46E0-A5A3-DD492961C18D}" type="datetimeFigureOut">
              <a:rPr lang="en-IN" smtClean="0"/>
              <a:t>09-06-2019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</a:t>
            </a:r>
            <a:r>
              <a:rPr lang="en-US" dirty="0" err="1" smtClean="0"/>
              <a:t>Anand</a:t>
            </a:r>
            <a:r>
              <a:rPr lang="en-US" dirty="0" smtClean="0"/>
              <a:t> </a:t>
            </a:r>
            <a:r>
              <a:rPr lang="en-US" dirty="0" err="1" smtClean="0"/>
              <a:t>Bihari</a:t>
            </a:r>
            <a:endParaRPr lang="en-US" dirty="0" smtClean="0"/>
          </a:p>
          <a:p>
            <a:r>
              <a:rPr lang="en-US" dirty="0" smtClean="0"/>
              <a:t>SJT Annex- 203N</a:t>
            </a:r>
          </a:p>
          <a:p>
            <a:r>
              <a:rPr lang="en-US" dirty="0"/>
              <a:t>a</a:t>
            </a:r>
            <a:r>
              <a:rPr lang="en-US" dirty="0" smtClean="0"/>
              <a:t>nand.bihari@vit.ac.in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Enhanced ER Schema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Entity (Review)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Entity Relationship (ER) Model – represents an object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Physical – person, car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Conceptual – school, company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ER model is based on the perception of the real world as a collection of objects with attributes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Attributes – describe the entity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Single, Multi-value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Composite, Simple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Derived, Stored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23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EER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Enhanced Entity Relationship (EER) – Data Modeling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EER shows complex relationships between objects in a database (multimedia, geographical).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Concepts of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subclasses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superclass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specializations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generalizations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Put concepts in diagram to form EER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EER diagrams allow refinements within the structures of entity types 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36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Specialization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process of defining a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set of subclasses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an entity type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entity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 is called the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superclass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 specialization.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Subclasses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Inheritance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entities B is said to be a subclass of another entity A. If and only if it shares an “is-a” relationship with A.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Example: 	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Car “is-a” vehicle.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	Manager “is-a” Employee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entity of class B is said to be a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specialization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entities of class A.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Conversely, entities of class A are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generalization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the class B entities. </a:t>
            </a:r>
          </a:p>
        </p:txBody>
      </p:sp>
    </p:spTree>
    <p:extLst>
      <p:ext uri="{BB962C8B-B14F-4D97-AF65-F5344CB8AC3E}">
        <p14:creationId xmlns:p14="http://schemas.microsoft.com/office/powerpoint/2010/main" val="149990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Shapes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you have more than one subclass based on the same defining attribute (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JobType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show class/subclass relationships, use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Used for relationships between entity types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show relationship between two different entity types, use</a:t>
            </a:r>
          </a:p>
          <a:p>
            <a:endParaRPr lang="en-IN" dirty="0"/>
          </a:p>
        </p:txBody>
      </p:sp>
      <p:sp>
        <p:nvSpPr>
          <p:cNvPr id="5" name="Oval 4"/>
          <p:cNvSpPr/>
          <p:nvPr/>
        </p:nvSpPr>
        <p:spPr>
          <a:xfrm>
            <a:off x="6444208" y="1844824"/>
            <a:ext cx="504056" cy="50405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1259632" y="2996952"/>
            <a:ext cx="17281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0"/>
          <p:cNvSpPr txBox="1">
            <a:spLocks noChangeArrowheads="1"/>
          </p:cNvSpPr>
          <p:nvPr/>
        </p:nvSpPr>
        <p:spPr bwMode="auto">
          <a:xfrm rot="16200000">
            <a:off x="2169784" y="2707233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/>
              <a:t>U</a:t>
            </a:r>
          </a:p>
        </p:txBody>
      </p:sp>
      <p:sp>
        <p:nvSpPr>
          <p:cNvPr id="17" name="AutoShape 11"/>
          <p:cNvSpPr>
            <a:spLocks noChangeArrowheads="1"/>
          </p:cNvSpPr>
          <p:nvPr/>
        </p:nvSpPr>
        <p:spPr bwMode="auto">
          <a:xfrm>
            <a:off x="3204949" y="4221088"/>
            <a:ext cx="1600200" cy="685800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42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1"/>
            <a:ext cx="9036496" cy="640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015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88640"/>
            <a:ext cx="7992888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328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specialization process allows us to do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 set of subclasses of an entity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type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Establish additional specific attributes with each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subclass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Establish additional specific relationship types between each subclass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and other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entity types or other subclasses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endParaRPr lang="en-IN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4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Reverse processes of defining subclasses (bottom-up approach)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Bring together common attributes in entities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Example: CAR (with attributes color, price, max speed) and TRUCK (with attributes color,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price)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can be generalized into VEHICLE (with attributes color and price).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85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404664"/>
            <a:ext cx="8640960" cy="6120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70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3649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92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Constraints on Specialization and Generalization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two type of constraints  in specializations.</a:t>
            </a:r>
          </a:p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Disjointness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specifies that the subclasses 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specialization  must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 disjoint.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notation of disjoint constraint 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four possible constraints on specialization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Disjoint total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Disjoint partial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Overlapping total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Overlapping partial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Completeness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4139952" y="2636912"/>
            <a:ext cx="504056" cy="504056"/>
          </a:xfrm>
          <a:prstGeom prst="ellipse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D</a:t>
            </a:r>
            <a:endParaRPr lang="en-IN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837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 Types of Categories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categories, different entries of the subclass may inherit attributes from different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superclsses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An entity in Category is a member of only one of its superclass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specializations, all the subclasses inherit all the attributes of the superclass 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Category types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Total or Partial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Ex: An account holder can be either an individual, a family and  an institutions each of whom have its own attribute and keys.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914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specialization lattice (with multiple inheritance)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96752"/>
            <a:ext cx="8343900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7080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1"/>
            <a:ext cx="9144000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2919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2878</TotalTime>
  <Words>437</Words>
  <Application>Microsoft Office PowerPoint</Application>
  <PresentationFormat>On-screen Show (4:3)</PresentationFormat>
  <Paragraphs>61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Equity</vt:lpstr>
      <vt:lpstr>Enhanced ER Schema Diagram</vt:lpstr>
      <vt:lpstr>The Entity (Review)</vt:lpstr>
      <vt:lpstr>EER Model</vt:lpstr>
      <vt:lpstr>Specialization</vt:lpstr>
      <vt:lpstr>Model Shapes</vt:lpstr>
      <vt:lpstr>PowerPoint Presentation</vt:lpstr>
      <vt:lpstr>PowerPoint Presentation</vt:lpstr>
      <vt:lpstr>Specialization</vt:lpstr>
      <vt:lpstr>Generalization</vt:lpstr>
      <vt:lpstr>PowerPoint Presentation</vt:lpstr>
      <vt:lpstr>PowerPoint Presentation</vt:lpstr>
      <vt:lpstr>Constraints on Specialization and Generalization </vt:lpstr>
      <vt:lpstr>Union Types of Categories </vt:lpstr>
      <vt:lpstr>A specialization lattice (with multiple inheritance)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Admin</cp:lastModifiedBy>
  <cp:revision>101</cp:revision>
  <dcterms:created xsi:type="dcterms:W3CDTF">2019-05-30T15:49:42Z</dcterms:created>
  <dcterms:modified xsi:type="dcterms:W3CDTF">2019-06-09T08:35:57Z</dcterms:modified>
</cp:coreProperties>
</file>