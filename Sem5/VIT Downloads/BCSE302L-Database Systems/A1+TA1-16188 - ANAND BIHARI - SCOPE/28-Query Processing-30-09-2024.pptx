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19"/>
  </p:notesMasterIdLst>
  <p:sldIdLst>
    <p:sldId id="256" r:id="rId2"/>
    <p:sldId id="257" r:id="rId3"/>
    <p:sldId id="258" r:id="rId4"/>
    <p:sldId id="259" r:id="rId5"/>
    <p:sldId id="260" r:id="rId6"/>
    <p:sldId id="261" r:id="rId7"/>
    <p:sldId id="262" r:id="rId8"/>
    <p:sldId id="267" r:id="rId9"/>
    <p:sldId id="268" r:id="rId10"/>
    <p:sldId id="269" r:id="rId11"/>
    <p:sldId id="270" r:id="rId12"/>
    <p:sldId id="271" r:id="rId13"/>
    <p:sldId id="272" r:id="rId14"/>
    <p:sldId id="264" r:id="rId15"/>
    <p:sldId id="263" r:id="rId16"/>
    <p:sldId id="265" r:id="rId17"/>
    <p:sldId id="266"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2527" autoAdjust="0"/>
  </p:normalViewPr>
  <p:slideViewPr>
    <p:cSldViewPr>
      <p:cViewPr varScale="1">
        <p:scale>
          <a:sx n="64" d="100"/>
          <a:sy n="64" d="100"/>
        </p:scale>
        <p:origin x="-1482" y="-102"/>
      </p:cViewPr>
      <p:guideLst>
        <p:guide orient="horz" pos="2160"/>
        <p:guide pos="2880"/>
      </p:guideLst>
    </p:cSldViewPr>
  </p:slideViewPr>
  <p:outlineViewPr>
    <p:cViewPr>
      <p:scale>
        <a:sx n="33" d="100"/>
        <a:sy n="33" d="100"/>
      </p:scale>
      <p:origin x="0" y="1302"/>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emf"/><Relationship Id="rId1" Type="http://schemas.openxmlformats.org/officeDocument/2006/relationships/image" Target="../media/image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0E7238B-4390-4646-8EB4-4968ED26515B}" type="datetimeFigureOut">
              <a:rPr lang="en-IN" smtClean="0"/>
              <a:t>13-09-2019</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EBFB1CC-AE27-4B23-824E-BA8B57FD6C58}" type="slidenum">
              <a:rPr lang="en-IN" smtClean="0"/>
              <a:t>‹#›</a:t>
            </a:fld>
            <a:endParaRPr lang="en-IN"/>
          </a:p>
        </p:txBody>
      </p:sp>
    </p:spTree>
    <p:extLst>
      <p:ext uri="{BB962C8B-B14F-4D97-AF65-F5344CB8AC3E}">
        <p14:creationId xmlns:p14="http://schemas.microsoft.com/office/powerpoint/2010/main" val="3850574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9"/>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6F6A820A-2CAB-46E0-A5A3-DD492961C18D}" type="datetimeFigureOut">
              <a:rPr lang="en-IN" smtClean="0"/>
              <a:t>13-09-2019</a:t>
            </a:fld>
            <a:endParaRPr lang="en-IN"/>
          </a:p>
        </p:txBody>
      </p:sp>
      <p:sp>
        <p:nvSpPr>
          <p:cNvPr id="17" name="Footer Placeholder 16"/>
          <p:cNvSpPr>
            <a:spLocks noGrp="1"/>
          </p:cNvSpPr>
          <p:nvPr>
            <p:ph type="ftr" sz="quarter" idx="11"/>
          </p:nvPr>
        </p:nvSpPr>
        <p:spPr/>
        <p:txBody>
          <a:bodyPr/>
          <a:lstStyle/>
          <a:p>
            <a:endParaRPr lang="en-IN"/>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5D16119-D660-40DF-B339-D75B54681409}" type="slidenum">
              <a:rPr lang="en-IN" smtClean="0"/>
              <a:t>‹#›</a:t>
            </a:fld>
            <a:endParaRPr lang="en-IN"/>
          </a:p>
        </p:txBody>
      </p:sp>
      <p:sp>
        <p:nvSpPr>
          <p:cNvPr id="7" name="Rectangle 6"/>
          <p:cNvSpPr/>
          <p:nvPr/>
        </p:nvSpPr>
        <p:spPr>
          <a:xfrm>
            <a:off x="62933" y="1449307"/>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3"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3"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4"/>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6F6A820A-2CAB-46E0-A5A3-DD492961C18D}" type="datetimeFigureOut">
              <a:rPr lang="en-IN" smtClean="0"/>
              <a:t>13-09-2019</a:t>
            </a:fld>
            <a:endParaRPr lang="en-IN"/>
          </a:p>
        </p:txBody>
      </p:sp>
      <p:sp>
        <p:nvSpPr>
          <p:cNvPr id="5" name="Footer Placeholder 4"/>
          <p:cNvSpPr>
            <a:spLocks noGrp="1"/>
          </p:cNvSpPr>
          <p:nvPr>
            <p:ph type="ftr" sz="quarter" idx="11"/>
          </p:nvPr>
        </p:nvSpPr>
        <p:spPr/>
        <p:txBody>
          <a:bodyPr/>
          <a:lstStyle/>
          <a:p>
            <a:endParaRPr lang="en-IN"/>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9"/>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4"/>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6F6A820A-2CAB-46E0-A5A3-DD492961C18D}" type="datetimeFigureOut">
              <a:rPr lang="en-IN" smtClean="0"/>
              <a:t>13-09-2019</a:t>
            </a:fld>
            <a:endParaRPr lang="en-IN"/>
          </a:p>
        </p:txBody>
      </p:sp>
      <p:sp>
        <p:nvSpPr>
          <p:cNvPr id="5" name="Footer Placeholder 4"/>
          <p:cNvSpPr>
            <a:spLocks noGrp="1"/>
          </p:cNvSpPr>
          <p:nvPr>
            <p:ph type="ftr" sz="quarter" idx="11"/>
          </p:nvPr>
        </p:nvSpPr>
        <p:spPr>
          <a:xfrm>
            <a:off x="800100" y="6172200"/>
            <a:ext cx="4000500" cy="457200"/>
          </a:xfrm>
        </p:spPr>
        <p:txBody>
          <a:bodyPr/>
          <a:lstStyle/>
          <a:p>
            <a:endParaRPr lang="en-IN"/>
          </a:p>
        </p:txBody>
      </p:sp>
      <p:sp>
        <p:nvSpPr>
          <p:cNvPr id="7" name="Rectangle 6"/>
          <p:cNvSpPr/>
          <p:nvPr/>
        </p:nvSpPr>
        <p:spPr>
          <a:xfrm flipV="1">
            <a:off x="69413"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8" y="2341479"/>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8"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B5D16119-D660-40DF-B339-D75B54681409}"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6F6A820A-2CAB-46E0-A5A3-DD492961C18D}" type="datetimeFigureOut">
              <a:rPr lang="en-IN" smtClean="0"/>
              <a:t>13-09-2019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D16119-D660-40DF-B339-D75B54681409}" type="slidenum">
              <a:rPr lang="en-IN" smtClean="0"/>
              <a:t>‹#›</a:t>
            </a:fld>
            <a:endParaRPr lang="en-IN"/>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6F6A820A-2CAB-46E0-A5A3-DD492961C18D}" type="datetimeFigureOut">
              <a:rPr lang="en-IN" smtClean="0"/>
              <a:t>13-09-2019</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5D16119-D660-40DF-B339-D75B54681409}" type="slidenum">
              <a:rPr lang="en-IN" smtClean="0"/>
              <a:t>‹#›</a:t>
            </a:fld>
            <a:endParaRPr lang="en-IN"/>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6F6A820A-2CAB-46E0-A5A3-DD492961C18D}" type="datetimeFigureOut">
              <a:rPr lang="en-IN" smtClean="0"/>
              <a:t>13-09-2019</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5D16119-D660-40DF-B339-D75B54681409}"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6A820A-2CAB-46E0-A5A3-DD492961C18D}" type="datetimeFigureOut">
              <a:rPr lang="en-IN" smtClean="0"/>
              <a:t>13-09-2019</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5D16119-D660-40DF-B339-D75B54681409}"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6F6A820A-2CAB-46E0-A5A3-DD492961C18D}" type="datetimeFigureOut">
              <a:rPr lang="en-IN" smtClean="0"/>
              <a:t>13-09-2019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D16119-D660-40DF-B339-D75B54681409}" type="slidenum">
              <a:rPr lang="en-IN" smtClean="0"/>
              <a:t>‹#›</a:t>
            </a:fld>
            <a:endParaRPr lang="en-IN"/>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6F6A820A-2CAB-46E0-A5A3-DD492961C18D}" type="datetimeFigureOut">
              <a:rPr lang="en-IN" smtClean="0"/>
              <a:t>13-09-2019</a:t>
            </a:fld>
            <a:endParaRPr lang="en-IN"/>
          </a:p>
        </p:txBody>
      </p:sp>
      <p:sp>
        <p:nvSpPr>
          <p:cNvPr id="6" name="Footer Placeholder 5"/>
          <p:cNvSpPr>
            <a:spLocks noGrp="1"/>
          </p:cNvSpPr>
          <p:nvPr>
            <p:ph type="ftr" sz="quarter" idx="11"/>
          </p:nvPr>
        </p:nvSpPr>
        <p:spPr>
          <a:xfrm>
            <a:off x="914400" y="6172200"/>
            <a:ext cx="3886200" cy="457200"/>
          </a:xfrm>
        </p:spPr>
        <p:txBody>
          <a:bodyPr/>
          <a:lstStyle/>
          <a:p>
            <a:endParaRPr lang="en-IN"/>
          </a:p>
        </p:txBody>
      </p:sp>
      <p:sp>
        <p:nvSpPr>
          <p:cNvPr id="7" name="Slide Number Placeholder 6"/>
          <p:cNvSpPr>
            <a:spLocks noGrp="1"/>
          </p:cNvSpPr>
          <p:nvPr>
            <p:ph type="sldNum" sz="quarter" idx="12"/>
          </p:nvPr>
        </p:nvSpPr>
        <p:spPr>
          <a:xfrm>
            <a:off x="146304" y="6208776"/>
            <a:ext cx="457200" cy="457200"/>
          </a:xfrm>
        </p:spPr>
        <p:txBody>
          <a:bodyPr/>
          <a:lstStyle/>
          <a:p>
            <a:fld id="{B5D16119-D660-40DF-B339-D75B54681409}" type="slidenum">
              <a:rPr lang="en-IN" smtClean="0"/>
              <a:t>‹#›</a:t>
            </a:fld>
            <a:endParaRPr lang="en-IN"/>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10" y="4650478"/>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2" y="4773228"/>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10" y="66679"/>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F6A820A-2CAB-46E0-A5A3-DD492961C18D}" type="datetimeFigureOut">
              <a:rPr lang="en-IN" smtClean="0"/>
              <a:t>13-09-2019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D16119-D660-40DF-B339-D75B54681409}"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5"/>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4"/>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F6A820A-2CAB-46E0-A5A3-DD492961C18D}" type="datetimeFigureOut">
              <a:rPr lang="en-IN" smtClean="0"/>
              <a:t>13-09-2019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D16119-D660-40DF-B339-D75B54681409}"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6F6A820A-2CAB-46E0-A5A3-DD492961C18D}" type="datetimeFigureOut">
              <a:rPr lang="en-IN" smtClean="0"/>
              <a:t>13-09-2019</a:t>
            </a:fld>
            <a:endParaRPr lang="en-IN"/>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IN"/>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5D16119-D660-40DF-B339-D75B54681409}"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4.emf"/><Relationship Id="rId5" Type="http://schemas.openxmlformats.org/officeDocument/2006/relationships/oleObject" Target="../embeddings/oleObject2.bin"/><Relationship Id="rId4" Type="http://schemas.openxmlformats.org/officeDocument/2006/relationships/image" Target="../media/image3.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smtClean="0"/>
              <a:t>Dr. </a:t>
            </a:r>
            <a:r>
              <a:rPr lang="en-US" dirty="0" err="1" smtClean="0"/>
              <a:t>Anand</a:t>
            </a:r>
            <a:r>
              <a:rPr lang="en-US" dirty="0" smtClean="0"/>
              <a:t> </a:t>
            </a:r>
            <a:r>
              <a:rPr lang="en-US" dirty="0" err="1" smtClean="0"/>
              <a:t>Bihari</a:t>
            </a:r>
            <a:endParaRPr lang="en-US" dirty="0" smtClean="0"/>
          </a:p>
          <a:p>
            <a:r>
              <a:rPr lang="en-US" dirty="0" smtClean="0"/>
              <a:t>SJT Annex- 203N</a:t>
            </a:r>
          </a:p>
          <a:p>
            <a:r>
              <a:rPr lang="en-US" dirty="0"/>
              <a:t>a</a:t>
            </a:r>
            <a:r>
              <a:rPr lang="en-US" dirty="0" smtClean="0"/>
              <a:t>nand.bihari@vit.ac.in</a:t>
            </a:r>
            <a:endParaRPr lang="en-IN" dirty="0"/>
          </a:p>
        </p:txBody>
      </p:sp>
      <p:sp>
        <p:nvSpPr>
          <p:cNvPr id="2" name="Title 1"/>
          <p:cNvSpPr>
            <a:spLocks noGrp="1"/>
          </p:cNvSpPr>
          <p:nvPr>
            <p:ph type="ctrTitle"/>
          </p:nvPr>
        </p:nvSpPr>
        <p:spPr/>
        <p:txBody>
          <a:bodyPr/>
          <a:lstStyle/>
          <a:p>
            <a:r>
              <a:rPr lang="en-US" dirty="0" smtClean="0"/>
              <a:t>Query Optimization</a:t>
            </a:r>
            <a:endParaRPr lang="en-IN" dirty="0"/>
          </a:p>
        </p:txBody>
      </p:sp>
    </p:spTree>
    <p:extLst>
      <p:ext uri="{BB962C8B-B14F-4D97-AF65-F5344CB8AC3E}">
        <p14:creationId xmlns:p14="http://schemas.microsoft.com/office/powerpoint/2010/main" val="22732915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IN" dirty="0"/>
          </a:p>
        </p:txBody>
      </p:sp>
      <p:sp>
        <p:nvSpPr>
          <p:cNvPr id="3" name="Content Placeholder 2"/>
          <p:cNvSpPr>
            <a:spLocks noGrp="1"/>
          </p:cNvSpPr>
          <p:nvPr>
            <p:ph sz="quarter" idx="1"/>
          </p:nvPr>
        </p:nvSpPr>
        <p:spPr/>
        <p:txBody>
          <a:bodyPr>
            <a:noAutofit/>
          </a:bodyPr>
          <a:lstStyle/>
          <a:p>
            <a:r>
              <a:rPr lang="en-US" sz="2200" b="1" dirty="0">
                <a:latin typeface="Times New Roman" pitchFamily="18" charset="0"/>
                <a:cs typeface="Times New Roman" pitchFamily="18" charset="0"/>
              </a:rPr>
              <a:t>Query:</a:t>
            </a:r>
            <a:r>
              <a:rPr lang="en-US" sz="2200" dirty="0">
                <a:latin typeface="Times New Roman" pitchFamily="18" charset="0"/>
                <a:cs typeface="Times New Roman" pitchFamily="18" charset="0"/>
              </a:rPr>
              <a:t> A query is a request for information from a database</a:t>
            </a:r>
            <a:r>
              <a:rPr lang="en-US" sz="2200" dirty="0" smtClean="0">
                <a:latin typeface="Times New Roman" pitchFamily="18" charset="0"/>
                <a:cs typeface="Times New Roman" pitchFamily="18" charset="0"/>
              </a:rPr>
              <a:t>.</a:t>
            </a:r>
          </a:p>
          <a:p>
            <a:r>
              <a:rPr lang="en-US" sz="2200" b="1" dirty="0">
                <a:latin typeface="Times New Roman" pitchFamily="18" charset="0"/>
                <a:cs typeface="Times New Roman" pitchFamily="18" charset="0"/>
              </a:rPr>
              <a:t>Query Plans: </a:t>
            </a:r>
            <a:r>
              <a:rPr lang="en-US" sz="2200" dirty="0">
                <a:latin typeface="Times New Roman" pitchFamily="18" charset="0"/>
                <a:cs typeface="Times New Roman" pitchFamily="18" charset="0"/>
              </a:rPr>
              <a:t>A query plan (or query execution plan) is an ordered set of steps used to access data in a SQL relational database management system</a:t>
            </a:r>
            <a:r>
              <a:rPr lang="en-US" sz="2200" dirty="0" smtClean="0">
                <a:latin typeface="Times New Roman" pitchFamily="18" charset="0"/>
                <a:cs typeface="Times New Roman" pitchFamily="18" charset="0"/>
              </a:rPr>
              <a:t>.</a:t>
            </a:r>
          </a:p>
          <a:p>
            <a:r>
              <a:rPr lang="en-US" sz="2200" b="1" dirty="0">
                <a:latin typeface="Times New Roman" pitchFamily="18" charset="0"/>
                <a:cs typeface="Times New Roman" pitchFamily="18" charset="0"/>
              </a:rPr>
              <a:t>Query Optimization</a:t>
            </a:r>
            <a:r>
              <a:rPr lang="en-US" sz="2200" dirty="0">
                <a:latin typeface="Times New Roman" pitchFamily="18" charset="0"/>
                <a:cs typeface="Times New Roman" pitchFamily="18" charset="0"/>
              </a:rPr>
              <a:t>: A single query can be executed through different algorithms or re-written in different forms and structures. </a:t>
            </a:r>
            <a:endParaRPr lang="en-US" sz="2200" dirty="0" smtClean="0">
              <a:latin typeface="Times New Roman" pitchFamily="18" charset="0"/>
              <a:cs typeface="Times New Roman" pitchFamily="18" charset="0"/>
            </a:endParaRPr>
          </a:p>
          <a:p>
            <a:pPr lvl="1"/>
            <a:r>
              <a:rPr lang="en-US" sz="2200" dirty="0" smtClean="0">
                <a:latin typeface="Times New Roman" pitchFamily="18" charset="0"/>
                <a:cs typeface="Times New Roman" pitchFamily="18" charset="0"/>
              </a:rPr>
              <a:t>Hence</a:t>
            </a:r>
            <a:r>
              <a:rPr lang="en-US" sz="2200" dirty="0">
                <a:latin typeface="Times New Roman" pitchFamily="18" charset="0"/>
                <a:cs typeface="Times New Roman" pitchFamily="18" charset="0"/>
              </a:rPr>
              <a:t>, the question of query optimization comes into the picture – Which of these forms or pathways is the most optimal? </a:t>
            </a:r>
            <a:endParaRPr lang="en-US" sz="2200" dirty="0" smtClean="0">
              <a:latin typeface="Times New Roman" pitchFamily="18" charset="0"/>
              <a:cs typeface="Times New Roman" pitchFamily="18" charset="0"/>
            </a:endParaRPr>
          </a:p>
          <a:p>
            <a:pPr lvl="1"/>
            <a:r>
              <a:rPr lang="en-US" sz="2200" dirty="0" smtClean="0">
                <a:latin typeface="Times New Roman" pitchFamily="18" charset="0"/>
                <a:cs typeface="Times New Roman" pitchFamily="18" charset="0"/>
              </a:rPr>
              <a:t>The </a:t>
            </a:r>
            <a:r>
              <a:rPr lang="en-US" sz="2200" dirty="0">
                <a:latin typeface="Times New Roman" pitchFamily="18" charset="0"/>
                <a:cs typeface="Times New Roman" pitchFamily="18" charset="0"/>
              </a:rPr>
              <a:t>query optimizer attempts to determine the most efficient way to execute a given query by considering the possible query plans.</a:t>
            </a:r>
          </a:p>
        </p:txBody>
      </p:sp>
    </p:spTree>
    <p:extLst>
      <p:ext uri="{BB962C8B-B14F-4D97-AF65-F5344CB8AC3E}">
        <p14:creationId xmlns:p14="http://schemas.microsoft.com/office/powerpoint/2010/main" val="3795178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188640"/>
            <a:ext cx="7776864" cy="6120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17444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Importance of Query Optimization</a:t>
            </a:r>
            <a:endParaRPr lang="en-IN" dirty="0"/>
          </a:p>
        </p:txBody>
      </p:sp>
      <p:sp>
        <p:nvSpPr>
          <p:cNvPr id="3" name="Content Placeholder 2"/>
          <p:cNvSpPr>
            <a:spLocks noGrp="1"/>
          </p:cNvSpPr>
          <p:nvPr>
            <p:ph sz="quarter" idx="1"/>
          </p:nvPr>
        </p:nvSpPr>
        <p:spPr/>
        <p:txBody>
          <a:bodyPr>
            <a:normAutofit fontScale="92500" lnSpcReduction="10000"/>
          </a:bodyPr>
          <a:lstStyle/>
          <a:p>
            <a:pPr marL="0" indent="0" algn="just">
              <a:buNone/>
            </a:pPr>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goal of query optimization is to reduce the system resources required to fulfill a query, and ultimately provide the user with the correct result set faster.</a:t>
            </a:r>
          </a:p>
          <a:p>
            <a:pPr algn="just"/>
            <a:r>
              <a:rPr lang="en-US" dirty="0" smtClean="0">
                <a:latin typeface="Times New Roman" pitchFamily="18" charset="0"/>
                <a:cs typeface="Times New Roman" pitchFamily="18" charset="0"/>
              </a:rPr>
              <a:t>First</a:t>
            </a:r>
            <a:r>
              <a:rPr lang="en-US" dirty="0">
                <a:latin typeface="Times New Roman" pitchFamily="18" charset="0"/>
                <a:cs typeface="Times New Roman" pitchFamily="18" charset="0"/>
              </a:rPr>
              <a:t>, it provides the user with faster results, which makes the application seem faster to the user.</a:t>
            </a:r>
          </a:p>
          <a:p>
            <a:pPr algn="just"/>
            <a:r>
              <a:rPr lang="en-US" dirty="0" smtClean="0">
                <a:latin typeface="Times New Roman" pitchFamily="18" charset="0"/>
                <a:cs typeface="Times New Roman" pitchFamily="18" charset="0"/>
              </a:rPr>
              <a:t>Secondly</a:t>
            </a:r>
            <a:r>
              <a:rPr lang="en-US" dirty="0">
                <a:latin typeface="Times New Roman" pitchFamily="18" charset="0"/>
                <a:cs typeface="Times New Roman" pitchFamily="18" charset="0"/>
              </a:rPr>
              <a:t>, it allows the system to service more queries in the same amount of time, because each request takes less time than </a:t>
            </a:r>
            <a:r>
              <a:rPr lang="en-US" dirty="0" smtClean="0">
                <a:latin typeface="Times New Roman" pitchFamily="18" charset="0"/>
                <a:cs typeface="Times New Roman" pitchFamily="18" charset="0"/>
              </a:rPr>
              <a:t>un-optimized </a:t>
            </a:r>
            <a:r>
              <a:rPr lang="en-US" dirty="0">
                <a:latin typeface="Times New Roman" pitchFamily="18" charset="0"/>
                <a:cs typeface="Times New Roman" pitchFamily="18" charset="0"/>
              </a:rPr>
              <a:t>queries.</a:t>
            </a:r>
          </a:p>
          <a:p>
            <a:pPr algn="just"/>
            <a:r>
              <a:rPr lang="en-US" dirty="0" smtClean="0">
                <a:latin typeface="Times New Roman" pitchFamily="18" charset="0"/>
                <a:cs typeface="Times New Roman" pitchFamily="18" charset="0"/>
              </a:rPr>
              <a:t>Thirdly</a:t>
            </a:r>
            <a:r>
              <a:rPr lang="en-US" dirty="0">
                <a:latin typeface="Times New Roman" pitchFamily="18" charset="0"/>
                <a:cs typeface="Times New Roman" pitchFamily="18" charset="0"/>
              </a:rPr>
              <a:t>, query optimization ultimately reduces the amount of wear on the hardware (e.g. disk drives), and allows the server to run more efficiently (e.g. lower power </a:t>
            </a:r>
            <a:r>
              <a:rPr lang="en-US" dirty="0" smtClean="0">
                <a:latin typeface="Times New Roman" pitchFamily="18" charset="0"/>
                <a:cs typeface="Times New Roman" pitchFamily="18" charset="0"/>
              </a:rPr>
              <a:t>consumption</a:t>
            </a:r>
            <a:r>
              <a:rPr lang="en-US" dirty="0">
                <a:latin typeface="Times New Roman" pitchFamily="18" charset="0"/>
                <a:cs typeface="Times New Roman" pitchFamily="18" charset="0"/>
              </a:rPr>
              <a:t>, less memory usage).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689654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Way to Optimize the Query</a:t>
            </a:r>
            <a:endParaRPr lang="en-IN" dirty="0"/>
          </a:p>
        </p:txBody>
      </p:sp>
      <p:sp>
        <p:nvSpPr>
          <p:cNvPr id="3" name="Content Placeholder 2"/>
          <p:cNvSpPr>
            <a:spLocks noGrp="1"/>
          </p:cNvSpPr>
          <p:nvPr>
            <p:ph sz="quarter" idx="1"/>
          </p:nvPr>
        </p:nvSpPr>
        <p:spPr/>
        <p:txBody>
          <a:bodyPr>
            <a:normAutofit/>
          </a:bodyPr>
          <a:lstStyle/>
          <a:p>
            <a:pPr algn="just"/>
            <a:r>
              <a:rPr lang="en-US" sz="2500" b="1" dirty="0" smtClean="0">
                <a:latin typeface="Times New Roman" pitchFamily="18" charset="0"/>
                <a:cs typeface="Times New Roman" pitchFamily="18" charset="0"/>
              </a:rPr>
              <a:t>Analyze </a:t>
            </a:r>
            <a:r>
              <a:rPr lang="en-US" sz="2500" b="1" dirty="0">
                <a:latin typeface="Times New Roman" pitchFamily="18" charset="0"/>
                <a:cs typeface="Times New Roman" pitchFamily="18" charset="0"/>
              </a:rPr>
              <a:t>and transform equivalent relational expressions</a:t>
            </a:r>
            <a:r>
              <a:rPr lang="en-US" sz="2500" dirty="0">
                <a:latin typeface="Times New Roman" pitchFamily="18" charset="0"/>
                <a:cs typeface="Times New Roman" pitchFamily="18" charset="0"/>
              </a:rPr>
              <a:t>: Try to minimize the tuple and column counts of the intermediate and final query </a:t>
            </a:r>
            <a:r>
              <a:rPr lang="en-US" sz="2500" dirty="0" smtClean="0">
                <a:latin typeface="Times New Roman" pitchFamily="18" charset="0"/>
                <a:cs typeface="Times New Roman" pitchFamily="18" charset="0"/>
              </a:rPr>
              <a:t>processes.</a:t>
            </a:r>
          </a:p>
          <a:p>
            <a:pPr marL="0" indent="0" algn="just">
              <a:buNone/>
            </a:pPr>
            <a:endParaRPr lang="en-US" sz="2500" dirty="0">
              <a:latin typeface="Times New Roman" pitchFamily="18" charset="0"/>
              <a:cs typeface="Times New Roman" pitchFamily="18" charset="0"/>
            </a:endParaRPr>
          </a:p>
          <a:p>
            <a:pPr algn="just"/>
            <a:r>
              <a:rPr lang="en-US" sz="2500" b="1" dirty="0" smtClean="0">
                <a:latin typeface="Times New Roman" pitchFamily="18" charset="0"/>
                <a:cs typeface="Times New Roman" pitchFamily="18" charset="0"/>
              </a:rPr>
              <a:t>Using </a:t>
            </a:r>
            <a:r>
              <a:rPr lang="en-US" sz="2500" b="1" dirty="0">
                <a:latin typeface="Times New Roman" pitchFamily="18" charset="0"/>
                <a:cs typeface="Times New Roman" pitchFamily="18" charset="0"/>
              </a:rPr>
              <a:t>different algorithms for each operation</a:t>
            </a:r>
            <a:r>
              <a:rPr lang="en-US" sz="2500" dirty="0">
                <a:latin typeface="Times New Roman" pitchFamily="18" charset="0"/>
                <a:cs typeface="Times New Roman" pitchFamily="18" charset="0"/>
              </a:rPr>
              <a:t>: These underlying algorithms determine how tuples are accessed from the data structures they are stored in, indexing, hashing, data retrieval and hence influence the number of disk and block accesses (discussed in query processing).</a:t>
            </a:r>
          </a:p>
          <a:p>
            <a:pPr algn="just"/>
            <a:endParaRPr lang="en-IN" sz="2500" dirty="0">
              <a:latin typeface="Times New Roman" pitchFamily="18" charset="0"/>
              <a:cs typeface="Times New Roman" pitchFamily="18" charset="0"/>
            </a:endParaRPr>
          </a:p>
        </p:txBody>
      </p:sp>
    </p:spTree>
    <p:extLst>
      <p:ext uri="{BB962C8B-B14F-4D97-AF65-F5344CB8AC3E}">
        <p14:creationId xmlns:p14="http://schemas.microsoft.com/office/powerpoint/2010/main" val="3959282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Translating SQL Queries into Relational</a:t>
            </a:r>
            <a:br>
              <a:rPr lang="en-US" dirty="0"/>
            </a:br>
            <a:r>
              <a:rPr lang="en-US" dirty="0"/>
              <a:t>Algebra</a:t>
            </a:r>
            <a:endParaRPr lang="en-IN" dirty="0"/>
          </a:p>
        </p:txBody>
      </p:sp>
      <p:sp>
        <p:nvSpPr>
          <p:cNvPr id="3" name="Content Placeholder 2"/>
          <p:cNvSpPr>
            <a:spLocks noGrp="1"/>
          </p:cNvSpPr>
          <p:nvPr>
            <p:ph sz="quarter" idx="1"/>
          </p:nvPr>
        </p:nvSpPr>
        <p:spPr/>
        <p:txBody>
          <a:bodyPr/>
          <a:lstStyle/>
          <a:p>
            <a:r>
              <a:rPr lang="en-US" dirty="0"/>
              <a:t>SELECT </a:t>
            </a:r>
            <a:r>
              <a:rPr lang="en-US" dirty="0" err="1"/>
              <a:t>Lname</a:t>
            </a:r>
            <a:r>
              <a:rPr lang="en-US" dirty="0"/>
              <a:t>, </a:t>
            </a:r>
            <a:r>
              <a:rPr lang="en-US" dirty="0" err="1" smtClean="0"/>
              <a:t>Fname</a:t>
            </a:r>
            <a:r>
              <a:rPr lang="en-US" dirty="0" smtClean="0"/>
              <a:t> FROM EMPLOYEE WHERE </a:t>
            </a:r>
            <a:r>
              <a:rPr lang="en-US" dirty="0"/>
              <a:t>Salary &gt; ( SELECT MAX (Salary</a:t>
            </a:r>
            <a:r>
              <a:rPr lang="en-US" dirty="0" smtClean="0"/>
              <a:t>) FROM EMPLOYEE WHERE </a:t>
            </a:r>
            <a:r>
              <a:rPr lang="en-US" dirty="0" err="1"/>
              <a:t>Dno</a:t>
            </a:r>
            <a:r>
              <a:rPr lang="en-US" dirty="0"/>
              <a:t>=5 </a:t>
            </a:r>
            <a:r>
              <a:rPr lang="en-US" dirty="0" smtClean="0"/>
              <a:t>);</a:t>
            </a:r>
          </a:p>
          <a:p>
            <a:pPr marL="0" indent="0">
              <a:buNone/>
            </a:pPr>
            <a:r>
              <a:rPr lang="en-US" dirty="0" smtClean="0"/>
              <a:t>First Decomposition has been performed on this query.</a:t>
            </a:r>
          </a:p>
          <a:p>
            <a:pPr marL="0" indent="0">
              <a:buNone/>
            </a:pPr>
            <a:r>
              <a:rPr lang="en-US" dirty="0" smtClean="0"/>
              <a:t>1. ( </a:t>
            </a:r>
            <a:r>
              <a:rPr lang="en-US" dirty="0"/>
              <a:t>SELECT MAX (Salary</a:t>
            </a:r>
            <a:r>
              <a:rPr lang="en-US" dirty="0" smtClean="0"/>
              <a:t>) FROM EMPLOYEE WHERE        </a:t>
            </a:r>
          </a:p>
          <a:p>
            <a:pPr marL="0" indent="0">
              <a:buNone/>
            </a:pPr>
            <a:r>
              <a:rPr lang="en-US" dirty="0" smtClean="0"/>
              <a:t>        </a:t>
            </a:r>
            <a:r>
              <a:rPr lang="en-US" dirty="0" err="1" smtClean="0"/>
              <a:t>Dno</a:t>
            </a:r>
            <a:r>
              <a:rPr lang="en-US" dirty="0" smtClean="0"/>
              <a:t>=5 )</a:t>
            </a:r>
          </a:p>
          <a:p>
            <a:pPr marL="0" indent="0">
              <a:buNone/>
            </a:pPr>
            <a:r>
              <a:rPr lang="en-US" dirty="0"/>
              <a:t>2. SELECT </a:t>
            </a:r>
            <a:r>
              <a:rPr lang="en-US" dirty="0" err="1"/>
              <a:t>Lname</a:t>
            </a:r>
            <a:r>
              <a:rPr lang="en-US" dirty="0"/>
              <a:t>, </a:t>
            </a:r>
            <a:r>
              <a:rPr lang="en-US" dirty="0" err="1" smtClean="0"/>
              <a:t>Fname</a:t>
            </a:r>
            <a:r>
              <a:rPr lang="en-US" dirty="0" smtClean="0"/>
              <a:t> FROM EMPLOYEE WHERE </a:t>
            </a:r>
            <a:r>
              <a:rPr lang="en-US" dirty="0"/>
              <a:t>Salary &gt; c</a:t>
            </a:r>
            <a:endParaRPr lang="en-US" dirty="0" smtClean="0"/>
          </a:p>
          <a:p>
            <a:pPr marL="0" indent="0">
              <a:buNone/>
            </a:pPr>
            <a:endParaRPr lang="en-IN" dirty="0"/>
          </a:p>
        </p:txBody>
      </p:sp>
    </p:spTree>
    <p:extLst>
      <p:ext uri="{BB962C8B-B14F-4D97-AF65-F5344CB8AC3E}">
        <p14:creationId xmlns:p14="http://schemas.microsoft.com/office/powerpoint/2010/main" val="2836851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r>
              <a:rPr lang="en-IN" dirty="0" smtClean="0"/>
              <a:t>ℑ </a:t>
            </a:r>
            <a:r>
              <a:rPr lang="en-IN" baseline="-25000" dirty="0" smtClean="0"/>
              <a:t>MAX </a:t>
            </a:r>
            <a:r>
              <a:rPr lang="en-IN" baseline="-25000" dirty="0"/>
              <a:t>Salary</a:t>
            </a:r>
            <a:r>
              <a:rPr lang="en-IN" dirty="0"/>
              <a:t>(</a:t>
            </a:r>
            <a:r>
              <a:rPr lang="el-GR" dirty="0"/>
              <a:t>σ</a:t>
            </a:r>
            <a:r>
              <a:rPr lang="en-IN" baseline="-25000" dirty="0" err="1"/>
              <a:t>Dno</a:t>
            </a:r>
            <a:r>
              <a:rPr lang="en-IN" baseline="-25000" dirty="0"/>
              <a:t>=5</a:t>
            </a:r>
            <a:r>
              <a:rPr lang="en-IN" dirty="0"/>
              <a:t>(EMPLOYEE</a:t>
            </a:r>
            <a:r>
              <a:rPr lang="en-IN" dirty="0" smtClean="0"/>
              <a:t>))</a:t>
            </a:r>
          </a:p>
          <a:p>
            <a:r>
              <a:rPr lang="el-GR" dirty="0" smtClean="0"/>
              <a:t>Π</a:t>
            </a:r>
            <a:r>
              <a:rPr lang="en-US" dirty="0" smtClean="0"/>
              <a:t> </a:t>
            </a:r>
            <a:r>
              <a:rPr lang="en-IN" baseline="-25000" dirty="0" err="1" smtClean="0"/>
              <a:t>Lname,Fname</a:t>
            </a:r>
            <a:r>
              <a:rPr lang="en-IN" dirty="0" smtClean="0"/>
              <a:t>(</a:t>
            </a:r>
            <a:r>
              <a:rPr lang="el-GR" dirty="0"/>
              <a:t>σ</a:t>
            </a:r>
            <a:r>
              <a:rPr lang="en-IN" baseline="-25000" dirty="0"/>
              <a:t>Salary&gt;c</a:t>
            </a:r>
            <a:r>
              <a:rPr lang="en-IN" dirty="0"/>
              <a:t>(EMPLOYEE)) </a:t>
            </a:r>
            <a:br>
              <a:rPr lang="en-IN" dirty="0"/>
            </a:br>
            <a:endParaRPr lang="en-IN" dirty="0"/>
          </a:p>
        </p:txBody>
      </p:sp>
    </p:spTree>
    <p:extLst>
      <p:ext uri="{BB962C8B-B14F-4D97-AF65-F5344CB8AC3E}">
        <p14:creationId xmlns:p14="http://schemas.microsoft.com/office/powerpoint/2010/main" val="15454434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ea typeface="ＭＳ Ｐゴシック" pitchFamily="34" charset="-128"/>
                <a:cs typeface="Times New Roman" pitchFamily="18" charset="0"/>
              </a:rPr>
              <a:t>Equivalence Rules</a:t>
            </a:r>
            <a:endParaRPr lang="en-IN" dirty="0">
              <a:latin typeface="Times New Roman" pitchFamily="18" charset="0"/>
              <a:cs typeface="Times New Roman" pitchFamily="18" charset="0"/>
            </a:endParaRPr>
          </a:p>
        </p:txBody>
      </p:sp>
      <p:sp>
        <p:nvSpPr>
          <p:cNvPr id="3" name="Content Placeholder 2"/>
          <p:cNvSpPr>
            <a:spLocks noGrp="1"/>
          </p:cNvSpPr>
          <p:nvPr>
            <p:ph sz="quarter" idx="1"/>
          </p:nvPr>
        </p:nvSpPr>
        <p:spPr>
          <a:xfrm>
            <a:off x="914400" y="1447800"/>
            <a:ext cx="7772400" cy="4861520"/>
          </a:xfrm>
        </p:spPr>
        <p:txBody>
          <a:bodyPr>
            <a:normAutofit fontScale="92500" lnSpcReduction="10000"/>
          </a:bodyPr>
          <a:lstStyle/>
          <a:p>
            <a:pPr marL="514350" indent="-514350">
              <a:buFont typeface="+mj-lt"/>
              <a:buAutoNum type="arabicPeriod"/>
            </a:pPr>
            <a:r>
              <a:rPr lang="en-US" dirty="0" smtClean="0"/>
              <a:t>Conjunctive </a:t>
            </a:r>
            <a:r>
              <a:rPr lang="en-US" dirty="0"/>
              <a:t>selection operations can be deconstructed into a sequence of individual selections</a:t>
            </a:r>
            <a:r>
              <a:rPr lang="en-US" dirty="0" smtClean="0"/>
              <a:t>.</a:t>
            </a:r>
          </a:p>
          <a:p>
            <a:pPr marL="514350" indent="-514350">
              <a:buFont typeface="+mj-lt"/>
              <a:buAutoNum type="arabicPeriod"/>
            </a:pPr>
            <a:endParaRPr lang="en-US" dirty="0"/>
          </a:p>
          <a:p>
            <a:pPr marL="514350" indent="-514350">
              <a:buFont typeface="+mj-lt"/>
              <a:buAutoNum type="arabicPeriod"/>
            </a:pPr>
            <a:r>
              <a:rPr lang="en-US" dirty="0" smtClean="0"/>
              <a:t>Selection </a:t>
            </a:r>
            <a:r>
              <a:rPr lang="en-US" dirty="0"/>
              <a:t>operations are </a:t>
            </a:r>
            <a:r>
              <a:rPr lang="en-US" dirty="0" smtClean="0"/>
              <a:t>commutative.</a:t>
            </a:r>
          </a:p>
          <a:p>
            <a:pPr marL="514350" indent="-514350">
              <a:buFont typeface="+mj-lt"/>
              <a:buAutoNum type="arabicPeriod"/>
            </a:pPr>
            <a:endParaRPr lang="en-US" dirty="0" smtClean="0"/>
          </a:p>
          <a:p>
            <a:pPr marL="514350" indent="-514350">
              <a:buFont typeface="+mj-lt"/>
              <a:buAutoNum type="arabicPeriod"/>
            </a:pPr>
            <a:r>
              <a:rPr lang="en-US" dirty="0" smtClean="0"/>
              <a:t>Only </a:t>
            </a:r>
            <a:r>
              <a:rPr lang="en-US" dirty="0"/>
              <a:t>the last in a sequence of projection operations is needed, the others can be omitted</a:t>
            </a:r>
            <a:r>
              <a:rPr lang="en-US" dirty="0" smtClean="0"/>
              <a:t>.</a:t>
            </a:r>
          </a:p>
          <a:p>
            <a:pPr marL="514350" indent="-514350">
              <a:buFont typeface="+mj-lt"/>
              <a:buAutoNum type="arabicPeriod"/>
            </a:pPr>
            <a:endParaRPr lang="en-US" dirty="0"/>
          </a:p>
          <a:p>
            <a:pPr marL="514350" indent="-514350">
              <a:buFont typeface="+mj-lt"/>
              <a:buAutoNum type="arabicPeriod"/>
            </a:pPr>
            <a:r>
              <a:rPr lang="en-US" dirty="0"/>
              <a:t>Selections can be combined with Cartesian products and theta joins.</a:t>
            </a:r>
          </a:p>
          <a:p>
            <a:pPr marL="971550" lvl="1" indent="-514350">
              <a:buFont typeface="+mj-lt"/>
              <a:buAutoNum type="alphaLcParenR"/>
            </a:pPr>
            <a:r>
              <a:rPr lang="en-US" sz="3200" dirty="0">
                <a:ea typeface="ＭＳ Ｐゴシック" pitchFamily="34" charset="-128"/>
                <a:sym typeface="Symbol" pitchFamily="18" charset="2"/>
              </a:rPr>
              <a:t></a:t>
            </a:r>
            <a:r>
              <a:rPr lang="en-US" sz="3200" baseline="-25000" dirty="0">
                <a:ea typeface="ＭＳ Ｐゴシック" pitchFamily="34" charset="-128"/>
                <a:sym typeface="Symbol" pitchFamily="18" charset="2"/>
              </a:rPr>
              <a:t></a:t>
            </a:r>
            <a:r>
              <a:rPr lang="en-US" sz="3200" dirty="0">
                <a:ea typeface="ＭＳ Ｐゴシック" pitchFamily="34" charset="-128"/>
                <a:sym typeface="Symbol" pitchFamily="18" charset="2"/>
              </a:rPr>
              <a:t>(E</a:t>
            </a:r>
            <a:r>
              <a:rPr lang="en-US" sz="3200" baseline="-25000" dirty="0">
                <a:ea typeface="ＭＳ Ｐゴシック" pitchFamily="34" charset="-128"/>
                <a:sym typeface="Symbol" pitchFamily="18" charset="2"/>
              </a:rPr>
              <a:t>1 </a:t>
            </a:r>
            <a:r>
              <a:rPr lang="en-US" sz="3200" dirty="0">
                <a:ea typeface="ＭＳ Ｐゴシック" pitchFamily="34" charset="-128"/>
                <a:sym typeface="Symbol" pitchFamily="18" charset="2"/>
              </a:rPr>
              <a:t>X E</a:t>
            </a:r>
            <a:r>
              <a:rPr lang="en-US" sz="3200" baseline="-25000" dirty="0">
                <a:ea typeface="ＭＳ Ｐゴシック" pitchFamily="34" charset="-128"/>
                <a:sym typeface="Symbol" pitchFamily="18" charset="2"/>
              </a:rPr>
              <a:t>2</a:t>
            </a:r>
            <a:r>
              <a:rPr lang="en-US" sz="3200" dirty="0">
                <a:ea typeface="ＭＳ Ｐゴシック" pitchFamily="34" charset="-128"/>
                <a:sym typeface="Symbol" pitchFamily="18" charset="2"/>
              </a:rPr>
              <a:t>) =  E</a:t>
            </a:r>
            <a:r>
              <a:rPr lang="en-US" sz="3200" baseline="-25000" dirty="0">
                <a:ea typeface="ＭＳ Ｐゴシック" pitchFamily="34" charset="-128"/>
                <a:sym typeface="Symbol" pitchFamily="18" charset="2"/>
              </a:rPr>
              <a:t>1</a:t>
            </a:r>
            <a:r>
              <a:rPr lang="en-US" sz="3200" dirty="0">
                <a:ea typeface="ＭＳ Ｐゴシック" pitchFamily="34" charset="-128"/>
                <a:sym typeface="Symbol" pitchFamily="18" charset="2"/>
              </a:rPr>
              <a:t>     </a:t>
            </a:r>
            <a:r>
              <a:rPr lang="en-US" sz="3200" baseline="-25000" dirty="0">
                <a:ea typeface="ＭＳ Ｐゴシック" pitchFamily="34" charset="-128"/>
                <a:sym typeface="Symbol" pitchFamily="18" charset="2"/>
              </a:rPr>
              <a:t> </a:t>
            </a:r>
            <a:r>
              <a:rPr lang="en-US" sz="3200" dirty="0">
                <a:ea typeface="ＭＳ Ｐゴシック" pitchFamily="34" charset="-128"/>
                <a:sym typeface="Symbol" pitchFamily="18" charset="2"/>
              </a:rPr>
              <a:t>E</a:t>
            </a:r>
            <a:r>
              <a:rPr lang="en-US" sz="3200" baseline="-25000" dirty="0">
                <a:ea typeface="ＭＳ Ｐゴシック" pitchFamily="34" charset="-128"/>
                <a:sym typeface="Symbol" pitchFamily="18" charset="2"/>
              </a:rPr>
              <a:t>2</a:t>
            </a:r>
            <a:r>
              <a:rPr lang="en-US" sz="3200" dirty="0">
                <a:ea typeface="ＭＳ Ｐゴシック" pitchFamily="34" charset="-128"/>
                <a:sym typeface="Symbol" pitchFamily="18" charset="2"/>
              </a:rPr>
              <a:t> </a:t>
            </a:r>
          </a:p>
          <a:p>
            <a:pPr marL="971550" lvl="1" indent="-514350">
              <a:buFont typeface="+mj-lt"/>
              <a:buAutoNum type="alphaLcParenR"/>
            </a:pPr>
            <a:r>
              <a:rPr lang="en-US" sz="3200" dirty="0">
                <a:ea typeface="ＭＳ Ｐゴシック" pitchFamily="34" charset="-128"/>
                <a:sym typeface="Symbol" pitchFamily="18" charset="2"/>
              </a:rPr>
              <a:t></a:t>
            </a:r>
            <a:r>
              <a:rPr lang="en-US" sz="3200" baseline="-25000" dirty="0">
                <a:ea typeface="ＭＳ Ｐゴシック" pitchFamily="34" charset="-128"/>
                <a:sym typeface="Symbol" pitchFamily="18" charset="2"/>
              </a:rPr>
              <a:t>1</a:t>
            </a:r>
            <a:r>
              <a:rPr lang="en-US" sz="3200" dirty="0">
                <a:ea typeface="ＭＳ Ｐゴシック" pitchFamily="34" charset="-128"/>
                <a:sym typeface="Symbol" pitchFamily="18" charset="2"/>
              </a:rPr>
              <a:t>(E</a:t>
            </a:r>
            <a:r>
              <a:rPr lang="en-US" sz="3200" baseline="-25000" dirty="0">
                <a:ea typeface="ＭＳ Ｐゴシック" pitchFamily="34" charset="-128"/>
                <a:sym typeface="Symbol" pitchFamily="18" charset="2"/>
              </a:rPr>
              <a:t>1 </a:t>
            </a:r>
            <a:r>
              <a:rPr lang="en-US" sz="3200" dirty="0">
                <a:ea typeface="ＭＳ Ｐゴシック" pitchFamily="34" charset="-128"/>
                <a:sym typeface="Symbol" pitchFamily="18" charset="2"/>
              </a:rPr>
              <a:t>    </a:t>
            </a:r>
            <a:r>
              <a:rPr lang="en-US" sz="3200" baseline="-25000" dirty="0">
                <a:ea typeface="ＭＳ Ｐゴシック" pitchFamily="34" charset="-128"/>
                <a:sym typeface="Symbol" pitchFamily="18" charset="2"/>
              </a:rPr>
              <a:t>2</a:t>
            </a:r>
            <a:r>
              <a:rPr lang="en-US" sz="3200" dirty="0">
                <a:ea typeface="ＭＳ Ｐゴシック" pitchFamily="34" charset="-128"/>
                <a:sym typeface="Symbol" pitchFamily="18" charset="2"/>
              </a:rPr>
              <a:t> E</a:t>
            </a:r>
            <a:r>
              <a:rPr lang="en-US" sz="3200" baseline="-25000" dirty="0">
                <a:ea typeface="ＭＳ Ｐゴシック" pitchFamily="34" charset="-128"/>
                <a:sym typeface="Symbol" pitchFamily="18" charset="2"/>
              </a:rPr>
              <a:t>2</a:t>
            </a:r>
            <a:r>
              <a:rPr lang="en-US" sz="3200" dirty="0">
                <a:ea typeface="ＭＳ Ｐゴシック" pitchFamily="34" charset="-128"/>
                <a:sym typeface="Symbol" pitchFamily="18" charset="2"/>
              </a:rPr>
              <a:t>) =  E</a:t>
            </a:r>
            <a:r>
              <a:rPr lang="en-US" sz="3200" baseline="-25000" dirty="0">
                <a:ea typeface="ＭＳ Ｐゴシック" pitchFamily="34" charset="-128"/>
                <a:sym typeface="Symbol" pitchFamily="18" charset="2"/>
              </a:rPr>
              <a:t>1</a:t>
            </a:r>
            <a:r>
              <a:rPr lang="en-US" sz="3200" dirty="0">
                <a:ea typeface="ＭＳ Ｐゴシック" pitchFamily="34" charset="-128"/>
                <a:sym typeface="Symbol" pitchFamily="18" charset="2"/>
              </a:rPr>
              <a:t>     </a:t>
            </a:r>
            <a:r>
              <a:rPr lang="en-US" sz="3200" baseline="-25000" dirty="0">
                <a:ea typeface="ＭＳ Ｐゴシック" pitchFamily="34" charset="-128"/>
                <a:sym typeface="Symbol" pitchFamily="18" charset="2"/>
              </a:rPr>
              <a:t>1 2 </a:t>
            </a:r>
            <a:r>
              <a:rPr lang="en-US" sz="3200" dirty="0">
                <a:ea typeface="ＭＳ Ｐゴシック" pitchFamily="34" charset="-128"/>
                <a:sym typeface="Symbol" pitchFamily="18" charset="2"/>
              </a:rPr>
              <a:t>E</a:t>
            </a:r>
            <a:r>
              <a:rPr lang="en-US" sz="3200" baseline="-25000" dirty="0">
                <a:ea typeface="ＭＳ Ｐゴシック" pitchFamily="34" charset="-128"/>
                <a:sym typeface="Symbol" pitchFamily="18" charset="2"/>
              </a:rPr>
              <a:t>2</a:t>
            </a:r>
            <a:r>
              <a:rPr lang="en-US" sz="3200" dirty="0">
                <a:ea typeface="ＭＳ Ｐゴシック" pitchFamily="34" charset="-128"/>
                <a:sym typeface="Symbol" pitchFamily="18" charset="2"/>
              </a:rPr>
              <a:t> </a:t>
            </a:r>
          </a:p>
        </p:txBody>
      </p:sp>
      <p:sp>
        <p:nvSpPr>
          <p:cNvPr id="4" name="AutoShape 9"/>
          <p:cNvSpPr>
            <a:spLocks noChangeArrowheads="1"/>
          </p:cNvSpPr>
          <p:nvPr/>
        </p:nvSpPr>
        <p:spPr bwMode="auto">
          <a:xfrm rot="5400000">
            <a:off x="4535040" y="5408264"/>
            <a:ext cx="188913" cy="173038"/>
          </a:xfrm>
          <a:prstGeom prst="flowChartCollat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p>
            <a:endParaRPr lang="en-US"/>
          </a:p>
        </p:txBody>
      </p:sp>
      <p:sp>
        <p:nvSpPr>
          <p:cNvPr id="5" name="AutoShape 9"/>
          <p:cNvSpPr>
            <a:spLocks noChangeArrowheads="1"/>
          </p:cNvSpPr>
          <p:nvPr/>
        </p:nvSpPr>
        <p:spPr bwMode="auto">
          <a:xfrm rot="5400000">
            <a:off x="2950864" y="5912320"/>
            <a:ext cx="188913" cy="173038"/>
          </a:xfrm>
          <a:prstGeom prst="flowChartCollat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p>
            <a:endParaRPr lang="en-US"/>
          </a:p>
        </p:txBody>
      </p:sp>
      <p:sp>
        <p:nvSpPr>
          <p:cNvPr id="6" name="AutoShape 9"/>
          <p:cNvSpPr>
            <a:spLocks noChangeArrowheads="1"/>
          </p:cNvSpPr>
          <p:nvPr/>
        </p:nvSpPr>
        <p:spPr bwMode="auto">
          <a:xfrm rot="5400000">
            <a:off x="4996111" y="5912320"/>
            <a:ext cx="188913" cy="173038"/>
          </a:xfrm>
          <a:prstGeom prst="flowChartCollat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p>
            <a:endParaRPr lang="en-US"/>
          </a:p>
        </p:txBody>
      </p:sp>
      <p:graphicFrame>
        <p:nvGraphicFramePr>
          <p:cNvPr id="7" name="Object 6"/>
          <p:cNvGraphicFramePr>
            <a:graphicFrameLocks noChangeAspect="1"/>
          </p:cNvGraphicFramePr>
          <p:nvPr>
            <p:extLst>
              <p:ext uri="{D42A27DB-BD31-4B8C-83A1-F6EECF244321}">
                <p14:modId xmlns:p14="http://schemas.microsoft.com/office/powerpoint/2010/main" val="3176852411"/>
              </p:ext>
            </p:extLst>
          </p:nvPr>
        </p:nvGraphicFramePr>
        <p:xfrm>
          <a:off x="2843807" y="2204864"/>
          <a:ext cx="2792413" cy="457200"/>
        </p:xfrm>
        <a:graphic>
          <a:graphicData uri="http://schemas.openxmlformats.org/presentationml/2006/ole">
            <mc:AlternateContent xmlns:mc="http://schemas.openxmlformats.org/markup-compatibility/2006">
              <mc:Choice xmlns:v="urn:schemas-microsoft-com:vml" Requires="v">
                <p:oleObj spid="_x0000_s2095" name="Equation" r:id="rId3" imgW="1473200" imgH="241300" progId="Equation.3">
                  <p:embed/>
                </p:oleObj>
              </mc:Choice>
              <mc:Fallback>
                <p:oleObj name="Equation" r:id="rId3" imgW="1473200" imgH="2413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807" y="2204864"/>
                        <a:ext cx="27924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515198382"/>
              </p:ext>
            </p:extLst>
          </p:nvPr>
        </p:nvGraphicFramePr>
        <p:xfrm>
          <a:off x="2824916" y="2996952"/>
          <a:ext cx="2940050" cy="430212"/>
        </p:xfrm>
        <a:graphic>
          <a:graphicData uri="http://schemas.openxmlformats.org/presentationml/2006/ole">
            <mc:AlternateContent xmlns:mc="http://schemas.openxmlformats.org/markup-compatibility/2006">
              <mc:Choice xmlns:v="urn:schemas-microsoft-com:vml" Requires="v">
                <p:oleObj spid="_x0000_s2096" name="Equation" r:id="rId5" imgW="1638300" imgH="241300" progId="Equation.3">
                  <p:embed/>
                </p:oleObj>
              </mc:Choice>
              <mc:Fallback>
                <p:oleObj name="Equation" r:id="rId5" imgW="1638300" imgH="2413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24916" y="2996952"/>
                        <a:ext cx="2940050" cy="430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3255168801"/>
              </p:ext>
            </p:extLst>
          </p:nvPr>
        </p:nvGraphicFramePr>
        <p:xfrm>
          <a:off x="2792413" y="4058270"/>
          <a:ext cx="4094162" cy="450850"/>
        </p:xfrm>
        <a:graphic>
          <a:graphicData uri="http://schemas.openxmlformats.org/presentationml/2006/ole">
            <mc:AlternateContent xmlns:mc="http://schemas.openxmlformats.org/markup-compatibility/2006">
              <mc:Choice xmlns:v="urn:schemas-microsoft-com:vml" Requires="v">
                <p:oleObj spid="_x0000_s2097" name="Equation" r:id="rId7" imgW="2171700" imgH="241300" progId="Equation.3">
                  <p:embed/>
                </p:oleObj>
              </mc:Choice>
              <mc:Fallback>
                <p:oleObj name="Equation" r:id="rId7" imgW="2171700" imgH="2413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92413" y="4058270"/>
                        <a:ext cx="4094162" cy="450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1663782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ea typeface="ＭＳ Ｐゴシック" pitchFamily="34" charset="-128"/>
                <a:cs typeface="Times New Roman" pitchFamily="18" charset="0"/>
              </a:rPr>
              <a:t>Equivalence Rules</a:t>
            </a:r>
            <a:endParaRPr lang="en-IN" dirty="0"/>
          </a:p>
        </p:txBody>
      </p:sp>
      <p:sp>
        <p:nvSpPr>
          <p:cNvPr id="3" name="Content Placeholder 2"/>
          <p:cNvSpPr>
            <a:spLocks noGrp="1"/>
          </p:cNvSpPr>
          <p:nvPr>
            <p:ph sz="quarter" idx="1"/>
          </p:nvPr>
        </p:nvSpPr>
        <p:spPr/>
        <p:txBody>
          <a:bodyPr>
            <a:normAutofit lnSpcReduction="10000"/>
          </a:bodyPr>
          <a:lstStyle/>
          <a:p>
            <a:pPr marL="0" indent="0">
              <a:buNone/>
              <a:tabLst>
                <a:tab pos="3376613" algn="ctr"/>
              </a:tabLst>
            </a:pPr>
            <a:r>
              <a:rPr lang="en-US" sz="2800" dirty="0" smtClean="0">
                <a:ea typeface="ＭＳ Ｐゴシック" pitchFamily="34" charset="-128"/>
              </a:rPr>
              <a:t>5. Theta-join </a:t>
            </a:r>
            <a:r>
              <a:rPr lang="en-US" sz="2800" dirty="0">
                <a:ea typeface="ＭＳ Ｐゴシック" pitchFamily="34" charset="-128"/>
              </a:rPr>
              <a:t>operations (and natural joins) are commutative.</a:t>
            </a:r>
            <a:br>
              <a:rPr lang="en-US" sz="2800" dirty="0">
                <a:ea typeface="ＭＳ Ｐゴシック" pitchFamily="34" charset="-128"/>
              </a:rPr>
            </a:br>
            <a:r>
              <a:rPr lang="en-US" sz="2800" dirty="0">
                <a:ea typeface="ＭＳ Ｐゴシック" pitchFamily="34" charset="-128"/>
              </a:rPr>
              <a:t>	</a:t>
            </a:r>
            <a:r>
              <a:rPr lang="en-US" sz="2800" i="1" dirty="0">
                <a:ea typeface="ＭＳ Ｐゴシック" pitchFamily="34" charset="-128"/>
              </a:rPr>
              <a:t>E</a:t>
            </a:r>
            <a:r>
              <a:rPr lang="en-US" sz="2800" baseline="-25000" dirty="0">
                <a:ea typeface="ＭＳ Ｐゴシック" pitchFamily="34" charset="-128"/>
              </a:rPr>
              <a:t>1      </a:t>
            </a:r>
            <a:r>
              <a:rPr lang="en-US" sz="3200" baseline="-25000" dirty="0">
                <a:ea typeface="ＭＳ Ｐゴシック" pitchFamily="34" charset="-128"/>
                <a:sym typeface="Symbol" pitchFamily="18" charset="2"/>
              </a:rPr>
              <a:t></a:t>
            </a:r>
            <a:r>
              <a:rPr lang="en-US" sz="2800" baseline="-25000" dirty="0">
                <a:ea typeface="ＭＳ Ｐゴシック" pitchFamily="34" charset="-128"/>
                <a:sym typeface="Symbol" pitchFamily="18" charset="2"/>
              </a:rPr>
              <a:t>  </a:t>
            </a:r>
            <a:r>
              <a:rPr lang="en-US" sz="2800" i="1" dirty="0">
                <a:ea typeface="ＭＳ Ｐゴシック" pitchFamily="34" charset="-128"/>
                <a:sym typeface="Greek Symbols" pitchFamily="18" charset="2"/>
              </a:rPr>
              <a:t>E</a:t>
            </a:r>
            <a:r>
              <a:rPr lang="en-US" sz="2800" baseline="-25000" dirty="0">
                <a:ea typeface="ＭＳ Ｐゴシック" pitchFamily="34" charset="-128"/>
                <a:sym typeface="Greek Symbols" pitchFamily="18" charset="2"/>
              </a:rPr>
              <a:t>2</a:t>
            </a:r>
            <a:r>
              <a:rPr lang="en-US" sz="2800" dirty="0">
                <a:ea typeface="ＭＳ Ｐゴシック" pitchFamily="34" charset="-128"/>
                <a:sym typeface="Greek Symbols" pitchFamily="18" charset="2"/>
              </a:rPr>
              <a:t> = </a:t>
            </a:r>
            <a:r>
              <a:rPr lang="en-US" sz="2800" i="1" dirty="0">
                <a:ea typeface="ＭＳ Ｐゴシック" pitchFamily="34" charset="-128"/>
                <a:sym typeface="Greek Symbols" pitchFamily="18" charset="2"/>
              </a:rPr>
              <a:t>E</a:t>
            </a:r>
            <a:r>
              <a:rPr lang="en-US" sz="2800" baseline="-25000" dirty="0">
                <a:ea typeface="ＭＳ Ｐゴシック" pitchFamily="34" charset="-128"/>
                <a:sym typeface="Greek Symbols" pitchFamily="18" charset="2"/>
              </a:rPr>
              <a:t>2</a:t>
            </a:r>
            <a:r>
              <a:rPr lang="en-US" sz="2800" dirty="0">
                <a:ea typeface="ＭＳ Ｐゴシック" pitchFamily="34" charset="-128"/>
                <a:sym typeface="Greek Symbols" pitchFamily="18" charset="2"/>
              </a:rPr>
              <a:t>     </a:t>
            </a:r>
            <a:r>
              <a:rPr lang="en-US" sz="3200" baseline="-25000" dirty="0">
                <a:ea typeface="ＭＳ Ｐゴシック" pitchFamily="34" charset="-128"/>
                <a:sym typeface="Symbol" pitchFamily="18" charset="2"/>
              </a:rPr>
              <a:t></a:t>
            </a:r>
            <a:r>
              <a:rPr lang="en-US" sz="2800" baseline="-25000" dirty="0">
                <a:ea typeface="ＭＳ Ｐゴシック" pitchFamily="34" charset="-128"/>
                <a:sym typeface="Symbol" pitchFamily="18" charset="2"/>
              </a:rPr>
              <a:t>  </a:t>
            </a:r>
            <a:r>
              <a:rPr lang="en-US" sz="2800" i="1" dirty="0">
                <a:ea typeface="ＭＳ Ｐゴシック" pitchFamily="34" charset="-128"/>
                <a:sym typeface="Greek Symbols" pitchFamily="18" charset="2"/>
              </a:rPr>
              <a:t>E</a:t>
            </a:r>
            <a:r>
              <a:rPr lang="en-US" sz="2800" baseline="-25000" dirty="0">
                <a:ea typeface="ＭＳ Ｐゴシック" pitchFamily="34" charset="-128"/>
                <a:sym typeface="Greek Symbols" pitchFamily="18" charset="2"/>
              </a:rPr>
              <a:t>1</a:t>
            </a:r>
          </a:p>
          <a:p>
            <a:pPr>
              <a:buFont typeface="Monotype Sorts" charset="2"/>
              <a:buNone/>
              <a:tabLst>
                <a:tab pos="3376613" algn="ctr"/>
              </a:tabLst>
            </a:pPr>
            <a:r>
              <a:rPr lang="en-US" sz="2800" dirty="0" smtClean="0">
                <a:ea typeface="ＭＳ Ｐゴシック" pitchFamily="34" charset="-128"/>
                <a:sym typeface="Greek Symbols" pitchFamily="18" charset="2"/>
              </a:rPr>
              <a:t>6. (a</a:t>
            </a:r>
            <a:r>
              <a:rPr lang="en-US" sz="2800" dirty="0">
                <a:ea typeface="ＭＳ Ｐゴシック" pitchFamily="34" charset="-128"/>
                <a:sym typeface="Greek Symbols" pitchFamily="18" charset="2"/>
              </a:rPr>
              <a:t>) Natural join operations are associative:</a:t>
            </a:r>
          </a:p>
          <a:p>
            <a:pPr>
              <a:buFont typeface="Monotype Sorts" charset="2"/>
              <a:buNone/>
              <a:tabLst>
                <a:tab pos="3376613" algn="ctr"/>
              </a:tabLst>
            </a:pPr>
            <a:r>
              <a:rPr lang="en-US" sz="2800" dirty="0">
                <a:ea typeface="ＭＳ Ｐゴシック" pitchFamily="34" charset="-128"/>
                <a:sym typeface="Greek Symbols" pitchFamily="18" charset="2"/>
              </a:rPr>
              <a:t>		 (</a:t>
            </a:r>
            <a:r>
              <a:rPr lang="en-US" sz="2800" i="1" dirty="0">
                <a:ea typeface="ＭＳ Ｐゴシック" pitchFamily="34" charset="-128"/>
              </a:rPr>
              <a:t>E</a:t>
            </a:r>
            <a:r>
              <a:rPr lang="en-US" sz="2800" baseline="-25000" dirty="0">
                <a:ea typeface="ＭＳ Ｐゴシック" pitchFamily="34" charset="-128"/>
              </a:rPr>
              <a:t>1      </a:t>
            </a:r>
            <a:r>
              <a:rPr lang="en-US" sz="2800" i="1" dirty="0">
                <a:ea typeface="ＭＳ Ｐゴシック" pitchFamily="34" charset="-128"/>
              </a:rPr>
              <a:t>E</a:t>
            </a:r>
            <a:r>
              <a:rPr lang="en-US" sz="2800" i="1" baseline="-25000" dirty="0">
                <a:ea typeface="ＭＳ Ｐゴシック" pitchFamily="34" charset="-128"/>
              </a:rPr>
              <a:t>2</a:t>
            </a:r>
            <a:r>
              <a:rPr lang="en-US" sz="2800" dirty="0">
                <a:ea typeface="ＭＳ Ｐゴシック" pitchFamily="34" charset="-128"/>
              </a:rPr>
              <a:t>)    </a:t>
            </a:r>
            <a:r>
              <a:rPr lang="en-US" sz="2800" i="1" dirty="0">
                <a:ea typeface="ＭＳ Ｐゴシック" pitchFamily="34" charset="-128"/>
              </a:rPr>
              <a:t>E</a:t>
            </a:r>
            <a:r>
              <a:rPr lang="en-US" sz="2800" i="1" baseline="-25000" dirty="0">
                <a:ea typeface="ＭＳ Ｐゴシック" pitchFamily="34" charset="-128"/>
              </a:rPr>
              <a:t>3</a:t>
            </a:r>
            <a:r>
              <a:rPr lang="en-US" sz="2800" i="1" dirty="0">
                <a:ea typeface="ＭＳ Ｐゴシック" pitchFamily="34" charset="-128"/>
              </a:rPr>
              <a:t> = E</a:t>
            </a:r>
            <a:r>
              <a:rPr lang="en-US" sz="2800" baseline="-25000" dirty="0">
                <a:ea typeface="ＭＳ Ｐゴシック" pitchFamily="34" charset="-128"/>
              </a:rPr>
              <a:t>1      </a:t>
            </a:r>
            <a:r>
              <a:rPr lang="en-US" sz="2800" dirty="0">
                <a:ea typeface="ＭＳ Ｐゴシック" pitchFamily="34" charset="-128"/>
              </a:rPr>
              <a:t>(</a:t>
            </a:r>
            <a:r>
              <a:rPr lang="en-US" sz="2800" i="1" dirty="0">
                <a:ea typeface="ＭＳ Ｐゴシック" pitchFamily="34" charset="-128"/>
              </a:rPr>
              <a:t>E</a:t>
            </a:r>
            <a:r>
              <a:rPr lang="en-US" sz="2800" baseline="-25000" dirty="0">
                <a:ea typeface="ＭＳ Ｐゴシック" pitchFamily="34" charset="-128"/>
              </a:rPr>
              <a:t>2</a:t>
            </a:r>
            <a:r>
              <a:rPr lang="en-US" sz="2800" i="1" dirty="0">
                <a:ea typeface="ＭＳ Ｐゴシック" pitchFamily="34" charset="-128"/>
              </a:rPr>
              <a:t>     E</a:t>
            </a:r>
            <a:r>
              <a:rPr lang="en-US" sz="2800" baseline="-25000" dirty="0">
                <a:ea typeface="ＭＳ Ｐゴシック" pitchFamily="34" charset="-128"/>
              </a:rPr>
              <a:t>3</a:t>
            </a:r>
            <a:r>
              <a:rPr lang="en-US" sz="2800" dirty="0">
                <a:ea typeface="ＭＳ Ｐゴシック" pitchFamily="34" charset="-128"/>
              </a:rPr>
              <a:t>)</a:t>
            </a:r>
            <a:br>
              <a:rPr lang="en-US" sz="2800" dirty="0">
                <a:ea typeface="ＭＳ Ｐゴシック" pitchFamily="34" charset="-128"/>
              </a:rPr>
            </a:br>
            <a:r>
              <a:rPr lang="en-US" sz="2800" dirty="0">
                <a:ea typeface="ＭＳ Ｐゴシック" pitchFamily="34" charset="-128"/>
              </a:rPr>
              <a:t/>
            </a:r>
            <a:br>
              <a:rPr lang="en-US" sz="2800" dirty="0">
                <a:ea typeface="ＭＳ Ｐゴシック" pitchFamily="34" charset="-128"/>
              </a:rPr>
            </a:br>
            <a:r>
              <a:rPr lang="en-US" sz="2800" dirty="0">
                <a:ea typeface="ＭＳ Ｐゴシック" pitchFamily="34" charset="-128"/>
              </a:rPr>
              <a:t>(b) Theta joins are associative in the following manner:</a:t>
            </a:r>
            <a:br>
              <a:rPr lang="en-US" sz="2800" dirty="0">
                <a:ea typeface="ＭＳ Ｐゴシック" pitchFamily="34" charset="-128"/>
              </a:rPr>
            </a:br>
            <a:r>
              <a:rPr lang="en-US" sz="2800" dirty="0">
                <a:ea typeface="ＭＳ Ｐゴシック" pitchFamily="34" charset="-128"/>
              </a:rPr>
              <a:t/>
            </a:r>
            <a:br>
              <a:rPr lang="en-US" sz="2800" dirty="0">
                <a:ea typeface="ＭＳ Ｐゴシック" pitchFamily="34" charset="-128"/>
              </a:rPr>
            </a:br>
            <a:r>
              <a:rPr lang="en-US" sz="2800" dirty="0">
                <a:ea typeface="ＭＳ Ｐゴシック" pitchFamily="34" charset="-128"/>
              </a:rPr>
              <a:t>	 </a:t>
            </a:r>
            <a:r>
              <a:rPr lang="en-US" sz="2800" dirty="0">
                <a:ea typeface="ＭＳ Ｐゴシック" pitchFamily="34" charset="-128"/>
                <a:sym typeface="Greek Symbols" pitchFamily="18" charset="2"/>
              </a:rPr>
              <a:t>(</a:t>
            </a:r>
            <a:r>
              <a:rPr lang="en-US" sz="2800" i="1" dirty="0">
                <a:ea typeface="ＭＳ Ｐゴシック" pitchFamily="34" charset="-128"/>
              </a:rPr>
              <a:t>E</a:t>
            </a:r>
            <a:r>
              <a:rPr lang="en-US" sz="2800" baseline="-25000" dirty="0">
                <a:ea typeface="ＭＳ Ｐゴシック" pitchFamily="34" charset="-128"/>
              </a:rPr>
              <a:t>1       </a:t>
            </a:r>
            <a:r>
              <a:rPr lang="en-US" sz="3200" baseline="-25000" dirty="0">
                <a:ea typeface="ＭＳ Ｐゴシック" pitchFamily="34" charset="-128"/>
                <a:sym typeface="Symbol" pitchFamily="18" charset="2"/>
              </a:rPr>
              <a:t>1</a:t>
            </a:r>
            <a:r>
              <a:rPr lang="en-US" sz="2800" baseline="-25000" dirty="0">
                <a:ea typeface="ＭＳ Ｐゴシック" pitchFamily="34" charset="-128"/>
                <a:sym typeface="Symbol" pitchFamily="18" charset="2"/>
              </a:rPr>
              <a:t> </a:t>
            </a:r>
            <a:r>
              <a:rPr lang="en-US" sz="2800" i="1" dirty="0">
                <a:ea typeface="ＭＳ Ｐゴシック" pitchFamily="34" charset="-128"/>
              </a:rPr>
              <a:t>E</a:t>
            </a:r>
            <a:r>
              <a:rPr lang="en-US" sz="2800" i="1" baseline="-25000" dirty="0">
                <a:ea typeface="ＭＳ Ｐゴシック" pitchFamily="34" charset="-128"/>
              </a:rPr>
              <a:t>2</a:t>
            </a:r>
            <a:r>
              <a:rPr lang="en-US" sz="2800" dirty="0">
                <a:ea typeface="ＭＳ Ｐゴシック" pitchFamily="34" charset="-128"/>
              </a:rPr>
              <a:t>)     </a:t>
            </a:r>
            <a:r>
              <a:rPr lang="en-US" sz="3200" baseline="-25000" dirty="0">
                <a:ea typeface="ＭＳ Ｐゴシック" pitchFamily="34" charset="-128"/>
                <a:sym typeface="Symbol" pitchFamily="18" charset="2"/>
              </a:rPr>
              <a:t></a:t>
            </a:r>
            <a:r>
              <a:rPr lang="en-US" sz="3200" baseline="-25000" dirty="0">
                <a:ea typeface="ＭＳ Ｐゴシック" pitchFamily="34" charset="-128"/>
                <a:sym typeface="Greek Symbols" pitchFamily="18" charset="2"/>
              </a:rPr>
              <a:t>2</a:t>
            </a:r>
            <a:r>
              <a:rPr lang="en-US" sz="3200" baseline="-25000" dirty="0">
                <a:ea typeface="ＭＳ Ｐゴシック" pitchFamily="34" charset="-128"/>
                <a:sym typeface="Symbol" pitchFamily="18" charset="2"/>
              </a:rPr>
              <a:t> </a:t>
            </a:r>
            <a:r>
              <a:rPr lang="en-US" sz="3200" i="1" baseline="-25000" dirty="0">
                <a:ea typeface="ＭＳ Ｐゴシック" pitchFamily="34" charset="-128"/>
              </a:rPr>
              <a:t>3</a:t>
            </a:r>
            <a:r>
              <a:rPr lang="en-US" sz="2800" dirty="0">
                <a:ea typeface="ＭＳ Ｐゴシック" pitchFamily="34" charset="-128"/>
              </a:rPr>
              <a:t> </a:t>
            </a:r>
            <a:r>
              <a:rPr lang="en-US" sz="2800" i="1" dirty="0">
                <a:ea typeface="ＭＳ Ｐゴシック" pitchFamily="34" charset="-128"/>
              </a:rPr>
              <a:t>E</a:t>
            </a:r>
            <a:r>
              <a:rPr lang="en-US" sz="2800" i="1" baseline="-25000" dirty="0">
                <a:ea typeface="ＭＳ Ｐゴシック" pitchFamily="34" charset="-128"/>
              </a:rPr>
              <a:t>3</a:t>
            </a:r>
            <a:r>
              <a:rPr lang="en-US" sz="2800" i="1" dirty="0">
                <a:ea typeface="ＭＳ Ｐゴシック" pitchFamily="34" charset="-128"/>
              </a:rPr>
              <a:t> = E</a:t>
            </a:r>
            <a:r>
              <a:rPr lang="en-US" sz="2800" baseline="-25000" dirty="0">
                <a:ea typeface="ＭＳ Ｐゴシック" pitchFamily="34" charset="-128"/>
              </a:rPr>
              <a:t>1        </a:t>
            </a:r>
            <a:r>
              <a:rPr lang="en-US" sz="3200" baseline="-25000" dirty="0">
                <a:ea typeface="ＭＳ Ｐゴシック" pitchFamily="34" charset="-128"/>
                <a:sym typeface="Symbol" pitchFamily="18" charset="2"/>
              </a:rPr>
              <a:t></a:t>
            </a:r>
            <a:r>
              <a:rPr lang="en-US" sz="3200" baseline="-25000" dirty="0">
                <a:ea typeface="ＭＳ Ｐゴシック" pitchFamily="34" charset="-128"/>
                <a:sym typeface="Greek Symbols" pitchFamily="18" charset="2"/>
              </a:rPr>
              <a:t>1</a:t>
            </a:r>
            <a:r>
              <a:rPr lang="en-US" sz="3200" baseline="-25000" dirty="0">
                <a:ea typeface="ＭＳ Ｐゴシック" pitchFamily="34" charset="-128"/>
                <a:sym typeface="Symbol" pitchFamily="18" charset="2"/>
              </a:rPr>
              <a:t> </a:t>
            </a:r>
            <a:r>
              <a:rPr lang="en-US" sz="3200" i="1" baseline="-25000" dirty="0">
                <a:ea typeface="ＭＳ Ｐゴシック" pitchFamily="34" charset="-128"/>
              </a:rPr>
              <a:t>3</a:t>
            </a:r>
            <a:r>
              <a:rPr lang="en-US" sz="2800" dirty="0">
                <a:ea typeface="ＭＳ Ｐゴシック" pitchFamily="34" charset="-128"/>
              </a:rPr>
              <a:t> (</a:t>
            </a:r>
            <a:r>
              <a:rPr lang="en-US" sz="2800" i="1" dirty="0">
                <a:ea typeface="ＭＳ Ｐゴシック" pitchFamily="34" charset="-128"/>
              </a:rPr>
              <a:t>E</a:t>
            </a:r>
            <a:r>
              <a:rPr lang="en-US" sz="2800" baseline="-25000" dirty="0">
                <a:ea typeface="ＭＳ Ｐゴシック" pitchFamily="34" charset="-128"/>
              </a:rPr>
              <a:t>2</a:t>
            </a:r>
            <a:r>
              <a:rPr lang="en-US" sz="2800" i="1" dirty="0">
                <a:ea typeface="ＭＳ Ｐゴシック" pitchFamily="34" charset="-128"/>
              </a:rPr>
              <a:t>     </a:t>
            </a:r>
            <a:r>
              <a:rPr lang="en-US" sz="3200" baseline="-25000" dirty="0">
                <a:ea typeface="ＭＳ Ｐゴシック" pitchFamily="34" charset="-128"/>
                <a:sym typeface="Symbol" pitchFamily="18" charset="2"/>
              </a:rPr>
              <a:t></a:t>
            </a:r>
            <a:r>
              <a:rPr lang="en-US" sz="3200" baseline="-25000" dirty="0">
                <a:ea typeface="ＭＳ Ｐゴシック" pitchFamily="34" charset="-128"/>
                <a:sym typeface="Greek Symbols" pitchFamily="18" charset="2"/>
              </a:rPr>
              <a:t>2</a:t>
            </a:r>
            <a:r>
              <a:rPr lang="en-US" sz="2800" i="1" dirty="0">
                <a:ea typeface="ＭＳ Ｐゴシック" pitchFamily="34" charset="-128"/>
              </a:rPr>
              <a:t> E</a:t>
            </a:r>
            <a:r>
              <a:rPr lang="en-US" sz="2800" baseline="-25000" dirty="0">
                <a:ea typeface="ＭＳ Ｐゴシック" pitchFamily="34" charset="-128"/>
              </a:rPr>
              <a:t>3</a:t>
            </a:r>
            <a:r>
              <a:rPr lang="en-US" sz="2800" dirty="0">
                <a:ea typeface="ＭＳ Ｐゴシック" pitchFamily="34" charset="-128"/>
              </a:rPr>
              <a:t>)</a:t>
            </a:r>
            <a:br>
              <a:rPr lang="en-US" sz="2800" dirty="0">
                <a:ea typeface="ＭＳ Ｐゴシック" pitchFamily="34" charset="-128"/>
              </a:rPr>
            </a:br>
            <a:r>
              <a:rPr lang="en-US" sz="2800" dirty="0">
                <a:ea typeface="ＭＳ Ｐゴシック" pitchFamily="34" charset="-128"/>
              </a:rPr>
              <a:t>     </a:t>
            </a:r>
            <a:br>
              <a:rPr lang="en-US" sz="2800" dirty="0">
                <a:ea typeface="ＭＳ Ｐゴシック" pitchFamily="34" charset="-128"/>
              </a:rPr>
            </a:br>
            <a:r>
              <a:rPr lang="en-US" sz="2800" dirty="0">
                <a:ea typeface="ＭＳ Ｐゴシック" pitchFamily="34" charset="-128"/>
              </a:rPr>
              <a:t>     where </a:t>
            </a:r>
            <a:r>
              <a:rPr lang="en-US" sz="2800" dirty="0">
                <a:ea typeface="ＭＳ Ｐゴシック" pitchFamily="34" charset="-128"/>
                <a:sym typeface="Symbol" pitchFamily="18" charset="2"/>
              </a:rPr>
              <a:t></a:t>
            </a:r>
            <a:r>
              <a:rPr lang="en-US" sz="2800" i="1" baseline="-25000" dirty="0">
                <a:ea typeface="ＭＳ Ｐゴシック" pitchFamily="34" charset="-128"/>
                <a:sym typeface="Greek Symbols" pitchFamily="18" charset="2"/>
              </a:rPr>
              <a:t>2</a:t>
            </a:r>
            <a:r>
              <a:rPr lang="en-US" sz="2800" i="1" dirty="0">
                <a:ea typeface="ＭＳ Ｐゴシック" pitchFamily="34" charset="-128"/>
                <a:sym typeface="Greek Symbols" pitchFamily="18" charset="2"/>
              </a:rPr>
              <a:t> </a:t>
            </a:r>
            <a:r>
              <a:rPr lang="en-US" sz="2800" dirty="0">
                <a:ea typeface="ＭＳ Ｐゴシック" pitchFamily="34" charset="-128"/>
                <a:sym typeface="Greek Symbols" pitchFamily="18" charset="2"/>
              </a:rPr>
              <a:t>involves attributes from only </a:t>
            </a:r>
            <a:r>
              <a:rPr lang="en-US" sz="2800" i="1" dirty="0">
                <a:ea typeface="ＭＳ Ｐゴシック" pitchFamily="34" charset="-128"/>
                <a:sym typeface="Greek Symbols" pitchFamily="18" charset="2"/>
              </a:rPr>
              <a:t>E</a:t>
            </a:r>
            <a:r>
              <a:rPr lang="en-US" sz="2800" baseline="-25000" dirty="0">
                <a:ea typeface="ＭＳ Ｐゴシック" pitchFamily="34" charset="-128"/>
                <a:sym typeface="Greek Symbols" pitchFamily="18" charset="2"/>
              </a:rPr>
              <a:t>2</a:t>
            </a:r>
            <a:r>
              <a:rPr lang="en-US" sz="2800" dirty="0">
                <a:ea typeface="ＭＳ Ｐゴシック" pitchFamily="34" charset="-128"/>
                <a:sym typeface="Greek Symbols" pitchFamily="18" charset="2"/>
              </a:rPr>
              <a:t> and </a:t>
            </a:r>
            <a:r>
              <a:rPr lang="en-US" sz="2800" i="1" dirty="0">
                <a:ea typeface="ＭＳ Ｐゴシック" pitchFamily="34" charset="-128"/>
                <a:sym typeface="Greek Symbols" pitchFamily="18" charset="2"/>
              </a:rPr>
              <a:t>E</a:t>
            </a:r>
            <a:r>
              <a:rPr lang="en-US" sz="2800" i="1" baseline="-25000" dirty="0">
                <a:ea typeface="ＭＳ Ｐゴシック" pitchFamily="34" charset="-128"/>
                <a:sym typeface="Greek Symbols" pitchFamily="18" charset="2"/>
              </a:rPr>
              <a:t>3</a:t>
            </a:r>
            <a:r>
              <a:rPr lang="en-US" sz="2800" i="1" dirty="0">
                <a:ea typeface="ＭＳ Ｐゴシック" pitchFamily="34" charset="-128"/>
                <a:sym typeface="Greek Symbols" pitchFamily="18" charset="2"/>
              </a:rPr>
              <a:t>.</a:t>
            </a:r>
          </a:p>
          <a:p>
            <a:endParaRPr lang="en-IN" dirty="0"/>
          </a:p>
        </p:txBody>
      </p:sp>
      <p:sp>
        <p:nvSpPr>
          <p:cNvPr id="4" name="AutoShape 12"/>
          <p:cNvSpPr>
            <a:spLocks noChangeArrowheads="1"/>
          </p:cNvSpPr>
          <p:nvPr/>
        </p:nvSpPr>
        <p:spPr bwMode="auto">
          <a:xfrm rot="5400000">
            <a:off x="3339926" y="2356818"/>
            <a:ext cx="188913" cy="173038"/>
          </a:xfrm>
          <a:prstGeom prst="flowChartCollat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p>
            <a:endParaRPr lang="en-US"/>
          </a:p>
        </p:txBody>
      </p:sp>
      <p:sp>
        <p:nvSpPr>
          <p:cNvPr id="5" name="AutoShape 12"/>
          <p:cNvSpPr>
            <a:spLocks noChangeArrowheads="1"/>
          </p:cNvSpPr>
          <p:nvPr/>
        </p:nvSpPr>
        <p:spPr bwMode="auto">
          <a:xfrm rot="5400000">
            <a:off x="4895080" y="2310546"/>
            <a:ext cx="188913" cy="173038"/>
          </a:xfrm>
          <a:prstGeom prst="flowChartCollat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p>
            <a:endParaRPr lang="en-US"/>
          </a:p>
        </p:txBody>
      </p:sp>
      <p:sp>
        <p:nvSpPr>
          <p:cNvPr id="6" name="AutoShape 12"/>
          <p:cNvSpPr>
            <a:spLocks noChangeArrowheads="1"/>
          </p:cNvSpPr>
          <p:nvPr/>
        </p:nvSpPr>
        <p:spPr bwMode="auto">
          <a:xfrm rot="5400000">
            <a:off x="2950864" y="3320032"/>
            <a:ext cx="188913" cy="173038"/>
          </a:xfrm>
          <a:prstGeom prst="flowChartCollat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p>
            <a:endParaRPr lang="en-US"/>
          </a:p>
        </p:txBody>
      </p:sp>
      <p:sp>
        <p:nvSpPr>
          <p:cNvPr id="7" name="AutoShape 12"/>
          <p:cNvSpPr>
            <a:spLocks noChangeArrowheads="1"/>
          </p:cNvSpPr>
          <p:nvPr/>
        </p:nvSpPr>
        <p:spPr bwMode="auto">
          <a:xfrm rot="5400000">
            <a:off x="3627958" y="3320032"/>
            <a:ext cx="188913" cy="173038"/>
          </a:xfrm>
          <a:prstGeom prst="flowChartCollat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p>
            <a:endParaRPr lang="en-US"/>
          </a:p>
        </p:txBody>
      </p:sp>
      <p:sp>
        <p:nvSpPr>
          <p:cNvPr id="8" name="AutoShape 12"/>
          <p:cNvSpPr>
            <a:spLocks noChangeArrowheads="1"/>
          </p:cNvSpPr>
          <p:nvPr/>
        </p:nvSpPr>
        <p:spPr bwMode="auto">
          <a:xfrm rot="5400000">
            <a:off x="4882315" y="3320032"/>
            <a:ext cx="188913" cy="173038"/>
          </a:xfrm>
          <a:prstGeom prst="flowChartCollat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p>
            <a:endParaRPr lang="en-US"/>
          </a:p>
        </p:txBody>
      </p:sp>
      <p:sp>
        <p:nvSpPr>
          <p:cNvPr id="9" name="AutoShape 12"/>
          <p:cNvSpPr>
            <a:spLocks noChangeArrowheads="1"/>
          </p:cNvSpPr>
          <p:nvPr/>
        </p:nvSpPr>
        <p:spPr bwMode="auto">
          <a:xfrm rot="5400000">
            <a:off x="5644182" y="3353227"/>
            <a:ext cx="188913" cy="173038"/>
          </a:xfrm>
          <a:prstGeom prst="flowChartCollat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p>
            <a:endParaRPr lang="en-US"/>
          </a:p>
        </p:txBody>
      </p:sp>
      <p:sp>
        <p:nvSpPr>
          <p:cNvPr id="10" name="AutoShape 12"/>
          <p:cNvSpPr>
            <a:spLocks noChangeArrowheads="1"/>
          </p:cNvSpPr>
          <p:nvPr/>
        </p:nvSpPr>
        <p:spPr bwMode="auto">
          <a:xfrm rot="5400000">
            <a:off x="1827758" y="4832200"/>
            <a:ext cx="188913" cy="173038"/>
          </a:xfrm>
          <a:prstGeom prst="flowChartCollat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p>
            <a:endParaRPr lang="en-US"/>
          </a:p>
        </p:txBody>
      </p:sp>
      <p:sp>
        <p:nvSpPr>
          <p:cNvPr id="11" name="AutoShape 12"/>
          <p:cNvSpPr>
            <a:spLocks noChangeArrowheads="1"/>
          </p:cNvSpPr>
          <p:nvPr/>
        </p:nvSpPr>
        <p:spPr bwMode="auto">
          <a:xfrm rot="5400000">
            <a:off x="2867803" y="4850406"/>
            <a:ext cx="188913" cy="173038"/>
          </a:xfrm>
          <a:prstGeom prst="flowChartCollat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p>
            <a:endParaRPr lang="en-US"/>
          </a:p>
        </p:txBody>
      </p:sp>
      <p:sp>
        <p:nvSpPr>
          <p:cNvPr id="12" name="AutoShape 12"/>
          <p:cNvSpPr>
            <a:spLocks noChangeArrowheads="1"/>
          </p:cNvSpPr>
          <p:nvPr/>
        </p:nvSpPr>
        <p:spPr bwMode="auto">
          <a:xfrm rot="5400000">
            <a:off x="5084838" y="4832201"/>
            <a:ext cx="188913" cy="173038"/>
          </a:xfrm>
          <a:prstGeom prst="flowChartCollat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p>
            <a:endParaRPr lang="en-US"/>
          </a:p>
        </p:txBody>
      </p:sp>
      <p:sp>
        <p:nvSpPr>
          <p:cNvPr id="13" name="AutoShape 12"/>
          <p:cNvSpPr>
            <a:spLocks noChangeArrowheads="1"/>
          </p:cNvSpPr>
          <p:nvPr/>
        </p:nvSpPr>
        <p:spPr bwMode="auto">
          <a:xfrm rot="5400000">
            <a:off x="6724303" y="4850407"/>
            <a:ext cx="188913" cy="173038"/>
          </a:xfrm>
          <a:prstGeom prst="flowChartCollat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p>
            <a:endParaRPr lang="en-US"/>
          </a:p>
        </p:txBody>
      </p:sp>
    </p:spTree>
    <p:extLst>
      <p:ext uri="{BB962C8B-B14F-4D97-AF65-F5344CB8AC3E}">
        <p14:creationId xmlns:p14="http://schemas.microsoft.com/office/powerpoint/2010/main" val="2497646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300" dirty="0">
                <a:ea typeface="ＭＳ Ｐゴシック" pitchFamily="34" charset="-128"/>
              </a:rPr>
              <a:t>Pictorial Depiction of Equivalence Rules</a:t>
            </a:r>
            <a:endParaRPr lang="en-IN" sz="3300" dirty="0"/>
          </a:p>
        </p:txBody>
      </p:sp>
      <p:sp>
        <p:nvSpPr>
          <p:cNvPr id="3" name="Content Placeholder 2"/>
          <p:cNvSpPr>
            <a:spLocks noGrp="1"/>
          </p:cNvSpPr>
          <p:nvPr>
            <p:ph sz="quarter" idx="1"/>
          </p:nvPr>
        </p:nvSpPr>
        <p:spPr/>
        <p:txBody>
          <a:bodyPr/>
          <a:lstStyle/>
          <a:p>
            <a:endParaRPr lang="en-IN"/>
          </a:p>
        </p:txBody>
      </p:sp>
      <p:pic>
        <p:nvPicPr>
          <p:cNvPr id="4" name="Picture 5"/>
          <p:cNvPicPr>
            <a:picLocks noChangeAspect="1" noChangeArrowheads="1"/>
          </p:cNvPicPr>
          <p:nvPr/>
        </p:nvPicPr>
        <p:blipFill>
          <a:blip r:embed="rId2">
            <a:extLst>
              <a:ext uri="{28A0092B-C50C-407E-A947-70E740481C1C}">
                <a14:useLocalDpi xmlns:a14="http://schemas.microsoft.com/office/drawing/2010/main" val="0"/>
              </a:ext>
            </a:extLst>
          </a:blip>
          <a:srcRect l="642" t="2286" r="642" b="2000"/>
          <a:stretch>
            <a:fillRect/>
          </a:stretch>
        </p:blipFill>
        <p:spPr>
          <a:xfrm>
            <a:off x="683568" y="1412776"/>
            <a:ext cx="8208911" cy="4608512"/>
          </a:xfrm>
          <a:prstGeom prst="rect">
            <a:avLst/>
          </a:prstGeom>
          <a:noFill/>
        </p:spPr>
      </p:pic>
    </p:spTree>
    <p:extLst>
      <p:ext uri="{BB962C8B-B14F-4D97-AF65-F5344CB8AC3E}">
        <p14:creationId xmlns:p14="http://schemas.microsoft.com/office/powerpoint/2010/main" val="11733676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ea typeface="ＭＳ Ｐゴシック" pitchFamily="34" charset="-128"/>
                <a:cs typeface="Times New Roman" pitchFamily="18" charset="0"/>
              </a:rPr>
              <a:t>Equivalence Rules</a:t>
            </a:r>
            <a:endParaRPr lang="en-IN" dirty="0"/>
          </a:p>
        </p:txBody>
      </p:sp>
      <p:sp>
        <p:nvSpPr>
          <p:cNvPr id="3" name="Content Placeholder 2"/>
          <p:cNvSpPr>
            <a:spLocks noGrp="1"/>
          </p:cNvSpPr>
          <p:nvPr>
            <p:ph sz="quarter" idx="1"/>
          </p:nvPr>
        </p:nvSpPr>
        <p:spPr/>
        <p:txBody>
          <a:bodyPr>
            <a:normAutofit lnSpcReduction="10000"/>
          </a:bodyPr>
          <a:lstStyle/>
          <a:p>
            <a:pPr>
              <a:buFont typeface="Monotype Sorts" charset="2"/>
              <a:buNone/>
            </a:pPr>
            <a:r>
              <a:rPr lang="en-US" sz="2800" dirty="0" smtClean="0">
                <a:ea typeface="ＭＳ Ｐゴシック" pitchFamily="34" charset="-128"/>
              </a:rPr>
              <a:t>7. The </a:t>
            </a:r>
            <a:r>
              <a:rPr lang="en-US" sz="2800" dirty="0">
                <a:ea typeface="ＭＳ Ｐゴシック" pitchFamily="34" charset="-128"/>
              </a:rPr>
              <a:t>selection operation distributes over the theta join operation under the following two conditions:</a:t>
            </a:r>
            <a:br>
              <a:rPr lang="en-US" sz="2800" dirty="0">
                <a:ea typeface="ＭＳ Ｐゴシック" pitchFamily="34" charset="-128"/>
              </a:rPr>
            </a:br>
            <a:r>
              <a:rPr lang="en-US" sz="2800" dirty="0">
                <a:ea typeface="ＭＳ Ｐゴシック" pitchFamily="34" charset="-128"/>
              </a:rPr>
              <a:t>(a)  When all the attributes in </a:t>
            </a:r>
            <a:r>
              <a:rPr lang="en-US" sz="2800" dirty="0">
                <a:ea typeface="ＭＳ Ｐゴシック" pitchFamily="34" charset="-128"/>
                <a:sym typeface="Symbol" pitchFamily="18" charset="2"/>
              </a:rPr>
              <a:t></a:t>
            </a:r>
            <a:r>
              <a:rPr lang="en-US" sz="2800" baseline="-25000" dirty="0">
                <a:ea typeface="ＭＳ Ｐゴシック" pitchFamily="34" charset="-128"/>
                <a:sym typeface="Greek Symbols" pitchFamily="18" charset="2"/>
              </a:rPr>
              <a:t>0 </a:t>
            </a:r>
            <a:r>
              <a:rPr lang="en-US" sz="2800" dirty="0">
                <a:ea typeface="ＭＳ Ｐゴシック" pitchFamily="34" charset="-128"/>
                <a:sym typeface="Greek Symbols" pitchFamily="18" charset="2"/>
              </a:rPr>
              <a:t> involve only the attributes of one </a:t>
            </a:r>
            <a:r>
              <a:rPr lang="en-US" sz="2800" dirty="0" smtClean="0">
                <a:ea typeface="ＭＳ Ｐゴシック" pitchFamily="34" charset="-128"/>
                <a:sym typeface="Greek Symbols" pitchFamily="18" charset="2"/>
              </a:rPr>
              <a:t>of </a:t>
            </a:r>
            <a:r>
              <a:rPr lang="en-US" sz="2800" dirty="0">
                <a:ea typeface="ＭＳ Ｐゴシック" pitchFamily="34" charset="-128"/>
                <a:sym typeface="Greek Symbols" pitchFamily="18" charset="2"/>
              </a:rPr>
              <a:t>the expressions (</a:t>
            </a:r>
            <a:r>
              <a:rPr lang="en-US" sz="2800" i="1" dirty="0">
                <a:ea typeface="ＭＳ Ｐゴシック" pitchFamily="34" charset="-128"/>
                <a:sym typeface="Greek Symbols" pitchFamily="18" charset="2"/>
              </a:rPr>
              <a:t>E</a:t>
            </a:r>
            <a:r>
              <a:rPr lang="en-US" sz="2800" baseline="-25000" dirty="0">
                <a:ea typeface="ＭＳ Ｐゴシック" pitchFamily="34" charset="-128"/>
                <a:sym typeface="Greek Symbols" pitchFamily="18" charset="2"/>
              </a:rPr>
              <a:t>1</a:t>
            </a:r>
            <a:r>
              <a:rPr lang="en-US" sz="2800" dirty="0">
                <a:ea typeface="ＭＳ Ｐゴシック" pitchFamily="34" charset="-128"/>
                <a:sym typeface="Greek Symbols" pitchFamily="18" charset="2"/>
              </a:rPr>
              <a:t>) being joined</a:t>
            </a:r>
            <a:r>
              <a:rPr lang="en-US" sz="2800" dirty="0" smtClean="0">
                <a:ea typeface="ＭＳ Ｐゴシック" pitchFamily="34" charset="-128"/>
                <a:sym typeface="Greek Symbols" pitchFamily="18" charset="2"/>
              </a:rPr>
              <a:t>.</a:t>
            </a:r>
          </a:p>
          <a:p>
            <a:pPr>
              <a:buFont typeface="Monotype Sorts" charset="2"/>
              <a:buNone/>
            </a:pPr>
            <a:r>
              <a:rPr lang="en-US" sz="2800" dirty="0">
                <a:ea typeface="ＭＳ Ｐゴシック" pitchFamily="34" charset="-128"/>
                <a:sym typeface="Greek Symbols" pitchFamily="18" charset="2"/>
              </a:rPr>
              <a:t/>
            </a:r>
            <a:br>
              <a:rPr lang="en-US" sz="2800" dirty="0">
                <a:ea typeface="ＭＳ Ｐゴシック" pitchFamily="34" charset="-128"/>
                <a:sym typeface="Greek Symbols" pitchFamily="18" charset="2"/>
              </a:rPr>
            </a:br>
            <a:r>
              <a:rPr lang="en-US" sz="2800" dirty="0">
                <a:ea typeface="ＭＳ Ｐゴシック" pitchFamily="34" charset="-128"/>
                <a:sym typeface="Greek Symbols" pitchFamily="18" charset="2"/>
              </a:rPr>
              <a:t>                </a:t>
            </a:r>
            <a:r>
              <a:rPr lang="en-US" sz="2800" dirty="0">
                <a:ea typeface="ＭＳ Ｐゴシック" pitchFamily="34" charset="-128"/>
                <a:sym typeface="Symbol" pitchFamily="18" charset="2"/>
              </a:rPr>
              <a:t></a:t>
            </a:r>
            <a:r>
              <a:rPr lang="en-US" sz="2800" baseline="-25000" dirty="0">
                <a:ea typeface="ＭＳ Ｐゴシック" pitchFamily="34" charset="-128"/>
                <a:sym typeface="Symbol" pitchFamily="18" charset="2"/>
              </a:rPr>
              <a:t>0</a:t>
            </a:r>
            <a:r>
              <a:rPr lang="en-US" sz="2800" dirty="0">
                <a:ea typeface="ＭＳ Ｐゴシック" pitchFamily="34" charset="-128"/>
                <a:sym typeface="Symbol" pitchFamily="18" charset="2"/>
              </a:rPr>
              <a:t>E</a:t>
            </a:r>
            <a:r>
              <a:rPr lang="en-US" sz="2800" baseline="-25000" dirty="0">
                <a:ea typeface="ＭＳ Ｐゴシック" pitchFamily="34" charset="-128"/>
                <a:sym typeface="Symbol" pitchFamily="18" charset="2"/>
              </a:rPr>
              <a:t>1  </a:t>
            </a:r>
            <a:r>
              <a:rPr lang="en-US" sz="2800" dirty="0">
                <a:ea typeface="ＭＳ Ｐゴシック" pitchFamily="34" charset="-128"/>
                <a:sym typeface="Symbol" pitchFamily="18" charset="2"/>
              </a:rPr>
              <a:t>   </a:t>
            </a:r>
            <a:r>
              <a:rPr lang="en-US" sz="2800" baseline="-25000" dirty="0">
                <a:ea typeface="ＭＳ Ｐゴシック" pitchFamily="34" charset="-128"/>
                <a:sym typeface="Symbol" pitchFamily="18" charset="2"/>
              </a:rPr>
              <a:t></a:t>
            </a:r>
            <a:r>
              <a:rPr lang="en-US" sz="2800" dirty="0">
                <a:ea typeface="ＭＳ Ｐゴシック" pitchFamily="34" charset="-128"/>
                <a:sym typeface="Symbol" pitchFamily="18" charset="2"/>
              </a:rPr>
              <a:t> E</a:t>
            </a:r>
            <a:r>
              <a:rPr lang="en-US" sz="2800" baseline="-25000" dirty="0">
                <a:ea typeface="ＭＳ Ｐゴシック" pitchFamily="34" charset="-128"/>
                <a:sym typeface="Symbol" pitchFamily="18" charset="2"/>
              </a:rPr>
              <a:t>2</a:t>
            </a:r>
            <a:r>
              <a:rPr lang="en-US" sz="2800" dirty="0">
                <a:ea typeface="ＭＳ Ｐゴシック" pitchFamily="34" charset="-128"/>
                <a:sym typeface="Symbol" pitchFamily="18" charset="2"/>
              </a:rPr>
              <a:t>) = (</a:t>
            </a:r>
            <a:r>
              <a:rPr lang="en-US" sz="2800" baseline="-25000" dirty="0">
                <a:ea typeface="ＭＳ Ｐゴシック" pitchFamily="34" charset="-128"/>
                <a:sym typeface="Symbol" pitchFamily="18" charset="2"/>
              </a:rPr>
              <a:t>0</a:t>
            </a:r>
            <a:r>
              <a:rPr lang="en-US" sz="2800" dirty="0">
                <a:ea typeface="ＭＳ Ｐゴシック" pitchFamily="34" charset="-128"/>
                <a:sym typeface="Symbol" pitchFamily="18" charset="2"/>
              </a:rPr>
              <a:t>(E</a:t>
            </a:r>
            <a:r>
              <a:rPr lang="en-US" sz="2800" baseline="-25000" dirty="0">
                <a:ea typeface="ＭＳ Ｐゴシック" pitchFamily="34" charset="-128"/>
                <a:sym typeface="Symbol" pitchFamily="18" charset="2"/>
              </a:rPr>
              <a:t>1</a:t>
            </a:r>
            <a:r>
              <a:rPr lang="en-US" sz="2800" dirty="0">
                <a:ea typeface="ＭＳ Ｐゴシック" pitchFamily="34" charset="-128"/>
                <a:sym typeface="Symbol" pitchFamily="18" charset="2"/>
              </a:rPr>
              <a:t>))    </a:t>
            </a:r>
            <a:r>
              <a:rPr lang="en-US" sz="2800" baseline="-25000" dirty="0">
                <a:ea typeface="ＭＳ Ｐゴシック" pitchFamily="34" charset="-128"/>
                <a:sym typeface="Symbol" pitchFamily="18" charset="2"/>
              </a:rPr>
              <a:t></a:t>
            </a:r>
            <a:r>
              <a:rPr lang="en-US" sz="2800" dirty="0">
                <a:ea typeface="ＭＳ Ｐゴシック" pitchFamily="34" charset="-128"/>
                <a:sym typeface="Symbol" pitchFamily="18" charset="2"/>
              </a:rPr>
              <a:t> E</a:t>
            </a:r>
            <a:r>
              <a:rPr lang="en-US" sz="2800" baseline="-25000" dirty="0">
                <a:ea typeface="ＭＳ Ｐゴシック" pitchFamily="34" charset="-128"/>
                <a:sym typeface="Symbol" pitchFamily="18" charset="2"/>
              </a:rPr>
              <a:t>2</a:t>
            </a:r>
            <a:r>
              <a:rPr lang="en-US" sz="2800" dirty="0">
                <a:ea typeface="ＭＳ Ｐゴシック" pitchFamily="34" charset="-128"/>
                <a:sym typeface="Greek Symbols" pitchFamily="18" charset="2"/>
              </a:rPr>
              <a:t> </a:t>
            </a:r>
            <a:br>
              <a:rPr lang="en-US" sz="2800" dirty="0">
                <a:ea typeface="ＭＳ Ｐゴシック" pitchFamily="34" charset="-128"/>
                <a:sym typeface="Greek Symbols" pitchFamily="18" charset="2"/>
              </a:rPr>
            </a:br>
            <a:endParaRPr lang="en-US" sz="2800" dirty="0">
              <a:ea typeface="ＭＳ Ｐゴシック" pitchFamily="34" charset="-128"/>
              <a:sym typeface="Greek Symbols" pitchFamily="18" charset="2"/>
            </a:endParaRPr>
          </a:p>
          <a:p>
            <a:pPr>
              <a:buFont typeface="Monotype Sorts" charset="2"/>
              <a:buNone/>
            </a:pPr>
            <a:r>
              <a:rPr lang="en-US" sz="2800" dirty="0">
                <a:ea typeface="ＭＳ Ｐゴシック" pitchFamily="34" charset="-128"/>
                <a:sym typeface="Greek Symbols" pitchFamily="18" charset="2"/>
              </a:rPr>
              <a:t>	(b) When </a:t>
            </a:r>
            <a:r>
              <a:rPr lang="en-US" sz="2800" dirty="0">
                <a:ea typeface="ＭＳ Ｐゴシック" pitchFamily="34" charset="-128"/>
                <a:sym typeface="Symbol" pitchFamily="18" charset="2"/>
              </a:rPr>
              <a:t></a:t>
            </a:r>
            <a:r>
              <a:rPr lang="en-US" sz="2800" dirty="0">
                <a:ea typeface="ＭＳ Ｐゴシック" pitchFamily="34" charset="-128"/>
                <a:sym typeface="Greek Symbols" pitchFamily="18" charset="2"/>
              </a:rPr>
              <a:t> </a:t>
            </a:r>
            <a:r>
              <a:rPr lang="en-US" sz="2800" baseline="-25000" dirty="0">
                <a:ea typeface="ＭＳ Ｐゴシック" pitchFamily="34" charset="-128"/>
                <a:sym typeface="Greek Symbols" pitchFamily="18" charset="2"/>
              </a:rPr>
              <a:t>1 </a:t>
            </a:r>
            <a:r>
              <a:rPr lang="en-US" sz="2800" dirty="0">
                <a:ea typeface="ＭＳ Ｐゴシック" pitchFamily="34" charset="-128"/>
                <a:sym typeface="Greek Symbols" pitchFamily="18" charset="2"/>
              </a:rPr>
              <a:t>involves only the attributes of </a:t>
            </a:r>
            <a:r>
              <a:rPr lang="en-US" sz="2800" i="1" dirty="0">
                <a:ea typeface="ＭＳ Ｐゴシック" pitchFamily="34" charset="-128"/>
                <a:sym typeface="Greek Symbols" pitchFamily="18" charset="2"/>
              </a:rPr>
              <a:t>E</a:t>
            </a:r>
            <a:r>
              <a:rPr lang="en-US" sz="2800" baseline="-25000" dirty="0">
                <a:ea typeface="ＭＳ Ｐゴシック" pitchFamily="34" charset="-128"/>
                <a:sym typeface="Greek Symbols" pitchFamily="18" charset="2"/>
              </a:rPr>
              <a:t>1</a:t>
            </a:r>
            <a:r>
              <a:rPr lang="en-US" sz="2800" dirty="0">
                <a:ea typeface="ＭＳ Ｐゴシック" pitchFamily="34" charset="-128"/>
                <a:sym typeface="Greek Symbols" pitchFamily="18" charset="2"/>
              </a:rPr>
              <a:t> and</a:t>
            </a:r>
            <a:r>
              <a:rPr lang="en-US" sz="2800" i="1" dirty="0">
                <a:ea typeface="ＭＳ Ｐゴシック" pitchFamily="34" charset="-128"/>
                <a:sym typeface="Greek Symbols" pitchFamily="18" charset="2"/>
              </a:rPr>
              <a:t> </a:t>
            </a:r>
            <a:r>
              <a:rPr lang="en-US" sz="2800" dirty="0">
                <a:ea typeface="ＭＳ Ｐゴシック" pitchFamily="34" charset="-128"/>
                <a:sym typeface="Symbol" pitchFamily="18" charset="2"/>
              </a:rPr>
              <a:t></a:t>
            </a:r>
            <a:r>
              <a:rPr lang="en-US" sz="2800" baseline="-25000" dirty="0">
                <a:ea typeface="ＭＳ Ｐゴシック" pitchFamily="34" charset="-128"/>
                <a:sym typeface="Greek Symbols" pitchFamily="18" charset="2"/>
              </a:rPr>
              <a:t>2 </a:t>
            </a:r>
            <a:r>
              <a:rPr lang="en-US" sz="2800" dirty="0">
                <a:ea typeface="ＭＳ Ｐゴシック" pitchFamily="34" charset="-128"/>
                <a:sym typeface="Greek Symbols" pitchFamily="18" charset="2"/>
              </a:rPr>
              <a:t> involves  </a:t>
            </a:r>
            <a:r>
              <a:rPr lang="en-US" sz="2800" dirty="0" smtClean="0">
                <a:ea typeface="ＭＳ Ｐゴシック" pitchFamily="34" charset="-128"/>
                <a:sym typeface="Greek Symbols" pitchFamily="18" charset="2"/>
              </a:rPr>
              <a:t>only </a:t>
            </a:r>
            <a:r>
              <a:rPr lang="en-US" sz="2800" dirty="0">
                <a:ea typeface="ＭＳ Ｐゴシック" pitchFamily="34" charset="-128"/>
                <a:sym typeface="Greek Symbols" pitchFamily="18" charset="2"/>
              </a:rPr>
              <a:t>the attributes of </a:t>
            </a:r>
            <a:r>
              <a:rPr lang="en-US" sz="2800" i="1" dirty="0">
                <a:ea typeface="ＭＳ Ｐゴシック" pitchFamily="34" charset="-128"/>
                <a:sym typeface="Greek Symbols" pitchFamily="18" charset="2"/>
              </a:rPr>
              <a:t>E</a:t>
            </a:r>
            <a:r>
              <a:rPr lang="en-US" sz="2800" baseline="-25000" dirty="0">
                <a:ea typeface="ＭＳ Ｐゴシック" pitchFamily="34" charset="-128"/>
                <a:sym typeface="Greek Symbols" pitchFamily="18" charset="2"/>
              </a:rPr>
              <a:t>2</a:t>
            </a:r>
            <a:r>
              <a:rPr lang="en-US" sz="2800" dirty="0">
                <a:ea typeface="ＭＳ Ｐゴシック" pitchFamily="34" charset="-128"/>
                <a:sym typeface="Greek Symbols" pitchFamily="18" charset="2"/>
              </a:rPr>
              <a:t>.</a:t>
            </a:r>
          </a:p>
          <a:p>
            <a:pPr>
              <a:buFont typeface="Monotype Sorts" charset="2"/>
              <a:buNone/>
            </a:pPr>
            <a:r>
              <a:rPr lang="en-US" sz="2800" dirty="0">
                <a:ea typeface="ＭＳ Ｐゴシック" pitchFamily="34" charset="-128"/>
                <a:sym typeface="Symbol" pitchFamily="18" charset="2"/>
              </a:rPr>
              <a:t>	                  </a:t>
            </a:r>
            <a:r>
              <a:rPr lang="en-US" sz="2800" baseline="-25000" dirty="0">
                <a:ea typeface="ＭＳ Ｐゴシック" pitchFamily="34" charset="-128"/>
                <a:sym typeface="Symbol" pitchFamily="18" charset="2"/>
              </a:rPr>
              <a:t>1</a:t>
            </a:r>
            <a:r>
              <a:rPr lang="en-US" sz="2800" dirty="0">
                <a:ea typeface="ＭＳ Ｐゴシック" pitchFamily="34" charset="-128"/>
                <a:sym typeface="Symbol" pitchFamily="18" charset="2"/>
              </a:rPr>
              <a:t></a:t>
            </a:r>
            <a:r>
              <a:rPr lang="en-US" sz="2800" baseline="-25000" dirty="0">
                <a:ea typeface="ＭＳ Ｐゴシック" pitchFamily="34" charset="-128"/>
                <a:sym typeface="Symbol" pitchFamily="18" charset="2"/>
              </a:rPr>
              <a:t> </a:t>
            </a:r>
            <a:r>
              <a:rPr lang="en-US" sz="2800" dirty="0">
                <a:ea typeface="ＭＳ Ｐゴシック" pitchFamily="34" charset="-128"/>
                <a:sym typeface="Symbol" pitchFamily="18" charset="2"/>
              </a:rPr>
              <a:t>E</a:t>
            </a:r>
            <a:r>
              <a:rPr lang="en-US" sz="2800" baseline="-25000" dirty="0">
                <a:ea typeface="ＭＳ Ｐゴシック" pitchFamily="34" charset="-128"/>
                <a:sym typeface="Symbol" pitchFamily="18" charset="2"/>
              </a:rPr>
              <a:t>1</a:t>
            </a:r>
            <a:r>
              <a:rPr lang="en-US" sz="2800" dirty="0">
                <a:ea typeface="ＭＳ Ｐゴシック" pitchFamily="34" charset="-128"/>
                <a:sym typeface="Symbol" pitchFamily="18" charset="2"/>
              </a:rPr>
              <a:t>    </a:t>
            </a:r>
            <a:r>
              <a:rPr lang="en-US" sz="2800" baseline="-25000" dirty="0">
                <a:ea typeface="ＭＳ Ｐゴシック" pitchFamily="34" charset="-128"/>
                <a:sym typeface="Symbol" pitchFamily="18" charset="2"/>
              </a:rPr>
              <a:t></a:t>
            </a:r>
            <a:r>
              <a:rPr lang="en-US" sz="2800" dirty="0">
                <a:ea typeface="ＭＳ Ｐゴシック" pitchFamily="34" charset="-128"/>
                <a:sym typeface="Symbol" pitchFamily="18" charset="2"/>
              </a:rPr>
              <a:t> E</a:t>
            </a:r>
            <a:r>
              <a:rPr lang="en-US" sz="2800" baseline="-25000" dirty="0">
                <a:ea typeface="ＭＳ Ｐゴシック" pitchFamily="34" charset="-128"/>
                <a:sym typeface="Symbol" pitchFamily="18" charset="2"/>
              </a:rPr>
              <a:t>2</a:t>
            </a:r>
            <a:r>
              <a:rPr lang="en-US" sz="2800" dirty="0">
                <a:ea typeface="ＭＳ Ｐゴシック" pitchFamily="34" charset="-128"/>
                <a:sym typeface="Symbol" pitchFamily="18" charset="2"/>
              </a:rPr>
              <a:t>) =  (</a:t>
            </a:r>
            <a:r>
              <a:rPr lang="en-US" sz="2800" baseline="-25000" dirty="0">
                <a:ea typeface="ＭＳ Ｐゴシック" pitchFamily="34" charset="-128"/>
                <a:sym typeface="Symbol" pitchFamily="18" charset="2"/>
              </a:rPr>
              <a:t>1</a:t>
            </a:r>
            <a:r>
              <a:rPr lang="en-US" sz="2800" dirty="0">
                <a:ea typeface="ＭＳ Ｐゴシック" pitchFamily="34" charset="-128"/>
                <a:sym typeface="Symbol" pitchFamily="18" charset="2"/>
              </a:rPr>
              <a:t>(E</a:t>
            </a:r>
            <a:r>
              <a:rPr lang="en-US" sz="2800" baseline="-25000" dirty="0">
                <a:ea typeface="ＭＳ Ｐゴシック" pitchFamily="34" charset="-128"/>
                <a:sym typeface="Symbol" pitchFamily="18" charset="2"/>
              </a:rPr>
              <a:t>1</a:t>
            </a:r>
            <a:r>
              <a:rPr lang="en-US" sz="2800" dirty="0">
                <a:ea typeface="ＭＳ Ｐゴシック" pitchFamily="34" charset="-128"/>
                <a:sym typeface="Symbol" pitchFamily="18" charset="2"/>
              </a:rPr>
              <a:t>))    </a:t>
            </a:r>
            <a:r>
              <a:rPr lang="en-US" sz="2800" baseline="-25000" dirty="0">
                <a:ea typeface="ＭＳ Ｐゴシック" pitchFamily="34" charset="-128"/>
                <a:sym typeface="Symbol" pitchFamily="18" charset="2"/>
              </a:rPr>
              <a:t></a:t>
            </a:r>
            <a:r>
              <a:rPr lang="en-US" sz="2800" dirty="0">
                <a:ea typeface="ＭＳ Ｐゴシック" pitchFamily="34" charset="-128"/>
                <a:sym typeface="Symbol" pitchFamily="18" charset="2"/>
              </a:rPr>
              <a:t> (</a:t>
            </a:r>
            <a:r>
              <a:rPr lang="en-US" sz="2800" baseline="-25000" dirty="0">
                <a:ea typeface="ＭＳ Ｐゴシック" pitchFamily="34" charset="-128"/>
                <a:sym typeface="Symbol" pitchFamily="18" charset="2"/>
              </a:rPr>
              <a:t> </a:t>
            </a:r>
            <a:r>
              <a:rPr lang="en-US" sz="2800" dirty="0">
                <a:ea typeface="ＭＳ Ｐゴシック" pitchFamily="34" charset="-128"/>
                <a:sym typeface="Symbol" pitchFamily="18" charset="2"/>
              </a:rPr>
              <a:t>(E</a:t>
            </a:r>
            <a:r>
              <a:rPr lang="en-US" sz="2800" baseline="-25000" dirty="0">
                <a:ea typeface="ＭＳ Ｐゴシック" pitchFamily="34" charset="-128"/>
                <a:sym typeface="Symbol" pitchFamily="18" charset="2"/>
              </a:rPr>
              <a:t>2</a:t>
            </a:r>
            <a:r>
              <a:rPr lang="en-US" sz="2800" dirty="0">
                <a:ea typeface="ＭＳ Ｐゴシック" pitchFamily="34" charset="-128"/>
                <a:sym typeface="Symbol" pitchFamily="18" charset="2"/>
              </a:rPr>
              <a:t>))</a:t>
            </a:r>
          </a:p>
          <a:p>
            <a:pPr marL="0" indent="0">
              <a:buNone/>
            </a:pPr>
            <a:endParaRPr lang="en-IN" dirty="0"/>
          </a:p>
        </p:txBody>
      </p:sp>
      <p:sp>
        <p:nvSpPr>
          <p:cNvPr id="4" name="AutoShape 7"/>
          <p:cNvSpPr>
            <a:spLocks noChangeArrowheads="1"/>
          </p:cNvSpPr>
          <p:nvPr/>
        </p:nvSpPr>
        <p:spPr bwMode="auto">
          <a:xfrm rot="5400000">
            <a:off x="3454921" y="3580954"/>
            <a:ext cx="188912" cy="173037"/>
          </a:xfrm>
          <a:prstGeom prst="flowChartCollat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p>
            <a:endParaRPr lang="en-US"/>
          </a:p>
        </p:txBody>
      </p:sp>
      <p:sp>
        <p:nvSpPr>
          <p:cNvPr id="5" name="AutoShape 7"/>
          <p:cNvSpPr>
            <a:spLocks noChangeArrowheads="1"/>
          </p:cNvSpPr>
          <p:nvPr/>
        </p:nvSpPr>
        <p:spPr bwMode="auto">
          <a:xfrm rot="5400000">
            <a:off x="6004223" y="3652962"/>
            <a:ext cx="188912" cy="173037"/>
          </a:xfrm>
          <a:prstGeom prst="flowChartCollat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p>
            <a:endParaRPr lang="en-US"/>
          </a:p>
        </p:txBody>
      </p:sp>
      <p:sp>
        <p:nvSpPr>
          <p:cNvPr id="6" name="AutoShape 7"/>
          <p:cNvSpPr>
            <a:spLocks noChangeArrowheads="1"/>
          </p:cNvSpPr>
          <p:nvPr/>
        </p:nvSpPr>
        <p:spPr bwMode="auto">
          <a:xfrm rot="5400000">
            <a:off x="4102993" y="5381154"/>
            <a:ext cx="188912" cy="173037"/>
          </a:xfrm>
          <a:prstGeom prst="flowChartCollat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p>
            <a:endParaRPr lang="en-US"/>
          </a:p>
        </p:txBody>
      </p:sp>
      <p:sp>
        <p:nvSpPr>
          <p:cNvPr id="7" name="AutoShape 7"/>
          <p:cNvSpPr>
            <a:spLocks noChangeArrowheads="1"/>
          </p:cNvSpPr>
          <p:nvPr/>
        </p:nvSpPr>
        <p:spPr bwMode="auto">
          <a:xfrm rot="5400000">
            <a:off x="6695281" y="5309146"/>
            <a:ext cx="188912" cy="173037"/>
          </a:xfrm>
          <a:prstGeom prst="flowChartCollat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p>
            <a:endParaRPr lang="en-US"/>
          </a:p>
        </p:txBody>
      </p:sp>
    </p:spTree>
    <p:extLst>
      <p:ext uri="{BB962C8B-B14F-4D97-AF65-F5344CB8AC3E}">
        <p14:creationId xmlns:p14="http://schemas.microsoft.com/office/powerpoint/2010/main" val="1531897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ea typeface="ＭＳ Ｐゴシック" pitchFamily="34" charset="-128"/>
                <a:cs typeface="Times New Roman" pitchFamily="18" charset="0"/>
              </a:rPr>
              <a:t>Equivalence Rules</a:t>
            </a:r>
            <a:endParaRPr lang="en-IN" dirty="0"/>
          </a:p>
        </p:txBody>
      </p:sp>
      <p:sp>
        <p:nvSpPr>
          <p:cNvPr id="3" name="Content Placeholder 2"/>
          <p:cNvSpPr>
            <a:spLocks noGrp="1"/>
          </p:cNvSpPr>
          <p:nvPr>
            <p:ph sz="quarter" idx="1"/>
          </p:nvPr>
        </p:nvSpPr>
        <p:spPr/>
        <p:txBody>
          <a:bodyPr/>
          <a:lstStyle/>
          <a:p>
            <a:pPr>
              <a:buFont typeface="Monotype Sorts" charset="2"/>
              <a:buNone/>
              <a:tabLst>
                <a:tab pos="3087688" algn="ctr"/>
              </a:tabLst>
            </a:pPr>
            <a:r>
              <a:rPr lang="en-US" dirty="0">
                <a:ea typeface="ＭＳ Ｐゴシック" pitchFamily="34" charset="-128"/>
              </a:rPr>
              <a:t>8.	</a:t>
            </a:r>
            <a:r>
              <a:rPr lang="en-US" sz="2000" dirty="0">
                <a:latin typeface="Times New Roman" pitchFamily="18" charset="0"/>
                <a:ea typeface="ＭＳ Ｐゴシック" pitchFamily="34" charset="-128"/>
                <a:cs typeface="Times New Roman" pitchFamily="18" charset="0"/>
              </a:rPr>
              <a:t>The projection operation distributes over the theta join operation as follows:</a:t>
            </a:r>
          </a:p>
          <a:p>
            <a:pPr>
              <a:buFont typeface="Monotype Sorts" charset="2"/>
              <a:buNone/>
              <a:tabLst>
                <a:tab pos="3087688" algn="ctr"/>
              </a:tabLst>
            </a:pPr>
            <a:r>
              <a:rPr lang="en-US" sz="2000" dirty="0">
                <a:latin typeface="Times New Roman" pitchFamily="18" charset="0"/>
                <a:ea typeface="ＭＳ Ｐゴシック" pitchFamily="34" charset="-128"/>
                <a:cs typeface="Times New Roman" pitchFamily="18" charset="0"/>
              </a:rPr>
              <a:t>	(a) if </a:t>
            </a:r>
            <a:r>
              <a:rPr lang="en-US" sz="2000" dirty="0">
                <a:solidFill>
                  <a:srgbClr val="000000"/>
                </a:solidFill>
                <a:latin typeface="Times New Roman" pitchFamily="18" charset="0"/>
                <a:ea typeface="ＭＳ Ｐゴシック" pitchFamily="34" charset="-128"/>
                <a:cs typeface="Times New Roman" pitchFamily="18" charset="0"/>
                <a:sym typeface="Symbol" pitchFamily="18" charset="2"/>
              </a:rPr>
              <a:t></a:t>
            </a:r>
            <a:r>
              <a:rPr lang="en-US" sz="2000" dirty="0">
                <a:latin typeface="Times New Roman" pitchFamily="18" charset="0"/>
                <a:ea typeface="ＭＳ Ｐゴシック" pitchFamily="34" charset="-128"/>
                <a:cs typeface="Times New Roman" pitchFamily="18" charset="0"/>
                <a:sym typeface="Greek Symbols" pitchFamily="18" charset="2"/>
              </a:rPr>
              <a:t> involves only attributes from </a:t>
            </a:r>
            <a:r>
              <a:rPr lang="en-US" sz="2000" i="1" dirty="0">
                <a:latin typeface="Times New Roman" pitchFamily="18" charset="0"/>
                <a:ea typeface="ＭＳ Ｐゴシック" pitchFamily="34" charset="-128"/>
                <a:cs typeface="Times New Roman" pitchFamily="18" charset="0"/>
                <a:sym typeface="Greek Symbols" pitchFamily="18" charset="2"/>
              </a:rPr>
              <a:t>L</a:t>
            </a:r>
            <a:r>
              <a:rPr lang="en-US" sz="2000" baseline="-25000" dirty="0">
                <a:latin typeface="Times New Roman" pitchFamily="18" charset="0"/>
                <a:ea typeface="ＭＳ Ｐゴシック" pitchFamily="34" charset="-128"/>
                <a:cs typeface="Times New Roman" pitchFamily="18" charset="0"/>
                <a:sym typeface="Greek Symbols" pitchFamily="18" charset="2"/>
              </a:rPr>
              <a:t>1</a:t>
            </a:r>
            <a:r>
              <a:rPr lang="en-US" sz="2000" dirty="0">
                <a:latin typeface="Times New Roman" pitchFamily="18" charset="0"/>
                <a:ea typeface="ＭＳ Ｐゴシック" pitchFamily="34" charset="-128"/>
                <a:cs typeface="Times New Roman" pitchFamily="18" charset="0"/>
                <a:sym typeface="Greek Symbols" pitchFamily="18" charset="2"/>
              </a:rPr>
              <a:t> </a:t>
            </a:r>
            <a:r>
              <a:rPr lang="en-US" sz="2000" dirty="0">
                <a:latin typeface="Times New Roman" pitchFamily="18" charset="0"/>
                <a:ea typeface="ＭＳ Ｐゴシック" pitchFamily="34" charset="-128"/>
                <a:cs typeface="Times New Roman" pitchFamily="18" charset="0"/>
                <a:sym typeface="Symbol" pitchFamily="18" charset="2"/>
              </a:rPr>
              <a:t> </a:t>
            </a:r>
            <a:r>
              <a:rPr lang="en-US" sz="2000" i="1" dirty="0">
                <a:latin typeface="Times New Roman" pitchFamily="18" charset="0"/>
                <a:ea typeface="ＭＳ Ｐゴシック" pitchFamily="34" charset="-128"/>
                <a:cs typeface="Times New Roman" pitchFamily="18" charset="0"/>
                <a:sym typeface="Symbol" pitchFamily="18" charset="2"/>
              </a:rPr>
              <a:t>L</a:t>
            </a:r>
            <a:r>
              <a:rPr lang="en-US" sz="2000" baseline="-25000" dirty="0">
                <a:latin typeface="Times New Roman" pitchFamily="18" charset="0"/>
                <a:ea typeface="ＭＳ Ｐゴシック" pitchFamily="34" charset="-128"/>
                <a:cs typeface="Times New Roman" pitchFamily="18" charset="0"/>
                <a:sym typeface="Symbol" pitchFamily="18" charset="2"/>
              </a:rPr>
              <a:t>2</a:t>
            </a:r>
            <a:r>
              <a:rPr lang="en-US" sz="2000" dirty="0">
                <a:latin typeface="Times New Roman" pitchFamily="18" charset="0"/>
                <a:ea typeface="ＭＳ Ｐゴシック" pitchFamily="34" charset="-128"/>
                <a:cs typeface="Times New Roman" pitchFamily="18" charset="0"/>
                <a:sym typeface="Symbol" pitchFamily="18" charset="2"/>
              </a:rPr>
              <a:t>:</a:t>
            </a:r>
            <a:br>
              <a:rPr lang="en-US" sz="2000" dirty="0">
                <a:latin typeface="Times New Roman" pitchFamily="18" charset="0"/>
                <a:ea typeface="ＭＳ Ｐゴシック" pitchFamily="34" charset="-128"/>
                <a:cs typeface="Times New Roman" pitchFamily="18" charset="0"/>
                <a:sym typeface="Symbol" pitchFamily="18" charset="2"/>
              </a:rPr>
            </a:br>
            <a:r>
              <a:rPr lang="en-US" sz="2000" dirty="0">
                <a:latin typeface="Times New Roman" pitchFamily="18" charset="0"/>
                <a:ea typeface="ＭＳ Ｐゴシック" pitchFamily="34" charset="-128"/>
                <a:cs typeface="Times New Roman" pitchFamily="18" charset="0"/>
                <a:sym typeface="Symbol" pitchFamily="18" charset="2"/>
              </a:rPr>
              <a:t/>
            </a:r>
            <a:br>
              <a:rPr lang="en-US" sz="2000" dirty="0">
                <a:latin typeface="Times New Roman" pitchFamily="18" charset="0"/>
                <a:ea typeface="ＭＳ Ｐゴシック" pitchFamily="34" charset="-128"/>
                <a:cs typeface="Times New Roman" pitchFamily="18" charset="0"/>
                <a:sym typeface="Symbol" pitchFamily="18" charset="2"/>
              </a:rPr>
            </a:br>
            <a:r>
              <a:rPr lang="en-US" sz="2000" dirty="0">
                <a:latin typeface="Times New Roman" pitchFamily="18" charset="0"/>
                <a:ea typeface="ＭＳ Ｐゴシック" pitchFamily="34" charset="-128"/>
                <a:cs typeface="Times New Roman" pitchFamily="18" charset="0"/>
                <a:sym typeface="Symbol" pitchFamily="18" charset="2"/>
              </a:rPr>
              <a:t>	</a:t>
            </a:r>
          </a:p>
          <a:p>
            <a:pPr>
              <a:buFont typeface="Monotype Sorts" charset="2"/>
              <a:buNone/>
              <a:tabLst>
                <a:tab pos="3087688" algn="ctr"/>
              </a:tabLst>
            </a:pPr>
            <a:r>
              <a:rPr lang="en-US" sz="2000" dirty="0">
                <a:latin typeface="Times New Roman" pitchFamily="18" charset="0"/>
                <a:ea typeface="ＭＳ Ｐゴシック" pitchFamily="34" charset="-128"/>
                <a:cs typeface="Times New Roman" pitchFamily="18" charset="0"/>
                <a:sym typeface="Symbol" pitchFamily="18" charset="2"/>
              </a:rPr>
              <a:t>	(b) Consider a join </a:t>
            </a:r>
            <a:r>
              <a:rPr lang="en-US" sz="2000" i="1" dirty="0">
                <a:latin typeface="Times New Roman" pitchFamily="18" charset="0"/>
                <a:ea typeface="ＭＳ Ｐゴシック" pitchFamily="34" charset="-128"/>
                <a:cs typeface="Times New Roman" pitchFamily="18" charset="0"/>
                <a:sym typeface="Symbol" pitchFamily="18" charset="2"/>
              </a:rPr>
              <a:t>E</a:t>
            </a:r>
            <a:r>
              <a:rPr lang="en-US" sz="2000" baseline="-25000" dirty="0">
                <a:latin typeface="Times New Roman" pitchFamily="18" charset="0"/>
                <a:ea typeface="ＭＳ Ｐゴシック" pitchFamily="34" charset="-128"/>
                <a:cs typeface="Times New Roman" pitchFamily="18" charset="0"/>
                <a:sym typeface="Symbol" pitchFamily="18" charset="2"/>
              </a:rPr>
              <a:t>1      </a:t>
            </a:r>
            <a:r>
              <a:rPr lang="en-US" sz="2000" i="1" dirty="0">
                <a:latin typeface="Times New Roman" pitchFamily="18" charset="0"/>
                <a:ea typeface="ＭＳ Ｐゴシック" pitchFamily="34" charset="-128"/>
                <a:cs typeface="Times New Roman" pitchFamily="18" charset="0"/>
                <a:sym typeface="Greek Symbols" pitchFamily="18" charset="2"/>
              </a:rPr>
              <a:t> E</a:t>
            </a:r>
            <a:r>
              <a:rPr lang="en-US" sz="2000" baseline="-25000" dirty="0">
                <a:latin typeface="Times New Roman" pitchFamily="18" charset="0"/>
                <a:ea typeface="ＭＳ Ｐゴシック" pitchFamily="34" charset="-128"/>
                <a:cs typeface="Times New Roman" pitchFamily="18" charset="0"/>
                <a:sym typeface="Greek Symbols" pitchFamily="18" charset="2"/>
              </a:rPr>
              <a:t>2</a:t>
            </a:r>
            <a:r>
              <a:rPr lang="en-US" sz="2000" dirty="0">
                <a:latin typeface="Times New Roman" pitchFamily="18" charset="0"/>
                <a:ea typeface="ＭＳ Ｐゴシック" pitchFamily="34" charset="-128"/>
                <a:cs typeface="Times New Roman" pitchFamily="18" charset="0"/>
                <a:sym typeface="Greek Symbols" pitchFamily="18" charset="2"/>
              </a:rPr>
              <a:t>. </a:t>
            </a:r>
          </a:p>
          <a:p>
            <a:pPr lvl="1">
              <a:tabLst>
                <a:tab pos="3087688" algn="ctr"/>
              </a:tabLst>
            </a:pPr>
            <a:r>
              <a:rPr lang="en-US" sz="2000" dirty="0">
                <a:latin typeface="Times New Roman" pitchFamily="18" charset="0"/>
                <a:ea typeface="ＭＳ Ｐゴシック" pitchFamily="34" charset="-128"/>
                <a:cs typeface="Times New Roman" pitchFamily="18" charset="0"/>
                <a:sym typeface="Greek Symbols" pitchFamily="18" charset="2"/>
              </a:rPr>
              <a:t> Let </a:t>
            </a:r>
            <a:r>
              <a:rPr lang="en-US" sz="2000" i="1" dirty="0">
                <a:latin typeface="Times New Roman" pitchFamily="18" charset="0"/>
                <a:ea typeface="ＭＳ Ｐゴシック" pitchFamily="34" charset="-128"/>
                <a:cs typeface="Times New Roman" pitchFamily="18" charset="0"/>
                <a:sym typeface="Greek Symbols" pitchFamily="18" charset="2"/>
              </a:rPr>
              <a:t>L</a:t>
            </a:r>
            <a:r>
              <a:rPr lang="en-US" sz="2000" baseline="-25000" dirty="0">
                <a:latin typeface="Times New Roman" pitchFamily="18" charset="0"/>
                <a:ea typeface="ＭＳ Ｐゴシック" pitchFamily="34" charset="-128"/>
                <a:cs typeface="Times New Roman" pitchFamily="18" charset="0"/>
                <a:sym typeface="Greek Symbols" pitchFamily="18" charset="2"/>
              </a:rPr>
              <a:t>1</a:t>
            </a:r>
            <a:r>
              <a:rPr lang="en-US" sz="2000" dirty="0">
                <a:latin typeface="Times New Roman" pitchFamily="18" charset="0"/>
                <a:ea typeface="ＭＳ Ｐゴシック" pitchFamily="34" charset="-128"/>
                <a:cs typeface="Times New Roman" pitchFamily="18" charset="0"/>
                <a:sym typeface="Greek Symbols" pitchFamily="18" charset="2"/>
              </a:rPr>
              <a:t> and </a:t>
            </a:r>
            <a:r>
              <a:rPr lang="en-US" sz="2000" i="1" dirty="0">
                <a:latin typeface="Times New Roman" pitchFamily="18" charset="0"/>
                <a:ea typeface="ＭＳ Ｐゴシック" pitchFamily="34" charset="-128"/>
                <a:cs typeface="Times New Roman" pitchFamily="18" charset="0"/>
                <a:sym typeface="Symbol" pitchFamily="18" charset="2"/>
              </a:rPr>
              <a:t>L</a:t>
            </a:r>
            <a:r>
              <a:rPr lang="en-US" sz="2000" baseline="-25000" dirty="0">
                <a:latin typeface="Times New Roman" pitchFamily="18" charset="0"/>
                <a:ea typeface="ＭＳ Ｐゴシック" pitchFamily="34" charset="-128"/>
                <a:cs typeface="Times New Roman" pitchFamily="18" charset="0"/>
                <a:sym typeface="Symbol" pitchFamily="18" charset="2"/>
              </a:rPr>
              <a:t>2</a:t>
            </a:r>
            <a:r>
              <a:rPr lang="en-US" sz="2000" dirty="0">
                <a:latin typeface="Times New Roman" pitchFamily="18" charset="0"/>
                <a:ea typeface="ＭＳ Ｐゴシック" pitchFamily="34" charset="-128"/>
                <a:cs typeface="Times New Roman" pitchFamily="18" charset="0"/>
                <a:sym typeface="Symbol" pitchFamily="18" charset="2"/>
              </a:rPr>
              <a:t> be sets of attributes from </a:t>
            </a:r>
            <a:r>
              <a:rPr lang="en-US" sz="2000" i="1" dirty="0">
                <a:latin typeface="Times New Roman" pitchFamily="18" charset="0"/>
                <a:ea typeface="ＭＳ Ｐゴシック" pitchFamily="34" charset="-128"/>
                <a:cs typeface="Times New Roman" pitchFamily="18" charset="0"/>
                <a:sym typeface="Symbol" pitchFamily="18" charset="2"/>
              </a:rPr>
              <a:t>E</a:t>
            </a:r>
            <a:r>
              <a:rPr lang="en-US" sz="2000" baseline="-25000" dirty="0">
                <a:latin typeface="Times New Roman" pitchFamily="18" charset="0"/>
                <a:ea typeface="ＭＳ Ｐゴシック" pitchFamily="34" charset="-128"/>
                <a:cs typeface="Times New Roman" pitchFamily="18" charset="0"/>
                <a:sym typeface="Symbol" pitchFamily="18" charset="2"/>
              </a:rPr>
              <a:t>1</a:t>
            </a:r>
            <a:r>
              <a:rPr lang="en-US" sz="2000" dirty="0">
                <a:latin typeface="Times New Roman" pitchFamily="18" charset="0"/>
                <a:ea typeface="ＭＳ Ｐゴシック" pitchFamily="34" charset="-128"/>
                <a:cs typeface="Times New Roman" pitchFamily="18" charset="0"/>
                <a:sym typeface="Symbol" pitchFamily="18" charset="2"/>
              </a:rPr>
              <a:t> and </a:t>
            </a:r>
            <a:r>
              <a:rPr lang="en-US" sz="2000" i="1" dirty="0">
                <a:latin typeface="Times New Roman" pitchFamily="18" charset="0"/>
                <a:ea typeface="ＭＳ Ｐゴシック" pitchFamily="34" charset="-128"/>
                <a:cs typeface="Times New Roman" pitchFamily="18" charset="0"/>
                <a:sym typeface="Greek Symbols" pitchFamily="18" charset="2"/>
              </a:rPr>
              <a:t>E</a:t>
            </a:r>
            <a:r>
              <a:rPr lang="en-US" sz="2000" baseline="-25000" dirty="0">
                <a:latin typeface="Times New Roman" pitchFamily="18" charset="0"/>
                <a:ea typeface="ＭＳ Ｐゴシック" pitchFamily="34" charset="-128"/>
                <a:cs typeface="Times New Roman" pitchFamily="18" charset="0"/>
                <a:sym typeface="Greek Symbols" pitchFamily="18" charset="2"/>
              </a:rPr>
              <a:t>2</a:t>
            </a:r>
            <a:r>
              <a:rPr lang="en-US" sz="2000" dirty="0">
                <a:latin typeface="Times New Roman" pitchFamily="18" charset="0"/>
                <a:ea typeface="ＭＳ Ｐゴシック" pitchFamily="34" charset="-128"/>
                <a:cs typeface="Times New Roman" pitchFamily="18" charset="0"/>
                <a:sym typeface="Greek Symbols" pitchFamily="18" charset="2"/>
              </a:rPr>
              <a:t>, respectively.  </a:t>
            </a:r>
          </a:p>
          <a:p>
            <a:pPr lvl="1">
              <a:tabLst>
                <a:tab pos="3087688" algn="ctr"/>
              </a:tabLst>
            </a:pPr>
            <a:r>
              <a:rPr lang="en-US" sz="2000" dirty="0">
                <a:latin typeface="Times New Roman" pitchFamily="18" charset="0"/>
                <a:ea typeface="ＭＳ Ｐゴシック" pitchFamily="34" charset="-128"/>
                <a:cs typeface="Times New Roman" pitchFamily="18" charset="0"/>
                <a:sym typeface="Greek Symbols" pitchFamily="18" charset="2"/>
              </a:rPr>
              <a:t>Let </a:t>
            </a:r>
            <a:r>
              <a:rPr lang="en-US" sz="2000" i="1" dirty="0">
                <a:latin typeface="Times New Roman" pitchFamily="18" charset="0"/>
                <a:ea typeface="ＭＳ Ｐゴシック" pitchFamily="34" charset="-128"/>
                <a:cs typeface="Times New Roman" pitchFamily="18" charset="0"/>
                <a:sym typeface="Symbol" pitchFamily="18" charset="2"/>
              </a:rPr>
              <a:t>L</a:t>
            </a:r>
            <a:r>
              <a:rPr lang="en-US" sz="2000" baseline="-25000" dirty="0">
                <a:latin typeface="Times New Roman" pitchFamily="18" charset="0"/>
                <a:ea typeface="ＭＳ Ｐゴシック" pitchFamily="34" charset="-128"/>
                <a:cs typeface="Times New Roman" pitchFamily="18" charset="0"/>
                <a:sym typeface="Symbol" pitchFamily="18" charset="2"/>
              </a:rPr>
              <a:t>3</a:t>
            </a:r>
            <a:r>
              <a:rPr lang="en-US" sz="2000" dirty="0">
                <a:latin typeface="Times New Roman" pitchFamily="18" charset="0"/>
                <a:ea typeface="ＭＳ Ｐゴシック" pitchFamily="34" charset="-128"/>
                <a:cs typeface="Times New Roman" pitchFamily="18" charset="0"/>
                <a:sym typeface="Symbol" pitchFamily="18" charset="2"/>
              </a:rPr>
              <a:t> be attributes of </a:t>
            </a:r>
            <a:r>
              <a:rPr lang="en-US" sz="2000" i="1" dirty="0">
                <a:latin typeface="Times New Roman" pitchFamily="18" charset="0"/>
                <a:ea typeface="ＭＳ Ｐゴシック" pitchFamily="34" charset="-128"/>
                <a:cs typeface="Times New Roman" pitchFamily="18" charset="0"/>
                <a:sym typeface="Symbol" pitchFamily="18" charset="2"/>
              </a:rPr>
              <a:t>E</a:t>
            </a:r>
            <a:r>
              <a:rPr lang="en-US" sz="2000" baseline="-25000" dirty="0">
                <a:latin typeface="Times New Roman" pitchFamily="18" charset="0"/>
                <a:ea typeface="ＭＳ Ｐゴシック" pitchFamily="34" charset="-128"/>
                <a:cs typeface="Times New Roman" pitchFamily="18" charset="0"/>
                <a:sym typeface="Symbol" pitchFamily="18" charset="2"/>
              </a:rPr>
              <a:t>1</a:t>
            </a:r>
            <a:r>
              <a:rPr lang="en-US" sz="2000" dirty="0">
                <a:latin typeface="Times New Roman" pitchFamily="18" charset="0"/>
                <a:ea typeface="ＭＳ Ｐゴシック" pitchFamily="34" charset="-128"/>
                <a:cs typeface="Times New Roman" pitchFamily="18" charset="0"/>
                <a:sym typeface="Symbol" pitchFamily="18" charset="2"/>
              </a:rPr>
              <a:t> that are involved in join condition </a:t>
            </a:r>
            <a:r>
              <a:rPr lang="en-US" sz="2000" i="1" dirty="0">
                <a:latin typeface="Times New Roman" pitchFamily="18" charset="0"/>
                <a:ea typeface="ＭＳ Ｐゴシック" pitchFamily="34" charset="-128"/>
                <a:cs typeface="Times New Roman" pitchFamily="18" charset="0"/>
                <a:sym typeface="Greek Symbols" pitchFamily="18" charset="2"/>
              </a:rPr>
              <a:t>, </a:t>
            </a:r>
            <a:r>
              <a:rPr lang="en-US" sz="2000" dirty="0">
                <a:latin typeface="Times New Roman" pitchFamily="18" charset="0"/>
                <a:ea typeface="ＭＳ Ｐゴシック" pitchFamily="34" charset="-128"/>
                <a:cs typeface="Times New Roman" pitchFamily="18" charset="0"/>
                <a:sym typeface="Greek Symbols" pitchFamily="18" charset="2"/>
              </a:rPr>
              <a:t>but are not in </a:t>
            </a:r>
            <a:r>
              <a:rPr lang="en-US" sz="2000" i="1" dirty="0">
                <a:latin typeface="Times New Roman" pitchFamily="18" charset="0"/>
                <a:ea typeface="ＭＳ Ｐゴシック" pitchFamily="34" charset="-128"/>
                <a:cs typeface="Times New Roman" pitchFamily="18" charset="0"/>
                <a:sym typeface="Greek Symbols" pitchFamily="18" charset="2"/>
              </a:rPr>
              <a:t>L</a:t>
            </a:r>
            <a:r>
              <a:rPr lang="en-US" sz="2000" baseline="-25000" dirty="0">
                <a:latin typeface="Times New Roman" pitchFamily="18" charset="0"/>
                <a:ea typeface="ＭＳ Ｐゴシック" pitchFamily="34" charset="-128"/>
                <a:cs typeface="Times New Roman" pitchFamily="18" charset="0"/>
                <a:sym typeface="Greek Symbols" pitchFamily="18" charset="2"/>
              </a:rPr>
              <a:t>1</a:t>
            </a:r>
            <a:r>
              <a:rPr lang="en-US" sz="2000" dirty="0">
                <a:latin typeface="Times New Roman" pitchFamily="18" charset="0"/>
                <a:ea typeface="ＭＳ Ｐゴシック" pitchFamily="34" charset="-128"/>
                <a:cs typeface="Times New Roman" pitchFamily="18" charset="0"/>
                <a:sym typeface="Greek Symbols" pitchFamily="18" charset="2"/>
              </a:rPr>
              <a:t> </a:t>
            </a:r>
            <a:r>
              <a:rPr lang="en-US" sz="2000" dirty="0">
                <a:latin typeface="Times New Roman" pitchFamily="18" charset="0"/>
                <a:ea typeface="ＭＳ Ｐゴシック" pitchFamily="34" charset="-128"/>
                <a:cs typeface="Times New Roman" pitchFamily="18" charset="0"/>
                <a:sym typeface="Symbol" pitchFamily="18" charset="2"/>
              </a:rPr>
              <a:t> </a:t>
            </a:r>
            <a:r>
              <a:rPr lang="en-US" sz="2000" i="1" dirty="0">
                <a:latin typeface="Times New Roman" pitchFamily="18" charset="0"/>
                <a:ea typeface="ＭＳ Ｐゴシック" pitchFamily="34" charset="-128"/>
                <a:cs typeface="Times New Roman" pitchFamily="18" charset="0"/>
                <a:sym typeface="Symbol" pitchFamily="18" charset="2"/>
              </a:rPr>
              <a:t>L</a:t>
            </a:r>
            <a:r>
              <a:rPr lang="en-US" sz="2000" baseline="-25000" dirty="0">
                <a:latin typeface="Times New Roman" pitchFamily="18" charset="0"/>
                <a:ea typeface="ＭＳ Ｐゴシック" pitchFamily="34" charset="-128"/>
                <a:cs typeface="Times New Roman" pitchFamily="18" charset="0"/>
                <a:sym typeface="Symbol" pitchFamily="18" charset="2"/>
              </a:rPr>
              <a:t>2</a:t>
            </a:r>
            <a:r>
              <a:rPr lang="en-US" sz="2000" dirty="0">
                <a:latin typeface="Times New Roman" pitchFamily="18" charset="0"/>
                <a:ea typeface="ＭＳ Ｐゴシック" pitchFamily="34" charset="-128"/>
                <a:cs typeface="Times New Roman" pitchFamily="18" charset="0"/>
                <a:sym typeface="Symbol" pitchFamily="18" charset="2"/>
              </a:rPr>
              <a:t>, and</a:t>
            </a:r>
          </a:p>
          <a:p>
            <a:pPr lvl="1">
              <a:tabLst>
                <a:tab pos="3087688" algn="ctr"/>
              </a:tabLst>
            </a:pPr>
            <a:r>
              <a:rPr lang="en-US" sz="2000" dirty="0">
                <a:latin typeface="Times New Roman" pitchFamily="18" charset="0"/>
                <a:ea typeface="ＭＳ Ｐゴシック" pitchFamily="34" charset="-128"/>
                <a:cs typeface="Times New Roman" pitchFamily="18" charset="0"/>
                <a:sym typeface="Symbol" pitchFamily="18" charset="2"/>
              </a:rPr>
              <a:t> let </a:t>
            </a:r>
            <a:r>
              <a:rPr lang="en-US" sz="2000" i="1" dirty="0">
                <a:latin typeface="Times New Roman" pitchFamily="18" charset="0"/>
                <a:ea typeface="ＭＳ Ｐゴシック" pitchFamily="34" charset="-128"/>
                <a:cs typeface="Times New Roman" pitchFamily="18" charset="0"/>
                <a:sym typeface="Greek Symbols" pitchFamily="18" charset="2"/>
              </a:rPr>
              <a:t>L</a:t>
            </a:r>
            <a:r>
              <a:rPr lang="en-US" sz="2000" baseline="-25000" dirty="0">
                <a:latin typeface="Times New Roman" pitchFamily="18" charset="0"/>
                <a:ea typeface="ＭＳ Ｐゴシック" pitchFamily="34" charset="-128"/>
                <a:cs typeface="Times New Roman" pitchFamily="18" charset="0"/>
                <a:sym typeface="Greek Symbols" pitchFamily="18" charset="2"/>
              </a:rPr>
              <a:t>4</a:t>
            </a:r>
            <a:r>
              <a:rPr lang="en-US" sz="2000" dirty="0">
                <a:latin typeface="Times New Roman" pitchFamily="18" charset="0"/>
                <a:ea typeface="ＭＳ Ｐゴシック" pitchFamily="34" charset="-128"/>
                <a:cs typeface="Times New Roman" pitchFamily="18" charset="0"/>
                <a:sym typeface="Greek Symbols" pitchFamily="18" charset="2"/>
              </a:rPr>
              <a:t> be attributes of </a:t>
            </a:r>
            <a:r>
              <a:rPr lang="en-US" sz="2000" i="1" dirty="0">
                <a:latin typeface="Times New Roman" pitchFamily="18" charset="0"/>
                <a:ea typeface="ＭＳ Ｐゴシック" pitchFamily="34" charset="-128"/>
                <a:cs typeface="Times New Roman" pitchFamily="18" charset="0"/>
                <a:sym typeface="Greek Symbols" pitchFamily="18" charset="2"/>
              </a:rPr>
              <a:t>E</a:t>
            </a:r>
            <a:r>
              <a:rPr lang="en-US" sz="2000" baseline="-25000" dirty="0">
                <a:latin typeface="Times New Roman" pitchFamily="18" charset="0"/>
                <a:ea typeface="ＭＳ Ｐゴシック" pitchFamily="34" charset="-128"/>
                <a:cs typeface="Times New Roman" pitchFamily="18" charset="0"/>
                <a:sym typeface="Greek Symbols" pitchFamily="18" charset="2"/>
              </a:rPr>
              <a:t>2 </a:t>
            </a:r>
            <a:r>
              <a:rPr lang="en-US" sz="2000" dirty="0">
                <a:latin typeface="Times New Roman" pitchFamily="18" charset="0"/>
                <a:ea typeface="ＭＳ Ｐゴシック" pitchFamily="34" charset="-128"/>
                <a:cs typeface="Times New Roman" pitchFamily="18" charset="0"/>
                <a:sym typeface="Greek Symbols" pitchFamily="18" charset="2"/>
              </a:rPr>
              <a:t>that are involved in join condition </a:t>
            </a:r>
            <a:r>
              <a:rPr lang="en-US" sz="2000" dirty="0">
                <a:latin typeface="Times New Roman" pitchFamily="18" charset="0"/>
                <a:ea typeface="ＭＳ Ｐゴシック" pitchFamily="34" charset="-128"/>
                <a:cs typeface="Times New Roman" pitchFamily="18" charset="0"/>
                <a:sym typeface="Symbol" pitchFamily="18" charset="2"/>
              </a:rPr>
              <a:t></a:t>
            </a:r>
            <a:r>
              <a:rPr lang="en-US" sz="2000" dirty="0">
                <a:latin typeface="Times New Roman" pitchFamily="18" charset="0"/>
                <a:ea typeface="ＭＳ Ｐゴシック" pitchFamily="34" charset="-128"/>
                <a:cs typeface="Times New Roman" pitchFamily="18" charset="0"/>
                <a:sym typeface="Greek Symbols" pitchFamily="18" charset="2"/>
              </a:rPr>
              <a:t>, but are not in </a:t>
            </a:r>
            <a:r>
              <a:rPr lang="en-US" sz="2000" i="1" dirty="0">
                <a:latin typeface="Times New Roman" pitchFamily="18" charset="0"/>
                <a:ea typeface="ＭＳ Ｐゴシック" pitchFamily="34" charset="-128"/>
                <a:cs typeface="Times New Roman" pitchFamily="18" charset="0"/>
                <a:sym typeface="Greek Symbols" pitchFamily="18" charset="2"/>
              </a:rPr>
              <a:t>L</a:t>
            </a:r>
            <a:r>
              <a:rPr lang="en-US" sz="2000" baseline="-25000" dirty="0">
                <a:latin typeface="Times New Roman" pitchFamily="18" charset="0"/>
                <a:ea typeface="ＭＳ Ｐゴシック" pitchFamily="34" charset="-128"/>
                <a:cs typeface="Times New Roman" pitchFamily="18" charset="0"/>
                <a:sym typeface="Greek Symbols" pitchFamily="18" charset="2"/>
              </a:rPr>
              <a:t>1</a:t>
            </a:r>
            <a:r>
              <a:rPr lang="en-US" sz="2000" dirty="0">
                <a:latin typeface="Times New Roman" pitchFamily="18" charset="0"/>
                <a:ea typeface="ＭＳ Ｐゴシック" pitchFamily="34" charset="-128"/>
                <a:cs typeface="Times New Roman" pitchFamily="18" charset="0"/>
                <a:sym typeface="Greek Symbols" pitchFamily="18" charset="2"/>
              </a:rPr>
              <a:t> </a:t>
            </a:r>
            <a:r>
              <a:rPr lang="en-US" sz="2000" dirty="0">
                <a:latin typeface="Times New Roman" pitchFamily="18" charset="0"/>
                <a:ea typeface="ＭＳ Ｐゴシック" pitchFamily="34" charset="-128"/>
                <a:cs typeface="Times New Roman" pitchFamily="18" charset="0"/>
                <a:sym typeface="Symbol" pitchFamily="18" charset="2"/>
              </a:rPr>
              <a:t> </a:t>
            </a:r>
            <a:r>
              <a:rPr lang="en-US" sz="2000" i="1" dirty="0">
                <a:latin typeface="Times New Roman" pitchFamily="18" charset="0"/>
                <a:ea typeface="ＭＳ Ｐゴシック" pitchFamily="34" charset="-128"/>
                <a:cs typeface="Times New Roman" pitchFamily="18" charset="0"/>
                <a:sym typeface="Symbol" pitchFamily="18" charset="2"/>
              </a:rPr>
              <a:t>L</a:t>
            </a:r>
            <a:r>
              <a:rPr lang="en-US" sz="2000" baseline="-25000" dirty="0">
                <a:latin typeface="Times New Roman" pitchFamily="18" charset="0"/>
                <a:ea typeface="ＭＳ Ｐゴシック" pitchFamily="34" charset="-128"/>
                <a:cs typeface="Times New Roman" pitchFamily="18" charset="0"/>
                <a:sym typeface="Symbol" pitchFamily="18" charset="2"/>
              </a:rPr>
              <a:t>2</a:t>
            </a:r>
            <a:r>
              <a:rPr lang="en-US" sz="2000" dirty="0">
                <a:latin typeface="Times New Roman" pitchFamily="18" charset="0"/>
                <a:ea typeface="ＭＳ Ｐゴシック" pitchFamily="34" charset="-128"/>
                <a:cs typeface="Times New Roman" pitchFamily="18" charset="0"/>
                <a:sym typeface="Symbol" pitchFamily="18" charset="2"/>
              </a:rPr>
              <a:t>.</a:t>
            </a:r>
          </a:p>
          <a:p>
            <a:pPr marL="0" indent="0">
              <a:buNone/>
            </a:pPr>
            <a:endParaRPr lang="en-IN" dirty="0"/>
          </a:p>
        </p:txBody>
      </p:sp>
      <p:grpSp>
        <p:nvGrpSpPr>
          <p:cNvPr id="4" name="Group 94"/>
          <p:cNvGrpSpPr>
            <a:grpSpLocks/>
          </p:cNvGrpSpPr>
          <p:nvPr/>
        </p:nvGrpSpPr>
        <p:grpSpPr bwMode="auto">
          <a:xfrm>
            <a:off x="2435225" y="2668910"/>
            <a:ext cx="4603750" cy="400050"/>
            <a:chOff x="1515" y="1364"/>
            <a:chExt cx="2920" cy="271"/>
          </a:xfrm>
        </p:grpSpPr>
        <p:sp>
          <p:nvSpPr>
            <p:cNvPr id="5" name="Rectangle 14"/>
            <p:cNvSpPr>
              <a:spLocks noChangeArrowheads="1"/>
            </p:cNvSpPr>
            <p:nvPr/>
          </p:nvSpPr>
          <p:spPr bwMode="auto">
            <a:xfrm>
              <a:off x="4316" y="1383"/>
              <a:ext cx="119"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a:solidFill>
                    <a:srgbClr val="000000"/>
                  </a:solidFill>
                  <a:latin typeface="Times New Roman" pitchFamily="18" charset="0"/>
                </a:rPr>
                <a:t>))</a:t>
              </a:r>
              <a:endParaRPr lang="en-US"/>
            </a:p>
          </p:txBody>
        </p:sp>
        <p:sp>
          <p:nvSpPr>
            <p:cNvPr id="6" name="Rectangle 15"/>
            <p:cNvSpPr>
              <a:spLocks noChangeArrowheads="1"/>
            </p:cNvSpPr>
            <p:nvPr/>
          </p:nvSpPr>
          <p:spPr bwMode="auto">
            <a:xfrm>
              <a:off x="4072" y="1383"/>
              <a:ext cx="60"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a:solidFill>
                    <a:srgbClr val="000000"/>
                  </a:solidFill>
                  <a:latin typeface="Times New Roman" pitchFamily="18" charset="0"/>
                </a:rPr>
                <a:t>(</a:t>
              </a:r>
              <a:endParaRPr lang="en-US"/>
            </a:p>
          </p:txBody>
        </p:sp>
        <p:sp>
          <p:nvSpPr>
            <p:cNvPr id="7" name="Rectangle 16"/>
            <p:cNvSpPr>
              <a:spLocks noChangeArrowheads="1"/>
            </p:cNvSpPr>
            <p:nvPr/>
          </p:nvSpPr>
          <p:spPr bwMode="auto">
            <a:xfrm>
              <a:off x="3736" y="1383"/>
              <a:ext cx="59"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a:solidFill>
                    <a:srgbClr val="000000"/>
                  </a:solidFill>
                  <a:latin typeface="Times New Roman" pitchFamily="18" charset="0"/>
                </a:rPr>
                <a:t>(</a:t>
              </a:r>
              <a:endParaRPr lang="en-US"/>
            </a:p>
          </p:txBody>
        </p:sp>
        <p:sp>
          <p:nvSpPr>
            <p:cNvPr id="8" name="Rectangle 17"/>
            <p:cNvSpPr>
              <a:spLocks noChangeArrowheads="1"/>
            </p:cNvSpPr>
            <p:nvPr/>
          </p:nvSpPr>
          <p:spPr bwMode="auto">
            <a:xfrm>
              <a:off x="3388" y="1383"/>
              <a:ext cx="118"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a:solidFill>
                    <a:srgbClr val="000000"/>
                  </a:solidFill>
                  <a:latin typeface="Times New Roman" pitchFamily="18" charset="0"/>
                </a:rPr>
                <a:t>))</a:t>
              </a:r>
              <a:endParaRPr lang="en-US"/>
            </a:p>
          </p:txBody>
        </p:sp>
        <p:sp>
          <p:nvSpPr>
            <p:cNvPr id="9" name="Rectangle 18"/>
            <p:cNvSpPr>
              <a:spLocks noChangeArrowheads="1"/>
            </p:cNvSpPr>
            <p:nvPr/>
          </p:nvSpPr>
          <p:spPr bwMode="auto">
            <a:xfrm>
              <a:off x="3162" y="1383"/>
              <a:ext cx="59"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a:solidFill>
                    <a:srgbClr val="000000"/>
                  </a:solidFill>
                  <a:latin typeface="Times New Roman" pitchFamily="18" charset="0"/>
                </a:rPr>
                <a:t>(</a:t>
              </a:r>
              <a:endParaRPr lang="en-US"/>
            </a:p>
          </p:txBody>
        </p:sp>
        <p:sp>
          <p:nvSpPr>
            <p:cNvPr id="10" name="Rectangle 19"/>
            <p:cNvSpPr>
              <a:spLocks noChangeArrowheads="1"/>
            </p:cNvSpPr>
            <p:nvPr/>
          </p:nvSpPr>
          <p:spPr bwMode="auto">
            <a:xfrm>
              <a:off x="2840" y="1383"/>
              <a:ext cx="59"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a:solidFill>
                    <a:srgbClr val="000000"/>
                  </a:solidFill>
                  <a:latin typeface="Times New Roman" pitchFamily="18" charset="0"/>
                </a:rPr>
                <a:t>(</a:t>
              </a:r>
              <a:endParaRPr lang="en-US"/>
            </a:p>
          </p:txBody>
        </p:sp>
        <p:sp>
          <p:nvSpPr>
            <p:cNvPr id="11" name="Rectangle 20"/>
            <p:cNvSpPr>
              <a:spLocks noChangeArrowheads="1"/>
            </p:cNvSpPr>
            <p:nvPr/>
          </p:nvSpPr>
          <p:spPr bwMode="auto">
            <a:xfrm>
              <a:off x="2611" y="1383"/>
              <a:ext cx="60"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a:solidFill>
                    <a:srgbClr val="000000"/>
                  </a:solidFill>
                  <a:latin typeface="Times New Roman" pitchFamily="18" charset="0"/>
                </a:rPr>
                <a:t>)</a:t>
              </a:r>
              <a:endParaRPr lang="en-US"/>
            </a:p>
          </p:txBody>
        </p:sp>
        <p:sp>
          <p:nvSpPr>
            <p:cNvPr id="12" name="Rectangle 21"/>
            <p:cNvSpPr>
              <a:spLocks noChangeArrowheads="1"/>
            </p:cNvSpPr>
            <p:nvPr/>
          </p:nvSpPr>
          <p:spPr bwMode="auto">
            <a:xfrm>
              <a:off x="1968" y="1383"/>
              <a:ext cx="59"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a:solidFill>
                    <a:srgbClr val="000000"/>
                  </a:solidFill>
                  <a:latin typeface="Times New Roman" pitchFamily="18" charset="0"/>
                </a:rPr>
                <a:t>(</a:t>
              </a:r>
              <a:endParaRPr lang="en-US"/>
            </a:p>
          </p:txBody>
        </p:sp>
        <p:sp>
          <p:nvSpPr>
            <p:cNvPr id="13" name="Rectangle 22"/>
            <p:cNvSpPr>
              <a:spLocks noChangeArrowheads="1"/>
            </p:cNvSpPr>
            <p:nvPr/>
          </p:nvSpPr>
          <p:spPr bwMode="auto">
            <a:xfrm>
              <a:off x="4247" y="1491"/>
              <a:ext cx="5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a:solidFill>
                    <a:srgbClr val="000000"/>
                  </a:solidFill>
                  <a:latin typeface="Times New Roman" pitchFamily="18" charset="0"/>
                </a:rPr>
                <a:t>2</a:t>
              </a:r>
              <a:endParaRPr lang="en-US"/>
            </a:p>
          </p:txBody>
        </p:sp>
        <p:sp>
          <p:nvSpPr>
            <p:cNvPr id="14" name="Rectangle 24"/>
            <p:cNvSpPr>
              <a:spLocks noChangeArrowheads="1"/>
            </p:cNvSpPr>
            <p:nvPr/>
          </p:nvSpPr>
          <p:spPr bwMode="auto">
            <a:xfrm>
              <a:off x="3326" y="1491"/>
              <a:ext cx="5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a:solidFill>
                    <a:srgbClr val="000000"/>
                  </a:solidFill>
                  <a:latin typeface="Times New Roman" pitchFamily="18" charset="0"/>
                </a:rPr>
                <a:t>1</a:t>
              </a:r>
              <a:endParaRPr lang="en-US"/>
            </a:p>
          </p:txBody>
        </p:sp>
        <p:sp>
          <p:nvSpPr>
            <p:cNvPr id="15" name="Rectangle 25"/>
            <p:cNvSpPr>
              <a:spLocks noChangeArrowheads="1"/>
            </p:cNvSpPr>
            <p:nvPr/>
          </p:nvSpPr>
          <p:spPr bwMode="auto">
            <a:xfrm>
              <a:off x="2542" y="1491"/>
              <a:ext cx="5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a:solidFill>
                    <a:srgbClr val="000000"/>
                  </a:solidFill>
                  <a:latin typeface="Times New Roman" pitchFamily="18" charset="0"/>
                </a:rPr>
                <a:t>2</a:t>
              </a:r>
              <a:endParaRPr lang="en-US"/>
            </a:p>
          </p:txBody>
        </p:sp>
        <p:sp>
          <p:nvSpPr>
            <p:cNvPr id="16" name="Rectangle 27"/>
            <p:cNvSpPr>
              <a:spLocks noChangeArrowheads="1"/>
            </p:cNvSpPr>
            <p:nvPr/>
          </p:nvSpPr>
          <p:spPr bwMode="auto">
            <a:xfrm>
              <a:off x="2132" y="1491"/>
              <a:ext cx="5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a:solidFill>
                    <a:srgbClr val="000000"/>
                  </a:solidFill>
                  <a:latin typeface="Times New Roman" pitchFamily="18" charset="0"/>
                </a:rPr>
                <a:t>1</a:t>
              </a:r>
              <a:endParaRPr lang="en-US"/>
            </a:p>
          </p:txBody>
        </p:sp>
        <p:sp>
          <p:nvSpPr>
            <p:cNvPr id="17" name="Rectangle 28"/>
            <p:cNvSpPr>
              <a:spLocks noChangeArrowheads="1"/>
            </p:cNvSpPr>
            <p:nvPr/>
          </p:nvSpPr>
          <p:spPr bwMode="auto">
            <a:xfrm>
              <a:off x="4005" y="1542"/>
              <a:ext cx="36"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900">
                  <a:solidFill>
                    <a:srgbClr val="000000"/>
                  </a:solidFill>
                  <a:latin typeface="Times New Roman" pitchFamily="18" charset="0"/>
                </a:rPr>
                <a:t>2</a:t>
              </a:r>
              <a:endParaRPr lang="en-US"/>
            </a:p>
          </p:txBody>
        </p:sp>
        <p:sp>
          <p:nvSpPr>
            <p:cNvPr id="18" name="Rectangle 29"/>
            <p:cNvSpPr>
              <a:spLocks noChangeArrowheads="1"/>
            </p:cNvSpPr>
            <p:nvPr/>
          </p:nvSpPr>
          <p:spPr bwMode="auto">
            <a:xfrm>
              <a:off x="3100" y="1542"/>
              <a:ext cx="36"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900">
                  <a:solidFill>
                    <a:srgbClr val="000000"/>
                  </a:solidFill>
                  <a:latin typeface="Times New Roman" pitchFamily="18" charset="0"/>
                </a:rPr>
                <a:t>1</a:t>
              </a:r>
              <a:endParaRPr lang="en-US"/>
            </a:p>
          </p:txBody>
        </p:sp>
        <p:sp>
          <p:nvSpPr>
            <p:cNvPr id="19" name="Rectangle 30"/>
            <p:cNvSpPr>
              <a:spLocks noChangeArrowheads="1"/>
            </p:cNvSpPr>
            <p:nvPr/>
          </p:nvSpPr>
          <p:spPr bwMode="auto">
            <a:xfrm>
              <a:off x="1901" y="1542"/>
              <a:ext cx="36"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900">
                  <a:solidFill>
                    <a:srgbClr val="000000"/>
                  </a:solidFill>
                  <a:latin typeface="Times New Roman" pitchFamily="18" charset="0"/>
                </a:rPr>
                <a:t>2</a:t>
              </a:r>
              <a:endParaRPr lang="en-US"/>
            </a:p>
          </p:txBody>
        </p:sp>
        <p:sp>
          <p:nvSpPr>
            <p:cNvPr id="20" name="Rectangle 31"/>
            <p:cNvSpPr>
              <a:spLocks noChangeArrowheads="1"/>
            </p:cNvSpPr>
            <p:nvPr/>
          </p:nvSpPr>
          <p:spPr bwMode="auto">
            <a:xfrm>
              <a:off x="1717" y="1542"/>
              <a:ext cx="37"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900">
                  <a:solidFill>
                    <a:srgbClr val="000000"/>
                  </a:solidFill>
                  <a:latin typeface="Times New Roman" pitchFamily="18" charset="0"/>
                </a:rPr>
                <a:t>1</a:t>
              </a:r>
              <a:endParaRPr lang="en-US"/>
            </a:p>
          </p:txBody>
        </p:sp>
        <p:sp>
          <p:nvSpPr>
            <p:cNvPr id="21" name="Rectangle 32"/>
            <p:cNvSpPr>
              <a:spLocks noChangeArrowheads="1"/>
            </p:cNvSpPr>
            <p:nvPr/>
          </p:nvSpPr>
          <p:spPr bwMode="auto">
            <a:xfrm>
              <a:off x="4139" y="1383"/>
              <a:ext cx="108"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i="1" dirty="0">
                  <a:solidFill>
                    <a:srgbClr val="000000"/>
                  </a:solidFill>
                  <a:latin typeface="Times New Roman" pitchFamily="18" charset="0"/>
                </a:rPr>
                <a:t>E</a:t>
              </a:r>
              <a:endParaRPr lang="en-US" dirty="0"/>
            </a:p>
          </p:txBody>
        </p:sp>
        <p:sp>
          <p:nvSpPr>
            <p:cNvPr id="22" name="Rectangle 33"/>
            <p:cNvSpPr>
              <a:spLocks noChangeArrowheads="1"/>
            </p:cNvSpPr>
            <p:nvPr/>
          </p:nvSpPr>
          <p:spPr bwMode="auto">
            <a:xfrm>
              <a:off x="3230" y="1383"/>
              <a:ext cx="109"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i="1" dirty="0">
                  <a:solidFill>
                    <a:srgbClr val="000000"/>
                  </a:solidFill>
                  <a:latin typeface="Times New Roman" pitchFamily="18" charset="0"/>
                </a:rPr>
                <a:t>E</a:t>
              </a:r>
              <a:endParaRPr lang="en-US" dirty="0"/>
            </a:p>
          </p:txBody>
        </p:sp>
        <p:sp>
          <p:nvSpPr>
            <p:cNvPr id="23" name="Rectangle 34"/>
            <p:cNvSpPr>
              <a:spLocks noChangeArrowheads="1"/>
            </p:cNvSpPr>
            <p:nvPr/>
          </p:nvSpPr>
          <p:spPr bwMode="auto">
            <a:xfrm>
              <a:off x="2434" y="1383"/>
              <a:ext cx="109"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i="1">
                  <a:solidFill>
                    <a:srgbClr val="000000"/>
                  </a:solidFill>
                  <a:latin typeface="Times New Roman" pitchFamily="18" charset="0"/>
                </a:rPr>
                <a:t>E</a:t>
              </a:r>
              <a:endParaRPr lang="en-US"/>
            </a:p>
          </p:txBody>
        </p:sp>
        <p:sp>
          <p:nvSpPr>
            <p:cNvPr id="24" name="Rectangle 35"/>
            <p:cNvSpPr>
              <a:spLocks noChangeArrowheads="1"/>
            </p:cNvSpPr>
            <p:nvPr/>
          </p:nvSpPr>
          <p:spPr bwMode="auto">
            <a:xfrm>
              <a:off x="2036" y="1383"/>
              <a:ext cx="109"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i="1">
                  <a:solidFill>
                    <a:srgbClr val="000000"/>
                  </a:solidFill>
                  <a:latin typeface="Times New Roman" pitchFamily="18" charset="0"/>
                </a:rPr>
                <a:t>E</a:t>
              </a:r>
              <a:endParaRPr lang="en-US"/>
            </a:p>
          </p:txBody>
        </p:sp>
        <p:sp>
          <p:nvSpPr>
            <p:cNvPr id="25" name="Rectangle 36"/>
            <p:cNvSpPr>
              <a:spLocks noChangeArrowheads="1"/>
            </p:cNvSpPr>
            <p:nvPr/>
          </p:nvSpPr>
          <p:spPr bwMode="auto">
            <a:xfrm>
              <a:off x="3950" y="1491"/>
              <a:ext cx="5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i="1">
                  <a:solidFill>
                    <a:srgbClr val="000000"/>
                  </a:solidFill>
                  <a:latin typeface="Times New Roman" pitchFamily="18" charset="0"/>
                </a:rPr>
                <a:t>L</a:t>
              </a:r>
              <a:endParaRPr lang="en-US"/>
            </a:p>
          </p:txBody>
        </p:sp>
        <p:sp>
          <p:nvSpPr>
            <p:cNvPr id="26" name="Rectangle 37"/>
            <p:cNvSpPr>
              <a:spLocks noChangeArrowheads="1"/>
            </p:cNvSpPr>
            <p:nvPr/>
          </p:nvSpPr>
          <p:spPr bwMode="auto">
            <a:xfrm>
              <a:off x="3054" y="1491"/>
              <a:ext cx="5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i="1">
                  <a:solidFill>
                    <a:srgbClr val="000000"/>
                  </a:solidFill>
                  <a:latin typeface="Times New Roman" pitchFamily="18" charset="0"/>
                </a:rPr>
                <a:t>L</a:t>
              </a:r>
              <a:endParaRPr lang="en-US"/>
            </a:p>
          </p:txBody>
        </p:sp>
        <p:sp>
          <p:nvSpPr>
            <p:cNvPr id="27" name="Rectangle 38"/>
            <p:cNvSpPr>
              <a:spLocks noChangeArrowheads="1"/>
            </p:cNvSpPr>
            <p:nvPr/>
          </p:nvSpPr>
          <p:spPr bwMode="auto">
            <a:xfrm>
              <a:off x="1846" y="1491"/>
              <a:ext cx="5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i="1" dirty="0">
                  <a:solidFill>
                    <a:srgbClr val="000000"/>
                  </a:solidFill>
                  <a:latin typeface="Times New Roman" pitchFamily="18" charset="0"/>
                </a:rPr>
                <a:t>L</a:t>
              </a:r>
              <a:endParaRPr lang="en-US" dirty="0"/>
            </a:p>
          </p:txBody>
        </p:sp>
        <p:sp>
          <p:nvSpPr>
            <p:cNvPr id="28" name="Rectangle 39"/>
            <p:cNvSpPr>
              <a:spLocks noChangeArrowheads="1"/>
            </p:cNvSpPr>
            <p:nvPr/>
          </p:nvSpPr>
          <p:spPr bwMode="auto">
            <a:xfrm>
              <a:off x="1670" y="1491"/>
              <a:ext cx="5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i="1">
                  <a:solidFill>
                    <a:srgbClr val="000000"/>
                  </a:solidFill>
                  <a:latin typeface="Times New Roman" pitchFamily="18" charset="0"/>
                </a:rPr>
                <a:t>L</a:t>
              </a:r>
              <a:endParaRPr lang="en-US"/>
            </a:p>
          </p:txBody>
        </p:sp>
        <p:sp>
          <p:nvSpPr>
            <p:cNvPr id="29" name="Rectangle 40"/>
            <p:cNvSpPr>
              <a:spLocks noChangeArrowheads="1"/>
            </p:cNvSpPr>
            <p:nvPr/>
          </p:nvSpPr>
          <p:spPr bwMode="auto">
            <a:xfrm>
              <a:off x="3795" y="1364"/>
              <a:ext cx="146"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a:solidFill>
                    <a:srgbClr val="000000"/>
                  </a:solidFill>
                  <a:latin typeface="Symbol" pitchFamily="18" charset="2"/>
                </a:rPr>
                <a:t>Õ</a:t>
              </a:r>
              <a:endParaRPr lang="en-US"/>
            </a:p>
          </p:txBody>
        </p:sp>
        <p:sp>
          <p:nvSpPr>
            <p:cNvPr id="30" name="Rectangle 41"/>
            <p:cNvSpPr>
              <a:spLocks noChangeArrowheads="1"/>
            </p:cNvSpPr>
            <p:nvPr/>
          </p:nvSpPr>
          <p:spPr bwMode="auto">
            <a:xfrm>
              <a:off x="2899" y="1364"/>
              <a:ext cx="146"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a:solidFill>
                    <a:srgbClr val="000000"/>
                  </a:solidFill>
                  <a:latin typeface="Symbol" pitchFamily="18" charset="2"/>
                </a:rPr>
                <a:t>Õ</a:t>
              </a:r>
              <a:endParaRPr lang="en-US"/>
            </a:p>
          </p:txBody>
        </p:sp>
        <p:sp>
          <p:nvSpPr>
            <p:cNvPr id="31" name="Rectangle 42"/>
            <p:cNvSpPr>
              <a:spLocks noChangeArrowheads="1"/>
            </p:cNvSpPr>
            <p:nvPr/>
          </p:nvSpPr>
          <p:spPr bwMode="auto">
            <a:xfrm>
              <a:off x="2708" y="1364"/>
              <a:ext cx="98"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a:solidFill>
                    <a:srgbClr val="000000"/>
                  </a:solidFill>
                  <a:latin typeface="Symbol" pitchFamily="18" charset="2"/>
                </a:rPr>
                <a:t>=</a:t>
              </a:r>
              <a:endParaRPr lang="en-US"/>
            </a:p>
          </p:txBody>
        </p:sp>
        <p:sp>
          <p:nvSpPr>
            <p:cNvPr id="32" name="Rectangle 43"/>
            <p:cNvSpPr>
              <a:spLocks noChangeArrowheads="1"/>
            </p:cNvSpPr>
            <p:nvPr/>
          </p:nvSpPr>
          <p:spPr bwMode="auto">
            <a:xfrm>
              <a:off x="1515" y="1364"/>
              <a:ext cx="146"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a:solidFill>
                    <a:srgbClr val="000000"/>
                  </a:solidFill>
                  <a:latin typeface="Symbol" pitchFamily="18" charset="2"/>
                </a:rPr>
                <a:t>Õ</a:t>
              </a:r>
              <a:endParaRPr lang="en-US"/>
            </a:p>
          </p:txBody>
        </p:sp>
        <p:sp>
          <p:nvSpPr>
            <p:cNvPr id="33" name="Rectangle 44"/>
            <p:cNvSpPr>
              <a:spLocks noChangeArrowheads="1"/>
            </p:cNvSpPr>
            <p:nvPr/>
          </p:nvSpPr>
          <p:spPr bwMode="auto">
            <a:xfrm>
              <a:off x="1762" y="1480"/>
              <a:ext cx="8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a:solidFill>
                    <a:srgbClr val="000000"/>
                  </a:solidFill>
                  <a:latin typeface="Symbol" pitchFamily="18" charset="2"/>
                </a:rPr>
                <a:t>È</a:t>
              </a:r>
              <a:endParaRPr lang="en-US"/>
            </a:p>
          </p:txBody>
        </p:sp>
        <p:sp>
          <p:nvSpPr>
            <p:cNvPr id="34" name="Rectangle 45"/>
            <p:cNvSpPr>
              <a:spLocks noChangeArrowheads="1"/>
            </p:cNvSpPr>
            <p:nvPr/>
          </p:nvSpPr>
          <p:spPr bwMode="auto">
            <a:xfrm>
              <a:off x="3649" y="1489"/>
              <a:ext cx="5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i="1">
                  <a:solidFill>
                    <a:srgbClr val="000000"/>
                  </a:solidFill>
                  <a:latin typeface="Symbol" pitchFamily="18" charset="2"/>
                </a:rPr>
                <a:t>q</a:t>
              </a:r>
              <a:endParaRPr lang="en-US"/>
            </a:p>
          </p:txBody>
        </p:sp>
        <p:sp>
          <p:nvSpPr>
            <p:cNvPr id="35" name="Rectangle 46"/>
            <p:cNvSpPr>
              <a:spLocks noChangeArrowheads="1"/>
            </p:cNvSpPr>
            <p:nvPr/>
          </p:nvSpPr>
          <p:spPr bwMode="auto">
            <a:xfrm>
              <a:off x="2352" y="1489"/>
              <a:ext cx="5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i="1">
                  <a:solidFill>
                    <a:srgbClr val="000000"/>
                  </a:solidFill>
                  <a:latin typeface="Symbol" pitchFamily="18" charset="2"/>
                </a:rPr>
                <a:t>q</a:t>
              </a:r>
              <a:endParaRPr lang="en-US"/>
            </a:p>
          </p:txBody>
        </p:sp>
        <p:grpSp>
          <p:nvGrpSpPr>
            <p:cNvPr id="36" name="Group 47"/>
            <p:cNvGrpSpPr>
              <a:grpSpLocks/>
            </p:cNvGrpSpPr>
            <p:nvPr/>
          </p:nvGrpSpPr>
          <p:grpSpPr bwMode="auto">
            <a:xfrm>
              <a:off x="2219" y="1439"/>
              <a:ext cx="1422" cy="121"/>
              <a:chOff x="2219" y="1439"/>
              <a:chExt cx="1422" cy="121"/>
            </a:xfrm>
          </p:grpSpPr>
          <p:sp>
            <p:nvSpPr>
              <p:cNvPr id="37" name="AutoShape 7"/>
              <p:cNvSpPr>
                <a:spLocks noChangeArrowheads="1"/>
              </p:cNvSpPr>
              <p:nvPr/>
            </p:nvSpPr>
            <p:spPr bwMode="auto">
              <a:xfrm rot="5400000">
                <a:off x="2214" y="1444"/>
                <a:ext cx="119" cy="109"/>
              </a:xfrm>
              <a:prstGeom prst="flowChartCollat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p>
                <a:endParaRPr lang="en-US"/>
              </a:p>
            </p:txBody>
          </p:sp>
          <p:sp>
            <p:nvSpPr>
              <p:cNvPr id="38" name="AutoShape 8"/>
              <p:cNvSpPr>
                <a:spLocks noChangeArrowheads="1"/>
              </p:cNvSpPr>
              <p:nvPr/>
            </p:nvSpPr>
            <p:spPr bwMode="auto">
              <a:xfrm rot="5400000">
                <a:off x="3527" y="1446"/>
                <a:ext cx="119" cy="109"/>
              </a:xfrm>
              <a:prstGeom prst="flowChartCollat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p>
                <a:endParaRPr lang="en-US"/>
              </a:p>
            </p:txBody>
          </p:sp>
        </p:grpSp>
      </p:grpSp>
      <p:sp>
        <p:nvSpPr>
          <p:cNvPr id="39" name="Rectangle 48"/>
          <p:cNvSpPr>
            <a:spLocks noChangeArrowheads="1"/>
          </p:cNvSpPr>
          <p:nvPr/>
        </p:nvSpPr>
        <p:spPr bwMode="auto">
          <a:xfrm>
            <a:off x="7694613" y="5456238"/>
            <a:ext cx="2524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000">
                <a:solidFill>
                  <a:srgbClr val="000000"/>
                </a:solidFill>
                <a:latin typeface="Times New Roman" pitchFamily="18" charset="0"/>
              </a:rPr>
              <a:t>)))</a:t>
            </a:r>
            <a:endParaRPr lang="en-US"/>
          </a:p>
        </p:txBody>
      </p:sp>
      <p:sp>
        <p:nvSpPr>
          <p:cNvPr id="40" name="Rectangle 49"/>
          <p:cNvSpPr>
            <a:spLocks noChangeArrowheads="1"/>
          </p:cNvSpPr>
          <p:nvPr/>
        </p:nvSpPr>
        <p:spPr bwMode="auto">
          <a:xfrm>
            <a:off x="7329488" y="5456238"/>
            <a:ext cx="841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000">
                <a:solidFill>
                  <a:srgbClr val="000000"/>
                </a:solidFill>
                <a:latin typeface="Times New Roman" pitchFamily="18" charset="0"/>
              </a:rPr>
              <a:t>(</a:t>
            </a:r>
            <a:endParaRPr lang="en-US"/>
          </a:p>
        </p:txBody>
      </p:sp>
      <p:sp>
        <p:nvSpPr>
          <p:cNvPr id="41" name="Rectangle 50"/>
          <p:cNvSpPr>
            <a:spLocks noChangeArrowheads="1"/>
          </p:cNvSpPr>
          <p:nvPr/>
        </p:nvSpPr>
        <p:spPr bwMode="auto">
          <a:xfrm>
            <a:off x="6543675" y="5456238"/>
            <a:ext cx="841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000">
                <a:solidFill>
                  <a:srgbClr val="000000"/>
                </a:solidFill>
                <a:latin typeface="Times New Roman" pitchFamily="18" charset="0"/>
              </a:rPr>
              <a:t>(</a:t>
            </a:r>
            <a:endParaRPr lang="en-US"/>
          </a:p>
        </p:txBody>
      </p:sp>
      <p:sp>
        <p:nvSpPr>
          <p:cNvPr id="42" name="Rectangle 51"/>
          <p:cNvSpPr>
            <a:spLocks noChangeArrowheads="1"/>
          </p:cNvSpPr>
          <p:nvPr/>
        </p:nvSpPr>
        <p:spPr bwMode="auto">
          <a:xfrm>
            <a:off x="6024563" y="5456238"/>
            <a:ext cx="1682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000">
                <a:solidFill>
                  <a:srgbClr val="000000"/>
                </a:solidFill>
                <a:latin typeface="Times New Roman" pitchFamily="18" charset="0"/>
              </a:rPr>
              <a:t>))</a:t>
            </a:r>
            <a:endParaRPr lang="en-US"/>
          </a:p>
        </p:txBody>
      </p:sp>
      <p:sp>
        <p:nvSpPr>
          <p:cNvPr id="43" name="Rectangle 52"/>
          <p:cNvSpPr>
            <a:spLocks noChangeArrowheads="1"/>
          </p:cNvSpPr>
          <p:nvPr/>
        </p:nvSpPr>
        <p:spPr bwMode="auto">
          <a:xfrm>
            <a:off x="5686425" y="5456238"/>
            <a:ext cx="841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000">
                <a:solidFill>
                  <a:srgbClr val="000000"/>
                </a:solidFill>
                <a:latin typeface="Times New Roman" pitchFamily="18" charset="0"/>
              </a:rPr>
              <a:t>(</a:t>
            </a:r>
            <a:endParaRPr lang="en-US"/>
          </a:p>
        </p:txBody>
      </p:sp>
      <p:sp>
        <p:nvSpPr>
          <p:cNvPr id="44" name="Rectangle 53"/>
          <p:cNvSpPr>
            <a:spLocks noChangeArrowheads="1"/>
          </p:cNvSpPr>
          <p:nvPr/>
        </p:nvSpPr>
        <p:spPr bwMode="auto">
          <a:xfrm>
            <a:off x="4843463" y="5456238"/>
            <a:ext cx="1682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000">
                <a:solidFill>
                  <a:srgbClr val="000000"/>
                </a:solidFill>
                <a:latin typeface="Times New Roman" pitchFamily="18" charset="0"/>
              </a:rPr>
              <a:t>((</a:t>
            </a:r>
            <a:endParaRPr lang="en-US"/>
          </a:p>
        </p:txBody>
      </p:sp>
      <p:sp>
        <p:nvSpPr>
          <p:cNvPr id="45" name="Rectangle 54"/>
          <p:cNvSpPr>
            <a:spLocks noChangeArrowheads="1"/>
          </p:cNvSpPr>
          <p:nvPr/>
        </p:nvSpPr>
        <p:spPr bwMode="auto">
          <a:xfrm>
            <a:off x="3824288" y="5456238"/>
            <a:ext cx="841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000">
                <a:solidFill>
                  <a:srgbClr val="000000"/>
                </a:solidFill>
                <a:latin typeface="Times New Roman" pitchFamily="18" charset="0"/>
              </a:rPr>
              <a:t>)</a:t>
            </a:r>
            <a:endParaRPr lang="en-US"/>
          </a:p>
        </p:txBody>
      </p:sp>
      <p:sp>
        <p:nvSpPr>
          <p:cNvPr id="46" name="Rectangle 56"/>
          <p:cNvSpPr>
            <a:spLocks noChangeArrowheads="1"/>
          </p:cNvSpPr>
          <p:nvPr/>
        </p:nvSpPr>
        <p:spPr bwMode="auto">
          <a:xfrm>
            <a:off x="2789238" y="5456238"/>
            <a:ext cx="841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000">
                <a:solidFill>
                  <a:srgbClr val="000000"/>
                </a:solidFill>
                <a:latin typeface="Times New Roman" pitchFamily="18" charset="0"/>
              </a:rPr>
              <a:t>(</a:t>
            </a:r>
            <a:endParaRPr lang="en-US"/>
          </a:p>
        </p:txBody>
      </p:sp>
      <p:sp>
        <p:nvSpPr>
          <p:cNvPr id="47" name="Rectangle 57"/>
          <p:cNvSpPr>
            <a:spLocks noChangeArrowheads="1"/>
          </p:cNvSpPr>
          <p:nvPr/>
        </p:nvSpPr>
        <p:spPr bwMode="auto">
          <a:xfrm>
            <a:off x="7591425" y="5613400"/>
            <a:ext cx="762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a:solidFill>
                  <a:srgbClr val="000000"/>
                </a:solidFill>
                <a:latin typeface="Times New Roman" pitchFamily="18" charset="0"/>
              </a:rPr>
              <a:t>2</a:t>
            </a:r>
            <a:endParaRPr lang="en-US"/>
          </a:p>
        </p:txBody>
      </p:sp>
      <p:sp>
        <p:nvSpPr>
          <p:cNvPr id="48" name="Rectangle 59"/>
          <p:cNvSpPr>
            <a:spLocks noChangeArrowheads="1"/>
          </p:cNvSpPr>
          <p:nvPr/>
        </p:nvSpPr>
        <p:spPr bwMode="auto">
          <a:xfrm>
            <a:off x="5930900" y="5613400"/>
            <a:ext cx="762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a:solidFill>
                  <a:srgbClr val="000000"/>
                </a:solidFill>
                <a:latin typeface="Times New Roman" pitchFamily="18" charset="0"/>
              </a:rPr>
              <a:t>1</a:t>
            </a:r>
            <a:endParaRPr lang="en-US"/>
          </a:p>
        </p:txBody>
      </p:sp>
      <p:sp>
        <p:nvSpPr>
          <p:cNvPr id="49" name="Rectangle 60"/>
          <p:cNvSpPr>
            <a:spLocks noChangeArrowheads="1"/>
          </p:cNvSpPr>
          <p:nvPr/>
        </p:nvSpPr>
        <p:spPr bwMode="auto">
          <a:xfrm>
            <a:off x="3721100" y="5613400"/>
            <a:ext cx="762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a:solidFill>
                  <a:srgbClr val="000000"/>
                </a:solidFill>
                <a:latin typeface="Times New Roman" pitchFamily="18" charset="0"/>
              </a:rPr>
              <a:t>2</a:t>
            </a:r>
            <a:endParaRPr lang="en-US"/>
          </a:p>
        </p:txBody>
      </p:sp>
      <p:sp>
        <p:nvSpPr>
          <p:cNvPr id="50" name="Rectangle 61"/>
          <p:cNvSpPr>
            <a:spLocks noChangeArrowheads="1"/>
          </p:cNvSpPr>
          <p:nvPr/>
        </p:nvSpPr>
        <p:spPr bwMode="auto">
          <a:xfrm>
            <a:off x="3035300" y="5613400"/>
            <a:ext cx="762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a:solidFill>
                  <a:srgbClr val="000000"/>
                </a:solidFill>
                <a:latin typeface="Times New Roman" pitchFamily="18" charset="0"/>
              </a:rPr>
              <a:t>1</a:t>
            </a:r>
            <a:endParaRPr lang="en-US"/>
          </a:p>
        </p:txBody>
      </p:sp>
      <p:sp>
        <p:nvSpPr>
          <p:cNvPr id="51" name="Rectangle 62"/>
          <p:cNvSpPr>
            <a:spLocks noChangeArrowheads="1"/>
          </p:cNvSpPr>
          <p:nvPr/>
        </p:nvSpPr>
        <p:spPr bwMode="auto">
          <a:xfrm>
            <a:off x="7229475" y="5689600"/>
            <a:ext cx="508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800">
                <a:solidFill>
                  <a:srgbClr val="000000"/>
                </a:solidFill>
                <a:latin typeface="Times New Roman" pitchFamily="18" charset="0"/>
              </a:rPr>
              <a:t>4</a:t>
            </a:r>
            <a:endParaRPr lang="en-US"/>
          </a:p>
        </p:txBody>
      </p:sp>
      <p:sp>
        <p:nvSpPr>
          <p:cNvPr id="52" name="Rectangle 63"/>
          <p:cNvSpPr>
            <a:spLocks noChangeArrowheads="1"/>
          </p:cNvSpPr>
          <p:nvPr/>
        </p:nvSpPr>
        <p:spPr bwMode="auto">
          <a:xfrm>
            <a:off x="6945313" y="5689600"/>
            <a:ext cx="508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800">
                <a:solidFill>
                  <a:srgbClr val="000000"/>
                </a:solidFill>
                <a:latin typeface="Times New Roman" pitchFamily="18" charset="0"/>
              </a:rPr>
              <a:t>2</a:t>
            </a:r>
            <a:endParaRPr lang="en-US"/>
          </a:p>
        </p:txBody>
      </p:sp>
      <p:sp>
        <p:nvSpPr>
          <p:cNvPr id="53" name="Rectangle 64"/>
          <p:cNvSpPr>
            <a:spLocks noChangeArrowheads="1"/>
          </p:cNvSpPr>
          <p:nvPr/>
        </p:nvSpPr>
        <p:spPr bwMode="auto">
          <a:xfrm>
            <a:off x="5589588" y="5689600"/>
            <a:ext cx="508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800">
                <a:solidFill>
                  <a:srgbClr val="000000"/>
                </a:solidFill>
                <a:latin typeface="Times New Roman" pitchFamily="18" charset="0"/>
              </a:rPr>
              <a:t>3</a:t>
            </a:r>
            <a:endParaRPr lang="en-US"/>
          </a:p>
        </p:txBody>
      </p:sp>
      <p:sp>
        <p:nvSpPr>
          <p:cNvPr id="54" name="Rectangle 65"/>
          <p:cNvSpPr>
            <a:spLocks noChangeArrowheads="1"/>
          </p:cNvSpPr>
          <p:nvPr/>
        </p:nvSpPr>
        <p:spPr bwMode="auto">
          <a:xfrm>
            <a:off x="5318125" y="5689600"/>
            <a:ext cx="508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800" dirty="0">
                <a:solidFill>
                  <a:srgbClr val="000000"/>
                </a:solidFill>
                <a:latin typeface="Times New Roman" pitchFamily="18" charset="0"/>
              </a:rPr>
              <a:t>1</a:t>
            </a:r>
            <a:endParaRPr lang="en-US" dirty="0"/>
          </a:p>
        </p:txBody>
      </p:sp>
      <p:sp>
        <p:nvSpPr>
          <p:cNvPr id="55" name="Rectangle 66"/>
          <p:cNvSpPr>
            <a:spLocks noChangeArrowheads="1"/>
          </p:cNvSpPr>
          <p:nvPr/>
        </p:nvSpPr>
        <p:spPr bwMode="auto">
          <a:xfrm>
            <a:off x="4743450" y="5689600"/>
            <a:ext cx="508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800">
                <a:solidFill>
                  <a:srgbClr val="000000"/>
                </a:solidFill>
                <a:latin typeface="Times New Roman" pitchFamily="18" charset="0"/>
              </a:rPr>
              <a:t>2</a:t>
            </a:r>
            <a:endParaRPr lang="en-US"/>
          </a:p>
        </p:txBody>
      </p:sp>
      <p:sp>
        <p:nvSpPr>
          <p:cNvPr id="56" name="Rectangle 67"/>
          <p:cNvSpPr>
            <a:spLocks noChangeArrowheads="1"/>
          </p:cNvSpPr>
          <p:nvPr/>
        </p:nvSpPr>
        <p:spPr bwMode="auto">
          <a:xfrm>
            <a:off x="4467225" y="5689600"/>
            <a:ext cx="508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800">
                <a:solidFill>
                  <a:srgbClr val="000000"/>
                </a:solidFill>
                <a:latin typeface="Times New Roman" pitchFamily="18" charset="0"/>
              </a:rPr>
              <a:t>1</a:t>
            </a:r>
            <a:endParaRPr lang="en-US"/>
          </a:p>
        </p:txBody>
      </p:sp>
      <p:sp>
        <p:nvSpPr>
          <p:cNvPr id="57" name="Rectangle 68"/>
          <p:cNvSpPr>
            <a:spLocks noChangeArrowheads="1"/>
          </p:cNvSpPr>
          <p:nvPr/>
        </p:nvSpPr>
        <p:spPr bwMode="auto">
          <a:xfrm>
            <a:off x="2689225" y="5689600"/>
            <a:ext cx="508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800">
                <a:solidFill>
                  <a:srgbClr val="000000"/>
                </a:solidFill>
                <a:latin typeface="Times New Roman" pitchFamily="18" charset="0"/>
              </a:rPr>
              <a:t>2</a:t>
            </a:r>
            <a:endParaRPr lang="en-US"/>
          </a:p>
        </p:txBody>
      </p:sp>
      <p:sp>
        <p:nvSpPr>
          <p:cNvPr id="58" name="Rectangle 69"/>
          <p:cNvSpPr>
            <a:spLocks noChangeArrowheads="1"/>
          </p:cNvSpPr>
          <p:nvPr/>
        </p:nvSpPr>
        <p:spPr bwMode="auto">
          <a:xfrm>
            <a:off x="2414588" y="5689600"/>
            <a:ext cx="508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800">
                <a:solidFill>
                  <a:srgbClr val="000000"/>
                </a:solidFill>
                <a:latin typeface="Times New Roman" pitchFamily="18" charset="0"/>
              </a:rPr>
              <a:t>1</a:t>
            </a:r>
            <a:endParaRPr lang="en-US"/>
          </a:p>
        </p:txBody>
      </p:sp>
      <p:sp>
        <p:nvSpPr>
          <p:cNvPr id="59" name="Rectangle 70"/>
          <p:cNvSpPr>
            <a:spLocks noChangeArrowheads="1"/>
          </p:cNvSpPr>
          <p:nvPr/>
        </p:nvSpPr>
        <p:spPr bwMode="auto">
          <a:xfrm>
            <a:off x="7429500" y="5456238"/>
            <a:ext cx="155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000" i="1">
                <a:solidFill>
                  <a:srgbClr val="000000"/>
                </a:solidFill>
                <a:latin typeface="Times New Roman" pitchFamily="18" charset="0"/>
              </a:rPr>
              <a:t>E</a:t>
            </a:r>
            <a:endParaRPr lang="en-US"/>
          </a:p>
        </p:txBody>
      </p:sp>
      <p:sp>
        <p:nvSpPr>
          <p:cNvPr id="60" name="Rectangle 71"/>
          <p:cNvSpPr>
            <a:spLocks noChangeArrowheads="1"/>
          </p:cNvSpPr>
          <p:nvPr/>
        </p:nvSpPr>
        <p:spPr bwMode="auto">
          <a:xfrm>
            <a:off x="5788025" y="5456238"/>
            <a:ext cx="155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000" i="1">
                <a:solidFill>
                  <a:srgbClr val="000000"/>
                </a:solidFill>
                <a:latin typeface="Times New Roman" pitchFamily="18" charset="0"/>
              </a:rPr>
              <a:t>E</a:t>
            </a:r>
            <a:endParaRPr lang="en-US"/>
          </a:p>
        </p:txBody>
      </p:sp>
      <p:sp>
        <p:nvSpPr>
          <p:cNvPr id="61" name="Rectangle 72"/>
          <p:cNvSpPr>
            <a:spLocks noChangeArrowheads="1"/>
          </p:cNvSpPr>
          <p:nvPr/>
        </p:nvSpPr>
        <p:spPr bwMode="auto">
          <a:xfrm>
            <a:off x="3560763" y="5456238"/>
            <a:ext cx="155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000" i="1">
                <a:solidFill>
                  <a:srgbClr val="000000"/>
                </a:solidFill>
                <a:latin typeface="Times New Roman" pitchFamily="18" charset="0"/>
              </a:rPr>
              <a:t>E</a:t>
            </a:r>
            <a:endParaRPr lang="en-US"/>
          </a:p>
        </p:txBody>
      </p:sp>
      <p:sp>
        <p:nvSpPr>
          <p:cNvPr id="62" name="Rectangle 73"/>
          <p:cNvSpPr>
            <a:spLocks noChangeArrowheads="1"/>
          </p:cNvSpPr>
          <p:nvPr/>
        </p:nvSpPr>
        <p:spPr bwMode="auto">
          <a:xfrm>
            <a:off x="2890838" y="5456238"/>
            <a:ext cx="155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000" i="1">
                <a:solidFill>
                  <a:srgbClr val="000000"/>
                </a:solidFill>
                <a:latin typeface="Times New Roman" pitchFamily="18" charset="0"/>
              </a:rPr>
              <a:t>E</a:t>
            </a:r>
            <a:endParaRPr lang="en-US"/>
          </a:p>
        </p:txBody>
      </p:sp>
      <p:sp>
        <p:nvSpPr>
          <p:cNvPr id="63" name="Rectangle 74"/>
          <p:cNvSpPr>
            <a:spLocks noChangeArrowheads="1"/>
          </p:cNvSpPr>
          <p:nvPr/>
        </p:nvSpPr>
        <p:spPr bwMode="auto">
          <a:xfrm>
            <a:off x="7146925" y="5613400"/>
            <a:ext cx="841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i="1">
                <a:solidFill>
                  <a:srgbClr val="000000"/>
                </a:solidFill>
                <a:latin typeface="Times New Roman" pitchFamily="18" charset="0"/>
              </a:rPr>
              <a:t>L</a:t>
            </a:r>
            <a:endParaRPr lang="en-US"/>
          </a:p>
        </p:txBody>
      </p:sp>
      <p:sp>
        <p:nvSpPr>
          <p:cNvPr id="64" name="Rectangle 75"/>
          <p:cNvSpPr>
            <a:spLocks noChangeArrowheads="1"/>
          </p:cNvSpPr>
          <p:nvPr/>
        </p:nvSpPr>
        <p:spPr bwMode="auto">
          <a:xfrm>
            <a:off x="6864350" y="5613400"/>
            <a:ext cx="841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i="1">
                <a:solidFill>
                  <a:srgbClr val="000000"/>
                </a:solidFill>
                <a:latin typeface="Times New Roman" pitchFamily="18" charset="0"/>
              </a:rPr>
              <a:t>L</a:t>
            </a:r>
            <a:endParaRPr lang="en-US"/>
          </a:p>
        </p:txBody>
      </p:sp>
      <p:sp>
        <p:nvSpPr>
          <p:cNvPr id="65" name="Rectangle 76"/>
          <p:cNvSpPr>
            <a:spLocks noChangeArrowheads="1"/>
          </p:cNvSpPr>
          <p:nvPr/>
        </p:nvSpPr>
        <p:spPr bwMode="auto">
          <a:xfrm>
            <a:off x="5511800" y="5613400"/>
            <a:ext cx="841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i="1">
                <a:solidFill>
                  <a:srgbClr val="000000"/>
                </a:solidFill>
                <a:latin typeface="Times New Roman" pitchFamily="18" charset="0"/>
              </a:rPr>
              <a:t>L</a:t>
            </a:r>
            <a:endParaRPr lang="en-US"/>
          </a:p>
        </p:txBody>
      </p:sp>
      <p:sp>
        <p:nvSpPr>
          <p:cNvPr id="66" name="Rectangle 77"/>
          <p:cNvSpPr>
            <a:spLocks noChangeArrowheads="1"/>
          </p:cNvSpPr>
          <p:nvPr/>
        </p:nvSpPr>
        <p:spPr bwMode="auto">
          <a:xfrm>
            <a:off x="5248275" y="5613400"/>
            <a:ext cx="841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i="1">
                <a:solidFill>
                  <a:srgbClr val="000000"/>
                </a:solidFill>
                <a:latin typeface="Times New Roman" pitchFamily="18" charset="0"/>
              </a:rPr>
              <a:t>L</a:t>
            </a:r>
            <a:endParaRPr lang="en-US"/>
          </a:p>
        </p:txBody>
      </p:sp>
      <p:sp>
        <p:nvSpPr>
          <p:cNvPr id="67" name="Rectangle 78"/>
          <p:cNvSpPr>
            <a:spLocks noChangeArrowheads="1"/>
          </p:cNvSpPr>
          <p:nvPr/>
        </p:nvSpPr>
        <p:spPr bwMode="auto">
          <a:xfrm>
            <a:off x="4660900" y="5613400"/>
            <a:ext cx="841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i="1">
                <a:solidFill>
                  <a:srgbClr val="000000"/>
                </a:solidFill>
                <a:latin typeface="Times New Roman" pitchFamily="18" charset="0"/>
              </a:rPr>
              <a:t>L</a:t>
            </a:r>
            <a:endParaRPr lang="en-US"/>
          </a:p>
        </p:txBody>
      </p:sp>
      <p:sp>
        <p:nvSpPr>
          <p:cNvPr id="68" name="Rectangle 79"/>
          <p:cNvSpPr>
            <a:spLocks noChangeArrowheads="1"/>
          </p:cNvSpPr>
          <p:nvPr/>
        </p:nvSpPr>
        <p:spPr bwMode="auto">
          <a:xfrm>
            <a:off x="4397375" y="5613400"/>
            <a:ext cx="841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i="1">
                <a:solidFill>
                  <a:srgbClr val="000000"/>
                </a:solidFill>
                <a:latin typeface="Times New Roman" pitchFamily="18" charset="0"/>
              </a:rPr>
              <a:t>L</a:t>
            </a:r>
            <a:endParaRPr lang="en-US"/>
          </a:p>
        </p:txBody>
      </p:sp>
      <p:sp>
        <p:nvSpPr>
          <p:cNvPr id="69" name="Rectangle 80"/>
          <p:cNvSpPr>
            <a:spLocks noChangeArrowheads="1"/>
          </p:cNvSpPr>
          <p:nvPr/>
        </p:nvSpPr>
        <p:spPr bwMode="auto">
          <a:xfrm>
            <a:off x="2608263" y="5613400"/>
            <a:ext cx="841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i="1">
                <a:solidFill>
                  <a:srgbClr val="000000"/>
                </a:solidFill>
                <a:latin typeface="Times New Roman" pitchFamily="18" charset="0"/>
              </a:rPr>
              <a:t>L</a:t>
            </a:r>
            <a:endParaRPr lang="en-US"/>
          </a:p>
        </p:txBody>
      </p:sp>
      <p:sp>
        <p:nvSpPr>
          <p:cNvPr id="70" name="Rectangle 81"/>
          <p:cNvSpPr>
            <a:spLocks noChangeArrowheads="1"/>
          </p:cNvSpPr>
          <p:nvPr/>
        </p:nvSpPr>
        <p:spPr bwMode="auto">
          <a:xfrm>
            <a:off x="2344738" y="5613400"/>
            <a:ext cx="841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i="1">
                <a:solidFill>
                  <a:srgbClr val="000000"/>
                </a:solidFill>
                <a:latin typeface="Times New Roman" pitchFamily="18" charset="0"/>
              </a:rPr>
              <a:t>L</a:t>
            </a:r>
            <a:endParaRPr lang="en-US"/>
          </a:p>
        </p:txBody>
      </p:sp>
      <p:sp>
        <p:nvSpPr>
          <p:cNvPr id="71" name="Rectangle 82"/>
          <p:cNvSpPr>
            <a:spLocks noChangeArrowheads="1"/>
          </p:cNvSpPr>
          <p:nvPr/>
        </p:nvSpPr>
        <p:spPr bwMode="auto">
          <a:xfrm>
            <a:off x="7021513" y="5597525"/>
            <a:ext cx="11747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a:solidFill>
                  <a:srgbClr val="000000"/>
                </a:solidFill>
                <a:latin typeface="Symbol" pitchFamily="18" charset="2"/>
              </a:rPr>
              <a:t>È</a:t>
            </a:r>
            <a:endParaRPr lang="en-US"/>
          </a:p>
        </p:txBody>
      </p:sp>
      <p:sp>
        <p:nvSpPr>
          <p:cNvPr id="72" name="Rectangle 83"/>
          <p:cNvSpPr>
            <a:spLocks noChangeArrowheads="1"/>
          </p:cNvSpPr>
          <p:nvPr/>
        </p:nvSpPr>
        <p:spPr bwMode="auto">
          <a:xfrm>
            <a:off x="5384800" y="5597525"/>
            <a:ext cx="11747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a:solidFill>
                  <a:srgbClr val="000000"/>
                </a:solidFill>
                <a:latin typeface="Symbol" pitchFamily="18" charset="2"/>
              </a:rPr>
              <a:t>È</a:t>
            </a:r>
            <a:endParaRPr lang="en-US"/>
          </a:p>
        </p:txBody>
      </p:sp>
      <p:sp>
        <p:nvSpPr>
          <p:cNvPr id="73" name="Rectangle 84"/>
          <p:cNvSpPr>
            <a:spLocks noChangeArrowheads="1"/>
          </p:cNvSpPr>
          <p:nvPr/>
        </p:nvSpPr>
        <p:spPr bwMode="auto">
          <a:xfrm>
            <a:off x="4535488" y="5597525"/>
            <a:ext cx="11747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a:solidFill>
                  <a:srgbClr val="000000"/>
                </a:solidFill>
                <a:latin typeface="Symbol" pitchFamily="18" charset="2"/>
              </a:rPr>
              <a:t>È</a:t>
            </a:r>
            <a:endParaRPr lang="en-US"/>
          </a:p>
        </p:txBody>
      </p:sp>
      <p:sp>
        <p:nvSpPr>
          <p:cNvPr id="74" name="Rectangle 85"/>
          <p:cNvSpPr>
            <a:spLocks noChangeArrowheads="1"/>
          </p:cNvSpPr>
          <p:nvPr/>
        </p:nvSpPr>
        <p:spPr bwMode="auto">
          <a:xfrm>
            <a:off x="2481263" y="5597525"/>
            <a:ext cx="11747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a:solidFill>
                  <a:srgbClr val="000000"/>
                </a:solidFill>
                <a:latin typeface="Symbol" pitchFamily="18" charset="2"/>
              </a:rPr>
              <a:t>È</a:t>
            </a:r>
            <a:endParaRPr lang="en-US"/>
          </a:p>
        </p:txBody>
      </p:sp>
      <p:sp>
        <p:nvSpPr>
          <p:cNvPr id="75" name="Rectangle 86"/>
          <p:cNvSpPr>
            <a:spLocks noChangeArrowheads="1"/>
          </p:cNvSpPr>
          <p:nvPr/>
        </p:nvSpPr>
        <p:spPr bwMode="auto">
          <a:xfrm>
            <a:off x="6632575" y="5426075"/>
            <a:ext cx="2095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000">
                <a:solidFill>
                  <a:srgbClr val="000000"/>
                </a:solidFill>
                <a:latin typeface="Symbol" pitchFamily="18" charset="2"/>
              </a:rPr>
              <a:t>Õ</a:t>
            </a:r>
            <a:endParaRPr lang="en-US"/>
          </a:p>
        </p:txBody>
      </p:sp>
      <p:sp>
        <p:nvSpPr>
          <p:cNvPr id="76" name="Rectangle 87"/>
          <p:cNvSpPr>
            <a:spLocks noChangeArrowheads="1"/>
          </p:cNvSpPr>
          <p:nvPr/>
        </p:nvSpPr>
        <p:spPr bwMode="auto">
          <a:xfrm>
            <a:off x="5016500" y="5426075"/>
            <a:ext cx="2095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000">
                <a:solidFill>
                  <a:srgbClr val="000000"/>
                </a:solidFill>
                <a:latin typeface="Symbol" pitchFamily="18" charset="2"/>
              </a:rPr>
              <a:t>Õ</a:t>
            </a:r>
            <a:endParaRPr lang="en-US"/>
          </a:p>
        </p:txBody>
      </p:sp>
      <p:sp>
        <p:nvSpPr>
          <p:cNvPr id="77" name="Rectangle 88"/>
          <p:cNvSpPr>
            <a:spLocks noChangeArrowheads="1"/>
          </p:cNvSpPr>
          <p:nvPr/>
        </p:nvSpPr>
        <p:spPr bwMode="auto">
          <a:xfrm>
            <a:off x="4167188" y="5426075"/>
            <a:ext cx="2095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000">
                <a:solidFill>
                  <a:srgbClr val="000000"/>
                </a:solidFill>
                <a:latin typeface="Symbol" pitchFamily="18" charset="2"/>
              </a:rPr>
              <a:t>Õ</a:t>
            </a:r>
            <a:endParaRPr lang="en-US"/>
          </a:p>
        </p:txBody>
      </p:sp>
      <p:sp>
        <p:nvSpPr>
          <p:cNvPr id="78" name="Rectangle 89"/>
          <p:cNvSpPr>
            <a:spLocks noChangeArrowheads="1"/>
          </p:cNvSpPr>
          <p:nvPr/>
        </p:nvSpPr>
        <p:spPr bwMode="auto">
          <a:xfrm>
            <a:off x="3968750" y="5426075"/>
            <a:ext cx="1397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000">
                <a:solidFill>
                  <a:srgbClr val="000000"/>
                </a:solidFill>
                <a:latin typeface="Symbol" pitchFamily="18" charset="2"/>
              </a:rPr>
              <a:t>=</a:t>
            </a:r>
            <a:endParaRPr lang="en-US"/>
          </a:p>
        </p:txBody>
      </p:sp>
      <p:sp>
        <p:nvSpPr>
          <p:cNvPr id="79" name="Rectangle 90"/>
          <p:cNvSpPr>
            <a:spLocks noChangeArrowheads="1"/>
          </p:cNvSpPr>
          <p:nvPr/>
        </p:nvSpPr>
        <p:spPr bwMode="auto">
          <a:xfrm>
            <a:off x="2112963" y="5426075"/>
            <a:ext cx="2095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000" dirty="0">
                <a:solidFill>
                  <a:srgbClr val="000000"/>
                </a:solidFill>
                <a:latin typeface="Symbol" pitchFamily="18" charset="2"/>
              </a:rPr>
              <a:t>Õ</a:t>
            </a:r>
            <a:endParaRPr lang="en-US" dirty="0"/>
          </a:p>
        </p:txBody>
      </p:sp>
      <p:sp>
        <p:nvSpPr>
          <p:cNvPr id="80" name="Rectangle 91"/>
          <p:cNvSpPr>
            <a:spLocks noChangeArrowheads="1"/>
          </p:cNvSpPr>
          <p:nvPr/>
        </p:nvSpPr>
        <p:spPr bwMode="auto">
          <a:xfrm>
            <a:off x="6413500" y="5611813"/>
            <a:ext cx="7937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i="1">
                <a:solidFill>
                  <a:srgbClr val="000000"/>
                </a:solidFill>
                <a:latin typeface="Symbol" pitchFamily="18" charset="2"/>
              </a:rPr>
              <a:t>q</a:t>
            </a:r>
            <a:endParaRPr lang="en-US"/>
          </a:p>
        </p:txBody>
      </p:sp>
      <p:sp>
        <p:nvSpPr>
          <p:cNvPr id="81" name="Rectangle 92"/>
          <p:cNvSpPr>
            <a:spLocks noChangeArrowheads="1"/>
          </p:cNvSpPr>
          <p:nvPr/>
        </p:nvSpPr>
        <p:spPr bwMode="auto">
          <a:xfrm>
            <a:off x="3417888" y="5597525"/>
            <a:ext cx="7937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i="1">
                <a:solidFill>
                  <a:srgbClr val="000000"/>
                </a:solidFill>
                <a:latin typeface="Symbol" pitchFamily="18" charset="2"/>
              </a:rPr>
              <a:t>q</a:t>
            </a:r>
            <a:endParaRPr lang="en-US"/>
          </a:p>
        </p:txBody>
      </p:sp>
      <p:grpSp>
        <p:nvGrpSpPr>
          <p:cNvPr id="82" name="Group 93"/>
          <p:cNvGrpSpPr>
            <a:grpSpLocks/>
          </p:cNvGrpSpPr>
          <p:nvPr/>
        </p:nvGrpSpPr>
        <p:grpSpPr bwMode="auto">
          <a:xfrm>
            <a:off x="3211513" y="5526088"/>
            <a:ext cx="3208337" cy="192087"/>
            <a:chOff x="2023" y="3081"/>
            <a:chExt cx="2021" cy="121"/>
          </a:xfrm>
        </p:grpSpPr>
        <p:sp>
          <p:nvSpPr>
            <p:cNvPr id="83" name="AutoShape 9"/>
            <p:cNvSpPr>
              <a:spLocks noChangeArrowheads="1"/>
            </p:cNvSpPr>
            <p:nvPr/>
          </p:nvSpPr>
          <p:spPr bwMode="auto">
            <a:xfrm rot="5400000">
              <a:off x="3930" y="3086"/>
              <a:ext cx="119" cy="109"/>
            </a:xfrm>
            <a:prstGeom prst="flowChartCollat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p>
              <a:endParaRPr lang="en-US"/>
            </a:p>
          </p:txBody>
        </p:sp>
        <p:sp>
          <p:nvSpPr>
            <p:cNvPr id="84" name="AutoShape 10"/>
            <p:cNvSpPr>
              <a:spLocks noChangeArrowheads="1"/>
            </p:cNvSpPr>
            <p:nvPr/>
          </p:nvSpPr>
          <p:spPr bwMode="auto">
            <a:xfrm rot="5400000">
              <a:off x="2018" y="3088"/>
              <a:ext cx="119" cy="109"/>
            </a:xfrm>
            <a:prstGeom prst="flowChartCollat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p>
              <a:endParaRPr lang="en-US"/>
            </a:p>
          </p:txBody>
        </p:sp>
      </p:grpSp>
    </p:spTree>
    <p:extLst>
      <p:ext uri="{BB962C8B-B14F-4D97-AF65-F5344CB8AC3E}">
        <p14:creationId xmlns:p14="http://schemas.microsoft.com/office/powerpoint/2010/main" val="17869460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ea typeface="ＭＳ Ｐゴシック" pitchFamily="34" charset="-128"/>
                <a:cs typeface="Times New Roman" pitchFamily="18" charset="0"/>
              </a:rPr>
              <a:t>Equivalence Rules</a:t>
            </a:r>
            <a:endParaRPr lang="en-IN" dirty="0"/>
          </a:p>
        </p:txBody>
      </p:sp>
      <p:sp>
        <p:nvSpPr>
          <p:cNvPr id="3" name="Content Placeholder 2"/>
          <p:cNvSpPr>
            <a:spLocks noGrp="1"/>
          </p:cNvSpPr>
          <p:nvPr>
            <p:ph sz="quarter" idx="1"/>
          </p:nvPr>
        </p:nvSpPr>
        <p:spPr>
          <a:xfrm>
            <a:off x="914400" y="1447800"/>
            <a:ext cx="7772400" cy="4789512"/>
          </a:xfrm>
        </p:spPr>
        <p:txBody>
          <a:bodyPr>
            <a:noAutofit/>
          </a:bodyPr>
          <a:lstStyle/>
          <a:p>
            <a:pPr marL="0" indent="0">
              <a:buNone/>
              <a:tabLst>
                <a:tab pos="2279650" algn="l"/>
              </a:tabLst>
            </a:pPr>
            <a:r>
              <a:rPr lang="en-US" sz="2100" dirty="0" smtClean="0">
                <a:ea typeface="ＭＳ Ｐゴシック" pitchFamily="34" charset="-128"/>
              </a:rPr>
              <a:t>9. The </a:t>
            </a:r>
            <a:r>
              <a:rPr lang="en-US" sz="2100" dirty="0">
                <a:ea typeface="ＭＳ Ｐゴシック" pitchFamily="34" charset="-128"/>
              </a:rPr>
              <a:t>set operations union and intersection are commutative </a:t>
            </a:r>
            <a:br>
              <a:rPr lang="en-US" sz="2100" dirty="0">
                <a:ea typeface="ＭＳ Ｐゴシック" pitchFamily="34" charset="-128"/>
              </a:rPr>
            </a:br>
            <a:r>
              <a:rPr lang="en-US" sz="2100" dirty="0">
                <a:ea typeface="ＭＳ Ｐゴシック" pitchFamily="34" charset="-128"/>
              </a:rPr>
              <a:t>	</a:t>
            </a:r>
            <a:r>
              <a:rPr lang="en-US" sz="2100" i="1" dirty="0">
                <a:ea typeface="ＭＳ Ｐゴシック" pitchFamily="34" charset="-128"/>
              </a:rPr>
              <a:t>E</a:t>
            </a:r>
            <a:r>
              <a:rPr lang="en-US" sz="2100" baseline="-25000" dirty="0">
                <a:ea typeface="ＭＳ Ｐゴシック" pitchFamily="34" charset="-128"/>
              </a:rPr>
              <a:t>1</a:t>
            </a:r>
            <a:r>
              <a:rPr lang="en-US" sz="2100" dirty="0">
                <a:ea typeface="ＭＳ Ｐゴシック" pitchFamily="34" charset="-128"/>
              </a:rPr>
              <a:t> </a:t>
            </a:r>
            <a:r>
              <a:rPr lang="en-US" sz="2100" dirty="0">
                <a:ea typeface="ＭＳ Ｐゴシック" pitchFamily="34" charset="-128"/>
                <a:sym typeface="Symbol" pitchFamily="18" charset="2"/>
              </a:rPr>
              <a:t> </a:t>
            </a:r>
            <a:r>
              <a:rPr lang="en-US" sz="2100" i="1" dirty="0">
                <a:ea typeface="ＭＳ Ｐゴシック" pitchFamily="34" charset="-128"/>
                <a:sym typeface="Symbol" pitchFamily="18" charset="2"/>
              </a:rPr>
              <a:t>E</a:t>
            </a:r>
            <a:r>
              <a:rPr lang="en-US" sz="2100" baseline="-25000" dirty="0">
                <a:ea typeface="ＭＳ Ｐゴシック" pitchFamily="34" charset="-128"/>
                <a:sym typeface="Symbol" pitchFamily="18" charset="2"/>
              </a:rPr>
              <a:t>2</a:t>
            </a:r>
            <a:r>
              <a:rPr lang="en-US" sz="2100" dirty="0">
                <a:ea typeface="ＭＳ Ｐゴシック" pitchFamily="34" charset="-128"/>
                <a:sym typeface="Symbol" pitchFamily="18" charset="2"/>
              </a:rPr>
              <a:t>  = </a:t>
            </a:r>
            <a:r>
              <a:rPr lang="en-US" sz="2100" i="1" dirty="0">
                <a:ea typeface="ＭＳ Ｐゴシック" pitchFamily="34" charset="-128"/>
              </a:rPr>
              <a:t>E</a:t>
            </a:r>
            <a:r>
              <a:rPr lang="en-US" sz="2100" baseline="-25000" dirty="0">
                <a:ea typeface="ＭＳ Ｐゴシック" pitchFamily="34" charset="-128"/>
              </a:rPr>
              <a:t>2</a:t>
            </a:r>
            <a:r>
              <a:rPr lang="en-US" sz="2100" dirty="0">
                <a:ea typeface="ＭＳ Ｐゴシック" pitchFamily="34" charset="-128"/>
              </a:rPr>
              <a:t> </a:t>
            </a:r>
            <a:r>
              <a:rPr lang="en-US" sz="2100" dirty="0">
                <a:ea typeface="ＭＳ Ｐゴシック" pitchFamily="34" charset="-128"/>
                <a:sym typeface="Symbol" pitchFamily="18" charset="2"/>
              </a:rPr>
              <a:t> </a:t>
            </a:r>
            <a:r>
              <a:rPr lang="en-US" sz="2100" i="1" dirty="0">
                <a:ea typeface="ＭＳ Ｐゴシック" pitchFamily="34" charset="-128"/>
                <a:sym typeface="Symbol" pitchFamily="18" charset="2"/>
              </a:rPr>
              <a:t>E</a:t>
            </a:r>
            <a:r>
              <a:rPr lang="en-US" sz="2100" baseline="-25000" dirty="0">
                <a:ea typeface="ＭＳ Ｐゴシック" pitchFamily="34" charset="-128"/>
                <a:sym typeface="Symbol" pitchFamily="18" charset="2"/>
              </a:rPr>
              <a:t>1</a:t>
            </a:r>
            <a:r>
              <a:rPr lang="en-US" sz="2100" dirty="0">
                <a:ea typeface="ＭＳ Ｐゴシック" pitchFamily="34" charset="-128"/>
                <a:sym typeface="Symbol" pitchFamily="18" charset="2"/>
              </a:rPr>
              <a:t> </a:t>
            </a:r>
            <a:br>
              <a:rPr lang="en-US" sz="2100" dirty="0">
                <a:ea typeface="ＭＳ Ｐゴシック" pitchFamily="34" charset="-128"/>
                <a:sym typeface="Symbol" pitchFamily="18" charset="2"/>
              </a:rPr>
            </a:br>
            <a:r>
              <a:rPr lang="en-US" sz="2100" dirty="0">
                <a:ea typeface="ＭＳ Ｐゴシック" pitchFamily="34" charset="-128"/>
                <a:sym typeface="Symbol" pitchFamily="18" charset="2"/>
              </a:rPr>
              <a:t>	</a:t>
            </a:r>
            <a:r>
              <a:rPr lang="en-US" sz="2100" i="1" dirty="0">
                <a:ea typeface="ＭＳ Ｐゴシック" pitchFamily="34" charset="-128"/>
              </a:rPr>
              <a:t>E</a:t>
            </a:r>
            <a:r>
              <a:rPr lang="en-US" sz="2100" baseline="-25000" dirty="0">
                <a:ea typeface="ＭＳ Ｐゴシック" pitchFamily="34" charset="-128"/>
              </a:rPr>
              <a:t>1</a:t>
            </a:r>
            <a:r>
              <a:rPr lang="en-US" sz="2100" dirty="0">
                <a:ea typeface="ＭＳ Ｐゴシック" pitchFamily="34" charset="-128"/>
              </a:rPr>
              <a:t> </a:t>
            </a:r>
            <a:r>
              <a:rPr lang="en-US" sz="2100" dirty="0">
                <a:ea typeface="ＭＳ Ｐゴシック" pitchFamily="34" charset="-128"/>
                <a:sym typeface="Symbol" pitchFamily="18" charset="2"/>
              </a:rPr>
              <a:t> </a:t>
            </a:r>
            <a:r>
              <a:rPr lang="en-US" sz="2100" i="1" dirty="0">
                <a:ea typeface="ＭＳ Ｐゴシック" pitchFamily="34" charset="-128"/>
                <a:sym typeface="Symbol" pitchFamily="18" charset="2"/>
              </a:rPr>
              <a:t>E</a:t>
            </a:r>
            <a:r>
              <a:rPr lang="en-US" sz="2100" baseline="-25000" dirty="0">
                <a:ea typeface="ＭＳ Ｐゴシック" pitchFamily="34" charset="-128"/>
                <a:sym typeface="Symbol" pitchFamily="18" charset="2"/>
              </a:rPr>
              <a:t>2</a:t>
            </a:r>
            <a:r>
              <a:rPr lang="en-US" sz="2100" dirty="0">
                <a:ea typeface="ＭＳ Ｐゴシック" pitchFamily="34" charset="-128"/>
                <a:sym typeface="Symbol" pitchFamily="18" charset="2"/>
              </a:rPr>
              <a:t>  = </a:t>
            </a:r>
            <a:r>
              <a:rPr lang="en-US" sz="2100" i="1" dirty="0">
                <a:ea typeface="ＭＳ Ｐゴシック" pitchFamily="34" charset="-128"/>
              </a:rPr>
              <a:t>E</a:t>
            </a:r>
            <a:r>
              <a:rPr lang="en-US" sz="2100" baseline="-25000" dirty="0">
                <a:ea typeface="ＭＳ Ｐゴシック" pitchFamily="34" charset="-128"/>
              </a:rPr>
              <a:t>2</a:t>
            </a:r>
            <a:r>
              <a:rPr lang="en-US" sz="2100" dirty="0">
                <a:ea typeface="ＭＳ Ｐゴシック" pitchFamily="34" charset="-128"/>
              </a:rPr>
              <a:t> </a:t>
            </a:r>
            <a:r>
              <a:rPr lang="en-US" sz="2100" dirty="0">
                <a:ea typeface="ＭＳ Ｐゴシック" pitchFamily="34" charset="-128"/>
                <a:sym typeface="Symbol" pitchFamily="18" charset="2"/>
              </a:rPr>
              <a:t> </a:t>
            </a:r>
            <a:r>
              <a:rPr lang="en-US" sz="2100" i="1" dirty="0">
                <a:ea typeface="ＭＳ Ｐゴシック" pitchFamily="34" charset="-128"/>
                <a:sym typeface="Symbol" pitchFamily="18" charset="2"/>
              </a:rPr>
              <a:t>E</a:t>
            </a:r>
            <a:r>
              <a:rPr lang="en-US" sz="2100" baseline="-25000" dirty="0">
                <a:ea typeface="ＭＳ Ｐゴシック" pitchFamily="34" charset="-128"/>
                <a:sym typeface="Symbol" pitchFamily="18" charset="2"/>
              </a:rPr>
              <a:t>1</a:t>
            </a:r>
            <a:r>
              <a:rPr lang="en-US" sz="2100" dirty="0">
                <a:ea typeface="ＭＳ Ｐゴシック" pitchFamily="34" charset="-128"/>
                <a:sym typeface="Symbol" pitchFamily="18" charset="2"/>
              </a:rPr>
              <a:t> </a:t>
            </a:r>
          </a:p>
          <a:p>
            <a:pPr marL="919163" lvl="1" indent="-342900">
              <a:buFont typeface="Monotype Sorts" charset="2"/>
              <a:buChar char="n"/>
              <a:tabLst>
                <a:tab pos="2279650" algn="l"/>
              </a:tabLst>
            </a:pPr>
            <a:r>
              <a:rPr lang="en-US" sz="2100" dirty="0">
                <a:ea typeface="ＭＳ Ｐゴシック" pitchFamily="34" charset="-128"/>
              </a:rPr>
              <a:t>(set difference is not commutative</a:t>
            </a:r>
            <a:r>
              <a:rPr lang="en-US" sz="2100" dirty="0" smtClean="0">
                <a:ea typeface="ＭＳ Ｐゴシック" pitchFamily="34" charset="-128"/>
              </a:rPr>
              <a:t>).</a:t>
            </a:r>
            <a:endParaRPr lang="en-US" sz="2100" dirty="0">
              <a:ea typeface="ＭＳ Ｐゴシック" pitchFamily="34" charset="-128"/>
              <a:sym typeface="Symbol" pitchFamily="18" charset="2"/>
            </a:endParaRPr>
          </a:p>
          <a:p>
            <a:pPr marL="0" lvl="1" indent="0">
              <a:buNone/>
              <a:tabLst>
                <a:tab pos="2279650" algn="l"/>
              </a:tabLst>
            </a:pPr>
            <a:r>
              <a:rPr lang="en-US" sz="2100" dirty="0" smtClean="0">
                <a:ea typeface="ＭＳ Ｐゴシック" pitchFamily="34" charset="-128"/>
                <a:sym typeface="Symbol" pitchFamily="18" charset="2"/>
              </a:rPr>
              <a:t>10. Set </a:t>
            </a:r>
            <a:r>
              <a:rPr lang="en-US" sz="2100" dirty="0">
                <a:ea typeface="ＭＳ Ｐゴシック" pitchFamily="34" charset="-128"/>
                <a:sym typeface="Symbol" pitchFamily="18" charset="2"/>
              </a:rPr>
              <a:t>union and intersection are associative.</a:t>
            </a:r>
          </a:p>
          <a:p>
            <a:pPr marL="404813" indent="-404813">
              <a:buFont typeface="Monotype Sorts" charset="2"/>
              <a:buNone/>
              <a:tabLst>
                <a:tab pos="2279650" algn="l"/>
              </a:tabLst>
            </a:pPr>
            <a:r>
              <a:rPr lang="en-US" sz="2100" dirty="0">
                <a:ea typeface="ＭＳ Ｐゴシック" pitchFamily="34" charset="-128"/>
                <a:sym typeface="Symbol" pitchFamily="18" charset="2"/>
              </a:rPr>
              <a:t>	                 (</a:t>
            </a:r>
            <a:r>
              <a:rPr lang="en-US" sz="2100" i="1" dirty="0">
                <a:ea typeface="ＭＳ Ｐゴシック" pitchFamily="34" charset="-128"/>
              </a:rPr>
              <a:t>E</a:t>
            </a:r>
            <a:r>
              <a:rPr lang="en-US" sz="2100" baseline="-25000" dirty="0">
                <a:ea typeface="ＭＳ Ｐゴシック" pitchFamily="34" charset="-128"/>
              </a:rPr>
              <a:t>1</a:t>
            </a:r>
            <a:r>
              <a:rPr lang="en-US" sz="2100" dirty="0">
                <a:ea typeface="ＭＳ Ｐゴシック" pitchFamily="34" charset="-128"/>
              </a:rPr>
              <a:t> </a:t>
            </a:r>
            <a:r>
              <a:rPr lang="en-US" sz="2100" dirty="0">
                <a:ea typeface="ＭＳ Ｐゴシック" pitchFamily="34" charset="-128"/>
                <a:sym typeface="Symbol" pitchFamily="18" charset="2"/>
              </a:rPr>
              <a:t> </a:t>
            </a:r>
            <a:r>
              <a:rPr lang="en-US" sz="2100" i="1" dirty="0">
                <a:ea typeface="ＭＳ Ｐゴシック" pitchFamily="34" charset="-128"/>
                <a:sym typeface="Symbol" pitchFamily="18" charset="2"/>
              </a:rPr>
              <a:t>E</a:t>
            </a:r>
            <a:r>
              <a:rPr lang="en-US" sz="2100" baseline="-25000" dirty="0">
                <a:ea typeface="ＭＳ Ｐゴシック" pitchFamily="34" charset="-128"/>
                <a:sym typeface="Symbol" pitchFamily="18" charset="2"/>
              </a:rPr>
              <a:t>2</a:t>
            </a:r>
            <a:r>
              <a:rPr lang="en-US" sz="2100" dirty="0">
                <a:ea typeface="ＭＳ Ｐゴシック" pitchFamily="34" charset="-128"/>
                <a:sym typeface="Symbol" pitchFamily="18" charset="2"/>
              </a:rPr>
              <a:t>)  </a:t>
            </a:r>
            <a:r>
              <a:rPr lang="en-US" sz="2100" i="1" dirty="0">
                <a:ea typeface="ＭＳ Ｐゴシック" pitchFamily="34" charset="-128"/>
                <a:sym typeface="Symbol" pitchFamily="18" charset="2"/>
              </a:rPr>
              <a:t>E</a:t>
            </a:r>
            <a:r>
              <a:rPr lang="en-US" sz="2100" baseline="-25000" dirty="0">
                <a:ea typeface="ＭＳ Ｐゴシック" pitchFamily="34" charset="-128"/>
                <a:sym typeface="Symbol" pitchFamily="18" charset="2"/>
              </a:rPr>
              <a:t>3</a:t>
            </a:r>
            <a:r>
              <a:rPr lang="en-US" sz="2100" dirty="0">
                <a:ea typeface="ＭＳ Ｐゴシック" pitchFamily="34" charset="-128"/>
                <a:sym typeface="Symbol" pitchFamily="18" charset="2"/>
              </a:rPr>
              <a:t> = </a:t>
            </a:r>
            <a:r>
              <a:rPr lang="en-US" sz="2100" i="1" dirty="0">
                <a:ea typeface="ＭＳ Ｐゴシック" pitchFamily="34" charset="-128"/>
              </a:rPr>
              <a:t>E</a:t>
            </a:r>
            <a:r>
              <a:rPr lang="en-US" sz="2100" baseline="-25000" dirty="0">
                <a:ea typeface="ＭＳ Ｐゴシック" pitchFamily="34" charset="-128"/>
              </a:rPr>
              <a:t>1</a:t>
            </a:r>
            <a:r>
              <a:rPr lang="en-US" sz="2100" dirty="0">
                <a:ea typeface="ＭＳ Ｐゴシック" pitchFamily="34" charset="-128"/>
              </a:rPr>
              <a:t> </a:t>
            </a:r>
            <a:r>
              <a:rPr lang="en-US" sz="2100" dirty="0">
                <a:ea typeface="ＭＳ Ｐゴシック" pitchFamily="34" charset="-128"/>
                <a:sym typeface="Symbol" pitchFamily="18" charset="2"/>
              </a:rPr>
              <a:t> (</a:t>
            </a:r>
            <a:r>
              <a:rPr lang="en-US" sz="2100" i="1" dirty="0">
                <a:ea typeface="ＭＳ Ｐゴシック" pitchFamily="34" charset="-128"/>
                <a:sym typeface="Symbol" pitchFamily="18" charset="2"/>
              </a:rPr>
              <a:t>E</a:t>
            </a:r>
            <a:r>
              <a:rPr lang="en-US" sz="2100" baseline="-25000" dirty="0">
                <a:ea typeface="ＭＳ Ｐゴシック" pitchFamily="34" charset="-128"/>
                <a:sym typeface="Symbol" pitchFamily="18" charset="2"/>
              </a:rPr>
              <a:t>2</a:t>
            </a:r>
            <a:r>
              <a:rPr lang="en-US" sz="2100" dirty="0">
                <a:ea typeface="ＭＳ Ｐゴシック" pitchFamily="34" charset="-128"/>
                <a:sym typeface="Symbol" pitchFamily="18" charset="2"/>
              </a:rPr>
              <a:t>  </a:t>
            </a:r>
            <a:r>
              <a:rPr lang="en-US" sz="2100" i="1" dirty="0">
                <a:ea typeface="ＭＳ Ｐゴシック" pitchFamily="34" charset="-128"/>
                <a:sym typeface="Symbol" pitchFamily="18" charset="2"/>
              </a:rPr>
              <a:t>E</a:t>
            </a:r>
            <a:r>
              <a:rPr lang="en-US" sz="2100" baseline="-25000" dirty="0">
                <a:ea typeface="ＭＳ Ｐゴシック" pitchFamily="34" charset="-128"/>
                <a:sym typeface="Symbol" pitchFamily="18" charset="2"/>
              </a:rPr>
              <a:t>3</a:t>
            </a:r>
            <a:r>
              <a:rPr lang="en-US" sz="2100" dirty="0">
                <a:ea typeface="ＭＳ Ｐゴシック" pitchFamily="34" charset="-128"/>
                <a:sym typeface="Symbol" pitchFamily="18" charset="2"/>
              </a:rPr>
              <a:t>)</a:t>
            </a:r>
            <a:br>
              <a:rPr lang="en-US" sz="2100" dirty="0">
                <a:ea typeface="ＭＳ Ｐゴシック" pitchFamily="34" charset="-128"/>
                <a:sym typeface="Symbol" pitchFamily="18" charset="2"/>
              </a:rPr>
            </a:br>
            <a:r>
              <a:rPr lang="en-US" sz="2100" dirty="0">
                <a:ea typeface="ＭＳ Ｐゴシック" pitchFamily="34" charset="-128"/>
                <a:sym typeface="Symbol" pitchFamily="18" charset="2"/>
              </a:rPr>
              <a:t>              (</a:t>
            </a:r>
            <a:r>
              <a:rPr lang="en-US" sz="2100" i="1" dirty="0">
                <a:ea typeface="ＭＳ Ｐゴシック" pitchFamily="34" charset="-128"/>
              </a:rPr>
              <a:t>E</a:t>
            </a:r>
            <a:r>
              <a:rPr lang="en-US" sz="2100" baseline="-25000" dirty="0">
                <a:ea typeface="ＭＳ Ｐゴシック" pitchFamily="34" charset="-128"/>
              </a:rPr>
              <a:t>1</a:t>
            </a:r>
            <a:r>
              <a:rPr lang="en-US" sz="2100" dirty="0">
                <a:ea typeface="ＭＳ Ｐゴシック" pitchFamily="34" charset="-128"/>
              </a:rPr>
              <a:t> </a:t>
            </a:r>
            <a:r>
              <a:rPr lang="en-US" sz="2100" dirty="0">
                <a:ea typeface="ＭＳ Ｐゴシック" pitchFamily="34" charset="-128"/>
                <a:sym typeface="Symbol" pitchFamily="18" charset="2"/>
              </a:rPr>
              <a:t> </a:t>
            </a:r>
            <a:r>
              <a:rPr lang="en-US" sz="2100" i="1" dirty="0">
                <a:ea typeface="ＭＳ Ｐゴシック" pitchFamily="34" charset="-128"/>
                <a:sym typeface="Symbol" pitchFamily="18" charset="2"/>
              </a:rPr>
              <a:t>E</a:t>
            </a:r>
            <a:r>
              <a:rPr lang="en-US" sz="2100" baseline="-25000" dirty="0">
                <a:ea typeface="ＭＳ Ｐゴシック" pitchFamily="34" charset="-128"/>
                <a:sym typeface="Symbol" pitchFamily="18" charset="2"/>
              </a:rPr>
              <a:t>2</a:t>
            </a:r>
            <a:r>
              <a:rPr lang="en-US" sz="2100" dirty="0">
                <a:ea typeface="ＭＳ Ｐゴシック" pitchFamily="34" charset="-128"/>
                <a:sym typeface="Symbol" pitchFamily="18" charset="2"/>
              </a:rPr>
              <a:t>)  </a:t>
            </a:r>
            <a:r>
              <a:rPr lang="en-US" sz="2100" i="1" dirty="0">
                <a:ea typeface="ＭＳ Ｐゴシック" pitchFamily="34" charset="-128"/>
                <a:sym typeface="Symbol" pitchFamily="18" charset="2"/>
              </a:rPr>
              <a:t>E</a:t>
            </a:r>
            <a:r>
              <a:rPr lang="en-US" sz="2100" baseline="-25000" dirty="0">
                <a:ea typeface="ＭＳ Ｐゴシック" pitchFamily="34" charset="-128"/>
                <a:sym typeface="Symbol" pitchFamily="18" charset="2"/>
              </a:rPr>
              <a:t>3</a:t>
            </a:r>
            <a:r>
              <a:rPr lang="en-US" sz="2100" dirty="0">
                <a:ea typeface="ＭＳ Ｐゴシック" pitchFamily="34" charset="-128"/>
                <a:sym typeface="Symbol" pitchFamily="18" charset="2"/>
              </a:rPr>
              <a:t> = </a:t>
            </a:r>
            <a:r>
              <a:rPr lang="en-US" sz="2100" i="1" dirty="0">
                <a:ea typeface="ＭＳ Ｐゴシック" pitchFamily="34" charset="-128"/>
              </a:rPr>
              <a:t>E</a:t>
            </a:r>
            <a:r>
              <a:rPr lang="en-US" sz="2100" baseline="-25000" dirty="0">
                <a:ea typeface="ＭＳ Ｐゴシック" pitchFamily="34" charset="-128"/>
              </a:rPr>
              <a:t>1</a:t>
            </a:r>
            <a:r>
              <a:rPr lang="en-US" sz="2100" dirty="0">
                <a:ea typeface="ＭＳ Ｐゴシック" pitchFamily="34" charset="-128"/>
              </a:rPr>
              <a:t> </a:t>
            </a:r>
            <a:r>
              <a:rPr lang="en-US" sz="2100" dirty="0">
                <a:ea typeface="ＭＳ Ｐゴシック" pitchFamily="34" charset="-128"/>
                <a:sym typeface="Symbol" pitchFamily="18" charset="2"/>
              </a:rPr>
              <a:t> (</a:t>
            </a:r>
            <a:r>
              <a:rPr lang="en-US" sz="2100" i="1" dirty="0">
                <a:ea typeface="ＭＳ Ｐゴシック" pitchFamily="34" charset="-128"/>
                <a:sym typeface="Symbol" pitchFamily="18" charset="2"/>
              </a:rPr>
              <a:t>E</a:t>
            </a:r>
            <a:r>
              <a:rPr lang="en-US" sz="2100" baseline="-25000" dirty="0">
                <a:ea typeface="ＭＳ Ｐゴシック" pitchFamily="34" charset="-128"/>
                <a:sym typeface="Symbol" pitchFamily="18" charset="2"/>
              </a:rPr>
              <a:t>2</a:t>
            </a:r>
            <a:r>
              <a:rPr lang="en-US" sz="2100" dirty="0">
                <a:ea typeface="ＭＳ Ｐゴシック" pitchFamily="34" charset="-128"/>
                <a:sym typeface="Symbol" pitchFamily="18" charset="2"/>
              </a:rPr>
              <a:t>  </a:t>
            </a:r>
            <a:r>
              <a:rPr lang="en-US" sz="2100" i="1" dirty="0">
                <a:ea typeface="ＭＳ Ｐゴシック" pitchFamily="34" charset="-128"/>
                <a:sym typeface="Symbol" pitchFamily="18" charset="2"/>
              </a:rPr>
              <a:t>E</a:t>
            </a:r>
            <a:r>
              <a:rPr lang="en-US" sz="2100" baseline="-25000" dirty="0">
                <a:ea typeface="ＭＳ Ｐゴシック" pitchFamily="34" charset="-128"/>
                <a:sym typeface="Symbol" pitchFamily="18" charset="2"/>
              </a:rPr>
              <a:t>3</a:t>
            </a:r>
            <a:r>
              <a:rPr lang="en-US" sz="2100" dirty="0">
                <a:ea typeface="ＭＳ Ｐゴシック" pitchFamily="34" charset="-128"/>
                <a:sym typeface="Symbol" pitchFamily="18" charset="2"/>
              </a:rPr>
              <a:t>)</a:t>
            </a:r>
          </a:p>
          <a:p>
            <a:pPr marL="0" indent="0">
              <a:lnSpc>
                <a:spcPct val="90000"/>
              </a:lnSpc>
              <a:buNone/>
              <a:tabLst>
                <a:tab pos="2279650" algn="l"/>
              </a:tabLst>
            </a:pPr>
            <a:r>
              <a:rPr lang="en-US" sz="2100" dirty="0" smtClean="0">
                <a:ea typeface="ＭＳ Ｐゴシック" pitchFamily="34" charset="-128"/>
                <a:sym typeface="Symbol" pitchFamily="18" charset="2"/>
              </a:rPr>
              <a:t>11. The </a:t>
            </a:r>
            <a:r>
              <a:rPr lang="en-US" sz="2100" dirty="0">
                <a:ea typeface="ＭＳ Ｐゴシック" pitchFamily="34" charset="-128"/>
                <a:sym typeface="Symbol" pitchFamily="18" charset="2"/>
              </a:rPr>
              <a:t>selection operation distributes over ,  and –. </a:t>
            </a:r>
            <a:br>
              <a:rPr lang="en-US" sz="2100" dirty="0">
                <a:ea typeface="ＭＳ Ｐゴシック" pitchFamily="34" charset="-128"/>
                <a:sym typeface="Symbol" pitchFamily="18" charset="2"/>
              </a:rPr>
            </a:br>
            <a:r>
              <a:rPr lang="en-US" sz="2100" dirty="0">
                <a:ea typeface="ＭＳ Ｐゴシック" pitchFamily="34" charset="-128"/>
                <a:sym typeface="Symbol" pitchFamily="18" charset="2"/>
              </a:rPr>
              <a:t>                  </a:t>
            </a:r>
            <a:r>
              <a:rPr lang="en-US" sz="2100" i="1" dirty="0">
                <a:ea typeface="ＭＳ Ｐゴシック" pitchFamily="34" charset="-128"/>
                <a:sym typeface="Symbol" pitchFamily="18" charset="2"/>
              </a:rPr>
              <a:t></a:t>
            </a:r>
            <a:r>
              <a:rPr lang="en-US" sz="2100" baseline="-25000" dirty="0">
                <a:ea typeface="ＭＳ Ｐゴシック" pitchFamily="34" charset="-128"/>
                <a:sym typeface="Symbol" pitchFamily="18" charset="2"/>
              </a:rPr>
              <a:t></a:t>
            </a:r>
            <a:r>
              <a:rPr lang="en-US" sz="2100" i="1" dirty="0">
                <a:ea typeface="ＭＳ Ｐゴシック" pitchFamily="34" charset="-128"/>
                <a:sym typeface="Symbol" pitchFamily="18" charset="2"/>
              </a:rPr>
              <a:t> </a:t>
            </a:r>
            <a:r>
              <a:rPr lang="en-US" sz="2100" dirty="0">
                <a:ea typeface="ＭＳ Ｐゴシック" pitchFamily="34" charset="-128"/>
                <a:sym typeface="Greek Symbols" pitchFamily="18" charset="2"/>
              </a:rPr>
              <a:t>(</a:t>
            </a:r>
            <a:r>
              <a:rPr lang="en-US" sz="2100" i="1" dirty="0">
                <a:ea typeface="ＭＳ Ｐゴシック" pitchFamily="34" charset="-128"/>
                <a:sym typeface="Greek Symbols" pitchFamily="18" charset="2"/>
              </a:rPr>
              <a:t>E</a:t>
            </a:r>
            <a:r>
              <a:rPr lang="en-US" sz="2100" baseline="-25000" dirty="0">
                <a:ea typeface="ＭＳ Ｐゴシック" pitchFamily="34" charset="-128"/>
                <a:sym typeface="Greek Symbols" pitchFamily="18" charset="2"/>
              </a:rPr>
              <a:t>1</a:t>
            </a:r>
            <a:r>
              <a:rPr lang="en-US" sz="2100" dirty="0">
                <a:ea typeface="ＭＳ Ｐゴシック" pitchFamily="34" charset="-128"/>
                <a:sym typeface="Greek Symbols" pitchFamily="18" charset="2"/>
              </a:rPr>
              <a:t>  –  </a:t>
            </a:r>
            <a:r>
              <a:rPr lang="en-US" sz="2100" i="1" dirty="0">
                <a:ea typeface="ＭＳ Ｐゴシック" pitchFamily="34" charset="-128"/>
                <a:sym typeface="Greek Symbols" pitchFamily="18" charset="2"/>
              </a:rPr>
              <a:t>E</a:t>
            </a:r>
            <a:r>
              <a:rPr lang="en-US" sz="2100" baseline="-25000" dirty="0">
                <a:ea typeface="ＭＳ Ｐゴシック" pitchFamily="34" charset="-128"/>
                <a:sym typeface="Greek Symbols" pitchFamily="18" charset="2"/>
              </a:rPr>
              <a:t>2</a:t>
            </a:r>
            <a:r>
              <a:rPr lang="en-US" sz="2100" dirty="0">
                <a:ea typeface="ＭＳ Ｐゴシック" pitchFamily="34" charset="-128"/>
                <a:sym typeface="Greek Symbols" pitchFamily="18" charset="2"/>
              </a:rPr>
              <a:t>) = </a:t>
            </a:r>
            <a:r>
              <a:rPr lang="en-US" sz="2100" i="1" dirty="0">
                <a:ea typeface="ＭＳ Ｐゴシック" pitchFamily="34" charset="-128"/>
                <a:sym typeface="Symbol" pitchFamily="18" charset="2"/>
              </a:rPr>
              <a:t></a:t>
            </a:r>
            <a:r>
              <a:rPr lang="en-US" sz="2100" baseline="-25000" dirty="0">
                <a:ea typeface="ＭＳ Ｐゴシック" pitchFamily="34" charset="-128"/>
                <a:sym typeface="Symbol" pitchFamily="18" charset="2"/>
              </a:rPr>
              <a:t></a:t>
            </a:r>
            <a:r>
              <a:rPr lang="en-US" sz="2100" i="1" dirty="0">
                <a:ea typeface="ＭＳ Ｐゴシック" pitchFamily="34" charset="-128"/>
                <a:sym typeface="Greek Symbols" pitchFamily="18" charset="2"/>
              </a:rPr>
              <a:t> </a:t>
            </a:r>
            <a:r>
              <a:rPr lang="en-US" sz="2100" dirty="0">
                <a:ea typeface="ＭＳ Ｐゴシック" pitchFamily="34" charset="-128"/>
                <a:sym typeface="Greek Symbols" pitchFamily="18" charset="2"/>
              </a:rPr>
              <a:t>(</a:t>
            </a:r>
            <a:r>
              <a:rPr lang="en-US" sz="2100" i="1" dirty="0">
                <a:ea typeface="ＭＳ Ｐゴシック" pitchFamily="34" charset="-128"/>
                <a:sym typeface="Greek Symbols" pitchFamily="18" charset="2"/>
              </a:rPr>
              <a:t>E</a:t>
            </a:r>
            <a:r>
              <a:rPr lang="en-US" sz="2100" baseline="-25000" dirty="0">
                <a:ea typeface="ＭＳ Ｐゴシック" pitchFamily="34" charset="-128"/>
                <a:sym typeface="Greek Symbols" pitchFamily="18" charset="2"/>
              </a:rPr>
              <a:t>1</a:t>
            </a:r>
            <a:r>
              <a:rPr lang="en-US" sz="2100" dirty="0">
                <a:ea typeface="ＭＳ Ｐゴシック" pitchFamily="34" charset="-128"/>
                <a:sym typeface="Greek Symbols" pitchFamily="18" charset="2"/>
              </a:rPr>
              <a:t>) –  </a:t>
            </a:r>
            <a:r>
              <a:rPr lang="en-US" sz="2100" i="1" dirty="0">
                <a:ea typeface="ＭＳ Ｐゴシック" pitchFamily="34" charset="-128"/>
                <a:sym typeface="Symbol" pitchFamily="18" charset="2"/>
              </a:rPr>
              <a:t></a:t>
            </a:r>
            <a:r>
              <a:rPr lang="en-US" sz="2100" baseline="-25000" dirty="0">
                <a:ea typeface="ＭＳ Ｐゴシック" pitchFamily="34" charset="-128"/>
                <a:sym typeface="Symbol" pitchFamily="18" charset="2"/>
              </a:rPr>
              <a:t></a:t>
            </a:r>
            <a:r>
              <a:rPr lang="en-US" sz="2100" dirty="0">
                <a:ea typeface="ＭＳ Ｐゴシック" pitchFamily="34" charset="-128"/>
                <a:sym typeface="Greek Symbols" pitchFamily="18" charset="2"/>
              </a:rPr>
              <a:t>(</a:t>
            </a:r>
            <a:r>
              <a:rPr lang="en-US" sz="2100" i="1" dirty="0">
                <a:ea typeface="ＭＳ Ｐゴシック" pitchFamily="34" charset="-128"/>
                <a:sym typeface="Greek Symbols" pitchFamily="18" charset="2"/>
              </a:rPr>
              <a:t>E</a:t>
            </a:r>
            <a:r>
              <a:rPr lang="en-US" sz="2100" baseline="-25000" dirty="0">
                <a:ea typeface="ＭＳ Ｐゴシック" pitchFamily="34" charset="-128"/>
                <a:sym typeface="Greek Symbols" pitchFamily="18" charset="2"/>
              </a:rPr>
              <a:t>2</a:t>
            </a:r>
            <a:r>
              <a:rPr lang="en-US" sz="2100" dirty="0">
                <a:ea typeface="ＭＳ Ｐゴシック" pitchFamily="34" charset="-128"/>
                <a:sym typeface="Greek Symbols" pitchFamily="18" charset="2"/>
              </a:rPr>
              <a:t>)</a:t>
            </a:r>
            <a:br>
              <a:rPr lang="en-US" sz="2100" dirty="0">
                <a:ea typeface="ＭＳ Ｐゴシック" pitchFamily="34" charset="-128"/>
                <a:sym typeface="Greek Symbols" pitchFamily="18" charset="2"/>
              </a:rPr>
            </a:br>
            <a:r>
              <a:rPr lang="en-US" sz="2100" dirty="0">
                <a:ea typeface="ＭＳ Ｐゴシック" pitchFamily="34" charset="-128"/>
                <a:sym typeface="Greek Symbols" pitchFamily="18" charset="2"/>
              </a:rPr>
              <a:t>                     and similarly for </a:t>
            </a:r>
            <a:r>
              <a:rPr lang="en-US" sz="2100" dirty="0">
                <a:ea typeface="ＭＳ Ｐゴシック" pitchFamily="34" charset="-128"/>
                <a:sym typeface="Symbol" pitchFamily="18" charset="2"/>
              </a:rPr>
              <a:t> and  in place of  –</a:t>
            </a:r>
            <a:br>
              <a:rPr lang="en-US" sz="2100" dirty="0">
                <a:ea typeface="ＭＳ Ｐゴシック" pitchFamily="34" charset="-128"/>
                <a:sym typeface="Symbol" pitchFamily="18" charset="2"/>
              </a:rPr>
            </a:br>
            <a:r>
              <a:rPr lang="en-US" sz="2100" dirty="0">
                <a:ea typeface="ＭＳ Ｐゴシック" pitchFamily="34" charset="-128"/>
                <a:sym typeface="Symbol" pitchFamily="18" charset="2"/>
              </a:rPr>
              <a:t>A</a:t>
            </a:r>
            <a:r>
              <a:rPr lang="en-US" sz="2100" dirty="0">
                <a:ea typeface="ＭＳ Ｐゴシック" pitchFamily="34" charset="-128"/>
                <a:sym typeface="Greek Symbols" pitchFamily="18" charset="2"/>
              </a:rPr>
              <a:t>lso:           </a:t>
            </a:r>
            <a:r>
              <a:rPr lang="en-US" sz="2100" i="1" dirty="0">
                <a:ea typeface="ＭＳ Ｐゴシック" pitchFamily="34" charset="-128"/>
                <a:sym typeface="Symbol" pitchFamily="18" charset="2"/>
              </a:rPr>
              <a:t></a:t>
            </a:r>
            <a:r>
              <a:rPr lang="en-US" sz="2100" baseline="-25000" dirty="0">
                <a:ea typeface="ＭＳ Ｐゴシック" pitchFamily="34" charset="-128"/>
                <a:sym typeface="Symbol" pitchFamily="18" charset="2"/>
              </a:rPr>
              <a:t></a:t>
            </a:r>
            <a:r>
              <a:rPr lang="en-US" sz="2100" i="1" dirty="0">
                <a:ea typeface="ＭＳ Ｐゴシック" pitchFamily="34" charset="-128"/>
                <a:sym typeface="Greek Symbols" pitchFamily="18" charset="2"/>
              </a:rPr>
              <a:t> </a:t>
            </a:r>
            <a:r>
              <a:rPr lang="en-US" sz="2100" dirty="0">
                <a:ea typeface="ＭＳ Ｐゴシック" pitchFamily="34" charset="-128"/>
                <a:sym typeface="Greek Symbols" pitchFamily="18" charset="2"/>
              </a:rPr>
              <a:t>(</a:t>
            </a:r>
            <a:r>
              <a:rPr lang="en-US" sz="2100" i="1" dirty="0">
                <a:ea typeface="ＭＳ Ｐゴシック" pitchFamily="34" charset="-128"/>
                <a:sym typeface="Greek Symbols" pitchFamily="18" charset="2"/>
              </a:rPr>
              <a:t>E</a:t>
            </a:r>
            <a:r>
              <a:rPr lang="en-US" sz="2100" baseline="-25000" dirty="0">
                <a:ea typeface="ＭＳ Ｐゴシック" pitchFamily="34" charset="-128"/>
                <a:sym typeface="Greek Symbols" pitchFamily="18" charset="2"/>
              </a:rPr>
              <a:t>1</a:t>
            </a:r>
            <a:r>
              <a:rPr lang="en-US" sz="2100" dirty="0">
                <a:ea typeface="ＭＳ Ｐゴシック" pitchFamily="34" charset="-128"/>
                <a:sym typeface="Greek Symbols" pitchFamily="18" charset="2"/>
              </a:rPr>
              <a:t>  –  </a:t>
            </a:r>
            <a:r>
              <a:rPr lang="en-US" sz="2100" i="1" dirty="0">
                <a:ea typeface="ＭＳ Ｐゴシック" pitchFamily="34" charset="-128"/>
                <a:sym typeface="Greek Symbols" pitchFamily="18" charset="2"/>
              </a:rPr>
              <a:t>E</a:t>
            </a:r>
            <a:r>
              <a:rPr lang="en-US" sz="2100" baseline="-25000" dirty="0">
                <a:ea typeface="ＭＳ Ｐゴシック" pitchFamily="34" charset="-128"/>
                <a:sym typeface="Greek Symbols" pitchFamily="18" charset="2"/>
              </a:rPr>
              <a:t>2</a:t>
            </a:r>
            <a:r>
              <a:rPr lang="en-US" sz="2100" dirty="0">
                <a:ea typeface="ＭＳ Ｐゴシック" pitchFamily="34" charset="-128"/>
                <a:sym typeface="Greek Symbols" pitchFamily="18" charset="2"/>
              </a:rPr>
              <a:t>) = </a:t>
            </a:r>
            <a:r>
              <a:rPr lang="en-US" sz="2100" i="1" dirty="0">
                <a:ea typeface="ＭＳ Ｐゴシック" pitchFamily="34" charset="-128"/>
                <a:sym typeface="Symbol" pitchFamily="18" charset="2"/>
              </a:rPr>
              <a:t></a:t>
            </a:r>
            <a:r>
              <a:rPr lang="en-US" sz="2100" baseline="-25000" dirty="0">
                <a:ea typeface="ＭＳ Ｐゴシック" pitchFamily="34" charset="-128"/>
                <a:sym typeface="Symbol" pitchFamily="18" charset="2"/>
              </a:rPr>
              <a:t></a:t>
            </a:r>
            <a:r>
              <a:rPr lang="en-US" sz="2100" dirty="0">
                <a:ea typeface="ＭＳ Ｐゴシック" pitchFamily="34" charset="-128"/>
                <a:sym typeface="Greek Symbols" pitchFamily="18" charset="2"/>
              </a:rPr>
              <a:t>(</a:t>
            </a:r>
            <a:r>
              <a:rPr lang="en-US" sz="2100" i="1" dirty="0">
                <a:ea typeface="ＭＳ Ｐゴシック" pitchFamily="34" charset="-128"/>
                <a:sym typeface="Greek Symbols" pitchFamily="18" charset="2"/>
              </a:rPr>
              <a:t>E</a:t>
            </a:r>
            <a:r>
              <a:rPr lang="en-US" sz="2100" baseline="-25000" dirty="0">
                <a:ea typeface="ＭＳ Ｐゴシック" pitchFamily="34" charset="-128"/>
                <a:sym typeface="Greek Symbols" pitchFamily="18" charset="2"/>
              </a:rPr>
              <a:t>1</a:t>
            </a:r>
            <a:r>
              <a:rPr lang="en-US" sz="2100" dirty="0">
                <a:ea typeface="ＭＳ Ｐゴシック" pitchFamily="34" charset="-128"/>
                <a:sym typeface="Greek Symbols" pitchFamily="18" charset="2"/>
              </a:rPr>
              <a:t>) –  </a:t>
            </a:r>
            <a:r>
              <a:rPr lang="en-US" sz="2100" i="1" dirty="0">
                <a:ea typeface="ＭＳ Ｐゴシック" pitchFamily="34" charset="-128"/>
                <a:sym typeface="Greek Symbols" pitchFamily="18" charset="2"/>
              </a:rPr>
              <a:t>E</a:t>
            </a:r>
            <a:r>
              <a:rPr lang="en-US" sz="2100" baseline="-25000" dirty="0">
                <a:ea typeface="ＭＳ Ｐゴシック" pitchFamily="34" charset="-128"/>
                <a:sym typeface="Greek Symbols" pitchFamily="18" charset="2"/>
              </a:rPr>
              <a:t>2</a:t>
            </a:r>
            <a:r>
              <a:rPr lang="en-US" sz="2100" dirty="0">
                <a:ea typeface="ＭＳ Ｐゴシック" pitchFamily="34" charset="-128"/>
                <a:sym typeface="Greek Symbols" pitchFamily="18" charset="2"/>
              </a:rPr>
              <a:t/>
            </a:r>
            <a:br>
              <a:rPr lang="en-US" sz="2100" dirty="0">
                <a:ea typeface="ＭＳ Ｐゴシック" pitchFamily="34" charset="-128"/>
                <a:sym typeface="Greek Symbols" pitchFamily="18" charset="2"/>
              </a:rPr>
            </a:br>
            <a:r>
              <a:rPr lang="en-US" sz="2100" dirty="0">
                <a:ea typeface="ＭＳ Ｐゴシック" pitchFamily="34" charset="-128"/>
                <a:sym typeface="Greek Symbols" pitchFamily="18" charset="2"/>
              </a:rPr>
              <a:t>                          and similarly for </a:t>
            </a:r>
            <a:r>
              <a:rPr lang="en-US" sz="2100" dirty="0">
                <a:ea typeface="ＭＳ Ｐゴシック" pitchFamily="34" charset="-128"/>
                <a:sym typeface="Symbol" pitchFamily="18" charset="2"/>
              </a:rPr>
              <a:t> in place of  –, but not for </a:t>
            </a:r>
          </a:p>
          <a:p>
            <a:pPr marL="404813" indent="-404813">
              <a:buFont typeface="Monotype Sorts" charset="2"/>
              <a:buNone/>
              <a:tabLst>
                <a:tab pos="2279650" algn="l"/>
              </a:tabLst>
            </a:pPr>
            <a:r>
              <a:rPr lang="en-US" sz="2100" dirty="0">
                <a:ea typeface="ＭＳ Ｐゴシック" pitchFamily="34" charset="-128"/>
                <a:sym typeface="Greek Symbols" pitchFamily="18" charset="2"/>
              </a:rPr>
              <a:t>12.	The projection operation distributes over union</a:t>
            </a:r>
          </a:p>
          <a:p>
            <a:pPr marL="404813" indent="-404813">
              <a:buFont typeface="Monotype Sorts" charset="2"/>
              <a:buNone/>
              <a:tabLst>
                <a:tab pos="2279650" algn="l"/>
              </a:tabLst>
            </a:pPr>
            <a:r>
              <a:rPr lang="en-US" sz="2100" dirty="0">
                <a:ea typeface="ＭＳ Ｐゴシック" pitchFamily="34" charset="-128"/>
                <a:sym typeface="Greek Symbols" pitchFamily="18" charset="2"/>
              </a:rPr>
              <a:t>                       </a:t>
            </a:r>
            <a:r>
              <a:rPr lang="en-US" sz="2100" dirty="0">
                <a:ea typeface="ＭＳ Ｐゴシック" pitchFamily="34" charset="-128"/>
                <a:sym typeface="Symbol" pitchFamily="18" charset="2"/>
              </a:rPr>
              <a:t></a:t>
            </a:r>
            <a:r>
              <a:rPr lang="en-US" sz="2100" baseline="-25000" dirty="0">
                <a:ea typeface="ＭＳ Ｐゴシック" pitchFamily="34" charset="-128"/>
                <a:sym typeface="Symbol" pitchFamily="18" charset="2"/>
              </a:rPr>
              <a:t>L</a:t>
            </a:r>
            <a:r>
              <a:rPr lang="en-US" sz="2100" dirty="0">
                <a:ea typeface="ＭＳ Ｐゴシック" pitchFamily="34" charset="-128"/>
                <a:sym typeface="Symbol" pitchFamily="18" charset="2"/>
              </a:rPr>
              <a:t>(</a:t>
            </a:r>
            <a:r>
              <a:rPr lang="en-US" sz="2100" i="1" dirty="0">
                <a:ea typeface="ＭＳ Ｐゴシック" pitchFamily="34" charset="-128"/>
              </a:rPr>
              <a:t>E</a:t>
            </a:r>
            <a:r>
              <a:rPr lang="en-US" sz="2100" baseline="-25000" dirty="0">
                <a:ea typeface="ＭＳ Ｐゴシック" pitchFamily="34" charset="-128"/>
              </a:rPr>
              <a:t>1</a:t>
            </a:r>
            <a:r>
              <a:rPr lang="en-US" sz="2100" dirty="0">
                <a:ea typeface="ＭＳ Ｐゴシック" pitchFamily="34" charset="-128"/>
              </a:rPr>
              <a:t> </a:t>
            </a:r>
            <a:r>
              <a:rPr lang="en-US" sz="2100" dirty="0">
                <a:ea typeface="ＭＳ Ｐゴシック" pitchFamily="34" charset="-128"/>
                <a:sym typeface="Symbol" pitchFamily="18" charset="2"/>
              </a:rPr>
              <a:t> </a:t>
            </a:r>
            <a:r>
              <a:rPr lang="en-US" sz="2100" i="1" dirty="0">
                <a:ea typeface="ＭＳ Ｐゴシック" pitchFamily="34" charset="-128"/>
                <a:sym typeface="Symbol" pitchFamily="18" charset="2"/>
              </a:rPr>
              <a:t>E</a:t>
            </a:r>
            <a:r>
              <a:rPr lang="en-US" sz="2100" baseline="-25000" dirty="0">
                <a:ea typeface="ＭＳ Ｐゴシック" pitchFamily="34" charset="-128"/>
                <a:sym typeface="Symbol" pitchFamily="18" charset="2"/>
              </a:rPr>
              <a:t>2</a:t>
            </a:r>
            <a:r>
              <a:rPr lang="en-US" sz="2100" dirty="0">
                <a:ea typeface="ＭＳ Ｐゴシック" pitchFamily="34" charset="-128"/>
                <a:sym typeface="Symbol" pitchFamily="18" charset="2"/>
              </a:rPr>
              <a:t>) = (</a:t>
            </a:r>
            <a:r>
              <a:rPr lang="en-US" sz="2100" baseline="-25000" dirty="0">
                <a:ea typeface="ＭＳ Ｐゴシック" pitchFamily="34" charset="-128"/>
                <a:sym typeface="Symbol" pitchFamily="18" charset="2"/>
              </a:rPr>
              <a:t>L</a:t>
            </a:r>
            <a:r>
              <a:rPr lang="en-US" sz="2100" dirty="0">
                <a:ea typeface="ＭＳ Ｐゴシック" pitchFamily="34" charset="-128"/>
                <a:sym typeface="Symbol" pitchFamily="18" charset="2"/>
              </a:rPr>
              <a:t>(</a:t>
            </a:r>
            <a:r>
              <a:rPr lang="en-US" sz="2100" i="1" dirty="0">
                <a:ea typeface="ＭＳ Ｐゴシック" pitchFamily="34" charset="-128"/>
              </a:rPr>
              <a:t>E</a:t>
            </a:r>
            <a:r>
              <a:rPr lang="en-US" sz="2100" baseline="-25000" dirty="0">
                <a:ea typeface="ＭＳ Ｐゴシック" pitchFamily="34" charset="-128"/>
              </a:rPr>
              <a:t>1</a:t>
            </a:r>
            <a:r>
              <a:rPr lang="en-US" sz="2100" dirty="0">
                <a:ea typeface="ＭＳ Ｐゴシック" pitchFamily="34" charset="-128"/>
              </a:rPr>
              <a:t>)) </a:t>
            </a:r>
            <a:r>
              <a:rPr lang="en-US" sz="2100" dirty="0">
                <a:ea typeface="ＭＳ Ｐゴシック" pitchFamily="34" charset="-128"/>
                <a:sym typeface="Symbol" pitchFamily="18" charset="2"/>
              </a:rPr>
              <a:t> (</a:t>
            </a:r>
            <a:r>
              <a:rPr lang="en-US" sz="2100" baseline="-25000" dirty="0">
                <a:ea typeface="ＭＳ Ｐゴシック" pitchFamily="34" charset="-128"/>
                <a:sym typeface="Symbol" pitchFamily="18" charset="2"/>
              </a:rPr>
              <a:t>L</a:t>
            </a:r>
            <a:r>
              <a:rPr lang="en-US" sz="2100" dirty="0">
                <a:ea typeface="ＭＳ Ｐゴシック" pitchFamily="34" charset="-128"/>
                <a:sym typeface="Symbol" pitchFamily="18" charset="2"/>
              </a:rPr>
              <a:t>(</a:t>
            </a:r>
            <a:r>
              <a:rPr lang="en-US" sz="2100" i="1" dirty="0">
                <a:ea typeface="ＭＳ Ｐゴシック" pitchFamily="34" charset="-128"/>
              </a:rPr>
              <a:t>E</a:t>
            </a:r>
            <a:r>
              <a:rPr lang="en-US" sz="2100" baseline="-25000" dirty="0">
                <a:ea typeface="ＭＳ Ｐゴシック" pitchFamily="34" charset="-128"/>
              </a:rPr>
              <a:t>2</a:t>
            </a:r>
            <a:r>
              <a:rPr lang="en-US" sz="2100" dirty="0">
                <a:ea typeface="ＭＳ Ｐゴシック" pitchFamily="34" charset="-128"/>
              </a:rPr>
              <a:t>)) </a:t>
            </a:r>
            <a:endParaRPr lang="en-US" sz="2100" dirty="0">
              <a:ea typeface="ＭＳ Ｐゴシック" pitchFamily="34" charset="-128"/>
              <a:sym typeface="Symbol" pitchFamily="18" charset="2"/>
            </a:endParaRPr>
          </a:p>
        </p:txBody>
      </p:sp>
    </p:spTree>
    <p:extLst>
      <p:ext uri="{BB962C8B-B14F-4D97-AF65-F5344CB8AC3E}">
        <p14:creationId xmlns:p14="http://schemas.microsoft.com/office/powerpoint/2010/main" val="39925368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There are two methods of query </a:t>
            </a:r>
            <a:r>
              <a:rPr lang="en-US" b="1" dirty="0" smtClean="0"/>
              <a:t>optimization</a:t>
            </a:r>
            <a:endParaRPr lang="en-IN" dirty="0"/>
          </a:p>
        </p:txBody>
      </p:sp>
      <p:sp>
        <p:nvSpPr>
          <p:cNvPr id="3" name="Content Placeholder 2"/>
          <p:cNvSpPr>
            <a:spLocks noGrp="1"/>
          </p:cNvSpPr>
          <p:nvPr>
            <p:ph sz="quarter" idx="1"/>
          </p:nvPr>
        </p:nvSpPr>
        <p:spPr/>
        <p:txBody>
          <a:bodyPr/>
          <a:lstStyle/>
          <a:p>
            <a:r>
              <a:rPr lang="en-IN" sz="2800" dirty="0">
                <a:latin typeface="Times New Roman" pitchFamily="18" charset="0"/>
                <a:cs typeface="Times New Roman" pitchFamily="18" charset="0"/>
              </a:rPr>
              <a:t>Cost based Optimization (Physical</a:t>
            </a:r>
            <a:r>
              <a:rPr lang="en-IN" sz="2800" dirty="0" smtClean="0">
                <a:latin typeface="Times New Roman" pitchFamily="18" charset="0"/>
                <a:cs typeface="Times New Roman" pitchFamily="18" charset="0"/>
              </a:rPr>
              <a:t>)</a:t>
            </a:r>
          </a:p>
          <a:p>
            <a:r>
              <a:rPr lang="en-IN" sz="2800" dirty="0">
                <a:latin typeface="Times New Roman" pitchFamily="18" charset="0"/>
                <a:cs typeface="Times New Roman" pitchFamily="18" charset="0"/>
              </a:rPr>
              <a:t>Heuristic Optimization (Logical)</a:t>
            </a:r>
          </a:p>
          <a:p>
            <a:pPr marL="0" indent="0">
              <a:buNone/>
            </a:pPr>
            <a:endParaRPr lang="en-IN" dirty="0"/>
          </a:p>
        </p:txBody>
      </p:sp>
    </p:spTree>
    <p:extLst>
      <p:ext uri="{BB962C8B-B14F-4D97-AF65-F5344CB8AC3E}">
        <p14:creationId xmlns:p14="http://schemas.microsoft.com/office/powerpoint/2010/main" val="33288318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latin typeface="Times New Roman" pitchFamily="18" charset="0"/>
                <a:cs typeface="Times New Roman" pitchFamily="18" charset="0"/>
              </a:rPr>
              <a:t>Cost based Optimization (Physical</a:t>
            </a:r>
            <a:r>
              <a:rPr lang="en-IN" dirty="0" smtClean="0">
                <a:latin typeface="Times New Roman" pitchFamily="18" charset="0"/>
                <a:cs typeface="Times New Roman" pitchFamily="18" charset="0"/>
              </a:rPr>
              <a:t>)</a:t>
            </a:r>
            <a:endParaRPr lang="en-IN" dirty="0"/>
          </a:p>
        </p:txBody>
      </p:sp>
      <p:sp>
        <p:nvSpPr>
          <p:cNvPr id="3" name="Content Placeholder 2"/>
          <p:cNvSpPr>
            <a:spLocks noGrp="1"/>
          </p:cNvSpPr>
          <p:nvPr>
            <p:ph sz="quarter" idx="1"/>
          </p:nvPr>
        </p:nvSpPr>
        <p:spPr/>
        <p:txBody>
          <a:bodyPr>
            <a:normAutofit/>
          </a:bodyPr>
          <a:lstStyle/>
          <a:p>
            <a:pPr algn="just"/>
            <a:r>
              <a:rPr lang="en-US" sz="2200" dirty="0" smtClean="0">
                <a:latin typeface="Times New Roman" pitchFamily="18" charset="0"/>
                <a:cs typeface="Times New Roman" pitchFamily="18" charset="0"/>
              </a:rPr>
              <a:t>It </a:t>
            </a:r>
            <a:r>
              <a:rPr lang="en-US" sz="2200" dirty="0">
                <a:latin typeface="Times New Roman" pitchFamily="18" charset="0"/>
                <a:cs typeface="Times New Roman" pitchFamily="18" charset="0"/>
              </a:rPr>
              <a:t>is based on the cost of the </a:t>
            </a:r>
            <a:r>
              <a:rPr lang="en-US" sz="2200" dirty="0" smtClean="0">
                <a:latin typeface="Times New Roman" pitchFamily="18" charset="0"/>
                <a:cs typeface="Times New Roman" pitchFamily="18" charset="0"/>
              </a:rPr>
              <a:t>query.</a:t>
            </a:r>
          </a:p>
          <a:p>
            <a:pPr algn="just"/>
            <a:endParaRPr lang="en-US" sz="2200" dirty="0" smtClean="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The query can use different paths based on indexes, constraints, sorting methods </a:t>
            </a:r>
            <a:r>
              <a:rPr lang="en-US" sz="2200" dirty="0" smtClean="0">
                <a:latin typeface="Times New Roman" pitchFamily="18" charset="0"/>
                <a:cs typeface="Times New Roman" pitchFamily="18" charset="0"/>
              </a:rPr>
              <a:t>etc.</a:t>
            </a:r>
          </a:p>
          <a:p>
            <a:pPr algn="just"/>
            <a:endParaRPr lang="en-US" sz="2200" dirty="0" smtClean="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This method mainly uses the statistics like record size, number of records, number of records per block, number of blocks, table size, whether whole table fits in a block, organization of tables, uniqueness of column values, size of columns etc.</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7360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562074"/>
          </a:xfrm>
        </p:spPr>
        <p:txBody>
          <a:bodyPr>
            <a:normAutofit fontScale="90000"/>
          </a:bodyPr>
          <a:lstStyle/>
          <a:p>
            <a:endParaRPr lang="en-IN" dirty="0"/>
          </a:p>
        </p:txBody>
      </p:sp>
      <p:sp>
        <p:nvSpPr>
          <p:cNvPr id="3" name="Content Placeholder 2"/>
          <p:cNvSpPr>
            <a:spLocks noGrp="1"/>
          </p:cNvSpPr>
          <p:nvPr>
            <p:ph sz="quarter" idx="1"/>
          </p:nvPr>
        </p:nvSpPr>
        <p:spPr>
          <a:xfrm>
            <a:off x="914400" y="980728"/>
            <a:ext cx="7772400" cy="5039072"/>
          </a:xfrm>
        </p:spPr>
        <p:txBody>
          <a:bodyPr>
            <a:noAutofit/>
          </a:bodyPr>
          <a:lstStyle/>
          <a:p>
            <a:r>
              <a:rPr lang="en-US" sz="2200" dirty="0">
                <a:latin typeface="Times New Roman" pitchFamily="18" charset="0"/>
                <a:cs typeface="Times New Roman" pitchFamily="18" charset="0"/>
              </a:rPr>
              <a:t>Cost difference between evaluation plans for a query can be enormous</a:t>
            </a:r>
          </a:p>
          <a:p>
            <a:r>
              <a:rPr lang="en-US" sz="2200" dirty="0" smtClean="0">
                <a:latin typeface="Times New Roman" pitchFamily="18" charset="0"/>
                <a:cs typeface="Times New Roman" pitchFamily="18" charset="0"/>
              </a:rPr>
              <a:t>Steps </a:t>
            </a:r>
            <a:r>
              <a:rPr lang="en-US" sz="2200" dirty="0">
                <a:latin typeface="Times New Roman" pitchFamily="18" charset="0"/>
                <a:cs typeface="Times New Roman" pitchFamily="18" charset="0"/>
              </a:rPr>
              <a:t>in cost-based query optimization</a:t>
            </a:r>
          </a:p>
          <a:p>
            <a:pPr lvl="1"/>
            <a:r>
              <a:rPr lang="en-US" sz="2200" dirty="0">
                <a:latin typeface="Times New Roman" pitchFamily="18" charset="0"/>
                <a:cs typeface="Times New Roman" pitchFamily="18" charset="0"/>
              </a:rPr>
              <a:t>Generate logically equivalent expressions using equivalence rules</a:t>
            </a:r>
          </a:p>
          <a:p>
            <a:pPr lvl="1"/>
            <a:r>
              <a:rPr lang="en-US" sz="2200" dirty="0">
                <a:latin typeface="Times New Roman" pitchFamily="18" charset="0"/>
                <a:cs typeface="Times New Roman" pitchFamily="18" charset="0"/>
              </a:rPr>
              <a:t>Annotate resultant expressions to get alternative query plans</a:t>
            </a:r>
          </a:p>
          <a:p>
            <a:pPr lvl="1"/>
            <a:r>
              <a:rPr lang="en-US" sz="2200" dirty="0">
                <a:latin typeface="Times New Roman" pitchFamily="18" charset="0"/>
                <a:cs typeface="Times New Roman" pitchFamily="18" charset="0"/>
              </a:rPr>
              <a:t>Choose the cheapest plan based on estimated cost</a:t>
            </a:r>
          </a:p>
          <a:p>
            <a:r>
              <a:rPr lang="en-US" sz="2200" dirty="0">
                <a:latin typeface="Times New Roman" pitchFamily="18" charset="0"/>
                <a:cs typeface="Times New Roman" pitchFamily="18" charset="0"/>
              </a:rPr>
              <a:t>Estimation of plan cost based on:</a:t>
            </a:r>
          </a:p>
          <a:p>
            <a:pPr lvl="1"/>
            <a:r>
              <a:rPr lang="en-US" sz="2200" dirty="0">
                <a:latin typeface="Times New Roman" pitchFamily="18" charset="0"/>
                <a:cs typeface="Times New Roman" pitchFamily="18" charset="0"/>
              </a:rPr>
              <a:t>Statistical information about relations. Examples</a:t>
            </a:r>
            <a:r>
              <a:rPr lang="en-US" sz="2200" dirty="0" smtClean="0">
                <a:latin typeface="Times New Roman" pitchFamily="18" charset="0"/>
                <a:cs typeface="Times New Roman" pitchFamily="18" charset="0"/>
              </a:rPr>
              <a:t>: </a:t>
            </a:r>
          </a:p>
          <a:p>
            <a:pPr lvl="2"/>
            <a:r>
              <a:rPr lang="en-US" sz="2200" dirty="0" smtClean="0">
                <a:latin typeface="Times New Roman" pitchFamily="18" charset="0"/>
                <a:cs typeface="Times New Roman" pitchFamily="18" charset="0"/>
              </a:rPr>
              <a:t>number </a:t>
            </a:r>
            <a:r>
              <a:rPr lang="en-US" sz="2200" dirty="0">
                <a:latin typeface="Times New Roman" pitchFamily="18" charset="0"/>
                <a:cs typeface="Times New Roman" pitchFamily="18" charset="0"/>
              </a:rPr>
              <a:t>of tuples, number of distinct values for an attribute</a:t>
            </a:r>
          </a:p>
          <a:p>
            <a:pPr lvl="1"/>
            <a:r>
              <a:rPr lang="en-US" sz="2200" dirty="0">
                <a:latin typeface="Times New Roman" pitchFamily="18" charset="0"/>
                <a:cs typeface="Times New Roman" pitchFamily="18" charset="0"/>
              </a:rPr>
              <a:t>Statistics estimation for intermediate results</a:t>
            </a:r>
          </a:p>
          <a:p>
            <a:pPr lvl="2"/>
            <a:r>
              <a:rPr lang="en-US" sz="2200" dirty="0">
                <a:latin typeface="Times New Roman" pitchFamily="18" charset="0"/>
                <a:cs typeface="Times New Roman" pitchFamily="18" charset="0"/>
              </a:rPr>
              <a:t>to compute cost of complex expressions</a:t>
            </a:r>
          </a:p>
          <a:p>
            <a:r>
              <a:rPr lang="en-US" sz="2200" dirty="0">
                <a:latin typeface="Times New Roman" pitchFamily="18" charset="0"/>
                <a:cs typeface="Times New Roman" pitchFamily="18" charset="0"/>
              </a:rPr>
              <a:t>Cost formulae for algorithms, computed using statistics</a:t>
            </a:r>
          </a:p>
          <a:p>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24522907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endParaRPr lang="en-IN"/>
          </a:p>
        </p:txBody>
      </p:sp>
    </p:spTree>
    <p:extLst>
      <p:ext uri="{BB962C8B-B14F-4D97-AF65-F5344CB8AC3E}">
        <p14:creationId xmlns:p14="http://schemas.microsoft.com/office/powerpoint/2010/main" val="171463005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2679</TotalTime>
  <Words>765</Words>
  <Application>Microsoft Office PowerPoint</Application>
  <PresentationFormat>On-screen Show (4:3)</PresentationFormat>
  <Paragraphs>156</Paragraphs>
  <Slides>17</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19" baseType="lpstr">
      <vt:lpstr>Equity</vt:lpstr>
      <vt:lpstr>Equation</vt:lpstr>
      <vt:lpstr>Query Optimization</vt:lpstr>
      <vt:lpstr>Introduction</vt:lpstr>
      <vt:lpstr>PowerPoint Presentation</vt:lpstr>
      <vt:lpstr>Importance of Query Optimization</vt:lpstr>
      <vt:lpstr>Way to Optimize the Query</vt:lpstr>
      <vt:lpstr>Translating SQL Queries into Relational Algebra</vt:lpstr>
      <vt:lpstr>PowerPoint Presentation</vt:lpstr>
      <vt:lpstr>Equivalence Rules</vt:lpstr>
      <vt:lpstr>Equivalence Rules</vt:lpstr>
      <vt:lpstr>Pictorial Depiction of Equivalence Rules</vt:lpstr>
      <vt:lpstr>Equivalence Rules</vt:lpstr>
      <vt:lpstr>Equivalence Rules</vt:lpstr>
      <vt:lpstr>Equivalence Rules</vt:lpstr>
      <vt:lpstr>There are two methods of query optimization</vt:lpstr>
      <vt:lpstr>Cost based Optimization (Physical)</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Management System</dc:title>
  <dc:creator>Admin</dc:creator>
  <cp:lastModifiedBy>Admin</cp:lastModifiedBy>
  <cp:revision>90</cp:revision>
  <dcterms:created xsi:type="dcterms:W3CDTF">2019-05-30T15:49:42Z</dcterms:created>
  <dcterms:modified xsi:type="dcterms:W3CDTF">2019-09-14T06:30:28Z</dcterms:modified>
</cp:coreProperties>
</file>