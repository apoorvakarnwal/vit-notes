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5"/>
  </p:notesMasterIdLst>
  <p:handoutMasterIdLst>
    <p:handoutMasterId r:id="rId36"/>
  </p:handoutMasterIdLst>
  <p:sldIdLst>
    <p:sldId id="256" r:id="rId5"/>
    <p:sldId id="308" r:id="rId6"/>
    <p:sldId id="271" r:id="rId7"/>
    <p:sldId id="320" r:id="rId8"/>
    <p:sldId id="321" r:id="rId9"/>
    <p:sldId id="322" r:id="rId10"/>
    <p:sldId id="323" r:id="rId11"/>
    <p:sldId id="324" r:id="rId12"/>
    <p:sldId id="325" r:id="rId13"/>
    <p:sldId id="326" r:id="rId14"/>
    <p:sldId id="328" r:id="rId15"/>
    <p:sldId id="327" r:id="rId16"/>
    <p:sldId id="329" r:id="rId17"/>
    <p:sldId id="330" r:id="rId18"/>
    <p:sldId id="344" r:id="rId19"/>
    <p:sldId id="331" r:id="rId20"/>
    <p:sldId id="332" r:id="rId21"/>
    <p:sldId id="333" r:id="rId22"/>
    <p:sldId id="334" r:id="rId23"/>
    <p:sldId id="335" r:id="rId24"/>
    <p:sldId id="343" r:id="rId25"/>
    <p:sldId id="336" r:id="rId26"/>
    <p:sldId id="337" r:id="rId27"/>
    <p:sldId id="338" r:id="rId28"/>
    <p:sldId id="339" r:id="rId29"/>
    <p:sldId id="340" r:id="rId30"/>
    <p:sldId id="345" r:id="rId31"/>
    <p:sldId id="341" r:id="rId32"/>
    <p:sldId id="342" r:id="rId33"/>
    <p:sldId id="265" r:id="rId3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6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1E4"/>
    <a:srgbClr val="B8D3E8"/>
    <a:srgbClr val="197DCE"/>
    <a:srgbClr val="BC7FBB"/>
    <a:srgbClr val="7FC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291" autoAdjust="0"/>
  </p:normalViewPr>
  <p:slideViewPr>
    <p:cSldViewPr snapToGrid="0" showGuides="1">
      <p:cViewPr>
        <p:scale>
          <a:sx n="74" d="100"/>
          <a:sy n="74" d="100"/>
        </p:scale>
        <p:origin x="965" y="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965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ACCC4E-6A2B-4A9E-A177-2FF76E4BCE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B00294-99F8-4685-AA68-AF052F7998D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6C51BB-02ED-4F4E-A820-FB7EC9185EAE}" type="datetimeFigureOut">
              <a:rPr lang="en-US" smtClean="0"/>
              <a:t>4/25/2023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0D73E6-D1F9-4527-A750-9D0E0C27B6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CA06DC-4B1A-4F3D-83A7-54741625BC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B0FE8B-8329-4D47-BE4C-E7B6614FD8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1088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0EB3D-2307-4317-8A1D-B47FA45245F0}" type="datetimeFigureOut">
              <a:rPr lang="en-US" noProof="0" smtClean="0"/>
              <a:t>4/25/2023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78A92-0141-4330-8F3E-FAADFAC2384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4888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DAC5403-E1D0-4032-A9FE-410B2982643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rcRect/>
            <a:stretch>
              <a:fillRect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C0C995-565B-4516-BC98-CCDEE529B15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21" name="Text Placeholder 26">
            <a:extLst>
              <a:ext uri="{FF2B5EF4-FFF2-40B4-BE49-F238E27FC236}">
                <a16:creationId xmlns:a16="http://schemas.microsoft.com/office/drawing/2014/main" id="{E013E669-E15F-4096-81CC-6637C4A9F9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12235" y="5380844"/>
            <a:ext cx="4367531" cy="324417"/>
          </a:xfrm>
        </p:spPr>
        <p:txBody>
          <a:bodyPr>
            <a:no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7021" y="2289328"/>
            <a:ext cx="10117959" cy="1517356"/>
          </a:xfrm>
        </p:spPr>
        <p:txBody>
          <a:bodyPr>
            <a:noAutofit/>
          </a:bodyPr>
          <a:lstStyle>
            <a:lvl1pPr algn="ctr">
              <a:defRPr sz="10000"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 Title    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5BB088E3-63C1-423F-A939-150B8E1F87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12235" y="5034596"/>
            <a:ext cx="4367531" cy="324417"/>
          </a:xfrm>
        </p:spPr>
        <p:txBody>
          <a:bodyPr>
            <a:noAutofit/>
          </a:bodyPr>
          <a:lstStyle>
            <a:lvl1pPr marL="0" indent="0" algn="ctr">
              <a:buNone/>
              <a:defRPr sz="20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Month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050857" y="3890308"/>
            <a:ext cx="10090287" cy="606659"/>
          </a:xfrm>
        </p:spPr>
        <p:txBody>
          <a:bodyPr>
            <a:noAutofit/>
          </a:bodyPr>
          <a:lstStyle>
            <a:lvl1pPr marL="0" indent="0" algn="ctr">
              <a:buNone/>
              <a:defRPr sz="3000" b="0" i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PRESENTATION TAGLINE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AB1BF5-25AE-4D07-8C5B-8ED82109AAFD}"/>
              </a:ext>
            </a:extLst>
          </p:cNvPr>
          <p:cNvSpPr/>
          <p:nvPr userDrawn="1"/>
        </p:nvSpPr>
        <p:spPr>
          <a:xfrm>
            <a:off x="376428" y="374904"/>
            <a:ext cx="11439144" cy="6108192"/>
          </a:xfrm>
          <a:prstGeom prst="rect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356ECE-618B-4CAE-B0AA-1F1C86CF382A}"/>
              </a:ext>
            </a:extLst>
          </p:cNvPr>
          <p:cNvSpPr/>
          <p:nvPr userDrawn="1"/>
        </p:nvSpPr>
        <p:spPr>
          <a:xfrm>
            <a:off x="445008" y="443484"/>
            <a:ext cx="11301984" cy="5971032"/>
          </a:xfrm>
          <a:prstGeom prst="rect">
            <a:avLst/>
          </a:prstGeom>
          <a:noFill/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B62C84D-B809-41CE-8FCD-935E2343985F}"/>
              </a:ext>
            </a:extLst>
          </p:cNvPr>
          <p:cNvCxnSpPr/>
          <p:nvPr userDrawn="1"/>
        </p:nvCxnSpPr>
        <p:spPr>
          <a:xfrm>
            <a:off x="5711952" y="5382082"/>
            <a:ext cx="768096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B0670BD7-5166-40F4-A6FC-B5B1D91577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08400" y="3612713"/>
            <a:ext cx="4975200" cy="11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819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4A7545D6-9827-7E4A-AB92-664BB510D96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/>
          </a:p>
        </p:txBody>
      </p:sp>
      <p:sp>
        <p:nvSpPr>
          <p:cNvPr id="21" name="Text Placeholder 26">
            <a:extLst>
              <a:ext uri="{FF2B5EF4-FFF2-40B4-BE49-F238E27FC236}">
                <a16:creationId xmlns:a16="http://schemas.microsoft.com/office/drawing/2014/main" id="{E013E669-E15F-4096-81CC-6637C4A9F9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12235" y="5380844"/>
            <a:ext cx="4367531" cy="324417"/>
          </a:xfrm>
        </p:spPr>
        <p:txBody>
          <a:bodyPr>
            <a:no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20XX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7021" y="2289328"/>
            <a:ext cx="10117959" cy="1517356"/>
          </a:xfrm>
        </p:spPr>
        <p:txBody>
          <a:bodyPr>
            <a:noAutofit/>
          </a:bodyPr>
          <a:lstStyle>
            <a:lvl1pPr algn="ctr">
              <a:defRPr sz="10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    </a:t>
            </a:r>
            <a:endParaRPr lang="ru-RU" dirty="0"/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5BB088E3-63C1-423F-A939-150B8E1F87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12235" y="5034596"/>
            <a:ext cx="4367531" cy="324417"/>
          </a:xfrm>
        </p:spPr>
        <p:txBody>
          <a:bodyPr>
            <a:noAutofit/>
          </a:bodyPr>
          <a:lstStyle>
            <a:lvl1pPr marL="0" indent="0" algn="ctr">
              <a:buNone/>
              <a:defRPr sz="20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Month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050857" y="3890308"/>
            <a:ext cx="10090287" cy="606659"/>
          </a:xfrm>
        </p:spPr>
        <p:txBody>
          <a:bodyPr>
            <a:noAutofit/>
          </a:bodyPr>
          <a:lstStyle>
            <a:lvl1pPr marL="0" indent="0" algn="ctr">
              <a:buNone/>
              <a:defRPr sz="3000" b="0" i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PRESENTATION TAGLINE</a:t>
            </a:r>
          </a:p>
        </p:txBody>
      </p:sp>
    </p:spTree>
    <p:extLst>
      <p:ext uri="{BB962C8B-B14F-4D97-AF65-F5344CB8AC3E}">
        <p14:creationId xmlns:p14="http://schemas.microsoft.com/office/powerpoint/2010/main" val="1050112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4D6B2F7A-6215-4548-B8BA-BFBFA46660CF}"/>
              </a:ext>
            </a:extLst>
          </p:cNvPr>
          <p:cNvSpPr/>
          <p:nvPr userDrawn="1"/>
        </p:nvSpPr>
        <p:spPr>
          <a:xfrm>
            <a:off x="5908548" y="6261006"/>
            <a:ext cx="374904" cy="374904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4B419-8728-4000-B6EF-1ECF88F80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2FC5F7-2AC0-4A53-8E2A-D6A7F4B4D7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52986"/>
            <a:ext cx="10515600" cy="904875"/>
          </a:xfrm>
        </p:spPr>
        <p:txBody>
          <a:bodyPr/>
          <a:lstStyle>
            <a:lvl1pPr algn="ctr">
              <a:defRPr b="0"/>
            </a:lvl1pPr>
          </a:lstStyle>
          <a:p>
            <a:r>
              <a:rPr lang="en-US" noProof="0"/>
              <a:t>Divider Slide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16B06F-92DB-40BB-B026-E443732F6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FF27C1-06BD-4F55-BB58-DC1D0892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5" name="Graphic 13">
            <a:extLst>
              <a:ext uri="{FF2B5EF4-FFF2-40B4-BE49-F238E27FC236}">
                <a16:creationId xmlns:a16="http://schemas.microsoft.com/office/drawing/2014/main" id="{6B7C1ECA-416B-4ED3-9B96-F05BED98E498}"/>
              </a:ext>
            </a:extLst>
          </p:cNvPr>
          <p:cNvSpPr/>
          <p:nvPr/>
        </p:nvSpPr>
        <p:spPr>
          <a:xfrm>
            <a:off x="4534478" y="1568994"/>
            <a:ext cx="3123044" cy="139083"/>
          </a:xfrm>
          <a:custGeom>
            <a:avLst/>
            <a:gdLst>
              <a:gd name="connsiteX0" fmla="*/ 281882 w 3123043"/>
              <a:gd name="connsiteY0" fmla="*/ 78315 h 139082"/>
              <a:gd name="connsiteX1" fmla="*/ 12567 w 3123043"/>
              <a:gd name="connsiteY1" fmla="*/ 78315 h 139082"/>
              <a:gd name="connsiteX2" fmla="*/ 12567 w 3123043"/>
              <a:gd name="connsiteY2" fmla="*/ 65671 h 139082"/>
              <a:gd name="connsiteX3" fmla="*/ 1155576 w 3123043"/>
              <a:gd name="connsiteY3" fmla="*/ 65671 h 139082"/>
              <a:gd name="connsiteX4" fmla="*/ 1350292 w 3123043"/>
              <a:gd name="connsiteY4" fmla="*/ 12567 h 139082"/>
              <a:gd name="connsiteX5" fmla="*/ 1466616 w 3123043"/>
              <a:gd name="connsiteY5" fmla="*/ 65671 h 139082"/>
              <a:gd name="connsiteX6" fmla="*/ 1495697 w 3123043"/>
              <a:gd name="connsiteY6" fmla="*/ 65671 h 139082"/>
              <a:gd name="connsiteX7" fmla="*/ 1551330 w 3123043"/>
              <a:gd name="connsiteY7" fmla="*/ 15096 h 139082"/>
              <a:gd name="connsiteX8" fmla="*/ 1606963 w 3123043"/>
              <a:gd name="connsiteY8" fmla="*/ 65671 h 139082"/>
              <a:gd name="connsiteX9" fmla="*/ 1636044 w 3123043"/>
              <a:gd name="connsiteY9" fmla="*/ 65671 h 139082"/>
              <a:gd name="connsiteX10" fmla="*/ 1752368 w 3123043"/>
              <a:gd name="connsiteY10" fmla="*/ 12567 h 139082"/>
              <a:gd name="connsiteX11" fmla="*/ 1947084 w 3123043"/>
              <a:gd name="connsiteY11" fmla="*/ 65671 h 139082"/>
              <a:gd name="connsiteX12" fmla="*/ 3119174 w 3123043"/>
              <a:gd name="connsiteY12" fmla="*/ 65671 h 139082"/>
              <a:gd name="connsiteX13" fmla="*/ 3119174 w 3123043"/>
              <a:gd name="connsiteY13" fmla="*/ 78315 h 139082"/>
              <a:gd name="connsiteX14" fmla="*/ 2824571 w 3123043"/>
              <a:gd name="connsiteY14" fmla="*/ 78315 h 139082"/>
              <a:gd name="connsiteX15" fmla="*/ 2824571 w 3123043"/>
              <a:gd name="connsiteY15" fmla="*/ 79579 h 139082"/>
              <a:gd name="connsiteX16" fmla="*/ 2097546 w 3123043"/>
              <a:gd name="connsiteY16" fmla="*/ 78315 h 139082"/>
              <a:gd name="connsiteX17" fmla="*/ 1987544 w 3123043"/>
              <a:gd name="connsiteY17" fmla="*/ 78315 h 139082"/>
              <a:gd name="connsiteX18" fmla="*/ 1751103 w 3123043"/>
              <a:gd name="connsiteY18" fmla="*/ 131419 h 139082"/>
              <a:gd name="connsiteX19" fmla="*/ 1634780 w 3123043"/>
              <a:gd name="connsiteY19" fmla="*/ 78315 h 139082"/>
              <a:gd name="connsiteX20" fmla="*/ 1605699 w 3123043"/>
              <a:gd name="connsiteY20" fmla="*/ 78315 h 139082"/>
              <a:gd name="connsiteX21" fmla="*/ 1551330 w 3123043"/>
              <a:gd name="connsiteY21" fmla="*/ 128891 h 139082"/>
              <a:gd name="connsiteX22" fmla="*/ 1495697 w 3123043"/>
              <a:gd name="connsiteY22" fmla="*/ 78315 h 139082"/>
              <a:gd name="connsiteX23" fmla="*/ 1466616 w 3123043"/>
              <a:gd name="connsiteY23" fmla="*/ 78315 h 139082"/>
              <a:gd name="connsiteX24" fmla="*/ 1350292 w 3123043"/>
              <a:gd name="connsiteY24" fmla="*/ 131419 h 139082"/>
              <a:gd name="connsiteX25" fmla="*/ 1113851 w 3123043"/>
              <a:gd name="connsiteY25" fmla="*/ 78315 h 139082"/>
              <a:gd name="connsiteX26" fmla="*/ 1005113 w 3123043"/>
              <a:gd name="connsiteY26" fmla="*/ 78315 h 139082"/>
              <a:gd name="connsiteX27" fmla="*/ 281882 w 3123043"/>
              <a:gd name="connsiteY27" fmla="*/ 78315 h 139082"/>
              <a:gd name="connsiteX28" fmla="*/ 281882 w 3123043"/>
              <a:gd name="connsiteY28" fmla="*/ 78315 h 139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123043" h="139082">
                <a:moveTo>
                  <a:pt x="281882" y="78315"/>
                </a:moveTo>
                <a:lnTo>
                  <a:pt x="12567" y="78315"/>
                </a:lnTo>
                <a:lnTo>
                  <a:pt x="12567" y="65671"/>
                </a:lnTo>
                <a:lnTo>
                  <a:pt x="1155576" y="65671"/>
                </a:lnTo>
                <a:cubicBezTo>
                  <a:pt x="1260520" y="55556"/>
                  <a:pt x="1350292" y="12567"/>
                  <a:pt x="1350292" y="12567"/>
                </a:cubicBezTo>
                <a:cubicBezTo>
                  <a:pt x="1397074" y="47970"/>
                  <a:pt x="1440063" y="60614"/>
                  <a:pt x="1466616" y="65671"/>
                </a:cubicBezTo>
                <a:lnTo>
                  <a:pt x="1495697" y="65671"/>
                </a:lnTo>
                <a:cubicBezTo>
                  <a:pt x="1502019" y="23946"/>
                  <a:pt x="1534893" y="15096"/>
                  <a:pt x="1551330" y="15096"/>
                </a:cubicBezTo>
                <a:cubicBezTo>
                  <a:pt x="1567767" y="15096"/>
                  <a:pt x="1600641" y="23946"/>
                  <a:pt x="1606963" y="65671"/>
                </a:cubicBezTo>
                <a:lnTo>
                  <a:pt x="1636044" y="65671"/>
                </a:lnTo>
                <a:cubicBezTo>
                  <a:pt x="1662596" y="60614"/>
                  <a:pt x="1705585" y="46705"/>
                  <a:pt x="1752368" y="12567"/>
                </a:cubicBezTo>
                <a:cubicBezTo>
                  <a:pt x="1752368" y="12567"/>
                  <a:pt x="1842140" y="55556"/>
                  <a:pt x="1947084" y="65671"/>
                </a:cubicBezTo>
                <a:lnTo>
                  <a:pt x="3119174" y="65671"/>
                </a:lnTo>
                <a:lnTo>
                  <a:pt x="3119174" y="78315"/>
                </a:lnTo>
                <a:lnTo>
                  <a:pt x="2824571" y="78315"/>
                </a:lnTo>
                <a:lnTo>
                  <a:pt x="2824571" y="79579"/>
                </a:lnTo>
                <a:lnTo>
                  <a:pt x="2097546" y="78315"/>
                </a:lnTo>
                <a:lnTo>
                  <a:pt x="1987544" y="78315"/>
                </a:lnTo>
                <a:cubicBezTo>
                  <a:pt x="1867427" y="79579"/>
                  <a:pt x="1751103" y="131419"/>
                  <a:pt x="1751103" y="131419"/>
                </a:cubicBezTo>
                <a:cubicBezTo>
                  <a:pt x="1704321" y="96016"/>
                  <a:pt x="1661332" y="83373"/>
                  <a:pt x="1634780" y="78315"/>
                </a:cubicBezTo>
                <a:lnTo>
                  <a:pt x="1605699" y="78315"/>
                </a:lnTo>
                <a:cubicBezTo>
                  <a:pt x="1599377" y="118775"/>
                  <a:pt x="1567767" y="128891"/>
                  <a:pt x="1551330" y="128891"/>
                </a:cubicBezTo>
                <a:cubicBezTo>
                  <a:pt x="1534893" y="128891"/>
                  <a:pt x="1502019" y="121304"/>
                  <a:pt x="1495697" y="78315"/>
                </a:cubicBezTo>
                <a:lnTo>
                  <a:pt x="1466616" y="78315"/>
                </a:lnTo>
                <a:cubicBezTo>
                  <a:pt x="1440063" y="83373"/>
                  <a:pt x="1397074" y="97281"/>
                  <a:pt x="1350292" y="131419"/>
                </a:cubicBezTo>
                <a:cubicBezTo>
                  <a:pt x="1350292" y="131419"/>
                  <a:pt x="1235232" y="79579"/>
                  <a:pt x="1113851" y="78315"/>
                </a:cubicBezTo>
                <a:lnTo>
                  <a:pt x="1005113" y="78315"/>
                </a:lnTo>
                <a:lnTo>
                  <a:pt x="281882" y="78315"/>
                </a:lnTo>
                <a:lnTo>
                  <a:pt x="281882" y="78315"/>
                </a:lnTo>
                <a:close/>
              </a:path>
            </a:pathLst>
          </a:custGeom>
          <a:solidFill>
            <a:schemeClr val="bg2"/>
          </a:solidFill>
          <a:ln w="126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F134C5C-60EE-4E07-8A4F-120C1B5AA0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874839"/>
            <a:ext cx="10515600" cy="476476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71C2E69-8C3C-4E87-BC9D-9810F56121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2483223"/>
            <a:ext cx="12192000" cy="3465576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97739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DFFF6C81-E769-CE4D-B9C0-858E073D198E}"/>
              </a:ext>
            </a:extLst>
          </p:cNvPr>
          <p:cNvSpPr/>
          <p:nvPr userDrawn="1"/>
        </p:nvSpPr>
        <p:spPr>
          <a:xfrm>
            <a:off x="5908548" y="6261006"/>
            <a:ext cx="374904" cy="374904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1695AE-7720-4633-B467-CD5DD1A9E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940C99-75CB-4A48-894F-EA35F7C91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4536" y="922103"/>
            <a:ext cx="4257905" cy="1325563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Text Layout 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E3AD6-C295-45C8-8FC7-AD3428403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780797F8-0544-4DFB-8D2C-CC50CB7F4A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3282" y="2384295"/>
            <a:ext cx="4519159" cy="639683"/>
          </a:xfrm>
        </p:spPr>
        <p:txBody>
          <a:bodyPr>
            <a:normAutofit/>
          </a:bodyPr>
          <a:lstStyle>
            <a:lvl1pPr marL="0" indent="0">
              <a:buNone/>
              <a:defRPr sz="1800" b="0" i="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F7A942D6-FCE6-4DCD-BD15-F6399EC2A2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4599" y="3173534"/>
            <a:ext cx="4707842" cy="2588637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Graphic 13">
            <a:extLst>
              <a:ext uri="{FF2B5EF4-FFF2-40B4-BE49-F238E27FC236}">
                <a16:creationId xmlns:a16="http://schemas.microsoft.com/office/drawing/2014/main" id="{BE348D43-6DEE-4E32-B9F5-235CB8EC9257}"/>
              </a:ext>
            </a:extLst>
          </p:cNvPr>
          <p:cNvSpPr/>
          <p:nvPr userDrawn="1"/>
        </p:nvSpPr>
        <p:spPr>
          <a:xfrm>
            <a:off x="7059964" y="2076985"/>
            <a:ext cx="3123044" cy="139083"/>
          </a:xfrm>
          <a:custGeom>
            <a:avLst/>
            <a:gdLst>
              <a:gd name="connsiteX0" fmla="*/ 281882 w 3123043"/>
              <a:gd name="connsiteY0" fmla="*/ 78315 h 139082"/>
              <a:gd name="connsiteX1" fmla="*/ 12567 w 3123043"/>
              <a:gd name="connsiteY1" fmla="*/ 78315 h 139082"/>
              <a:gd name="connsiteX2" fmla="*/ 12567 w 3123043"/>
              <a:gd name="connsiteY2" fmla="*/ 65671 h 139082"/>
              <a:gd name="connsiteX3" fmla="*/ 1155576 w 3123043"/>
              <a:gd name="connsiteY3" fmla="*/ 65671 h 139082"/>
              <a:gd name="connsiteX4" fmla="*/ 1350292 w 3123043"/>
              <a:gd name="connsiteY4" fmla="*/ 12567 h 139082"/>
              <a:gd name="connsiteX5" fmla="*/ 1466616 w 3123043"/>
              <a:gd name="connsiteY5" fmla="*/ 65671 h 139082"/>
              <a:gd name="connsiteX6" fmla="*/ 1495697 w 3123043"/>
              <a:gd name="connsiteY6" fmla="*/ 65671 h 139082"/>
              <a:gd name="connsiteX7" fmla="*/ 1551330 w 3123043"/>
              <a:gd name="connsiteY7" fmla="*/ 15096 h 139082"/>
              <a:gd name="connsiteX8" fmla="*/ 1606963 w 3123043"/>
              <a:gd name="connsiteY8" fmla="*/ 65671 h 139082"/>
              <a:gd name="connsiteX9" fmla="*/ 1636044 w 3123043"/>
              <a:gd name="connsiteY9" fmla="*/ 65671 h 139082"/>
              <a:gd name="connsiteX10" fmla="*/ 1752368 w 3123043"/>
              <a:gd name="connsiteY10" fmla="*/ 12567 h 139082"/>
              <a:gd name="connsiteX11" fmla="*/ 1947084 w 3123043"/>
              <a:gd name="connsiteY11" fmla="*/ 65671 h 139082"/>
              <a:gd name="connsiteX12" fmla="*/ 3119174 w 3123043"/>
              <a:gd name="connsiteY12" fmla="*/ 65671 h 139082"/>
              <a:gd name="connsiteX13" fmla="*/ 3119174 w 3123043"/>
              <a:gd name="connsiteY13" fmla="*/ 78315 h 139082"/>
              <a:gd name="connsiteX14" fmla="*/ 2824571 w 3123043"/>
              <a:gd name="connsiteY14" fmla="*/ 78315 h 139082"/>
              <a:gd name="connsiteX15" fmla="*/ 2824571 w 3123043"/>
              <a:gd name="connsiteY15" fmla="*/ 79579 h 139082"/>
              <a:gd name="connsiteX16" fmla="*/ 2097546 w 3123043"/>
              <a:gd name="connsiteY16" fmla="*/ 78315 h 139082"/>
              <a:gd name="connsiteX17" fmla="*/ 1987544 w 3123043"/>
              <a:gd name="connsiteY17" fmla="*/ 78315 h 139082"/>
              <a:gd name="connsiteX18" fmla="*/ 1751103 w 3123043"/>
              <a:gd name="connsiteY18" fmla="*/ 131419 h 139082"/>
              <a:gd name="connsiteX19" fmla="*/ 1634780 w 3123043"/>
              <a:gd name="connsiteY19" fmla="*/ 78315 h 139082"/>
              <a:gd name="connsiteX20" fmla="*/ 1605699 w 3123043"/>
              <a:gd name="connsiteY20" fmla="*/ 78315 h 139082"/>
              <a:gd name="connsiteX21" fmla="*/ 1551330 w 3123043"/>
              <a:gd name="connsiteY21" fmla="*/ 128891 h 139082"/>
              <a:gd name="connsiteX22" fmla="*/ 1495697 w 3123043"/>
              <a:gd name="connsiteY22" fmla="*/ 78315 h 139082"/>
              <a:gd name="connsiteX23" fmla="*/ 1466616 w 3123043"/>
              <a:gd name="connsiteY23" fmla="*/ 78315 h 139082"/>
              <a:gd name="connsiteX24" fmla="*/ 1350292 w 3123043"/>
              <a:gd name="connsiteY24" fmla="*/ 131419 h 139082"/>
              <a:gd name="connsiteX25" fmla="*/ 1113851 w 3123043"/>
              <a:gd name="connsiteY25" fmla="*/ 78315 h 139082"/>
              <a:gd name="connsiteX26" fmla="*/ 1005113 w 3123043"/>
              <a:gd name="connsiteY26" fmla="*/ 78315 h 139082"/>
              <a:gd name="connsiteX27" fmla="*/ 281882 w 3123043"/>
              <a:gd name="connsiteY27" fmla="*/ 78315 h 139082"/>
              <a:gd name="connsiteX28" fmla="*/ 281882 w 3123043"/>
              <a:gd name="connsiteY28" fmla="*/ 78315 h 139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123043" h="139082">
                <a:moveTo>
                  <a:pt x="281882" y="78315"/>
                </a:moveTo>
                <a:lnTo>
                  <a:pt x="12567" y="78315"/>
                </a:lnTo>
                <a:lnTo>
                  <a:pt x="12567" y="65671"/>
                </a:lnTo>
                <a:lnTo>
                  <a:pt x="1155576" y="65671"/>
                </a:lnTo>
                <a:cubicBezTo>
                  <a:pt x="1260520" y="55556"/>
                  <a:pt x="1350292" y="12567"/>
                  <a:pt x="1350292" y="12567"/>
                </a:cubicBezTo>
                <a:cubicBezTo>
                  <a:pt x="1397074" y="47970"/>
                  <a:pt x="1440063" y="60614"/>
                  <a:pt x="1466616" y="65671"/>
                </a:cubicBezTo>
                <a:lnTo>
                  <a:pt x="1495697" y="65671"/>
                </a:lnTo>
                <a:cubicBezTo>
                  <a:pt x="1502019" y="23946"/>
                  <a:pt x="1534893" y="15096"/>
                  <a:pt x="1551330" y="15096"/>
                </a:cubicBezTo>
                <a:cubicBezTo>
                  <a:pt x="1567767" y="15096"/>
                  <a:pt x="1600641" y="23946"/>
                  <a:pt x="1606963" y="65671"/>
                </a:cubicBezTo>
                <a:lnTo>
                  <a:pt x="1636044" y="65671"/>
                </a:lnTo>
                <a:cubicBezTo>
                  <a:pt x="1662596" y="60614"/>
                  <a:pt x="1705585" y="46705"/>
                  <a:pt x="1752368" y="12567"/>
                </a:cubicBezTo>
                <a:cubicBezTo>
                  <a:pt x="1752368" y="12567"/>
                  <a:pt x="1842140" y="55556"/>
                  <a:pt x="1947084" y="65671"/>
                </a:cubicBezTo>
                <a:lnTo>
                  <a:pt x="3119174" y="65671"/>
                </a:lnTo>
                <a:lnTo>
                  <a:pt x="3119174" y="78315"/>
                </a:lnTo>
                <a:lnTo>
                  <a:pt x="2824571" y="78315"/>
                </a:lnTo>
                <a:lnTo>
                  <a:pt x="2824571" y="79579"/>
                </a:lnTo>
                <a:lnTo>
                  <a:pt x="2097546" y="78315"/>
                </a:lnTo>
                <a:lnTo>
                  <a:pt x="1987544" y="78315"/>
                </a:lnTo>
                <a:cubicBezTo>
                  <a:pt x="1867427" y="79579"/>
                  <a:pt x="1751103" y="131419"/>
                  <a:pt x="1751103" y="131419"/>
                </a:cubicBezTo>
                <a:cubicBezTo>
                  <a:pt x="1704321" y="96016"/>
                  <a:pt x="1661332" y="83373"/>
                  <a:pt x="1634780" y="78315"/>
                </a:cubicBezTo>
                <a:lnTo>
                  <a:pt x="1605699" y="78315"/>
                </a:lnTo>
                <a:cubicBezTo>
                  <a:pt x="1599377" y="118775"/>
                  <a:pt x="1567767" y="128891"/>
                  <a:pt x="1551330" y="128891"/>
                </a:cubicBezTo>
                <a:cubicBezTo>
                  <a:pt x="1534893" y="128891"/>
                  <a:pt x="1502019" y="121304"/>
                  <a:pt x="1495697" y="78315"/>
                </a:cubicBezTo>
                <a:lnTo>
                  <a:pt x="1466616" y="78315"/>
                </a:lnTo>
                <a:cubicBezTo>
                  <a:pt x="1440063" y="83373"/>
                  <a:pt x="1397074" y="97281"/>
                  <a:pt x="1350292" y="131419"/>
                </a:cubicBezTo>
                <a:cubicBezTo>
                  <a:pt x="1350292" y="131419"/>
                  <a:pt x="1235232" y="79579"/>
                  <a:pt x="1113851" y="78315"/>
                </a:cubicBezTo>
                <a:lnTo>
                  <a:pt x="1005113" y="78315"/>
                </a:lnTo>
                <a:lnTo>
                  <a:pt x="281882" y="78315"/>
                </a:lnTo>
                <a:lnTo>
                  <a:pt x="281882" y="78315"/>
                </a:lnTo>
                <a:close/>
              </a:path>
            </a:pathLst>
          </a:custGeom>
          <a:solidFill>
            <a:schemeClr val="bg2"/>
          </a:solidFill>
          <a:ln w="126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2A28410-C401-4876-8DE7-D0EFCDE41D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1224" y="0"/>
            <a:ext cx="4626864" cy="68580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58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275CB319-C744-E641-8907-1470D3DF159D}"/>
              </a:ext>
            </a:extLst>
          </p:cNvPr>
          <p:cNvSpPr/>
          <p:nvPr userDrawn="1"/>
        </p:nvSpPr>
        <p:spPr>
          <a:xfrm>
            <a:off x="5908548" y="6261006"/>
            <a:ext cx="374904" cy="374904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AFC21D-31CF-420D-A654-B62708C71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078D9-85B9-4D7C-BCDC-31053365B3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2027" y="3938140"/>
            <a:ext cx="4430485" cy="893080"/>
          </a:xfrm>
        </p:spPr>
        <p:txBody>
          <a:bodyPr/>
          <a:lstStyle>
            <a:lvl1pPr algn="ctr">
              <a:defRPr b="0"/>
            </a:lvl1pPr>
          </a:lstStyle>
          <a:p>
            <a:r>
              <a:rPr lang="en-US" noProof="0"/>
              <a:t>Text Layout 2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5253D9-2D52-4F01-9ED9-4E2A3C0E6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BDB2FC-0867-44DF-98D6-C443802B8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E25E660-4559-4CC8-852F-94402A454C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797608"/>
            <a:ext cx="12192000" cy="2843784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Graphic 13">
            <a:extLst>
              <a:ext uri="{FF2B5EF4-FFF2-40B4-BE49-F238E27FC236}">
                <a16:creationId xmlns:a16="http://schemas.microsoft.com/office/drawing/2014/main" id="{A4B61220-F8A1-4859-BA99-F5EC0CC36B0F}"/>
              </a:ext>
            </a:extLst>
          </p:cNvPr>
          <p:cNvSpPr/>
          <p:nvPr userDrawn="1"/>
        </p:nvSpPr>
        <p:spPr>
          <a:xfrm>
            <a:off x="1825747" y="4882453"/>
            <a:ext cx="3123044" cy="139083"/>
          </a:xfrm>
          <a:custGeom>
            <a:avLst/>
            <a:gdLst>
              <a:gd name="connsiteX0" fmla="*/ 281882 w 3123043"/>
              <a:gd name="connsiteY0" fmla="*/ 78315 h 139082"/>
              <a:gd name="connsiteX1" fmla="*/ 12567 w 3123043"/>
              <a:gd name="connsiteY1" fmla="*/ 78315 h 139082"/>
              <a:gd name="connsiteX2" fmla="*/ 12567 w 3123043"/>
              <a:gd name="connsiteY2" fmla="*/ 65671 h 139082"/>
              <a:gd name="connsiteX3" fmla="*/ 1155576 w 3123043"/>
              <a:gd name="connsiteY3" fmla="*/ 65671 h 139082"/>
              <a:gd name="connsiteX4" fmla="*/ 1350292 w 3123043"/>
              <a:gd name="connsiteY4" fmla="*/ 12567 h 139082"/>
              <a:gd name="connsiteX5" fmla="*/ 1466616 w 3123043"/>
              <a:gd name="connsiteY5" fmla="*/ 65671 h 139082"/>
              <a:gd name="connsiteX6" fmla="*/ 1495697 w 3123043"/>
              <a:gd name="connsiteY6" fmla="*/ 65671 h 139082"/>
              <a:gd name="connsiteX7" fmla="*/ 1551330 w 3123043"/>
              <a:gd name="connsiteY7" fmla="*/ 15096 h 139082"/>
              <a:gd name="connsiteX8" fmla="*/ 1606963 w 3123043"/>
              <a:gd name="connsiteY8" fmla="*/ 65671 h 139082"/>
              <a:gd name="connsiteX9" fmla="*/ 1636044 w 3123043"/>
              <a:gd name="connsiteY9" fmla="*/ 65671 h 139082"/>
              <a:gd name="connsiteX10" fmla="*/ 1752368 w 3123043"/>
              <a:gd name="connsiteY10" fmla="*/ 12567 h 139082"/>
              <a:gd name="connsiteX11" fmla="*/ 1947084 w 3123043"/>
              <a:gd name="connsiteY11" fmla="*/ 65671 h 139082"/>
              <a:gd name="connsiteX12" fmla="*/ 3119174 w 3123043"/>
              <a:gd name="connsiteY12" fmla="*/ 65671 h 139082"/>
              <a:gd name="connsiteX13" fmla="*/ 3119174 w 3123043"/>
              <a:gd name="connsiteY13" fmla="*/ 78315 h 139082"/>
              <a:gd name="connsiteX14" fmla="*/ 2824571 w 3123043"/>
              <a:gd name="connsiteY14" fmla="*/ 78315 h 139082"/>
              <a:gd name="connsiteX15" fmla="*/ 2824571 w 3123043"/>
              <a:gd name="connsiteY15" fmla="*/ 79579 h 139082"/>
              <a:gd name="connsiteX16" fmla="*/ 2097546 w 3123043"/>
              <a:gd name="connsiteY16" fmla="*/ 78315 h 139082"/>
              <a:gd name="connsiteX17" fmla="*/ 1987544 w 3123043"/>
              <a:gd name="connsiteY17" fmla="*/ 78315 h 139082"/>
              <a:gd name="connsiteX18" fmla="*/ 1751103 w 3123043"/>
              <a:gd name="connsiteY18" fmla="*/ 131419 h 139082"/>
              <a:gd name="connsiteX19" fmla="*/ 1634780 w 3123043"/>
              <a:gd name="connsiteY19" fmla="*/ 78315 h 139082"/>
              <a:gd name="connsiteX20" fmla="*/ 1605699 w 3123043"/>
              <a:gd name="connsiteY20" fmla="*/ 78315 h 139082"/>
              <a:gd name="connsiteX21" fmla="*/ 1551330 w 3123043"/>
              <a:gd name="connsiteY21" fmla="*/ 128891 h 139082"/>
              <a:gd name="connsiteX22" fmla="*/ 1495697 w 3123043"/>
              <a:gd name="connsiteY22" fmla="*/ 78315 h 139082"/>
              <a:gd name="connsiteX23" fmla="*/ 1466616 w 3123043"/>
              <a:gd name="connsiteY23" fmla="*/ 78315 h 139082"/>
              <a:gd name="connsiteX24" fmla="*/ 1350292 w 3123043"/>
              <a:gd name="connsiteY24" fmla="*/ 131419 h 139082"/>
              <a:gd name="connsiteX25" fmla="*/ 1113851 w 3123043"/>
              <a:gd name="connsiteY25" fmla="*/ 78315 h 139082"/>
              <a:gd name="connsiteX26" fmla="*/ 1005113 w 3123043"/>
              <a:gd name="connsiteY26" fmla="*/ 78315 h 139082"/>
              <a:gd name="connsiteX27" fmla="*/ 281882 w 3123043"/>
              <a:gd name="connsiteY27" fmla="*/ 78315 h 139082"/>
              <a:gd name="connsiteX28" fmla="*/ 281882 w 3123043"/>
              <a:gd name="connsiteY28" fmla="*/ 78315 h 139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123043" h="139082">
                <a:moveTo>
                  <a:pt x="281882" y="78315"/>
                </a:moveTo>
                <a:lnTo>
                  <a:pt x="12567" y="78315"/>
                </a:lnTo>
                <a:lnTo>
                  <a:pt x="12567" y="65671"/>
                </a:lnTo>
                <a:lnTo>
                  <a:pt x="1155576" y="65671"/>
                </a:lnTo>
                <a:cubicBezTo>
                  <a:pt x="1260520" y="55556"/>
                  <a:pt x="1350292" y="12567"/>
                  <a:pt x="1350292" y="12567"/>
                </a:cubicBezTo>
                <a:cubicBezTo>
                  <a:pt x="1397074" y="47970"/>
                  <a:pt x="1440063" y="60614"/>
                  <a:pt x="1466616" y="65671"/>
                </a:cubicBezTo>
                <a:lnTo>
                  <a:pt x="1495697" y="65671"/>
                </a:lnTo>
                <a:cubicBezTo>
                  <a:pt x="1502019" y="23946"/>
                  <a:pt x="1534893" y="15096"/>
                  <a:pt x="1551330" y="15096"/>
                </a:cubicBezTo>
                <a:cubicBezTo>
                  <a:pt x="1567767" y="15096"/>
                  <a:pt x="1600641" y="23946"/>
                  <a:pt x="1606963" y="65671"/>
                </a:cubicBezTo>
                <a:lnTo>
                  <a:pt x="1636044" y="65671"/>
                </a:lnTo>
                <a:cubicBezTo>
                  <a:pt x="1662596" y="60614"/>
                  <a:pt x="1705585" y="46705"/>
                  <a:pt x="1752368" y="12567"/>
                </a:cubicBezTo>
                <a:cubicBezTo>
                  <a:pt x="1752368" y="12567"/>
                  <a:pt x="1842140" y="55556"/>
                  <a:pt x="1947084" y="65671"/>
                </a:cubicBezTo>
                <a:lnTo>
                  <a:pt x="3119174" y="65671"/>
                </a:lnTo>
                <a:lnTo>
                  <a:pt x="3119174" y="78315"/>
                </a:lnTo>
                <a:lnTo>
                  <a:pt x="2824571" y="78315"/>
                </a:lnTo>
                <a:lnTo>
                  <a:pt x="2824571" y="79579"/>
                </a:lnTo>
                <a:lnTo>
                  <a:pt x="2097546" y="78315"/>
                </a:lnTo>
                <a:lnTo>
                  <a:pt x="1987544" y="78315"/>
                </a:lnTo>
                <a:cubicBezTo>
                  <a:pt x="1867427" y="79579"/>
                  <a:pt x="1751103" y="131419"/>
                  <a:pt x="1751103" y="131419"/>
                </a:cubicBezTo>
                <a:cubicBezTo>
                  <a:pt x="1704321" y="96016"/>
                  <a:pt x="1661332" y="83373"/>
                  <a:pt x="1634780" y="78315"/>
                </a:cubicBezTo>
                <a:lnTo>
                  <a:pt x="1605699" y="78315"/>
                </a:lnTo>
                <a:cubicBezTo>
                  <a:pt x="1599377" y="118775"/>
                  <a:pt x="1567767" y="128891"/>
                  <a:pt x="1551330" y="128891"/>
                </a:cubicBezTo>
                <a:cubicBezTo>
                  <a:pt x="1534893" y="128891"/>
                  <a:pt x="1502019" y="121304"/>
                  <a:pt x="1495697" y="78315"/>
                </a:cubicBezTo>
                <a:lnTo>
                  <a:pt x="1466616" y="78315"/>
                </a:lnTo>
                <a:cubicBezTo>
                  <a:pt x="1440063" y="83373"/>
                  <a:pt x="1397074" y="97281"/>
                  <a:pt x="1350292" y="131419"/>
                </a:cubicBezTo>
                <a:cubicBezTo>
                  <a:pt x="1350292" y="131419"/>
                  <a:pt x="1235232" y="79579"/>
                  <a:pt x="1113851" y="78315"/>
                </a:cubicBezTo>
                <a:lnTo>
                  <a:pt x="1005113" y="78315"/>
                </a:lnTo>
                <a:lnTo>
                  <a:pt x="281882" y="78315"/>
                </a:lnTo>
                <a:lnTo>
                  <a:pt x="281882" y="78315"/>
                </a:lnTo>
                <a:close/>
              </a:path>
            </a:pathLst>
          </a:custGeom>
          <a:solidFill>
            <a:schemeClr val="bg2"/>
          </a:solidFill>
          <a:ln w="126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1A39E620-8448-42D8-85B7-A6BF45A2FB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72027" y="5192860"/>
            <a:ext cx="4430485" cy="639683"/>
          </a:xfrm>
        </p:spPr>
        <p:txBody>
          <a:bodyPr>
            <a:normAutofit/>
          </a:bodyPr>
          <a:lstStyle>
            <a:lvl1pPr marL="0" indent="0" algn="ctr">
              <a:buNone/>
              <a:defRPr sz="1800" b="0" i="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F2FF44AF-6A6B-4742-B58D-DF26808AFD8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4599" y="4064000"/>
            <a:ext cx="4545374" cy="1698171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9325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213AAFFC-6E5A-D44A-ADBF-E9D307CE6349}"/>
              </a:ext>
            </a:extLst>
          </p:cNvPr>
          <p:cNvSpPr/>
          <p:nvPr userDrawn="1"/>
        </p:nvSpPr>
        <p:spPr>
          <a:xfrm>
            <a:off x="5908548" y="6261006"/>
            <a:ext cx="374904" cy="374904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DABAFE-C077-44F7-8606-FCEAD364C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D0EF65-ABFF-4900-A2AD-12A8C47EC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E8D827-86E9-4228-B43C-616FE3F73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2BEBEF9-0DCC-4DA2-9828-D5A83238CD9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7340" y="2738211"/>
            <a:ext cx="4183650" cy="454353"/>
          </a:xfrm>
        </p:spPr>
        <p:txBody>
          <a:bodyPr>
            <a:noAutofit/>
          </a:bodyPr>
          <a:lstStyle>
            <a:lvl1pPr marL="0" indent="0">
              <a:buNone/>
              <a:defRPr sz="4000" b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Section 1 title</a:t>
            </a:r>
          </a:p>
        </p:txBody>
      </p:sp>
      <p:sp>
        <p:nvSpPr>
          <p:cNvPr id="8" name="Text Placeholder 26">
            <a:extLst>
              <a:ext uri="{FF2B5EF4-FFF2-40B4-BE49-F238E27FC236}">
                <a16:creationId xmlns:a16="http://schemas.microsoft.com/office/drawing/2014/main" id="{CE9C552F-C732-4E4C-8B62-DE62A58BADF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1" y="2043790"/>
            <a:ext cx="10515599" cy="629105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00DDA39-3A33-4AF8-BB2F-B80A8696D428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534813" y="2738211"/>
            <a:ext cx="4183650" cy="454353"/>
          </a:xfrm>
        </p:spPr>
        <p:txBody>
          <a:bodyPr>
            <a:noAutofit/>
          </a:bodyPr>
          <a:lstStyle>
            <a:lvl1pPr marL="0" indent="0">
              <a:buNone/>
              <a:defRPr sz="4000" b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Section 2 title</a:t>
            </a:r>
          </a:p>
        </p:txBody>
      </p:sp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D01D7372-B596-424A-8437-BCA847E03CF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59649" y="3428501"/>
            <a:ext cx="4365625" cy="2333625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F78DB58E-1DC8-42B6-8950-A39F9249D51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27121" y="3428501"/>
            <a:ext cx="4365625" cy="2333625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Graphic 13">
            <a:extLst>
              <a:ext uri="{FF2B5EF4-FFF2-40B4-BE49-F238E27FC236}">
                <a16:creationId xmlns:a16="http://schemas.microsoft.com/office/drawing/2014/main" id="{6E7BE306-50F4-4966-B172-8808A97D9FF4}"/>
              </a:ext>
            </a:extLst>
          </p:cNvPr>
          <p:cNvSpPr/>
          <p:nvPr userDrawn="1"/>
        </p:nvSpPr>
        <p:spPr>
          <a:xfrm>
            <a:off x="4534478" y="1718435"/>
            <a:ext cx="3123044" cy="139083"/>
          </a:xfrm>
          <a:custGeom>
            <a:avLst/>
            <a:gdLst>
              <a:gd name="connsiteX0" fmla="*/ 281882 w 3123043"/>
              <a:gd name="connsiteY0" fmla="*/ 78315 h 139082"/>
              <a:gd name="connsiteX1" fmla="*/ 12567 w 3123043"/>
              <a:gd name="connsiteY1" fmla="*/ 78315 h 139082"/>
              <a:gd name="connsiteX2" fmla="*/ 12567 w 3123043"/>
              <a:gd name="connsiteY2" fmla="*/ 65671 h 139082"/>
              <a:gd name="connsiteX3" fmla="*/ 1155576 w 3123043"/>
              <a:gd name="connsiteY3" fmla="*/ 65671 h 139082"/>
              <a:gd name="connsiteX4" fmla="*/ 1350292 w 3123043"/>
              <a:gd name="connsiteY4" fmla="*/ 12567 h 139082"/>
              <a:gd name="connsiteX5" fmla="*/ 1466616 w 3123043"/>
              <a:gd name="connsiteY5" fmla="*/ 65671 h 139082"/>
              <a:gd name="connsiteX6" fmla="*/ 1495697 w 3123043"/>
              <a:gd name="connsiteY6" fmla="*/ 65671 h 139082"/>
              <a:gd name="connsiteX7" fmla="*/ 1551330 w 3123043"/>
              <a:gd name="connsiteY7" fmla="*/ 15096 h 139082"/>
              <a:gd name="connsiteX8" fmla="*/ 1606963 w 3123043"/>
              <a:gd name="connsiteY8" fmla="*/ 65671 h 139082"/>
              <a:gd name="connsiteX9" fmla="*/ 1636044 w 3123043"/>
              <a:gd name="connsiteY9" fmla="*/ 65671 h 139082"/>
              <a:gd name="connsiteX10" fmla="*/ 1752368 w 3123043"/>
              <a:gd name="connsiteY10" fmla="*/ 12567 h 139082"/>
              <a:gd name="connsiteX11" fmla="*/ 1947084 w 3123043"/>
              <a:gd name="connsiteY11" fmla="*/ 65671 h 139082"/>
              <a:gd name="connsiteX12" fmla="*/ 3119174 w 3123043"/>
              <a:gd name="connsiteY12" fmla="*/ 65671 h 139082"/>
              <a:gd name="connsiteX13" fmla="*/ 3119174 w 3123043"/>
              <a:gd name="connsiteY13" fmla="*/ 78315 h 139082"/>
              <a:gd name="connsiteX14" fmla="*/ 2824571 w 3123043"/>
              <a:gd name="connsiteY14" fmla="*/ 78315 h 139082"/>
              <a:gd name="connsiteX15" fmla="*/ 2824571 w 3123043"/>
              <a:gd name="connsiteY15" fmla="*/ 79579 h 139082"/>
              <a:gd name="connsiteX16" fmla="*/ 2097546 w 3123043"/>
              <a:gd name="connsiteY16" fmla="*/ 78315 h 139082"/>
              <a:gd name="connsiteX17" fmla="*/ 1987544 w 3123043"/>
              <a:gd name="connsiteY17" fmla="*/ 78315 h 139082"/>
              <a:gd name="connsiteX18" fmla="*/ 1751103 w 3123043"/>
              <a:gd name="connsiteY18" fmla="*/ 131419 h 139082"/>
              <a:gd name="connsiteX19" fmla="*/ 1634780 w 3123043"/>
              <a:gd name="connsiteY19" fmla="*/ 78315 h 139082"/>
              <a:gd name="connsiteX20" fmla="*/ 1605699 w 3123043"/>
              <a:gd name="connsiteY20" fmla="*/ 78315 h 139082"/>
              <a:gd name="connsiteX21" fmla="*/ 1551330 w 3123043"/>
              <a:gd name="connsiteY21" fmla="*/ 128891 h 139082"/>
              <a:gd name="connsiteX22" fmla="*/ 1495697 w 3123043"/>
              <a:gd name="connsiteY22" fmla="*/ 78315 h 139082"/>
              <a:gd name="connsiteX23" fmla="*/ 1466616 w 3123043"/>
              <a:gd name="connsiteY23" fmla="*/ 78315 h 139082"/>
              <a:gd name="connsiteX24" fmla="*/ 1350292 w 3123043"/>
              <a:gd name="connsiteY24" fmla="*/ 131419 h 139082"/>
              <a:gd name="connsiteX25" fmla="*/ 1113851 w 3123043"/>
              <a:gd name="connsiteY25" fmla="*/ 78315 h 139082"/>
              <a:gd name="connsiteX26" fmla="*/ 1005113 w 3123043"/>
              <a:gd name="connsiteY26" fmla="*/ 78315 h 139082"/>
              <a:gd name="connsiteX27" fmla="*/ 281882 w 3123043"/>
              <a:gd name="connsiteY27" fmla="*/ 78315 h 139082"/>
              <a:gd name="connsiteX28" fmla="*/ 281882 w 3123043"/>
              <a:gd name="connsiteY28" fmla="*/ 78315 h 139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123043" h="139082">
                <a:moveTo>
                  <a:pt x="281882" y="78315"/>
                </a:moveTo>
                <a:lnTo>
                  <a:pt x="12567" y="78315"/>
                </a:lnTo>
                <a:lnTo>
                  <a:pt x="12567" y="65671"/>
                </a:lnTo>
                <a:lnTo>
                  <a:pt x="1155576" y="65671"/>
                </a:lnTo>
                <a:cubicBezTo>
                  <a:pt x="1260520" y="55556"/>
                  <a:pt x="1350292" y="12567"/>
                  <a:pt x="1350292" y="12567"/>
                </a:cubicBezTo>
                <a:cubicBezTo>
                  <a:pt x="1397074" y="47970"/>
                  <a:pt x="1440063" y="60614"/>
                  <a:pt x="1466616" y="65671"/>
                </a:cubicBezTo>
                <a:lnTo>
                  <a:pt x="1495697" y="65671"/>
                </a:lnTo>
                <a:cubicBezTo>
                  <a:pt x="1502019" y="23946"/>
                  <a:pt x="1534893" y="15096"/>
                  <a:pt x="1551330" y="15096"/>
                </a:cubicBezTo>
                <a:cubicBezTo>
                  <a:pt x="1567767" y="15096"/>
                  <a:pt x="1600641" y="23946"/>
                  <a:pt x="1606963" y="65671"/>
                </a:cubicBezTo>
                <a:lnTo>
                  <a:pt x="1636044" y="65671"/>
                </a:lnTo>
                <a:cubicBezTo>
                  <a:pt x="1662596" y="60614"/>
                  <a:pt x="1705585" y="46705"/>
                  <a:pt x="1752368" y="12567"/>
                </a:cubicBezTo>
                <a:cubicBezTo>
                  <a:pt x="1752368" y="12567"/>
                  <a:pt x="1842140" y="55556"/>
                  <a:pt x="1947084" y="65671"/>
                </a:cubicBezTo>
                <a:lnTo>
                  <a:pt x="3119174" y="65671"/>
                </a:lnTo>
                <a:lnTo>
                  <a:pt x="3119174" y="78315"/>
                </a:lnTo>
                <a:lnTo>
                  <a:pt x="2824571" y="78315"/>
                </a:lnTo>
                <a:lnTo>
                  <a:pt x="2824571" y="79579"/>
                </a:lnTo>
                <a:lnTo>
                  <a:pt x="2097546" y="78315"/>
                </a:lnTo>
                <a:lnTo>
                  <a:pt x="1987544" y="78315"/>
                </a:lnTo>
                <a:cubicBezTo>
                  <a:pt x="1867427" y="79579"/>
                  <a:pt x="1751103" y="131419"/>
                  <a:pt x="1751103" y="131419"/>
                </a:cubicBezTo>
                <a:cubicBezTo>
                  <a:pt x="1704321" y="96016"/>
                  <a:pt x="1661332" y="83373"/>
                  <a:pt x="1634780" y="78315"/>
                </a:cubicBezTo>
                <a:lnTo>
                  <a:pt x="1605699" y="78315"/>
                </a:lnTo>
                <a:cubicBezTo>
                  <a:pt x="1599377" y="118775"/>
                  <a:pt x="1567767" y="128891"/>
                  <a:pt x="1551330" y="128891"/>
                </a:cubicBezTo>
                <a:cubicBezTo>
                  <a:pt x="1534893" y="128891"/>
                  <a:pt x="1502019" y="121304"/>
                  <a:pt x="1495697" y="78315"/>
                </a:cubicBezTo>
                <a:lnTo>
                  <a:pt x="1466616" y="78315"/>
                </a:lnTo>
                <a:cubicBezTo>
                  <a:pt x="1440063" y="83373"/>
                  <a:pt x="1397074" y="97281"/>
                  <a:pt x="1350292" y="131419"/>
                </a:cubicBezTo>
                <a:cubicBezTo>
                  <a:pt x="1350292" y="131419"/>
                  <a:pt x="1235232" y="79579"/>
                  <a:pt x="1113851" y="78315"/>
                </a:cubicBezTo>
                <a:lnTo>
                  <a:pt x="1005113" y="78315"/>
                </a:lnTo>
                <a:lnTo>
                  <a:pt x="281882" y="78315"/>
                </a:lnTo>
                <a:lnTo>
                  <a:pt x="281882" y="78315"/>
                </a:lnTo>
                <a:close/>
              </a:path>
            </a:pathLst>
          </a:custGeom>
          <a:solidFill>
            <a:schemeClr val="bg2"/>
          </a:solidFill>
          <a:ln w="126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7DEC651-98F0-44EE-BAB8-8B3FE702A3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62882"/>
            <a:ext cx="10515600" cy="1325563"/>
          </a:xfrm>
        </p:spPr>
        <p:txBody>
          <a:bodyPr/>
          <a:lstStyle>
            <a:lvl1pPr algn="ctr">
              <a:defRPr b="0"/>
            </a:lvl1pPr>
          </a:lstStyle>
          <a:p>
            <a:r>
              <a:rPr lang="en-US" noProof="0"/>
              <a:t>Comparison</a:t>
            </a:r>
          </a:p>
        </p:txBody>
      </p:sp>
    </p:spTree>
    <p:extLst>
      <p:ext uri="{BB962C8B-B14F-4D97-AF65-F5344CB8AC3E}">
        <p14:creationId xmlns:p14="http://schemas.microsoft.com/office/powerpoint/2010/main" val="114585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>
            <a:extLst>
              <a:ext uri="{FF2B5EF4-FFF2-40B4-BE49-F238E27FC236}">
                <a16:creationId xmlns:a16="http://schemas.microsoft.com/office/drawing/2014/main" id="{99E16AA7-5075-3449-AB21-5E8037339A90}"/>
              </a:ext>
            </a:extLst>
          </p:cNvPr>
          <p:cNvSpPr/>
          <p:nvPr userDrawn="1"/>
        </p:nvSpPr>
        <p:spPr>
          <a:xfrm>
            <a:off x="5908548" y="6261006"/>
            <a:ext cx="374904" cy="374904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23D6FB-BDF5-462B-9DFB-6A2531254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AFBD2F-FD90-4C8F-BEA1-91BB2D242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47FDA8-53F5-4098-B6D5-32456ABFA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Chart Placeholder 18">
            <a:extLst>
              <a:ext uri="{FF2B5EF4-FFF2-40B4-BE49-F238E27FC236}">
                <a16:creationId xmlns:a16="http://schemas.microsoft.com/office/drawing/2014/main" id="{270B440B-C39E-47E6-9CBA-0BA4EB1EF522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6981371" y="1246188"/>
            <a:ext cx="4284663" cy="436562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8" name="Graphic 13">
            <a:extLst>
              <a:ext uri="{FF2B5EF4-FFF2-40B4-BE49-F238E27FC236}">
                <a16:creationId xmlns:a16="http://schemas.microsoft.com/office/drawing/2014/main" id="{1ED66CD9-A275-41A6-92EA-B32A8F51F472}"/>
              </a:ext>
            </a:extLst>
          </p:cNvPr>
          <p:cNvSpPr/>
          <p:nvPr userDrawn="1"/>
        </p:nvSpPr>
        <p:spPr>
          <a:xfrm>
            <a:off x="1949460" y="2168288"/>
            <a:ext cx="3123044" cy="139083"/>
          </a:xfrm>
          <a:custGeom>
            <a:avLst/>
            <a:gdLst>
              <a:gd name="connsiteX0" fmla="*/ 281882 w 3123043"/>
              <a:gd name="connsiteY0" fmla="*/ 78315 h 139082"/>
              <a:gd name="connsiteX1" fmla="*/ 12567 w 3123043"/>
              <a:gd name="connsiteY1" fmla="*/ 78315 h 139082"/>
              <a:gd name="connsiteX2" fmla="*/ 12567 w 3123043"/>
              <a:gd name="connsiteY2" fmla="*/ 65671 h 139082"/>
              <a:gd name="connsiteX3" fmla="*/ 1155576 w 3123043"/>
              <a:gd name="connsiteY3" fmla="*/ 65671 h 139082"/>
              <a:gd name="connsiteX4" fmla="*/ 1350292 w 3123043"/>
              <a:gd name="connsiteY4" fmla="*/ 12567 h 139082"/>
              <a:gd name="connsiteX5" fmla="*/ 1466616 w 3123043"/>
              <a:gd name="connsiteY5" fmla="*/ 65671 h 139082"/>
              <a:gd name="connsiteX6" fmla="*/ 1495697 w 3123043"/>
              <a:gd name="connsiteY6" fmla="*/ 65671 h 139082"/>
              <a:gd name="connsiteX7" fmla="*/ 1551330 w 3123043"/>
              <a:gd name="connsiteY7" fmla="*/ 15096 h 139082"/>
              <a:gd name="connsiteX8" fmla="*/ 1606963 w 3123043"/>
              <a:gd name="connsiteY8" fmla="*/ 65671 h 139082"/>
              <a:gd name="connsiteX9" fmla="*/ 1636044 w 3123043"/>
              <a:gd name="connsiteY9" fmla="*/ 65671 h 139082"/>
              <a:gd name="connsiteX10" fmla="*/ 1752368 w 3123043"/>
              <a:gd name="connsiteY10" fmla="*/ 12567 h 139082"/>
              <a:gd name="connsiteX11" fmla="*/ 1947084 w 3123043"/>
              <a:gd name="connsiteY11" fmla="*/ 65671 h 139082"/>
              <a:gd name="connsiteX12" fmla="*/ 3119174 w 3123043"/>
              <a:gd name="connsiteY12" fmla="*/ 65671 h 139082"/>
              <a:gd name="connsiteX13" fmla="*/ 3119174 w 3123043"/>
              <a:gd name="connsiteY13" fmla="*/ 78315 h 139082"/>
              <a:gd name="connsiteX14" fmla="*/ 2824571 w 3123043"/>
              <a:gd name="connsiteY14" fmla="*/ 78315 h 139082"/>
              <a:gd name="connsiteX15" fmla="*/ 2824571 w 3123043"/>
              <a:gd name="connsiteY15" fmla="*/ 79579 h 139082"/>
              <a:gd name="connsiteX16" fmla="*/ 2097546 w 3123043"/>
              <a:gd name="connsiteY16" fmla="*/ 78315 h 139082"/>
              <a:gd name="connsiteX17" fmla="*/ 1987544 w 3123043"/>
              <a:gd name="connsiteY17" fmla="*/ 78315 h 139082"/>
              <a:gd name="connsiteX18" fmla="*/ 1751103 w 3123043"/>
              <a:gd name="connsiteY18" fmla="*/ 131419 h 139082"/>
              <a:gd name="connsiteX19" fmla="*/ 1634780 w 3123043"/>
              <a:gd name="connsiteY19" fmla="*/ 78315 h 139082"/>
              <a:gd name="connsiteX20" fmla="*/ 1605699 w 3123043"/>
              <a:gd name="connsiteY20" fmla="*/ 78315 h 139082"/>
              <a:gd name="connsiteX21" fmla="*/ 1551330 w 3123043"/>
              <a:gd name="connsiteY21" fmla="*/ 128891 h 139082"/>
              <a:gd name="connsiteX22" fmla="*/ 1495697 w 3123043"/>
              <a:gd name="connsiteY22" fmla="*/ 78315 h 139082"/>
              <a:gd name="connsiteX23" fmla="*/ 1466616 w 3123043"/>
              <a:gd name="connsiteY23" fmla="*/ 78315 h 139082"/>
              <a:gd name="connsiteX24" fmla="*/ 1350292 w 3123043"/>
              <a:gd name="connsiteY24" fmla="*/ 131419 h 139082"/>
              <a:gd name="connsiteX25" fmla="*/ 1113851 w 3123043"/>
              <a:gd name="connsiteY25" fmla="*/ 78315 h 139082"/>
              <a:gd name="connsiteX26" fmla="*/ 1005113 w 3123043"/>
              <a:gd name="connsiteY26" fmla="*/ 78315 h 139082"/>
              <a:gd name="connsiteX27" fmla="*/ 281882 w 3123043"/>
              <a:gd name="connsiteY27" fmla="*/ 78315 h 139082"/>
              <a:gd name="connsiteX28" fmla="*/ 281882 w 3123043"/>
              <a:gd name="connsiteY28" fmla="*/ 78315 h 139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123043" h="139082">
                <a:moveTo>
                  <a:pt x="281882" y="78315"/>
                </a:moveTo>
                <a:lnTo>
                  <a:pt x="12567" y="78315"/>
                </a:lnTo>
                <a:lnTo>
                  <a:pt x="12567" y="65671"/>
                </a:lnTo>
                <a:lnTo>
                  <a:pt x="1155576" y="65671"/>
                </a:lnTo>
                <a:cubicBezTo>
                  <a:pt x="1260520" y="55556"/>
                  <a:pt x="1350292" y="12567"/>
                  <a:pt x="1350292" y="12567"/>
                </a:cubicBezTo>
                <a:cubicBezTo>
                  <a:pt x="1397074" y="47970"/>
                  <a:pt x="1440063" y="60614"/>
                  <a:pt x="1466616" y="65671"/>
                </a:cubicBezTo>
                <a:lnTo>
                  <a:pt x="1495697" y="65671"/>
                </a:lnTo>
                <a:cubicBezTo>
                  <a:pt x="1502019" y="23946"/>
                  <a:pt x="1534893" y="15096"/>
                  <a:pt x="1551330" y="15096"/>
                </a:cubicBezTo>
                <a:cubicBezTo>
                  <a:pt x="1567767" y="15096"/>
                  <a:pt x="1600641" y="23946"/>
                  <a:pt x="1606963" y="65671"/>
                </a:cubicBezTo>
                <a:lnTo>
                  <a:pt x="1636044" y="65671"/>
                </a:lnTo>
                <a:cubicBezTo>
                  <a:pt x="1662596" y="60614"/>
                  <a:pt x="1705585" y="46705"/>
                  <a:pt x="1752368" y="12567"/>
                </a:cubicBezTo>
                <a:cubicBezTo>
                  <a:pt x="1752368" y="12567"/>
                  <a:pt x="1842140" y="55556"/>
                  <a:pt x="1947084" y="65671"/>
                </a:cubicBezTo>
                <a:lnTo>
                  <a:pt x="3119174" y="65671"/>
                </a:lnTo>
                <a:lnTo>
                  <a:pt x="3119174" y="78315"/>
                </a:lnTo>
                <a:lnTo>
                  <a:pt x="2824571" y="78315"/>
                </a:lnTo>
                <a:lnTo>
                  <a:pt x="2824571" y="79579"/>
                </a:lnTo>
                <a:lnTo>
                  <a:pt x="2097546" y="78315"/>
                </a:lnTo>
                <a:lnTo>
                  <a:pt x="1987544" y="78315"/>
                </a:lnTo>
                <a:cubicBezTo>
                  <a:pt x="1867427" y="79579"/>
                  <a:pt x="1751103" y="131419"/>
                  <a:pt x="1751103" y="131419"/>
                </a:cubicBezTo>
                <a:cubicBezTo>
                  <a:pt x="1704321" y="96016"/>
                  <a:pt x="1661332" y="83373"/>
                  <a:pt x="1634780" y="78315"/>
                </a:cubicBezTo>
                <a:lnTo>
                  <a:pt x="1605699" y="78315"/>
                </a:lnTo>
                <a:cubicBezTo>
                  <a:pt x="1599377" y="118775"/>
                  <a:pt x="1567767" y="128891"/>
                  <a:pt x="1551330" y="128891"/>
                </a:cubicBezTo>
                <a:cubicBezTo>
                  <a:pt x="1534893" y="128891"/>
                  <a:pt x="1502019" y="121304"/>
                  <a:pt x="1495697" y="78315"/>
                </a:cubicBezTo>
                <a:lnTo>
                  <a:pt x="1466616" y="78315"/>
                </a:lnTo>
                <a:cubicBezTo>
                  <a:pt x="1440063" y="83373"/>
                  <a:pt x="1397074" y="97281"/>
                  <a:pt x="1350292" y="131419"/>
                </a:cubicBezTo>
                <a:cubicBezTo>
                  <a:pt x="1350292" y="131419"/>
                  <a:pt x="1235232" y="79579"/>
                  <a:pt x="1113851" y="78315"/>
                </a:cubicBezTo>
                <a:lnTo>
                  <a:pt x="1005113" y="78315"/>
                </a:lnTo>
                <a:lnTo>
                  <a:pt x="281882" y="78315"/>
                </a:lnTo>
                <a:lnTo>
                  <a:pt x="281882" y="78315"/>
                </a:lnTo>
                <a:close/>
              </a:path>
            </a:pathLst>
          </a:custGeom>
          <a:solidFill>
            <a:schemeClr val="bg2"/>
          </a:solidFill>
          <a:ln w="126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1A41807-9D03-4167-89E4-C5D1E81436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5966" y="2478695"/>
            <a:ext cx="5170033" cy="758536"/>
          </a:xfrm>
        </p:spPr>
        <p:txBody>
          <a:bodyPr>
            <a:normAutofit/>
          </a:bodyPr>
          <a:lstStyle>
            <a:lvl1pPr marL="0" indent="0" algn="ctr">
              <a:buNone/>
              <a:defRPr sz="1800" b="0" i="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BDF72AB-A1AE-464E-A9E1-C5CDA8D5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57858" y="1289573"/>
            <a:ext cx="3106248" cy="758536"/>
          </a:xfrm>
        </p:spPr>
        <p:txBody>
          <a:bodyPr lIns="0" tIns="0" rIns="0" bIns="0">
            <a:noAutofit/>
          </a:bodyPr>
          <a:lstStyle>
            <a:lvl1pPr algn="ctr">
              <a:defRPr/>
            </a:lvl1pPr>
          </a:lstStyle>
          <a:p>
            <a:r>
              <a:rPr lang="en-US" noProof="0"/>
              <a:t>Chart Slide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83C9A6F-A614-4B31-91D5-3B5CB932149C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030497" y="3408555"/>
            <a:ext cx="1597889" cy="482453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500" b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30%</a:t>
            </a:r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A985BA82-9C97-475F-8775-0F16D2FB40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30498" y="3739108"/>
            <a:ext cx="1597889" cy="36512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noProof="0"/>
              <a:t>Category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5376509-D29C-46DE-948E-15D430CE432A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030522" y="4142228"/>
            <a:ext cx="1597889" cy="48245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500" b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10%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A581FA6A-566D-4068-A898-F86FB96D4A9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30523" y="4472778"/>
            <a:ext cx="1597889" cy="36512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noProof="0"/>
              <a:t>Category Title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503636CF-AD49-411E-BE27-63C28BDE068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3970011" y="3408555"/>
            <a:ext cx="1597889" cy="482453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500" b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25%</a:t>
            </a:r>
          </a:p>
        </p:txBody>
      </p:sp>
      <p:sp>
        <p:nvSpPr>
          <p:cNvPr id="19" name="Text Placeholder 26">
            <a:extLst>
              <a:ext uri="{FF2B5EF4-FFF2-40B4-BE49-F238E27FC236}">
                <a16:creationId xmlns:a16="http://schemas.microsoft.com/office/drawing/2014/main" id="{F2C67681-C89E-4F74-A7C1-BD0812A9422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970012" y="3739108"/>
            <a:ext cx="1597889" cy="36512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noProof="0"/>
              <a:t>Category Title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742559E-6662-49A7-A091-9472A31ED26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3970036" y="4142228"/>
            <a:ext cx="1597889" cy="48245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500" b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10%</a:t>
            </a:r>
          </a:p>
        </p:txBody>
      </p:sp>
      <p:sp>
        <p:nvSpPr>
          <p:cNvPr id="22" name="Text Placeholder 26">
            <a:extLst>
              <a:ext uri="{FF2B5EF4-FFF2-40B4-BE49-F238E27FC236}">
                <a16:creationId xmlns:a16="http://schemas.microsoft.com/office/drawing/2014/main" id="{E514B383-1886-4E45-9DB3-6DF4FFCA6FC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970037" y="4472779"/>
            <a:ext cx="1597889" cy="36512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noProof="0"/>
              <a:t>Category Title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734F2A5-6B16-40E3-8EBB-0E1A0984BAB7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030497" y="4875898"/>
            <a:ext cx="1597889" cy="48245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500" b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20%</a:t>
            </a:r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01D6AF2B-2CA0-4F6A-9C29-4AE73FCAB4E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030498" y="5206449"/>
            <a:ext cx="1597889" cy="36512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noProof="0"/>
              <a:t>Category Title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C3E000C2-49D4-4D64-860A-0DB29B38938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970037" y="4875898"/>
            <a:ext cx="1597889" cy="482452"/>
          </a:xfrm>
        </p:spPr>
        <p:txBody>
          <a:bodyPr anchor="b" anchorCtr="0">
            <a:noAutofit/>
          </a:bodyPr>
          <a:lstStyle>
            <a:lvl1pPr marL="0" indent="0">
              <a:buNone/>
              <a:defRPr sz="3500" b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5%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4A6CF106-F60C-46A1-BD17-8EC35A637A7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970037" y="5206449"/>
            <a:ext cx="1597889" cy="36512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6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noProof="0"/>
              <a:t>Category Title</a:t>
            </a:r>
          </a:p>
        </p:txBody>
      </p:sp>
    </p:spTree>
    <p:extLst>
      <p:ext uri="{BB962C8B-B14F-4D97-AF65-F5344CB8AC3E}">
        <p14:creationId xmlns:p14="http://schemas.microsoft.com/office/powerpoint/2010/main" val="2847251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FB049D0D-CE60-8E46-896A-1F4E3E51AABC}"/>
              </a:ext>
            </a:extLst>
          </p:cNvPr>
          <p:cNvSpPr/>
          <p:nvPr userDrawn="1"/>
        </p:nvSpPr>
        <p:spPr>
          <a:xfrm>
            <a:off x="5908548" y="6261006"/>
            <a:ext cx="374904" cy="374904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288F71-122C-49D4-9750-104A0F9BA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A81471-D048-496A-9DA4-EDB335843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ADBAE1-8416-4A24-B332-BA35F9D58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B9AF1F95-7091-4B50-892C-55F8B5B9AC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91145" y="3029751"/>
            <a:ext cx="2825496" cy="2144162"/>
          </a:xfrm>
        </p:spPr>
        <p:txBody>
          <a:bodyPr>
            <a:normAutofit/>
          </a:bodyPr>
          <a:lstStyle>
            <a:lvl1pPr marL="0" indent="0" algn="ctr">
              <a:buNone/>
              <a:defRPr sz="1800" b="0" i="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7DE3589-2C45-437A-BDA9-55A9B8859F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91145" y="1868285"/>
            <a:ext cx="2825496" cy="71822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Table Slide</a:t>
            </a:r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6161C347-CD23-4D4F-981D-1C8457111EA8}"/>
              </a:ext>
            </a:extLst>
          </p:cNvPr>
          <p:cNvSpPr/>
          <p:nvPr userDrawn="1"/>
        </p:nvSpPr>
        <p:spPr>
          <a:xfrm>
            <a:off x="8340351" y="2726976"/>
            <a:ext cx="2727084" cy="139525"/>
          </a:xfrm>
          <a:custGeom>
            <a:avLst/>
            <a:gdLst>
              <a:gd name="connsiteX0" fmla="*/ 67167 w 2727084"/>
              <a:gd name="connsiteY0" fmla="*/ 78582 h 139525"/>
              <a:gd name="connsiteX1" fmla="*/ 12625 w 2727084"/>
              <a:gd name="connsiteY1" fmla="*/ 78582 h 139525"/>
              <a:gd name="connsiteX2" fmla="*/ 12625 w 2727084"/>
              <a:gd name="connsiteY2" fmla="*/ 65898 h 139525"/>
              <a:gd name="connsiteX3" fmla="*/ 956323 w 2727084"/>
              <a:gd name="connsiteY3" fmla="*/ 65898 h 139525"/>
              <a:gd name="connsiteX4" fmla="*/ 1151658 w 2727084"/>
              <a:gd name="connsiteY4" fmla="*/ 12625 h 139525"/>
              <a:gd name="connsiteX5" fmla="*/ 1268352 w 2727084"/>
              <a:gd name="connsiteY5" fmla="*/ 65898 h 139525"/>
              <a:gd name="connsiteX6" fmla="*/ 1297526 w 2727084"/>
              <a:gd name="connsiteY6" fmla="*/ 65898 h 139525"/>
              <a:gd name="connsiteX7" fmla="*/ 1353336 w 2727084"/>
              <a:gd name="connsiteY7" fmla="*/ 15162 h 139525"/>
              <a:gd name="connsiteX8" fmla="*/ 1409146 w 2727084"/>
              <a:gd name="connsiteY8" fmla="*/ 65898 h 139525"/>
              <a:gd name="connsiteX9" fmla="*/ 1438319 w 2727084"/>
              <a:gd name="connsiteY9" fmla="*/ 65898 h 139525"/>
              <a:gd name="connsiteX10" fmla="*/ 1555013 w 2727084"/>
              <a:gd name="connsiteY10" fmla="*/ 12625 h 139525"/>
              <a:gd name="connsiteX11" fmla="*/ 1750348 w 2727084"/>
              <a:gd name="connsiteY11" fmla="*/ 65898 h 139525"/>
              <a:gd name="connsiteX12" fmla="*/ 2723220 w 2727084"/>
              <a:gd name="connsiteY12" fmla="*/ 65898 h 139525"/>
              <a:gd name="connsiteX13" fmla="*/ 2723220 w 2727084"/>
              <a:gd name="connsiteY13" fmla="*/ 78582 h 139525"/>
              <a:gd name="connsiteX14" fmla="*/ 2630626 w 2727084"/>
              <a:gd name="connsiteY14" fmla="*/ 78582 h 139525"/>
              <a:gd name="connsiteX15" fmla="*/ 2630626 w 2727084"/>
              <a:gd name="connsiteY15" fmla="*/ 79851 h 139525"/>
              <a:gd name="connsiteX16" fmla="*/ 1901289 w 2727084"/>
              <a:gd name="connsiteY16" fmla="*/ 78582 h 139525"/>
              <a:gd name="connsiteX17" fmla="*/ 1790937 w 2727084"/>
              <a:gd name="connsiteY17" fmla="*/ 78582 h 139525"/>
              <a:gd name="connsiteX18" fmla="*/ 1553745 w 2727084"/>
              <a:gd name="connsiteY18" fmla="*/ 131855 h 139525"/>
              <a:gd name="connsiteX19" fmla="*/ 1437051 w 2727084"/>
              <a:gd name="connsiteY19" fmla="*/ 78582 h 139525"/>
              <a:gd name="connsiteX20" fmla="*/ 1407877 w 2727084"/>
              <a:gd name="connsiteY20" fmla="*/ 78582 h 139525"/>
              <a:gd name="connsiteX21" fmla="*/ 1353336 w 2727084"/>
              <a:gd name="connsiteY21" fmla="*/ 129319 h 139525"/>
              <a:gd name="connsiteX22" fmla="*/ 1297526 w 2727084"/>
              <a:gd name="connsiteY22" fmla="*/ 78582 h 139525"/>
              <a:gd name="connsiteX23" fmla="*/ 1268352 w 2727084"/>
              <a:gd name="connsiteY23" fmla="*/ 78582 h 139525"/>
              <a:gd name="connsiteX24" fmla="*/ 1151658 w 2727084"/>
              <a:gd name="connsiteY24" fmla="*/ 131855 h 139525"/>
              <a:gd name="connsiteX25" fmla="*/ 914465 w 2727084"/>
              <a:gd name="connsiteY25" fmla="*/ 78582 h 139525"/>
              <a:gd name="connsiteX26" fmla="*/ 805382 w 2727084"/>
              <a:gd name="connsiteY26" fmla="*/ 78582 h 139525"/>
              <a:gd name="connsiteX27" fmla="*/ 67167 w 2727084"/>
              <a:gd name="connsiteY27" fmla="*/ 78582 h 139525"/>
              <a:gd name="connsiteX28" fmla="*/ 67167 w 2727084"/>
              <a:gd name="connsiteY28" fmla="*/ 78582 h 13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2727084" h="139525">
                <a:moveTo>
                  <a:pt x="67167" y="78582"/>
                </a:moveTo>
                <a:lnTo>
                  <a:pt x="12625" y="78582"/>
                </a:lnTo>
                <a:lnTo>
                  <a:pt x="12625" y="65898"/>
                </a:lnTo>
                <a:lnTo>
                  <a:pt x="956323" y="65898"/>
                </a:lnTo>
                <a:cubicBezTo>
                  <a:pt x="1061601" y="55751"/>
                  <a:pt x="1151658" y="12625"/>
                  <a:pt x="1151658" y="12625"/>
                </a:cubicBezTo>
                <a:cubicBezTo>
                  <a:pt x="1198589" y="48140"/>
                  <a:pt x="1241715" y="60824"/>
                  <a:pt x="1268352" y="65898"/>
                </a:cubicBezTo>
                <a:lnTo>
                  <a:pt x="1297526" y="65898"/>
                </a:lnTo>
                <a:cubicBezTo>
                  <a:pt x="1303868" y="24041"/>
                  <a:pt x="1336846" y="15162"/>
                  <a:pt x="1353336" y="15162"/>
                </a:cubicBezTo>
                <a:cubicBezTo>
                  <a:pt x="1369825" y="15162"/>
                  <a:pt x="1402804" y="24041"/>
                  <a:pt x="1409146" y="65898"/>
                </a:cubicBezTo>
                <a:lnTo>
                  <a:pt x="1438319" y="65898"/>
                </a:lnTo>
                <a:cubicBezTo>
                  <a:pt x="1464956" y="60824"/>
                  <a:pt x="1508082" y="46872"/>
                  <a:pt x="1555013" y="12625"/>
                </a:cubicBezTo>
                <a:cubicBezTo>
                  <a:pt x="1555013" y="12625"/>
                  <a:pt x="1645070" y="55751"/>
                  <a:pt x="1750348" y="65898"/>
                </a:cubicBezTo>
                <a:lnTo>
                  <a:pt x="2723220" y="65898"/>
                </a:lnTo>
                <a:lnTo>
                  <a:pt x="2723220" y="78582"/>
                </a:lnTo>
                <a:lnTo>
                  <a:pt x="2630626" y="78582"/>
                </a:lnTo>
                <a:lnTo>
                  <a:pt x="2630626" y="79851"/>
                </a:lnTo>
                <a:lnTo>
                  <a:pt x="1901289" y="78582"/>
                </a:lnTo>
                <a:lnTo>
                  <a:pt x="1790937" y="78582"/>
                </a:lnTo>
                <a:cubicBezTo>
                  <a:pt x="1670438" y="79851"/>
                  <a:pt x="1553745" y="131855"/>
                  <a:pt x="1553745" y="131855"/>
                </a:cubicBezTo>
                <a:cubicBezTo>
                  <a:pt x="1506813" y="96340"/>
                  <a:pt x="1463687" y="83656"/>
                  <a:pt x="1437051" y="78582"/>
                </a:cubicBezTo>
                <a:lnTo>
                  <a:pt x="1407877" y="78582"/>
                </a:lnTo>
                <a:cubicBezTo>
                  <a:pt x="1401535" y="119171"/>
                  <a:pt x="1369825" y="129319"/>
                  <a:pt x="1353336" y="129319"/>
                </a:cubicBezTo>
                <a:cubicBezTo>
                  <a:pt x="1336846" y="129319"/>
                  <a:pt x="1303868" y="121708"/>
                  <a:pt x="1297526" y="78582"/>
                </a:cubicBezTo>
                <a:lnTo>
                  <a:pt x="1268352" y="78582"/>
                </a:lnTo>
                <a:cubicBezTo>
                  <a:pt x="1241715" y="83656"/>
                  <a:pt x="1198589" y="97608"/>
                  <a:pt x="1151658" y="131855"/>
                </a:cubicBezTo>
                <a:cubicBezTo>
                  <a:pt x="1151658" y="131855"/>
                  <a:pt x="1036233" y="79851"/>
                  <a:pt x="914465" y="78582"/>
                </a:cubicBezTo>
                <a:lnTo>
                  <a:pt x="805382" y="78582"/>
                </a:lnTo>
                <a:lnTo>
                  <a:pt x="67167" y="78582"/>
                </a:lnTo>
                <a:lnTo>
                  <a:pt x="67167" y="78582"/>
                </a:lnTo>
                <a:close/>
              </a:path>
            </a:pathLst>
          </a:custGeom>
          <a:solidFill>
            <a:schemeClr val="bg2"/>
          </a:solidFill>
          <a:ln w="126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6" name="Table Placeholder 17">
            <a:extLst>
              <a:ext uri="{FF2B5EF4-FFF2-40B4-BE49-F238E27FC236}">
                <a16:creationId xmlns:a16="http://schemas.microsoft.com/office/drawing/2014/main" id="{263A1EA1-1C4F-4F47-9C24-928669CE38DE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911225" y="1505433"/>
            <a:ext cx="6561138" cy="384713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/>
              <a:t>Click icon to add table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34108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5D65245D-DE69-4098-94DD-C36B76E4C3A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793750"/>
            <a:ext cx="12192000" cy="4900613"/>
          </a:xfrm>
        </p:spPr>
        <p:txBody>
          <a:bodyPr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6FD1D3-F7DC-4F8A-8E05-6DC25FB66C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514150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Big Image Slide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250713-11E6-4FEF-877D-92967D245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5D3C9A-DEE5-4BD4-8961-80E018A4C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B63585A-DF5C-1B43-BDC1-9CB545382A8E}"/>
              </a:ext>
            </a:extLst>
          </p:cNvPr>
          <p:cNvSpPr/>
          <p:nvPr userDrawn="1"/>
        </p:nvSpPr>
        <p:spPr>
          <a:xfrm>
            <a:off x="5908548" y="6261006"/>
            <a:ext cx="374904" cy="374904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23800E-00CA-43ED-953B-1A09DD428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A7C55A90-4969-4308-AD56-633E3831D5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13284" y="5878369"/>
            <a:ext cx="8165432" cy="365125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6" name="Graphic 13">
            <a:extLst>
              <a:ext uri="{FF2B5EF4-FFF2-40B4-BE49-F238E27FC236}">
                <a16:creationId xmlns:a16="http://schemas.microsoft.com/office/drawing/2014/main" id="{15031A21-FED3-4C51-BE76-5A2918F223AD}"/>
              </a:ext>
            </a:extLst>
          </p:cNvPr>
          <p:cNvSpPr/>
          <p:nvPr userDrawn="1"/>
        </p:nvSpPr>
        <p:spPr>
          <a:xfrm>
            <a:off x="4534478" y="5342223"/>
            <a:ext cx="3123044" cy="139083"/>
          </a:xfrm>
          <a:custGeom>
            <a:avLst/>
            <a:gdLst>
              <a:gd name="connsiteX0" fmla="*/ 281882 w 3123043"/>
              <a:gd name="connsiteY0" fmla="*/ 78315 h 139082"/>
              <a:gd name="connsiteX1" fmla="*/ 12567 w 3123043"/>
              <a:gd name="connsiteY1" fmla="*/ 78315 h 139082"/>
              <a:gd name="connsiteX2" fmla="*/ 12567 w 3123043"/>
              <a:gd name="connsiteY2" fmla="*/ 65671 h 139082"/>
              <a:gd name="connsiteX3" fmla="*/ 1155576 w 3123043"/>
              <a:gd name="connsiteY3" fmla="*/ 65671 h 139082"/>
              <a:gd name="connsiteX4" fmla="*/ 1350292 w 3123043"/>
              <a:gd name="connsiteY4" fmla="*/ 12567 h 139082"/>
              <a:gd name="connsiteX5" fmla="*/ 1466616 w 3123043"/>
              <a:gd name="connsiteY5" fmla="*/ 65671 h 139082"/>
              <a:gd name="connsiteX6" fmla="*/ 1495697 w 3123043"/>
              <a:gd name="connsiteY6" fmla="*/ 65671 h 139082"/>
              <a:gd name="connsiteX7" fmla="*/ 1551330 w 3123043"/>
              <a:gd name="connsiteY7" fmla="*/ 15096 h 139082"/>
              <a:gd name="connsiteX8" fmla="*/ 1606963 w 3123043"/>
              <a:gd name="connsiteY8" fmla="*/ 65671 h 139082"/>
              <a:gd name="connsiteX9" fmla="*/ 1636044 w 3123043"/>
              <a:gd name="connsiteY9" fmla="*/ 65671 h 139082"/>
              <a:gd name="connsiteX10" fmla="*/ 1752368 w 3123043"/>
              <a:gd name="connsiteY10" fmla="*/ 12567 h 139082"/>
              <a:gd name="connsiteX11" fmla="*/ 1947084 w 3123043"/>
              <a:gd name="connsiteY11" fmla="*/ 65671 h 139082"/>
              <a:gd name="connsiteX12" fmla="*/ 3119174 w 3123043"/>
              <a:gd name="connsiteY12" fmla="*/ 65671 h 139082"/>
              <a:gd name="connsiteX13" fmla="*/ 3119174 w 3123043"/>
              <a:gd name="connsiteY13" fmla="*/ 78315 h 139082"/>
              <a:gd name="connsiteX14" fmla="*/ 2824571 w 3123043"/>
              <a:gd name="connsiteY14" fmla="*/ 78315 h 139082"/>
              <a:gd name="connsiteX15" fmla="*/ 2824571 w 3123043"/>
              <a:gd name="connsiteY15" fmla="*/ 79579 h 139082"/>
              <a:gd name="connsiteX16" fmla="*/ 2097546 w 3123043"/>
              <a:gd name="connsiteY16" fmla="*/ 78315 h 139082"/>
              <a:gd name="connsiteX17" fmla="*/ 1987544 w 3123043"/>
              <a:gd name="connsiteY17" fmla="*/ 78315 h 139082"/>
              <a:gd name="connsiteX18" fmla="*/ 1751103 w 3123043"/>
              <a:gd name="connsiteY18" fmla="*/ 131419 h 139082"/>
              <a:gd name="connsiteX19" fmla="*/ 1634780 w 3123043"/>
              <a:gd name="connsiteY19" fmla="*/ 78315 h 139082"/>
              <a:gd name="connsiteX20" fmla="*/ 1605699 w 3123043"/>
              <a:gd name="connsiteY20" fmla="*/ 78315 h 139082"/>
              <a:gd name="connsiteX21" fmla="*/ 1551330 w 3123043"/>
              <a:gd name="connsiteY21" fmla="*/ 128891 h 139082"/>
              <a:gd name="connsiteX22" fmla="*/ 1495697 w 3123043"/>
              <a:gd name="connsiteY22" fmla="*/ 78315 h 139082"/>
              <a:gd name="connsiteX23" fmla="*/ 1466616 w 3123043"/>
              <a:gd name="connsiteY23" fmla="*/ 78315 h 139082"/>
              <a:gd name="connsiteX24" fmla="*/ 1350292 w 3123043"/>
              <a:gd name="connsiteY24" fmla="*/ 131419 h 139082"/>
              <a:gd name="connsiteX25" fmla="*/ 1113851 w 3123043"/>
              <a:gd name="connsiteY25" fmla="*/ 78315 h 139082"/>
              <a:gd name="connsiteX26" fmla="*/ 1005113 w 3123043"/>
              <a:gd name="connsiteY26" fmla="*/ 78315 h 139082"/>
              <a:gd name="connsiteX27" fmla="*/ 281882 w 3123043"/>
              <a:gd name="connsiteY27" fmla="*/ 78315 h 139082"/>
              <a:gd name="connsiteX28" fmla="*/ 281882 w 3123043"/>
              <a:gd name="connsiteY28" fmla="*/ 78315 h 139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123043" h="139082">
                <a:moveTo>
                  <a:pt x="281882" y="78315"/>
                </a:moveTo>
                <a:lnTo>
                  <a:pt x="12567" y="78315"/>
                </a:lnTo>
                <a:lnTo>
                  <a:pt x="12567" y="65671"/>
                </a:lnTo>
                <a:lnTo>
                  <a:pt x="1155576" y="65671"/>
                </a:lnTo>
                <a:cubicBezTo>
                  <a:pt x="1260520" y="55556"/>
                  <a:pt x="1350292" y="12567"/>
                  <a:pt x="1350292" y="12567"/>
                </a:cubicBezTo>
                <a:cubicBezTo>
                  <a:pt x="1397074" y="47970"/>
                  <a:pt x="1440063" y="60614"/>
                  <a:pt x="1466616" y="65671"/>
                </a:cubicBezTo>
                <a:lnTo>
                  <a:pt x="1495697" y="65671"/>
                </a:lnTo>
                <a:cubicBezTo>
                  <a:pt x="1502019" y="23946"/>
                  <a:pt x="1534893" y="15096"/>
                  <a:pt x="1551330" y="15096"/>
                </a:cubicBezTo>
                <a:cubicBezTo>
                  <a:pt x="1567767" y="15096"/>
                  <a:pt x="1600641" y="23946"/>
                  <a:pt x="1606963" y="65671"/>
                </a:cubicBezTo>
                <a:lnTo>
                  <a:pt x="1636044" y="65671"/>
                </a:lnTo>
                <a:cubicBezTo>
                  <a:pt x="1662596" y="60614"/>
                  <a:pt x="1705585" y="46705"/>
                  <a:pt x="1752368" y="12567"/>
                </a:cubicBezTo>
                <a:cubicBezTo>
                  <a:pt x="1752368" y="12567"/>
                  <a:pt x="1842140" y="55556"/>
                  <a:pt x="1947084" y="65671"/>
                </a:cubicBezTo>
                <a:lnTo>
                  <a:pt x="3119174" y="65671"/>
                </a:lnTo>
                <a:lnTo>
                  <a:pt x="3119174" y="78315"/>
                </a:lnTo>
                <a:lnTo>
                  <a:pt x="2824571" y="78315"/>
                </a:lnTo>
                <a:lnTo>
                  <a:pt x="2824571" y="79579"/>
                </a:lnTo>
                <a:lnTo>
                  <a:pt x="2097546" y="78315"/>
                </a:lnTo>
                <a:lnTo>
                  <a:pt x="1987544" y="78315"/>
                </a:lnTo>
                <a:cubicBezTo>
                  <a:pt x="1867427" y="79579"/>
                  <a:pt x="1751103" y="131419"/>
                  <a:pt x="1751103" y="131419"/>
                </a:cubicBezTo>
                <a:cubicBezTo>
                  <a:pt x="1704321" y="96016"/>
                  <a:pt x="1661332" y="83373"/>
                  <a:pt x="1634780" y="78315"/>
                </a:cubicBezTo>
                <a:lnTo>
                  <a:pt x="1605699" y="78315"/>
                </a:lnTo>
                <a:cubicBezTo>
                  <a:pt x="1599377" y="118775"/>
                  <a:pt x="1567767" y="128891"/>
                  <a:pt x="1551330" y="128891"/>
                </a:cubicBezTo>
                <a:cubicBezTo>
                  <a:pt x="1534893" y="128891"/>
                  <a:pt x="1502019" y="121304"/>
                  <a:pt x="1495697" y="78315"/>
                </a:cubicBezTo>
                <a:lnTo>
                  <a:pt x="1466616" y="78315"/>
                </a:lnTo>
                <a:cubicBezTo>
                  <a:pt x="1440063" y="83373"/>
                  <a:pt x="1397074" y="97281"/>
                  <a:pt x="1350292" y="131419"/>
                </a:cubicBezTo>
                <a:cubicBezTo>
                  <a:pt x="1350292" y="131419"/>
                  <a:pt x="1235232" y="79579"/>
                  <a:pt x="1113851" y="78315"/>
                </a:cubicBezTo>
                <a:lnTo>
                  <a:pt x="1005113" y="78315"/>
                </a:lnTo>
                <a:lnTo>
                  <a:pt x="281882" y="78315"/>
                </a:lnTo>
                <a:lnTo>
                  <a:pt x="281882" y="78315"/>
                </a:lnTo>
                <a:close/>
              </a:path>
            </a:pathLst>
          </a:custGeom>
          <a:solidFill>
            <a:schemeClr val="bg2"/>
          </a:solidFill>
          <a:ln w="126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2628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77C40CB-E014-6746-B13E-D12CBBAA5F76}"/>
              </a:ext>
            </a:extLst>
          </p:cNvPr>
          <p:cNvSpPr/>
          <p:nvPr userDrawn="1"/>
        </p:nvSpPr>
        <p:spPr>
          <a:xfrm>
            <a:off x="5908548" y="6261006"/>
            <a:ext cx="374904" cy="374904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250713-11E6-4FEF-877D-92967D245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5D3C9A-DEE5-4BD4-8961-80E018A4C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23800E-00CA-43ED-953B-1A09DD428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6869C46-B57A-4B80-BC7B-965AF70D63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3284" y="5868367"/>
            <a:ext cx="8165432" cy="363600"/>
          </a:xfrm>
        </p:spPr>
        <p:txBody>
          <a:bodyPr>
            <a:normAutofit/>
          </a:bodyPr>
          <a:lstStyle>
            <a:lvl1pPr algn="ctr">
              <a:defRPr lang="ru-RU" sz="1800" b="0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8" name="Media Placeholder 7">
            <a:extLst>
              <a:ext uri="{FF2B5EF4-FFF2-40B4-BE49-F238E27FC236}">
                <a16:creationId xmlns:a16="http://schemas.microsoft.com/office/drawing/2014/main" id="{42411445-9429-45B8-9A2F-EB86451B6B14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829056" y="827052"/>
            <a:ext cx="10533888" cy="4818888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media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1357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s Cite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235B53D-F188-47B0-BBAA-2C4724DE60BB}"/>
              </a:ext>
            </a:extLst>
          </p:cNvPr>
          <p:cNvSpPr/>
          <p:nvPr userDrawn="1"/>
        </p:nvSpPr>
        <p:spPr>
          <a:xfrm>
            <a:off x="11521440" y="6635910"/>
            <a:ext cx="374904" cy="222090"/>
          </a:xfrm>
          <a:prstGeom prst="rect">
            <a:avLst/>
          </a:pr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B26BB24-F7CA-D343-93C8-2EAC64AB35DF}"/>
              </a:ext>
            </a:extLst>
          </p:cNvPr>
          <p:cNvSpPr/>
          <p:nvPr userDrawn="1"/>
        </p:nvSpPr>
        <p:spPr>
          <a:xfrm>
            <a:off x="5908548" y="6261006"/>
            <a:ext cx="374904" cy="374904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4B419-8728-4000-B6EF-1ECF88F80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2FC5F7-2AC0-4A53-8E2A-D6A7F4B4D7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52986"/>
            <a:ext cx="10515600" cy="904875"/>
          </a:xfrm>
        </p:spPr>
        <p:txBody>
          <a:bodyPr/>
          <a:lstStyle>
            <a:lvl1pPr algn="ctr">
              <a:defRPr b="0"/>
            </a:lvl1pPr>
          </a:lstStyle>
          <a:p>
            <a:r>
              <a:rPr lang="en-US" noProof="0"/>
              <a:t>Works Cited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16B06F-92DB-40BB-B026-E443732F6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FF27C1-06BD-4F55-BB58-DC1D0892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F134C5C-60EE-4E07-8A4F-120C1B5AA0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874838"/>
            <a:ext cx="10515600" cy="3742191"/>
          </a:xfrm>
        </p:spPr>
        <p:txBody>
          <a:bodyPr>
            <a:normAutofit/>
          </a:bodyPr>
          <a:lstStyle>
            <a:lvl1pPr marL="285750" indent="-285750" algn="l">
              <a:buClr>
                <a:schemeClr val="bg2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marL="180000" lvl="0" indent="-180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noProof="0"/>
              <a:t>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3F5050C-5FCE-4873-9B10-9668F66C278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8000" y="1583062"/>
            <a:ext cx="2736000" cy="13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027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val 32">
            <a:extLst>
              <a:ext uri="{FF2B5EF4-FFF2-40B4-BE49-F238E27FC236}">
                <a16:creationId xmlns:a16="http://schemas.microsoft.com/office/drawing/2014/main" id="{93CAE97F-7AA1-7243-A2C2-945FB7C81FFE}"/>
              </a:ext>
            </a:extLst>
          </p:cNvPr>
          <p:cNvSpPr/>
          <p:nvPr userDrawn="1"/>
        </p:nvSpPr>
        <p:spPr>
          <a:xfrm>
            <a:off x="5908548" y="6261006"/>
            <a:ext cx="374904" cy="374904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4B419-8728-4000-B6EF-1ECF88F80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2FC5F7-2AC0-4A53-8E2A-D6A7F4B4D7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52986"/>
            <a:ext cx="10515600" cy="904875"/>
          </a:xfrm>
        </p:spPr>
        <p:txBody>
          <a:bodyPr/>
          <a:lstStyle>
            <a:lvl1pPr algn="ctr">
              <a:defRPr b="0"/>
            </a:lvl1pPr>
          </a:lstStyle>
          <a:p>
            <a:r>
              <a:rPr lang="en-US" noProof="0"/>
              <a:t>Timeline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16B06F-92DB-40BB-B026-E443732F6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FF27C1-06BD-4F55-BB58-DC1D0892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F134C5C-60EE-4E07-8A4F-120C1B5AA0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874838"/>
            <a:ext cx="10515600" cy="904875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E7124FD-A9E6-49DA-B2D3-4C868E3C90A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8000" y="1583062"/>
            <a:ext cx="2736000" cy="1332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128AD04-D032-4ED8-B747-79E215221BC3}"/>
              </a:ext>
            </a:extLst>
          </p:cNvPr>
          <p:cNvCxnSpPr/>
          <p:nvPr userDrawn="1"/>
        </p:nvCxnSpPr>
        <p:spPr>
          <a:xfrm>
            <a:off x="1003193" y="3429000"/>
            <a:ext cx="10735056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7CADBD86-8962-4775-A03E-4D2D3F35D72C}"/>
              </a:ext>
            </a:extLst>
          </p:cNvPr>
          <p:cNvSpPr/>
          <p:nvPr userDrawn="1"/>
        </p:nvSpPr>
        <p:spPr>
          <a:xfrm>
            <a:off x="1003193" y="3346704"/>
            <a:ext cx="164592" cy="164592"/>
          </a:xfrm>
          <a:prstGeom prst="ellipse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25884FD-7D59-4699-84D1-14B6900E99F4}"/>
              </a:ext>
            </a:extLst>
          </p:cNvPr>
          <p:cNvSpPr/>
          <p:nvPr userDrawn="1"/>
        </p:nvSpPr>
        <p:spPr>
          <a:xfrm>
            <a:off x="6048611" y="3346704"/>
            <a:ext cx="164592" cy="164592"/>
          </a:xfrm>
          <a:prstGeom prst="ellipse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6A6A55C-2C42-4004-8120-A8A22C86DD6F}"/>
              </a:ext>
            </a:extLst>
          </p:cNvPr>
          <p:cNvSpPr/>
          <p:nvPr userDrawn="1"/>
        </p:nvSpPr>
        <p:spPr>
          <a:xfrm>
            <a:off x="9412224" y="3346704"/>
            <a:ext cx="164592" cy="164592"/>
          </a:xfrm>
          <a:prstGeom prst="ellipse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13A8FD8-4E6D-4DB1-8DA5-82151D87BDFF}"/>
              </a:ext>
            </a:extLst>
          </p:cNvPr>
          <p:cNvSpPr/>
          <p:nvPr userDrawn="1"/>
        </p:nvSpPr>
        <p:spPr>
          <a:xfrm>
            <a:off x="2684999" y="3346704"/>
            <a:ext cx="164592" cy="164592"/>
          </a:xfrm>
          <a:prstGeom prst="ellipse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1E5BFBE-FB31-40FB-971E-8340FDBDE99A}"/>
              </a:ext>
            </a:extLst>
          </p:cNvPr>
          <p:cNvSpPr/>
          <p:nvPr userDrawn="1"/>
        </p:nvSpPr>
        <p:spPr>
          <a:xfrm>
            <a:off x="4366805" y="3346704"/>
            <a:ext cx="164592" cy="164592"/>
          </a:xfrm>
          <a:prstGeom prst="ellipse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9956DA3-E64C-494F-8908-AC1D9418DC10}"/>
              </a:ext>
            </a:extLst>
          </p:cNvPr>
          <p:cNvSpPr/>
          <p:nvPr userDrawn="1"/>
        </p:nvSpPr>
        <p:spPr>
          <a:xfrm>
            <a:off x="7730417" y="3346704"/>
            <a:ext cx="164592" cy="164592"/>
          </a:xfrm>
          <a:prstGeom prst="ellipse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925B8D3-7699-4838-BB92-099F0752EF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6251" y="2809757"/>
            <a:ext cx="1171388" cy="484441"/>
          </a:xfrm>
        </p:spPr>
        <p:txBody>
          <a:bodyPr>
            <a:noAutofit/>
          </a:bodyPr>
          <a:lstStyle>
            <a:lvl1pPr marL="0" indent="0">
              <a:buNone/>
              <a:defRPr sz="3500">
                <a:latin typeface="+mj-lt"/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F0ED1E4A-D0B2-44B6-AE21-6DC45B20C6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6944" y="3579013"/>
            <a:ext cx="1646588" cy="1907381"/>
          </a:xfrm>
        </p:spPr>
        <p:txBody>
          <a:bodyPr>
            <a:noAutofit/>
          </a:bodyPr>
          <a:lstStyle>
            <a:lvl1pPr marL="0" indent="0">
              <a:buNone/>
              <a:defRPr lang="ru-RU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4648B297-D9C8-4F98-BBDB-5A2891F949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88286" y="2809757"/>
            <a:ext cx="1171388" cy="484441"/>
          </a:xfrm>
        </p:spPr>
        <p:txBody>
          <a:bodyPr>
            <a:noAutofit/>
          </a:bodyPr>
          <a:lstStyle>
            <a:lvl1pPr marL="0" indent="0">
              <a:buNone/>
              <a:defRPr sz="3500">
                <a:latin typeface="+mj-lt"/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C5B52EBA-EDDF-4C7B-A681-393B771D34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38979" y="3579013"/>
            <a:ext cx="1646588" cy="1907381"/>
          </a:xfrm>
        </p:spPr>
        <p:txBody>
          <a:bodyPr>
            <a:noAutofit/>
          </a:bodyPr>
          <a:lstStyle>
            <a:lvl1pPr marL="0" indent="0">
              <a:buNone/>
              <a:defRPr lang="ru-RU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97BC10B9-E990-4199-8B1A-8B69D6F40D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70321" y="2809757"/>
            <a:ext cx="1171388" cy="484441"/>
          </a:xfrm>
        </p:spPr>
        <p:txBody>
          <a:bodyPr>
            <a:noAutofit/>
          </a:bodyPr>
          <a:lstStyle>
            <a:lvl1pPr marL="0" indent="0">
              <a:buNone/>
              <a:defRPr sz="3500">
                <a:latin typeface="+mj-lt"/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5876A64D-FA56-4565-8EBF-B9D51A8B20D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1014" y="3579013"/>
            <a:ext cx="1646588" cy="1907381"/>
          </a:xfrm>
        </p:spPr>
        <p:txBody>
          <a:bodyPr>
            <a:noAutofit/>
          </a:bodyPr>
          <a:lstStyle>
            <a:lvl1pPr marL="0" indent="0">
              <a:buNone/>
              <a:defRPr lang="ru-RU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CA843817-8244-446A-9618-257B5329B46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52356" y="2809757"/>
            <a:ext cx="1171388" cy="484441"/>
          </a:xfrm>
        </p:spPr>
        <p:txBody>
          <a:bodyPr>
            <a:noAutofit/>
          </a:bodyPr>
          <a:lstStyle>
            <a:lvl1pPr marL="0" indent="0">
              <a:buNone/>
              <a:defRPr sz="3500">
                <a:latin typeface="+mj-lt"/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86A6FE38-5036-4D35-93E4-07C5DEC401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03049" y="3579013"/>
            <a:ext cx="1646588" cy="1907381"/>
          </a:xfrm>
        </p:spPr>
        <p:txBody>
          <a:bodyPr>
            <a:noAutofit/>
          </a:bodyPr>
          <a:lstStyle>
            <a:lvl1pPr marL="0" indent="0">
              <a:buNone/>
              <a:defRPr lang="ru-RU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1966E981-C557-4255-9DCC-162A429B5EE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34391" y="2809757"/>
            <a:ext cx="1171388" cy="484441"/>
          </a:xfrm>
        </p:spPr>
        <p:txBody>
          <a:bodyPr>
            <a:noAutofit/>
          </a:bodyPr>
          <a:lstStyle>
            <a:lvl1pPr marL="0" indent="0">
              <a:buNone/>
              <a:defRPr sz="3500">
                <a:latin typeface="+mj-lt"/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C386D796-CB69-4D7D-9C52-C41187CC88D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85084" y="3579013"/>
            <a:ext cx="1646588" cy="1907381"/>
          </a:xfrm>
        </p:spPr>
        <p:txBody>
          <a:bodyPr>
            <a:noAutofit/>
          </a:bodyPr>
          <a:lstStyle>
            <a:lvl1pPr marL="0" indent="0">
              <a:buNone/>
              <a:defRPr lang="ru-RU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24441BBA-89B7-4AE6-91F6-04DB373B54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16424" y="2809757"/>
            <a:ext cx="1171388" cy="484441"/>
          </a:xfrm>
        </p:spPr>
        <p:txBody>
          <a:bodyPr>
            <a:noAutofit/>
          </a:bodyPr>
          <a:lstStyle>
            <a:lvl1pPr marL="0" indent="0">
              <a:buNone/>
              <a:defRPr sz="3500">
                <a:latin typeface="+mj-lt"/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B117E4C6-D10A-4738-8283-D63AB1B314D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67117" y="3579013"/>
            <a:ext cx="1646588" cy="1907381"/>
          </a:xfrm>
        </p:spPr>
        <p:txBody>
          <a:bodyPr>
            <a:noAutofit/>
          </a:bodyPr>
          <a:lstStyle>
            <a:lvl1pPr marL="0" indent="0">
              <a:buNone/>
              <a:defRPr lang="ru-RU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99429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DAC5403-E1D0-4032-A9FE-410B2982643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rcRect/>
            <a:stretch>
              <a:fillRect t="-6775" b="-5725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75CBB-4E7D-408E-AF76-442117F41B4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21" name="Text Placeholder 26">
            <a:extLst>
              <a:ext uri="{FF2B5EF4-FFF2-40B4-BE49-F238E27FC236}">
                <a16:creationId xmlns:a16="http://schemas.microsoft.com/office/drawing/2014/main" id="{E013E669-E15F-4096-81CC-6637C4A9F9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12235" y="4447556"/>
            <a:ext cx="4367531" cy="474519"/>
          </a:xfrm>
        </p:spPr>
        <p:txBody>
          <a:bodyPr>
            <a:noAutofit/>
          </a:bodyPr>
          <a:lstStyle>
            <a:lvl1pPr marL="0" indent="0" algn="ctr">
              <a:buNone/>
              <a:defRPr sz="30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678-555-0128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7021" y="1663690"/>
            <a:ext cx="10117959" cy="1517356"/>
          </a:xfrm>
        </p:spPr>
        <p:txBody>
          <a:bodyPr>
            <a:noAutofit/>
          </a:bodyPr>
          <a:lstStyle>
            <a:lvl1pPr algn="ctr">
              <a:defRPr sz="10000"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You!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5BB088E3-63C1-423F-A939-150B8E1F87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12235" y="4152286"/>
            <a:ext cx="4367531" cy="288000"/>
          </a:xfrm>
        </p:spPr>
        <p:txBody>
          <a:bodyPr>
            <a:noAutofit/>
          </a:bodyPr>
          <a:lstStyle>
            <a:lvl1pPr marL="0" indent="0" algn="ctr">
              <a:buNone/>
              <a:defRPr sz="20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Phone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050857" y="3264670"/>
            <a:ext cx="10090287" cy="606659"/>
          </a:xfrm>
        </p:spPr>
        <p:txBody>
          <a:bodyPr>
            <a:noAutofit/>
          </a:bodyPr>
          <a:lstStyle>
            <a:lvl1pPr marL="0" indent="0" algn="ctr">
              <a:buNone/>
              <a:defRPr sz="3000" b="0" i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ALEXANDER MARTENSSON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AB1BF5-25AE-4D07-8C5B-8ED82109AAFD}"/>
              </a:ext>
            </a:extLst>
          </p:cNvPr>
          <p:cNvSpPr/>
          <p:nvPr userDrawn="1"/>
        </p:nvSpPr>
        <p:spPr>
          <a:xfrm>
            <a:off x="376428" y="374904"/>
            <a:ext cx="11439144" cy="6108192"/>
          </a:xfrm>
          <a:prstGeom prst="rect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356ECE-618B-4CAE-B0AA-1F1C86CF382A}"/>
              </a:ext>
            </a:extLst>
          </p:cNvPr>
          <p:cNvSpPr/>
          <p:nvPr userDrawn="1"/>
        </p:nvSpPr>
        <p:spPr>
          <a:xfrm>
            <a:off x="445008" y="443484"/>
            <a:ext cx="11301984" cy="5971032"/>
          </a:xfrm>
          <a:prstGeom prst="rect">
            <a:avLst/>
          </a:prstGeom>
          <a:noFill/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B62C84D-B809-41CE-8FCD-935E2343985F}"/>
              </a:ext>
            </a:extLst>
          </p:cNvPr>
          <p:cNvCxnSpPr/>
          <p:nvPr userDrawn="1"/>
        </p:nvCxnSpPr>
        <p:spPr>
          <a:xfrm>
            <a:off x="5711952" y="5004104"/>
            <a:ext cx="768096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B0670BD7-5166-40F4-A6FC-B5B1D91577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08400" y="2987075"/>
            <a:ext cx="4975200" cy="114227"/>
          </a:xfrm>
          <a:prstGeom prst="rect">
            <a:avLst/>
          </a:prstGeom>
        </p:spPr>
      </p:pic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21AF3F24-9D59-456A-9130-8C4049C34FA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95600" y="5423227"/>
            <a:ext cx="6400800" cy="474519"/>
          </a:xfrm>
        </p:spPr>
        <p:txBody>
          <a:bodyPr>
            <a:noAutofit/>
          </a:bodyPr>
          <a:lstStyle>
            <a:lvl1pPr marL="0" indent="0" algn="ctr">
              <a:buNone/>
              <a:defRPr sz="30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MARTENSSON@EXAMPLE.COM</a:t>
            </a:r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716B9C4F-E33C-4EA7-A4F7-A2137CFCF2F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12235" y="5121518"/>
            <a:ext cx="4367531" cy="288000"/>
          </a:xfrm>
        </p:spPr>
        <p:txBody>
          <a:bodyPr>
            <a:noAutofit/>
          </a:bodyPr>
          <a:lstStyle>
            <a:lvl1pPr marL="0" indent="0" algn="ctr">
              <a:buNone/>
              <a:defRPr sz="20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2091879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EDD611DF-9DFE-B043-8BAE-EE27852FDAC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26">
            <a:extLst>
              <a:ext uri="{FF2B5EF4-FFF2-40B4-BE49-F238E27FC236}">
                <a16:creationId xmlns:a16="http://schemas.microsoft.com/office/drawing/2014/main" id="{E013E669-E15F-4096-81CC-6637C4A9F9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12235" y="4447556"/>
            <a:ext cx="4367531" cy="474519"/>
          </a:xfrm>
        </p:spPr>
        <p:txBody>
          <a:bodyPr>
            <a:noAutofit/>
          </a:bodyPr>
          <a:lstStyle>
            <a:lvl1pPr marL="0" indent="0" algn="ctr">
              <a:buNone/>
              <a:defRPr sz="30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678-555-0128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7021" y="1663690"/>
            <a:ext cx="10117959" cy="1517356"/>
          </a:xfrm>
        </p:spPr>
        <p:txBody>
          <a:bodyPr>
            <a:noAutofit/>
          </a:bodyPr>
          <a:lstStyle>
            <a:lvl1pPr algn="ctr">
              <a:defRPr sz="10000"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You!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5BB088E3-63C1-423F-A939-150B8E1F87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12235" y="4152286"/>
            <a:ext cx="4367531" cy="288000"/>
          </a:xfrm>
        </p:spPr>
        <p:txBody>
          <a:bodyPr>
            <a:noAutofit/>
          </a:bodyPr>
          <a:lstStyle>
            <a:lvl1pPr marL="0" indent="0" algn="ctr">
              <a:buNone/>
              <a:defRPr sz="20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Phone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050857" y="3264670"/>
            <a:ext cx="10090287" cy="606659"/>
          </a:xfrm>
        </p:spPr>
        <p:txBody>
          <a:bodyPr>
            <a:noAutofit/>
          </a:bodyPr>
          <a:lstStyle>
            <a:lvl1pPr marL="0" indent="0" algn="ctr">
              <a:buNone/>
              <a:defRPr sz="3000" b="0" i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ALEXANDER MARTENSSON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AB1BF5-25AE-4D07-8C5B-8ED82109AAFD}"/>
              </a:ext>
            </a:extLst>
          </p:cNvPr>
          <p:cNvSpPr/>
          <p:nvPr userDrawn="1"/>
        </p:nvSpPr>
        <p:spPr>
          <a:xfrm>
            <a:off x="376428" y="374904"/>
            <a:ext cx="11439144" cy="6108192"/>
          </a:xfrm>
          <a:prstGeom prst="rect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356ECE-618B-4CAE-B0AA-1F1C86CF382A}"/>
              </a:ext>
            </a:extLst>
          </p:cNvPr>
          <p:cNvSpPr/>
          <p:nvPr userDrawn="1"/>
        </p:nvSpPr>
        <p:spPr>
          <a:xfrm>
            <a:off x="445008" y="443484"/>
            <a:ext cx="11301984" cy="5971032"/>
          </a:xfrm>
          <a:prstGeom prst="rect">
            <a:avLst/>
          </a:prstGeom>
          <a:noFill/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B62C84D-B809-41CE-8FCD-935E2343985F}"/>
              </a:ext>
            </a:extLst>
          </p:cNvPr>
          <p:cNvCxnSpPr/>
          <p:nvPr userDrawn="1"/>
        </p:nvCxnSpPr>
        <p:spPr>
          <a:xfrm>
            <a:off x="5711952" y="5004104"/>
            <a:ext cx="768096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21AF3F24-9D59-456A-9130-8C4049C34FA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5722" y="5423227"/>
            <a:ext cx="5920556" cy="474519"/>
          </a:xfrm>
        </p:spPr>
        <p:txBody>
          <a:bodyPr>
            <a:noAutofit/>
          </a:bodyPr>
          <a:lstStyle>
            <a:lvl1pPr marL="0" indent="0" algn="ctr">
              <a:buNone/>
              <a:defRPr sz="30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MARTENSSON@GMAIL.COM</a:t>
            </a:r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716B9C4F-E33C-4EA7-A4F7-A2137CFCF2F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12235" y="5121518"/>
            <a:ext cx="4367531" cy="288000"/>
          </a:xfrm>
        </p:spPr>
        <p:txBody>
          <a:bodyPr>
            <a:noAutofit/>
          </a:bodyPr>
          <a:lstStyle>
            <a:lvl1pPr marL="0" indent="0" algn="ctr">
              <a:buNone/>
              <a:defRPr sz="20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noProof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4053281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DAC5403-E1D0-4032-A9FE-410B2982643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rcRect/>
            <a:stretch>
              <a:fillRect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C0C995-565B-4516-BC98-CCDEE529B15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7021" y="2289328"/>
            <a:ext cx="10117959" cy="1517356"/>
          </a:xfrm>
        </p:spPr>
        <p:txBody>
          <a:bodyPr>
            <a:noAutofit/>
          </a:bodyPr>
          <a:lstStyle>
            <a:lvl1pPr algn="ctr">
              <a:defRPr sz="10000" b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 Title   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AB1BF5-25AE-4D07-8C5B-8ED82109AAFD}"/>
              </a:ext>
            </a:extLst>
          </p:cNvPr>
          <p:cNvSpPr/>
          <p:nvPr userDrawn="1"/>
        </p:nvSpPr>
        <p:spPr>
          <a:xfrm>
            <a:off x="376428" y="374904"/>
            <a:ext cx="11439144" cy="6108192"/>
          </a:xfrm>
          <a:prstGeom prst="rect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356ECE-618B-4CAE-B0AA-1F1C86CF382A}"/>
              </a:ext>
            </a:extLst>
          </p:cNvPr>
          <p:cNvSpPr/>
          <p:nvPr userDrawn="1"/>
        </p:nvSpPr>
        <p:spPr>
          <a:xfrm>
            <a:off x="445008" y="443484"/>
            <a:ext cx="11301984" cy="5971032"/>
          </a:xfrm>
          <a:prstGeom prst="rect">
            <a:avLst/>
          </a:prstGeom>
          <a:noFill/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670BD7-5166-40F4-A6FC-B5B1D91577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08400" y="3612713"/>
            <a:ext cx="4975200" cy="114227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16A87704-FE99-4EBD-97FB-FBB15A227F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37021" y="3890308"/>
            <a:ext cx="10117959" cy="606659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en-US" sz="3000" b="0" i="0">
                <a:solidFill>
                  <a:schemeClr val="bg2"/>
                </a:solidFill>
              </a:defRPr>
            </a:lvl1pPr>
          </a:lstStyle>
          <a:p>
            <a:pPr marL="228600" lvl="0" indent="-228600" algn="ctr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33381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4D6B2F7A-6215-4548-B8BA-BFBFA46660CF}"/>
              </a:ext>
            </a:extLst>
          </p:cNvPr>
          <p:cNvSpPr/>
          <p:nvPr userDrawn="1"/>
        </p:nvSpPr>
        <p:spPr>
          <a:xfrm>
            <a:off x="5908548" y="6261006"/>
            <a:ext cx="374904" cy="374904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4B419-8728-4000-B6EF-1ECF88F80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2FC5F7-2AC0-4A53-8E2A-D6A7F4B4D7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52986"/>
            <a:ext cx="10515600" cy="904875"/>
          </a:xfrm>
        </p:spPr>
        <p:txBody>
          <a:bodyPr/>
          <a:lstStyle>
            <a:lvl1pPr algn="ctr">
              <a:defRPr b="0"/>
            </a:lvl1pPr>
          </a:lstStyle>
          <a:p>
            <a:r>
              <a:rPr lang="en-US" noProof="0"/>
              <a:t>Divider Slide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16B06F-92DB-40BB-B026-E443732F6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FF27C1-06BD-4F55-BB58-DC1D0892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5" name="Graphic 13">
            <a:extLst>
              <a:ext uri="{FF2B5EF4-FFF2-40B4-BE49-F238E27FC236}">
                <a16:creationId xmlns:a16="http://schemas.microsoft.com/office/drawing/2014/main" id="{6B7C1ECA-416B-4ED3-9B96-F05BED98E498}"/>
              </a:ext>
            </a:extLst>
          </p:cNvPr>
          <p:cNvSpPr/>
          <p:nvPr/>
        </p:nvSpPr>
        <p:spPr>
          <a:xfrm>
            <a:off x="4534478" y="1568994"/>
            <a:ext cx="3123044" cy="139083"/>
          </a:xfrm>
          <a:custGeom>
            <a:avLst/>
            <a:gdLst>
              <a:gd name="connsiteX0" fmla="*/ 281882 w 3123043"/>
              <a:gd name="connsiteY0" fmla="*/ 78315 h 139082"/>
              <a:gd name="connsiteX1" fmla="*/ 12567 w 3123043"/>
              <a:gd name="connsiteY1" fmla="*/ 78315 h 139082"/>
              <a:gd name="connsiteX2" fmla="*/ 12567 w 3123043"/>
              <a:gd name="connsiteY2" fmla="*/ 65671 h 139082"/>
              <a:gd name="connsiteX3" fmla="*/ 1155576 w 3123043"/>
              <a:gd name="connsiteY3" fmla="*/ 65671 h 139082"/>
              <a:gd name="connsiteX4" fmla="*/ 1350292 w 3123043"/>
              <a:gd name="connsiteY4" fmla="*/ 12567 h 139082"/>
              <a:gd name="connsiteX5" fmla="*/ 1466616 w 3123043"/>
              <a:gd name="connsiteY5" fmla="*/ 65671 h 139082"/>
              <a:gd name="connsiteX6" fmla="*/ 1495697 w 3123043"/>
              <a:gd name="connsiteY6" fmla="*/ 65671 h 139082"/>
              <a:gd name="connsiteX7" fmla="*/ 1551330 w 3123043"/>
              <a:gd name="connsiteY7" fmla="*/ 15096 h 139082"/>
              <a:gd name="connsiteX8" fmla="*/ 1606963 w 3123043"/>
              <a:gd name="connsiteY8" fmla="*/ 65671 h 139082"/>
              <a:gd name="connsiteX9" fmla="*/ 1636044 w 3123043"/>
              <a:gd name="connsiteY9" fmla="*/ 65671 h 139082"/>
              <a:gd name="connsiteX10" fmla="*/ 1752368 w 3123043"/>
              <a:gd name="connsiteY10" fmla="*/ 12567 h 139082"/>
              <a:gd name="connsiteX11" fmla="*/ 1947084 w 3123043"/>
              <a:gd name="connsiteY11" fmla="*/ 65671 h 139082"/>
              <a:gd name="connsiteX12" fmla="*/ 3119174 w 3123043"/>
              <a:gd name="connsiteY12" fmla="*/ 65671 h 139082"/>
              <a:gd name="connsiteX13" fmla="*/ 3119174 w 3123043"/>
              <a:gd name="connsiteY13" fmla="*/ 78315 h 139082"/>
              <a:gd name="connsiteX14" fmla="*/ 2824571 w 3123043"/>
              <a:gd name="connsiteY14" fmla="*/ 78315 h 139082"/>
              <a:gd name="connsiteX15" fmla="*/ 2824571 w 3123043"/>
              <a:gd name="connsiteY15" fmla="*/ 79579 h 139082"/>
              <a:gd name="connsiteX16" fmla="*/ 2097546 w 3123043"/>
              <a:gd name="connsiteY16" fmla="*/ 78315 h 139082"/>
              <a:gd name="connsiteX17" fmla="*/ 1987544 w 3123043"/>
              <a:gd name="connsiteY17" fmla="*/ 78315 h 139082"/>
              <a:gd name="connsiteX18" fmla="*/ 1751103 w 3123043"/>
              <a:gd name="connsiteY18" fmla="*/ 131419 h 139082"/>
              <a:gd name="connsiteX19" fmla="*/ 1634780 w 3123043"/>
              <a:gd name="connsiteY19" fmla="*/ 78315 h 139082"/>
              <a:gd name="connsiteX20" fmla="*/ 1605699 w 3123043"/>
              <a:gd name="connsiteY20" fmla="*/ 78315 h 139082"/>
              <a:gd name="connsiteX21" fmla="*/ 1551330 w 3123043"/>
              <a:gd name="connsiteY21" fmla="*/ 128891 h 139082"/>
              <a:gd name="connsiteX22" fmla="*/ 1495697 w 3123043"/>
              <a:gd name="connsiteY22" fmla="*/ 78315 h 139082"/>
              <a:gd name="connsiteX23" fmla="*/ 1466616 w 3123043"/>
              <a:gd name="connsiteY23" fmla="*/ 78315 h 139082"/>
              <a:gd name="connsiteX24" fmla="*/ 1350292 w 3123043"/>
              <a:gd name="connsiteY24" fmla="*/ 131419 h 139082"/>
              <a:gd name="connsiteX25" fmla="*/ 1113851 w 3123043"/>
              <a:gd name="connsiteY25" fmla="*/ 78315 h 139082"/>
              <a:gd name="connsiteX26" fmla="*/ 1005113 w 3123043"/>
              <a:gd name="connsiteY26" fmla="*/ 78315 h 139082"/>
              <a:gd name="connsiteX27" fmla="*/ 281882 w 3123043"/>
              <a:gd name="connsiteY27" fmla="*/ 78315 h 139082"/>
              <a:gd name="connsiteX28" fmla="*/ 281882 w 3123043"/>
              <a:gd name="connsiteY28" fmla="*/ 78315 h 139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123043" h="139082">
                <a:moveTo>
                  <a:pt x="281882" y="78315"/>
                </a:moveTo>
                <a:lnTo>
                  <a:pt x="12567" y="78315"/>
                </a:lnTo>
                <a:lnTo>
                  <a:pt x="12567" y="65671"/>
                </a:lnTo>
                <a:lnTo>
                  <a:pt x="1155576" y="65671"/>
                </a:lnTo>
                <a:cubicBezTo>
                  <a:pt x="1260520" y="55556"/>
                  <a:pt x="1350292" y="12567"/>
                  <a:pt x="1350292" y="12567"/>
                </a:cubicBezTo>
                <a:cubicBezTo>
                  <a:pt x="1397074" y="47970"/>
                  <a:pt x="1440063" y="60614"/>
                  <a:pt x="1466616" y="65671"/>
                </a:cubicBezTo>
                <a:lnTo>
                  <a:pt x="1495697" y="65671"/>
                </a:lnTo>
                <a:cubicBezTo>
                  <a:pt x="1502019" y="23946"/>
                  <a:pt x="1534893" y="15096"/>
                  <a:pt x="1551330" y="15096"/>
                </a:cubicBezTo>
                <a:cubicBezTo>
                  <a:pt x="1567767" y="15096"/>
                  <a:pt x="1600641" y="23946"/>
                  <a:pt x="1606963" y="65671"/>
                </a:cubicBezTo>
                <a:lnTo>
                  <a:pt x="1636044" y="65671"/>
                </a:lnTo>
                <a:cubicBezTo>
                  <a:pt x="1662596" y="60614"/>
                  <a:pt x="1705585" y="46705"/>
                  <a:pt x="1752368" y="12567"/>
                </a:cubicBezTo>
                <a:cubicBezTo>
                  <a:pt x="1752368" y="12567"/>
                  <a:pt x="1842140" y="55556"/>
                  <a:pt x="1947084" y="65671"/>
                </a:cubicBezTo>
                <a:lnTo>
                  <a:pt x="3119174" y="65671"/>
                </a:lnTo>
                <a:lnTo>
                  <a:pt x="3119174" y="78315"/>
                </a:lnTo>
                <a:lnTo>
                  <a:pt x="2824571" y="78315"/>
                </a:lnTo>
                <a:lnTo>
                  <a:pt x="2824571" y="79579"/>
                </a:lnTo>
                <a:lnTo>
                  <a:pt x="2097546" y="78315"/>
                </a:lnTo>
                <a:lnTo>
                  <a:pt x="1987544" y="78315"/>
                </a:lnTo>
                <a:cubicBezTo>
                  <a:pt x="1867427" y="79579"/>
                  <a:pt x="1751103" y="131419"/>
                  <a:pt x="1751103" y="131419"/>
                </a:cubicBezTo>
                <a:cubicBezTo>
                  <a:pt x="1704321" y="96016"/>
                  <a:pt x="1661332" y="83373"/>
                  <a:pt x="1634780" y="78315"/>
                </a:cubicBezTo>
                <a:lnTo>
                  <a:pt x="1605699" y="78315"/>
                </a:lnTo>
                <a:cubicBezTo>
                  <a:pt x="1599377" y="118775"/>
                  <a:pt x="1567767" y="128891"/>
                  <a:pt x="1551330" y="128891"/>
                </a:cubicBezTo>
                <a:cubicBezTo>
                  <a:pt x="1534893" y="128891"/>
                  <a:pt x="1502019" y="121304"/>
                  <a:pt x="1495697" y="78315"/>
                </a:cubicBezTo>
                <a:lnTo>
                  <a:pt x="1466616" y="78315"/>
                </a:lnTo>
                <a:cubicBezTo>
                  <a:pt x="1440063" y="83373"/>
                  <a:pt x="1397074" y="97281"/>
                  <a:pt x="1350292" y="131419"/>
                </a:cubicBezTo>
                <a:cubicBezTo>
                  <a:pt x="1350292" y="131419"/>
                  <a:pt x="1235232" y="79579"/>
                  <a:pt x="1113851" y="78315"/>
                </a:cubicBezTo>
                <a:lnTo>
                  <a:pt x="1005113" y="78315"/>
                </a:lnTo>
                <a:lnTo>
                  <a:pt x="281882" y="78315"/>
                </a:lnTo>
                <a:lnTo>
                  <a:pt x="281882" y="78315"/>
                </a:lnTo>
                <a:close/>
              </a:path>
            </a:pathLst>
          </a:custGeom>
          <a:solidFill>
            <a:schemeClr val="bg2"/>
          </a:solidFill>
          <a:ln w="126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85C8FD-6063-414E-B2AC-D07168DE1813}"/>
              </a:ext>
            </a:extLst>
          </p:cNvPr>
          <p:cNvSpPr/>
          <p:nvPr userDrawn="1"/>
        </p:nvSpPr>
        <p:spPr>
          <a:xfrm>
            <a:off x="0" y="2483224"/>
            <a:ext cx="12192000" cy="3465576"/>
          </a:xfrm>
          <a:prstGeom prst="rect">
            <a:avLst/>
          </a:prstGeom>
          <a:blipFill>
            <a:blip r:embed="rId2"/>
            <a:srcRect/>
            <a:stretch>
              <a:fillRect t="-48945" b="-48945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A38A80-B4F3-4560-B2F9-C0652AAB2188}"/>
              </a:ext>
            </a:extLst>
          </p:cNvPr>
          <p:cNvSpPr/>
          <p:nvPr userDrawn="1"/>
        </p:nvSpPr>
        <p:spPr>
          <a:xfrm>
            <a:off x="0" y="2483223"/>
            <a:ext cx="12192000" cy="3465576"/>
          </a:xfrm>
          <a:prstGeom prst="rect">
            <a:avLst/>
          </a:prstGeom>
          <a:solidFill>
            <a:schemeClr val="tx1">
              <a:alpha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14241DF-0B07-491C-8CA2-1BD10F84525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1882722"/>
            <a:ext cx="10515600" cy="468594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800"/>
            </a:lvl1pPr>
          </a:lstStyle>
          <a:p>
            <a:pPr marL="228600" lvl="0" indent="-228600" algn="ctr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45747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F4CE-F455-4A31-8ED6-5841DF599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82F029-D8CC-4FE7-9C30-98E576ED4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891442-6C1A-4969-A4A2-EFCF20E79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457F0D-7504-4879-BCFD-DDEA424C0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0CCCB36-FE7F-43C1-810B-49BBAB49486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12432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05991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B6609-6A41-45F4-9B8B-9A6DEABB9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FD4558-495E-4FE3-B256-7B6A8637C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C0E450-E490-45F1-909F-5831583C5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7E109-C0EE-4D25-9A01-E58D7476D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2C48FC5-1EDF-4F7E-9E82-D342C4D4590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12432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245FF27-1D81-4487-86EE-A8826AB3331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12432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48532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85B3E-9C3B-48E3-BA88-7B18BAC8B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55B65-81AB-463F-B78F-208BABF73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14494-7E7B-41F9-984C-51671FC7B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932FB9-9355-4718-A3AF-2991AEFD5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0E064FB-456B-4012-A632-907E0F6363E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866900"/>
            <a:ext cx="5157787" cy="4458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7224228-301B-4143-AE44-555A65ECB3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488937"/>
            <a:ext cx="5157787" cy="3461014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1B5496-F2D7-450B-A1AF-12FC29E4548C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866900"/>
            <a:ext cx="5183188" cy="4458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D087222D-3611-4518-AD76-AC2E042CD5A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488937"/>
            <a:ext cx="5183188" cy="3461014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64623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0DEAF0-9B16-4335-875E-3D5B654FA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80122F-A667-467F-9ABE-57A77934D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B5B8C5-3BA1-4EE6-9D72-5F3863E69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Graphic 12">
            <a:extLst>
              <a:ext uri="{FF2B5EF4-FFF2-40B4-BE49-F238E27FC236}">
                <a16:creationId xmlns:a16="http://schemas.microsoft.com/office/drawing/2014/main" id="{ACBF854A-65B9-4A5D-97C6-BA041A37CD22}"/>
              </a:ext>
            </a:extLst>
          </p:cNvPr>
          <p:cNvSpPr/>
          <p:nvPr userDrawn="1"/>
        </p:nvSpPr>
        <p:spPr>
          <a:xfrm>
            <a:off x="1442364" y="2135538"/>
            <a:ext cx="2727084" cy="139525"/>
          </a:xfrm>
          <a:custGeom>
            <a:avLst/>
            <a:gdLst>
              <a:gd name="connsiteX0" fmla="*/ 67167 w 2727084"/>
              <a:gd name="connsiteY0" fmla="*/ 78582 h 139525"/>
              <a:gd name="connsiteX1" fmla="*/ 12625 w 2727084"/>
              <a:gd name="connsiteY1" fmla="*/ 78582 h 139525"/>
              <a:gd name="connsiteX2" fmla="*/ 12625 w 2727084"/>
              <a:gd name="connsiteY2" fmla="*/ 65898 h 139525"/>
              <a:gd name="connsiteX3" fmla="*/ 956323 w 2727084"/>
              <a:gd name="connsiteY3" fmla="*/ 65898 h 139525"/>
              <a:gd name="connsiteX4" fmla="*/ 1151658 w 2727084"/>
              <a:gd name="connsiteY4" fmla="*/ 12625 h 139525"/>
              <a:gd name="connsiteX5" fmla="*/ 1268352 w 2727084"/>
              <a:gd name="connsiteY5" fmla="*/ 65898 h 139525"/>
              <a:gd name="connsiteX6" fmla="*/ 1297526 w 2727084"/>
              <a:gd name="connsiteY6" fmla="*/ 65898 h 139525"/>
              <a:gd name="connsiteX7" fmla="*/ 1353336 w 2727084"/>
              <a:gd name="connsiteY7" fmla="*/ 15162 h 139525"/>
              <a:gd name="connsiteX8" fmla="*/ 1409146 w 2727084"/>
              <a:gd name="connsiteY8" fmla="*/ 65898 h 139525"/>
              <a:gd name="connsiteX9" fmla="*/ 1438319 w 2727084"/>
              <a:gd name="connsiteY9" fmla="*/ 65898 h 139525"/>
              <a:gd name="connsiteX10" fmla="*/ 1555013 w 2727084"/>
              <a:gd name="connsiteY10" fmla="*/ 12625 h 139525"/>
              <a:gd name="connsiteX11" fmla="*/ 1750348 w 2727084"/>
              <a:gd name="connsiteY11" fmla="*/ 65898 h 139525"/>
              <a:gd name="connsiteX12" fmla="*/ 2723220 w 2727084"/>
              <a:gd name="connsiteY12" fmla="*/ 65898 h 139525"/>
              <a:gd name="connsiteX13" fmla="*/ 2723220 w 2727084"/>
              <a:gd name="connsiteY13" fmla="*/ 78582 h 139525"/>
              <a:gd name="connsiteX14" fmla="*/ 2630626 w 2727084"/>
              <a:gd name="connsiteY14" fmla="*/ 78582 h 139525"/>
              <a:gd name="connsiteX15" fmla="*/ 2630626 w 2727084"/>
              <a:gd name="connsiteY15" fmla="*/ 79851 h 139525"/>
              <a:gd name="connsiteX16" fmla="*/ 1901289 w 2727084"/>
              <a:gd name="connsiteY16" fmla="*/ 78582 h 139525"/>
              <a:gd name="connsiteX17" fmla="*/ 1790937 w 2727084"/>
              <a:gd name="connsiteY17" fmla="*/ 78582 h 139525"/>
              <a:gd name="connsiteX18" fmla="*/ 1553745 w 2727084"/>
              <a:gd name="connsiteY18" fmla="*/ 131855 h 139525"/>
              <a:gd name="connsiteX19" fmla="*/ 1437051 w 2727084"/>
              <a:gd name="connsiteY19" fmla="*/ 78582 h 139525"/>
              <a:gd name="connsiteX20" fmla="*/ 1407877 w 2727084"/>
              <a:gd name="connsiteY20" fmla="*/ 78582 h 139525"/>
              <a:gd name="connsiteX21" fmla="*/ 1353336 w 2727084"/>
              <a:gd name="connsiteY21" fmla="*/ 129319 h 139525"/>
              <a:gd name="connsiteX22" fmla="*/ 1297526 w 2727084"/>
              <a:gd name="connsiteY22" fmla="*/ 78582 h 139525"/>
              <a:gd name="connsiteX23" fmla="*/ 1268352 w 2727084"/>
              <a:gd name="connsiteY23" fmla="*/ 78582 h 139525"/>
              <a:gd name="connsiteX24" fmla="*/ 1151658 w 2727084"/>
              <a:gd name="connsiteY24" fmla="*/ 131855 h 139525"/>
              <a:gd name="connsiteX25" fmla="*/ 914465 w 2727084"/>
              <a:gd name="connsiteY25" fmla="*/ 78582 h 139525"/>
              <a:gd name="connsiteX26" fmla="*/ 805382 w 2727084"/>
              <a:gd name="connsiteY26" fmla="*/ 78582 h 139525"/>
              <a:gd name="connsiteX27" fmla="*/ 67167 w 2727084"/>
              <a:gd name="connsiteY27" fmla="*/ 78582 h 139525"/>
              <a:gd name="connsiteX28" fmla="*/ 67167 w 2727084"/>
              <a:gd name="connsiteY28" fmla="*/ 78582 h 13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2727084" h="139525">
                <a:moveTo>
                  <a:pt x="67167" y="78582"/>
                </a:moveTo>
                <a:lnTo>
                  <a:pt x="12625" y="78582"/>
                </a:lnTo>
                <a:lnTo>
                  <a:pt x="12625" y="65898"/>
                </a:lnTo>
                <a:lnTo>
                  <a:pt x="956323" y="65898"/>
                </a:lnTo>
                <a:cubicBezTo>
                  <a:pt x="1061601" y="55751"/>
                  <a:pt x="1151658" y="12625"/>
                  <a:pt x="1151658" y="12625"/>
                </a:cubicBezTo>
                <a:cubicBezTo>
                  <a:pt x="1198589" y="48140"/>
                  <a:pt x="1241715" y="60824"/>
                  <a:pt x="1268352" y="65898"/>
                </a:cubicBezTo>
                <a:lnTo>
                  <a:pt x="1297526" y="65898"/>
                </a:lnTo>
                <a:cubicBezTo>
                  <a:pt x="1303868" y="24041"/>
                  <a:pt x="1336846" y="15162"/>
                  <a:pt x="1353336" y="15162"/>
                </a:cubicBezTo>
                <a:cubicBezTo>
                  <a:pt x="1369825" y="15162"/>
                  <a:pt x="1402804" y="24041"/>
                  <a:pt x="1409146" y="65898"/>
                </a:cubicBezTo>
                <a:lnTo>
                  <a:pt x="1438319" y="65898"/>
                </a:lnTo>
                <a:cubicBezTo>
                  <a:pt x="1464956" y="60824"/>
                  <a:pt x="1508082" y="46872"/>
                  <a:pt x="1555013" y="12625"/>
                </a:cubicBezTo>
                <a:cubicBezTo>
                  <a:pt x="1555013" y="12625"/>
                  <a:pt x="1645070" y="55751"/>
                  <a:pt x="1750348" y="65898"/>
                </a:cubicBezTo>
                <a:lnTo>
                  <a:pt x="2723220" y="65898"/>
                </a:lnTo>
                <a:lnTo>
                  <a:pt x="2723220" y="78582"/>
                </a:lnTo>
                <a:lnTo>
                  <a:pt x="2630626" y="78582"/>
                </a:lnTo>
                <a:lnTo>
                  <a:pt x="2630626" y="79851"/>
                </a:lnTo>
                <a:lnTo>
                  <a:pt x="1901289" y="78582"/>
                </a:lnTo>
                <a:lnTo>
                  <a:pt x="1790937" y="78582"/>
                </a:lnTo>
                <a:cubicBezTo>
                  <a:pt x="1670438" y="79851"/>
                  <a:pt x="1553745" y="131855"/>
                  <a:pt x="1553745" y="131855"/>
                </a:cubicBezTo>
                <a:cubicBezTo>
                  <a:pt x="1506813" y="96340"/>
                  <a:pt x="1463687" y="83656"/>
                  <a:pt x="1437051" y="78582"/>
                </a:cubicBezTo>
                <a:lnTo>
                  <a:pt x="1407877" y="78582"/>
                </a:lnTo>
                <a:cubicBezTo>
                  <a:pt x="1401535" y="119171"/>
                  <a:pt x="1369825" y="129319"/>
                  <a:pt x="1353336" y="129319"/>
                </a:cubicBezTo>
                <a:cubicBezTo>
                  <a:pt x="1336846" y="129319"/>
                  <a:pt x="1303868" y="121708"/>
                  <a:pt x="1297526" y="78582"/>
                </a:cubicBezTo>
                <a:lnTo>
                  <a:pt x="1268352" y="78582"/>
                </a:lnTo>
                <a:cubicBezTo>
                  <a:pt x="1241715" y="83656"/>
                  <a:pt x="1198589" y="97608"/>
                  <a:pt x="1151658" y="131855"/>
                </a:cubicBezTo>
                <a:cubicBezTo>
                  <a:pt x="1151658" y="131855"/>
                  <a:pt x="1036233" y="79851"/>
                  <a:pt x="914465" y="78582"/>
                </a:cubicBezTo>
                <a:lnTo>
                  <a:pt x="805382" y="78582"/>
                </a:lnTo>
                <a:lnTo>
                  <a:pt x="67167" y="78582"/>
                </a:lnTo>
                <a:lnTo>
                  <a:pt x="67167" y="78582"/>
                </a:lnTo>
                <a:close/>
              </a:path>
            </a:pathLst>
          </a:custGeom>
          <a:solidFill>
            <a:schemeClr val="bg2"/>
          </a:solidFill>
          <a:ln w="126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3E8E02D-385B-477A-BAE1-4A97C6E9D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08050"/>
            <a:ext cx="3932237" cy="11493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6CA7378-0B2D-435D-B34B-744CA89114A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353200"/>
            <a:ext cx="3932237" cy="35157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BB017D3-0E4A-43F4-BC02-DB826A7FDC3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0012" y="908051"/>
            <a:ext cx="6172200" cy="49577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77741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0DEAF0-9B16-4335-875E-3D5B654FA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80122F-A667-467F-9ABE-57A77934D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B5B8C5-3BA1-4EE6-9D72-5F3863E69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Graphic 12">
            <a:extLst>
              <a:ext uri="{FF2B5EF4-FFF2-40B4-BE49-F238E27FC236}">
                <a16:creationId xmlns:a16="http://schemas.microsoft.com/office/drawing/2014/main" id="{ACBF854A-65B9-4A5D-97C6-BA041A37CD22}"/>
              </a:ext>
            </a:extLst>
          </p:cNvPr>
          <p:cNvSpPr/>
          <p:nvPr userDrawn="1"/>
        </p:nvSpPr>
        <p:spPr>
          <a:xfrm>
            <a:off x="1442364" y="2135538"/>
            <a:ext cx="2727084" cy="139525"/>
          </a:xfrm>
          <a:custGeom>
            <a:avLst/>
            <a:gdLst>
              <a:gd name="connsiteX0" fmla="*/ 67167 w 2727084"/>
              <a:gd name="connsiteY0" fmla="*/ 78582 h 139525"/>
              <a:gd name="connsiteX1" fmla="*/ 12625 w 2727084"/>
              <a:gd name="connsiteY1" fmla="*/ 78582 h 139525"/>
              <a:gd name="connsiteX2" fmla="*/ 12625 w 2727084"/>
              <a:gd name="connsiteY2" fmla="*/ 65898 h 139525"/>
              <a:gd name="connsiteX3" fmla="*/ 956323 w 2727084"/>
              <a:gd name="connsiteY3" fmla="*/ 65898 h 139525"/>
              <a:gd name="connsiteX4" fmla="*/ 1151658 w 2727084"/>
              <a:gd name="connsiteY4" fmla="*/ 12625 h 139525"/>
              <a:gd name="connsiteX5" fmla="*/ 1268352 w 2727084"/>
              <a:gd name="connsiteY5" fmla="*/ 65898 h 139525"/>
              <a:gd name="connsiteX6" fmla="*/ 1297526 w 2727084"/>
              <a:gd name="connsiteY6" fmla="*/ 65898 h 139525"/>
              <a:gd name="connsiteX7" fmla="*/ 1353336 w 2727084"/>
              <a:gd name="connsiteY7" fmla="*/ 15162 h 139525"/>
              <a:gd name="connsiteX8" fmla="*/ 1409146 w 2727084"/>
              <a:gd name="connsiteY8" fmla="*/ 65898 h 139525"/>
              <a:gd name="connsiteX9" fmla="*/ 1438319 w 2727084"/>
              <a:gd name="connsiteY9" fmla="*/ 65898 h 139525"/>
              <a:gd name="connsiteX10" fmla="*/ 1555013 w 2727084"/>
              <a:gd name="connsiteY10" fmla="*/ 12625 h 139525"/>
              <a:gd name="connsiteX11" fmla="*/ 1750348 w 2727084"/>
              <a:gd name="connsiteY11" fmla="*/ 65898 h 139525"/>
              <a:gd name="connsiteX12" fmla="*/ 2723220 w 2727084"/>
              <a:gd name="connsiteY12" fmla="*/ 65898 h 139525"/>
              <a:gd name="connsiteX13" fmla="*/ 2723220 w 2727084"/>
              <a:gd name="connsiteY13" fmla="*/ 78582 h 139525"/>
              <a:gd name="connsiteX14" fmla="*/ 2630626 w 2727084"/>
              <a:gd name="connsiteY14" fmla="*/ 78582 h 139525"/>
              <a:gd name="connsiteX15" fmla="*/ 2630626 w 2727084"/>
              <a:gd name="connsiteY15" fmla="*/ 79851 h 139525"/>
              <a:gd name="connsiteX16" fmla="*/ 1901289 w 2727084"/>
              <a:gd name="connsiteY16" fmla="*/ 78582 h 139525"/>
              <a:gd name="connsiteX17" fmla="*/ 1790937 w 2727084"/>
              <a:gd name="connsiteY17" fmla="*/ 78582 h 139525"/>
              <a:gd name="connsiteX18" fmla="*/ 1553745 w 2727084"/>
              <a:gd name="connsiteY18" fmla="*/ 131855 h 139525"/>
              <a:gd name="connsiteX19" fmla="*/ 1437051 w 2727084"/>
              <a:gd name="connsiteY19" fmla="*/ 78582 h 139525"/>
              <a:gd name="connsiteX20" fmla="*/ 1407877 w 2727084"/>
              <a:gd name="connsiteY20" fmla="*/ 78582 h 139525"/>
              <a:gd name="connsiteX21" fmla="*/ 1353336 w 2727084"/>
              <a:gd name="connsiteY21" fmla="*/ 129319 h 139525"/>
              <a:gd name="connsiteX22" fmla="*/ 1297526 w 2727084"/>
              <a:gd name="connsiteY22" fmla="*/ 78582 h 139525"/>
              <a:gd name="connsiteX23" fmla="*/ 1268352 w 2727084"/>
              <a:gd name="connsiteY23" fmla="*/ 78582 h 139525"/>
              <a:gd name="connsiteX24" fmla="*/ 1151658 w 2727084"/>
              <a:gd name="connsiteY24" fmla="*/ 131855 h 139525"/>
              <a:gd name="connsiteX25" fmla="*/ 914465 w 2727084"/>
              <a:gd name="connsiteY25" fmla="*/ 78582 h 139525"/>
              <a:gd name="connsiteX26" fmla="*/ 805382 w 2727084"/>
              <a:gd name="connsiteY26" fmla="*/ 78582 h 139525"/>
              <a:gd name="connsiteX27" fmla="*/ 67167 w 2727084"/>
              <a:gd name="connsiteY27" fmla="*/ 78582 h 139525"/>
              <a:gd name="connsiteX28" fmla="*/ 67167 w 2727084"/>
              <a:gd name="connsiteY28" fmla="*/ 78582 h 13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2727084" h="139525">
                <a:moveTo>
                  <a:pt x="67167" y="78582"/>
                </a:moveTo>
                <a:lnTo>
                  <a:pt x="12625" y="78582"/>
                </a:lnTo>
                <a:lnTo>
                  <a:pt x="12625" y="65898"/>
                </a:lnTo>
                <a:lnTo>
                  <a:pt x="956323" y="65898"/>
                </a:lnTo>
                <a:cubicBezTo>
                  <a:pt x="1061601" y="55751"/>
                  <a:pt x="1151658" y="12625"/>
                  <a:pt x="1151658" y="12625"/>
                </a:cubicBezTo>
                <a:cubicBezTo>
                  <a:pt x="1198589" y="48140"/>
                  <a:pt x="1241715" y="60824"/>
                  <a:pt x="1268352" y="65898"/>
                </a:cubicBezTo>
                <a:lnTo>
                  <a:pt x="1297526" y="65898"/>
                </a:lnTo>
                <a:cubicBezTo>
                  <a:pt x="1303868" y="24041"/>
                  <a:pt x="1336846" y="15162"/>
                  <a:pt x="1353336" y="15162"/>
                </a:cubicBezTo>
                <a:cubicBezTo>
                  <a:pt x="1369825" y="15162"/>
                  <a:pt x="1402804" y="24041"/>
                  <a:pt x="1409146" y="65898"/>
                </a:cubicBezTo>
                <a:lnTo>
                  <a:pt x="1438319" y="65898"/>
                </a:lnTo>
                <a:cubicBezTo>
                  <a:pt x="1464956" y="60824"/>
                  <a:pt x="1508082" y="46872"/>
                  <a:pt x="1555013" y="12625"/>
                </a:cubicBezTo>
                <a:cubicBezTo>
                  <a:pt x="1555013" y="12625"/>
                  <a:pt x="1645070" y="55751"/>
                  <a:pt x="1750348" y="65898"/>
                </a:cubicBezTo>
                <a:lnTo>
                  <a:pt x="2723220" y="65898"/>
                </a:lnTo>
                <a:lnTo>
                  <a:pt x="2723220" y="78582"/>
                </a:lnTo>
                <a:lnTo>
                  <a:pt x="2630626" y="78582"/>
                </a:lnTo>
                <a:lnTo>
                  <a:pt x="2630626" y="79851"/>
                </a:lnTo>
                <a:lnTo>
                  <a:pt x="1901289" y="78582"/>
                </a:lnTo>
                <a:lnTo>
                  <a:pt x="1790937" y="78582"/>
                </a:lnTo>
                <a:cubicBezTo>
                  <a:pt x="1670438" y="79851"/>
                  <a:pt x="1553745" y="131855"/>
                  <a:pt x="1553745" y="131855"/>
                </a:cubicBezTo>
                <a:cubicBezTo>
                  <a:pt x="1506813" y="96340"/>
                  <a:pt x="1463687" y="83656"/>
                  <a:pt x="1437051" y="78582"/>
                </a:cubicBezTo>
                <a:lnTo>
                  <a:pt x="1407877" y="78582"/>
                </a:lnTo>
                <a:cubicBezTo>
                  <a:pt x="1401535" y="119171"/>
                  <a:pt x="1369825" y="129319"/>
                  <a:pt x="1353336" y="129319"/>
                </a:cubicBezTo>
                <a:cubicBezTo>
                  <a:pt x="1336846" y="129319"/>
                  <a:pt x="1303868" y="121708"/>
                  <a:pt x="1297526" y="78582"/>
                </a:cubicBezTo>
                <a:lnTo>
                  <a:pt x="1268352" y="78582"/>
                </a:lnTo>
                <a:cubicBezTo>
                  <a:pt x="1241715" y="83656"/>
                  <a:pt x="1198589" y="97608"/>
                  <a:pt x="1151658" y="131855"/>
                </a:cubicBezTo>
                <a:cubicBezTo>
                  <a:pt x="1151658" y="131855"/>
                  <a:pt x="1036233" y="79851"/>
                  <a:pt x="914465" y="78582"/>
                </a:cubicBezTo>
                <a:lnTo>
                  <a:pt x="805382" y="78582"/>
                </a:lnTo>
                <a:lnTo>
                  <a:pt x="67167" y="78582"/>
                </a:lnTo>
                <a:lnTo>
                  <a:pt x="67167" y="78582"/>
                </a:lnTo>
                <a:close/>
              </a:path>
            </a:pathLst>
          </a:custGeom>
          <a:solidFill>
            <a:schemeClr val="bg2"/>
          </a:solidFill>
          <a:ln w="126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3E8E02D-385B-477A-BAE1-4A97C6E9D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08050"/>
            <a:ext cx="3932237" cy="11493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6CA7378-0B2D-435D-B34B-744CA89114A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353200"/>
            <a:ext cx="3932237" cy="35157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9A7D37A5-CD8F-499C-BFFD-2D0EB08556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08051"/>
            <a:ext cx="6172200" cy="4953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182454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3336D-E3BE-45DB-B625-753732F9F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C2EC4E-2A4D-4B8B-8C10-D8F4A649E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027D07-F714-4E3C-97FC-7AB8C42FA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E3BA64-4F34-452B-AA1F-BB90A0F05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567737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57916-404D-41BC-B080-9B6CBA9F9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0C85E-02E3-4F3E-8E6F-4467C6127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2F5317-A8A3-406A-96EA-4BB58C35A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A1141-BD97-42C5-A257-A2C0668A1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404210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nual"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F27BBFB4-84C4-42C9-9CB3-DFD801CEBF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9116" y="1815793"/>
            <a:ext cx="882686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0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C8BBE7AC-17E7-4828-A40C-39EED5284E6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4409" y="1920003"/>
            <a:ext cx="3103110" cy="1032355"/>
          </a:xfrm>
        </p:spPr>
        <p:txBody>
          <a:bodyPr>
            <a:noAutofit/>
          </a:bodyPr>
          <a:lstStyle>
            <a:lvl1pPr marL="0" indent="0">
              <a:lnSpc>
                <a:spcPct val="75000"/>
              </a:lnSpc>
              <a:spcBef>
                <a:spcPts val="600"/>
              </a:spcBef>
              <a:buNone/>
              <a:defRPr sz="40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FC1057E8-2611-45B5-913B-82D301FE8A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72516" y="1815793"/>
            <a:ext cx="882686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0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A65257E6-B10F-49C0-862A-53648E3F2D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58149" y="1920003"/>
            <a:ext cx="2243918" cy="1032355"/>
          </a:xfrm>
        </p:spPr>
        <p:txBody>
          <a:bodyPr>
            <a:noAutofit/>
          </a:bodyPr>
          <a:lstStyle>
            <a:lvl1pPr marL="0" indent="0">
              <a:lnSpc>
                <a:spcPct val="75000"/>
              </a:lnSpc>
              <a:spcBef>
                <a:spcPts val="600"/>
              </a:spcBef>
              <a:buNone/>
              <a:defRPr sz="40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7" name="Text Placeholder 21">
            <a:extLst>
              <a:ext uri="{FF2B5EF4-FFF2-40B4-BE49-F238E27FC236}">
                <a16:creationId xmlns:a16="http://schemas.microsoft.com/office/drawing/2014/main" id="{83A147CC-1513-463A-8B07-CC14AEC845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58629" y="1833572"/>
            <a:ext cx="882686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0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3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BCE98261-6A42-49F1-B208-2E6C24DFCF8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44262" y="1937782"/>
            <a:ext cx="2959116" cy="1032355"/>
          </a:xfrm>
        </p:spPr>
        <p:txBody>
          <a:bodyPr>
            <a:noAutofit/>
          </a:bodyPr>
          <a:lstStyle>
            <a:lvl1pPr marL="0" indent="0">
              <a:lnSpc>
                <a:spcPct val="75000"/>
              </a:lnSpc>
              <a:spcBef>
                <a:spcPts val="600"/>
              </a:spcBef>
              <a:buNone/>
              <a:defRPr sz="40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0" name="Text Placeholder 24">
            <a:extLst>
              <a:ext uri="{FF2B5EF4-FFF2-40B4-BE49-F238E27FC236}">
                <a16:creationId xmlns:a16="http://schemas.microsoft.com/office/drawing/2014/main" id="{937F4311-EBEC-44E3-8542-07503B54D7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1723" y="3007741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3" name="Text Placeholder 24">
            <a:extLst>
              <a:ext uri="{FF2B5EF4-FFF2-40B4-BE49-F238E27FC236}">
                <a16:creationId xmlns:a16="http://schemas.microsoft.com/office/drawing/2014/main" id="{FED4B056-A42A-4115-B98D-177B9AFDABF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90348" y="3007741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5" name="Text Placeholder 24">
            <a:extLst>
              <a:ext uri="{FF2B5EF4-FFF2-40B4-BE49-F238E27FC236}">
                <a16:creationId xmlns:a16="http://schemas.microsoft.com/office/drawing/2014/main" id="{2D359611-5488-43D7-A2A6-E60DB2E1D8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793" y="3007741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F2182E7C-B18B-4F73-B0D1-86196D992B1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76955" y="3006198"/>
            <a:ext cx="3726423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8" name="Text Placeholder 24">
            <a:extLst>
              <a:ext uri="{FF2B5EF4-FFF2-40B4-BE49-F238E27FC236}">
                <a16:creationId xmlns:a16="http://schemas.microsoft.com/office/drawing/2014/main" id="{3D51A445-889E-44A8-AF12-58BC161D148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040" y="5751926"/>
            <a:ext cx="8877920" cy="470478"/>
          </a:xfrm>
        </p:spPr>
        <p:txBody>
          <a:bodyPr>
            <a:normAutofit/>
          </a:bodyPr>
          <a:lstStyle>
            <a:lvl1pPr marL="0" indent="0" algn="ctr">
              <a:buNone/>
              <a:defRPr sz="16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9" name="Text Placeholder 24">
            <a:extLst>
              <a:ext uri="{FF2B5EF4-FFF2-40B4-BE49-F238E27FC236}">
                <a16:creationId xmlns:a16="http://schemas.microsoft.com/office/drawing/2014/main" id="{358BC44E-644D-4E21-A055-1178CD0D269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94791" y="4974002"/>
            <a:ext cx="2599199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0" name="Text Placeholder 24">
            <a:extLst>
              <a:ext uri="{FF2B5EF4-FFF2-40B4-BE49-F238E27FC236}">
                <a16:creationId xmlns:a16="http://schemas.microsoft.com/office/drawing/2014/main" id="{32C60917-FE9C-4C02-976E-9F4DF95F16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90713" y="4974002"/>
            <a:ext cx="3712665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5" name="Picture Placeholder 12">
            <a:extLst>
              <a:ext uri="{FF2B5EF4-FFF2-40B4-BE49-F238E27FC236}">
                <a16:creationId xmlns:a16="http://schemas.microsoft.com/office/drawing/2014/main" id="{2535BC4C-3D36-473A-B9EF-EC6F3BA6711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91723" y="3880614"/>
            <a:ext cx="1636776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6" name="Picture Placeholder 12">
            <a:extLst>
              <a:ext uri="{FF2B5EF4-FFF2-40B4-BE49-F238E27FC236}">
                <a16:creationId xmlns:a16="http://schemas.microsoft.com/office/drawing/2014/main" id="{A1E61843-0C1E-4581-98C1-C9247F7043A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2590348" y="3880614"/>
            <a:ext cx="1636776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7" name="Picture Placeholder 12">
            <a:extLst>
              <a:ext uri="{FF2B5EF4-FFF2-40B4-BE49-F238E27FC236}">
                <a16:creationId xmlns:a16="http://schemas.microsoft.com/office/drawing/2014/main" id="{F3B39F0E-B245-4510-8C07-0EC29B83F1B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794792" y="3944782"/>
            <a:ext cx="2599199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8" name="Picture Placeholder 9">
            <a:extLst>
              <a:ext uri="{FF2B5EF4-FFF2-40B4-BE49-F238E27FC236}">
                <a16:creationId xmlns:a16="http://schemas.microsoft.com/office/drawing/2014/main" id="{A9E755CD-1A38-4F75-A18E-2D31E4934C8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7876955" y="3944782"/>
            <a:ext cx="2599200" cy="896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750AC0-7255-417F-919C-19DF42857E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41220" y="558203"/>
            <a:ext cx="7909560" cy="1069848"/>
          </a:xfrm>
          <a:noFill/>
        </p:spPr>
        <p:txBody>
          <a:bodyPr lIns="0" tIns="0" rIns="0" bIns="0">
            <a:normAutofit/>
          </a:bodyPr>
          <a:lstStyle>
            <a:lvl1pPr algn="ctr">
              <a:defRPr lang="ru-RU" sz="6000" b="0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How to use this template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08EB3F0B-0F1D-42D2-B6C2-D4D6D82571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8400" y="1568994"/>
            <a:ext cx="4975200" cy="11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83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04C9FBA-BD24-42E1-BABE-0EE5C20738FC}"/>
              </a:ext>
            </a:extLst>
          </p:cNvPr>
          <p:cNvSpPr/>
          <p:nvPr userDrawn="1"/>
        </p:nvSpPr>
        <p:spPr>
          <a:xfrm>
            <a:off x="376428" y="374904"/>
            <a:ext cx="11439144" cy="6108192"/>
          </a:xfrm>
          <a:prstGeom prst="rect">
            <a:avLst/>
          </a:prstGeom>
          <a:noFill/>
          <a:ln w="127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2715CE-EA2A-4137-8BA3-1FEEF2E40A3A}"/>
              </a:ext>
            </a:extLst>
          </p:cNvPr>
          <p:cNvSpPr/>
          <p:nvPr userDrawn="1"/>
        </p:nvSpPr>
        <p:spPr>
          <a:xfrm>
            <a:off x="445008" y="443484"/>
            <a:ext cx="11301984" cy="5971032"/>
          </a:xfrm>
          <a:prstGeom prst="rect">
            <a:avLst/>
          </a:prstGeom>
          <a:noFill/>
          <a:ln w="2540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0168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MM.DD.20XX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03234" y="6016890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21279" y="6273660"/>
            <a:ext cx="5494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2399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79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5" r:id="rId11"/>
    <p:sldLayoutId id="2147483678" r:id="rId12"/>
    <p:sldLayoutId id="2147483674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8" r:id="rId20"/>
    <p:sldLayoutId id="2147483689" r:id="rId21"/>
    <p:sldLayoutId id="2147483686" r:id="rId22"/>
    <p:sldLayoutId id="2147483687" r:id="rId23"/>
    <p:sldLayoutId id="2147483676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pos="7106" userDrawn="1">
          <p15:clr>
            <a:srgbClr val="F26B43"/>
          </p15:clr>
        </p15:guide>
        <p15:guide id="4" orient="horz" pos="3748" userDrawn="1">
          <p15:clr>
            <a:srgbClr val="F26B43"/>
          </p15:clr>
        </p15:guide>
        <p15:guide id="5" pos="4407" userDrawn="1">
          <p15:clr>
            <a:srgbClr val="F26B43"/>
          </p15:clr>
        </p15:guide>
        <p15:guide id="6" pos="3273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  <p15:guide id="9" pos="302" userDrawn="1">
          <p15:clr>
            <a:srgbClr val="F26B43"/>
          </p15:clr>
        </p15:guide>
        <p15:guide id="10" pos="737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3A672-E2C9-49A3-B8D1-665F05ADB8BC}"/>
              </a:ext>
            </a:extLst>
          </p:cNvPr>
          <p:cNvSpPr>
            <a:spLocks noGrp="1"/>
          </p:cNvSpPr>
          <p:nvPr>
            <p:ph type="title"/>
          </p:nvPr>
        </p:nvSpPr>
        <p:spPr bwMode="grayWhite"/>
        <p:txBody>
          <a:bodyPr/>
          <a:lstStyle/>
          <a:p>
            <a:r>
              <a:rPr lang="en-US" sz="7200" noProof="0" dirty="0"/>
              <a:t>Spatial and Multimedia Databases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5D450-CF0E-4B12-945F-D0057946DD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White"/>
        <p:txBody>
          <a:bodyPr/>
          <a:lstStyle/>
          <a:p>
            <a:r>
              <a:rPr lang="en-US" dirty="0"/>
              <a:t>MCSE506L – Database Systems</a:t>
            </a:r>
            <a:endParaRPr lang="ru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3743191-2C84-41E1-BD1D-4C35155B99C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White"/>
        <p:txBody>
          <a:bodyPr/>
          <a:lstStyle/>
          <a:p>
            <a:r>
              <a:rPr lang="en-US" dirty="0"/>
              <a:t>Part 2</a:t>
            </a:r>
            <a:endParaRPr lang="ru-RU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48799AE-6C70-4A22-B90A-3F8F7CFDAD6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White"/>
        <p:txBody>
          <a:bodyPr/>
          <a:lstStyle/>
          <a:p>
            <a:r>
              <a:rPr lang="en-US" dirty="0"/>
              <a:t>Module 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1595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AB24F1-B94D-2E36-9B83-071853416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554CD8-E23A-67EC-DA7F-1A8466065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7976DD-5048-24D1-D12C-79C56880E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E4813E-AB5C-E7D2-177C-E66FD1AF70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numCol="2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Multimedia Database concepts</a:t>
            </a:r>
          </a:p>
          <a:p>
            <a:r>
              <a:rPr lang="en-US" sz="1800" dirty="0">
                <a:solidFill>
                  <a:schemeClr val="tx2"/>
                </a:solidFill>
              </a:rPr>
              <a:t>Automatic Analysis of Images</a:t>
            </a:r>
          </a:p>
          <a:p>
            <a:r>
              <a:rPr lang="en-US" sz="1800" dirty="0">
                <a:solidFill>
                  <a:schemeClr val="tx2"/>
                </a:solidFill>
              </a:rPr>
              <a:t>Object Recognition in Images</a:t>
            </a:r>
          </a:p>
          <a:p>
            <a:r>
              <a:rPr lang="en-US" sz="1800" dirty="0">
                <a:solidFill>
                  <a:schemeClr val="tx2"/>
                </a:solidFill>
              </a:rPr>
              <a:t>Semantic Tagging of Images</a:t>
            </a:r>
            <a:endParaRPr lang="en-IN" dirty="0">
              <a:solidFill>
                <a:schemeClr val="tx2"/>
              </a:solidFill>
            </a:endParaRPr>
          </a:p>
          <a:p>
            <a:pPr lvl="2"/>
            <a:endParaRPr lang="en-IN" dirty="0">
              <a:solidFill>
                <a:schemeClr val="tx2"/>
              </a:solidFill>
            </a:endParaRPr>
          </a:p>
          <a:p>
            <a:endParaRPr lang="en-I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016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F831ED5-63E3-AD5B-59FB-4CA975ECD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Multimedia Database Concepts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55987-8B88-1AB4-903B-3AC365BE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Spatial and Multimedia Databases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AC0852-202C-96A5-E2F2-C3CB9B9B1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185188-C4F8-B782-33C2-DFB180C68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Multimedia databases provide features that </a:t>
            </a:r>
            <a:r>
              <a:rPr lang="en-US" dirty="0">
                <a:solidFill>
                  <a:srgbClr val="00B050"/>
                </a:solidFill>
              </a:rPr>
              <a:t>allow users to store and query different types of multimedia information</a:t>
            </a:r>
            <a:r>
              <a:rPr lang="en-US" dirty="0"/>
              <a:t>, which includes </a:t>
            </a:r>
          </a:p>
          <a:p>
            <a:pPr lvl="1" algn="just"/>
            <a:r>
              <a:rPr lang="en-US" b="1" dirty="0">
                <a:solidFill>
                  <a:srgbClr val="0070C0"/>
                </a:solidFill>
              </a:rPr>
              <a:t>images</a:t>
            </a:r>
            <a:r>
              <a:rPr lang="en-US" dirty="0"/>
              <a:t> (such as photos or drawings), </a:t>
            </a:r>
          </a:p>
          <a:p>
            <a:pPr lvl="1" algn="just"/>
            <a:r>
              <a:rPr lang="en-US" b="1" dirty="0">
                <a:solidFill>
                  <a:srgbClr val="0070C0"/>
                </a:solidFill>
              </a:rPr>
              <a:t>video clips </a:t>
            </a:r>
            <a:r>
              <a:rPr lang="en-US" dirty="0"/>
              <a:t>(such as movies, newsreels, or home videos), </a:t>
            </a:r>
          </a:p>
          <a:p>
            <a:pPr lvl="1" algn="just"/>
            <a:r>
              <a:rPr lang="en-US" b="1" dirty="0">
                <a:solidFill>
                  <a:srgbClr val="0070C0"/>
                </a:solidFill>
              </a:rPr>
              <a:t>audio clips</a:t>
            </a:r>
            <a:r>
              <a:rPr lang="en-US" dirty="0"/>
              <a:t> (such as songs, phone messages, or speeches), and </a:t>
            </a:r>
          </a:p>
          <a:p>
            <a:pPr lvl="1" algn="just"/>
            <a:r>
              <a:rPr lang="en-US" b="1" dirty="0">
                <a:solidFill>
                  <a:srgbClr val="0070C0"/>
                </a:solidFill>
              </a:rPr>
              <a:t>documents </a:t>
            </a:r>
            <a:r>
              <a:rPr lang="en-US" dirty="0"/>
              <a:t>(such as books or articles).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main types of database queries that are needed involve locating multimedia sources that contain certain objects of interest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5121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F831ED5-63E3-AD5B-59FB-4CA975ECD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Multimedia Database Concepts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55987-8B88-1AB4-903B-3AC365BE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Spatial and Multimedia Databases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AC0852-202C-96A5-E2F2-C3CB9B9B1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185188-C4F8-B782-33C2-DFB180C68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Types of queries used for retrieving the multimedia source based on its certain objects or activities are referred to as </a:t>
            </a:r>
            <a:r>
              <a:rPr lang="en-US" b="1" dirty="0">
                <a:solidFill>
                  <a:srgbClr val="C00000"/>
                </a:solidFill>
              </a:rPr>
              <a:t>content-based retrieval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Multimedia database must use some model </a:t>
            </a:r>
            <a:r>
              <a:rPr lang="en-US" b="1" dirty="0">
                <a:solidFill>
                  <a:srgbClr val="0070C0"/>
                </a:solidFill>
              </a:rPr>
              <a:t>to organize and index the multimedia sources based on their contents</a:t>
            </a:r>
            <a:r>
              <a:rPr lang="en-US" dirty="0"/>
              <a:t>. </a:t>
            </a:r>
          </a:p>
          <a:p>
            <a:pPr algn="just"/>
            <a:r>
              <a:rPr lang="en-US" b="1" u="sng" dirty="0"/>
              <a:t>Identifying the contents of multimedia sources is a difficult and time-consuming task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5456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F831ED5-63E3-AD5B-59FB-4CA975ECD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Multimedia Database Concepts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55987-8B88-1AB4-903B-3AC365BE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Spatial and Multimedia Databases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AC0852-202C-96A5-E2F2-C3CB9B9B1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185188-C4F8-B782-33C2-DFB180C68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Two main approaches: </a:t>
            </a:r>
          </a:p>
          <a:p>
            <a:pPr algn="just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Based on automatic analysis </a:t>
            </a:r>
            <a:r>
              <a:rPr lang="en-US" dirty="0"/>
              <a:t>of the </a:t>
            </a:r>
            <a:r>
              <a:rPr lang="en-US" dirty="0">
                <a:solidFill>
                  <a:srgbClr val="0070C0"/>
                </a:solidFill>
              </a:rPr>
              <a:t>multimedia sources to identify certain mathematical characteristics of their contents</a:t>
            </a:r>
            <a:r>
              <a:rPr lang="en-US" dirty="0"/>
              <a:t>. </a:t>
            </a:r>
          </a:p>
          <a:p>
            <a:pPr lvl="1" algn="just"/>
            <a:r>
              <a:rPr lang="en-US" dirty="0"/>
              <a:t>Uses different techniques depending on the type of multimedia source (image, video, audio, or text). </a:t>
            </a:r>
          </a:p>
          <a:p>
            <a:pPr algn="just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Based on manual identification </a:t>
            </a:r>
            <a:r>
              <a:rPr lang="en-US" dirty="0"/>
              <a:t>of the </a:t>
            </a:r>
            <a:r>
              <a:rPr lang="en-US" dirty="0">
                <a:solidFill>
                  <a:srgbClr val="0070C0"/>
                </a:solidFill>
              </a:rPr>
              <a:t>objects and activities of interest in each multimedia source </a:t>
            </a:r>
            <a:r>
              <a:rPr lang="en-US" dirty="0"/>
              <a:t>and on using this information to index the sources. </a:t>
            </a:r>
          </a:p>
          <a:p>
            <a:pPr lvl="1" algn="just"/>
            <a:r>
              <a:rPr lang="en-US" dirty="0"/>
              <a:t>It can be applied to all multimedia sources</a:t>
            </a:r>
          </a:p>
          <a:p>
            <a:pPr lvl="1" algn="just"/>
            <a:r>
              <a:rPr lang="en-US" dirty="0"/>
              <a:t>Need </a:t>
            </a:r>
            <a:r>
              <a:rPr lang="en-US" dirty="0">
                <a:solidFill>
                  <a:srgbClr val="00B050"/>
                </a:solidFill>
              </a:rPr>
              <a:t>manual preprocessing phase </a:t>
            </a:r>
            <a:r>
              <a:rPr lang="en-US" dirty="0"/>
              <a:t>- scan each multimedia source to identify and catalog the objects and activities it contains so that they can be used to index the sources.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417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F831ED5-63E3-AD5B-59FB-4CA975ECD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Characteristics of each Multimedia Source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55987-8B88-1AB4-903B-3AC365BE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Spatial and Multimedia Databases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AC0852-202C-96A5-E2F2-C3CB9B9B1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185188-C4F8-B782-33C2-DFB180C68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Image</a:t>
            </a:r>
          </a:p>
          <a:p>
            <a:pPr algn="just"/>
            <a:r>
              <a:rPr lang="en-US" dirty="0"/>
              <a:t>Image is </a:t>
            </a:r>
            <a:r>
              <a:rPr lang="en-US" b="1" dirty="0">
                <a:solidFill>
                  <a:srgbClr val="C00000"/>
                </a:solidFill>
              </a:rPr>
              <a:t>stored either in raw form as a set of pixel or cell values, or in compressed form to save space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The </a:t>
            </a:r>
            <a:r>
              <a:rPr lang="en-US" b="1" dirty="0">
                <a:solidFill>
                  <a:srgbClr val="00B050"/>
                </a:solidFill>
              </a:rPr>
              <a:t>image shape descriptor describes the geometric shape of the raw image</a:t>
            </a:r>
            <a:r>
              <a:rPr lang="en-US" dirty="0"/>
              <a:t>, which is typically a rectangle of </a:t>
            </a:r>
            <a:r>
              <a:rPr lang="en-US" b="1" dirty="0">
                <a:solidFill>
                  <a:srgbClr val="0070C0"/>
                </a:solidFill>
              </a:rPr>
              <a:t>cells</a:t>
            </a:r>
            <a:r>
              <a:rPr lang="en-US" dirty="0"/>
              <a:t> of a certain width and height. </a:t>
            </a:r>
          </a:p>
          <a:p>
            <a:pPr algn="just"/>
            <a:r>
              <a:rPr lang="en-US" dirty="0"/>
              <a:t>Each image can be represented by an </a:t>
            </a:r>
            <a:r>
              <a:rPr lang="en-US" b="1" dirty="0">
                <a:solidFill>
                  <a:srgbClr val="00B050"/>
                </a:solidFill>
              </a:rPr>
              <a:t>m by n grid of cells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Each Cell </a:t>
            </a:r>
            <a:r>
              <a:rPr lang="en-US" b="1" dirty="0">
                <a:solidFill>
                  <a:srgbClr val="00B050"/>
                </a:solidFill>
              </a:rPr>
              <a:t>contains a pixel value that describes the cell content</a:t>
            </a:r>
            <a:r>
              <a:rPr lang="en-US" dirty="0"/>
              <a:t>. 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521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F831ED5-63E3-AD5B-59FB-4CA975ECD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Characteristics of each Multimedia Source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55987-8B88-1AB4-903B-3AC365BE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Spatial and Multimedia Databases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AC0852-202C-96A5-E2F2-C3CB9B9B1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185188-C4F8-B782-33C2-DFB180C68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In </a:t>
            </a:r>
            <a:r>
              <a:rPr lang="en-US" b="1" dirty="0">
                <a:solidFill>
                  <a:srgbClr val="0070C0"/>
                </a:solidFill>
              </a:rPr>
              <a:t>black-and-white images</a:t>
            </a:r>
            <a:r>
              <a:rPr lang="en-US" dirty="0"/>
              <a:t>, pixels can be one bit. </a:t>
            </a:r>
          </a:p>
          <a:p>
            <a:pPr algn="just"/>
            <a:r>
              <a:rPr lang="en-US" dirty="0"/>
              <a:t>In </a:t>
            </a:r>
            <a:r>
              <a:rPr lang="en-US" b="1" dirty="0">
                <a:solidFill>
                  <a:srgbClr val="0070C0"/>
                </a:solidFill>
              </a:rPr>
              <a:t>gray scale or color images</a:t>
            </a:r>
            <a:r>
              <a:rPr lang="en-US" dirty="0"/>
              <a:t>, a pixel is multiple bits. </a:t>
            </a:r>
          </a:p>
          <a:p>
            <a:pPr lvl="1" algn="just"/>
            <a:r>
              <a:rPr lang="en-US" dirty="0"/>
              <a:t>Because images may require large amounts of space, they are often stored in compressed form. </a:t>
            </a:r>
          </a:p>
          <a:p>
            <a:pPr algn="just"/>
            <a:r>
              <a:rPr lang="en-US" b="1" dirty="0">
                <a:solidFill>
                  <a:srgbClr val="0070C0"/>
                </a:solidFill>
              </a:rPr>
              <a:t>Compression standards</a:t>
            </a:r>
            <a:r>
              <a:rPr lang="en-US" dirty="0"/>
              <a:t>, such as GIF, JPEG, or MPEG, use various mathematical transformations to reduce the number of cells stored but still maintain the main image characteristics. </a:t>
            </a:r>
          </a:p>
          <a:p>
            <a:pPr algn="just"/>
            <a:r>
              <a:rPr lang="en-US" dirty="0"/>
              <a:t>Applicable </a:t>
            </a:r>
            <a:r>
              <a:rPr lang="en-US" b="1" dirty="0">
                <a:solidFill>
                  <a:srgbClr val="0070C0"/>
                </a:solidFill>
              </a:rPr>
              <a:t>mathematical transforms </a:t>
            </a:r>
            <a:r>
              <a:rPr lang="en-US" dirty="0"/>
              <a:t>include Discrete Fourier Transform (DFT), Discrete Cosine Transform (DCT), and wavelet transforms.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3223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F831ED5-63E3-AD5B-59FB-4CA975ECD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Characteristics of each Multimedia Source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55987-8B88-1AB4-903B-3AC365BE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Spatial and Multimedia Databases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AC0852-202C-96A5-E2F2-C3CB9B9B1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185188-C4F8-B782-33C2-DFB180C68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rgbClr val="0070C0"/>
                </a:solidFill>
              </a:rPr>
              <a:t>To identify objects of interest in an image:</a:t>
            </a:r>
          </a:p>
          <a:p>
            <a:pPr algn="just"/>
            <a:r>
              <a:rPr lang="en-US" dirty="0"/>
              <a:t>Image is typically </a:t>
            </a:r>
            <a:r>
              <a:rPr lang="en-US" b="1" dirty="0">
                <a:solidFill>
                  <a:srgbClr val="00B050"/>
                </a:solidFill>
              </a:rPr>
              <a:t>divided into homogeneous segments </a:t>
            </a:r>
            <a:r>
              <a:rPr lang="en-US" dirty="0"/>
              <a:t>using a </a:t>
            </a:r>
            <a:r>
              <a:rPr lang="en-US" b="1" dirty="0">
                <a:solidFill>
                  <a:srgbClr val="FF0000"/>
                </a:solidFill>
              </a:rPr>
              <a:t>homogeneity predicate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For example, in a color image, </a:t>
            </a:r>
            <a:r>
              <a:rPr lang="en-US" b="1" dirty="0">
                <a:solidFill>
                  <a:srgbClr val="00B050"/>
                </a:solidFill>
              </a:rPr>
              <a:t>adjacent cells that have similar pixel values are grouped into a segment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The </a:t>
            </a:r>
            <a:r>
              <a:rPr lang="en-US" b="1" dirty="0">
                <a:solidFill>
                  <a:srgbClr val="FF0000"/>
                </a:solidFill>
              </a:rPr>
              <a:t>homogeneity predicate </a:t>
            </a:r>
            <a:r>
              <a:rPr lang="en-US" b="1" u="sng" dirty="0"/>
              <a:t>defines conditions for automatically grouping those cells. </a:t>
            </a:r>
          </a:p>
          <a:p>
            <a:pPr algn="just"/>
            <a:r>
              <a:rPr lang="en-US" b="1" dirty="0">
                <a:solidFill>
                  <a:srgbClr val="00B050"/>
                </a:solidFill>
              </a:rPr>
              <a:t>Segmentation and compression </a:t>
            </a:r>
            <a:r>
              <a:rPr lang="en-US" dirty="0"/>
              <a:t>can hence identify the main characteristics of an image.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4342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F831ED5-63E3-AD5B-59FB-4CA975ECD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Characteristics of each Multimedia Source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55987-8B88-1AB4-903B-3AC365BE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Spatial and Multimedia Databases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AC0852-202C-96A5-E2F2-C3CB9B9B1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185188-C4F8-B782-33C2-DFB180C68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rgbClr val="0070C0"/>
                </a:solidFill>
              </a:rPr>
              <a:t>Image database query </a:t>
            </a:r>
            <a:r>
              <a:rPr lang="en-US" dirty="0"/>
              <a:t>would be to find images in the database that are similar to a given image. </a:t>
            </a:r>
          </a:p>
          <a:p>
            <a:pPr algn="just"/>
            <a:r>
              <a:rPr lang="en-US" dirty="0"/>
              <a:t>The given image could be an isolated segment that contains, say, </a:t>
            </a:r>
            <a:r>
              <a:rPr lang="en-US" dirty="0">
                <a:solidFill>
                  <a:srgbClr val="00B050"/>
                </a:solidFill>
              </a:rPr>
              <a:t>a pattern of interest</a:t>
            </a:r>
            <a:r>
              <a:rPr lang="en-US" dirty="0"/>
              <a:t>, and </a:t>
            </a:r>
            <a:r>
              <a:rPr lang="en-US" dirty="0">
                <a:solidFill>
                  <a:srgbClr val="00B050"/>
                </a:solidFill>
              </a:rPr>
              <a:t>the query is to locate other images that contain that same pattern</a:t>
            </a:r>
            <a:r>
              <a:rPr lang="en-US" dirty="0"/>
              <a:t>.</a:t>
            </a:r>
          </a:p>
          <a:p>
            <a:pPr algn="just"/>
            <a:r>
              <a:rPr lang="en-US" b="1" dirty="0">
                <a:solidFill>
                  <a:srgbClr val="0070C0"/>
                </a:solidFill>
              </a:rPr>
              <a:t>Type of Search</a:t>
            </a:r>
          </a:p>
          <a:p>
            <a:pPr lvl="1" algn="just"/>
            <a:r>
              <a:rPr lang="en-US" dirty="0"/>
              <a:t>Distance Function</a:t>
            </a:r>
          </a:p>
          <a:p>
            <a:pPr lvl="1" algn="just"/>
            <a:r>
              <a:rPr lang="en-US" dirty="0"/>
              <a:t>Transformation Approach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7894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F831ED5-63E3-AD5B-59FB-4CA975ECD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Characteristics of each Multimedia Source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55987-8B88-1AB4-903B-3AC365BE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Spatial and Multimedia Databases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AC0852-202C-96A5-E2F2-C3CB9B9B1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185188-C4F8-B782-33C2-DFB180C68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b="1" dirty="0">
                <a:solidFill>
                  <a:srgbClr val="00B050"/>
                </a:solidFill>
              </a:rPr>
              <a:t>Distance function </a:t>
            </a:r>
          </a:p>
          <a:p>
            <a:pPr lvl="1" algn="just"/>
            <a:r>
              <a:rPr lang="en-US" dirty="0"/>
              <a:t>To </a:t>
            </a:r>
            <a:r>
              <a:rPr lang="en-US" b="1" dirty="0">
                <a:solidFill>
                  <a:srgbClr val="FF0000"/>
                </a:solidFill>
              </a:rPr>
              <a:t>compare the given image with the stored images and their segments</a:t>
            </a:r>
            <a:r>
              <a:rPr lang="en-US" dirty="0"/>
              <a:t>. </a:t>
            </a:r>
          </a:p>
          <a:p>
            <a:pPr lvl="1" algn="just"/>
            <a:r>
              <a:rPr lang="en-US" dirty="0"/>
              <a:t>If the </a:t>
            </a:r>
            <a:r>
              <a:rPr lang="en-US" b="1" dirty="0">
                <a:solidFill>
                  <a:srgbClr val="FF0000"/>
                </a:solidFill>
              </a:rPr>
              <a:t>distance value returned is small, the probability of a match is high</a:t>
            </a:r>
            <a:r>
              <a:rPr lang="en-US" dirty="0"/>
              <a:t>. </a:t>
            </a:r>
          </a:p>
          <a:p>
            <a:pPr lvl="1" algn="just"/>
            <a:r>
              <a:rPr lang="en-US" dirty="0"/>
              <a:t>Indexes can be created to group stored images that are close in the distance metric so as to limit the search space.</a:t>
            </a:r>
          </a:p>
          <a:p>
            <a:pPr algn="just"/>
            <a:r>
              <a:rPr lang="en-US" b="1" dirty="0">
                <a:solidFill>
                  <a:srgbClr val="00B050"/>
                </a:solidFill>
              </a:rPr>
              <a:t>Transformation approach</a:t>
            </a:r>
            <a:r>
              <a:rPr lang="en-US" dirty="0"/>
              <a:t>, </a:t>
            </a:r>
          </a:p>
          <a:p>
            <a:pPr lvl="1" algn="just"/>
            <a:r>
              <a:rPr lang="en-US" dirty="0"/>
              <a:t>Measures image similarity by having </a:t>
            </a:r>
            <a:r>
              <a:rPr lang="en-US" b="1" dirty="0">
                <a:solidFill>
                  <a:srgbClr val="FF0000"/>
                </a:solidFill>
              </a:rPr>
              <a:t>a small number of transformations that can change one image’s cells to match the other image</a:t>
            </a:r>
            <a:r>
              <a:rPr lang="en-US" dirty="0"/>
              <a:t>. </a:t>
            </a:r>
          </a:p>
          <a:p>
            <a:pPr lvl="1" algn="just"/>
            <a:r>
              <a:rPr lang="en-US" dirty="0"/>
              <a:t>It include </a:t>
            </a:r>
            <a:r>
              <a:rPr lang="en-US" b="1" dirty="0">
                <a:solidFill>
                  <a:srgbClr val="0070C0"/>
                </a:solidFill>
              </a:rPr>
              <a:t>rotations, translations, and scaling</a:t>
            </a:r>
            <a:r>
              <a:rPr lang="en-US" dirty="0"/>
              <a:t>. </a:t>
            </a:r>
          </a:p>
          <a:p>
            <a:pPr lvl="1" algn="just"/>
            <a:r>
              <a:rPr lang="en-US" b="1" dirty="0"/>
              <a:t>Time-consuming and difficult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8241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F831ED5-63E3-AD5B-59FB-4CA975ECD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Characteristics of each Multimedia Source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55987-8B88-1AB4-903B-3AC365BE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Spatial and Multimedia Databases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AC0852-202C-96A5-E2F2-C3CB9B9B1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185188-C4F8-B782-33C2-DFB180C68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Video</a:t>
            </a:r>
          </a:p>
          <a:p>
            <a:pPr algn="just"/>
            <a:r>
              <a:rPr lang="en-US" dirty="0"/>
              <a:t>Represented as a sequence of frames, where each frame is a still image. </a:t>
            </a:r>
          </a:p>
          <a:p>
            <a:pPr algn="just"/>
            <a:r>
              <a:rPr lang="en-US" dirty="0"/>
              <a:t>Identifying the objects and activities in every individual frame, the video is divided into </a:t>
            </a:r>
            <a:r>
              <a:rPr lang="en-US" b="1" dirty="0">
                <a:solidFill>
                  <a:srgbClr val="0070C0"/>
                </a:solidFill>
              </a:rPr>
              <a:t>video segments</a:t>
            </a:r>
            <a:r>
              <a:rPr lang="en-US" dirty="0"/>
              <a:t>, where </a:t>
            </a:r>
            <a:r>
              <a:rPr lang="en-US" dirty="0">
                <a:solidFill>
                  <a:srgbClr val="0070C0"/>
                </a:solidFill>
              </a:rPr>
              <a:t>each segment comprises a sequence of contiguous frames that includes the same objects/activities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Each segment is identified by its starting and ending frames. </a:t>
            </a:r>
          </a:p>
        </p:txBody>
      </p:sp>
    </p:spTree>
    <p:extLst>
      <p:ext uri="{BB962C8B-B14F-4D97-AF65-F5344CB8AC3E}">
        <p14:creationId xmlns:p14="http://schemas.microsoft.com/office/powerpoint/2010/main" val="4250454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F831ED5-63E3-AD5B-59FB-4CA975ECD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Characteristics of each Multimedia Source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55987-8B88-1AB4-903B-3AC365BE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Spatial and Multimedia Databases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AC0852-202C-96A5-E2F2-C3CB9B9B1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185188-C4F8-B782-33C2-DFB180C68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Video</a:t>
            </a:r>
          </a:p>
          <a:p>
            <a:pPr algn="just"/>
            <a:r>
              <a:rPr lang="en-US" dirty="0"/>
              <a:t>The </a:t>
            </a:r>
            <a:r>
              <a:rPr lang="en-US" b="1" dirty="0">
                <a:solidFill>
                  <a:srgbClr val="00B050"/>
                </a:solidFill>
              </a:rPr>
              <a:t>objects and activities </a:t>
            </a:r>
            <a:r>
              <a:rPr lang="en-US" dirty="0"/>
              <a:t>identified in each video segment </a:t>
            </a:r>
            <a:r>
              <a:rPr lang="en-US" b="1" dirty="0">
                <a:solidFill>
                  <a:srgbClr val="00B050"/>
                </a:solidFill>
              </a:rPr>
              <a:t>can be used to index the segments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An indexing technique called </a:t>
            </a:r>
            <a:r>
              <a:rPr lang="en-US" b="1" dirty="0">
                <a:solidFill>
                  <a:srgbClr val="0070C0"/>
                </a:solidFill>
              </a:rPr>
              <a:t>frame segment trees </a:t>
            </a:r>
            <a:r>
              <a:rPr lang="en-US" dirty="0"/>
              <a:t>has been proposed for video indexing. </a:t>
            </a:r>
          </a:p>
          <a:p>
            <a:pPr algn="just"/>
            <a:r>
              <a:rPr lang="en-US" dirty="0"/>
              <a:t>The </a:t>
            </a:r>
            <a:r>
              <a:rPr lang="en-US" b="1" dirty="0">
                <a:solidFill>
                  <a:srgbClr val="00B050"/>
                </a:solidFill>
              </a:rPr>
              <a:t>index includes both objects</a:t>
            </a:r>
            <a:r>
              <a:rPr lang="en-US" dirty="0"/>
              <a:t>, such as persons, houses, and cars, </a:t>
            </a:r>
            <a:r>
              <a:rPr lang="en-US" b="1" dirty="0">
                <a:solidFill>
                  <a:srgbClr val="00B050"/>
                </a:solidFill>
              </a:rPr>
              <a:t>as well as activities</a:t>
            </a:r>
            <a:r>
              <a:rPr lang="en-US" dirty="0"/>
              <a:t>, such as a person delivering a speech or two people talking. </a:t>
            </a:r>
          </a:p>
          <a:p>
            <a:pPr algn="just"/>
            <a:r>
              <a:rPr lang="en-US" dirty="0"/>
              <a:t>Videos are also often compressed using standards such as MPEG.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3211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F831ED5-63E3-AD5B-59FB-4CA975ECD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Characteristics of each Multimedia Source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55987-8B88-1AB4-903B-3AC365BE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Spatial and Multimedia Databases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AC0852-202C-96A5-E2F2-C3CB9B9B1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185188-C4F8-B782-33C2-DFB180C68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Audio</a:t>
            </a:r>
          </a:p>
          <a:p>
            <a:pPr algn="just"/>
            <a:r>
              <a:rPr lang="en-US" dirty="0"/>
              <a:t>Audio sources include </a:t>
            </a:r>
            <a:r>
              <a:rPr lang="en-US" b="1" dirty="0">
                <a:solidFill>
                  <a:srgbClr val="00B050"/>
                </a:solidFill>
              </a:rPr>
              <a:t>stored recorded messages</a:t>
            </a:r>
            <a:r>
              <a:rPr lang="en-US" dirty="0"/>
              <a:t>, such as </a:t>
            </a:r>
            <a:r>
              <a:rPr lang="en-US" b="1" dirty="0">
                <a:solidFill>
                  <a:srgbClr val="00B050"/>
                </a:solidFill>
              </a:rPr>
              <a:t>speeches, class presentations, or even surveillance recordings of phone messages or conversations </a:t>
            </a:r>
            <a:r>
              <a:rPr lang="en-US" dirty="0"/>
              <a:t>by law enforcement. </a:t>
            </a:r>
          </a:p>
          <a:p>
            <a:pPr algn="just"/>
            <a:r>
              <a:rPr lang="en-US" dirty="0"/>
              <a:t>Here, discrete transforms can be </a:t>
            </a:r>
            <a:r>
              <a:rPr lang="en-US" b="1" dirty="0">
                <a:solidFill>
                  <a:srgbClr val="00B050"/>
                </a:solidFill>
              </a:rPr>
              <a:t>used to identify the main characteristics of a certain person’s voice in order to have similarity-based indexing and retrieval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2632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F831ED5-63E3-AD5B-59FB-4CA975ECD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Characteristics of each Multimedia Source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55987-8B88-1AB4-903B-3AC365BE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Spatial and Multimedia Databases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AC0852-202C-96A5-E2F2-C3CB9B9B1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185188-C4F8-B782-33C2-DFB180C68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Text / Document Source</a:t>
            </a:r>
          </a:p>
          <a:p>
            <a:pPr algn="just"/>
            <a:r>
              <a:rPr lang="en-US" dirty="0"/>
              <a:t>It is basically the full text of some article, book, or magazine.</a:t>
            </a:r>
          </a:p>
          <a:p>
            <a:pPr algn="just"/>
            <a:r>
              <a:rPr lang="en-US" dirty="0"/>
              <a:t>These sources are typically </a:t>
            </a:r>
            <a:r>
              <a:rPr lang="en-US" b="1" dirty="0">
                <a:solidFill>
                  <a:srgbClr val="00B050"/>
                </a:solidFill>
              </a:rPr>
              <a:t>indexed by identifying the keywords that appear in the text and their relative frequencies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Filler words or common words called </a:t>
            </a:r>
            <a:r>
              <a:rPr lang="en-US" b="1" dirty="0" err="1">
                <a:solidFill>
                  <a:srgbClr val="0070C0"/>
                </a:solidFill>
              </a:rPr>
              <a:t>stopwords</a:t>
            </a:r>
            <a:r>
              <a:rPr lang="en-US" dirty="0"/>
              <a:t> are eliminated from the process. </a:t>
            </a:r>
          </a:p>
          <a:p>
            <a:pPr algn="just"/>
            <a:r>
              <a:rPr lang="en-US" dirty="0"/>
              <a:t>Because there can be many keywords when attempting to index a collection of documents, techniques have been developed to reduce the number of keywords to those that are most relevant to the collection.</a:t>
            </a:r>
          </a:p>
          <a:p>
            <a:pPr algn="just"/>
            <a:r>
              <a:rPr lang="en-US" dirty="0"/>
              <a:t>A dimensionality reduction technique called </a:t>
            </a:r>
            <a:r>
              <a:rPr lang="en-US" b="1" dirty="0">
                <a:solidFill>
                  <a:srgbClr val="0070C0"/>
                </a:solidFill>
              </a:rPr>
              <a:t>singular value decompositions (SVD), </a:t>
            </a:r>
            <a:r>
              <a:rPr lang="en-US" dirty="0"/>
              <a:t>which is based on matrix transformations, can be used for this purpose. </a:t>
            </a:r>
          </a:p>
          <a:p>
            <a:pPr algn="just"/>
            <a:r>
              <a:rPr lang="en-US" dirty="0"/>
              <a:t>An indexing technique called </a:t>
            </a:r>
            <a:r>
              <a:rPr lang="en-US" b="1" dirty="0">
                <a:solidFill>
                  <a:srgbClr val="0070C0"/>
                </a:solidFill>
              </a:rPr>
              <a:t>telescoping vector trees (TV-trees)</a:t>
            </a:r>
            <a:r>
              <a:rPr lang="en-US" dirty="0"/>
              <a:t>, can then be used to group similar documents.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7708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3C0BC1D-820E-492F-AA5F-02E133A8C1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CAF31C-5B09-22EC-9686-997DD8670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 dirty="0"/>
              <a:t>Automated analysis of Image</a:t>
            </a:r>
            <a:endParaRPr lang="en-IN" sz="8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7752CC-F9A4-0C97-CBD7-4E376FB23D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EBD2B2-951F-34CB-C4A2-1C5AC49B67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905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F831ED5-63E3-AD5B-59FB-4CA975ECD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Automatic Analysis of Images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55987-8B88-1AB4-903B-3AC365BE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Spatial and Multimedia Databases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AC0852-202C-96A5-E2F2-C3CB9B9B1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185188-C4F8-B782-33C2-DFB180C68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Analysis of multimedia sources is critical to </a:t>
            </a:r>
            <a:r>
              <a:rPr lang="en-US" b="1" dirty="0">
                <a:solidFill>
                  <a:srgbClr val="00B050"/>
                </a:solidFill>
              </a:rPr>
              <a:t>support any type of query or search interface.</a:t>
            </a:r>
          </a:p>
          <a:p>
            <a:pPr algn="just"/>
            <a:r>
              <a:rPr lang="en-US" dirty="0"/>
              <a:t>We need to represent multimedia source data </a:t>
            </a:r>
            <a:r>
              <a:rPr lang="en-US" dirty="0">
                <a:solidFill>
                  <a:srgbClr val="0070C0"/>
                </a:solidFill>
              </a:rPr>
              <a:t>such as images in terms of features</a:t>
            </a:r>
            <a:r>
              <a:rPr lang="en-US" dirty="0"/>
              <a:t> that would enable us to define similarity. </a:t>
            </a:r>
          </a:p>
          <a:p>
            <a:pPr algn="just"/>
            <a:r>
              <a:rPr lang="en-US" b="1" dirty="0">
                <a:solidFill>
                  <a:srgbClr val="0070C0"/>
                </a:solidFill>
              </a:rPr>
              <a:t>Use low-level visual features </a:t>
            </a:r>
            <a:r>
              <a:rPr lang="en-US" dirty="0"/>
              <a:t>such as color, texture, and shape, which are directly related to the perceptual aspects of image content. </a:t>
            </a:r>
          </a:p>
          <a:p>
            <a:pPr algn="just"/>
            <a:r>
              <a:rPr lang="en-US" dirty="0">
                <a:solidFill>
                  <a:srgbClr val="0070C0"/>
                </a:solidFill>
              </a:rPr>
              <a:t>These features are easy to extract and represent, and it is convenient to design similarity measures </a:t>
            </a:r>
            <a:r>
              <a:rPr lang="en-US" dirty="0"/>
              <a:t>based on their statistical properties.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2697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F831ED5-63E3-AD5B-59FB-4CA975ECD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Automatic Analysis of Images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55987-8B88-1AB4-903B-3AC365BE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Spatial and Multimedia Databases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AC0852-202C-96A5-E2F2-C3CB9B9B1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185188-C4F8-B782-33C2-DFB180C68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4803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Color</a:t>
            </a:r>
            <a:r>
              <a:rPr lang="en-US" dirty="0"/>
              <a:t> is one of the most widely </a:t>
            </a:r>
            <a:r>
              <a:rPr lang="en-US" b="1" dirty="0">
                <a:solidFill>
                  <a:srgbClr val="0070C0"/>
                </a:solidFill>
              </a:rPr>
              <a:t>used visual features in content-based image retrieval </a:t>
            </a:r>
            <a:r>
              <a:rPr lang="en-US" dirty="0"/>
              <a:t>since it does not depend upon image size or orientation. </a:t>
            </a:r>
          </a:p>
          <a:p>
            <a:pPr algn="just"/>
            <a:r>
              <a:rPr lang="en-US" dirty="0"/>
              <a:t>Done by </a:t>
            </a:r>
            <a:r>
              <a:rPr lang="en-US" b="1" dirty="0">
                <a:solidFill>
                  <a:srgbClr val="0070C0"/>
                </a:solidFill>
              </a:rPr>
              <a:t>computing a color histogram for each image </a:t>
            </a:r>
            <a:r>
              <a:rPr lang="en-US" dirty="0"/>
              <a:t>that identifies the proportion of pixels within an image for the three color channels (red, green, blue—RGB). </a:t>
            </a:r>
          </a:p>
          <a:p>
            <a:pPr lvl="1" algn="just"/>
            <a:r>
              <a:rPr lang="en-US" b="1" dirty="0">
                <a:solidFill>
                  <a:srgbClr val="00B050"/>
                </a:solidFill>
              </a:rPr>
              <a:t>RGB representation </a:t>
            </a:r>
            <a:r>
              <a:rPr lang="en-US" dirty="0"/>
              <a:t>is affected by the orientation of the object with respect to illumination and camera direction. </a:t>
            </a:r>
          </a:p>
          <a:p>
            <a:pPr lvl="1" algn="just"/>
            <a:r>
              <a:rPr lang="en-US" b="1" dirty="0">
                <a:solidFill>
                  <a:srgbClr val="00B050"/>
                </a:solidFill>
              </a:rPr>
              <a:t>HSV(Hue, Saturation, Value) Representation </a:t>
            </a:r>
            <a:r>
              <a:rPr lang="en-US" dirty="0"/>
              <a:t>does current image retrieval by compute color histograms using competing invariant representations such as HSV (hue, saturation, value). </a:t>
            </a:r>
          </a:p>
          <a:p>
            <a:pPr lvl="2" algn="just"/>
            <a:r>
              <a:rPr lang="en-US" dirty="0"/>
              <a:t>It describes colors as points in a cylinder whose </a:t>
            </a:r>
            <a:r>
              <a:rPr lang="en-US" b="1" dirty="0"/>
              <a:t>central axis ranges from black at the bottom to white at the top with neutral colors between them</a:t>
            </a:r>
            <a:r>
              <a:rPr lang="en-US" dirty="0"/>
              <a:t>. </a:t>
            </a:r>
          </a:p>
          <a:p>
            <a:pPr lvl="2" algn="just"/>
            <a:r>
              <a:rPr lang="en-US" dirty="0"/>
              <a:t>The </a:t>
            </a:r>
            <a:r>
              <a:rPr lang="en-US" b="1" dirty="0"/>
              <a:t>angle around the axis corresponds to the hue</a:t>
            </a:r>
            <a:r>
              <a:rPr lang="en-US" dirty="0"/>
              <a:t>, </a:t>
            </a:r>
            <a:r>
              <a:rPr lang="en-US" b="1" dirty="0"/>
              <a:t>the distance from the axis corresponds to the saturation</a:t>
            </a:r>
            <a:r>
              <a:rPr lang="en-US" dirty="0"/>
              <a:t>, and </a:t>
            </a:r>
            <a:r>
              <a:rPr lang="en-US" b="1" dirty="0"/>
              <a:t>the distance along the axis corresponds to the value (brightness).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603906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F831ED5-63E3-AD5B-59FB-4CA975ECD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Automatic Analysis of Images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55987-8B88-1AB4-903B-3AC365BE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Spatial and Multimedia Databases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AC0852-202C-96A5-E2F2-C3CB9B9B1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185188-C4F8-B782-33C2-DFB180C68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48035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Texture </a:t>
            </a:r>
          </a:p>
          <a:p>
            <a:pPr algn="just"/>
            <a:r>
              <a:rPr lang="en-US" dirty="0"/>
              <a:t>Refers to the </a:t>
            </a:r>
            <a:r>
              <a:rPr lang="en-US" b="1" dirty="0">
                <a:solidFill>
                  <a:srgbClr val="0070C0"/>
                </a:solidFill>
              </a:rPr>
              <a:t>patterns in an image that present the properties of homogeneity </a:t>
            </a:r>
            <a:r>
              <a:rPr lang="en-US" dirty="0"/>
              <a:t>that do not result from the presence of a single color or intensity value.</a:t>
            </a:r>
          </a:p>
          <a:p>
            <a:pPr algn="just"/>
            <a:r>
              <a:rPr lang="en-US" dirty="0"/>
              <a:t>Examples of texture </a:t>
            </a:r>
            <a:r>
              <a:rPr lang="en-US" b="1" dirty="0"/>
              <a:t>classes are rough and silky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Examples of textures that can be identified include pressed calf leather, straw matting, cotton canvas, and so on. </a:t>
            </a:r>
          </a:p>
          <a:p>
            <a:pPr algn="just"/>
            <a:r>
              <a:rPr lang="en-US" b="1" dirty="0">
                <a:solidFill>
                  <a:srgbClr val="0070C0"/>
                </a:solidFill>
              </a:rPr>
              <a:t>Pictures are represented by arrays of pixels </a:t>
            </a:r>
            <a:r>
              <a:rPr lang="en-US" dirty="0"/>
              <a:t>(picture elements), </a:t>
            </a:r>
            <a:r>
              <a:rPr lang="en-US" b="1" dirty="0">
                <a:solidFill>
                  <a:srgbClr val="0070C0"/>
                </a:solidFill>
              </a:rPr>
              <a:t>textures are represented by arrays of texels </a:t>
            </a:r>
            <a:r>
              <a:rPr lang="en-US" dirty="0"/>
              <a:t>(texture elements). </a:t>
            </a:r>
          </a:p>
        </p:txBody>
      </p:sp>
    </p:spTree>
    <p:extLst>
      <p:ext uri="{BB962C8B-B14F-4D97-AF65-F5344CB8AC3E}">
        <p14:creationId xmlns:p14="http://schemas.microsoft.com/office/powerpoint/2010/main" val="6648886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F831ED5-63E3-AD5B-59FB-4CA975ECD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Automatic Analysis of Images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55987-8B88-1AB4-903B-3AC365BE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Spatial and Multimedia Databases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AC0852-202C-96A5-E2F2-C3CB9B9B1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185188-C4F8-B782-33C2-DFB180C68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48035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Texture </a:t>
            </a:r>
          </a:p>
          <a:p>
            <a:pPr algn="just"/>
            <a:r>
              <a:rPr lang="en-US" dirty="0"/>
              <a:t>Textures are then </a:t>
            </a:r>
            <a:r>
              <a:rPr lang="en-US" b="1" dirty="0">
                <a:solidFill>
                  <a:srgbClr val="0070C0"/>
                </a:solidFill>
              </a:rPr>
              <a:t>placed into a number of sets, depending on how many textures are identified in the image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Sets </a:t>
            </a:r>
            <a:r>
              <a:rPr lang="en-US" b="1" dirty="0">
                <a:solidFill>
                  <a:srgbClr val="0070C0"/>
                </a:solidFill>
              </a:rPr>
              <a:t>indicate where in the image the texture is located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Texture identification is primarily </a:t>
            </a:r>
            <a:r>
              <a:rPr lang="en-US" b="1" dirty="0">
                <a:solidFill>
                  <a:srgbClr val="00B050"/>
                </a:solidFill>
              </a:rPr>
              <a:t>done by modeling it as a two dimensional, gray-level variation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The relative brightness of pairs of pixels is computed to estimate the.</a:t>
            </a:r>
            <a:r>
              <a:rPr lang="en-US" b="1" dirty="0">
                <a:solidFill>
                  <a:srgbClr val="00B050"/>
                </a:solidFill>
              </a:rPr>
              <a:t> degree of contrast, regularity, coarseness, and directionality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6666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F831ED5-63E3-AD5B-59FB-4CA975ECD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Automatic Analysis of Images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55987-8B88-1AB4-903B-3AC365BE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Spatial and Multimedia Databases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AC0852-202C-96A5-E2F2-C3CB9B9B1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185188-C4F8-B782-33C2-DFB180C68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4803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Shape</a:t>
            </a:r>
          </a:p>
          <a:p>
            <a:pPr algn="just"/>
            <a:r>
              <a:rPr lang="en-US" dirty="0"/>
              <a:t>Refers to the </a:t>
            </a:r>
            <a:r>
              <a:rPr lang="en-US" b="1" dirty="0">
                <a:solidFill>
                  <a:srgbClr val="00B050"/>
                </a:solidFill>
              </a:rPr>
              <a:t>shape of a region within an image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Determined by </a:t>
            </a:r>
            <a:r>
              <a:rPr lang="en-US" b="1" dirty="0">
                <a:solidFill>
                  <a:srgbClr val="00B050"/>
                </a:solidFill>
              </a:rPr>
              <a:t>applying segmentation or edge detection to an image</a:t>
            </a:r>
            <a:r>
              <a:rPr lang="en-US" dirty="0"/>
              <a:t>. </a:t>
            </a:r>
          </a:p>
          <a:p>
            <a:pPr algn="just"/>
            <a:r>
              <a:rPr lang="en-US" b="1" dirty="0">
                <a:solidFill>
                  <a:srgbClr val="0070C0"/>
                </a:solidFill>
              </a:rPr>
              <a:t>Segmentation </a:t>
            </a:r>
            <a:r>
              <a:rPr lang="en-US" dirty="0"/>
              <a:t>is a region based approach that uses an entire region (sets of pixels).</a:t>
            </a:r>
          </a:p>
          <a:p>
            <a:pPr algn="just"/>
            <a:r>
              <a:rPr lang="en-US" b="1" dirty="0">
                <a:solidFill>
                  <a:srgbClr val="0070C0"/>
                </a:solidFill>
              </a:rPr>
              <a:t>Edge detection </a:t>
            </a:r>
            <a:r>
              <a:rPr lang="en-US" dirty="0"/>
              <a:t>is a boundary-based approach that uses only the outer boundary characteristics of entities. </a:t>
            </a:r>
          </a:p>
          <a:p>
            <a:pPr algn="just"/>
            <a:r>
              <a:rPr lang="en-US" dirty="0"/>
              <a:t>Shape representation is typically </a:t>
            </a:r>
            <a:r>
              <a:rPr lang="en-US" dirty="0">
                <a:solidFill>
                  <a:srgbClr val="FF0000"/>
                </a:solidFill>
              </a:rPr>
              <a:t>required to be invariant to translation, rotation, and scaling. </a:t>
            </a:r>
          </a:p>
          <a:p>
            <a:pPr algn="just"/>
            <a:r>
              <a:rPr lang="en-US" dirty="0"/>
              <a:t>Shape representation </a:t>
            </a:r>
            <a:r>
              <a:rPr lang="en-US" dirty="0">
                <a:solidFill>
                  <a:srgbClr val="FF0000"/>
                </a:solidFill>
              </a:rPr>
              <a:t>include Fourier descriptors and moment invariants.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807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993B583-19A1-41F0-AE94-458601ECB85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DC6CA0-E5BA-B770-425C-23C20AF8E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000" dirty="0"/>
              <a:t>Object Representation in Image</a:t>
            </a:r>
            <a:endParaRPr lang="en-IN" sz="8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BA8F5-83D5-B0F7-6E98-7908273A12C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3F9799-E126-F6CE-A7E4-6D40C7A364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00041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F831ED5-63E3-AD5B-59FB-4CA975ECD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Object Recognition in Images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55987-8B88-1AB4-903B-3AC365BE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Spatial and Multimedia Databases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AC0852-202C-96A5-E2F2-C3CB9B9B1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185188-C4F8-B782-33C2-DFB180C68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4803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Object recognition</a:t>
            </a:r>
            <a:r>
              <a:rPr lang="en-US" dirty="0"/>
              <a:t> is the </a:t>
            </a:r>
            <a:r>
              <a:rPr lang="en-US" b="1" dirty="0">
                <a:solidFill>
                  <a:srgbClr val="0070C0"/>
                </a:solidFill>
              </a:rPr>
              <a:t>task of identifying real-world objects in an image or a video sequence</a:t>
            </a:r>
            <a:r>
              <a:rPr lang="en-US" dirty="0"/>
              <a:t>. </a:t>
            </a:r>
          </a:p>
          <a:p>
            <a:pPr algn="just"/>
            <a:r>
              <a:rPr lang="en-US" b="1" dirty="0">
                <a:solidFill>
                  <a:srgbClr val="0070C0"/>
                </a:solidFill>
              </a:rPr>
              <a:t>To identify the object even when the images of the object vary in viewpoints, size, scale, or even when they are rotated or translated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Some approaches have been </a:t>
            </a:r>
            <a:r>
              <a:rPr lang="en-US" b="1" dirty="0">
                <a:solidFill>
                  <a:srgbClr val="0070C0"/>
                </a:solidFill>
              </a:rPr>
              <a:t>developed to divide the original image into regions </a:t>
            </a:r>
            <a:r>
              <a:rPr lang="en-US" b="1" dirty="0">
                <a:solidFill>
                  <a:srgbClr val="FF0000"/>
                </a:solidFill>
              </a:rPr>
              <a:t>based on similarity of contiguous pixels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In a given image showing a tiger in the jungle, a tiger sub image may be detected against the background of the jungle, and when compared with a set of training images, it may be tagged as a tiger.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20756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F831ED5-63E3-AD5B-59FB-4CA975ECD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Object Recognition in Images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55987-8B88-1AB4-903B-3AC365BE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Spatial and Multimedia Databases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AC0852-202C-96A5-E2F2-C3CB9B9B1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185188-C4F8-B782-33C2-DFB180C68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48035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Representation of Multimedia Object</a:t>
            </a:r>
          </a:p>
          <a:p>
            <a:pPr algn="just"/>
            <a:r>
              <a:rPr lang="en-US" b="1" u="sng" dirty="0"/>
              <a:t>First approach </a:t>
            </a:r>
            <a:r>
              <a:rPr lang="en-US" dirty="0"/>
              <a:t>is to </a:t>
            </a:r>
            <a:r>
              <a:rPr lang="en-US" b="1" dirty="0">
                <a:solidFill>
                  <a:srgbClr val="0070C0"/>
                </a:solidFill>
              </a:rPr>
              <a:t>divide the image into homogeneous segments using a homogeneous predicate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For example, in a colored image, adjacent cells that have </a:t>
            </a:r>
            <a:r>
              <a:rPr lang="en-US" dirty="0">
                <a:solidFill>
                  <a:srgbClr val="FF0000"/>
                </a:solidFill>
              </a:rPr>
              <a:t>similar pixel values are grouped into a segment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The homogeneity predicate </a:t>
            </a:r>
            <a:r>
              <a:rPr lang="en-US" dirty="0">
                <a:solidFill>
                  <a:srgbClr val="0070C0"/>
                </a:solidFill>
              </a:rPr>
              <a:t>defines conditions for automatically grouping those cells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Segmentation and compression can hence identify the main characteristics of an image.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14569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F831ED5-63E3-AD5B-59FB-4CA975ECD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Object Recognition in Images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55987-8B88-1AB4-903B-3AC365BE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Spatial and Multimedia Databases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AC0852-202C-96A5-E2F2-C3CB9B9B1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185188-C4F8-B782-33C2-DFB180C68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48035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Representation of Multimedia Object</a:t>
            </a:r>
          </a:p>
          <a:p>
            <a:pPr algn="just"/>
            <a:r>
              <a:rPr lang="en-US" b="1" u="sng" dirty="0"/>
              <a:t>Second approach </a:t>
            </a:r>
            <a:r>
              <a:rPr lang="en-US" dirty="0"/>
              <a:t>finds </a:t>
            </a:r>
            <a:r>
              <a:rPr lang="en-US" b="1" dirty="0">
                <a:solidFill>
                  <a:srgbClr val="0070C0"/>
                </a:solidFill>
              </a:rPr>
              <a:t>measurements of the object that are invariant to transformations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It is impossible to keep a database of examples of all the different transformations of an image. </a:t>
            </a:r>
          </a:p>
          <a:p>
            <a:pPr algn="just"/>
            <a:r>
              <a:rPr lang="en-US" dirty="0"/>
              <a:t>To deal with this, object recognition </a:t>
            </a:r>
            <a:r>
              <a:rPr lang="en-US" dirty="0">
                <a:solidFill>
                  <a:srgbClr val="0070C0"/>
                </a:solidFill>
              </a:rPr>
              <a:t>approaches find interesting points (or features) in an image that are invariant to transformations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25921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F831ED5-63E3-AD5B-59FB-4CA975ECD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Object Recognition in Images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55987-8B88-1AB4-903B-3AC365BE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Spatial and Multimedia Databases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AC0852-202C-96A5-E2F2-C3CB9B9B1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25</a:t>
            </a:fld>
            <a:endParaRPr lang="en-US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185188-C4F8-B782-33C2-DFB180C68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4803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Representation of Multimedia Object</a:t>
            </a:r>
          </a:p>
          <a:p>
            <a:pPr algn="just"/>
            <a:r>
              <a:rPr lang="en-US" b="1" dirty="0">
                <a:solidFill>
                  <a:srgbClr val="C00000"/>
                </a:solidFill>
              </a:rPr>
              <a:t>Scale-invariant feature transform (SIFT) </a:t>
            </a:r>
            <a:r>
              <a:rPr lang="en-US" dirty="0"/>
              <a:t>– are </a:t>
            </a:r>
            <a:r>
              <a:rPr lang="en-US" b="1" dirty="0">
                <a:solidFill>
                  <a:srgbClr val="0070C0"/>
                </a:solidFill>
              </a:rPr>
              <a:t>invariant to image scaling and rotation, and partially invariant to change in illumination and 3D camera viewpoint</a:t>
            </a:r>
            <a:r>
              <a:rPr lang="en-US" dirty="0"/>
              <a:t>. </a:t>
            </a:r>
          </a:p>
          <a:p>
            <a:pPr algn="just"/>
            <a:r>
              <a:rPr lang="en-US" b="1" dirty="0">
                <a:solidFill>
                  <a:srgbClr val="00B050"/>
                </a:solidFill>
              </a:rPr>
              <a:t>Localized in both the spatial and frequency domains</a:t>
            </a:r>
            <a:r>
              <a:rPr lang="en-US" dirty="0"/>
              <a:t>, reducing the </a:t>
            </a:r>
            <a:r>
              <a:rPr lang="en-US" dirty="0">
                <a:solidFill>
                  <a:srgbClr val="FF0000"/>
                </a:solidFill>
              </a:rPr>
              <a:t>probability of disruption by occlusion, clutter, or noise. </a:t>
            </a:r>
          </a:p>
          <a:p>
            <a:pPr algn="just"/>
            <a:r>
              <a:rPr lang="en-US" b="1" dirty="0">
                <a:solidFill>
                  <a:srgbClr val="00B050"/>
                </a:solidFill>
              </a:rPr>
              <a:t>Features are highly distinctive, which allows a single feature to be correctly matched with high probability against a large database of features</a:t>
            </a:r>
            <a:r>
              <a:rPr lang="en-US" dirty="0"/>
              <a:t>, providing a basis for object and scene recognition.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66574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F831ED5-63E3-AD5B-59FB-4CA975ECD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Object Recognition in Images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55987-8B88-1AB4-903B-3AC365BE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Spatial and Multimedia Databases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AC0852-202C-96A5-E2F2-C3CB9B9B1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185188-C4F8-B782-33C2-DFB180C68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48035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Representation of Multimedia Object</a:t>
            </a:r>
          </a:p>
          <a:p>
            <a:pPr algn="just"/>
            <a:r>
              <a:rPr lang="en-US" b="1" dirty="0">
                <a:solidFill>
                  <a:srgbClr val="C00000"/>
                </a:solidFill>
              </a:rPr>
              <a:t>Scale-invariant feature transform (SIFT)</a:t>
            </a:r>
            <a:endParaRPr lang="en-US" dirty="0"/>
          </a:p>
          <a:p>
            <a:pPr algn="just"/>
            <a:r>
              <a:rPr lang="en-US" dirty="0"/>
              <a:t>For </a:t>
            </a:r>
            <a:r>
              <a:rPr lang="en-US" b="1" dirty="0">
                <a:solidFill>
                  <a:srgbClr val="00B050"/>
                </a:solidFill>
              </a:rPr>
              <a:t>image matching and recognition</a:t>
            </a:r>
            <a:r>
              <a:rPr lang="en-US" dirty="0"/>
              <a:t>, SIFT features (also known as </a:t>
            </a:r>
            <a:r>
              <a:rPr lang="en-US" dirty="0" err="1"/>
              <a:t>keypoint</a:t>
            </a:r>
            <a:r>
              <a:rPr lang="en-US" dirty="0"/>
              <a:t> features) are first </a:t>
            </a:r>
            <a:r>
              <a:rPr lang="en-US" dirty="0">
                <a:solidFill>
                  <a:srgbClr val="FF0000"/>
                </a:solidFill>
              </a:rPr>
              <a:t>extracted from a set of reference images and stored in a database</a:t>
            </a:r>
            <a:r>
              <a:rPr lang="en-US" dirty="0"/>
              <a:t>.</a:t>
            </a:r>
          </a:p>
          <a:p>
            <a:pPr algn="just"/>
            <a:r>
              <a:rPr lang="en-US" b="1" dirty="0">
                <a:solidFill>
                  <a:srgbClr val="00B050"/>
                </a:solidFill>
              </a:rPr>
              <a:t>Object recognition </a:t>
            </a:r>
            <a:r>
              <a:rPr lang="en-US" dirty="0"/>
              <a:t>is then performed by </a:t>
            </a:r>
            <a:r>
              <a:rPr lang="en-US" dirty="0">
                <a:solidFill>
                  <a:srgbClr val="FF0000"/>
                </a:solidFill>
              </a:rPr>
              <a:t>comparing each feature from the new image with the features stored in the database</a:t>
            </a:r>
            <a:r>
              <a:rPr lang="en-US" dirty="0"/>
              <a:t> and finding candidate </a:t>
            </a:r>
            <a:r>
              <a:rPr lang="en-US" b="1" u="sng" dirty="0"/>
              <a:t>matching features based on the Euclidean distance</a:t>
            </a:r>
            <a:r>
              <a:rPr lang="en-US" dirty="0"/>
              <a:t> of their feature vectors.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26419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39BFA0-55AA-E17B-57BD-6CB5EA5B3C8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99E710-EA12-E6D6-DB7B-493BC575A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 dirty="0"/>
              <a:t>Semantic Tagging of Image</a:t>
            </a:r>
            <a:endParaRPr lang="en-IN" sz="8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30D079-37D5-B903-2A0A-206C615FDC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87A6AA-C504-49C8-37BB-866073FF84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4476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F831ED5-63E3-AD5B-59FB-4CA975ECD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Semantic Tagging of Images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55987-8B88-1AB4-903B-3AC365BE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Spatial and Multimedia Databases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AC0852-202C-96A5-E2F2-C3CB9B9B1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28</a:t>
            </a:fld>
            <a:endParaRPr lang="en-US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185188-C4F8-B782-33C2-DFB180C68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4803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The </a:t>
            </a:r>
            <a:r>
              <a:rPr lang="en-US" b="1" dirty="0">
                <a:solidFill>
                  <a:srgbClr val="00B050"/>
                </a:solidFill>
              </a:rPr>
              <a:t>notion of implicit tagging</a:t>
            </a:r>
            <a:r>
              <a:rPr lang="en-US" dirty="0"/>
              <a:t> is an important one for image recognition and comparison.</a:t>
            </a:r>
          </a:p>
          <a:p>
            <a:pPr algn="just"/>
            <a:r>
              <a:rPr lang="en-US" b="1" dirty="0">
                <a:solidFill>
                  <a:srgbClr val="0070C0"/>
                </a:solidFill>
              </a:rPr>
              <a:t>Multiple tags may attach to an image or a </a:t>
            </a:r>
            <a:r>
              <a:rPr lang="en-US" b="1" dirty="0" err="1">
                <a:solidFill>
                  <a:srgbClr val="0070C0"/>
                </a:solidFill>
              </a:rPr>
              <a:t>subimage</a:t>
            </a:r>
            <a:r>
              <a:rPr lang="en-US" dirty="0"/>
              <a:t>: for instance.</a:t>
            </a:r>
          </a:p>
          <a:p>
            <a:pPr algn="just"/>
            <a:r>
              <a:rPr lang="en-US" dirty="0"/>
              <a:t>Example we referred to above, tags such as “tiger,” “jungle,” “green,” and “stripes” may be associated with that image. </a:t>
            </a:r>
          </a:p>
          <a:p>
            <a:pPr algn="just"/>
            <a:r>
              <a:rPr lang="en-US" dirty="0"/>
              <a:t>Most </a:t>
            </a:r>
            <a:r>
              <a:rPr lang="en-US" b="1" dirty="0">
                <a:solidFill>
                  <a:srgbClr val="0070C0"/>
                </a:solidFill>
              </a:rPr>
              <a:t>image search techniques retrieve images based on user-supplied tags </a:t>
            </a:r>
            <a:r>
              <a:rPr lang="en-US" dirty="0"/>
              <a:t>that are often not very accurate or comprehensive. </a:t>
            </a:r>
          </a:p>
          <a:p>
            <a:pPr algn="just"/>
            <a:r>
              <a:rPr lang="en-US" dirty="0"/>
              <a:t>To </a:t>
            </a:r>
            <a:r>
              <a:rPr lang="en-US" b="1" dirty="0">
                <a:solidFill>
                  <a:srgbClr val="0070C0"/>
                </a:solidFill>
              </a:rPr>
              <a:t>improve search quality</a:t>
            </a:r>
            <a:r>
              <a:rPr lang="en-US" dirty="0"/>
              <a:t>, a number of recent systems </a:t>
            </a:r>
            <a:r>
              <a:rPr lang="en-US" b="1" dirty="0">
                <a:solidFill>
                  <a:srgbClr val="0070C0"/>
                </a:solidFill>
              </a:rPr>
              <a:t>aim at automated generation of these image tags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In case of </a:t>
            </a:r>
            <a:r>
              <a:rPr lang="en-US" b="1" dirty="0">
                <a:solidFill>
                  <a:srgbClr val="00B050"/>
                </a:solidFill>
              </a:rPr>
              <a:t>multimedia data</a:t>
            </a:r>
            <a:r>
              <a:rPr lang="en-US" dirty="0"/>
              <a:t>, most of its </a:t>
            </a:r>
            <a:r>
              <a:rPr lang="en-US" b="1" dirty="0">
                <a:solidFill>
                  <a:srgbClr val="00B050"/>
                </a:solidFill>
              </a:rPr>
              <a:t>semantics is present in its content.</a:t>
            </a:r>
            <a:endParaRPr lang="en-IN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0521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F831ED5-63E3-AD5B-59FB-4CA975ECD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Semantic Tagging of Images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55987-8B88-1AB4-903B-3AC365BE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Spatial and Multimedia Databases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AC0852-202C-96A5-E2F2-C3CB9B9B1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en-US" noProof="0" smtClean="0"/>
              <a:pPr/>
              <a:t>29</a:t>
            </a:fld>
            <a:endParaRPr lang="en-US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185188-C4F8-B782-33C2-DFB180C68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4803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Image-processing and statistical-modeling techniques to </a:t>
            </a:r>
            <a:r>
              <a:rPr lang="en-US" dirty="0">
                <a:solidFill>
                  <a:srgbClr val="00B050"/>
                </a:solidFill>
              </a:rPr>
              <a:t>analyze image content to generate accurate annotation tags that can then be used to retrieve images by content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Use of concept hierarchies, taxonomies, or ontologies using </a:t>
            </a:r>
            <a:r>
              <a:rPr lang="en-US" b="1" dirty="0">
                <a:solidFill>
                  <a:srgbClr val="C00000"/>
                </a:solidFill>
              </a:rPr>
              <a:t>OWL (Web Ontology Language)</a:t>
            </a:r>
            <a:r>
              <a:rPr lang="en-US" dirty="0"/>
              <a:t>, in which terms and their relationships are clearly defined. </a:t>
            </a:r>
          </a:p>
          <a:p>
            <a:pPr algn="just"/>
            <a:r>
              <a:rPr lang="en-US" dirty="0"/>
              <a:t>These can be used to infer higher level concepts based on tags. </a:t>
            </a:r>
          </a:p>
          <a:p>
            <a:pPr algn="just"/>
            <a:r>
              <a:rPr lang="en-US" dirty="0"/>
              <a:t>Concepts like “sky” and “</a:t>
            </a:r>
            <a:r>
              <a:rPr lang="en-US" dirty="0" err="1"/>
              <a:t>grass”may</a:t>
            </a:r>
            <a:r>
              <a:rPr lang="en-US" dirty="0"/>
              <a:t> be further divided into “clear sky” and “cloudy sky” or “dry grass” and “green grass” in such a taxonomy.</a:t>
            </a:r>
          </a:p>
          <a:p>
            <a:pPr algn="just"/>
            <a:r>
              <a:rPr lang="en-US" dirty="0"/>
              <a:t>These approaches generally come under semantic tagging and can be used in conjunction with the above feature-analysis and object-identification strategies.</a:t>
            </a:r>
            <a:endParaRPr lang="en-IN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15748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EE6F97-F932-4CE0-81CF-8B3DDFADBF11}"/>
              </a:ext>
            </a:extLst>
          </p:cNvPr>
          <p:cNvSpPr>
            <a:spLocks noGrp="1"/>
          </p:cNvSpPr>
          <p:nvPr>
            <p:ph type="title"/>
          </p:nvPr>
        </p:nvSpPr>
        <p:spPr bwMode="grayWhite"/>
        <p:txBody>
          <a:bodyPr/>
          <a:lstStyle/>
          <a:p>
            <a:r>
              <a:rPr lang="en-US" dirty="0"/>
              <a:t>Thank You!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BE9AB-394C-49FE-A242-B011DD1F3B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White"/>
        <p:txBody>
          <a:bodyPr/>
          <a:lstStyle/>
          <a:p>
            <a:r>
              <a:rPr lang="en-US" dirty="0"/>
              <a:t>Spatial Database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DF9333-CF88-48B4-8124-9F565846284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White"/>
        <p:txBody>
          <a:bodyPr/>
          <a:lstStyle/>
          <a:p>
            <a:r>
              <a:rPr lang="en-US" dirty="0"/>
              <a:t>Module 4</a:t>
            </a:r>
            <a:endParaRPr lang="ru-RU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7F8C00-D731-4600-B308-67C385FC68F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White">
          <a:xfrm>
            <a:off x="3015575" y="4495684"/>
            <a:ext cx="6013221" cy="474519"/>
          </a:xfrm>
        </p:spPr>
        <p:txBody>
          <a:bodyPr/>
          <a:lstStyle/>
          <a:p>
            <a:r>
              <a:rPr lang="en-US" dirty="0"/>
              <a:t>MCSE506L – Database Systems</a:t>
            </a:r>
            <a:endParaRPr lang="ru-RU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01F504-BCBE-4A2D-90EF-D4AA8359994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White"/>
        <p:txBody>
          <a:bodyPr/>
          <a:lstStyle/>
          <a:p>
            <a:r>
              <a:rPr lang="en-US" dirty="0"/>
              <a:t>Email</a:t>
            </a:r>
            <a:endParaRPr lang="ru-R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2CB2D7-DC9E-4339-B25F-40718A18F9F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White"/>
        <p:txBody>
          <a:bodyPr/>
          <a:lstStyle/>
          <a:p>
            <a:r>
              <a:rPr lang="en-US" dirty="0"/>
              <a:t>karthik.gm@vit.ac.in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3226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3">
      <a:dk1>
        <a:sysClr val="windowText" lastClr="000000"/>
      </a:dk1>
      <a:lt1>
        <a:sysClr val="window" lastClr="FFFFFF"/>
      </a:lt1>
      <a:dk2>
        <a:srgbClr val="6D3200"/>
      </a:dk2>
      <a:lt2>
        <a:srgbClr val="D8B97A"/>
      </a:lt2>
      <a:accent1>
        <a:srgbClr val="306994"/>
      </a:accent1>
      <a:accent2>
        <a:srgbClr val="39577A"/>
      </a:accent2>
      <a:accent3>
        <a:srgbClr val="7E5E34"/>
      </a:accent3>
      <a:accent4>
        <a:srgbClr val="B7B374"/>
      </a:accent4>
      <a:accent5>
        <a:srgbClr val="2C1600"/>
      </a:accent5>
      <a:accent6>
        <a:srgbClr val="864A3F"/>
      </a:accent6>
      <a:hlink>
        <a:srgbClr val="D8B97A"/>
      </a:hlink>
      <a:folHlink>
        <a:srgbClr val="D8B97A"/>
      </a:folHlink>
    </a:clrScheme>
    <a:fontScheme name="Custom 20">
      <a:majorFont>
        <a:latin typeface="Edwardian Script ITC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TF22987246_Vintage presentation_RVA_v4.potx" id="{792D8318-D202-4ACE-96A1-4E0E612A1DB4}" vid="{D9DED42A-5960-40D0-85AD-C903AF13B46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D231387-47F6-4916-BE7C-BCBC21D16E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3B73D12-7B2D-4DCB-83EA-85380446C9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680A15-7E49-40AD-A17E-9EA09874786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Vintage presentation</Template>
  <TotalTime>443</TotalTime>
  <Words>2345</Words>
  <Application>Microsoft Office PowerPoint</Application>
  <PresentationFormat>Widescreen</PresentationFormat>
  <Paragraphs>213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Book Antiqua</vt:lpstr>
      <vt:lpstr>Calibri</vt:lpstr>
      <vt:lpstr>Edwardian Script ITC</vt:lpstr>
      <vt:lpstr>Office Theme</vt:lpstr>
      <vt:lpstr>Spatial and Multimedia Databases</vt:lpstr>
      <vt:lpstr>Outline</vt:lpstr>
      <vt:lpstr>Multimedia Database Concepts</vt:lpstr>
      <vt:lpstr>Multimedia Database Concepts</vt:lpstr>
      <vt:lpstr>Multimedia Database Concepts</vt:lpstr>
      <vt:lpstr>Characteristics of each Multimedia Source</vt:lpstr>
      <vt:lpstr>Characteristics of each Multimedia Source</vt:lpstr>
      <vt:lpstr>Characteristics of each Multimedia Source</vt:lpstr>
      <vt:lpstr>Characteristics of each Multimedia Source</vt:lpstr>
      <vt:lpstr>Characteristics of each Multimedia Source</vt:lpstr>
      <vt:lpstr>Characteristics of each Multimedia Source</vt:lpstr>
      <vt:lpstr>Characteristics of each Multimedia Source</vt:lpstr>
      <vt:lpstr>Characteristics of each Multimedia Source</vt:lpstr>
      <vt:lpstr>Characteristics of each Multimedia Source</vt:lpstr>
      <vt:lpstr>Automated analysis of Image</vt:lpstr>
      <vt:lpstr>Automatic Analysis of Images</vt:lpstr>
      <vt:lpstr>Automatic Analysis of Images</vt:lpstr>
      <vt:lpstr>Automatic Analysis of Images</vt:lpstr>
      <vt:lpstr>Automatic Analysis of Images</vt:lpstr>
      <vt:lpstr>Automatic Analysis of Images</vt:lpstr>
      <vt:lpstr>Object Representation in Image</vt:lpstr>
      <vt:lpstr>Object Recognition in Images</vt:lpstr>
      <vt:lpstr>Object Recognition in Images</vt:lpstr>
      <vt:lpstr>Object Recognition in Images</vt:lpstr>
      <vt:lpstr>Object Recognition in Images</vt:lpstr>
      <vt:lpstr>Object Recognition in Images</vt:lpstr>
      <vt:lpstr>Semantic Tagging of Image</vt:lpstr>
      <vt:lpstr>Semantic Tagging of Images</vt:lpstr>
      <vt:lpstr>Semantic Tagging of Images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Spatial and Multimedia Databases</dc:title>
  <dc:creator>karthik g m</dc:creator>
  <cp:lastModifiedBy>G.M. Karthik</cp:lastModifiedBy>
  <cp:revision>9</cp:revision>
  <dcterms:created xsi:type="dcterms:W3CDTF">2023-04-18T03:22:58Z</dcterms:created>
  <dcterms:modified xsi:type="dcterms:W3CDTF">2023-04-25T08:14:30Z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