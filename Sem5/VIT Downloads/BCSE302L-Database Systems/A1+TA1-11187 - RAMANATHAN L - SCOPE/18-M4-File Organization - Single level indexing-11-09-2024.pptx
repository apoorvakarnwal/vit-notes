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8"/>
  </p:notesMasterIdLst>
  <p:handoutMasterIdLst>
    <p:handoutMasterId r:id="rId59"/>
  </p:handoutMasterIdLst>
  <p:sldIdLst>
    <p:sldId id="256" r:id="rId5"/>
    <p:sldId id="308" r:id="rId6"/>
    <p:sldId id="271" r:id="rId7"/>
    <p:sldId id="272" r:id="rId8"/>
    <p:sldId id="273" r:id="rId9"/>
    <p:sldId id="274" r:id="rId10"/>
    <p:sldId id="275" r:id="rId11"/>
    <p:sldId id="276" r:id="rId12"/>
    <p:sldId id="277" r:id="rId13"/>
    <p:sldId id="278" r:id="rId14"/>
    <p:sldId id="279" r:id="rId15"/>
    <p:sldId id="280" r:id="rId16"/>
    <p:sldId id="281" r:id="rId17"/>
    <p:sldId id="282" r:id="rId18"/>
    <p:sldId id="283" r:id="rId19"/>
    <p:sldId id="284" r:id="rId20"/>
    <p:sldId id="285" r:id="rId21"/>
    <p:sldId id="286" r:id="rId22"/>
    <p:sldId id="287" r:id="rId23"/>
    <p:sldId id="288" r:id="rId24"/>
    <p:sldId id="289" r:id="rId25"/>
    <p:sldId id="290" r:id="rId26"/>
    <p:sldId id="291" r:id="rId27"/>
    <p:sldId id="292" r:id="rId28"/>
    <p:sldId id="304" r:id="rId29"/>
    <p:sldId id="303" r:id="rId30"/>
    <p:sldId id="293" r:id="rId31"/>
    <p:sldId id="294" r:id="rId32"/>
    <p:sldId id="295" r:id="rId33"/>
    <p:sldId id="305" r:id="rId34"/>
    <p:sldId id="296" r:id="rId35"/>
    <p:sldId id="297" r:id="rId36"/>
    <p:sldId id="306" r:id="rId37"/>
    <p:sldId id="298" r:id="rId38"/>
    <p:sldId id="299" r:id="rId39"/>
    <p:sldId id="300" r:id="rId40"/>
    <p:sldId id="301" r:id="rId41"/>
    <p:sldId id="302" r:id="rId42"/>
    <p:sldId id="309" r:id="rId43"/>
    <p:sldId id="313" r:id="rId44"/>
    <p:sldId id="314" r:id="rId45"/>
    <p:sldId id="315" r:id="rId46"/>
    <p:sldId id="316" r:id="rId47"/>
    <p:sldId id="317" r:id="rId48"/>
    <p:sldId id="320" r:id="rId49"/>
    <p:sldId id="322" r:id="rId50"/>
    <p:sldId id="321" r:id="rId51"/>
    <p:sldId id="310" r:id="rId52"/>
    <p:sldId id="318" r:id="rId53"/>
    <p:sldId id="311" r:id="rId54"/>
    <p:sldId id="312" r:id="rId55"/>
    <p:sldId id="319" r:id="rId56"/>
    <p:sldId id="265" r:id="rId5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6"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1E4"/>
    <a:srgbClr val="B8D3E8"/>
    <a:srgbClr val="197DCE"/>
    <a:srgbClr val="BC7FBB"/>
    <a:srgbClr val="7FC6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2DE63D5-997A-4646-A377-4702673A728D}">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291" autoAdjust="0"/>
  </p:normalViewPr>
  <p:slideViewPr>
    <p:cSldViewPr snapToGrid="0" showGuides="1">
      <p:cViewPr varScale="1">
        <p:scale>
          <a:sx n="47" d="100"/>
          <a:sy n="47" d="100"/>
        </p:scale>
        <p:origin x="58" y="226"/>
      </p:cViewPr>
      <p:guideLst>
        <p:guide pos="3840"/>
        <p:guide orient="horz" pos="2160"/>
      </p:guideLst>
    </p:cSldViewPr>
  </p:slideViewPr>
  <p:notesTextViewPr>
    <p:cViewPr>
      <p:scale>
        <a:sx n="1" d="1"/>
        <a:sy n="1" d="1"/>
      </p:scale>
      <p:origin x="0" y="0"/>
    </p:cViewPr>
  </p:notesTextViewPr>
  <p:notesViewPr>
    <p:cSldViewPr snapToGrid="0">
      <p:cViewPr varScale="1">
        <p:scale>
          <a:sx n="58" d="100"/>
          <a:sy n="58" d="100"/>
        </p:scale>
        <p:origin x="2965" y="4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ACCC4E-6A2B-4A9E-A177-2FF76E4BCEF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8B00294-99F8-4685-AA68-AF052F7998D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A6C51BB-02ED-4F4E-A820-FB7EC9185EAE}" type="datetimeFigureOut">
              <a:rPr lang="en-US" smtClean="0"/>
              <a:t>4/19/2023</a:t>
            </a:fld>
            <a:endParaRPr lang="en-US" dirty="0"/>
          </a:p>
        </p:txBody>
      </p:sp>
      <p:sp>
        <p:nvSpPr>
          <p:cNvPr id="4" name="Footer Placeholder 3">
            <a:extLst>
              <a:ext uri="{FF2B5EF4-FFF2-40B4-BE49-F238E27FC236}">
                <a16:creationId xmlns:a16="http://schemas.microsoft.com/office/drawing/2014/main" id="{100D73E6-D1F9-4527-A750-9D0E0C27B6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8CA06DC-4B1A-4F3D-83A7-54741625BCE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B0FE8B-8329-4D47-BE4C-E7B6614FD8E3}" type="slidenum">
              <a:rPr lang="en-US" smtClean="0"/>
              <a:t>‹#›</a:t>
            </a:fld>
            <a:endParaRPr lang="en-US" dirty="0"/>
          </a:p>
        </p:txBody>
      </p:sp>
    </p:spTree>
    <p:extLst>
      <p:ext uri="{BB962C8B-B14F-4D97-AF65-F5344CB8AC3E}">
        <p14:creationId xmlns:p14="http://schemas.microsoft.com/office/powerpoint/2010/main" val="5421088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00EB3D-2307-4317-8A1D-B47FA45245F0}" type="datetimeFigureOut">
              <a:rPr lang="en-US" noProof="0" smtClean="0"/>
              <a:t>4/19/2023</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D78A92-0141-4330-8F3E-FAADFAC23844}" type="slidenum">
              <a:rPr lang="en-US" noProof="0" smtClean="0"/>
              <a:t>‹#›</a:t>
            </a:fld>
            <a:endParaRPr lang="en-US" noProof="0" dirty="0"/>
          </a:p>
        </p:txBody>
      </p:sp>
    </p:spTree>
    <p:extLst>
      <p:ext uri="{BB962C8B-B14F-4D97-AF65-F5344CB8AC3E}">
        <p14:creationId xmlns:p14="http://schemas.microsoft.com/office/powerpoint/2010/main" val="1748887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https://www.geeksforgeeks.org/spatial-operators-dynamic-spatial-operators-and-spatial-queries-in-dbms/</a:t>
            </a:r>
          </a:p>
        </p:txBody>
      </p:sp>
      <p:sp>
        <p:nvSpPr>
          <p:cNvPr id="4" name="Slide Number Placeholder 3"/>
          <p:cNvSpPr>
            <a:spLocks noGrp="1"/>
          </p:cNvSpPr>
          <p:nvPr>
            <p:ph type="sldNum" sz="quarter" idx="5"/>
          </p:nvPr>
        </p:nvSpPr>
        <p:spPr/>
        <p:txBody>
          <a:bodyPr/>
          <a:lstStyle/>
          <a:p>
            <a:fld id="{53D78A92-0141-4330-8F3E-FAADFAC23844}" type="slidenum">
              <a:rPr lang="en-US" noProof="0" smtClean="0"/>
              <a:t>40</a:t>
            </a:fld>
            <a:endParaRPr lang="en-US" noProof="0" dirty="0"/>
          </a:p>
        </p:txBody>
      </p:sp>
    </p:spTree>
    <p:extLst>
      <p:ext uri="{BB962C8B-B14F-4D97-AF65-F5344CB8AC3E}">
        <p14:creationId xmlns:p14="http://schemas.microsoft.com/office/powerpoint/2010/main" val="1029156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https://www.geeksforgeeks.org/spatial-operators-dynamic-spatial-operators-and-spatial-queries-in-dbms/</a:t>
            </a:r>
          </a:p>
        </p:txBody>
      </p:sp>
      <p:sp>
        <p:nvSpPr>
          <p:cNvPr id="4" name="Slide Number Placeholder 3"/>
          <p:cNvSpPr>
            <a:spLocks noGrp="1"/>
          </p:cNvSpPr>
          <p:nvPr>
            <p:ph type="sldNum" sz="quarter" idx="5"/>
          </p:nvPr>
        </p:nvSpPr>
        <p:spPr/>
        <p:txBody>
          <a:bodyPr/>
          <a:lstStyle/>
          <a:p>
            <a:fld id="{53D78A92-0141-4330-8F3E-FAADFAC23844}" type="slidenum">
              <a:rPr lang="en-US" noProof="0" smtClean="0"/>
              <a:t>41</a:t>
            </a:fld>
            <a:endParaRPr lang="en-US" noProof="0" dirty="0"/>
          </a:p>
        </p:txBody>
      </p:sp>
    </p:spTree>
    <p:extLst>
      <p:ext uri="{BB962C8B-B14F-4D97-AF65-F5344CB8AC3E}">
        <p14:creationId xmlns:p14="http://schemas.microsoft.com/office/powerpoint/2010/main" val="2800020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https://www.geeksforgeeks.org/spatial-operators-dynamic-spatial-operators-and-spatial-queries-in-dbms/</a:t>
            </a:r>
          </a:p>
        </p:txBody>
      </p:sp>
      <p:sp>
        <p:nvSpPr>
          <p:cNvPr id="4" name="Slide Number Placeholder 3"/>
          <p:cNvSpPr>
            <a:spLocks noGrp="1"/>
          </p:cNvSpPr>
          <p:nvPr>
            <p:ph type="sldNum" sz="quarter" idx="5"/>
          </p:nvPr>
        </p:nvSpPr>
        <p:spPr/>
        <p:txBody>
          <a:bodyPr/>
          <a:lstStyle/>
          <a:p>
            <a:fld id="{53D78A92-0141-4330-8F3E-FAADFAC23844}" type="slidenum">
              <a:rPr lang="en-US" noProof="0" smtClean="0"/>
              <a:t>42</a:t>
            </a:fld>
            <a:endParaRPr lang="en-US" noProof="0" dirty="0"/>
          </a:p>
        </p:txBody>
      </p:sp>
    </p:spTree>
    <p:extLst>
      <p:ext uri="{BB962C8B-B14F-4D97-AF65-F5344CB8AC3E}">
        <p14:creationId xmlns:p14="http://schemas.microsoft.com/office/powerpoint/2010/main" val="4004266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https://www.geeksforgeeks.org/spatial-operators-dynamic-spatial-operators-and-spatial-queries-in-dbms/</a:t>
            </a:r>
          </a:p>
        </p:txBody>
      </p:sp>
      <p:sp>
        <p:nvSpPr>
          <p:cNvPr id="4" name="Slide Number Placeholder 3"/>
          <p:cNvSpPr>
            <a:spLocks noGrp="1"/>
          </p:cNvSpPr>
          <p:nvPr>
            <p:ph type="sldNum" sz="quarter" idx="5"/>
          </p:nvPr>
        </p:nvSpPr>
        <p:spPr/>
        <p:txBody>
          <a:bodyPr/>
          <a:lstStyle/>
          <a:p>
            <a:fld id="{53D78A92-0141-4330-8F3E-FAADFAC23844}" type="slidenum">
              <a:rPr lang="en-US" noProof="0" smtClean="0"/>
              <a:t>43</a:t>
            </a:fld>
            <a:endParaRPr lang="en-US" noProof="0" dirty="0"/>
          </a:p>
        </p:txBody>
      </p:sp>
    </p:spTree>
    <p:extLst>
      <p:ext uri="{BB962C8B-B14F-4D97-AF65-F5344CB8AC3E}">
        <p14:creationId xmlns:p14="http://schemas.microsoft.com/office/powerpoint/2010/main" val="27964124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https://www.geeksforgeeks.org/spatial-operators-dynamic-spatial-operators-and-spatial-queries-in-dbms/</a:t>
            </a:r>
          </a:p>
        </p:txBody>
      </p:sp>
      <p:sp>
        <p:nvSpPr>
          <p:cNvPr id="4" name="Slide Number Placeholder 3"/>
          <p:cNvSpPr>
            <a:spLocks noGrp="1"/>
          </p:cNvSpPr>
          <p:nvPr>
            <p:ph type="sldNum" sz="quarter" idx="5"/>
          </p:nvPr>
        </p:nvSpPr>
        <p:spPr/>
        <p:txBody>
          <a:bodyPr/>
          <a:lstStyle/>
          <a:p>
            <a:fld id="{53D78A92-0141-4330-8F3E-FAADFAC23844}" type="slidenum">
              <a:rPr lang="en-US" noProof="0" smtClean="0"/>
              <a:t>44</a:t>
            </a:fld>
            <a:endParaRPr lang="en-US" noProof="0" dirty="0"/>
          </a:p>
        </p:txBody>
      </p:sp>
    </p:spTree>
    <p:extLst>
      <p:ext uri="{BB962C8B-B14F-4D97-AF65-F5344CB8AC3E}">
        <p14:creationId xmlns:p14="http://schemas.microsoft.com/office/powerpoint/2010/main" val="1255136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https://docs.oracle.com/database/121/SPATL/spatial-operators.htm#SPATL110</a:t>
            </a:r>
          </a:p>
        </p:txBody>
      </p:sp>
      <p:sp>
        <p:nvSpPr>
          <p:cNvPr id="4" name="Slide Number Placeholder 3"/>
          <p:cNvSpPr>
            <a:spLocks noGrp="1"/>
          </p:cNvSpPr>
          <p:nvPr>
            <p:ph type="sldNum" sz="quarter" idx="5"/>
          </p:nvPr>
        </p:nvSpPr>
        <p:spPr/>
        <p:txBody>
          <a:bodyPr/>
          <a:lstStyle/>
          <a:p>
            <a:fld id="{53D78A92-0141-4330-8F3E-FAADFAC23844}" type="slidenum">
              <a:rPr lang="en-US" noProof="0" smtClean="0"/>
              <a:t>45</a:t>
            </a:fld>
            <a:endParaRPr lang="en-US" noProof="0" dirty="0"/>
          </a:p>
        </p:txBody>
      </p:sp>
    </p:spTree>
    <p:extLst>
      <p:ext uri="{BB962C8B-B14F-4D97-AF65-F5344CB8AC3E}">
        <p14:creationId xmlns:p14="http://schemas.microsoft.com/office/powerpoint/2010/main" val="37203872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https://www.geeksforgeeks.org/spatial-operators-dynamic-spatial-operators-and-spatial-queries-in-dbms/</a:t>
            </a:r>
          </a:p>
        </p:txBody>
      </p:sp>
      <p:sp>
        <p:nvSpPr>
          <p:cNvPr id="4" name="Slide Number Placeholder 3"/>
          <p:cNvSpPr>
            <a:spLocks noGrp="1"/>
          </p:cNvSpPr>
          <p:nvPr>
            <p:ph type="sldNum" sz="quarter" idx="5"/>
          </p:nvPr>
        </p:nvSpPr>
        <p:spPr/>
        <p:txBody>
          <a:bodyPr/>
          <a:lstStyle/>
          <a:p>
            <a:fld id="{53D78A92-0141-4330-8F3E-FAADFAC23844}" type="slidenum">
              <a:rPr lang="en-US" noProof="0" smtClean="0"/>
              <a:t>46</a:t>
            </a:fld>
            <a:endParaRPr lang="en-US" noProof="0" dirty="0"/>
          </a:p>
        </p:txBody>
      </p:sp>
    </p:spTree>
    <p:extLst>
      <p:ext uri="{BB962C8B-B14F-4D97-AF65-F5344CB8AC3E}">
        <p14:creationId xmlns:p14="http://schemas.microsoft.com/office/powerpoint/2010/main" val="14438306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https://www.geeksforgeeks.org/spatial-operators-dynamic-spatial-operators-and-spatial-queries-in-dbms/</a:t>
            </a:r>
          </a:p>
        </p:txBody>
      </p:sp>
      <p:sp>
        <p:nvSpPr>
          <p:cNvPr id="4" name="Slide Number Placeholder 3"/>
          <p:cNvSpPr>
            <a:spLocks noGrp="1"/>
          </p:cNvSpPr>
          <p:nvPr>
            <p:ph type="sldNum" sz="quarter" idx="5"/>
          </p:nvPr>
        </p:nvSpPr>
        <p:spPr/>
        <p:txBody>
          <a:bodyPr/>
          <a:lstStyle/>
          <a:p>
            <a:fld id="{53D78A92-0141-4330-8F3E-FAADFAC23844}" type="slidenum">
              <a:rPr lang="en-US" noProof="0" smtClean="0"/>
              <a:t>47</a:t>
            </a:fld>
            <a:endParaRPr lang="en-US" noProof="0" dirty="0"/>
          </a:p>
        </p:txBody>
      </p:sp>
    </p:spTree>
    <p:extLst>
      <p:ext uri="{BB962C8B-B14F-4D97-AF65-F5344CB8AC3E}">
        <p14:creationId xmlns:p14="http://schemas.microsoft.com/office/powerpoint/2010/main" val="7808669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Da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DAC5403-E1D0-4032-A9FE-410B2982643C}"/>
              </a:ext>
            </a:extLst>
          </p:cNvPr>
          <p:cNvSpPr/>
          <p:nvPr userDrawn="1"/>
        </p:nvSpPr>
        <p:spPr>
          <a:xfrm>
            <a:off x="0" y="0"/>
            <a:ext cx="12192000" cy="6858000"/>
          </a:xfrm>
          <a:prstGeom prst="rect">
            <a:avLst/>
          </a:prstGeom>
          <a:blipFill>
            <a:blip r:embed="rId2"/>
            <a:srcRect/>
            <a:stretch>
              <a:fillRect/>
            </a:stretch>
          </a:blipFill>
          <a:ln w="12700" cap="flat">
            <a:noFill/>
            <a:prstDash val="solid"/>
            <a:miter/>
          </a:ln>
        </p:spPr>
        <p:txBody>
          <a:bodyPr rtlCol="0" anchor="ctr"/>
          <a:lstStyle/>
          <a:p>
            <a:pPr algn="l"/>
            <a:endParaRPr lang="en-US" noProof="0" dirty="0"/>
          </a:p>
        </p:txBody>
      </p:sp>
      <p:sp>
        <p:nvSpPr>
          <p:cNvPr id="11" name="Rectangle 10">
            <a:extLst>
              <a:ext uri="{FF2B5EF4-FFF2-40B4-BE49-F238E27FC236}">
                <a16:creationId xmlns:a16="http://schemas.microsoft.com/office/drawing/2014/main" id="{F3C0C995-565B-4516-BC98-CCDEE529B154}"/>
              </a:ext>
            </a:extLst>
          </p:cNvPr>
          <p:cNvSpPr/>
          <p:nvPr userDrawn="1"/>
        </p:nvSpPr>
        <p:spPr>
          <a:xfrm>
            <a:off x="0" y="0"/>
            <a:ext cx="12192000" cy="6858000"/>
          </a:xfrm>
          <a:prstGeom prst="rect">
            <a:avLst/>
          </a:prstGeom>
          <a:solidFill>
            <a:schemeClr val="tx1">
              <a:alpha val="80000"/>
            </a:schemeClr>
          </a:solidFill>
          <a:ln w="12700" cap="flat">
            <a:noFill/>
            <a:prstDash val="solid"/>
            <a:miter/>
          </a:ln>
        </p:spPr>
        <p:txBody>
          <a:bodyPr rtlCol="0" anchor="ctr"/>
          <a:lstStyle/>
          <a:p>
            <a:pPr algn="l"/>
            <a:endParaRPr lang="en-US" noProof="0" dirty="0"/>
          </a:p>
        </p:txBody>
      </p:sp>
      <p:sp>
        <p:nvSpPr>
          <p:cNvPr id="21" name="Text Placeholder 26">
            <a:extLst>
              <a:ext uri="{FF2B5EF4-FFF2-40B4-BE49-F238E27FC236}">
                <a16:creationId xmlns:a16="http://schemas.microsoft.com/office/drawing/2014/main" id="{E013E669-E15F-4096-81CC-6637C4A9F9E7}"/>
              </a:ext>
            </a:extLst>
          </p:cNvPr>
          <p:cNvSpPr>
            <a:spLocks noGrp="1"/>
          </p:cNvSpPr>
          <p:nvPr>
            <p:ph type="body" sz="quarter" idx="21" hasCustomPrompt="1"/>
          </p:nvPr>
        </p:nvSpPr>
        <p:spPr>
          <a:xfrm>
            <a:off x="3912235" y="5380844"/>
            <a:ext cx="4367531" cy="324417"/>
          </a:xfrm>
        </p:spPr>
        <p:txBody>
          <a:bodyPr>
            <a:noAutofit/>
          </a:bodyPr>
          <a:lstStyle>
            <a:lvl1pPr marL="0" indent="0" algn="ctr">
              <a:buNone/>
              <a:defRPr sz="2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20XX</a:t>
            </a:r>
          </a:p>
        </p:txBody>
      </p:sp>
      <p:sp>
        <p:nvSpPr>
          <p:cNvPr id="2" name="Title 1">
            <a:extLst>
              <a:ext uri="{FF2B5EF4-FFF2-40B4-BE49-F238E27FC236}">
                <a16:creationId xmlns:a16="http://schemas.microsoft.com/office/drawing/2014/main" id="{199AD403-A15F-4A2F-B050-AB874136E732}"/>
              </a:ext>
            </a:extLst>
          </p:cNvPr>
          <p:cNvSpPr>
            <a:spLocks noGrp="1"/>
          </p:cNvSpPr>
          <p:nvPr>
            <p:ph type="title" hasCustomPrompt="1"/>
          </p:nvPr>
        </p:nvSpPr>
        <p:spPr>
          <a:xfrm>
            <a:off x="1037021" y="2289328"/>
            <a:ext cx="10117959" cy="1517356"/>
          </a:xfrm>
        </p:spPr>
        <p:txBody>
          <a:bodyPr>
            <a:noAutofit/>
          </a:bodyPr>
          <a:lstStyle>
            <a:lvl1pPr algn="ctr">
              <a:defRPr sz="10000" b="0">
                <a:solidFill>
                  <a:schemeClr val="bg1"/>
                </a:solidFill>
              </a:defRPr>
            </a:lvl1pPr>
          </a:lstStyle>
          <a:p>
            <a:r>
              <a:rPr lang="en-US" noProof="0"/>
              <a:t>Presentation Title    </a:t>
            </a:r>
          </a:p>
        </p:txBody>
      </p:sp>
      <p:sp>
        <p:nvSpPr>
          <p:cNvPr id="23" name="Text Placeholder 26">
            <a:extLst>
              <a:ext uri="{FF2B5EF4-FFF2-40B4-BE49-F238E27FC236}">
                <a16:creationId xmlns:a16="http://schemas.microsoft.com/office/drawing/2014/main" id="{5BB088E3-63C1-423F-A939-150B8E1F87A7}"/>
              </a:ext>
            </a:extLst>
          </p:cNvPr>
          <p:cNvSpPr>
            <a:spLocks noGrp="1"/>
          </p:cNvSpPr>
          <p:nvPr>
            <p:ph type="body" sz="quarter" idx="20" hasCustomPrompt="1"/>
          </p:nvPr>
        </p:nvSpPr>
        <p:spPr>
          <a:xfrm>
            <a:off x="3912235" y="5034596"/>
            <a:ext cx="4367531" cy="324417"/>
          </a:xfrm>
        </p:spPr>
        <p:txBody>
          <a:bodyPr>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Month</a:t>
            </a:r>
          </a:p>
        </p:txBody>
      </p:sp>
      <p:sp>
        <p:nvSpPr>
          <p:cNvPr id="36" name="Text Placeholder 14">
            <a:extLst>
              <a:ext uri="{FF2B5EF4-FFF2-40B4-BE49-F238E27FC236}">
                <a16:creationId xmlns:a16="http://schemas.microsoft.com/office/drawing/2014/main" id="{2A3D73F7-77EC-4576-B541-20C032F462DC}"/>
              </a:ext>
            </a:extLst>
          </p:cNvPr>
          <p:cNvSpPr>
            <a:spLocks noGrp="1"/>
          </p:cNvSpPr>
          <p:nvPr userDrawn="1">
            <p:ph type="body" sz="quarter" idx="13" hasCustomPrompt="1"/>
          </p:nvPr>
        </p:nvSpPr>
        <p:spPr>
          <a:xfrm>
            <a:off x="1050857" y="3890308"/>
            <a:ext cx="10090287" cy="606659"/>
          </a:xfrm>
        </p:spPr>
        <p:txBody>
          <a:bodyPr>
            <a:noAutofit/>
          </a:bodyPr>
          <a:lstStyle>
            <a:lvl1pPr marL="0" indent="0" algn="ctr">
              <a:buNone/>
              <a:defRPr sz="3000" b="0" i="0">
                <a:solidFill>
                  <a:schemeClr val="bg2"/>
                </a:solidFill>
              </a:defRPr>
            </a:lvl1pPr>
          </a:lstStyle>
          <a:p>
            <a:pPr lvl="0"/>
            <a:r>
              <a:rPr lang="en-US" noProof="0"/>
              <a:t>PRESENTATION TAGLINE</a:t>
            </a:r>
          </a:p>
        </p:txBody>
      </p:sp>
      <p:sp>
        <p:nvSpPr>
          <p:cNvPr id="15" name="Rectangle 14">
            <a:extLst>
              <a:ext uri="{FF2B5EF4-FFF2-40B4-BE49-F238E27FC236}">
                <a16:creationId xmlns:a16="http://schemas.microsoft.com/office/drawing/2014/main" id="{B1AB1BF5-25AE-4D07-8C5B-8ED82109AAFD}"/>
              </a:ext>
            </a:extLst>
          </p:cNvPr>
          <p:cNvSpPr/>
          <p:nvPr userDrawn="1"/>
        </p:nvSpPr>
        <p:spPr>
          <a:xfrm>
            <a:off x="376428" y="374904"/>
            <a:ext cx="11439144" cy="6108192"/>
          </a:xfrm>
          <a:prstGeom prst="rect">
            <a:avLst/>
          </a:prstGeom>
          <a:noFill/>
          <a:ln w="12700" cap="flat">
            <a:solidFill>
              <a:schemeClr val="bg2"/>
            </a:solidFill>
            <a:prstDash val="solid"/>
            <a:miter/>
          </a:ln>
        </p:spPr>
        <p:txBody>
          <a:bodyPr rtlCol="0" anchor="ctr"/>
          <a:lstStyle/>
          <a:p>
            <a:pPr algn="l"/>
            <a:endParaRPr lang="en-US" noProof="0" dirty="0"/>
          </a:p>
        </p:txBody>
      </p:sp>
      <p:sp>
        <p:nvSpPr>
          <p:cNvPr id="16" name="Rectangle 15">
            <a:extLst>
              <a:ext uri="{FF2B5EF4-FFF2-40B4-BE49-F238E27FC236}">
                <a16:creationId xmlns:a16="http://schemas.microsoft.com/office/drawing/2014/main" id="{40356ECE-618B-4CAE-B0AA-1F1C86CF382A}"/>
              </a:ext>
            </a:extLst>
          </p:cNvPr>
          <p:cNvSpPr/>
          <p:nvPr userDrawn="1"/>
        </p:nvSpPr>
        <p:spPr>
          <a:xfrm>
            <a:off x="445008" y="443484"/>
            <a:ext cx="11301984" cy="5971032"/>
          </a:xfrm>
          <a:prstGeom prst="rect">
            <a:avLst/>
          </a:prstGeom>
          <a:noFill/>
          <a:ln w="25400" cap="flat">
            <a:solidFill>
              <a:schemeClr val="bg2"/>
            </a:solidFill>
            <a:prstDash val="solid"/>
            <a:miter/>
          </a:ln>
        </p:spPr>
        <p:txBody>
          <a:bodyPr rtlCol="0" anchor="ctr"/>
          <a:lstStyle/>
          <a:p>
            <a:pPr algn="l"/>
            <a:endParaRPr lang="en-US" noProof="0" dirty="0"/>
          </a:p>
        </p:txBody>
      </p:sp>
      <p:cxnSp>
        <p:nvCxnSpPr>
          <p:cNvPr id="6" name="Straight Connector 5">
            <a:extLst>
              <a:ext uri="{FF2B5EF4-FFF2-40B4-BE49-F238E27FC236}">
                <a16:creationId xmlns:a16="http://schemas.microsoft.com/office/drawing/2014/main" id="{2B62C84D-B809-41CE-8FCD-935E2343985F}"/>
              </a:ext>
            </a:extLst>
          </p:cNvPr>
          <p:cNvCxnSpPr/>
          <p:nvPr userDrawn="1"/>
        </p:nvCxnSpPr>
        <p:spPr>
          <a:xfrm>
            <a:off x="5711952" y="5382082"/>
            <a:ext cx="768096"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B0670BD7-5166-40F4-A6FC-B5B1D91577B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608400" y="3612713"/>
            <a:ext cx="4975200" cy="114227"/>
          </a:xfrm>
          <a:prstGeom prst="rect">
            <a:avLst/>
          </a:prstGeom>
        </p:spPr>
      </p:pic>
    </p:spTree>
    <p:extLst>
      <p:ext uri="{BB962C8B-B14F-4D97-AF65-F5344CB8AC3E}">
        <p14:creationId xmlns:p14="http://schemas.microsoft.com/office/powerpoint/2010/main" val="3966819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2" name="Picture Placeholder 6">
            <a:extLst>
              <a:ext uri="{FF2B5EF4-FFF2-40B4-BE49-F238E27FC236}">
                <a16:creationId xmlns:a16="http://schemas.microsoft.com/office/drawing/2014/main" id="{4A7545D6-9827-7E4A-AB92-664BB510D96A}"/>
              </a:ext>
            </a:extLst>
          </p:cNvPr>
          <p:cNvSpPr>
            <a:spLocks noGrp="1"/>
          </p:cNvSpPr>
          <p:nvPr>
            <p:ph type="pic" sz="quarter" idx="18"/>
          </p:nvPr>
        </p:nvSpPr>
        <p:spPr>
          <a:xfrm>
            <a:off x="0" y="0"/>
            <a:ext cx="12192000" cy="6858000"/>
          </a:xfrm>
        </p:spPr>
        <p:txBody>
          <a:bodyPr anchor="ctr" anchorCtr="0">
            <a:normAutofit/>
          </a:bodyPr>
          <a:lstStyle>
            <a:lvl1pPr marL="0" indent="0" algn="ctr">
              <a:buFont typeface="Arial" panose="020B0604020202020204" pitchFamily="34" charset="0"/>
              <a:buNone/>
              <a:defRPr sz="1400"/>
            </a:lvl1pPr>
          </a:lstStyle>
          <a:p>
            <a:r>
              <a:rPr lang="en-US"/>
              <a:t>Click icon to add picture</a:t>
            </a:r>
            <a:endParaRPr lang="ru-RU"/>
          </a:p>
        </p:txBody>
      </p:sp>
      <p:sp>
        <p:nvSpPr>
          <p:cNvPr id="21" name="Text Placeholder 26">
            <a:extLst>
              <a:ext uri="{FF2B5EF4-FFF2-40B4-BE49-F238E27FC236}">
                <a16:creationId xmlns:a16="http://schemas.microsoft.com/office/drawing/2014/main" id="{E013E669-E15F-4096-81CC-6637C4A9F9E7}"/>
              </a:ext>
            </a:extLst>
          </p:cNvPr>
          <p:cNvSpPr>
            <a:spLocks noGrp="1"/>
          </p:cNvSpPr>
          <p:nvPr>
            <p:ph type="body" sz="quarter" idx="21" hasCustomPrompt="1"/>
          </p:nvPr>
        </p:nvSpPr>
        <p:spPr>
          <a:xfrm>
            <a:off x="3912235" y="5380844"/>
            <a:ext cx="4367531" cy="324417"/>
          </a:xfrm>
        </p:spPr>
        <p:txBody>
          <a:bodyPr>
            <a:noAutofit/>
          </a:bodyPr>
          <a:lstStyle>
            <a:lvl1pPr marL="0" indent="0" algn="ctr">
              <a:buNone/>
              <a:defRPr sz="2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dirty="0"/>
              <a:t>20XX</a:t>
            </a:r>
          </a:p>
        </p:txBody>
      </p:sp>
      <p:sp>
        <p:nvSpPr>
          <p:cNvPr id="2" name="Title 1">
            <a:extLst>
              <a:ext uri="{FF2B5EF4-FFF2-40B4-BE49-F238E27FC236}">
                <a16:creationId xmlns:a16="http://schemas.microsoft.com/office/drawing/2014/main" id="{199AD403-A15F-4A2F-B050-AB874136E732}"/>
              </a:ext>
            </a:extLst>
          </p:cNvPr>
          <p:cNvSpPr>
            <a:spLocks noGrp="1"/>
          </p:cNvSpPr>
          <p:nvPr>
            <p:ph type="title" hasCustomPrompt="1"/>
          </p:nvPr>
        </p:nvSpPr>
        <p:spPr>
          <a:xfrm>
            <a:off x="1037021" y="2289328"/>
            <a:ext cx="10117959" cy="1517356"/>
          </a:xfrm>
        </p:spPr>
        <p:txBody>
          <a:bodyPr>
            <a:noAutofit/>
          </a:bodyPr>
          <a:lstStyle>
            <a:lvl1pPr algn="ctr">
              <a:defRPr sz="10000" b="0">
                <a:solidFill>
                  <a:schemeClr val="bg1"/>
                </a:solidFill>
              </a:defRPr>
            </a:lvl1pPr>
          </a:lstStyle>
          <a:p>
            <a:r>
              <a:rPr lang="en-US" dirty="0"/>
              <a:t>Presentation Title    </a:t>
            </a:r>
            <a:endParaRPr lang="ru-RU" dirty="0"/>
          </a:p>
        </p:txBody>
      </p:sp>
      <p:sp>
        <p:nvSpPr>
          <p:cNvPr id="23" name="Text Placeholder 26">
            <a:extLst>
              <a:ext uri="{FF2B5EF4-FFF2-40B4-BE49-F238E27FC236}">
                <a16:creationId xmlns:a16="http://schemas.microsoft.com/office/drawing/2014/main" id="{5BB088E3-63C1-423F-A939-150B8E1F87A7}"/>
              </a:ext>
            </a:extLst>
          </p:cNvPr>
          <p:cNvSpPr>
            <a:spLocks noGrp="1"/>
          </p:cNvSpPr>
          <p:nvPr>
            <p:ph type="body" sz="quarter" idx="20" hasCustomPrompt="1"/>
          </p:nvPr>
        </p:nvSpPr>
        <p:spPr>
          <a:xfrm>
            <a:off x="3912235" y="5034596"/>
            <a:ext cx="4367531" cy="324417"/>
          </a:xfrm>
        </p:spPr>
        <p:txBody>
          <a:bodyPr>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dirty="0"/>
              <a:t>Month</a:t>
            </a:r>
          </a:p>
        </p:txBody>
      </p:sp>
      <p:sp>
        <p:nvSpPr>
          <p:cNvPr id="36" name="Text Placeholder 14">
            <a:extLst>
              <a:ext uri="{FF2B5EF4-FFF2-40B4-BE49-F238E27FC236}">
                <a16:creationId xmlns:a16="http://schemas.microsoft.com/office/drawing/2014/main" id="{2A3D73F7-77EC-4576-B541-20C032F462DC}"/>
              </a:ext>
            </a:extLst>
          </p:cNvPr>
          <p:cNvSpPr>
            <a:spLocks noGrp="1"/>
          </p:cNvSpPr>
          <p:nvPr userDrawn="1">
            <p:ph type="body" sz="quarter" idx="13" hasCustomPrompt="1"/>
          </p:nvPr>
        </p:nvSpPr>
        <p:spPr>
          <a:xfrm>
            <a:off x="1050857" y="3890308"/>
            <a:ext cx="10090287" cy="606659"/>
          </a:xfrm>
        </p:spPr>
        <p:txBody>
          <a:bodyPr>
            <a:noAutofit/>
          </a:bodyPr>
          <a:lstStyle>
            <a:lvl1pPr marL="0" indent="0" algn="ctr">
              <a:buNone/>
              <a:defRPr sz="3000" b="0" i="0">
                <a:solidFill>
                  <a:schemeClr val="bg2"/>
                </a:solidFill>
              </a:defRPr>
            </a:lvl1pPr>
          </a:lstStyle>
          <a:p>
            <a:pPr lvl="0"/>
            <a:r>
              <a:rPr lang="en-US" dirty="0"/>
              <a:t>PRESENTATION TAGLINE</a:t>
            </a:r>
          </a:p>
        </p:txBody>
      </p:sp>
    </p:spTree>
    <p:extLst>
      <p:ext uri="{BB962C8B-B14F-4D97-AF65-F5344CB8AC3E}">
        <p14:creationId xmlns:p14="http://schemas.microsoft.com/office/powerpoint/2010/main" val="1050112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4D6B2F7A-6215-4548-B8BA-BFBFA46660CF}"/>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a:endParaRPr lang="en-US" noProof="0" dirty="0"/>
          </a:p>
        </p:txBody>
      </p:sp>
      <p:sp>
        <p:nvSpPr>
          <p:cNvPr id="5" name="Slide Number Placeholder 4">
            <a:extLst>
              <a:ext uri="{FF2B5EF4-FFF2-40B4-BE49-F238E27FC236}">
                <a16:creationId xmlns:a16="http://schemas.microsoft.com/office/drawing/2014/main" id="{EAC4B419-8728-4000-B6EF-1ECF88F80B8B}"/>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2" name="Title 1">
            <a:extLst>
              <a:ext uri="{FF2B5EF4-FFF2-40B4-BE49-F238E27FC236}">
                <a16:creationId xmlns:a16="http://schemas.microsoft.com/office/drawing/2014/main" id="{A62FC5F7-2AC0-4A53-8E2A-D6A7F4B4D77C}"/>
              </a:ext>
            </a:extLst>
          </p:cNvPr>
          <p:cNvSpPr>
            <a:spLocks noGrp="1"/>
          </p:cNvSpPr>
          <p:nvPr>
            <p:ph type="title" hasCustomPrompt="1"/>
          </p:nvPr>
        </p:nvSpPr>
        <p:spPr>
          <a:xfrm>
            <a:off x="838200" y="652986"/>
            <a:ext cx="10515600" cy="904875"/>
          </a:xfrm>
        </p:spPr>
        <p:txBody>
          <a:bodyPr/>
          <a:lstStyle>
            <a:lvl1pPr algn="ctr">
              <a:defRPr b="0"/>
            </a:lvl1pPr>
          </a:lstStyle>
          <a:p>
            <a:r>
              <a:rPr lang="en-US" noProof="0"/>
              <a:t>Divider Slide</a:t>
            </a:r>
          </a:p>
        </p:txBody>
      </p:sp>
      <p:sp>
        <p:nvSpPr>
          <p:cNvPr id="3" name="Date Placeholder 2">
            <a:extLst>
              <a:ext uri="{FF2B5EF4-FFF2-40B4-BE49-F238E27FC236}">
                <a16:creationId xmlns:a16="http://schemas.microsoft.com/office/drawing/2014/main" id="{B516B06F-92DB-40BB-B026-E443732F67C8}"/>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a16="http://schemas.microsoft.com/office/drawing/2014/main" id="{11FF27C1-06BD-4F55-BB58-DC1D0892188F}"/>
              </a:ext>
            </a:extLst>
          </p:cNvPr>
          <p:cNvSpPr>
            <a:spLocks noGrp="1"/>
          </p:cNvSpPr>
          <p:nvPr>
            <p:ph type="ftr" sz="quarter" idx="11"/>
          </p:nvPr>
        </p:nvSpPr>
        <p:spPr/>
        <p:txBody>
          <a:bodyPr/>
          <a:lstStyle/>
          <a:p>
            <a:r>
              <a:rPr lang="en-US" noProof="0" dirty="0"/>
              <a:t>ADD A FOOTER</a:t>
            </a:r>
          </a:p>
        </p:txBody>
      </p:sp>
      <p:sp>
        <p:nvSpPr>
          <p:cNvPr id="15" name="Graphic 13">
            <a:extLst>
              <a:ext uri="{FF2B5EF4-FFF2-40B4-BE49-F238E27FC236}">
                <a16:creationId xmlns:a16="http://schemas.microsoft.com/office/drawing/2014/main" id="{6B7C1ECA-416B-4ED3-9B96-F05BED98E498}"/>
              </a:ext>
            </a:extLst>
          </p:cNvPr>
          <p:cNvSpPr/>
          <p:nvPr/>
        </p:nvSpPr>
        <p:spPr>
          <a:xfrm>
            <a:off x="4534478" y="1568994"/>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endParaRPr lang="en-US" noProof="0" dirty="0"/>
          </a:p>
        </p:txBody>
      </p:sp>
      <p:sp>
        <p:nvSpPr>
          <p:cNvPr id="18" name="Text Placeholder 17">
            <a:extLst>
              <a:ext uri="{FF2B5EF4-FFF2-40B4-BE49-F238E27FC236}">
                <a16:creationId xmlns:a16="http://schemas.microsoft.com/office/drawing/2014/main" id="{4F134C5C-60EE-4E07-8A4F-120C1B5AA0AF}"/>
              </a:ext>
            </a:extLst>
          </p:cNvPr>
          <p:cNvSpPr>
            <a:spLocks noGrp="1"/>
          </p:cNvSpPr>
          <p:nvPr>
            <p:ph type="body" sz="quarter" idx="13" hasCustomPrompt="1"/>
          </p:nvPr>
        </p:nvSpPr>
        <p:spPr>
          <a:xfrm>
            <a:off x="838200" y="1874839"/>
            <a:ext cx="10515600" cy="476476"/>
          </a:xfrm>
        </p:spPr>
        <p:txBody>
          <a:bodyPr>
            <a:normAutofit/>
          </a:bodyPr>
          <a:lstStyle>
            <a:lvl1pPr marL="0" indent="0" algn="ctr">
              <a:buNone/>
              <a:defRPr sz="1800"/>
            </a:lvl1pPr>
            <a:lvl2pPr>
              <a:defRPr sz="1800"/>
            </a:lvl2pPr>
            <a:lvl3pPr>
              <a:defRPr sz="1800"/>
            </a:lvl3pPr>
            <a:lvl4pPr>
              <a:defRPr sz="1800"/>
            </a:lvl4pPr>
            <a:lvl5pPr>
              <a:defRPr sz="1800"/>
            </a:lvl5pPr>
          </a:lstStyle>
          <a:p>
            <a:pPr lvl="0"/>
            <a:r>
              <a:rPr lang="en-US" noProof="0"/>
              <a:t>EDIT MASTER TEXT STYLES</a:t>
            </a:r>
          </a:p>
        </p:txBody>
      </p:sp>
      <p:sp>
        <p:nvSpPr>
          <p:cNvPr id="20" name="Picture Placeholder 19">
            <a:extLst>
              <a:ext uri="{FF2B5EF4-FFF2-40B4-BE49-F238E27FC236}">
                <a16:creationId xmlns:a16="http://schemas.microsoft.com/office/drawing/2014/main" id="{C71C2E69-8C3C-4E87-BC9D-9810F56121BC}"/>
              </a:ext>
            </a:extLst>
          </p:cNvPr>
          <p:cNvSpPr>
            <a:spLocks noGrp="1"/>
          </p:cNvSpPr>
          <p:nvPr>
            <p:ph type="pic" sz="quarter" idx="14"/>
          </p:nvPr>
        </p:nvSpPr>
        <p:spPr>
          <a:xfrm>
            <a:off x="0" y="2483223"/>
            <a:ext cx="12192000" cy="3465576"/>
          </a:xfrm>
        </p:spPr>
        <p:txBody>
          <a:bodyPr anchor="ctr" anchorCtr="0">
            <a:normAutofit/>
          </a:bodyPr>
          <a:lstStyle>
            <a:lvl1pPr marL="0" indent="0" algn="ctr">
              <a:buNone/>
              <a:defRPr sz="1400"/>
            </a:lvl1pPr>
          </a:lstStyle>
          <a:p>
            <a:r>
              <a:rPr lang="en-US" noProof="0"/>
              <a:t>Click icon to add picture</a:t>
            </a:r>
            <a:endParaRPr lang="en-US" noProof="0" dirty="0"/>
          </a:p>
        </p:txBody>
      </p:sp>
    </p:spTree>
    <p:extLst>
      <p:ext uri="{BB962C8B-B14F-4D97-AF65-F5344CB8AC3E}">
        <p14:creationId xmlns:p14="http://schemas.microsoft.com/office/powerpoint/2010/main" val="1597739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DFFF6C81-E769-CE4D-B9C0-858E073D198E}"/>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a:endParaRPr lang="en-US" noProof="0" dirty="0"/>
          </a:p>
        </p:txBody>
      </p:sp>
      <p:sp>
        <p:nvSpPr>
          <p:cNvPr id="5" name="Slide Number Placeholder 4">
            <a:extLst>
              <a:ext uri="{FF2B5EF4-FFF2-40B4-BE49-F238E27FC236}">
                <a16:creationId xmlns:a16="http://schemas.microsoft.com/office/drawing/2014/main" id="{371695AE-7720-4633-B467-CD5DD1A9EC27}"/>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2" name="Title 1">
            <a:extLst>
              <a:ext uri="{FF2B5EF4-FFF2-40B4-BE49-F238E27FC236}">
                <a16:creationId xmlns:a16="http://schemas.microsoft.com/office/drawing/2014/main" id="{94940C99-75CB-4A48-894F-EA35F7C9189E}"/>
              </a:ext>
            </a:extLst>
          </p:cNvPr>
          <p:cNvSpPr>
            <a:spLocks noGrp="1"/>
          </p:cNvSpPr>
          <p:nvPr>
            <p:ph type="title" hasCustomPrompt="1"/>
          </p:nvPr>
        </p:nvSpPr>
        <p:spPr>
          <a:xfrm>
            <a:off x="6924536" y="922103"/>
            <a:ext cx="4257905" cy="1325563"/>
          </a:xfrm>
        </p:spPr>
        <p:txBody>
          <a:bodyPr/>
          <a:lstStyle>
            <a:lvl1pPr>
              <a:defRPr b="0"/>
            </a:lvl1pPr>
          </a:lstStyle>
          <a:p>
            <a:r>
              <a:rPr lang="en-US" noProof="0"/>
              <a:t>Text Layout 1</a:t>
            </a:r>
          </a:p>
        </p:txBody>
      </p:sp>
      <p:sp>
        <p:nvSpPr>
          <p:cNvPr id="4" name="Footer Placeholder 3">
            <a:extLst>
              <a:ext uri="{FF2B5EF4-FFF2-40B4-BE49-F238E27FC236}">
                <a16:creationId xmlns:a16="http://schemas.microsoft.com/office/drawing/2014/main" id="{C97E3AD6-C295-45C8-8FC7-AD342840364A}"/>
              </a:ext>
            </a:extLst>
          </p:cNvPr>
          <p:cNvSpPr>
            <a:spLocks noGrp="1"/>
          </p:cNvSpPr>
          <p:nvPr>
            <p:ph type="ftr" sz="quarter" idx="11"/>
          </p:nvPr>
        </p:nvSpPr>
        <p:spPr/>
        <p:txBody>
          <a:bodyPr/>
          <a:lstStyle/>
          <a:p>
            <a:r>
              <a:rPr lang="en-US" noProof="0" dirty="0"/>
              <a:t>ADD A FOOTER</a:t>
            </a:r>
          </a:p>
        </p:txBody>
      </p:sp>
      <p:sp>
        <p:nvSpPr>
          <p:cNvPr id="6" name="Text Placeholder 14">
            <a:extLst>
              <a:ext uri="{FF2B5EF4-FFF2-40B4-BE49-F238E27FC236}">
                <a16:creationId xmlns:a16="http://schemas.microsoft.com/office/drawing/2014/main" id="{780797F8-0544-4DFB-8D2C-CC50CB7F4AAD}"/>
              </a:ext>
            </a:extLst>
          </p:cNvPr>
          <p:cNvSpPr>
            <a:spLocks noGrp="1"/>
          </p:cNvSpPr>
          <p:nvPr>
            <p:ph type="body" sz="quarter" idx="13" hasCustomPrompt="1"/>
          </p:nvPr>
        </p:nvSpPr>
        <p:spPr>
          <a:xfrm>
            <a:off x="6663282" y="2384295"/>
            <a:ext cx="4519159" cy="639683"/>
          </a:xfrm>
        </p:spPr>
        <p:txBody>
          <a:bodyPr>
            <a:normAutofit/>
          </a:bodyPr>
          <a:lstStyle>
            <a:lvl1pPr marL="0" indent="0">
              <a:buNone/>
              <a:defRPr sz="1800" b="0" i="0"/>
            </a:lvl1pPr>
          </a:lstStyle>
          <a:p>
            <a:pPr lvl="0"/>
            <a:r>
              <a:rPr lang="en-US" noProof="0"/>
              <a:t>EDIT MASTER TEXT STYLES</a:t>
            </a:r>
          </a:p>
        </p:txBody>
      </p:sp>
      <p:sp>
        <p:nvSpPr>
          <p:cNvPr id="7" name="Text Placeholder 14">
            <a:extLst>
              <a:ext uri="{FF2B5EF4-FFF2-40B4-BE49-F238E27FC236}">
                <a16:creationId xmlns:a16="http://schemas.microsoft.com/office/drawing/2014/main" id="{F7A942D6-FCE6-4DCD-BD15-F6399EC2A21E}"/>
              </a:ext>
            </a:extLst>
          </p:cNvPr>
          <p:cNvSpPr>
            <a:spLocks noGrp="1"/>
          </p:cNvSpPr>
          <p:nvPr>
            <p:ph type="body" sz="quarter" idx="14" hasCustomPrompt="1"/>
          </p:nvPr>
        </p:nvSpPr>
        <p:spPr>
          <a:xfrm>
            <a:off x="6474599" y="3173534"/>
            <a:ext cx="4707842" cy="2588637"/>
          </a:xfrm>
        </p:spPr>
        <p:txBody>
          <a:bodyPr>
            <a:normAutofit/>
          </a:bodyPr>
          <a:lstStyle>
            <a:lvl1pPr marL="180000" indent="-180000">
              <a:spcBef>
                <a:spcPts val="600"/>
              </a:spcBef>
              <a:buClr>
                <a:schemeClr val="bg2"/>
              </a:buClr>
              <a:buFont typeface="Arial" panose="020B0604020202020204" pitchFamily="34" charset="0"/>
              <a:buChar char="•"/>
              <a:defRPr sz="1600" b="0" i="0">
                <a:solidFill>
                  <a:schemeClr val="tx1">
                    <a:lumMod val="75000"/>
                    <a:lumOff val="25000"/>
                  </a:schemeClr>
                </a:solidFill>
              </a:defRPr>
            </a:lvl1pPr>
          </a:lstStyle>
          <a:p>
            <a:pPr lvl="0"/>
            <a:r>
              <a:rPr lang="en-US" noProof="0"/>
              <a:t>Edit Master text styles</a:t>
            </a:r>
          </a:p>
        </p:txBody>
      </p:sp>
      <p:sp>
        <p:nvSpPr>
          <p:cNvPr id="9" name="Graphic 13">
            <a:extLst>
              <a:ext uri="{FF2B5EF4-FFF2-40B4-BE49-F238E27FC236}">
                <a16:creationId xmlns:a16="http://schemas.microsoft.com/office/drawing/2014/main" id="{BE348D43-6DEE-4E32-B9F5-235CB8EC9257}"/>
              </a:ext>
            </a:extLst>
          </p:cNvPr>
          <p:cNvSpPr/>
          <p:nvPr userDrawn="1"/>
        </p:nvSpPr>
        <p:spPr>
          <a:xfrm>
            <a:off x="7059964" y="2076985"/>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endParaRPr lang="en-US" noProof="0" dirty="0"/>
          </a:p>
        </p:txBody>
      </p:sp>
      <p:sp>
        <p:nvSpPr>
          <p:cNvPr id="12" name="Picture Placeholder 11">
            <a:extLst>
              <a:ext uri="{FF2B5EF4-FFF2-40B4-BE49-F238E27FC236}">
                <a16:creationId xmlns:a16="http://schemas.microsoft.com/office/drawing/2014/main" id="{32A28410-C401-4876-8DE7-D0EFCDE41D2C}"/>
              </a:ext>
            </a:extLst>
          </p:cNvPr>
          <p:cNvSpPr>
            <a:spLocks noGrp="1"/>
          </p:cNvSpPr>
          <p:nvPr>
            <p:ph type="pic" sz="quarter" idx="15"/>
          </p:nvPr>
        </p:nvSpPr>
        <p:spPr>
          <a:xfrm>
            <a:off x="911224" y="0"/>
            <a:ext cx="4626864" cy="6858000"/>
          </a:xfrm>
        </p:spPr>
        <p:txBody>
          <a:bodyPr anchor="ctr" anchorCtr="0">
            <a:normAutofit/>
          </a:bodyPr>
          <a:lstStyle>
            <a:lvl1pPr marL="0" indent="0" algn="ctr">
              <a:buNone/>
              <a:defRPr sz="1400"/>
            </a:lvl1pPr>
          </a:lstStyle>
          <a:p>
            <a:r>
              <a:rPr lang="en-US" noProof="0"/>
              <a:t>Click icon to add picture</a:t>
            </a:r>
            <a:endParaRPr lang="en-US" noProof="0" dirty="0"/>
          </a:p>
        </p:txBody>
      </p:sp>
    </p:spTree>
    <p:extLst>
      <p:ext uri="{BB962C8B-B14F-4D97-AF65-F5344CB8AC3E}">
        <p14:creationId xmlns:p14="http://schemas.microsoft.com/office/powerpoint/2010/main" val="1755848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11" name="Oval 10">
            <a:extLst>
              <a:ext uri="{FF2B5EF4-FFF2-40B4-BE49-F238E27FC236}">
                <a16:creationId xmlns:a16="http://schemas.microsoft.com/office/drawing/2014/main" id="{275CB319-C744-E641-8907-1470D3DF159D}"/>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a:endParaRPr lang="en-US" noProof="0" dirty="0"/>
          </a:p>
        </p:txBody>
      </p:sp>
      <p:sp>
        <p:nvSpPr>
          <p:cNvPr id="5" name="Slide Number Placeholder 4">
            <a:extLst>
              <a:ext uri="{FF2B5EF4-FFF2-40B4-BE49-F238E27FC236}">
                <a16:creationId xmlns:a16="http://schemas.microsoft.com/office/drawing/2014/main" id="{EAAFC21D-31CF-420D-A654-B62708C71952}"/>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2" name="Title 1">
            <a:extLst>
              <a:ext uri="{FF2B5EF4-FFF2-40B4-BE49-F238E27FC236}">
                <a16:creationId xmlns:a16="http://schemas.microsoft.com/office/drawing/2014/main" id="{F5D078D9-85B9-4D7C-BCDC-31053365B378}"/>
              </a:ext>
            </a:extLst>
          </p:cNvPr>
          <p:cNvSpPr>
            <a:spLocks noGrp="1"/>
          </p:cNvSpPr>
          <p:nvPr>
            <p:ph type="title" hasCustomPrompt="1"/>
          </p:nvPr>
        </p:nvSpPr>
        <p:spPr>
          <a:xfrm>
            <a:off x="1172027" y="3938140"/>
            <a:ext cx="4430485" cy="893080"/>
          </a:xfrm>
        </p:spPr>
        <p:txBody>
          <a:bodyPr/>
          <a:lstStyle>
            <a:lvl1pPr algn="ctr">
              <a:defRPr b="0"/>
            </a:lvl1pPr>
          </a:lstStyle>
          <a:p>
            <a:r>
              <a:rPr lang="en-US" noProof="0"/>
              <a:t>Text Layout 2</a:t>
            </a:r>
          </a:p>
        </p:txBody>
      </p:sp>
      <p:sp>
        <p:nvSpPr>
          <p:cNvPr id="3" name="Date Placeholder 2">
            <a:extLst>
              <a:ext uri="{FF2B5EF4-FFF2-40B4-BE49-F238E27FC236}">
                <a16:creationId xmlns:a16="http://schemas.microsoft.com/office/drawing/2014/main" id="{5F5253D9-2D52-4F01-9ED9-4E2A3C0E6A1B}"/>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a16="http://schemas.microsoft.com/office/drawing/2014/main" id="{D3BDB2FC-0867-44DF-98D6-C443802B8C26}"/>
              </a:ext>
            </a:extLst>
          </p:cNvPr>
          <p:cNvSpPr>
            <a:spLocks noGrp="1"/>
          </p:cNvSpPr>
          <p:nvPr>
            <p:ph type="ftr" sz="quarter" idx="11"/>
          </p:nvPr>
        </p:nvSpPr>
        <p:spPr/>
        <p:txBody>
          <a:bodyPr/>
          <a:lstStyle/>
          <a:p>
            <a:r>
              <a:rPr lang="en-US" noProof="0" dirty="0"/>
              <a:t>ADD A FOOTER</a:t>
            </a:r>
          </a:p>
        </p:txBody>
      </p:sp>
      <p:sp>
        <p:nvSpPr>
          <p:cNvPr id="7" name="Picture Placeholder 6">
            <a:extLst>
              <a:ext uri="{FF2B5EF4-FFF2-40B4-BE49-F238E27FC236}">
                <a16:creationId xmlns:a16="http://schemas.microsoft.com/office/drawing/2014/main" id="{2E25E660-4559-4CC8-852F-94402A454C17}"/>
              </a:ext>
            </a:extLst>
          </p:cNvPr>
          <p:cNvSpPr>
            <a:spLocks noGrp="1"/>
          </p:cNvSpPr>
          <p:nvPr>
            <p:ph type="pic" sz="quarter" idx="13"/>
          </p:nvPr>
        </p:nvSpPr>
        <p:spPr>
          <a:xfrm>
            <a:off x="0" y="797608"/>
            <a:ext cx="12192000" cy="2843784"/>
          </a:xfrm>
        </p:spPr>
        <p:txBody>
          <a:bodyPr anchor="ctr" anchorCtr="0">
            <a:normAutofit/>
          </a:bodyPr>
          <a:lstStyle>
            <a:lvl1pPr marL="0" indent="0" algn="ctr">
              <a:buNone/>
              <a:defRPr sz="1400"/>
            </a:lvl1pPr>
          </a:lstStyle>
          <a:p>
            <a:r>
              <a:rPr lang="en-US" noProof="0"/>
              <a:t>Click icon to add picture</a:t>
            </a:r>
            <a:endParaRPr lang="en-US" noProof="0" dirty="0"/>
          </a:p>
        </p:txBody>
      </p:sp>
      <p:sp>
        <p:nvSpPr>
          <p:cNvPr id="9" name="Graphic 13">
            <a:extLst>
              <a:ext uri="{FF2B5EF4-FFF2-40B4-BE49-F238E27FC236}">
                <a16:creationId xmlns:a16="http://schemas.microsoft.com/office/drawing/2014/main" id="{A4B61220-F8A1-4859-BA99-F5EC0CC36B0F}"/>
              </a:ext>
            </a:extLst>
          </p:cNvPr>
          <p:cNvSpPr/>
          <p:nvPr userDrawn="1"/>
        </p:nvSpPr>
        <p:spPr>
          <a:xfrm>
            <a:off x="1825747" y="4882453"/>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endParaRPr lang="en-US" noProof="0" dirty="0"/>
          </a:p>
        </p:txBody>
      </p:sp>
      <p:sp>
        <p:nvSpPr>
          <p:cNvPr id="10" name="Text Placeholder 14">
            <a:extLst>
              <a:ext uri="{FF2B5EF4-FFF2-40B4-BE49-F238E27FC236}">
                <a16:creationId xmlns:a16="http://schemas.microsoft.com/office/drawing/2014/main" id="{1A39E620-8448-42D8-85B7-A6BF45A2FBDD}"/>
              </a:ext>
            </a:extLst>
          </p:cNvPr>
          <p:cNvSpPr>
            <a:spLocks noGrp="1"/>
          </p:cNvSpPr>
          <p:nvPr>
            <p:ph type="body" sz="quarter" idx="14" hasCustomPrompt="1"/>
          </p:nvPr>
        </p:nvSpPr>
        <p:spPr>
          <a:xfrm>
            <a:off x="1172027" y="5192860"/>
            <a:ext cx="4430485" cy="639683"/>
          </a:xfrm>
        </p:spPr>
        <p:txBody>
          <a:bodyPr>
            <a:normAutofit/>
          </a:bodyPr>
          <a:lstStyle>
            <a:lvl1pPr marL="0" indent="0" algn="ctr">
              <a:buNone/>
              <a:defRPr sz="1800" b="0" i="0"/>
            </a:lvl1pPr>
          </a:lstStyle>
          <a:p>
            <a:pPr lvl="0"/>
            <a:r>
              <a:rPr lang="en-US" noProof="0"/>
              <a:t>EDIT MASTER TEXT STYLES</a:t>
            </a:r>
          </a:p>
        </p:txBody>
      </p:sp>
      <p:sp>
        <p:nvSpPr>
          <p:cNvPr id="12" name="Text Placeholder 14">
            <a:extLst>
              <a:ext uri="{FF2B5EF4-FFF2-40B4-BE49-F238E27FC236}">
                <a16:creationId xmlns:a16="http://schemas.microsoft.com/office/drawing/2014/main" id="{F2FF44AF-6A6B-4742-B58D-DF26808AFD83}"/>
              </a:ext>
            </a:extLst>
          </p:cNvPr>
          <p:cNvSpPr>
            <a:spLocks noGrp="1"/>
          </p:cNvSpPr>
          <p:nvPr>
            <p:ph type="body" sz="quarter" idx="15" hasCustomPrompt="1"/>
          </p:nvPr>
        </p:nvSpPr>
        <p:spPr>
          <a:xfrm>
            <a:off x="6474599" y="4064000"/>
            <a:ext cx="4545374" cy="1698171"/>
          </a:xfrm>
        </p:spPr>
        <p:txBody>
          <a:bodyPr>
            <a:normAutofit/>
          </a:bodyPr>
          <a:lstStyle>
            <a:lvl1pPr marL="180000" indent="-180000">
              <a:spcBef>
                <a:spcPts val="600"/>
              </a:spcBef>
              <a:buClr>
                <a:schemeClr val="bg2"/>
              </a:buClr>
              <a:buFont typeface="Arial" panose="020B0604020202020204" pitchFamily="34" charset="0"/>
              <a:buChar char="•"/>
              <a:defRPr sz="1600" b="0" i="0">
                <a:solidFill>
                  <a:schemeClr val="tx1">
                    <a:lumMod val="75000"/>
                    <a:lumOff val="25000"/>
                  </a:schemeClr>
                </a:solidFill>
              </a:defRPr>
            </a:lvl1pPr>
          </a:lstStyle>
          <a:p>
            <a:pPr lvl="0"/>
            <a:r>
              <a:rPr lang="en-US" noProof="0"/>
              <a:t>Edit Master text styles</a:t>
            </a:r>
          </a:p>
        </p:txBody>
      </p:sp>
    </p:spTree>
    <p:extLst>
      <p:ext uri="{BB962C8B-B14F-4D97-AF65-F5344CB8AC3E}">
        <p14:creationId xmlns:p14="http://schemas.microsoft.com/office/powerpoint/2010/main" val="4249325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Section Layout">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213AAFFC-6E5A-D44A-ADBF-E9D307CE6349}"/>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a:endParaRPr lang="en-US" noProof="0" dirty="0"/>
          </a:p>
        </p:txBody>
      </p:sp>
      <p:sp>
        <p:nvSpPr>
          <p:cNvPr id="5" name="Slide Number Placeholder 4">
            <a:extLst>
              <a:ext uri="{FF2B5EF4-FFF2-40B4-BE49-F238E27FC236}">
                <a16:creationId xmlns:a16="http://schemas.microsoft.com/office/drawing/2014/main" id="{72DABAFE-C077-44F7-8606-FCEAD364C173}"/>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3" name="Date Placeholder 2">
            <a:extLst>
              <a:ext uri="{FF2B5EF4-FFF2-40B4-BE49-F238E27FC236}">
                <a16:creationId xmlns:a16="http://schemas.microsoft.com/office/drawing/2014/main" id="{F8D0EF65-ABFF-4900-A2AD-12A8C47ECC15}"/>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a16="http://schemas.microsoft.com/office/drawing/2014/main" id="{D1E8D827-86E9-4228-B43C-616FE3F73BC2}"/>
              </a:ext>
            </a:extLst>
          </p:cNvPr>
          <p:cNvSpPr>
            <a:spLocks noGrp="1"/>
          </p:cNvSpPr>
          <p:nvPr>
            <p:ph type="ftr" sz="quarter" idx="11"/>
          </p:nvPr>
        </p:nvSpPr>
        <p:spPr/>
        <p:txBody>
          <a:bodyPr/>
          <a:lstStyle/>
          <a:p>
            <a:r>
              <a:rPr lang="en-US" noProof="0" dirty="0"/>
              <a:t>ADD A FOOTER</a:t>
            </a:r>
          </a:p>
        </p:txBody>
      </p:sp>
      <p:sp>
        <p:nvSpPr>
          <p:cNvPr id="7" name="Text Placeholder 2">
            <a:extLst>
              <a:ext uri="{FF2B5EF4-FFF2-40B4-BE49-F238E27FC236}">
                <a16:creationId xmlns:a16="http://schemas.microsoft.com/office/drawing/2014/main" id="{D2BEBEF9-0DCC-4DA2-9828-D5A83238CD9F}"/>
              </a:ext>
            </a:extLst>
          </p:cNvPr>
          <p:cNvSpPr>
            <a:spLocks noGrp="1"/>
          </p:cNvSpPr>
          <p:nvPr>
            <p:ph type="body" idx="1" hasCustomPrompt="1"/>
          </p:nvPr>
        </p:nvSpPr>
        <p:spPr>
          <a:xfrm>
            <a:off x="2067340" y="2738211"/>
            <a:ext cx="4183650" cy="454353"/>
          </a:xfrm>
        </p:spPr>
        <p:txBody>
          <a:bodyPr>
            <a:noAutofit/>
          </a:bodyPr>
          <a:lstStyle>
            <a:lvl1pPr marL="0" indent="0">
              <a:buNone/>
              <a:defRPr sz="40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Section 1 title</a:t>
            </a:r>
          </a:p>
        </p:txBody>
      </p:sp>
      <p:sp>
        <p:nvSpPr>
          <p:cNvPr id="8" name="Text Placeholder 26">
            <a:extLst>
              <a:ext uri="{FF2B5EF4-FFF2-40B4-BE49-F238E27FC236}">
                <a16:creationId xmlns:a16="http://schemas.microsoft.com/office/drawing/2014/main" id="{CE9C552F-C732-4E4C-8B62-DE62A58BADF0}"/>
              </a:ext>
            </a:extLst>
          </p:cNvPr>
          <p:cNvSpPr>
            <a:spLocks noGrp="1"/>
          </p:cNvSpPr>
          <p:nvPr>
            <p:ph type="body" sz="quarter" idx="16" hasCustomPrompt="1"/>
          </p:nvPr>
        </p:nvSpPr>
        <p:spPr>
          <a:xfrm>
            <a:off x="838201" y="2043790"/>
            <a:ext cx="10515599" cy="629105"/>
          </a:xfrm>
        </p:spPr>
        <p:txBody>
          <a:bodyPr>
            <a:noAutofit/>
          </a:bodyPr>
          <a:lstStyle>
            <a:lvl1pPr marL="0" indent="0" algn="ctr">
              <a:buNone/>
              <a:defRPr sz="1800" b="0" i="0"/>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EDIT MASTER TEXT STYLES</a:t>
            </a:r>
          </a:p>
        </p:txBody>
      </p:sp>
      <p:sp>
        <p:nvSpPr>
          <p:cNvPr id="9" name="Text Placeholder 2">
            <a:extLst>
              <a:ext uri="{FF2B5EF4-FFF2-40B4-BE49-F238E27FC236}">
                <a16:creationId xmlns:a16="http://schemas.microsoft.com/office/drawing/2014/main" id="{100DDA39-3A33-4AF8-BB2F-B80A8696D428}"/>
              </a:ext>
            </a:extLst>
          </p:cNvPr>
          <p:cNvSpPr>
            <a:spLocks noGrp="1"/>
          </p:cNvSpPr>
          <p:nvPr>
            <p:ph type="body" idx="18" hasCustomPrompt="1"/>
          </p:nvPr>
        </p:nvSpPr>
        <p:spPr>
          <a:xfrm>
            <a:off x="7534813" y="2738211"/>
            <a:ext cx="4183650" cy="454353"/>
          </a:xfrm>
        </p:spPr>
        <p:txBody>
          <a:bodyPr>
            <a:noAutofit/>
          </a:bodyPr>
          <a:lstStyle>
            <a:lvl1pPr marL="0" indent="0">
              <a:buNone/>
              <a:defRPr sz="40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Section 2 title</a:t>
            </a:r>
          </a:p>
        </p:txBody>
      </p:sp>
      <p:sp>
        <p:nvSpPr>
          <p:cNvPr id="10" name="Text Placeholder 26">
            <a:extLst>
              <a:ext uri="{FF2B5EF4-FFF2-40B4-BE49-F238E27FC236}">
                <a16:creationId xmlns:a16="http://schemas.microsoft.com/office/drawing/2014/main" id="{D01D7372-B596-424A-8437-BCA847E03CF1}"/>
              </a:ext>
            </a:extLst>
          </p:cNvPr>
          <p:cNvSpPr>
            <a:spLocks noGrp="1"/>
          </p:cNvSpPr>
          <p:nvPr>
            <p:ph type="body" sz="quarter" idx="20" hasCustomPrompt="1"/>
          </p:nvPr>
        </p:nvSpPr>
        <p:spPr>
          <a:xfrm>
            <a:off x="1159649" y="3428501"/>
            <a:ext cx="4365625" cy="2333625"/>
          </a:xfrm>
        </p:spPr>
        <p:txBody>
          <a:bodyPr>
            <a:normAutofit/>
          </a:bodyPr>
          <a:lstStyle>
            <a:lvl1pPr marL="180000" indent="-180000">
              <a:spcBef>
                <a:spcPts val="600"/>
              </a:spcBef>
              <a:buClr>
                <a:schemeClr val="bg2"/>
              </a:buClr>
              <a:defRPr sz="160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noProof="0"/>
              <a:t>Edit Master text styles</a:t>
            </a:r>
          </a:p>
        </p:txBody>
      </p:sp>
      <p:sp>
        <p:nvSpPr>
          <p:cNvPr id="11" name="Text Placeholder 26">
            <a:extLst>
              <a:ext uri="{FF2B5EF4-FFF2-40B4-BE49-F238E27FC236}">
                <a16:creationId xmlns:a16="http://schemas.microsoft.com/office/drawing/2014/main" id="{F78DB58E-1DC8-42B6-8950-A39F9249D51D}"/>
              </a:ext>
            </a:extLst>
          </p:cNvPr>
          <p:cNvSpPr>
            <a:spLocks noGrp="1"/>
          </p:cNvSpPr>
          <p:nvPr>
            <p:ph type="body" sz="quarter" idx="21" hasCustomPrompt="1"/>
          </p:nvPr>
        </p:nvSpPr>
        <p:spPr>
          <a:xfrm>
            <a:off x="6627121" y="3428501"/>
            <a:ext cx="4365625" cy="2333625"/>
          </a:xfrm>
        </p:spPr>
        <p:txBody>
          <a:bodyPr>
            <a:normAutofit/>
          </a:bodyPr>
          <a:lstStyle>
            <a:lvl1pPr marL="180000" indent="-180000">
              <a:spcBef>
                <a:spcPts val="600"/>
              </a:spcBef>
              <a:buClr>
                <a:schemeClr val="bg2"/>
              </a:buClr>
              <a:defRPr sz="160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noProof="0"/>
              <a:t>Edit Master text styles</a:t>
            </a:r>
          </a:p>
        </p:txBody>
      </p:sp>
      <p:sp>
        <p:nvSpPr>
          <p:cNvPr id="12" name="Graphic 13">
            <a:extLst>
              <a:ext uri="{FF2B5EF4-FFF2-40B4-BE49-F238E27FC236}">
                <a16:creationId xmlns:a16="http://schemas.microsoft.com/office/drawing/2014/main" id="{6E7BE306-50F4-4966-B172-8808A97D9FF4}"/>
              </a:ext>
            </a:extLst>
          </p:cNvPr>
          <p:cNvSpPr/>
          <p:nvPr userDrawn="1"/>
        </p:nvSpPr>
        <p:spPr>
          <a:xfrm>
            <a:off x="4534478" y="1718435"/>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endParaRPr lang="en-US" noProof="0" dirty="0"/>
          </a:p>
        </p:txBody>
      </p:sp>
      <p:sp>
        <p:nvSpPr>
          <p:cNvPr id="13" name="Title 1">
            <a:extLst>
              <a:ext uri="{FF2B5EF4-FFF2-40B4-BE49-F238E27FC236}">
                <a16:creationId xmlns:a16="http://schemas.microsoft.com/office/drawing/2014/main" id="{17DEC651-98F0-44EE-BAB8-8B3FE702A36A}"/>
              </a:ext>
            </a:extLst>
          </p:cNvPr>
          <p:cNvSpPr>
            <a:spLocks noGrp="1"/>
          </p:cNvSpPr>
          <p:nvPr>
            <p:ph type="title" hasCustomPrompt="1"/>
          </p:nvPr>
        </p:nvSpPr>
        <p:spPr>
          <a:xfrm>
            <a:off x="838200" y="562882"/>
            <a:ext cx="10515600" cy="1325563"/>
          </a:xfrm>
        </p:spPr>
        <p:txBody>
          <a:bodyPr/>
          <a:lstStyle>
            <a:lvl1pPr algn="ctr">
              <a:defRPr b="0"/>
            </a:lvl1pPr>
          </a:lstStyle>
          <a:p>
            <a:r>
              <a:rPr lang="en-US" noProof="0"/>
              <a:t>Comparison</a:t>
            </a:r>
          </a:p>
        </p:txBody>
      </p:sp>
    </p:spTree>
    <p:extLst>
      <p:ext uri="{BB962C8B-B14F-4D97-AF65-F5344CB8AC3E}">
        <p14:creationId xmlns:p14="http://schemas.microsoft.com/office/powerpoint/2010/main" val="114585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3" name="Oval 22">
            <a:extLst>
              <a:ext uri="{FF2B5EF4-FFF2-40B4-BE49-F238E27FC236}">
                <a16:creationId xmlns:a16="http://schemas.microsoft.com/office/drawing/2014/main" id="{99E16AA7-5075-3449-AB21-5E8037339A90}"/>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a:endParaRPr lang="en-US" noProof="0" dirty="0"/>
          </a:p>
        </p:txBody>
      </p:sp>
      <p:sp>
        <p:nvSpPr>
          <p:cNvPr id="5" name="Slide Number Placeholder 4">
            <a:extLst>
              <a:ext uri="{FF2B5EF4-FFF2-40B4-BE49-F238E27FC236}">
                <a16:creationId xmlns:a16="http://schemas.microsoft.com/office/drawing/2014/main" id="{E523D6FB-BDF5-462B-9DFB-6A2531254435}"/>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3" name="Date Placeholder 2">
            <a:extLst>
              <a:ext uri="{FF2B5EF4-FFF2-40B4-BE49-F238E27FC236}">
                <a16:creationId xmlns:a16="http://schemas.microsoft.com/office/drawing/2014/main" id="{3CAFBD2F-FD90-4C8F-BEA1-91BB2D242EED}"/>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a16="http://schemas.microsoft.com/office/drawing/2014/main" id="{5F47FDA8-53F5-4098-B6D5-32456ABFAE67}"/>
              </a:ext>
            </a:extLst>
          </p:cNvPr>
          <p:cNvSpPr>
            <a:spLocks noGrp="1"/>
          </p:cNvSpPr>
          <p:nvPr>
            <p:ph type="ftr" sz="quarter" idx="11"/>
          </p:nvPr>
        </p:nvSpPr>
        <p:spPr/>
        <p:txBody>
          <a:bodyPr/>
          <a:lstStyle/>
          <a:p>
            <a:r>
              <a:rPr lang="en-US" noProof="0" dirty="0"/>
              <a:t>ADD A FOOTER</a:t>
            </a:r>
          </a:p>
        </p:txBody>
      </p:sp>
      <p:sp>
        <p:nvSpPr>
          <p:cNvPr id="6" name="Chart Placeholder 18">
            <a:extLst>
              <a:ext uri="{FF2B5EF4-FFF2-40B4-BE49-F238E27FC236}">
                <a16:creationId xmlns:a16="http://schemas.microsoft.com/office/drawing/2014/main" id="{270B440B-C39E-47E6-9CBA-0BA4EB1EF522}"/>
              </a:ext>
            </a:extLst>
          </p:cNvPr>
          <p:cNvSpPr>
            <a:spLocks noGrp="1"/>
          </p:cNvSpPr>
          <p:nvPr>
            <p:ph type="chart" sz="quarter" idx="32"/>
          </p:nvPr>
        </p:nvSpPr>
        <p:spPr>
          <a:xfrm>
            <a:off x="6981371" y="1246188"/>
            <a:ext cx="4284663" cy="4365625"/>
          </a:xfrm>
        </p:spPr>
        <p:txBody>
          <a:bodyPr anchor="ctr" anchorCtr="0">
            <a:normAutofit/>
          </a:bodyPr>
          <a:lstStyle>
            <a:lvl1pPr marL="0" indent="0" algn="ctr">
              <a:buNone/>
              <a:defRPr sz="1600">
                <a:solidFill>
                  <a:schemeClr val="tx1">
                    <a:lumMod val="50000"/>
                    <a:lumOff val="50000"/>
                  </a:schemeClr>
                </a:solidFill>
              </a:defRPr>
            </a:lvl1pPr>
          </a:lstStyle>
          <a:p>
            <a:r>
              <a:rPr lang="en-US" noProof="0"/>
              <a:t>Click icon to add chart</a:t>
            </a:r>
            <a:endParaRPr lang="en-US" noProof="0" dirty="0"/>
          </a:p>
        </p:txBody>
      </p:sp>
      <p:sp>
        <p:nvSpPr>
          <p:cNvPr id="8" name="Graphic 13">
            <a:extLst>
              <a:ext uri="{FF2B5EF4-FFF2-40B4-BE49-F238E27FC236}">
                <a16:creationId xmlns:a16="http://schemas.microsoft.com/office/drawing/2014/main" id="{1ED66CD9-A275-41A6-92EA-B32A8F51F472}"/>
              </a:ext>
            </a:extLst>
          </p:cNvPr>
          <p:cNvSpPr/>
          <p:nvPr userDrawn="1"/>
        </p:nvSpPr>
        <p:spPr>
          <a:xfrm>
            <a:off x="1949460" y="2168288"/>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endParaRPr lang="en-US" noProof="0" dirty="0"/>
          </a:p>
        </p:txBody>
      </p:sp>
      <p:sp>
        <p:nvSpPr>
          <p:cNvPr id="9" name="Text Placeholder 14">
            <a:extLst>
              <a:ext uri="{FF2B5EF4-FFF2-40B4-BE49-F238E27FC236}">
                <a16:creationId xmlns:a16="http://schemas.microsoft.com/office/drawing/2014/main" id="{B1A41807-9D03-4167-89E4-C5D1E8143661}"/>
              </a:ext>
            </a:extLst>
          </p:cNvPr>
          <p:cNvSpPr>
            <a:spLocks noGrp="1"/>
          </p:cNvSpPr>
          <p:nvPr>
            <p:ph type="body" sz="quarter" idx="14" hasCustomPrompt="1"/>
          </p:nvPr>
        </p:nvSpPr>
        <p:spPr>
          <a:xfrm>
            <a:off x="925966" y="2478695"/>
            <a:ext cx="5170033" cy="758536"/>
          </a:xfrm>
        </p:spPr>
        <p:txBody>
          <a:bodyPr>
            <a:normAutofit/>
          </a:bodyPr>
          <a:lstStyle>
            <a:lvl1pPr marL="0" indent="0" algn="ctr">
              <a:buNone/>
              <a:defRPr sz="1800" b="0" i="0"/>
            </a:lvl1pPr>
          </a:lstStyle>
          <a:p>
            <a:pPr lvl="0"/>
            <a:r>
              <a:rPr lang="en-US" noProof="0"/>
              <a:t>EDIT MASTER TEXT STYLES</a:t>
            </a:r>
          </a:p>
        </p:txBody>
      </p:sp>
      <p:sp>
        <p:nvSpPr>
          <p:cNvPr id="10" name="Title 1">
            <a:extLst>
              <a:ext uri="{FF2B5EF4-FFF2-40B4-BE49-F238E27FC236}">
                <a16:creationId xmlns:a16="http://schemas.microsoft.com/office/drawing/2014/main" id="{CBDF72AB-A1AE-464E-A9E1-C5CDA8D5CCFE}"/>
              </a:ext>
            </a:extLst>
          </p:cNvPr>
          <p:cNvSpPr>
            <a:spLocks noGrp="1"/>
          </p:cNvSpPr>
          <p:nvPr>
            <p:ph type="title" hasCustomPrompt="1"/>
          </p:nvPr>
        </p:nvSpPr>
        <p:spPr>
          <a:xfrm>
            <a:off x="1957858" y="1289573"/>
            <a:ext cx="3106248" cy="758536"/>
          </a:xfrm>
        </p:spPr>
        <p:txBody>
          <a:bodyPr lIns="0" tIns="0" rIns="0" bIns="0">
            <a:noAutofit/>
          </a:bodyPr>
          <a:lstStyle>
            <a:lvl1pPr algn="ctr">
              <a:defRPr/>
            </a:lvl1pPr>
          </a:lstStyle>
          <a:p>
            <a:r>
              <a:rPr lang="en-US" noProof="0"/>
              <a:t>Chart Slide</a:t>
            </a:r>
          </a:p>
        </p:txBody>
      </p:sp>
      <p:sp>
        <p:nvSpPr>
          <p:cNvPr id="12" name="Text Placeholder 2">
            <a:extLst>
              <a:ext uri="{FF2B5EF4-FFF2-40B4-BE49-F238E27FC236}">
                <a16:creationId xmlns:a16="http://schemas.microsoft.com/office/drawing/2014/main" id="{B83C9A6F-A614-4B31-91D5-3B5CB932149C}"/>
              </a:ext>
            </a:extLst>
          </p:cNvPr>
          <p:cNvSpPr>
            <a:spLocks noGrp="1"/>
          </p:cNvSpPr>
          <p:nvPr>
            <p:ph type="body" idx="18" hasCustomPrompt="1"/>
          </p:nvPr>
        </p:nvSpPr>
        <p:spPr>
          <a:xfrm>
            <a:off x="2030497" y="3408555"/>
            <a:ext cx="1597889" cy="482453"/>
          </a:xfrm>
        </p:spPr>
        <p:txBody>
          <a:bodyPr anchor="b" anchorCtr="0">
            <a:norm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30%</a:t>
            </a:r>
          </a:p>
        </p:txBody>
      </p:sp>
      <p:sp>
        <p:nvSpPr>
          <p:cNvPr id="13" name="Text Placeholder 26">
            <a:extLst>
              <a:ext uri="{FF2B5EF4-FFF2-40B4-BE49-F238E27FC236}">
                <a16:creationId xmlns:a16="http://schemas.microsoft.com/office/drawing/2014/main" id="{A985BA82-9C97-475F-8775-0F16D2FB4047}"/>
              </a:ext>
            </a:extLst>
          </p:cNvPr>
          <p:cNvSpPr>
            <a:spLocks noGrp="1"/>
          </p:cNvSpPr>
          <p:nvPr>
            <p:ph type="body" sz="quarter" idx="21" hasCustomPrompt="1"/>
          </p:nvPr>
        </p:nvSpPr>
        <p:spPr>
          <a:xfrm>
            <a:off x="2030498" y="3739108"/>
            <a:ext cx="1597889" cy="365125"/>
          </a:xfrm>
        </p:spPr>
        <p:txBody>
          <a:bodyPr>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noProof="0"/>
              <a:t>Category Title</a:t>
            </a:r>
          </a:p>
        </p:txBody>
      </p:sp>
      <p:sp>
        <p:nvSpPr>
          <p:cNvPr id="15" name="Text Placeholder 2">
            <a:extLst>
              <a:ext uri="{FF2B5EF4-FFF2-40B4-BE49-F238E27FC236}">
                <a16:creationId xmlns:a16="http://schemas.microsoft.com/office/drawing/2014/main" id="{E5376509-D29C-46DE-948E-15D430CE432A}"/>
              </a:ext>
            </a:extLst>
          </p:cNvPr>
          <p:cNvSpPr>
            <a:spLocks noGrp="1"/>
          </p:cNvSpPr>
          <p:nvPr>
            <p:ph type="body" idx="22" hasCustomPrompt="1"/>
          </p:nvPr>
        </p:nvSpPr>
        <p:spPr>
          <a:xfrm>
            <a:off x="2030522" y="4142228"/>
            <a:ext cx="1597889" cy="482452"/>
          </a:xfrm>
        </p:spPr>
        <p:txBody>
          <a:bodyPr anchor="b" anchorCtr="0">
            <a:norm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10%</a:t>
            </a:r>
          </a:p>
        </p:txBody>
      </p:sp>
      <p:sp>
        <p:nvSpPr>
          <p:cNvPr id="16" name="Text Placeholder 26">
            <a:extLst>
              <a:ext uri="{FF2B5EF4-FFF2-40B4-BE49-F238E27FC236}">
                <a16:creationId xmlns:a16="http://schemas.microsoft.com/office/drawing/2014/main" id="{A581FA6A-566D-4068-A898-F86FB96D4A93}"/>
              </a:ext>
            </a:extLst>
          </p:cNvPr>
          <p:cNvSpPr>
            <a:spLocks noGrp="1"/>
          </p:cNvSpPr>
          <p:nvPr>
            <p:ph type="body" sz="quarter" idx="23" hasCustomPrompt="1"/>
          </p:nvPr>
        </p:nvSpPr>
        <p:spPr>
          <a:xfrm>
            <a:off x="2030523" y="4472778"/>
            <a:ext cx="1597889" cy="365125"/>
          </a:xfrm>
        </p:spPr>
        <p:txBody>
          <a:bodyPr>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noProof="0"/>
              <a:t>Category Title</a:t>
            </a:r>
          </a:p>
        </p:txBody>
      </p:sp>
      <p:sp>
        <p:nvSpPr>
          <p:cNvPr id="18" name="Text Placeholder 2">
            <a:extLst>
              <a:ext uri="{FF2B5EF4-FFF2-40B4-BE49-F238E27FC236}">
                <a16:creationId xmlns:a16="http://schemas.microsoft.com/office/drawing/2014/main" id="{503636CF-AD49-411E-BE27-63C28BDE068C}"/>
              </a:ext>
            </a:extLst>
          </p:cNvPr>
          <p:cNvSpPr>
            <a:spLocks noGrp="1"/>
          </p:cNvSpPr>
          <p:nvPr>
            <p:ph type="body" idx="24" hasCustomPrompt="1"/>
          </p:nvPr>
        </p:nvSpPr>
        <p:spPr>
          <a:xfrm>
            <a:off x="3970011" y="3408555"/>
            <a:ext cx="1597889" cy="482453"/>
          </a:xfrm>
        </p:spPr>
        <p:txBody>
          <a:bodyPr anchor="b" anchorCtr="0">
            <a:norm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25%</a:t>
            </a:r>
          </a:p>
        </p:txBody>
      </p:sp>
      <p:sp>
        <p:nvSpPr>
          <p:cNvPr id="19" name="Text Placeholder 26">
            <a:extLst>
              <a:ext uri="{FF2B5EF4-FFF2-40B4-BE49-F238E27FC236}">
                <a16:creationId xmlns:a16="http://schemas.microsoft.com/office/drawing/2014/main" id="{F2C67681-C89E-4F74-A7C1-BD0812A9422A}"/>
              </a:ext>
            </a:extLst>
          </p:cNvPr>
          <p:cNvSpPr>
            <a:spLocks noGrp="1"/>
          </p:cNvSpPr>
          <p:nvPr>
            <p:ph type="body" sz="quarter" idx="25" hasCustomPrompt="1"/>
          </p:nvPr>
        </p:nvSpPr>
        <p:spPr>
          <a:xfrm>
            <a:off x="3970012" y="3739108"/>
            <a:ext cx="1597889" cy="365125"/>
          </a:xfrm>
        </p:spPr>
        <p:txBody>
          <a:bodyPr>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noProof="0"/>
              <a:t>Category Title</a:t>
            </a:r>
          </a:p>
        </p:txBody>
      </p:sp>
      <p:sp>
        <p:nvSpPr>
          <p:cNvPr id="21" name="Text Placeholder 2">
            <a:extLst>
              <a:ext uri="{FF2B5EF4-FFF2-40B4-BE49-F238E27FC236}">
                <a16:creationId xmlns:a16="http://schemas.microsoft.com/office/drawing/2014/main" id="{5742559E-6662-49A7-A091-9472A31ED26B}"/>
              </a:ext>
            </a:extLst>
          </p:cNvPr>
          <p:cNvSpPr>
            <a:spLocks noGrp="1"/>
          </p:cNvSpPr>
          <p:nvPr>
            <p:ph type="body" idx="26" hasCustomPrompt="1"/>
          </p:nvPr>
        </p:nvSpPr>
        <p:spPr>
          <a:xfrm>
            <a:off x="3970036" y="4142228"/>
            <a:ext cx="1597889" cy="482452"/>
          </a:xfrm>
        </p:spPr>
        <p:txBody>
          <a:bodyPr anchor="b" anchorCtr="0">
            <a:norm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10%</a:t>
            </a:r>
          </a:p>
        </p:txBody>
      </p:sp>
      <p:sp>
        <p:nvSpPr>
          <p:cNvPr id="22" name="Text Placeholder 26">
            <a:extLst>
              <a:ext uri="{FF2B5EF4-FFF2-40B4-BE49-F238E27FC236}">
                <a16:creationId xmlns:a16="http://schemas.microsoft.com/office/drawing/2014/main" id="{E514B383-1886-4E45-9DB3-6DF4FFCA6FCD}"/>
              </a:ext>
            </a:extLst>
          </p:cNvPr>
          <p:cNvSpPr>
            <a:spLocks noGrp="1"/>
          </p:cNvSpPr>
          <p:nvPr>
            <p:ph type="body" sz="quarter" idx="27" hasCustomPrompt="1"/>
          </p:nvPr>
        </p:nvSpPr>
        <p:spPr>
          <a:xfrm>
            <a:off x="3970037" y="4472779"/>
            <a:ext cx="1597889" cy="365125"/>
          </a:xfrm>
        </p:spPr>
        <p:txBody>
          <a:bodyPr>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noProof="0"/>
              <a:t>Category Title</a:t>
            </a:r>
          </a:p>
        </p:txBody>
      </p:sp>
      <p:sp>
        <p:nvSpPr>
          <p:cNvPr id="24" name="Text Placeholder 2">
            <a:extLst>
              <a:ext uri="{FF2B5EF4-FFF2-40B4-BE49-F238E27FC236}">
                <a16:creationId xmlns:a16="http://schemas.microsoft.com/office/drawing/2014/main" id="{2734F2A5-6B16-40E3-8EBB-0E1A0984BAB7}"/>
              </a:ext>
            </a:extLst>
          </p:cNvPr>
          <p:cNvSpPr>
            <a:spLocks noGrp="1"/>
          </p:cNvSpPr>
          <p:nvPr>
            <p:ph type="body" idx="28" hasCustomPrompt="1"/>
          </p:nvPr>
        </p:nvSpPr>
        <p:spPr>
          <a:xfrm>
            <a:off x="2030497" y="4875898"/>
            <a:ext cx="1597889" cy="482452"/>
          </a:xfrm>
        </p:spPr>
        <p:txBody>
          <a:bodyPr anchor="b" anchorCtr="0">
            <a:norm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20%</a:t>
            </a:r>
          </a:p>
        </p:txBody>
      </p:sp>
      <p:sp>
        <p:nvSpPr>
          <p:cNvPr id="25" name="Text Placeholder 26">
            <a:extLst>
              <a:ext uri="{FF2B5EF4-FFF2-40B4-BE49-F238E27FC236}">
                <a16:creationId xmlns:a16="http://schemas.microsoft.com/office/drawing/2014/main" id="{01D6AF2B-2CA0-4F6A-9C29-4AE73FCAB4E2}"/>
              </a:ext>
            </a:extLst>
          </p:cNvPr>
          <p:cNvSpPr>
            <a:spLocks noGrp="1"/>
          </p:cNvSpPr>
          <p:nvPr>
            <p:ph type="body" sz="quarter" idx="29" hasCustomPrompt="1"/>
          </p:nvPr>
        </p:nvSpPr>
        <p:spPr>
          <a:xfrm>
            <a:off x="2030498" y="5206449"/>
            <a:ext cx="1597889" cy="365125"/>
          </a:xfrm>
        </p:spPr>
        <p:txBody>
          <a:bodyPr>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noProof="0"/>
              <a:t>Category Title</a:t>
            </a:r>
          </a:p>
        </p:txBody>
      </p:sp>
      <p:sp>
        <p:nvSpPr>
          <p:cNvPr id="27" name="Text Placeholder 2">
            <a:extLst>
              <a:ext uri="{FF2B5EF4-FFF2-40B4-BE49-F238E27FC236}">
                <a16:creationId xmlns:a16="http://schemas.microsoft.com/office/drawing/2014/main" id="{C3E000C2-49D4-4D64-860A-0DB29B389387}"/>
              </a:ext>
            </a:extLst>
          </p:cNvPr>
          <p:cNvSpPr>
            <a:spLocks noGrp="1"/>
          </p:cNvSpPr>
          <p:nvPr>
            <p:ph type="body" idx="30" hasCustomPrompt="1"/>
          </p:nvPr>
        </p:nvSpPr>
        <p:spPr>
          <a:xfrm>
            <a:off x="3970037" y="4875898"/>
            <a:ext cx="1597889" cy="482452"/>
          </a:xfrm>
        </p:spPr>
        <p:txBody>
          <a:bodyPr anchor="b" anchorCtr="0">
            <a:no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5%</a:t>
            </a:r>
          </a:p>
        </p:txBody>
      </p:sp>
      <p:sp>
        <p:nvSpPr>
          <p:cNvPr id="28" name="Text Placeholder 26">
            <a:extLst>
              <a:ext uri="{FF2B5EF4-FFF2-40B4-BE49-F238E27FC236}">
                <a16:creationId xmlns:a16="http://schemas.microsoft.com/office/drawing/2014/main" id="{4A6CF106-F60C-46A1-BD17-8EC35A637A7C}"/>
              </a:ext>
            </a:extLst>
          </p:cNvPr>
          <p:cNvSpPr>
            <a:spLocks noGrp="1"/>
          </p:cNvSpPr>
          <p:nvPr>
            <p:ph type="body" sz="quarter" idx="31" hasCustomPrompt="1"/>
          </p:nvPr>
        </p:nvSpPr>
        <p:spPr>
          <a:xfrm>
            <a:off x="3970037" y="5206449"/>
            <a:ext cx="1597889" cy="365125"/>
          </a:xfrm>
        </p:spPr>
        <p:txBody>
          <a:bodyPr>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noProof="0"/>
              <a:t>Category Title</a:t>
            </a:r>
          </a:p>
        </p:txBody>
      </p:sp>
    </p:spTree>
    <p:extLst>
      <p:ext uri="{BB962C8B-B14F-4D97-AF65-F5344CB8AC3E}">
        <p14:creationId xmlns:p14="http://schemas.microsoft.com/office/powerpoint/2010/main" val="2847251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FB049D0D-CE60-8E46-896A-1F4E3E51AABC}"/>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a:endParaRPr lang="en-US" noProof="0" dirty="0"/>
          </a:p>
        </p:txBody>
      </p:sp>
      <p:sp>
        <p:nvSpPr>
          <p:cNvPr id="5" name="Slide Number Placeholder 4">
            <a:extLst>
              <a:ext uri="{FF2B5EF4-FFF2-40B4-BE49-F238E27FC236}">
                <a16:creationId xmlns:a16="http://schemas.microsoft.com/office/drawing/2014/main" id="{DE288F71-122C-49D4-9750-104A0F9BA30E}"/>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3" name="Date Placeholder 2">
            <a:extLst>
              <a:ext uri="{FF2B5EF4-FFF2-40B4-BE49-F238E27FC236}">
                <a16:creationId xmlns:a16="http://schemas.microsoft.com/office/drawing/2014/main" id="{67A81471-D048-496A-9DA4-EDB335843A90}"/>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a16="http://schemas.microsoft.com/office/drawing/2014/main" id="{ABADBAE1-8416-4A24-B332-BA35F9D581F0}"/>
              </a:ext>
            </a:extLst>
          </p:cNvPr>
          <p:cNvSpPr>
            <a:spLocks noGrp="1"/>
          </p:cNvSpPr>
          <p:nvPr>
            <p:ph type="ftr" sz="quarter" idx="11"/>
          </p:nvPr>
        </p:nvSpPr>
        <p:spPr/>
        <p:txBody>
          <a:bodyPr/>
          <a:lstStyle/>
          <a:p>
            <a:r>
              <a:rPr lang="en-US" noProof="0" dirty="0"/>
              <a:t>ADD A FOOTER</a:t>
            </a:r>
          </a:p>
        </p:txBody>
      </p:sp>
      <p:sp>
        <p:nvSpPr>
          <p:cNvPr id="7" name="Text Placeholder 14">
            <a:extLst>
              <a:ext uri="{FF2B5EF4-FFF2-40B4-BE49-F238E27FC236}">
                <a16:creationId xmlns:a16="http://schemas.microsoft.com/office/drawing/2014/main" id="{B9AF1F95-7091-4B50-892C-55F8B5B9AC86}"/>
              </a:ext>
            </a:extLst>
          </p:cNvPr>
          <p:cNvSpPr>
            <a:spLocks noGrp="1"/>
          </p:cNvSpPr>
          <p:nvPr>
            <p:ph type="body" sz="quarter" idx="13" hasCustomPrompt="1"/>
          </p:nvPr>
        </p:nvSpPr>
        <p:spPr>
          <a:xfrm>
            <a:off x="8291145" y="3029751"/>
            <a:ext cx="2825496" cy="2144162"/>
          </a:xfrm>
        </p:spPr>
        <p:txBody>
          <a:bodyPr>
            <a:normAutofit/>
          </a:bodyPr>
          <a:lstStyle>
            <a:lvl1pPr marL="0" indent="0" algn="ctr">
              <a:buNone/>
              <a:defRPr sz="1800" b="0" i="0"/>
            </a:lvl1pPr>
          </a:lstStyle>
          <a:p>
            <a:pPr lvl="0"/>
            <a:r>
              <a:rPr lang="en-US" noProof="0"/>
              <a:t>EDIT MASTER TEXT STYLES</a:t>
            </a:r>
          </a:p>
        </p:txBody>
      </p:sp>
      <p:sp>
        <p:nvSpPr>
          <p:cNvPr id="9" name="Title 1">
            <a:extLst>
              <a:ext uri="{FF2B5EF4-FFF2-40B4-BE49-F238E27FC236}">
                <a16:creationId xmlns:a16="http://schemas.microsoft.com/office/drawing/2014/main" id="{77DE3589-2C45-437A-BDA9-55A9B8859FF7}"/>
              </a:ext>
            </a:extLst>
          </p:cNvPr>
          <p:cNvSpPr>
            <a:spLocks noGrp="1"/>
          </p:cNvSpPr>
          <p:nvPr>
            <p:ph type="title" hasCustomPrompt="1"/>
          </p:nvPr>
        </p:nvSpPr>
        <p:spPr>
          <a:xfrm>
            <a:off x="8291145" y="1868285"/>
            <a:ext cx="2825496" cy="718222"/>
          </a:xfrm>
        </p:spPr>
        <p:txBody>
          <a:bodyPr/>
          <a:lstStyle>
            <a:lvl1pPr algn="ctr">
              <a:defRPr/>
            </a:lvl1pPr>
          </a:lstStyle>
          <a:p>
            <a:r>
              <a:rPr lang="en-US" noProof="0"/>
              <a:t>Table Slide</a:t>
            </a:r>
          </a:p>
        </p:txBody>
      </p:sp>
      <p:sp>
        <p:nvSpPr>
          <p:cNvPr id="15" name="Graphic 12">
            <a:extLst>
              <a:ext uri="{FF2B5EF4-FFF2-40B4-BE49-F238E27FC236}">
                <a16:creationId xmlns:a16="http://schemas.microsoft.com/office/drawing/2014/main" id="{6161C347-CD23-4D4F-981D-1C8457111EA8}"/>
              </a:ext>
            </a:extLst>
          </p:cNvPr>
          <p:cNvSpPr/>
          <p:nvPr userDrawn="1"/>
        </p:nvSpPr>
        <p:spPr>
          <a:xfrm>
            <a:off x="8340351" y="2726976"/>
            <a:ext cx="2727084" cy="139525"/>
          </a:xfrm>
          <a:custGeom>
            <a:avLst/>
            <a:gdLst>
              <a:gd name="connsiteX0" fmla="*/ 67167 w 2727084"/>
              <a:gd name="connsiteY0" fmla="*/ 78582 h 139525"/>
              <a:gd name="connsiteX1" fmla="*/ 12625 w 2727084"/>
              <a:gd name="connsiteY1" fmla="*/ 78582 h 139525"/>
              <a:gd name="connsiteX2" fmla="*/ 12625 w 2727084"/>
              <a:gd name="connsiteY2" fmla="*/ 65898 h 139525"/>
              <a:gd name="connsiteX3" fmla="*/ 956323 w 2727084"/>
              <a:gd name="connsiteY3" fmla="*/ 65898 h 139525"/>
              <a:gd name="connsiteX4" fmla="*/ 1151658 w 2727084"/>
              <a:gd name="connsiteY4" fmla="*/ 12625 h 139525"/>
              <a:gd name="connsiteX5" fmla="*/ 1268352 w 2727084"/>
              <a:gd name="connsiteY5" fmla="*/ 65898 h 139525"/>
              <a:gd name="connsiteX6" fmla="*/ 1297526 w 2727084"/>
              <a:gd name="connsiteY6" fmla="*/ 65898 h 139525"/>
              <a:gd name="connsiteX7" fmla="*/ 1353336 w 2727084"/>
              <a:gd name="connsiteY7" fmla="*/ 15162 h 139525"/>
              <a:gd name="connsiteX8" fmla="*/ 1409146 w 2727084"/>
              <a:gd name="connsiteY8" fmla="*/ 65898 h 139525"/>
              <a:gd name="connsiteX9" fmla="*/ 1438319 w 2727084"/>
              <a:gd name="connsiteY9" fmla="*/ 65898 h 139525"/>
              <a:gd name="connsiteX10" fmla="*/ 1555013 w 2727084"/>
              <a:gd name="connsiteY10" fmla="*/ 12625 h 139525"/>
              <a:gd name="connsiteX11" fmla="*/ 1750348 w 2727084"/>
              <a:gd name="connsiteY11" fmla="*/ 65898 h 139525"/>
              <a:gd name="connsiteX12" fmla="*/ 2723220 w 2727084"/>
              <a:gd name="connsiteY12" fmla="*/ 65898 h 139525"/>
              <a:gd name="connsiteX13" fmla="*/ 2723220 w 2727084"/>
              <a:gd name="connsiteY13" fmla="*/ 78582 h 139525"/>
              <a:gd name="connsiteX14" fmla="*/ 2630626 w 2727084"/>
              <a:gd name="connsiteY14" fmla="*/ 78582 h 139525"/>
              <a:gd name="connsiteX15" fmla="*/ 2630626 w 2727084"/>
              <a:gd name="connsiteY15" fmla="*/ 79851 h 139525"/>
              <a:gd name="connsiteX16" fmla="*/ 1901289 w 2727084"/>
              <a:gd name="connsiteY16" fmla="*/ 78582 h 139525"/>
              <a:gd name="connsiteX17" fmla="*/ 1790937 w 2727084"/>
              <a:gd name="connsiteY17" fmla="*/ 78582 h 139525"/>
              <a:gd name="connsiteX18" fmla="*/ 1553745 w 2727084"/>
              <a:gd name="connsiteY18" fmla="*/ 131855 h 139525"/>
              <a:gd name="connsiteX19" fmla="*/ 1437051 w 2727084"/>
              <a:gd name="connsiteY19" fmla="*/ 78582 h 139525"/>
              <a:gd name="connsiteX20" fmla="*/ 1407877 w 2727084"/>
              <a:gd name="connsiteY20" fmla="*/ 78582 h 139525"/>
              <a:gd name="connsiteX21" fmla="*/ 1353336 w 2727084"/>
              <a:gd name="connsiteY21" fmla="*/ 129319 h 139525"/>
              <a:gd name="connsiteX22" fmla="*/ 1297526 w 2727084"/>
              <a:gd name="connsiteY22" fmla="*/ 78582 h 139525"/>
              <a:gd name="connsiteX23" fmla="*/ 1268352 w 2727084"/>
              <a:gd name="connsiteY23" fmla="*/ 78582 h 139525"/>
              <a:gd name="connsiteX24" fmla="*/ 1151658 w 2727084"/>
              <a:gd name="connsiteY24" fmla="*/ 131855 h 139525"/>
              <a:gd name="connsiteX25" fmla="*/ 914465 w 2727084"/>
              <a:gd name="connsiteY25" fmla="*/ 78582 h 139525"/>
              <a:gd name="connsiteX26" fmla="*/ 805382 w 2727084"/>
              <a:gd name="connsiteY26" fmla="*/ 78582 h 139525"/>
              <a:gd name="connsiteX27" fmla="*/ 67167 w 2727084"/>
              <a:gd name="connsiteY27" fmla="*/ 78582 h 139525"/>
              <a:gd name="connsiteX28" fmla="*/ 67167 w 2727084"/>
              <a:gd name="connsiteY28" fmla="*/ 78582 h 13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27084" h="139525">
                <a:moveTo>
                  <a:pt x="67167" y="78582"/>
                </a:moveTo>
                <a:lnTo>
                  <a:pt x="12625" y="78582"/>
                </a:lnTo>
                <a:lnTo>
                  <a:pt x="12625" y="65898"/>
                </a:lnTo>
                <a:lnTo>
                  <a:pt x="956323" y="65898"/>
                </a:lnTo>
                <a:cubicBezTo>
                  <a:pt x="1061601" y="55751"/>
                  <a:pt x="1151658" y="12625"/>
                  <a:pt x="1151658" y="12625"/>
                </a:cubicBezTo>
                <a:cubicBezTo>
                  <a:pt x="1198589" y="48140"/>
                  <a:pt x="1241715" y="60824"/>
                  <a:pt x="1268352" y="65898"/>
                </a:cubicBezTo>
                <a:lnTo>
                  <a:pt x="1297526" y="65898"/>
                </a:lnTo>
                <a:cubicBezTo>
                  <a:pt x="1303868" y="24041"/>
                  <a:pt x="1336846" y="15162"/>
                  <a:pt x="1353336" y="15162"/>
                </a:cubicBezTo>
                <a:cubicBezTo>
                  <a:pt x="1369825" y="15162"/>
                  <a:pt x="1402804" y="24041"/>
                  <a:pt x="1409146" y="65898"/>
                </a:cubicBezTo>
                <a:lnTo>
                  <a:pt x="1438319" y="65898"/>
                </a:lnTo>
                <a:cubicBezTo>
                  <a:pt x="1464956" y="60824"/>
                  <a:pt x="1508082" y="46872"/>
                  <a:pt x="1555013" y="12625"/>
                </a:cubicBezTo>
                <a:cubicBezTo>
                  <a:pt x="1555013" y="12625"/>
                  <a:pt x="1645070" y="55751"/>
                  <a:pt x="1750348" y="65898"/>
                </a:cubicBezTo>
                <a:lnTo>
                  <a:pt x="2723220" y="65898"/>
                </a:lnTo>
                <a:lnTo>
                  <a:pt x="2723220" y="78582"/>
                </a:lnTo>
                <a:lnTo>
                  <a:pt x="2630626" y="78582"/>
                </a:lnTo>
                <a:lnTo>
                  <a:pt x="2630626" y="79851"/>
                </a:lnTo>
                <a:lnTo>
                  <a:pt x="1901289" y="78582"/>
                </a:lnTo>
                <a:lnTo>
                  <a:pt x="1790937" y="78582"/>
                </a:lnTo>
                <a:cubicBezTo>
                  <a:pt x="1670438" y="79851"/>
                  <a:pt x="1553745" y="131855"/>
                  <a:pt x="1553745" y="131855"/>
                </a:cubicBezTo>
                <a:cubicBezTo>
                  <a:pt x="1506813" y="96340"/>
                  <a:pt x="1463687" y="83656"/>
                  <a:pt x="1437051" y="78582"/>
                </a:cubicBezTo>
                <a:lnTo>
                  <a:pt x="1407877" y="78582"/>
                </a:lnTo>
                <a:cubicBezTo>
                  <a:pt x="1401535" y="119171"/>
                  <a:pt x="1369825" y="129319"/>
                  <a:pt x="1353336" y="129319"/>
                </a:cubicBezTo>
                <a:cubicBezTo>
                  <a:pt x="1336846" y="129319"/>
                  <a:pt x="1303868" y="121708"/>
                  <a:pt x="1297526" y="78582"/>
                </a:cubicBezTo>
                <a:lnTo>
                  <a:pt x="1268352" y="78582"/>
                </a:lnTo>
                <a:cubicBezTo>
                  <a:pt x="1241715" y="83656"/>
                  <a:pt x="1198589" y="97608"/>
                  <a:pt x="1151658" y="131855"/>
                </a:cubicBezTo>
                <a:cubicBezTo>
                  <a:pt x="1151658" y="131855"/>
                  <a:pt x="1036233" y="79851"/>
                  <a:pt x="914465" y="78582"/>
                </a:cubicBezTo>
                <a:lnTo>
                  <a:pt x="805382" y="78582"/>
                </a:lnTo>
                <a:lnTo>
                  <a:pt x="67167" y="78582"/>
                </a:lnTo>
                <a:lnTo>
                  <a:pt x="67167" y="78582"/>
                </a:lnTo>
                <a:close/>
              </a:path>
            </a:pathLst>
          </a:custGeom>
          <a:solidFill>
            <a:schemeClr val="bg2"/>
          </a:solidFill>
          <a:ln w="12641" cap="flat">
            <a:noFill/>
            <a:prstDash val="solid"/>
            <a:miter/>
          </a:ln>
        </p:spPr>
        <p:txBody>
          <a:bodyPr rtlCol="0" anchor="ctr"/>
          <a:lstStyle/>
          <a:p>
            <a:endParaRPr lang="en-US" noProof="0" dirty="0"/>
          </a:p>
        </p:txBody>
      </p:sp>
      <p:sp>
        <p:nvSpPr>
          <p:cNvPr id="16" name="Table Placeholder 17">
            <a:extLst>
              <a:ext uri="{FF2B5EF4-FFF2-40B4-BE49-F238E27FC236}">
                <a16:creationId xmlns:a16="http://schemas.microsoft.com/office/drawing/2014/main" id="{263A1EA1-1C4F-4F47-9C24-928669CE38DE}"/>
              </a:ext>
            </a:extLst>
          </p:cNvPr>
          <p:cNvSpPr>
            <a:spLocks noGrp="1"/>
          </p:cNvSpPr>
          <p:nvPr>
            <p:ph type="tbl" sz="quarter" idx="17"/>
          </p:nvPr>
        </p:nvSpPr>
        <p:spPr>
          <a:xfrm>
            <a:off x="911225" y="1505433"/>
            <a:ext cx="6561138" cy="3847135"/>
          </a:xfrm>
        </p:spPr>
        <p:txBody>
          <a:bodyPr anchor="ctr" anchorCtr="0">
            <a:normAutofit/>
          </a:bodyPr>
          <a:lstStyle>
            <a:lvl1pPr marL="0" indent="0" algn="ctr">
              <a:buNone/>
              <a:defRPr sz="1600">
                <a:solidFill>
                  <a:schemeClr val="tx1">
                    <a:lumMod val="50000"/>
                    <a:lumOff val="50000"/>
                  </a:schemeClr>
                </a:solidFill>
              </a:defRPr>
            </a:lvl1pPr>
          </a:lstStyle>
          <a:p>
            <a:r>
              <a:rPr lang="en-US" noProof="0"/>
              <a:t>Click icon to add table</a:t>
            </a:r>
            <a:endParaRPr lang="en-US" noProof="0" dirty="0"/>
          </a:p>
        </p:txBody>
      </p:sp>
    </p:spTree>
    <p:extLst>
      <p:ext uri="{BB962C8B-B14F-4D97-AF65-F5344CB8AC3E}">
        <p14:creationId xmlns:p14="http://schemas.microsoft.com/office/powerpoint/2010/main" val="4034108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Title Slide">
    <p:spTree>
      <p:nvGrpSpPr>
        <p:cNvPr id="1" name=""/>
        <p:cNvGrpSpPr/>
        <p:nvPr/>
      </p:nvGrpSpPr>
      <p:grpSpPr>
        <a:xfrm>
          <a:off x="0" y="0"/>
          <a:ext cx="0" cy="0"/>
          <a:chOff x="0" y="0"/>
          <a:chExt cx="0" cy="0"/>
        </a:xfrm>
      </p:grpSpPr>
      <p:sp>
        <p:nvSpPr>
          <p:cNvPr id="11" name="Picture Placeholder 6">
            <a:extLst>
              <a:ext uri="{FF2B5EF4-FFF2-40B4-BE49-F238E27FC236}">
                <a16:creationId xmlns:a16="http://schemas.microsoft.com/office/drawing/2014/main" id="{5D65245D-DE69-4098-94DD-C36B76E4C3A9}"/>
              </a:ext>
            </a:extLst>
          </p:cNvPr>
          <p:cNvSpPr>
            <a:spLocks noGrp="1"/>
          </p:cNvSpPr>
          <p:nvPr>
            <p:ph type="pic" sz="quarter" idx="18"/>
          </p:nvPr>
        </p:nvSpPr>
        <p:spPr>
          <a:xfrm>
            <a:off x="0" y="793750"/>
            <a:ext cx="12192000" cy="4900613"/>
          </a:xfrm>
        </p:spPr>
        <p:txBody>
          <a:bodyPr anchor="ctr" anchorCtr="0">
            <a:normAutofit/>
          </a:bodyPr>
          <a:lstStyle>
            <a:lvl1pPr marL="0" indent="0" algn="ctr">
              <a:buFont typeface="Arial" panose="020B0604020202020204" pitchFamily="34" charset="0"/>
              <a:buNone/>
              <a:defRPr sz="1400"/>
            </a:lvl1pPr>
          </a:lstStyle>
          <a:p>
            <a:r>
              <a:rPr lang="en-US" noProof="0"/>
              <a:t>Click icon to add picture</a:t>
            </a:r>
            <a:endParaRPr lang="en-US" noProof="0" dirty="0"/>
          </a:p>
        </p:txBody>
      </p:sp>
      <p:sp>
        <p:nvSpPr>
          <p:cNvPr id="2" name="Title 1">
            <a:extLst>
              <a:ext uri="{FF2B5EF4-FFF2-40B4-BE49-F238E27FC236}">
                <a16:creationId xmlns:a16="http://schemas.microsoft.com/office/drawing/2014/main" id="{316FD1D3-F7DC-4F8A-8E05-6DC25FB66CD5}"/>
              </a:ext>
            </a:extLst>
          </p:cNvPr>
          <p:cNvSpPr>
            <a:spLocks noGrp="1"/>
          </p:cNvSpPr>
          <p:nvPr>
            <p:ph type="title" hasCustomPrompt="1"/>
          </p:nvPr>
        </p:nvSpPr>
        <p:spPr>
          <a:xfrm>
            <a:off x="838200" y="4514150"/>
            <a:ext cx="10515600" cy="1325563"/>
          </a:xfrm>
        </p:spPr>
        <p:txBody>
          <a:bodyPr/>
          <a:lstStyle>
            <a:lvl1pPr algn="ctr">
              <a:defRPr>
                <a:solidFill>
                  <a:schemeClr val="bg1"/>
                </a:solidFill>
              </a:defRPr>
            </a:lvl1pPr>
          </a:lstStyle>
          <a:p>
            <a:r>
              <a:rPr lang="en-US" noProof="0"/>
              <a:t>Big Image Slide</a:t>
            </a:r>
          </a:p>
        </p:txBody>
      </p:sp>
      <p:sp>
        <p:nvSpPr>
          <p:cNvPr id="3" name="Date Placeholder 2">
            <a:extLst>
              <a:ext uri="{FF2B5EF4-FFF2-40B4-BE49-F238E27FC236}">
                <a16:creationId xmlns:a16="http://schemas.microsoft.com/office/drawing/2014/main" id="{0A250713-11E6-4FEF-877D-92967D24588A}"/>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a16="http://schemas.microsoft.com/office/drawing/2014/main" id="{445D3C9A-DEE5-4BD4-8961-80E018A4C27D}"/>
              </a:ext>
            </a:extLst>
          </p:cNvPr>
          <p:cNvSpPr>
            <a:spLocks noGrp="1"/>
          </p:cNvSpPr>
          <p:nvPr>
            <p:ph type="ftr" sz="quarter" idx="11"/>
          </p:nvPr>
        </p:nvSpPr>
        <p:spPr/>
        <p:txBody>
          <a:bodyPr/>
          <a:lstStyle/>
          <a:p>
            <a:r>
              <a:rPr lang="en-US" noProof="0" dirty="0"/>
              <a:t>ADD A FOOTER</a:t>
            </a:r>
          </a:p>
        </p:txBody>
      </p:sp>
      <p:sp>
        <p:nvSpPr>
          <p:cNvPr id="9" name="Oval 8">
            <a:extLst>
              <a:ext uri="{FF2B5EF4-FFF2-40B4-BE49-F238E27FC236}">
                <a16:creationId xmlns:a16="http://schemas.microsoft.com/office/drawing/2014/main" id="{7B63585A-DF5C-1B43-BDC1-9CB545382A8E}"/>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a:endParaRPr lang="en-US" noProof="0" dirty="0"/>
          </a:p>
        </p:txBody>
      </p:sp>
      <p:sp>
        <p:nvSpPr>
          <p:cNvPr id="5" name="Slide Number Placeholder 4">
            <a:extLst>
              <a:ext uri="{FF2B5EF4-FFF2-40B4-BE49-F238E27FC236}">
                <a16:creationId xmlns:a16="http://schemas.microsoft.com/office/drawing/2014/main" id="{1623800E-00CA-43ED-953B-1A09DD428433}"/>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12" name="Text Placeholder 26">
            <a:extLst>
              <a:ext uri="{FF2B5EF4-FFF2-40B4-BE49-F238E27FC236}">
                <a16:creationId xmlns:a16="http://schemas.microsoft.com/office/drawing/2014/main" id="{A7C55A90-4969-4308-AD56-633E3831D572}"/>
              </a:ext>
            </a:extLst>
          </p:cNvPr>
          <p:cNvSpPr>
            <a:spLocks noGrp="1"/>
          </p:cNvSpPr>
          <p:nvPr>
            <p:ph type="body" sz="quarter" idx="16" hasCustomPrompt="1"/>
          </p:nvPr>
        </p:nvSpPr>
        <p:spPr>
          <a:xfrm>
            <a:off x="2013284" y="5878369"/>
            <a:ext cx="8165432" cy="365125"/>
          </a:xfrm>
        </p:spPr>
        <p:txBody>
          <a:bodyPr>
            <a:noAutofit/>
          </a:bodyPr>
          <a:lstStyle>
            <a:lvl1pPr marL="0" indent="0" algn="ctr">
              <a:buNone/>
              <a:defRPr sz="1800" b="0" i="0"/>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EDIT MASTER TEXT STYLES</a:t>
            </a:r>
          </a:p>
        </p:txBody>
      </p:sp>
      <p:sp>
        <p:nvSpPr>
          <p:cNvPr id="16" name="Graphic 13">
            <a:extLst>
              <a:ext uri="{FF2B5EF4-FFF2-40B4-BE49-F238E27FC236}">
                <a16:creationId xmlns:a16="http://schemas.microsoft.com/office/drawing/2014/main" id="{15031A21-FED3-4C51-BE76-5A2918F223AD}"/>
              </a:ext>
            </a:extLst>
          </p:cNvPr>
          <p:cNvSpPr/>
          <p:nvPr userDrawn="1"/>
        </p:nvSpPr>
        <p:spPr>
          <a:xfrm>
            <a:off x="4534478" y="5342223"/>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endParaRPr lang="en-US" noProof="0" dirty="0"/>
          </a:p>
        </p:txBody>
      </p:sp>
    </p:spTree>
    <p:extLst>
      <p:ext uri="{BB962C8B-B14F-4D97-AF65-F5344CB8AC3E}">
        <p14:creationId xmlns:p14="http://schemas.microsoft.com/office/powerpoint/2010/main" val="2342628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477C40CB-E014-6746-B13E-D12CBBAA5F76}"/>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a:endParaRPr lang="en-US" noProof="0" dirty="0"/>
          </a:p>
        </p:txBody>
      </p:sp>
      <p:sp>
        <p:nvSpPr>
          <p:cNvPr id="3" name="Date Placeholder 2">
            <a:extLst>
              <a:ext uri="{FF2B5EF4-FFF2-40B4-BE49-F238E27FC236}">
                <a16:creationId xmlns:a16="http://schemas.microsoft.com/office/drawing/2014/main" id="{0A250713-11E6-4FEF-877D-92967D24588A}"/>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a16="http://schemas.microsoft.com/office/drawing/2014/main" id="{445D3C9A-DEE5-4BD4-8961-80E018A4C27D}"/>
              </a:ext>
            </a:extLst>
          </p:cNvPr>
          <p:cNvSpPr>
            <a:spLocks noGrp="1"/>
          </p:cNvSpPr>
          <p:nvPr>
            <p:ph type="ftr" sz="quarter" idx="11"/>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1623800E-00CA-43ED-953B-1A09DD428433}"/>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10" name="Title 1">
            <a:extLst>
              <a:ext uri="{FF2B5EF4-FFF2-40B4-BE49-F238E27FC236}">
                <a16:creationId xmlns:a16="http://schemas.microsoft.com/office/drawing/2014/main" id="{36869C46-B57A-4B80-BC7B-965AF70D6343}"/>
              </a:ext>
            </a:extLst>
          </p:cNvPr>
          <p:cNvSpPr>
            <a:spLocks noGrp="1"/>
          </p:cNvSpPr>
          <p:nvPr>
            <p:ph type="title" hasCustomPrompt="1"/>
          </p:nvPr>
        </p:nvSpPr>
        <p:spPr>
          <a:xfrm>
            <a:off x="2013284" y="5868367"/>
            <a:ext cx="8165432" cy="363600"/>
          </a:xfrm>
        </p:spPr>
        <p:txBody>
          <a:bodyPr>
            <a:normAutofit/>
          </a:bodyPr>
          <a:lstStyle>
            <a:lvl1pPr algn="ctr">
              <a:defRPr lang="ru-RU" sz="1800" b="0" i="0" kern="1200" dirty="0">
                <a:solidFill>
                  <a:schemeClr val="tx2"/>
                </a:solidFill>
                <a:latin typeface="+mn-lt"/>
                <a:ea typeface="+mn-ea"/>
                <a:cs typeface="+mn-cs"/>
              </a:defRPr>
            </a:lvl1pPr>
          </a:lstStyle>
          <a:p>
            <a:r>
              <a:rPr lang="en-US" noProof="0"/>
              <a:t>CLICK TO EDIT MASTER TITLE STYLE</a:t>
            </a:r>
          </a:p>
        </p:txBody>
      </p:sp>
      <p:sp>
        <p:nvSpPr>
          <p:cNvPr id="8" name="Media Placeholder 7">
            <a:extLst>
              <a:ext uri="{FF2B5EF4-FFF2-40B4-BE49-F238E27FC236}">
                <a16:creationId xmlns:a16="http://schemas.microsoft.com/office/drawing/2014/main" id="{42411445-9429-45B8-9A2F-EB86451B6B14}"/>
              </a:ext>
            </a:extLst>
          </p:cNvPr>
          <p:cNvSpPr>
            <a:spLocks noGrp="1"/>
          </p:cNvSpPr>
          <p:nvPr>
            <p:ph type="media" sz="quarter" idx="17"/>
          </p:nvPr>
        </p:nvSpPr>
        <p:spPr>
          <a:xfrm>
            <a:off x="829056" y="827052"/>
            <a:ext cx="10533888" cy="4818888"/>
          </a:xfrm>
        </p:spPr>
        <p:txBody>
          <a:bodyPr anchor="ctr" anchorCtr="0">
            <a:normAutofit/>
          </a:bodyPr>
          <a:lstStyle>
            <a:lvl1pPr marL="0" indent="0" algn="ctr">
              <a:buNone/>
              <a:defRPr sz="1400"/>
            </a:lvl1pPr>
          </a:lstStyle>
          <a:p>
            <a:r>
              <a:rPr lang="en-US" noProof="0"/>
              <a:t>Click icon to add media</a:t>
            </a:r>
            <a:endParaRPr lang="en-US" noProof="0" dirty="0"/>
          </a:p>
        </p:txBody>
      </p:sp>
    </p:spTree>
    <p:extLst>
      <p:ext uri="{BB962C8B-B14F-4D97-AF65-F5344CB8AC3E}">
        <p14:creationId xmlns:p14="http://schemas.microsoft.com/office/powerpoint/2010/main" val="3211357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Works Cited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235B53D-F188-47B0-BBAA-2C4724DE60BB}"/>
              </a:ext>
            </a:extLst>
          </p:cNvPr>
          <p:cNvSpPr/>
          <p:nvPr userDrawn="1"/>
        </p:nvSpPr>
        <p:spPr>
          <a:xfrm>
            <a:off x="11521440" y="6635910"/>
            <a:ext cx="374904" cy="222090"/>
          </a:xfrm>
          <a:prstGeom prst="rect">
            <a:avLst/>
          </a:prstGeom>
          <a:noFill/>
          <a:ln w="12700" cap="flat">
            <a:noFill/>
            <a:prstDash val="solid"/>
            <a:miter/>
          </a:ln>
        </p:spPr>
        <p:txBody>
          <a:bodyPr rtlCol="0" anchor="ctr"/>
          <a:lstStyle/>
          <a:p>
            <a:pPr algn="l"/>
            <a:endParaRPr lang="en-US" noProof="0" dirty="0"/>
          </a:p>
        </p:txBody>
      </p:sp>
      <p:sp>
        <p:nvSpPr>
          <p:cNvPr id="8" name="Oval 7">
            <a:extLst>
              <a:ext uri="{FF2B5EF4-FFF2-40B4-BE49-F238E27FC236}">
                <a16:creationId xmlns:a16="http://schemas.microsoft.com/office/drawing/2014/main" id="{AB26BB24-F7CA-D343-93C8-2EAC64AB35DF}"/>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a:endParaRPr lang="en-US" noProof="0" dirty="0"/>
          </a:p>
        </p:txBody>
      </p:sp>
      <p:sp>
        <p:nvSpPr>
          <p:cNvPr id="5" name="Slide Number Placeholder 4">
            <a:extLst>
              <a:ext uri="{FF2B5EF4-FFF2-40B4-BE49-F238E27FC236}">
                <a16:creationId xmlns:a16="http://schemas.microsoft.com/office/drawing/2014/main" id="{EAC4B419-8728-4000-B6EF-1ECF88F80B8B}"/>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2" name="Title 1">
            <a:extLst>
              <a:ext uri="{FF2B5EF4-FFF2-40B4-BE49-F238E27FC236}">
                <a16:creationId xmlns:a16="http://schemas.microsoft.com/office/drawing/2014/main" id="{A62FC5F7-2AC0-4A53-8E2A-D6A7F4B4D77C}"/>
              </a:ext>
            </a:extLst>
          </p:cNvPr>
          <p:cNvSpPr>
            <a:spLocks noGrp="1"/>
          </p:cNvSpPr>
          <p:nvPr>
            <p:ph type="title" hasCustomPrompt="1"/>
          </p:nvPr>
        </p:nvSpPr>
        <p:spPr>
          <a:xfrm>
            <a:off x="838200" y="652986"/>
            <a:ext cx="10515600" cy="904875"/>
          </a:xfrm>
        </p:spPr>
        <p:txBody>
          <a:bodyPr/>
          <a:lstStyle>
            <a:lvl1pPr algn="ctr">
              <a:defRPr b="0"/>
            </a:lvl1pPr>
          </a:lstStyle>
          <a:p>
            <a:r>
              <a:rPr lang="en-US" noProof="0"/>
              <a:t>Works Cited</a:t>
            </a:r>
          </a:p>
        </p:txBody>
      </p:sp>
      <p:sp>
        <p:nvSpPr>
          <p:cNvPr id="3" name="Date Placeholder 2">
            <a:extLst>
              <a:ext uri="{FF2B5EF4-FFF2-40B4-BE49-F238E27FC236}">
                <a16:creationId xmlns:a16="http://schemas.microsoft.com/office/drawing/2014/main" id="{B516B06F-92DB-40BB-B026-E443732F67C8}"/>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a16="http://schemas.microsoft.com/office/drawing/2014/main" id="{11FF27C1-06BD-4F55-BB58-DC1D0892188F}"/>
              </a:ext>
            </a:extLst>
          </p:cNvPr>
          <p:cNvSpPr>
            <a:spLocks noGrp="1"/>
          </p:cNvSpPr>
          <p:nvPr>
            <p:ph type="ftr" sz="quarter" idx="11"/>
          </p:nvPr>
        </p:nvSpPr>
        <p:spPr/>
        <p:txBody>
          <a:bodyPr/>
          <a:lstStyle>
            <a:lvl1pPr>
              <a:defRPr>
                <a:solidFill>
                  <a:schemeClr val="tx2"/>
                </a:solidFill>
              </a:defRPr>
            </a:lvl1pPr>
          </a:lstStyle>
          <a:p>
            <a:r>
              <a:rPr lang="en-US" noProof="0" dirty="0"/>
              <a:t>ADD A FOOTER</a:t>
            </a:r>
          </a:p>
        </p:txBody>
      </p:sp>
      <p:sp>
        <p:nvSpPr>
          <p:cNvPr id="18" name="Text Placeholder 17">
            <a:extLst>
              <a:ext uri="{FF2B5EF4-FFF2-40B4-BE49-F238E27FC236}">
                <a16:creationId xmlns:a16="http://schemas.microsoft.com/office/drawing/2014/main" id="{4F134C5C-60EE-4E07-8A4F-120C1B5AA0AF}"/>
              </a:ext>
            </a:extLst>
          </p:cNvPr>
          <p:cNvSpPr>
            <a:spLocks noGrp="1"/>
          </p:cNvSpPr>
          <p:nvPr>
            <p:ph type="body" sz="quarter" idx="13" hasCustomPrompt="1"/>
          </p:nvPr>
        </p:nvSpPr>
        <p:spPr>
          <a:xfrm>
            <a:off x="838200" y="1874838"/>
            <a:ext cx="10515600" cy="3742191"/>
          </a:xfrm>
        </p:spPr>
        <p:txBody>
          <a:bodyPr>
            <a:normAutofit/>
          </a:bodyPr>
          <a:lstStyle>
            <a:lvl1pPr marL="285750" indent="-285750" algn="l">
              <a:buClr>
                <a:schemeClr val="bg2"/>
              </a:buClr>
              <a:buFont typeface="Arial" panose="020B0604020202020204" pitchFamily="34" charset="0"/>
              <a:buChar char="•"/>
              <a:defRPr lang="en-US" sz="1600" kern="1200" dirty="0">
                <a:solidFill>
                  <a:schemeClr val="tx1">
                    <a:lumMod val="75000"/>
                    <a:lumOff val="25000"/>
                  </a:schemeClr>
                </a:solidFill>
                <a:latin typeface="+mn-lt"/>
                <a:ea typeface="+mn-ea"/>
                <a:cs typeface="+mn-cs"/>
              </a:defRPr>
            </a:lvl1pPr>
            <a:lvl2pPr>
              <a:defRPr sz="1800"/>
            </a:lvl2pPr>
            <a:lvl3pPr>
              <a:defRPr sz="1800"/>
            </a:lvl3pPr>
            <a:lvl4pPr>
              <a:defRPr sz="1800"/>
            </a:lvl4pPr>
            <a:lvl5pPr>
              <a:defRPr sz="1800"/>
            </a:lvl5pPr>
          </a:lstStyle>
          <a:p>
            <a:pPr marL="180000" lvl="0" indent="-180000" algn="l" defTabSz="914400" rtl="0" eaLnBrk="1" latinLnBrk="0" hangingPunct="1">
              <a:lnSpc>
                <a:spcPct val="90000"/>
              </a:lnSpc>
              <a:spcBef>
                <a:spcPts val="600"/>
              </a:spcBef>
              <a:buClr>
                <a:schemeClr val="bg2"/>
              </a:buClr>
              <a:buFont typeface="Arial" panose="020B0604020202020204" pitchFamily="34" charset="0"/>
              <a:buChar char="•"/>
            </a:pPr>
            <a:r>
              <a:rPr lang="en-US" noProof="0"/>
              <a:t>Edit master text styles</a:t>
            </a:r>
          </a:p>
        </p:txBody>
      </p:sp>
      <p:pic>
        <p:nvPicPr>
          <p:cNvPr id="9" name="Graphic 8">
            <a:extLst>
              <a:ext uri="{FF2B5EF4-FFF2-40B4-BE49-F238E27FC236}">
                <a16:creationId xmlns:a16="http://schemas.microsoft.com/office/drawing/2014/main" id="{D3F5050C-5FCE-4873-9B10-9668F66C2788}"/>
              </a:ext>
            </a:extLst>
          </p:cNvPr>
          <p:cNvPicPr>
            <a:picLocks/>
          </p:cNvPicPr>
          <p:nvPr userDrawn="1"/>
        </p:nvPicPr>
        <p:blipFill>
          <a:blip r:embed="rId2">
            <a:extLst>
              <a:ext uri="{96DAC541-7B7A-43D3-8B79-37D633B846F1}">
                <asvg:svgBlip xmlns:asvg="http://schemas.microsoft.com/office/drawing/2016/SVG/main" r:embed="rId3"/>
              </a:ext>
            </a:extLst>
          </a:blip>
          <a:stretch>
            <a:fillRect/>
          </a:stretch>
        </p:blipFill>
        <p:spPr>
          <a:xfrm>
            <a:off x="4728000" y="1583062"/>
            <a:ext cx="2736000" cy="133200"/>
          </a:xfrm>
          <a:prstGeom prst="rect">
            <a:avLst/>
          </a:prstGeom>
        </p:spPr>
      </p:pic>
    </p:spTree>
    <p:extLst>
      <p:ext uri="{BB962C8B-B14F-4D97-AF65-F5344CB8AC3E}">
        <p14:creationId xmlns:p14="http://schemas.microsoft.com/office/powerpoint/2010/main" val="21080276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Layout">
    <p:spTree>
      <p:nvGrpSpPr>
        <p:cNvPr id="1" name=""/>
        <p:cNvGrpSpPr/>
        <p:nvPr/>
      </p:nvGrpSpPr>
      <p:grpSpPr>
        <a:xfrm>
          <a:off x="0" y="0"/>
          <a:ext cx="0" cy="0"/>
          <a:chOff x="0" y="0"/>
          <a:chExt cx="0" cy="0"/>
        </a:xfrm>
      </p:grpSpPr>
      <p:sp>
        <p:nvSpPr>
          <p:cNvPr id="33" name="Oval 32">
            <a:extLst>
              <a:ext uri="{FF2B5EF4-FFF2-40B4-BE49-F238E27FC236}">
                <a16:creationId xmlns:a16="http://schemas.microsoft.com/office/drawing/2014/main" id="{93CAE97F-7AA1-7243-A2C2-945FB7C81FFE}"/>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a:endParaRPr lang="en-US" noProof="0" dirty="0"/>
          </a:p>
        </p:txBody>
      </p:sp>
      <p:sp>
        <p:nvSpPr>
          <p:cNvPr id="5" name="Slide Number Placeholder 4">
            <a:extLst>
              <a:ext uri="{FF2B5EF4-FFF2-40B4-BE49-F238E27FC236}">
                <a16:creationId xmlns:a16="http://schemas.microsoft.com/office/drawing/2014/main" id="{EAC4B419-8728-4000-B6EF-1ECF88F80B8B}"/>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2" name="Title 1">
            <a:extLst>
              <a:ext uri="{FF2B5EF4-FFF2-40B4-BE49-F238E27FC236}">
                <a16:creationId xmlns:a16="http://schemas.microsoft.com/office/drawing/2014/main" id="{A62FC5F7-2AC0-4A53-8E2A-D6A7F4B4D77C}"/>
              </a:ext>
            </a:extLst>
          </p:cNvPr>
          <p:cNvSpPr>
            <a:spLocks noGrp="1"/>
          </p:cNvSpPr>
          <p:nvPr>
            <p:ph type="title" hasCustomPrompt="1"/>
          </p:nvPr>
        </p:nvSpPr>
        <p:spPr>
          <a:xfrm>
            <a:off x="838200" y="652986"/>
            <a:ext cx="10515600" cy="904875"/>
          </a:xfrm>
        </p:spPr>
        <p:txBody>
          <a:bodyPr/>
          <a:lstStyle>
            <a:lvl1pPr algn="ctr">
              <a:defRPr b="0"/>
            </a:lvl1pPr>
          </a:lstStyle>
          <a:p>
            <a:r>
              <a:rPr lang="en-US" noProof="0"/>
              <a:t>Timeline</a:t>
            </a:r>
          </a:p>
        </p:txBody>
      </p:sp>
      <p:sp>
        <p:nvSpPr>
          <p:cNvPr id="3" name="Date Placeholder 2">
            <a:extLst>
              <a:ext uri="{FF2B5EF4-FFF2-40B4-BE49-F238E27FC236}">
                <a16:creationId xmlns:a16="http://schemas.microsoft.com/office/drawing/2014/main" id="{B516B06F-92DB-40BB-B026-E443732F67C8}"/>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a16="http://schemas.microsoft.com/office/drawing/2014/main" id="{11FF27C1-06BD-4F55-BB58-DC1D0892188F}"/>
              </a:ext>
            </a:extLst>
          </p:cNvPr>
          <p:cNvSpPr>
            <a:spLocks noGrp="1"/>
          </p:cNvSpPr>
          <p:nvPr>
            <p:ph type="ftr" sz="quarter" idx="11"/>
          </p:nvPr>
        </p:nvSpPr>
        <p:spPr/>
        <p:txBody>
          <a:bodyPr/>
          <a:lstStyle/>
          <a:p>
            <a:r>
              <a:rPr lang="en-US" noProof="0" dirty="0"/>
              <a:t>ADD A FOOTER</a:t>
            </a:r>
          </a:p>
        </p:txBody>
      </p:sp>
      <p:sp>
        <p:nvSpPr>
          <p:cNvPr id="18" name="Text Placeholder 17">
            <a:extLst>
              <a:ext uri="{FF2B5EF4-FFF2-40B4-BE49-F238E27FC236}">
                <a16:creationId xmlns:a16="http://schemas.microsoft.com/office/drawing/2014/main" id="{4F134C5C-60EE-4E07-8A4F-120C1B5AA0AF}"/>
              </a:ext>
            </a:extLst>
          </p:cNvPr>
          <p:cNvSpPr>
            <a:spLocks noGrp="1"/>
          </p:cNvSpPr>
          <p:nvPr>
            <p:ph type="body" sz="quarter" idx="13" hasCustomPrompt="1"/>
          </p:nvPr>
        </p:nvSpPr>
        <p:spPr>
          <a:xfrm>
            <a:off x="838200" y="1874838"/>
            <a:ext cx="10515600" cy="904875"/>
          </a:xfrm>
        </p:spPr>
        <p:txBody>
          <a:bodyPr>
            <a:normAutofit/>
          </a:bodyPr>
          <a:lstStyle>
            <a:lvl1pPr marL="0" indent="0" algn="ctr">
              <a:buNone/>
              <a:defRPr sz="1800"/>
            </a:lvl1pPr>
            <a:lvl2pPr>
              <a:defRPr sz="1800"/>
            </a:lvl2pPr>
            <a:lvl3pPr>
              <a:defRPr sz="1800"/>
            </a:lvl3pPr>
            <a:lvl4pPr>
              <a:defRPr sz="1800"/>
            </a:lvl4pPr>
            <a:lvl5pPr>
              <a:defRPr sz="1800"/>
            </a:lvl5pPr>
          </a:lstStyle>
          <a:p>
            <a:pPr lvl="0"/>
            <a:r>
              <a:rPr lang="en-US" noProof="0"/>
              <a:t>EDIT MASTER TEXT STYLES</a:t>
            </a:r>
          </a:p>
        </p:txBody>
      </p:sp>
      <p:pic>
        <p:nvPicPr>
          <p:cNvPr id="8" name="Graphic 7">
            <a:extLst>
              <a:ext uri="{FF2B5EF4-FFF2-40B4-BE49-F238E27FC236}">
                <a16:creationId xmlns:a16="http://schemas.microsoft.com/office/drawing/2014/main" id="{4E7124FD-A9E6-49DA-B2D3-4C868E3C90AD}"/>
              </a:ext>
            </a:extLst>
          </p:cNvPr>
          <p:cNvPicPr>
            <a:picLocks/>
          </p:cNvPicPr>
          <p:nvPr userDrawn="1"/>
        </p:nvPicPr>
        <p:blipFill>
          <a:blip r:embed="rId2">
            <a:extLst>
              <a:ext uri="{96DAC541-7B7A-43D3-8B79-37D633B846F1}">
                <asvg:svgBlip xmlns:asvg="http://schemas.microsoft.com/office/drawing/2016/SVG/main" r:embed="rId3"/>
              </a:ext>
            </a:extLst>
          </a:blip>
          <a:stretch>
            <a:fillRect/>
          </a:stretch>
        </p:blipFill>
        <p:spPr>
          <a:xfrm>
            <a:off x="4728000" y="1583062"/>
            <a:ext cx="2736000" cy="133200"/>
          </a:xfrm>
          <a:prstGeom prst="rect">
            <a:avLst/>
          </a:prstGeom>
        </p:spPr>
      </p:pic>
      <p:cxnSp>
        <p:nvCxnSpPr>
          <p:cNvPr id="9" name="Straight Connector 8">
            <a:extLst>
              <a:ext uri="{FF2B5EF4-FFF2-40B4-BE49-F238E27FC236}">
                <a16:creationId xmlns:a16="http://schemas.microsoft.com/office/drawing/2014/main" id="{0128AD04-D032-4ED8-B747-79E215221BC3}"/>
              </a:ext>
            </a:extLst>
          </p:cNvPr>
          <p:cNvCxnSpPr/>
          <p:nvPr userDrawn="1"/>
        </p:nvCxnSpPr>
        <p:spPr>
          <a:xfrm>
            <a:off x="1003193" y="3429000"/>
            <a:ext cx="10735056"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7CADBD86-8962-4775-A03E-4D2D3F35D72C}"/>
              </a:ext>
            </a:extLst>
          </p:cNvPr>
          <p:cNvSpPr/>
          <p:nvPr userDrawn="1"/>
        </p:nvSpPr>
        <p:spPr>
          <a:xfrm>
            <a:off x="1003193" y="3346704"/>
            <a:ext cx="164592" cy="164592"/>
          </a:xfrm>
          <a:prstGeom prst="ellipse">
            <a:avLst/>
          </a:prstGeom>
          <a:solidFill>
            <a:schemeClr val="bg2"/>
          </a:solidFill>
          <a:ln w="12700" cap="flat">
            <a:noFill/>
            <a:prstDash val="solid"/>
            <a:miter/>
          </a:ln>
        </p:spPr>
        <p:txBody>
          <a:bodyPr rtlCol="0" anchor="ctr"/>
          <a:lstStyle/>
          <a:p>
            <a:pPr algn="l"/>
            <a:endParaRPr lang="en-US" noProof="0" dirty="0"/>
          </a:p>
        </p:txBody>
      </p:sp>
      <p:sp>
        <p:nvSpPr>
          <p:cNvPr id="13" name="Oval 12">
            <a:extLst>
              <a:ext uri="{FF2B5EF4-FFF2-40B4-BE49-F238E27FC236}">
                <a16:creationId xmlns:a16="http://schemas.microsoft.com/office/drawing/2014/main" id="{325884FD-7D59-4699-84D1-14B6900E99F4}"/>
              </a:ext>
            </a:extLst>
          </p:cNvPr>
          <p:cNvSpPr/>
          <p:nvPr userDrawn="1"/>
        </p:nvSpPr>
        <p:spPr>
          <a:xfrm>
            <a:off x="6048611" y="3346704"/>
            <a:ext cx="164592" cy="164592"/>
          </a:xfrm>
          <a:prstGeom prst="ellipse">
            <a:avLst/>
          </a:prstGeom>
          <a:solidFill>
            <a:schemeClr val="bg2"/>
          </a:solidFill>
          <a:ln w="12700" cap="flat">
            <a:noFill/>
            <a:prstDash val="solid"/>
            <a:miter/>
          </a:ln>
        </p:spPr>
        <p:txBody>
          <a:bodyPr rtlCol="0" anchor="ctr"/>
          <a:lstStyle/>
          <a:p>
            <a:pPr algn="l"/>
            <a:endParaRPr lang="en-US" noProof="0" dirty="0"/>
          </a:p>
        </p:txBody>
      </p:sp>
      <p:sp>
        <p:nvSpPr>
          <p:cNvPr id="16" name="Oval 15">
            <a:extLst>
              <a:ext uri="{FF2B5EF4-FFF2-40B4-BE49-F238E27FC236}">
                <a16:creationId xmlns:a16="http://schemas.microsoft.com/office/drawing/2014/main" id="{F6A6A55C-2C42-4004-8120-A8A22C86DD6F}"/>
              </a:ext>
            </a:extLst>
          </p:cNvPr>
          <p:cNvSpPr/>
          <p:nvPr userDrawn="1"/>
        </p:nvSpPr>
        <p:spPr>
          <a:xfrm>
            <a:off x="9412224" y="3346704"/>
            <a:ext cx="164592" cy="164592"/>
          </a:xfrm>
          <a:prstGeom prst="ellipse">
            <a:avLst/>
          </a:prstGeom>
          <a:solidFill>
            <a:schemeClr val="bg2"/>
          </a:solidFill>
          <a:ln w="12700" cap="flat">
            <a:noFill/>
            <a:prstDash val="solid"/>
            <a:miter/>
          </a:ln>
        </p:spPr>
        <p:txBody>
          <a:bodyPr rtlCol="0" anchor="ctr"/>
          <a:lstStyle/>
          <a:p>
            <a:pPr algn="l"/>
            <a:endParaRPr lang="en-US" noProof="0" dirty="0"/>
          </a:p>
        </p:txBody>
      </p:sp>
      <p:sp>
        <p:nvSpPr>
          <p:cNvPr id="17" name="Oval 16">
            <a:extLst>
              <a:ext uri="{FF2B5EF4-FFF2-40B4-BE49-F238E27FC236}">
                <a16:creationId xmlns:a16="http://schemas.microsoft.com/office/drawing/2014/main" id="{213A8FD8-4E6D-4DB1-8DA5-82151D87BDFF}"/>
              </a:ext>
            </a:extLst>
          </p:cNvPr>
          <p:cNvSpPr/>
          <p:nvPr userDrawn="1"/>
        </p:nvSpPr>
        <p:spPr>
          <a:xfrm>
            <a:off x="2684999" y="3346704"/>
            <a:ext cx="164592" cy="164592"/>
          </a:xfrm>
          <a:prstGeom prst="ellipse">
            <a:avLst/>
          </a:prstGeom>
          <a:solidFill>
            <a:schemeClr val="bg2"/>
          </a:solidFill>
          <a:ln w="12700" cap="flat">
            <a:noFill/>
            <a:prstDash val="solid"/>
            <a:miter/>
          </a:ln>
        </p:spPr>
        <p:txBody>
          <a:bodyPr rtlCol="0" anchor="ctr"/>
          <a:lstStyle/>
          <a:p>
            <a:pPr algn="l"/>
            <a:endParaRPr lang="en-US" noProof="0" dirty="0"/>
          </a:p>
        </p:txBody>
      </p:sp>
      <p:sp>
        <p:nvSpPr>
          <p:cNvPr id="19" name="Oval 18">
            <a:extLst>
              <a:ext uri="{FF2B5EF4-FFF2-40B4-BE49-F238E27FC236}">
                <a16:creationId xmlns:a16="http://schemas.microsoft.com/office/drawing/2014/main" id="{71E5BFBE-FB31-40FB-971E-8340FDBDE99A}"/>
              </a:ext>
            </a:extLst>
          </p:cNvPr>
          <p:cNvSpPr/>
          <p:nvPr userDrawn="1"/>
        </p:nvSpPr>
        <p:spPr>
          <a:xfrm>
            <a:off x="4366805" y="3346704"/>
            <a:ext cx="164592" cy="164592"/>
          </a:xfrm>
          <a:prstGeom prst="ellipse">
            <a:avLst/>
          </a:prstGeom>
          <a:solidFill>
            <a:schemeClr val="bg2"/>
          </a:solidFill>
          <a:ln w="12700" cap="flat">
            <a:noFill/>
            <a:prstDash val="solid"/>
            <a:miter/>
          </a:ln>
        </p:spPr>
        <p:txBody>
          <a:bodyPr rtlCol="0" anchor="ctr"/>
          <a:lstStyle/>
          <a:p>
            <a:pPr algn="l"/>
            <a:endParaRPr lang="en-US" noProof="0" dirty="0"/>
          </a:p>
        </p:txBody>
      </p:sp>
      <p:sp>
        <p:nvSpPr>
          <p:cNvPr id="20" name="Oval 19">
            <a:extLst>
              <a:ext uri="{FF2B5EF4-FFF2-40B4-BE49-F238E27FC236}">
                <a16:creationId xmlns:a16="http://schemas.microsoft.com/office/drawing/2014/main" id="{99956DA3-E64C-494F-8908-AC1D9418DC10}"/>
              </a:ext>
            </a:extLst>
          </p:cNvPr>
          <p:cNvSpPr/>
          <p:nvPr userDrawn="1"/>
        </p:nvSpPr>
        <p:spPr>
          <a:xfrm>
            <a:off x="7730417" y="3346704"/>
            <a:ext cx="164592" cy="164592"/>
          </a:xfrm>
          <a:prstGeom prst="ellipse">
            <a:avLst/>
          </a:prstGeom>
          <a:solidFill>
            <a:schemeClr val="bg2"/>
          </a:solidFill>
          <a:ln w="12700" cap="flat">
            <a:noFill/>
            <a:prstDash val="solid"/>
            <a:miter/>
          </a:ln>
        </p:spPr>
        <p:txBody>
          <a:bodyPr rtlCol="0" anchor="ctr"/>
          <a:lstStyle/>
          <a:p>
            <a:pPr algn="l"/>
            <a:endParaRPr lang="en-US" noProof="0" dirty="0"/>
          </a:p>
        </p:txBody>
      </p:sp>
      <p:sp>
        <p:nvSpPr>
          <p:cNvPr id="14" name="Text Placeholder 13">
            <a:extLst>
              <a:ext uri="{FF2B5EF4-FFF2-40B4-BE49-F238E27FC236}">
                <a16:creationId xmlns:a16="http://schemas.microsoft.com/office/drawing/2014/main" id="{F925B8D3-7699-4838-BB92-099F0752EF4D}"/>
              </a:ext>
            </a:extLst>
          </p:cNvPr>
          <p:cNvSpPr>
            <a:spLocks noGrp="1"/>
          </p:cNvSpPr>
          <p:nvPr>
            <p:ph type="body" sz="quarter" idx="14" hasCustomPrompt="1"/>
          </p:nvPr>
        </p:nvSpPr>
        <p:spPr>
          <a:xfrm>
            <a:off x="1006251" y="2809757"/>
            <a:ext cx="1171388" cy="484441"/>
          </a:xfrm>
        </p:spPr>
        <p:txBody>
          <a:bodyPr>
            <a:noAutofit/>
          </a:bodyPr>
          <a:lstStyle>
            <a:lvl1pPr marL="0" indent="0">
              <a:buNone/>
              <a:defRPr sz="3500">
                <a:latin typeface="+mj-lt"/>
              </a:defRPr>
            </a:lvl1pPr>
          </a:lstStyle>
          <a:p>
            <a:pPr lvl="0"/>
            <a:r>
              <a:rPr lang="en-US" noProof="0"/>
              <a:t>Year</a:t>
            </a:r>
          </a:p>
        </p:txBody>
      </p:sp>
      <p:sp>
        <p:nvSpPr>
          <p:cNvPr id="21" name="Text Placeholder 13">
            <a:extLst>
              <a:ext uri="{FF2B5EF4-FFF2-40B4-BE49-F238E27FC236}">
                <a16:creationId xmlns:a16="http://schemas.microsoft.com/office/drawing/2014/main" id="{F0ED1E4A-D0B2-44B6-AE21-6DC45B20C67E}"/>
              </a:ext>
            </a:extLst>
          </p:cNvPr>
          <p:cNvSpPr>
            <a:spLocks noGrp="1"/>
          </p:cNvSpPr>
          <p:nvPr>
            <p:ph type="body" sz="quarter" idx="15" hasCustomPrompt="1"/>
          </p:nvPr>
        </p:nvSpPr>
        <p:spPr>
          <a:xfrm>
            <a:off x="956944" y="3579013"/>
            <a:ext cx="1646588" cy="1907381"/>
          </a:xfrm>
        </p:spPr>
        <p:txBody>
          <a:bodyPr>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a:r>
              <a:rPr lang="en-US" noProof="0"/>
              <a:t>Edit Master text styles</a:t>
            </a:r>
          </a:p>
        </p:txBody>
      </p:sp>
      <p:sp>
        <p:nvSpPr>
          <p:cNvPr id="23" name="Text Placeholder 13">
            <a:extLst>
              <a:ext uri="{FF2B5EF4-FFF2-40B4-BE49-F238E27FC236}">
                <a16:creationId xmlns:a16="http://schemas.microsoft.com/office/drawing/2014/main" id="{4648B297-D9C8-4F98-BBDB-5A2891F9499E}"/>
              </a:ext>
            </a:extLst>
          </p:cNvPr>
          <p:cNvSpPr>
            <a:spLocks noGrp="1"/>
          </p:cNvSpPr>
          <p:nvPr>
            <p:ph type="body" sz="quarter" idx="16" hasCustomPrompt="1"/>
          </p:nvPr>
        </p:nvSpPr>
        <p:spPr>
          <a:xfrm>
            <a:off x="2688286" y="2809757"/>
            <a:ext cx="1171388" cy="484441"/>
          </a:xfrm>
        </p:spPr>
        <p:txBody>
          <a:bodyPr>
            <a:noAutofit/>
          </a:bodyPr>
          <a:lstStyle>
            <a:lvl1pPr marL="0" indent="0">
              <a:buNone/>
              <a:defRPr sz="3500">
                <a:latin typeface="+mj-lt"/>
              </a:defRPr>
            </a:lvl1pPr>
          </a:lstStyle>
          <a:p>
            <a:pPr lvl="0"/>
            <a:r>
              <a:rPr lang="en-US" noProof="0"/>
              <a:t>Year</a:t>
            </a:r>
          </a:p>
        </p:txBody>
      </p:sp>
      <p:sp>
        <p:nvSpPr>
          <p:cNvPr id="24" name="Text Placeholder 13">
            <a:extLst>
              <a:ext uri="{FF2B5EF4-FFF2-40B4-BE49-F238E27FC236}">
                <a16:creationId xmlns:a16="http://schemas.microsoft.com/office/drawing/2014/main" id="{C5B52EBA-EDDF-4C7B-A681-393B771D3437}"/>
              </a:ext>
            </a:extLst>
          </p:cNvPr>
          <p:cNvSpPr>
            <a:spLocks noGrp="1"/>
          </p:cNvSpPr>
          <p:nvPr>
            <p:ph type="body" sz="quarter" idx="17" hasCustomPrompt="1"/>
          </p:nvPr>
        </p:nvSpPr>
        <p:spPr>
          <a:xfrm>
            <a:off x="2638979" y="3579013"/>
            <a:ext cx="1646588" cy="1907381"/>
          </a:xfrm>
        </p:spPr>
        <p:txBody>
          <a:bodyPr>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a:r>
              <a:rPr lang="en-US" noProof="0"/>
              <a:t>Edit Master text styles</a:t>
            </a:r>
          </a:p>
        </p:txBody>
      </p:sp>
      <p:sp>
        <p:nvSpPr>
          <p:cNvPr id="25" name="Text Placeholder 13">
            <a:extLst>
              <a:ext uri="{FF2B5EF4-FFF2-40B4-BE49-F238E27FC236}">
                <a16:creationId xmlns:a16="http://schemas.microsoft.com/office/drawing/2014/main" id="{97BC10B9-E990-4199-8B1A-8B69D6F40D81}"/>
              </a:ext>
            </a:extLst>
          </p:cNvPr>
          <p:cNvSpPr>
            <a:spLocks noGrp="1"/>
          </p:cNvSpPr>
          <p:nvPr>
            <p:ph type="body" sz="quarter" idx="18" hasCustomPrompt="1"/>
          </p:nvPr>
        </p:nvSpPr>
        <p:spPr>
          <a:xfrm>
            <a:off x="4370321" y="2809757"/>
            <a:ext cx="1171388" cy="484441"/>
          </a:xfrm>
        </p:spPr>
        <p:txBody>
          <a:bodyPr>
            <a:noAutofit/>
          </a:bodyPr>
          <a:lstStyle>
            <a:lvl1pPr marL="0" indent="0">
              <a:buNone/>
              <a:defRPr sz="3500">
                <a:latin typeface="+mj-lt"/>
              </a:defRPr>
            </a:lvl1pPr>
          </a:lstStyle>
          <a:p>
            <a:pPr lvl="0"/>
            <a:r>
              <a:rPr lang="en-US" noProof="0"/>
              <a:t>Year</a:t>
            </a:r>
          </a:p>
        </p:txBody>
      </p:sp>
      <p:sp>
        <p:nvSpPr>
          <p:cNvPr id="26" name="Text Placeholder 13">
            <a:extLst>
              <a:ext uri="{FF2B5EF4-FFF2-40B4-BE49-F238E27FC236}">
                <a16:creationId xmlns:a16="http://schemas.microsoft.com/office/drawing/2014/main" id="{5876A64D-FA56-4565-8EBF-B9D51A8B20DC}"/>
              </a:ext>
            </a:extLst>
          </p:cNvPr>
          <p:cNvSpPr>
            <a:spLocks noGrp="1"/>
          </p:cNvSpPr>
          <p:nvPr>
            <p:ph type="body" sz="quarter" idx="19" hasCustomPrompt="1"/>
          </p:nvPr>
        </p:nvSpPr>
        <p:spPr>
          <a:xfrm>
            <a:off x="4321014" y="3579013"/>
            <a:ext cx="1646588" cy="1907381"/>
          </a:xfrm>
        </p:spPr>
        <p:txBody>
          <a:bodyPr>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a:r>
              <a:rPr lang="en-US" noProof="0"/>
              <a:t>Edit Master text styles</a:t>
            </a:r>
          </a:p>
        </p:txBody>
      </p:sp>
      <p:sp>
        <p:nvSpPr>
          <p:cNvPr id="27" name="Text Placeholder 13">
            <a:extLst>
              <a:ext uri="{FF2B5EF4-FFF2-40B4-BE49-F238E27FC236}">
                <a16:creationId xmlns:a16="http://schemas.microsoft.com/office/drawing/2014/main" id="{CA843817-8244-446A-9618-257B5329B463}"/>
              </a:ext>
            </a:extLst>
          </p:cNvPr>
          <p:cNvSpPr>
            <a:spLocks noGrp="1"/>
          </p:cNvSpPr>
          <p:nvPr>
            <p:ph type="body" sz="quarter" idx="20" hasCustomPrompt="1"/>
          </p:nvPr>
        </p:nvSpPr>
        <p:spPr>
          <a:xfrm>
            <a:off x="6052356" y="2809757"/>
            <a:ext cx="1171388" cy="484441"/>
          </a:xfrm>
        </p:spPr>
        <p:txBody>
          <a:bodyPr>
            <a:noAutofit/>
          </a:bodyPr>
          <a:lstStyle>
            <a:lvl1pPr marL="0" indent="0">
              <a:buNone/>
              <a:defRPr sz="3500">
                <a:latin typeface="+mj-lt"/>
              </a:defRPr>
            </a:lvl1pPr>
          </a:lstStyle>
          <a:p>
            <a:pPr lvl="0"/>
            <a:r>
              <a:rPr lang="en-US" noProof="0"/>
              <a:t>Year</a:t>
            </a:r>
          </a:p>
        </p:txBody>
      </p:sp>
      <p:sp>
        <p:nvSpPr>
          <p:cNvPr id="28" name="Text Placeholder 13">
            <a:extLst>
              <a:ext uri="{FF2B5EF4-FFF2-40B4-BE49-F238E27FC236}">
                <a16:creationId xmlns:a16="http://schemas.microsoft.com/office/drawing/2014/main" id="{86A6FE38-5036-4D35-93E4-07C5DEC4010D}"/>
              </a:ext>
            </a:extLst>
          </p:cNvPr>
          <p:cNvSpPr>
            <a:spLocks noGrp="1"/>
          </p:cNvSpPr>
          <p:nvPr>
            <p:ph type="body" sz="quarter" idx="21" hasCustomPrompt="1"/>
          </p:nvPr>
        </p:nvSpPr>
        <p:spPr>
          <a:xfrm>
            <a:off x="6003049" y="3579013"/>
            <a:ext cx="1646588" cy="1907381"/>
          </a:xfrm>
        </p:spPr>
        <p:txBody>
          <a:bodyPr>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a:r>
              <a:rPr lang="en-US" noProof="0"/>
              <a:t>Edit Master text styles</a:t>
            </a:r>
          </a:p>
        </p:txBody>
      </p:sp>
      <p:sp>
        <p:nvSpPr>
          <p:cNvPr id="29" name="Text Placeholder 13">
            <a:extLst>
              <a:ext uri="{FF2B5EF4-FFF2-40B4-BE49-F238E27FC236}">
                <a16:creationId xmlns:a16="http://schemas.microsoft.com/office/drawing/2014/main" id="{1966E981-C557-4255-9DCC-162A429B5EE2}"/>
              </a:ext>
            </a:extLst>
          </p:cNvPr>
          <p:cNvSpPr>
            <a:spLocks noGrp="1"/>
          </p:cNvSpPr>
          <p:nvPr>
            <p:ph type="body" sz="quarter" idx="22" hasCustomPrompt="1"/>
          </p:nvPr>
        </p:nvSpPr>
        <p:spPr>
          <a:xfrm>
            <a:off x="7734391" y="2809757"/>
            <a:ext cx="1171388" cy="484441"/>
          </a:xfrm>
        </p:spPr>
        <p:txBody>
          <a:bodyPr>
            <a:noAutofit/>
          </a:bodyPr>
          <a:lstStyle>
            <a:lvl1pPr marL="0" indent="0">
              <a:buNone/>
              <a:defRPr sz="3500">
                <a:latin typeface="+mj-lt"/>
              </a:defRPr>
            </a:lvl1pPr>
          </a:lstStyle>
          <a:p>
            <a:pPr lvl="0"/>
            <a:r>
              <a:rPr lang="en-US" noProof="0"/>
              <a:t>Year</a:t>
            </a:r>
          </a:p>
        </p:txBody>
      </p:sp>
      <p:sp>
        <p:nvSpPr>
          <p:cNvPr id="30" name="Text Placeholder 13">
            <a:extLst>
              <a:ext uri="{FF2B5EF4-FFF2-40B4-BE49-F238E27FC236}">
                <a16:creationId xmlns:a16="http://schemas.microsoft.com/office/drawing/2014/main" id="{C386D796-CB69-4D7D-9C52-C41187CC88DB}"/>
              </a:ext>
            </a:extLst>
          </p:cNvPr>
          <p:cNvSpPr>
            <a:spLocks noGrp="1"/>
          </p:cNvSpPr>
          <p:nvPr>
            <p:ph type="body" sz="quarter" idx="23" hasCustomPrompt="1"/>
          </p:nvPr>
        </p:nvSpPr>
        <p:spPr>
          <a:xfrm>
            <a:off x="7685084" y="3579013"/>
            <a:ext cx="1646588" cy="1907381"/>
          </a:xfrm>
        </p:spPr>
        <p:txBody>
          <a:bodyPr>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a:r>
              <a:rPr lang="en-US" noProof="0"/>
              <a:t>Edit Master text styles</a:t>
            </a:r>
          </a:p>
        </p:txBody>
      </p:sp>
      <p:sp>
        <p:nvSpPr>
          <p:cNvPr id="31" name="Text Placeholder 13">
            <a:extLst>
              <a:ext uri="{FF2B5EF4-FFF2-40B4-BE49-F238E27FC236}">
                <a16:creationId xmlns:a16="http://schemas.microsoft.com/office/drawing/2014/main" id="{24441BBA-89B7-4AE6-91F6-04DB373B54F3}"/>
              </a:ext>
            </a:extLst>
          </p:cNvPr>
          <p:cNvSpPr>
            <a:spLocks noGrp="1"/>
          </p:cNvSpPr>
          <p:nvPr>
            <p:ph type="body" sz="quarter" idx="24" hasCustomPrompt="1"/>
          </p:nvPr>
        </p:nvSpPr>
        <p:spPr>
          <a:xfrm>
            <a:off x="9416424" y="2809757"/>
            <a:ext cx="1171388" cy="484441"/>
          </a:xfrm>
        </p:spPr>
        <p:txBody>
          <a:bodyPr>
            <a:noAutofit/>
          </a:bodyPr>
          <a:lstStyle>
            <a:lvl1pPr marL="0" indent="0">
              <a:buNone/>
              <a:defRPr sz="3500">
                <a:latin typeface="+mj-lt"/>
              </a:defRPr>
            </a:lvl1pPr>
          </a:lstStyle>
          <a:p>
            <a:pPr lvl="0"/>
            <a:r>
              <a:rPr lang="en-US" noProof="0"/>
              <a:t>Year</a:t>
            </a:r>
          </a:p>
        </p:txBody>
      </p:sp>
      <p:sp>
        <p:nvSpPr>
          <p:cNvPr id="32" name="Text Placeholder 13">
            <a:extLst>
              <a:ext uri="{FF2B5EF4-FFF2-40B4-BE49-F238E27FC236}">
                <a16:creationId xmlns:a16="http://schemas.microsoft.com/office/drawing/2014/main" id="{B117E4C6-D10A-4738-8283-D63AB1B314D2}"/>
              </a:ext>
            </a:extLst>
          </p:cNvPr>
          <p:cNvSpPr>
            <a:spLocks noGrp="1"/>
          </p:cNvSpPr>
          <p:nvPr>
            <p:ph type="body" sz="quarter" idx="25" hasCustomPrompt="1"/>
          </p:nvPr>
        </p:nvSpPr>
        <p:spPr>
          <a:xfrm>
            <a:off x="9367117" y="3579013"/>
            <a:ext cx="1646588" cy="1907381"/>
          </a:xfrm>
        </p:spPr>
        <p:txBody>
          <a:bodyPr>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a:r>
              <a:rPr lang="en-US" noProof="0"/>
              <a:t>Edit Master text styles</a:t>
            </a:r>
          </a:p>
        </p:txBody>
      </p:sp>
    </p:spTree>
    <p:extLst>
      <p:ext uri="{BB962C8B-B14F-4D97-AF65-F5344CB8AC3E}">
        <p14:creationId xmlns:p14="http://schemas.microsoft.com/office/powerpoint/2010/main" val="16799429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s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DAC5403-E1D0-4032-A9FE-410B2982643C}"/>
              </a:ext>
            </a:extLst>
          </p:cNvPr>
          <p:cNvSpPr/>
          <p:nvPr userDrawn="1"/>
        </p:nvSpPr>
        <p:spPr>
          <a:xfrm>
            <a:off x="0" y="0"/>
            <a:ext cx="12192000" cy="6858000"/>
          </a:xfrm>
          <a:prstGeom prst="rect">
            <a:avLst/>
          </a:prstGeom>
          <a:blipFill>
            <a:blip r:embed="rId2"/>
            <a:srcRect/>
            <a:stretch>
              <a:fillRect t="-6775" b="-5725"/>
            </a:stretch>
          </a:blipFill>
          <a:ln w="12700" cap="flat">
            <a:noFill/>
            <a:prstDash val="solid"/>
            <a:miter/>
          </a:ln>
        </p:spPr>
        <p:txBody>
          <a:bodyPr rtlCol="0" anchor="ctr"/>
          <a:lstStyle/>
          <a:p>
            <a:pPr algn="l"/>
            <a:endParaRPr lang="en-US" noProof="0" dirty="0"/>
          </a:p>
        </p:txBody>
      </p:sp>
      <p:sp>
        <p:nvSpPr>
          <p:cNvPr id="17" name="Rectangle 16">
            <a:extLst>
              <a:ext uri="{FF2B5EF4-FFF2-40B4-BE49-F238E27FC236}">
                <a16:creationId xmlns:a16="http://schemas.microsoft.com/office/drawing/2014/main" id="{08C75CBB-4E7D-408E-AF76-442117F41B42}"/>
              </a:ext>
            </a:extLst>
          </p:cNvPr>
          <p:cNvSpPr/>
          <p:nvPr userDrawn="1"/>
        </p:nvSpPr>
        <p:spPr>
          <a:xfrm>
            <a:off x="0" y="0"/>
            <a:ext cx="12192000" cy="6858000"/>
          </a:xfrm>
          <a:prstGeom prst="rect">
            <a:avLst/>
          </a:prstGeom>
          <a:solidFill>
            <a:schemeClr val="tx1">
              <a:alpha val="80000"/>
            </a:schemeClr>
          </a:solidFill>
          <a:ln w="12700" cap="flat">
            <a:noFill/>
            <a:prstDash val="solid"/>
            <a:miter/>
          </a:ln>
        </p:spPr>
        <p:txBody>
          <a:bodyPr rtlCol="0" anchor="ctr"/>
          <a:lstStyle/>
          <a:p>
            <a:pPr algn="l"/>
            <a:endParaRPr lang="en-US" noProof="0" dirty="0"/>
          </a:p>
        </p:txBody>
      </p:sp>
      <p:sp>
        <p:nvSpPr>
          <p:cNvPr id="21" name="Text Placeholder 26">
            <a:extLst>
              <a:ext uri="{FF2B5EF4-FFF2-40B4-BE49-F238E27FC236}">
                <a16:creationId xmlns:a16="http://schemas.microsoft.com/office/drawing/2014/main" id="{E013E669-E15F-4096-81CC-6637C4A9F9E7}"/>
              </a:ext>
            </a:extLst>
          </p:cNvPr>
          <p:cNvSpPr>
            <a:spLocks noGrp="1"/>
          </p:cNvSpPr>
          <p:nvPr>
            <p:ph type="body" sz="quarter" idx="21" hasCustomPrompt="1"/>
          </p:nvPr>
        </p:nvSpPr>
        <p:spPr>
          <a:xfrm>
            <a:off x="3912235" y="4447556"/>
            <a:ext cx="4367531" cy="474519"/>
          </a:xfrm>
        </p:spPr>
        <p:txBody>
          <a:bodyPr>
            <a:noAutofit/>
          </a:bodyPr>
          <a:lstStyle>
            <a:lvl1pPr marL="0" indent="0" algn="ctr">
              <a:buNone/>
              <a:defRPr sz="3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678-555-0128</a:t>
            </a:r>
          </a:p>
        </p:txBody>
      </p:sp>
      <p:sp>
        <p:nvSpPr>
          <p:cNvPr id="2" name="Title 1">
            <a:extLst>
              <a:ext uri="{FF2B5EF4-FFF2-40B4-BE49-F238E27FC236}">
                <a16:creationId xmlns:a16="http://schemas.microsoft.com/office/drawing/2014/main" id="{199AD403-A15F-4A2F-B050-AB874136E732}"/>
              </a:ext>
            </a:extLst>
          </p:cNvPr>
          <p:cNvSpPr>
            <a:spLocks noGrp="1"/>
          </p:cNvSpPr>
          <p:nvPr>
            <p:ph type="title" hasCustomPrompt="1"/>
          </p:nvPr>
        </p:nvSpPr>
        <p:spPr>
          <a:xfrm>
            <a:off x="1037021" y="1663690"/>
            <a:ext cx="10117959" cy="1517356"/>
          </a:xfrm>
        </p:spPr>
        <p:txBody>
          <a:bodyPr>
            <a:noAutofit/>
          </a:bodyPr>
          <a:lstStyle>
            <a:lvl1pPr algn="ctr">
              <a:defRPr sz="10000" b="0">
                <a:solidFill>
                  <a:schemeClr val="bg1"/>
                </a:solidFill>
              </a:defRPr>
            </a:lvl1pPr>
          </a:lstStyle>
          <a:p>
            <a:r>
              <a:rPr lang="en-US" noProof="0"/>
              <a:t>Thank You!</a:t>
            </a:r>
          </a:p>
        </p:txBody>
      </p:sp>
      <p:sp>
        <p:nvSpPr>
          <p:cNvPr id="23" name="Text Placeholder 26">
            <a:extLst>
              <a:ext uri="{FF2B5EF4-FFF2-40B4-BE49-F238E27FC236}">
                <a16:creationId xmlns:a16="http://schemas.microsoft.com/office/drawing/2014/main" id="{5BB088E3-63C1-423F-A939-150B8E1F87A7}"/>
              </a:ext>
            </a:extLst>
          </p:cNvPr>
          <p:cNvSpPr>
            <a:spLocks noGrp="1"/>
          </p:cNvSpPr>
          <p:nvPr>
            <p:ph type="body" sz="quarter" idx="20" hasCustomPrompt="1"/>
          </p:nvPr>
        </p:nvSpPr>
        <p:spPr>
          <a:xfrm>
            <a:off x="3912235" y="4152286"/>
            <a:ext cx="4367531" cy="288000"/>
          </a:xfrm>
        </p:spPr>
        <p:txBody>
          <a:bodyPr>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Phone</a:t>
            </a:r>
          </a:p>
        </p:txBody>
      </p:sp>
      <p:sp>
        <p:nvSpPr>
          <p:cNvPr id="36" name="Text Placeholder 14">
            <a:extLst>
              <a:ext uri="{FF2B5EF4-FFF2-40B4-BE49-F238E27FC236}">
                <a16:creationId xmlns:a16="http://schemas.microsoft.com/office/drawing/2014/main" id="{2A3D73F7-77EC-4576-B541-20C032F462DC}"/>
              </a:ext>
            </a:extLst>
          </p:cNvPr>
          <p:cNvSpPr>
            <a:spLocks noGrp="1"/>
          </p:cNvSpPr>
          <p:nvPr userDrawn="1">
            <p:ph type="body" sz="quarter" idx="13" hasCustomPrompt="1"/>
          </p:nvPr>
        </p:nvSpPr>
        <p:spPr>
          <a:xfrm>
            <a:off x="1050857" y="3264670"/>
            <a:ext cx="10090287" cy="606659"/>
          </a:xfrm>
        </p:spPr>
        <p:txBody>
          <a:bodyPr>
            <a:noAutofit/>
          </a:bodyPr>
          <a:lstStyle>
            <a:lvl1pPr marL="0" indent="0" algn="ctr">
              <a:buNone/>
              <a:defRPr sz="3000" b="0" i="0">
                <a:solidFill>
                  <a:schemeClr val="bg2"/>
                </a:solidFill>
              </a:defRPr>
            </a:lvl1pPr>
          </a:lstStyle>
          <a:p>
            <a:pPr lvl="0"/>
            <a:r>
              <a:rPr lang="en-US" noProof="0"/>
              <a:t>ALEXANDER MARTENSSON</a:t>
            </a:r>
          </a:p>
        </p:txBody>
      </p:sp>
      <p:sp>
        <p:nvSpPr>
          <p:cNvPr id="15" name="Rectangle 14">
            <a:extLst>
              <a:ext uri="{FF2B5EF4-FFF2-40B4-BE49-F238E27FC236}">
                <a16:creationId xmlns:a16="http://schemas.microsoft.com/office/drawing/2014/main" id="{B1AB1BF5-25AE-4D07-8C5B-8ED82109AAFD}"/>
              </a:ext>
            </a:extLst>
          </p:cNvPr>
          <p:cNvSpPr/>
          <p:nvPr userDrawn="1"/>
        </p:nvSpPr>
        <p:spPr>
          <a:xfrm>
            <a:off x="376428" y="374904"/>
            <a:ext cx="11439144" cy="6108192"/>
          </a:xfrm>
          <a:prstGeom prst="rect">
            <a:avLst/>
          </a:prstGeom>
          <a:noFill/>
          <a:ln w="12700" cap="flat">
            <a:solidFill>
              <a:schemeClr val="bg2"/>
            </a:solidFill>
            <a:prstDash val="solid"/>
            <a:miter/>
          </a:ln>
        </p:spPr>
        <p:txBody>
          <a:bodyPr rtlCol="0" anchor="ctr"/>
          <a:lstStyle/>
          <a:p>
            <a:pPr algn="l"/>
            <a:endParaRPr lang="en-US" noProof="0" dirty="0"/>
          </a:p>
        </p:txBody>
      </p:sp>
      <p:sp>
        <p:nvSpPr>
          <p:cNvPr id="16" name="Rectangle 15">
            <a:extLst>
              <a:ext uri="{FF2B5EF4-FFF2-40B4-BE49-F238E27FC236}">
                <a16:creationId xmlns:a16="http://schemas.microsoft.com/office/drawing/2014/main" id="{40356ECE-618B-4CAE-B0AA-1F1C86CF382A}"/>
              </a:ext>
            </a:extLst>
          </p:cNvPr>
          <p:cNvSpPr/>
          <p:nvPr userDrawn="1"/>
        </p:nvSpPr>
        <p:spPr>
          <a:xfrm>
            <a:off x="445008" y="443484"/>
            <a:ext cx="11301984" cy="5971032"/>
          </a:xfrm>
          <a:prstGeom prst="rect">
            <a:avLst/>
          </a:prstGeom>
          <a:noFill/>
          <a:ln w="25400" cap="flat">
            <a:solidFill>
              <a:schemeClr val="bg2"/>
            </a:solidFill>
            <a:prstDash val="solid"/>
            <a:miter/>
          </a:ln>
        </p:spPr>
        <p:txBody>
          <a:bodyPr rtlCol="0" anchor="ctr"/>
          <a:lstStyle/>
          <a:p>
            <a:pPr algn="l"/>
            <a:endParaRPr lang="en-US" noProof="0" dirty="0"/>
          </a:p>
        </p:txBody>
      </p:sp>
      <p:cxnSp>
        <p:nvCxnSpPr>
          <p:cNvPr id="6" name="Straight Connector 5">
            <a:extLst>
              <a:ext uri="{FF2B5EF4-FFF2-40B4-BE49-F238E27FC236}">
                <a16:creationId xmlns:a16="http://schemas.microsoft.com/office/drawing/2014/main" id="{2B62C84D-B809-41CE-8FCD-935E2343985F}"/>
              </a:ext>
            </a:extLst>
          </p:cNvPr>
          <p:cNvCxnSpPr/>
          <p:nvPr userDrawn="1"/>
        </p:nvCxnSpPr>
        <p:spPr>
          <a:xfrm>
            <a:off x="5711952" y="5004104"/>
            <a:ext cx="768096"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B0670BD7-5166-40F4-A6FC-B5B1D91577B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608400" y="2987075"/>
            <a:ext cx="4975200" cy="114227"/>
          </a:xfrm>
          <a:prstGeom prst="rect">
            <a:avLst/>
          </a:prstGeom>
        </p:spPr>
      </p:pic>
      <p:sp>
        <p:nvSpPr>
          <p:cNvPr id="12" name="Text Placeholder 26">
            <a:extLst>
              <a:ext uri="{FF2B5EF4-FFF2-40B4-BE49-F238E27FC236}">
                <a16:creationId xmlns:a16="http://schemas.microsoft.com/office/drawing/2014/main" id="{21AF3F24-9D59-456A-9130-8C4049C34FAB}"/>
              </a:ext>
            </a:extLst>
          </p:cNvPr>
          <p:cNvSpPr>
            <a:spLocks noGrp="1"/>
          </p:cNvSpPr>
          <p:nvPr>
            <p:ph type="body" sz="quarter" idx="22" hasCustomPrompt="1"/>
          </p:nvPr>
        </p:nvSpPr>
        <p:spPr>
          <a:xfrm>
            <a:off x="2895600" y="5423227"/>
            <a:ext cx="6400800" cy="474519"/>
          </a:xfrm>
        </p:spPr>
        <p:txBody>
          <a:bodyPr>
            <a:noAutofit/>
          </a:bodyPr>
          <a:lstStyle>
            <a:lvl1pPr marL="0" indent="0" algn="ctr">
              <a:buNone/>
              <a:defRPr sz="3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MARTENSSON@EXAMPLE.COM</a:t>
            </a:r>
          </a:p>
        </p:txBody>
      </p:sp>
      <p:sp>
        <p:nvSpPr>
          <p:cNvPr id="14" name="Text Placeholder 26">
            <a:extLst>
              <a:ext uri="{FF2B5EF4-FFF2-40B4-BE49-F238E27FC236}">
                <a16:creationId xmlns:a16="http://schemas.microsoft.com/office/drawing/2014/main" id="{716B9C4F-E33C-4EA7-A4F7-A2137CFCF2FD}"/>
              </a:ext>
            </a:extLst>
          </p:cNvPr>
          <p:cNvSpPr>
            <a:spLocks noGrp="1"/>
          </p:cNvSpPr>
          <p:nvPr>
            <p:ph type="body" sz="quarter" idx="23" hasCustomPrompt="1"/>
          </p:nvPr>
        </p:nvSpPr>
        <p:spPr>
          <a:xfrm>
            <a:off x="3912235" y="5121518"/>
            <a:ext cx="4367531" cy="288000"/>
          </a:xfrm>
        </p:spPr>
        <p:txBody>
          <a:bodyPr>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Email</a:t>
            </a:r>
          </a:p>
        </p:txBody>
      </p:sp>
    </p:spTree>
    <p:extLst>
      <p:ext uri="{BB962C8B-B14F-4D97-AF65-F5344CB8AC3E}">
        <p14:creationId xmlns:p14="http://schemas.microsoft.com/office/powerpoint/2010/main" val="20918796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hanks Layout">
    <p:spTree>
      <p:nvGrpSpPr>
        <p:cNvPr id="1" name=""/>
        <p:cNvGrpSpPr/>
        <p:nvPr/>
      </p:nvGrpSpPr>
      <p:grpSpPr>
        <a:xfrm>
          <a:off x="0" y="0"/>
          <a:ext cx="0" cy="0"/>
          <a:chOff x="0" y="0"/>
          <a:chExt cx="0" cy="0"/>
        </a:xfrm>
      </p:grpSpPr>
      <p:sp>
        <p:nvSpPr>
          <p:cNvPr id="18" name="Picture Placeholder 6">
            <a:extLst>
              <a:ext uri="{FF2B5EF4-FFF2-40B4-BE49-F238E27FC236}">
                <a16:creationId xmlns:a16="http://schemas.microsoft.com/office/drawing/2014/main" id="{EDD611DF-9DFE-B043-8BAE-EE27852FDACD}"/>
              </a:ext>
            </a:extLst>
          </p:cNvPr>
          <p:cNvSpPr>
            <a:spLocks noGrp="1"/>
          </p:cNvSpPr>
          <p:nvPr>
            <p:ph type="pic" sz="quarter" idx="18"/>
          </p:nvPr>
        </p:nvSpPr>
        <p:spPr>
          <a:xfrm>
            <a:off x="0" y="0"/>
            <a:ext cx="12192000" cy="6858000"/>
          </a:xfrm>
        </p:spPr>
        <p:txBody>
          <a:bodyPr anchor="ctr" anchorCtr="0">
            <a:normAutofit/>
          </a:bodyPr>
          <a:lstStyle>
            <a:lvl1pPr marL="0" indent="0" algn="ctr">
              <a:buFont typeface="Arial" panose="020B0604020202020204" pitchFamily="34" charset="0"/>
              <a:buNone/>
              <a:defRPr sz="1400"/>
            </a:lvl1pPr>
          </a:lstStyle>
          <a:p>
            <a:r>
              <a:rPr lang="en-US" noProof="0"/>
              <a:t>Click icon to add picture</a:t>
            </a:r>
            <a:endParaRPr lang="en-US" noProof="0" dirty="0"/>
          </a:p>
        </p:txBody>
      </p:sp>
      <p:sp>
        <p:nvSpPr>
          <p:cNvPr id="21" name="Text Placeholder 26">
            <a:extLst>
              <a:ext uri="{FF2B5EF4-FFF2-40B4-BE49-F238E27FC236}">
                <a16:creationId xmlns:a16="http://schemas.microsoft.com/office/drawing/2014/main" id="{E013E669-E15F-4096-81CC-6637C4A9F9E7}"/>
              </a:ext>
            </a:extLst>
          </p:cNvPr>
          <p:cNvSpPr>
            <a:spLocks noGrp="1"/>
          </p:cNvSpPr>
          <p:nvPr>
            <p:ph type="body" sz="quarter" idx="21" hasCustomPrompt="1"/>
          </p:nvPr>
        </p:nvSpPr>
        <p:spPr>
          <a:xfrm>
            <a:off x="3912235" y="4447556"/>
            <a:ext cx="4367531" cy="474519"/>
          </a:xfrm>
        </p:spPr>
        <p:txBody>
          <a:bodyPr>
            <a:noAutofit/>
          </a:bodyPr>
          <a:lstStyle>
            <a:lvl1pPr marL="0" indent="0" algn="ctr">
              <a:buNone/>
              <a:defRPr sz="3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678-555-0128</a:t>
            </a:r>
          </a:p>
        </p:txBody>
      </p:sp>
      <p:sp>
        <p:nvSpPr>
          <p:cNvPr id="2" name="Title 1">
            <a:extLst>
              <a:ext uri="{FF2B5EF4-FFF2-40B4-BE49-F238E27FC236}">
                <a16:creationId xmlns:a16="http://schemas.microsoft.com/office/drawing/2014/main" id="{199AD403-A15F-4A2F-B050-AB874136E732}"/>
              </a:ext>
            </a:extLst>
          </p:cNvPr>
          <p:cNvSpPr>
            <a:spLocks noGrp="1"/>
          </p:cNvSpPr>
          <p:nvPr>
            <p:ph type="title" hasCustomPrompt="1"/>
          </p:nvPr>
        </p:nvSpPr>
        <p:spPr>
          <a:xfrm>
            <a:off x="1037021" y="1663690"/>
            <a:ext cx="10117959" cy="1517356"/>
          </a:xfrm>
        </p:spPr>
        <p:txBody>
          <a:bodyPr>
            <a:noAutofit/>
          </a:bodyPr>
          <a:lstStyle>
            <a:lvl1pPr algn="ctr">
              <a:defRPr sz="10000" b="0">
                <a:solidFill>
                  <a:schemeClr val="bg1"/>
                </a:solidFill>
              </a:defRPr>
            </a:lvl1pPr>
          </a:lstStyle>
          <a:p>
            <a:r>
              <a:rPr lang="en-US" noProof="0"/>
              <a:t>Thank You!</a:t>
            </a:r>
          </a:p>
        </p:txBody>
      </p:sp>
      <p:sp>
        <p:nvSpPr>
          <p:cNvPr id="23" name="Text Placeholder 26">
            <a:extLst>
              <a:ext uri="{FF2B5EF4-FFF2-40B4-BE49-F238E27FC236}">
                <a16:creationId xmlns:a16="http://schemas.microsoft.com/office/drawing/2014/main" id="{5BB088E3-63C1-423F-A939-150B8E1F87A7}"/>
              </a:ext>
            </a:extLst>
          </p:cNvPr>
          <p:cNvSpPr>
            <a:spLocks noGrp="1"/>
          </p:cNvSpPr>
          <p:nvPr>
            <p:ph type="body" sz="quarter" idx="20" hasCustomPrompt="1"/>
          </p:nvPr>
        </p:nvSpPr>
        <p:spPr>
          <a:xfrm>
            <a:off x="3912235" y="4152286"/>
            <a:ext cx="4367531" cy="288000"/>
          </a:xfrm>
        </p:spPr>
        <p:txBody>
          <a:bodyPr>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Phone</a:t>
            </a:r>
          </a:p>
        </p:txBody>
      </p:sp>
      <p:sp>
        <p:nvSpPr>
          <p:cNvPr id="36" name="Text Placeholder 14">
            <a:extLst>
              <a:ext uri="{FF2B5EF4-FFF2-40B4-BE49-F238E27FC236}">
                <a16:creationId xmlns:a16="http://schemas.microsoft.com/office/drawing/2014/main" id="{2A3D73F7-77EC-4576-B541-20C032F462DC}"/>
              </a:ext>
            </a:extLst>
          </p:cNvPr>
          <p:cNvSpPr>
            <a:spLocks noGrp="1"/>
          </p:cNvSpPr>
          <p:nvPr userDrawn="1">
            <p:ph type="body" sz="quarter" idx="13" hasCustomPrompt="1"/>
          </p:nvPr>
        </p:nvSpPr>
        <p:spPr>
          <a:xfrm>
            <a:off x="1050857" y="3264670"/>
            <a:ext cx="10090287" cy="606659"/>
          </a:xfrm>
        </p:spPr>
        <p:txBody>
          <a:bodyPr>
            <a:noAutofit/>
          </a:bodyPr>
          <a:lstStyle>
            <a:lvl1pPr marL="0" indent="0" algn="ctr">
              <a:buNone/>
              <a:defRPr sz="3000" b="0" i="0">
                <a:solidFill>
                  <a:schemeClr val="bg2"/>
                </a:solidFill>
              </a:defRPr>
            </a:lvl1pPr>
          </a:lstStyle>
          <a:p>
            <a:pPr lvl="0"/>
            <a:r>
              <a:rPr lang="en-US" noProof="0"/>
              <a:t>ALEXANDER MARTENSSON</a:t>
            </a:r>
          </a:p>
        </p:txBody>
      </p:sp>
      <p:sp>
        <p:nvSpPr>
          <p:cNvPr id="15" name="Rectangle 14">
            <a:extLst>
              <a:ext uri="{FF2B5EF4-FFF2-40B4-BE49-F238E27FC236}">
                <a16:creationId xmlns:a16="http://schemas.microsoft.com/office/drawing/2014/main" id="{B1AB1BF5-25AE-4D07-8C5B-8ED82109AAFD}"/>
              </a:ext>
            </a:extLst>
          </p:cNvPr>
          <p:cNvSpPr/>
          <p:nvPr userDrawn="1"/>
        </p:nvSpPr>
        <p:spPr>
          <a:xfrm>
            <a:off x="376428" y="374904"/>
            <a:ext cx="11439144" cy="6108192"/>
          </a:xfrm>
          <a:prstGeom prst="rect">
            <a:avLst/>
          </a:prstGeom>
          <a:noFill/>
          <a:ln w="12700" cap="flat">
            <a:solidFill>
              <a:schemeClr val="bg2"/>
            </a:solidFill>
            <a:prstDash val="solid"/>
            <a:miter/>
          </a:ln>
        </p:spPr>
        <p:txBody>
          <a:bodyPr rtlCol="0" anchor="ctr"/>
          <a:lstStyle/>
          <a:p>
            <a:pPr algn="l"/>
            <a:endParaRPr lang="en-US" noProof="0" dirty="0"/>
          </a:p>
        </p:txBody>
      </p:sp>
      <p:sp>
        <p:nvSpPr>
          <p:cNvPr id="16" name="Rectangle 15">
            <a:extLst>
              <a:ext uri="{FF2B5EF4-FFF2-40B4-BE49-F238E27FC236}">
                <a16:creationId xmlns:a16="http://schemas.microsoft.com/office/drawing/2014/main" id="{40356ECE-618B-4CAE-B0AA-1F1C86CF382A}"/>
              </a:ext>
            </a:extLst>
          </p:cNvPr>
          <p:cNvSpPr/>
          <p:nvPr userDrawn="1"/>
        </p:nvSpPr>
        <p:spPr>
          <a:xfrm>
            <a:off x="445008" y="443484"/>
            <a:ext cx="11301984" cy="5971032"/>
          </a:xfrm>
          <a:prstGeom prst="rect">
            <a:avLst/>
          </a:prstGeom>
          <a:noFill/>
          <a:ln w="25400" cap="flat">
            <a:solidFill>
              <a:schemeClr val="bg2"/>
            </a:solidFill>
            <a:prstDash val="solid"/>
            <a:miter/>
          </a:ln>
        </p:spPr>
        <p:txBody>
          <a:bodyPr rtlCol="0" anchor="ctr"/>
          <a:lstStyle/>
          <a:p>
            <a:pPr algn="l"/>
            <a:endParaRPr lang="en-US" noProof="0" dirty="0"/>
          </a:p>
        </p:txBody>
      </p:sp>
      <p:cxnSp>
        <p:nvCxnSpPr>
          <p:cNvPr id="6" name="Straight Connector 5">
            <a:extLst>
              <a:ext uri="{FF2B5EF4-FFF2-40B4-BE49-F238E27FC236}">
                <a16:creationId xmlns:a16="http://schemas.microsoft.com/office/drawing/2014/main" id="{2B62C84D-B809-41CE-8FCD-935E2343985F}"/>
              </a:ext>
            </a:extLst>
          </p:cNvPr>
          <p:cNvCxnSpPr/>
          <p:nvPr userDrawn="1"/>
        </p:nvCxnSpPr>
        <p:spPr>
          <a:xfrm>
            <a:off x="5711952" y="5004104"/>
            <a:ext cx="768096"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Text Placeholder 26">
            <a:extLst>
              <a:ext uri="{FF2B5EF4-FFF2-40B4-BE49-F238E27FC236}">
                <a16:creationId xmlns:a16="http://schemas.microsoft.com/office/drawing/2014/main" id="{21AF3F24-9D59-456A-9130-8C4049C34FAB}"/>
              </a:ext>
            </a:extLst>
          </p:cNvPr>
          <p:cNvSpPr>
            <a:spLocks noGrp="1"/>
          </p:cNvSpPr>
          <p:nvPr>
            <p:ph type="body" sz="quarter" idx="22" hasCustomPrompt="1"/>
          </p:nvPr>
        </p:nvSpPr>
        <p:spPr>
          <a:xfrm>
            <a:off x="3135722" y="5423227"/>
            <a:ext cx="5920556" cy="474519"/>
          </a:xfrm>
        </p:spPr>
        <p:txBody>
          <a:bodyPr>
            <a:noAutofit/>
          </a:bodyPr>
          <a:lstStyle>
            <a:lvl1pPr marL="0" indent="0" algn="ctr">
              <a:buNone/>
              <a:defRPr sz="3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MARTENSSON@GMAIL.COM</a:t>
            </a:r>
          </a:p>
        </p:txBody>
      </p:sp>
      <p:sp>
        <p:nvSpPr>
          <p:cNvPr id="14" name="Text Placeholder 26">
            <a:extLst>
              <a:ext uri="{FF2B5EF4-FFF2-40B4-BE49-F238E27FC236}">
                <a16:creationId xmlns:a16="http://schemas.microsoft.com/office/drawing/2014/main" id="{716B9C4F-E33C-4EA7-A4F7-A2137CFCF2FD}"/>
              </a:ext>
            </a:extLst>
          </p:cNvPr>
          <p:cNvSpPr>
            <a:spLocks noGrp="1"/>
          </p:cNvSpPr>
          <p:nvPr>
            <p:ph type="body" sz="quarter" idx="23" hasCustomPrompt="1"/>
          </p:nvPr>
        </p:nvSpPr>
        <p:spPr>
          <a:xfrm>
            <a:off x="3912235" y="5121518"/>
            <a:ext cx="4367531" cy="288000"/>
          </a:xfrm>
        </p:spPr>
        <p:txBody>
          <a:bodyPr>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Email</a:t>
            </a:r>
          </a:p>
        </p:txBody>
      </p:sp>
    </p:spTree>
    <p:extLst>
      <p:ext uri="{BB962C8B-B14F-4D97-AF65-F5344CB8AC3E}">
        <p14:creationId xmlns:p14="http://schemas.microsoft.com/office/powerpoint/2010/main" val="4053281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DAC5403-E1D0-4032-A9FE-410B2982643C}"/>
              </a:ext>
            </a:extLst>
          </p:cNvPr>
          <p:cNvSpPr/>
          <p:nvPr userDrawn="1"/>
        </p:nvSpPr>
        <p:spPr>
          <a:xfrm>
            <a:off x="0" y="0"/>
            <a:ext cx="12192000" cy="6858000"/>
          </a:xfrm>
          <a:prstGeom prst="rect">
            <a:avLst/>
          </a:prstGeom>
          <a:blipFill>
            <a:blip r:embed="rId2"/>
            <a:srcRect/>
            <a:stretch>
              <a:fillRect/>
            </a:stretch>
          </a:blipFill>
          <a:ln w="12700" cap="flat">
            <a:noFill/>
            <a:prstDash val="solid"/>
            <a:miter/>
          </a:ln>
        </p:spPr>
        <p:txBody>
          <a:bodyPr rtlCol="0" anchor="ctr"/>
          <a:lstStyle/>
          <a:p>
            <a:pPr algn="l"/>
            <a:endParaRPr lang="en-US" noProof="0" dirty="0"/>
          </a:p>
        </p:txBody>
      </p:sp>
      <p:sp>
        <p:nvSpPr>
          <p:cNvPr id="11" name="Rectangle 10">
            <a:extLst>
              <a:ext uri="{FF2B5EF4-FFF2-40B4-BE49-F238E27FC236}">
                <a16:creationId xmlns:a16="http://schemas.microsoft.com/office/drawing/2014/main" id="{F3C0C995-565B-4516-BC98-CCDEE529B154}"/>
              </a:ext>
            </a:extLst>
          </p:cNvPr>
          <p:cNvSpPr/>
          <p:nvPr userDrawn="1"/>
        </p:nvSpPr>
        <p:spPr>
          <a:xfrm>
            <a:off x="0" y="0"/>
            <a:ext cx="12192000" cy="6858000"/>
          </a:xfrm>
          <a:prstGeom prst="rect">
            <a:avLst/>
          </a:prstGeom>
          <a:solidFill>
            <a:schemeClr val="tx1">
              <a:alpha val="80000"/>
            </a:schemeClr>
          </a:solidFill>
          <a:ln w="12700" cap="flat">
            <a:noFill/>
            <a:prstDash val="solid"/>
            <a:miter/>
          </a:ln>
        </p:spPr>
        <p:txBody>
          <a:bodyPr rtlCol="0" anchor="ctr"/>
          <a:lstStyle/>
          <a:p>
            <a:pPr algn="l"/>
            <a:endParaRPr lang="en-US" noProof="0" dirty="0"/>
          </a:p>
        </p:txBody>
      </p:sp>
      <p:sp>
        <p:nvSpPr>
          <p:cNvPr id="2" name="Title 1">
            <a:extLst>
              <a:ext uri="{FF2B5EF4-FFF2-40B4-BE49-F238E27FC236}">
                <a16:creationId xmlns:a16="http://schemas.microsoft.com/office/drawing/2014/main" id="{199AD403-A15F-4A2F-B050-AB874136E732}"/>
              </a:ext>
            </a:extLst>
          </p:cNvPr>
          <p:cNvSpPr>
            <a:spLocks noGrp="1"/>
          </p:cNvSpPr>
          <p:nvPr>
            <p:ph type="title" hasCustomPrompt="1"/>
          </p:nvPr>
        </p:nvSpPr>
        <p:spPr>
          <a:xfrm>
            <a:off x="1037021" y="2289328"/>
            <a:ext cx="10117959" cy="1517356"/>
          </a:xfrm>
        </p:spPr>
        <p:txBody>
          <a:bodyPr>
            <a:noAutofit/>
          </a:bodyPr>
          <a:lstStyle>
            <a:lvl1pPr algn="ctr">
              <a:defRPr sz="10000" b="0">
                <a:solidFill>
                  <a:schemeClr val="bg1"/>
                </a:solidFill>
              </a:defRPr>
            </a:lvl1pPr>
          </a:lstStyle>
          <a:p>
            <a:r>
              <a:rPr lang="en-US" noProof="0"/>
              <a:t>Presentation Title    </a:t>
            </a:r>
          </a:p>
        </p:txBody>
      </p:sp>
      <p:sp>
        <p:nvSpPr>
          <p:cNvPr id="15" name="Rectangle 14">
            <a:extLst>
              <a:ext uri="{FF2B5EF4-FFF2-40B4-BE49-F238E27FC236}">
                <a16:creationId xmlns:a16="http://schemas.microsoft.com/office/drawing/2014/main" id="{B1AB1BF5-25AE-4D07-8C5B-8ED82109AAFD}"/>
              </a:ext>
            </a:extLst>
          </p:cNvPr>
          <p:cNvSpPr/>
          <p:nvPr userDrawn="1"/>
        </p:nvSpPr>
        <p:spPr>
          <a:xfrm>
            <a:off x="376428" y="374904"/>
            <a:ext cx="11439144" cy="6108192"/>
          </a:xfrm>
          <a:prstGeom prst="rect">
            <a:avLst/>
          </a:prstGeom>
          <a:noFill/>
          <a:ln w="12700" cap="flat">
            <a:solidFill>
              <a:schemeClr val="bg2"/>
            </a:solidFill>
            <a:prstDash val="solid"/>
            <a:miter/>
          </a:ln>
        </p:spPr>
        <p:txBody>
          <a:bodyPr rtlCol="0" anchor="ctr"/>
          <a:lstStyle/>
          <a:p>
            <a:pPr algn="l"/>
            <a:endParaRPr lang="en-US" noProof="0" dirty="0"/>
          </a:p>
        </p:txBody>
      </p:sp>
      <p:sp>
        <p:nvSpPr>
          <p:cNvPr id="16" name="Rectangle 15">
            <a:extLst>
              <a:ext uri="{FF2B5EF4-FFF2-40B4-BE49-F238E27FC236}">
                <a16:creationId xmlns:a16="http://schemas.microsoft.com/office/drawing/2014/main" id="{40356ECE-618B-4CAE-B0AA-1F1C86CF382A}"/>
              </a:ext>
            </a:extLst>
          </p:cNvPr>
          <p:cNvSpPr/>
          <p:nvPr userDrawn="1"/>
        </p:nvSpPr>
        <p:spPr>
          <a:xfrm>
            <a:off x="445008" y="443484"/>
            <a:ext cx="11301984" cy="5971032"/>
          </a:xfrm>
          <a:prstGeom prst="rect">
            <a:avLst/>
          </a:prstGeom>
          <a:noFill/>
          <a:ln w="25400" cap="flat">
            <a:solidFill>
              <a:schemeClr val="bg2"/>
            </a:solidFill>
            <a:prstDash val="solid"/>
            <a:miter/>
          </a:ln>
        </p:spPr>
        <p:txBody>
          <a:bodyPr rtlCol="0" anchor="ctr"/>
          <a:lstStyle/>
          <a:p>
            <a:pPr algn="l"/>
            <a:endParaRPr lang="en-US" noProof="0" dirty="0"/>
          </a:p>
        </p:txBody>
      </p:sp>
      <p:pic>
        <p:nvPicPr>
          <p:cNvPr id="13" name="Graphic 12">
            <a:extLst>
              <a:ext uri="{FF2B5EF4-FFF2-40B4-BE49-F238E27FC236}">
                <a16:creationId xmlns:a16="http://schemas.microsoft.com/office/drawing/2014/main" id="{B0670BD7-5166-40F4-A6FC-B5B1D91577B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608400" y="3612713"/>
            <a:ext cx="4975200" cy="114227"/>
          </a:xfrm>
          <a:prstGeom prst="rect">
            <a:avLst/>
          </a:prstGeom>
        </p:spPr>
      </p:pic>
      <p:sp>
        <p:nvSpPr>
          <p:cNvPr id="9" name="Subtitle 2">
            <a:extLst>
              <a:ext uri="{FF2B5EF4-FFF2-40B4-BE49-F238E27FC236}">
                <a16:creationId xmlns:a16="http://schemas.microsoft.com/office/drawing/2014/main" id="{16A87704-FE99-4EBD-97FB-FBB15A227FC8}"/>
              </a:ext>
            </a:extLst>
          </p:cNvPr>
          <p:cNvSpPr>
            <a:spLocks noGrp="1"/>
          </p:cNvSpPr>
          <p:nvPr>
            <p:ph type="subTitle" idx="1" hasCustomPrompt="1"/>
          </p:nvPr>
        </p:nvSpPr>
        <p:spPr>
          <a:xfrm>
            <a:off x="1037021" y="3890308"/>
            <a:ext cx="10117959" cy="606659"/>
          </a:xfrm>
        </p:spPr>
        <p:txBody>
          <a:bodyPr vert="horz" lIns="91440" tIns="45720" rIns="91440" bIns="45720" rtlCol="0">
            <a:noAutofit/>
          </a:bodyPr>
          <a:lstStyle>
            <a:lvl1pPr marL="0" indent="0" algn="ctr">
              <a:buNone/>
              <a:defRPr lang="en-US" sz="3000" b="0" i="0">
                <a:solidFill>
                  <a:schemeClr val="bg2"/>
                </a:solidFill>
              </a:defRPr>
            </a:lvl1pPr>
          </a:lstStyle>
          <a:p>
            <a:pPr marL="228600" lvl="0" indent="-228600" algn="ctr"/>
            <a:r>
              <a:rPr lang="en-US" noProof="0"/>
              <a:t>CLICK TO EDIT MASTER SUBTITLE STYLE</a:t>
            </a:r>
          </a:p>
        </p:txBody>
      </p:sp>
    </p:spTree>
    <p:extLst>
      <p:ext uri="{BB962C8B-B14F-4D97-AF65-F5344CB8AC3E}">
        <p14:creationId xmlns:p14="http://schemas.microsoft.com/office/powerpoint/2010/main" val="1633381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4D6B2F7A-6215-4548-B8BA-BFBFA46660CF}"/>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a:endParaRPr lang="en-US" noProof="0" dirty="0"/>
          </a:p>
        </p:txBody>
      </p:sp>
      <p:sp>
        <p:nvSpPr>
          <p:cNvPr id="5" name="Slide Number Placeholder 4">
            <a:extLst>
              <a:ext uri="{FF2B5EF4-FFF2-40B4-BE49-F238E27FC236}">
                <a16:creationId xmlns:a16="http://schemas.microsoft.com/office/drawing/2014/main" id="{EAC4B419-8728-4000-B6EF-1ECF88F80B8B}"/>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2" name="Title 1">
            <a:extLst>
              <a:ext uri="{FF2B5EF4-FFF2-40B4-BE49-F238E27FC236}">
                <a16:creationId xmlns:a16="http://schemas.microsoft.com/office/drawing/2014/main" id="{A62FC5F7-2AC0-4A53-8E2A-D6A7F4B4D77C}"/>
              </a:ext>
            </a:extLst>
          </p:cNvPr>
          <p:cNvSpPr>
            <a:spLocks noGrp="1"/>
          </p:cNvSpPr>
          <p:nvPr>
            <p:ph type="title" hasCustomPrompt="1"/>
          </p:nvPr>
        </p:nvSpPr>
        <p:spPr>
          <a:xfrm>
            <a:off x="838200" y="652986"/>
            <a:ext cx="10515600" cy="904875"/>
          </a:xfrm>
        </p:spPr>
        <p:txBody>
          <a:bodyPr/>
          <a:lstStyle>
            <a:lvl1pPr algn="ctr">
              <a:defRPr b="0"/>
            </a:lvl1pPr>
          </a:lstStyle>
          <a:p>
            <a:r>
              <a:rPr lang="en-US" noProof="0"/>
              <a:t>Divider Slide</a:t>
            </a:r>
          </a:p>
        </p:txBody>
      </p:sp>
      <p:sp>
        <p:nvSpPr>
          <p:cNvPr id="3" name="Date Placeholder 2">
            <a:extLst>
              <a:ext uri="{FF2B5EF4-FFF2-40B4-BE49-F238E27FC236}">
                <a16:creationId xmlns:a16="http://schemas.microsoft.com/office/drawing/2014/main" id="{B516B06F-92DB-40BB-B026-E443732F67C8}"/>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a16="http://schemas.microsoft.com/office/drawing/2014/main" id="{11FF27C1-06BD-4F55-BB58-DC1D0892188F}"/>
              </a:ext>
            </a:extLst>
          </p:cNvPr>
          <p:cNvSpPr>
            <a:spLocks noGrp="1"/>
          </p:cNvSpPr>
          <p:nvPr>
            <p:ph type="ftr" sz="quarter" idx="11"/>
          </p:nvPr>
        </p:nvSpPr>
        <p:spPr/>
        <p:txBody>
          <a:bodyPr/>
          <a:lstStyle/>
          <a:p>
            <a:r>
              <a:rPr lang="en-US" noProof="0" dirty="0"/>
              <a:t>ADD A FOOTER</a:t>
            </a:r>
          </a:p>
        </p:txBody>
      </p:sp>
      <p:sp>
        <p:nvSpPr>
          <p:cNvPr id="15" name="Graphic 13">
            <a:extLst>
              <a:ext uri="{FF2B5EF4-FFF2-40B4-BE49-F238E27FC236}">
                <a16:creationId xmlns:a16="http://schemas.microsoft.com/office/drawing/2014/main" id="{6B7C1ECA-416B-4ED3-9B96-F05BED98E498}"/>
              </a:ext>
            </a:extLst>
          </p:cNvPr>
          <p:cNvSpPr/>
          <p:nvPr/>
        </p:nvSpPr>
        <p:spPr>
          <a:xfrm>
            <a:off x="4534478" y="1568994"/>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endParaRPr lang="en-US" noProof="0" dirty="0"/>
          </a:p>
        </p:txBody>
      </p:sp>
      <p:sp>
        <p:nvSpPr>
          <p:cNvPr id="12" name="Rectangle 11">
            <a:extLst>
              <a:ext uri="{FF2B5EF4-FFF2-40B4-BE49-F238E27FC236}">
                <a16:creationId xmlns:a16="http://schemas.microsoft.com/office/drawing/2014/main" id="{9685C8FD-6063-414E-B2AC-D07168DE1813}"/>
              </a:ext>
            </a:extLst>
          </p:cNvPr>
          <p:cNvSpPr/>
          <p:nvPr userDrawn="1"/>
        </p:nvSpPr>
        <p:spPr>
          <a:xfrm>
            <a:off x="0" y="2483224"/>
            <a:ext cx="12192000" cy="3465576"/>
          </a:xfrm>
          <a:prstGeom prst="rect">
            <a:avLst/>
          </a:prstGeom>
          <a:blipFill>
            <a:blip r:embed="rId2"/>
            <a:srcRect/>
            <a:stretch>
              <a:fillRect t="-48945" b="-48945"/>
            </a:stretch>
          </a:blipFill>
          <a:ln w="12700" cap="flat">
            <a:noFill/>
            <a:prstDash val="solid"/>
            <a:miter/>
          </a:ln>
        </p:spPr>
        <p:txBody>
          <a:bodyPr rtlCol="0" anchor="ctr"/>
          <a:lstStyle/>
          <a:p>
            <a:pPr algn="l"/>
            <a:endParaRPr lang="en-US" noProof="0" dirty="0"/>
          </a:p>
        </p:txBody>
      </p:sp>
      <p:sp>
        <p:nvSpPr>
          <p:cNvPr id="13" name="Rectangle 12">
            <a:extLst>
              <a:ext uri="{FF2B5EF4-FFF2-40B4-BE49-F238E27FC236}">
                <a16:creationId xmlns:a16="http://schemas.microsoft.com/office/drawing/2014/main" id="{2BA38A80-B4F3-4560-B2F9-C0652AAB2188}"/>
              </a:ext>
            </a:extLst>
          </p:cNvPr>
          <p:cNvSpPr/>
          <p:nvPr userDrawn="1"/>
        </p:nvSpPr>
        <p:spPr>
          <a:xfrm>
            <a:off x="0" y="2483223"/>
            <a:ext cx="12192000" cy="3465576"/>
          </a:xfrm>
          <a:prstGeom prst="rect">
            <a:avLst/>
          </a:prstGeom>
          <a:solidFill>
            <a:schemeClr val="tx1">
              <a:alpha val="80000"/>
            </a:schemeClr>
          </a:solidFill>
          <a:ln w="12700" cap="flat">
            <a:noFill/>
            <a:prstDash val="solid"/>
            <a:miter/>
          </a:ln>
        </p:spPr>
        <p:txBody>
          <a:bodyPr rtlCol="0" anchor="ctr"/>
          <a:lstStyle/>
          <a:p>
            <a:pPr algn="l"/>
            <a:endParaRPr lang="en-US" noProof="0" dirty="0"/>
          </a:p>
        </p:txBody>
      </p:sp>
      <p:sp>
        <p:nvSpPr>
          <p:cNvPr id="11" name="Text Placeholder 2">
            <a:extLst>
              <a:ext uri="{FF2B5EF4-FFF2-40B4-BE49-F238E27FC236}">
                <a16:creationId xmlns:a16="http://schemas.microsoft.com/office/drawing/2014/main" id="{214241DF-0B07-491C-8CA2-1BD10F84525C}"/>
              </a:ext>
            </a:extLst>
          </p:cNvPr>
          <p:cNvSpPr>
            <a:spLocks noGrp="1"/>
          </p:cNvSpPr>
          <p:nvPr>
            <p:ph type="body" idx="1" hasCustomPrompt="1"/>
          </p:nvPr>
        </p:nvSpPr>
        <p:spPr>
          <a:xfrm>
            <a:off x="838200" y="1882722"/>
            <a:ext cx="10515600" cy="468594"/>
          </a:xfrm>
        </p:spPr>
        <p:txBody>
          <a:bodyPr vert="horz" lIns="91440" tIns="45720" rIns="91440" bIns="45720" rtlCol="0">
            <a:normAutofit/>
          </a:bodyPr>
          <a:lstStyle>
            <a:lvl1pPr marL="0" indent="0" algn="ctr">
              <a:buNone/>
              <a:defRPr lang="en-US" sz="1800"/>
            </a:lvl1pPr>
          </a:lstStyle>
          <a:p>
            <a:pPr marL="228600" lvl="0" indent="-228600" algn="ctr"/>
            <a:r>
              <a:rPr lang="en-US" noProof="0"/>
              <a:t>Edit Master text styles</a:t>
            </a:r>
          </a:p>
        </p:txBody>
      </p:sp>
    </p:spTree>
    <p:extLst>
      <p:ext uri="{BB962C8B-B14F-4D97-AF65-F5344CB8AC3E}">
        <p14:creationId xmlns:p14="http://schemas.microsoft.com/office/powerpoint/2010/main" val="9245747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AF4CE-F455-4A31-8ED6-5841DF599BE9}"/>
              </a:ext>
            </a:extLst>
          </p:cNvPr>
          <p:cNvSpPr>
            <a:spLocks noGrp="1"/>
          </p:cNvSpPr>
          <p:nvPr>
            <p:ph type="title"/>
          </p:nvPr>
        </p:nvSpPr>
        <p:spPr>
          <a:xfrm>
            <a:off x="838200" y="365125"/>
            <a:ext cx="10515600" cy="1325563"/>
          </a:xfrm>
        </p:spPr>
        <p:txBody>
          <a:bodyPr/>
          <a:lstStyle/>
          <a:p>
            <a:r>
              <a:rPr lang="en-US" noProof="0"/>
              <a:t>Click to edit Master title style</a:t>
            </a:r>
          </a:p>
        </p:txBody>
      </p:sp>
      <p:sp>
        <p:nvSpPr>
          <p:cNvPr id="3" name="Date Placeholder 2">
            <a:extLst>
              <a:ext uri="{FF2B5EF4-FFF2-40B4-BE49-F238E27FC236}">
                <a16:creationId xmlns:a16="http://schemas.microsoft.com/office/drawing/2014/main" id="{3A82F029-D8CC-4FE7-9C30-98E576ED41F1}"/>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a16="http://schemas.microsoft.com/office/drawing/2014/main" id="{0F891442-6C1A-4969-A4A2-EFCF20E7917B}"/>
              </a:ext>
            </a:extLst>
          </p:cNvPr>
          <p:cNvSpPr>
            <a:spLocks noGrp="1"/>
          </p:cNvSpPr>
          <p:nvPr>
            <p:ph type="ftr" sz="quarter" idx="11"/>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64457F0D-7504-4879-BCFD-DDEA424C0A3A}"/>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6" name="Content Placeholder 2">
            <a:extLst>
              <a:ext uri="{FF2B5EF4-FFF2-40B4-BE49-F238E27FC236}">
                <a16:creationId xmlns:a16="http://schemas.microsoft.com/office/drawing/2014/main" id="{50CCCB36-FE7F-43C1-810B-49BBAB494861}"/>
              </a:ext>
            </a:extLst>
          </p:cNvPr>
          <p:cNvSpPr>
            <a:spLocks noGrp="1"/>
          </p:cNvSpPr>
          <p:nvPr>
            <p:ph idx="1" hasCustomPrompt="1"/>
          </p:nvPr>
        </p:nvSpPr>
        <p:spPr>
          <a:xfrm>
            <a:off x="838200" y="1825625"/>
            <a:ext cx="10515600" cy="41243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3305991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B6609-6A41-45F4-9B8B-9A6DEABB9A21}"/>
              </a:ext>
            </a:extLst>
          </p:cNvPr>
          <p:cNvSpPr>
            <a:spLocks noGrp="1"/>
          </p:cNvSpPr>
          <p:nvPr>
            <p:ph type="title"/>
          </p:nvPr>
        </p:nvSpPr>
        <p:spPr/>
        <p:txBody>
          <a:bodyPr/>
          <a:lstStyle/>
          <a:p>
            <a:r>
              <a:rPr lang="en-US" noProof="0"/>
              <a:t>Click to edit Master title style</a:t>
            </a:r>
          </a:p>
        </p:txBody>
      </p:sp>
      <p:sp>
        <p:nvSpPr>
          <p:cNvPr id="3" name="Date Placeholder 2">
            <a:extLst>
              <a:ext uri="{FF2B5EF4-FFF2-40B4-BE49-F238E27FC236}">
                <a16:creationId xmlns:a16="http://schemas.microsoft.com/office/drawing/2014/main" id="{4FFD4558-495E-4FE3-B256-7B6A8637C694}"/>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a16="http://schemas.microsoft.com/office/drawing/2014/main" id="{65C0E450-E490-45F1-909F-5831583C56B7}"/>
              </a:ext>
            </a:extLst>
          </p:cNvPr>
          <p:cNvSpPr>
            <a:spLocks noGrp="1"/>
          </p:cNvSpPr>
          <p:nvPr>
            <p:ph type="ftr" sz="quarter" idx="11"/>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BBD7E109-C0EE-4D25-9A01-E58D7476D071}"/>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6" name="Content Placeholder 2">
            <a:extLst>
              <a:ext uri="{FF2B5EF4-FFF2-40B4-BE49-F238E27FC236}">
                <a16:creationId xmlns:a16="http://schemas.microsoft.com/office/drawing/2014/main" id="{62C48FC5-1EDF-4F7E-9E82-D342C4D45907}"/>
              </a:ext>
            </a:extLst>
          </p:cNvPr>
          <p:cNvSpPr>
            <a:spLocks noGrp="1"/>
          </p:cNvSpPr>
          <p:nvPr>
            <p:ph sz="half" idx="1" hasCustomPrompt="1"/>
          </p:nvPr>
        </p:nvSpPr>
        <p:spPr>
          <a:xfrm>
            <a:off x="838200" y="1825625"/>
            <a:ext cx="5181600" cy="41243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Content Placeholder 3">
            <a:extLst>
              <a:ext uri="{FF2B5EF4-FFF2-40B4-BE49-F238E27FC236}">
                <a16:creationId xmlns:a16="http://schemas.microsoft.com/office/drawing/2014/main" id="{7245FF27-1D81-4487-86EE-A8826AB33310}"/>
              </a:ext>
            </a:extLst>
          </p:cNvPr>
          <p:cNvSpPr>
            <a:spLocks noGrp="1"/>
          </p:cNvSpPr>
          <p:nvPr>
            <p:ph sz="half" idx="2" hasCustomPrompt="1"/>
          </p:nvPr>
        </p:nvSpPr>
        <p:spPr>
          <a:xfrm>
            <a:off x="6172200" y="1825625"/>
            <a:ext cx="5181600" cy="41243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4948532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85B3E-9C3B-48E3-BA88-7B18BAC8BCD5}"/>
              </a:ext>
            </a:extLst>
          </p:cNvPr>
          <p:cNvSpPr>
            <a:spLocks noGrp="1"/>
          </p:cNvSpPr>
          <p:nvPr>
            <p:ph type="title"/>
          </p:nvPr>
        </p:nvSpPr>
        <p:spPr/>
        <p:txBody>
          <a:bodyPr/>
          <a:lstStyle/>
          <a:p>
            <a:r>
              <a:rPr lang="en-US" noProof="0"/>
              <a:t>Click to edit Master title style</a:t>
            </a:r>
          </a:p>
        </p:txBody>
      </p:sp>
      <p:sp>
        <p:nvSpPr>
          <p:cNvPr id="3" name="Date Placeholder 2">
            <a:extLst>
              <a:ext uri="{FF2B5EF4-FFF2-40B4-BE49-F238E27FC236}">
                <a16:creationId xmlns:a16="http://schemas.microsoft.com/office/drawing/2014/main" id="{06E55B65-81AB-463F-B78F-208BABF731FC}"/>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a16="http://schemas.microsoft.com/office/drawing/2014/main" id="{37814494-7E7B-41F9-984C-51671FC7B60B}"/>
              </a:ext>
            </a:extLst>
          </p:cNvPr>
          <p:cNvSpPr>
            <a:spLocks noGrp="1"/>
          </p:cNvSpPr>
          <p:nvPr>
            <p:ph type="ftr" sz="quarter" idx="11"/>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17932FB9-9355-4718-A3AF-2991AEFD5EA7}"/>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6" name="Text Placeholder 2">
            <a:extLst>
              <a:ext uri="{FF2B5EF4-FFF2-40B4-BE49-F238E27FC236}">
                <a16:creationId xmlns:a16="http://schemas.microsoft.com/office/drawing/2014/main" id="{E0E064FB-456B-4012-A632-907E0F6363EF}"/>
              </a:ext>
            </a:extLst>
          </p:cNvPr>
          <p:cNvSpPr>
            <a:spLocks noGrp="1"/>
          </p:cNvSpPr>
          <p:nvPr>
            <p:ph type="body" idx="1" hasCustomPrompt="1"/>
          </p:nvPr>
        </p:nvSpPr>
        <p:spPr>
          <a:xfrm>
            <a:off x="839788" y="1866900"/>
            <a:ext cx="5157787" cy="44582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8" name="Content Placeholder 3">
            <a:extLst>
              <a:ext uri="{FF2B5EF4-FFF2-40B4-BE49-F238E27FC236}">
                <a16:creationId xmlns:a16="http://schemas.microsoft.com/office/drawing/2014/main" id="{D7224228-301B-4143-AE44-555A65ECB365}"/>
              </a:ext>
            </a:extLst>
          </p:cNvPr>
          <p:cNvSpPr>
            <a:spLocks noGrp="1"/>
          </p:cNvSpPr>
          <p:nvPr>
            <p:ph sz="half" idx="2" hasCustomPrompt="1"/>
          </p:nvPr>
        </p:nvSpPr>
        <p:spPr>
          <a:xfrm>
            <a:off x="839788" y="2488937"/>
            <a:ext cx="5157787" cy="3461014"/>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4">
            <a:extLst>
              <a:ext uri="{FF2B5EF4-FFF2-40B4-BE49-F238E27FC236}">
                <a16:creationId xmlns:a16="http://schemas.microsoft.com/office/drawing/2014/main" id="{421B5496-F2D7-450B-A1AF-12FC29E4548C}"/>
              </a:ext>
            </a:extLst>
          </p:cNvPr>
          <p:cNvSpPr>
            <a:spLocks noGrp="1"/>
          </p:cNvSpPr>
          <p:nvPr>
            <p:ph type="body" sz="quarter" idx="3" hasCustomPrompt="1"/>
          </p:nvPr>
        </p:nvSpPr>
        <p:spPr>
          <a:xfrm>
            <a:off x="6172200" y="1866900"/>
            <a:ext cx="5183188" cy="44582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10" name="Content Placeholder 5">
            <a:extLst>
              <a:ext uri="{FF2B5EF4-FFF2-40B4-BE49-F238E27FC236}">
                <a16:creationId xmlns:a16="http://schemas.microsoft.com/office/drawing/2014/main" id="{D087222D-3611-4518-AD76-AC2E042CD5A8}"/>
              </a:ext>
            </a:extLst>
          </p:cNvPr>
          <p:cNvSpPr>
            <a:spLocks noGrp="1"/>
          </p:cNvSpPr>
          <p:nvPr>
            <p:ph sz="quarter" idx="4" hasCustomPrompt="1"/>
          </p:nvPr>
        </p:nvSpPr>
        <p:spPr>
          <a:xfrm>
            <a:off x="6172200" y="2488937"/>
            <a:ext cx="5183188" cy="3461014"/>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1064623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90DEAF0-9B16-4335-875E-3D5B654FA9B4}"/>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a16="http://schemas.microsoft.com/office/drawing/2014/main" id="{0680122F-A667-467F-9ABE-57A77934DD7D}"/>
              </a:ext>
            </a:extLst>
          </p:cNvPr>
          <p:cNvSpPr>
            <a:spLocks noGrp="1"/>
          </p:cNvSpPr>
          <p:nvPr>
            <p:ph type="ftr" sz="quarter" idx="11"/>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29B5B8C5-3BA1-4EE6-9D72-5F3863E69D01}"/>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6" name="Graphic 12">
            <a:extLst>
              <a:ext uri="{FF2B5EF4-FFF2-40B4-BE49-F238E27FC236}">
                <a16:creationId xmlns:a16="http://schemas.microsoft.com/office/drawing/2014/main" id="{ACBF854A-65B9-4A5D-97C6-BA041A37CD22}"/>
              </a:ext>
            </a:extLst>
          </p:cNvPr>
          <p:cNvSpPr/>
          <p:nvPr userDrawn="1"/>
        </p:nvSpPr>
        <p:spPr>
          <a:xfrm>
            <a:off x="1442364" y="2135538"/>
            <a:ext cx="2727084" cy="139525"/>
          </a:xfrm>
          <a:custGeom>
            <a:avLst/>
            <a:gdLst>
              <a:gd name="connsiteX0" fmla="*/ 67167 w 2727084"/>
              <a:gd name="connsiteY0" fmla="*/ 78582 h 139525"/>
              <a:gd name="connsiteX1" fmla="*/ 12625 w 2727084"/>
              <a:gd name="connsiteY1" fmla="*/ 78582 h 139525"/>
              <a:gd name="connsiteX2" fmla="*/ 12625 w 2727084"/>
              <a:gd name="connsiteY2" fmla="*/ 65898 h 139525"/>
              <a:gd name="connsiteX3" fmla="*/ 956323 w 2727084"/>
              <a:gd name="connsiteY3" fmla="*/ 65898 h 139525"/>
              <a:gd name="connsiteX4" fmla="*/ 1151658 w 2727084"/>
              <a:gd name="connsiteY4" fmla="*/ 12625 h 139525"/>
              <a:gd name="connsiteX5" fmla="*/ 1268352 w 2727084"/>
              <a:gd name="connsiteY5" fmla="*/ 65898 h 139525"/>
              <a:gd name="connsiteX6" fmla="*/ 1297526 w 2727084"/>
              <a:gd name="connsiteY6" fmla="*/ 65898 h 139525"/>
              <a:gd name="connsiteX7" fmla="*/ 1353336 w 2727084"/>
              <a:gd name="connsiteY7" fmla="*/ 15162 h 139525"/>
              <a:gd name="connsiteX8" fmla="*/ 1409146 w 2727084"/>
              <a:gd name="connsiteY8" fmla="*/ 65898 h 139525"/>
              <a:gd name="connsiteX9" fmla="*/ 1438319 w 2727084"/>
              <a:gd name="connsiteY9" fmla="*/ 65898 h 139525"/>
              <a:gd name="connsiteX10" fmla="*/ 1555013 w 2727084"/>
              <a:gd name="connsiteY10" fmla="*/ 12625 h 139525"/>
              <a:gd name="connsiteX11" fmla="*/ 1750348 w 2727084"/>
              <a:gd name="connsiteY11" fmla="*/ 65898 h 139525"/>
              <a:gd name="connsiteX12" fmla="*/ 2723220 w 2727084"/>
              <a:gd name="connsiteY12" fmla="*/ 65898 h 139525"/>
              <a:gd name="connsiteX13" fmla="*/ 2723220 w 2727084"/>
              <a:gd name="connsiteY13" fmla="*/ 78582 h 139525"/>
              <a:gd name="connsiteX14" fmla="*/ 2630626 w 2727084"/>
              <a:gd name="connsiteY14" fmla="*/ 78582 h 139525"/>
              <a:gd name="connsiteX15" fmla="*/ 2630626 w 2727084"/>
              <a:gd name="connsiteY15" fmla="*/ 79851 h 139525"/>
              <a:gd name="connsiteX16" fmla="*/ 1901289 w 2727084"/>
              <a:gd name="connsiteY16" fmla="*/ 78582 h 139525"/>
              <a:gd name="connsiteX17" fmla="*/ 1790937 w 2727084"/>
              <a:gd name="connsiteY17" fmla="*/ 78582 h 139525"/>
              <a:gd name="connsiteX18" fmla="*/ 1553745 w 2727084"/>
              <a:gd name="connsiteY18" fmla="*/ 131855 h 139525"/>
              <a:gd name="connsiteX19" fmla="*/ 1437051 w 2727084"/>
              <a:gd name="connsiteY19" fmla="*/ 78582 h 139525"/>
              <a:gd name="connsiteX20" fmla="*/ 1407877 w 2727084"/>
              <a:gd name="connsiteY20" fmla="*/ 78582 h 139525"/>
              <a:gd name="connsiteX21" fmla="*/ 1353336 w 2727084"/>
              <a:gd name="connsiteY21" fmla="*/ 129319 h 139525"/>
              <a:gd name="connsiteX22" fmla="*/ 1297526 w 2727084"/>
              <a:gd name="connsiteY22" fmla="*/ 78582 h 139525"/>
              <a:gd name="connsiteX23" fmla="*/ 1268352 w 2727084"/>
              <a:gd name="connsiteY23" fmla="*/ 78582 h 139525"/>
              <a:gd name="connsiteX24" fmla="*/ 1151658 w 2727084"/>
              <a:gd name="connsiteY24" fmla="*/ 131855 h 139525"/>
              <a:gd name="connsiteX25" fmla="*/ 914465 w 2727084"/>
              <a:gd name="connsiteY25" fmla="*/ 78582 h 139525"/>
              <a:gd name="connsiteX26" fmla="*/ 805382 w 2727084"/>
              <a:gd name="connsiteY26" fmla="*/ 78582 h 139525"/>
              <a:gd name="connsiteX27" fmla="*/ 67167 w 2727084"/>
              <a:gd name="connsiteY27" fmla="*/ 78582 h 139525"/>
              <a:gd name="connsiteX28" fmla="*/ 67167 w 2727084"/>
              <a:gd name="connsiteY28" fmla="*/ 78582 h 13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27084" h="139525">
                <a:moveTo>
                  <a:pt x="67167" y="78582"/>
                </a:moveTo>
                <a:lnTo>
                  <a:pt x="12625" y="78582"/>
                </a:lnTo>
                <a:lnTo>
                  <a:pt x="12625" y="65898"/>
                </a:lnTo>
                <a:lnTo>
                  <a:pt x="956323" y="65898"/>
                </a:lnTo>
                <a:cubicBezTo>
                  <a:pt x="1061601" y="55751"/>
                  <a:pt x="1151658" y="12625"/>
                  <a:pt x="1151658" y="12625"/>
                </a:cubicBezTo>
                <a:cubicBezTo>
                  <a:pt x="1198589" y="48140"/>
                  <a:pt x="1241715" y="60824"/>
                  <a:pt x="1268352" y="65898"/>
                </a:cubicBezTo>
                <a:lnTo>
                  <a:pt x="1297526" y="65898"/>
                </a:lnTo>
                <a:cubicBezTo>
                  <a:pt x="1303868" y="24041"/>
                  <a:pt x="1336846" y="15162"/>
                  <a:pt x="1353336" y="15162"/>
                </a:cubicBezTo>
                <a:cubicBezTo>
                  <a:pt x="1369825" y="15162"/>
                  <a:pt x="1402804" y="24041"/>
                  <a:pt x="1409146" y="65898"/>
                </a:cubicBezTo>
                <a:lnTo>
                  <a:pt x="1438319" y="65898"/>
                </a:lnTo>
                <a:cubicBezTo>
                  <a:pt x="1464956" y="60824"/>
                  <a:pt x="1508082" y="46872"/>
                  <a:pt x="1555013" y="12625"/>
                </a:cubicBezTo>
                <a:cubicBezTo>
                  <a:pt x="1555013" y="12625"/>
                  <a:pt x="1645070" y="55751"/>
                  <a:pt x="1750348" y="65898"/>
                </a:cubicBezTo>
                <a:lnTo>
                  <a:pt x="2723220" y="65898"/>
                </a:lnTo>
                <a:lnTo>
                  <a:pt x="2723220" y="78582"/>
                </a:lnTo>
                <a:lnTo>
                  <a:pt x="2630626" y="78582"/>
                </a:lnTo>
                <a:lnTo>
                  <a:pt x="2630626" y="79851"/>
                </a:lnTo>
                <a:lnTo>
                  <a:pt x="1901289" y="78582"/>
                </a:lnTo>
                <a:lnTo>
                  <a:pt x="1790937" y="78582"/>
                </a:lnTo>
                <a:cubicBezTo>
                  <a:pt x="1670438" y="79851"/>
                  <a:pt x="1553745" y="131855"/>
                  <a:pt x="1553745" y="131855"/>
                </a:cubicBezTo>
                <a:cubicBezTo>
                  <a:pt x="1506813" y="96340"/>
                  <a:pt x="1463687" y="83656"/>
                  <a:pt x="1437051" y="78582"/>
                </a:cubicBezTo>
                <a:lnTo>
                  <a:pt x="1407877" y="78582"/>
                </a:lnTo>
                <a:cubicBezTo>
                  <a:pt x="1401535" y="119171"/>
                  <a:pt x="1369825" y="129319"/>
                  <a:pt x="1353336" y="129319"/>
                </a:cubicBezTo>
                <a:cubicBezTo>
                  <a:pt x="1336846" y="129319"/>
                  <a:pt x="1303868" y="121708"/>
                  <a:pt x="1297526" y="78582"/>
                </a:cubicBezTo>
                <a:lnTo>
                  <a:pt x="1268352" y="78582"/>
                </a:lnTo>
                <a:cubicBezTo>
                  <a:pt x="1241715" y="83656"/>
                  <a:pt x="1198589" y="97608"/>
                  <a:pt x="1151658" y="131855"/>
                </a:cubicBezTo>
                <a:cubicBezTo>
                  <a:pt x="1151658" y="131855"/>
                  <a:pt x="1036233" y="79851"/>
                  <a:pt x="914465" y="78582"/>
                </a:cubicBezTo>
                <a:lnTo>
                  <a:pt x="805382" y="78582"/>
                </a:lnTo>
                <a:lnTo>
                  <a:pt x="67167" y="78582"/>
                </a:lnTo>
                <a:lnTo>
                  <a:pt x="67167" y="78582"/>
                </a:lnTo>
                <a:close/>
              </a:path>
            </a:pathLst>
          </a:custGeom>
          <a:solidFill>
            <a:schemeClr val="bg2"/>
          </a:solidFill>
          <a:ln w="12641" cap="flat">
            <a:noFill/>
            <a:prstDash val="solid"/>
            <a:miter/>
          </a:ln>
        </p:spPr>
        <p:txBody>
          <a:bodyPr rtlCol="0" anchor="ctr"/>
          <a:lstStyle/>
          <a:p>
            <a:endParaRPr lang="en-US" noProof="0" dirty="0"/>
          </a:p>
        </p:txBody>
      </p:sp>
      <p:sp>
        <p:nvSpPr>
          <p:cNvPr id="7" name="Title 1">
            <a:extLst>
              <a:ext uri="{FF2B5EF4-FFF2-40B4-BE49-F238E27FC236}">
                <a16:creationId xmlns:a16="http://schemas.microsoft.com/office/drawing/2014/main" id="{C3E8E02D-385B-477A-BAE1-4A97C6E9D720}"/>
              </a:ext>
            </a:extLst>
          </p:cNvPr>
          <p:cNvSpPr>
            <a:spLocks noGrp="1"/>
          </p:cNvSpPr>
          <p:nvPr>
            <p:ph type="title"/>
          </p:nvPr>
        </p:nvSpPr>
        <p:spPr>
          <a:xfrm>
            <a:off x="839788" y="908050"/>
            <a:ext cx="3932237" cy="1149349"/>
          </a:xfrm>
        </p:spPr>
        <p:txBody>
          <a:bodyPr anchor="b"/>
          <a:lstStyle>
            <a:lvl1pPr>
              <a:defRPr sz="3200"/>
            </a:lvl1pPr>
          </a:lstStyle>
          <a:p>
            <a:r>
              <a:rPr lang="en-US" noProof="0"/>
              <a:t>Click to edit Master title style</a:t>
            </a:r>
          </a:p>
        </p:txBody>
      </p:sp>
      <p:sp>
        <p:nvSpPr>
          <p:cNvPr id="8" name="Text Placeholder 3">
            <a:extLst>
              <a:ext uri="{FF2B5EF4-FFF2-40B4-BE49-F238E27FC236}">
                <a16:creationId xmlns:a16="http://schemas.microsoft.com/office/drawing/2014/main" id="{E6CA7378-0B2D-435D-B34B-744CA89114AF}"/>
              </a:ext>
            </a:extLst>
          </p:cNvPr>
          <p:cNvSpPr>
            <a:spLocks noGrp="1"/>
          </p:cNvSpPr>
          <p:nvPr>
            <p:ph type="body" sz="half" idx="2" hasCustomPrompt="1"/>
          </p:nvPr>
        </p:nvSpPr>
        <p:spPr>
          <a:xfrm>
            <a:off x="839788" y="2353200"/>
            <a:ext cx="3932237" cy="35157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9" name="Content Placeholder 2">
            <a:extLst>
              <a:ext uri="{FF2B5EF4-FFF2-40B4-BE49-F238E27FC236}">
                <a16:creationId xmlns:a16="http://schemas.microsoft.com/office/drawing/2014/main" id="{9BB017D3-0E4A-43F4-BC02-DB826A7FDC3D}"/>
              </a:ext>
            </a:extLst>
          </p:cNvPr>
          <p:cNvSpPr>
            <a:spLocks noGrp="1"/>
          </p:cNvSpPr>
          <p:nvPr>
            <p:ph idx="1" hasCustomPrompt="1"/>
          </p:nvPr>
        </p:nvSpPr>
        <p:spPr>
          <a:xfrm>
            <a:off x="5180012" y="908051"/>
            <a:ext cx="6172200" cy="49577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1877741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90DEAF0-9B16-4335-875E-3D5B654FA9B4}"/>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a16="http://schemas.microsoft.com/office/drawing/2014/main" id="{0680122F-A667-467F-9ABE-57A77934DD7D}"/>
              </a:ext>
            </a:extLst>
          </p:cNvPr>
          <p:cNvSpPr>
            <a:spLocks noGrp="1"/>
          </p:cNvSpPr>
          <p:nvPr>
            <p:ph type="ftr" sz="quarter" idx="11"/>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29B5B8C5-3BA1-4EE6-9D72-5F3863E69D01}"/>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
        <p:nvSpPr>
          <p:cNvPr id="6" name="Graphic 12">
            <a:extLst>
              <a:ext uri="{FF2B5EF4-FFF2-40B4-BE49-F238E27FC236}">
                <a16:creationId xmlns:a16="http://schemas.microsoft.com/office/drawing/2014/main" id="{ACBF854A-65B9-4A5D-97C6-BA041A37CD22}"/>
              </a:ext>
            </a:extLst>
          </p:cNvPr>
          <p:cNvSpPr/>
          <p:nvPr userDrawn="1"/>
        </p:nvSpPr>
        <p:spPr>
          <a:xfrm>
            <a:off x="1442364" y="2135538"/>
            <a:ext cx="2727084" cy="139525"/>
          </a:xfrm>
          <a:custGeom>
            <a:avLst/>
            <a:gdLst>
              <a:gd name="connsiteX0" fmla="*/ 67167 w 2727084"/>
              <a:gd name="connsiteY0" fmla="*/ 78582 h 139525"/>
              <a:gd name="connsiteX1" fmla="*/ 12625 w 2727084"/>
              <a:gd name="connsiteY1" fmla="*/ 78582 h 139525"/>
              <a:gd name="connsiteX2" fmla="*/ 12625 w 2727084"/>
              <a:gd name="connsiteY2" fmla="*/ 65898 h 139525"/>
              <a:gd name="connsiteX3" fmla="*/ 956323 w 2727084"/>
              <a:gd name="connsiteY3" fmla="*/ 65898 h 139525"/>
              <a:gd name="connsiteX4" fmla="*/ 1151658 w 2727084"/>
              <a:gd name="connsiteY4" fmla="*/ 12625 h 139525"/>
              <a:gd name="connsiteX5" fmla="*/ 1268352 w 2727084"/>
              <a:gd name="connsiteY5" fmla="*/ 65898 h 139525"/>
              <a:gd name="connsiteX6" fmla="*/ 1297526 w 2727084"/>
              <a:gd name="connsiteY6" fmla="*/ 65898 h 139525"/>
              <a:gd name="connsiteX7" fmla="*/ 1353336 w 2727084"/>
              <a:gd name="connsiteY7" fmla="*/ 15162 h 139525"/>
              <a:gd name="connsiteX8" fmla="*/ 1409146 w 2727084"/>
              <a:gd name="connsiteY8" fmla="*/ 65898 h 139525"/>
              <a:gd name="connsiteX9" fmla="*/ 1438319 w 2727084"/>
              <a:gd name="connsiteY9" fmla="*/ 65898 h 139525"/>
              <a:gd name="connsiteX10" fmla="*/ 1555013 w 2727084"/>
              <a:gd name="connsiteY10" fmla="*/ 12625 h 139525"/>
              <a:gd name="connsiteX11" fmla="*/ 1750348 w 2727084"/>
              <a:gd name="connsiteY11" fmla="*/ 65898 h 139525"/>
              <a:gd name="connsiteX12" fmla="*/ 2723220 w 2727084"/>
              <a:gd name="connsiteY12" fmla="*/ 65898 h 139525"/>
              <a:gd name="connsiteX13" fmla="*/ 2723220 w 2727084"/>
              <a:gd name="connsiteY13" fmla="*/ 78582 h 139525"/>
              <a:gd name="connsiteX14" fmla="*/ 2630626 w 2727084"/>
              <a:gd name="connsiteY14" fmla="*/ 78582 h 139525"/>
              <a:gd name="connsiteX15" fmla="*/ 2630626 w 2727084"/>
              <a:gd name="connsiteY15" fmla="*/ 79851 h 139525"/>
              <a:gd name="connsiteX16" fmla="*/ 1901289 w 2727084"/>
              <a:gd name="connsiteY16" fmla="*/ 78582 h 139525"/>
              <a:gd name="connsiteX17" fmla="*/ 1790937 w 2727084"/>
              <a:gd name="connsiteY17" fmla="*/ 78582 h 139525"/>
              <a:gd name="connsiteX18" fmla="*/ 1553745 w 2727084"/>
              <a:gd name="connsiteY18" fmla="*/ 131855 h 139525"/>
              <a:gd name="connsiteX19" fmla="*/ 1437051 w 2727084"/>
              <a:gd name="connsiteY19" fmla="*/ 78582 h 139525"/>
              <a:gd name="connsiteX20" fmla="*/ 1407877 w 2727084"/>
              <a:gd name="connsiteY20" fmla="*/ 78582 h 139525"/>
              <a:gd name="connsiteX21" fmla="*/ 1353336 w 2727084"/>
              <a:gd name="connsiteY21" fmla="*/ 129319 h 139525"/>
              <a:gd name="connsiteX22" fmla="*/ 1297526 w 2727084"/>
              <a:gd name="connsiteY22" fmla="*/ 78582 h 139525"/>
              <a:gd name="connsiteX23" fmla="*/ 1268352 w 2727084"/>
              <a:gd name="connsiteY23" fmla="*/ 78582 h 139525"/>
              <a:gd name="connsiteX24" fmla="*/ 1151658 w 2727084"/>
              <a:gd name="connsiteY24" fmla="*/ 131855 h 139525"/>
              <a:gd name="connsiteX25" fmla="*/ 914465 w 2727084"/>
              <a:gd name="connsiteY25" fmla="*/ 78582 h 139525"/>
              <a:gd name="connsiteX26" fmla="*/ 805382 w 2727084"/>
              <a:gd name="connsiteY26" fmla="*/ 78582 h 139525"/>
              <a:gd name="connsiteX27" fmla="*/ 67167 w 2727084"/>
              <a:gd name="connsiteY27" fmla="*/ 78582 h 139525"/>
              <a:gd name="connsiteX28" fmla="*/ 67167 w 2727084"/>
              <a:gd name="connsiteY28" fmla="*/ 78582 h 13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27084" h="139525">
                <a:moveTo>
                  <a:pt x="67167" y="78582"/>
                </a:moveTo>
                <a:lnTo>
                  <a:pt x="12625" y="78582"/>
                </a:lnTo>
                <a:lnTo>
                  <a:pt x="12625" y="65898"/>
                </a:lnTo>
                <a:lnTo>
                  <a:pt x="956323" y="65898"/>
                </a:lnTo>
                <a:cubicBezTo>
                  <a:pt x="1061601" y="55751"/>
                  <a:pt x="1151658" y="12625"/>
                  <a:pt x="1151658" y="12625"/>
                </a:cubicBezTo>
                <a:cubicBezTo>
                  <a:pt x="1198589" y="48140"/>
                  <a:pt x="1241715" y="60824"/>
                  <a:pt x="1268352" y="65898"/>
                </a:cubicBezTo>
                <a:lnTo>
                  <a:pt x="1297526" y="65898"/>
                </a:lnTo>
                <a:cubicBezTo>
                  <a:pt x="1303868" y="24041"/>
                  <a:pt x="1336846" y="15162"/>
                  <a:pt x="1353336" y="15162"/>
                </a:cubicBezTo>
                <a:cubicBezTo>
                  <a:pt x="1369825" y="15162"/>
                  <a:pt x="1402804" y="24041"/>
                  <a:pt x="1409146" y="65898"/>
                </a:cubicBezTo>
                <a:lnTo>
                  <a:pt x="1438319" y="65898"/>
                </a:lnTo>
                <a:cubicBezTo>
                  <a:pt x="1464956" y="60824"/>
                  <a:pt x="1508082" y="46872"/>
                  <a:pt x="1555013" y="12625"/>
                </a:cubicBezTo>
                <a:cubicBezTo>
                  <a:pt x="1555013" y="12625"/>
                  <a:pt x="1645070" y="55751"/>
                  <a:pt x="1750348" y="65898"/>
                </a:cubicBezTo>
                <a:lnTo>
                  <a:pt x="2723220" y="65898"/>
                </a:lnTo>
                <a:lnTo>
                  <a:pt x="2723220" y="78582"/>
                </a:lnTo>
                <a:lnTo>
                  <a:pt x="2630626" y="78582"/>
                </a:lnTo>
                <a:lnTo>
                  <a:pt x="2630626" y="79851"/>
                </a:lnTo>
                <a:lnTo>
                  <a:pt x="1901289" y="78582"/>
                </a:lnTo>
                <a:lnTo>
                  <a:pt x="1790937" y="78582"/>
                </a:lnTo>
                <a:cubicBezTo>
                  <a:pt x="1670438" y="79851"/>
                  <a:pt x="1553745" y="131855"/>
                  <a:pt x="1553745" y="131855"/>
                </a:cubicBezTo>
                <a:cubicBezTo>
                  <a:pt x="1506813" y="96340"/>
                  <a:pt x="1463687" y="83656"/>
                  <a:pt x="1437051" y="78582"/>
                </a:cubicBezTo>
                <a:lnTo>
                  <a:pt x="1407877" y="78582"/>
                </a:lnTo>
                <a:cubicBezTo>
                  <a:pt x="1401535" y="119171"/>
                  <a:pt x="1369825" y="129319"/>
                  <a:pt x="1353336" y="129319"/>
                </a:cubicBezTo>
                <a:cubicBezTo>
                  <a:pt x="1336846" y="129319"/>
                  <a:pt x="1303868" y="121708"/>
                  <a:pt x="1297526" y="78582"/>
                </a:cubicBezTo>
                <a:lnTo>
                  <a:pt x="1268352" y="78582"/>
                </a:lnTo>
                <a:cubicBezTo>
                  <a:pt x="1241715" y="83656"/>
                  <a:pt x="1198589" y="97608"/>
                  <a:pt x="1151658" y="131855"/>
                </a:cubicBezTo>
                <a:cubicBezTo>
                  <a:pt x="1151658" y="131855"/>
                  <a:pt x="1036233" y="79851"/>
                  <a:pt x="914465" y="78582"/>
                </a:cubicBezTo>
                <a:lnTo>
                  <a:pt x="805382" y="78582"/>
                </a:lnTo>
                <a:lnTo>
                  <a:pt x="67167" y="78582"/>
                </a:lnTo>
                <a:lnTo>
                  <a:pt x="67167" y="78582"/>
                </a:lnTo>
                <a:close/>
              </a:path>
            </a:pathLst>
          </a:custGeom>
          <a:solidFill>
            <a:schemeClr val="bg2"/>
          </a:solidFill>
          <a:ln w="12641" cap="flat">
            <a:noFill/>
            <a:prstDash val="solid"/>
            <a:miter/>
          </a:ln>
        </p:spPr>
        <p:txBody>
          <a:bodyPr rtlCol="0" anchor="ctr"/>
          <a:lstStyle/>
          <a:p>
            <a:endParaRPr lang="en-US" noProof="0" dirty="0"/>
          </a:p>
        </p:txBody>
      </p:sp>
      <p:sp>
        <p:nvSpPr>
          <p:cNvPr id="7" name="Title 1">
            <a:extLst>
              <a:ext uri="{FF2B5EF4-FFF2-40B4-BE49-F238E27FC236}">
                <a16:creationId xmlns:a16="http://schemas.microsoft.com/office/drawing/2014/main" id="{C3E8E02D-385B-477A-BAE1-4A97C6E9D720}"/>
              </a:ext>
            </a:extLst>
          </p:cNvPr>
          <p:cNvSpPr>
            <a:spLocks noGrp="1"/>
          </p:cNvSpPr>
          <p:nvPr>
            <p:ph type="title"/>
          </p:nvPr>
        </p:nvSpPr>
        <p:spPr>
          <a:xfrm>
            <a:off x="839788" y="908050"/>
            <a:ext cx="3932237" cy="1149350"/>
          </a:xfrm>
        </p:spPr>
        <p:txBody>
          <a:bodyPr anchor="b"/>
          <a:lstStyle>
            <a:lvl1pPr>
              <a:defRPr sz="3200"/>
            </a:lvl1pPr>
          </a:lstStyle>
          <a:p>
            <a:r>
              <a:rPr lang="en-US" noProof="0"/>
              <a:t>Click to edit Master title style</a:t>
            </a:r>
          </a:p>
        </p:txBody>
      </p:sp>
      <p:sp>
        <p:nvSpPr>
          <p:cNvPr id="8" name="Text Placeholder 3">
            <a:extLst>
              <a:ext uri="{FF2B5EF4-FFF2-40B4-BE49-F238E27FC236}">
                <a16:creationId xmlns:a16="http://schemas.microsoft.com/office/drawing/2014/main" id="{E6CA7378-0B2D-435D-B34B-744CA89114AF}"/>
              </a:ext>
            </a:extLst>
          </p:cNvPr>
          <p:cNvSpPr>
            <a:spLocks noGrp="1"/>
          </p:cNvSpPr>
          <p:nvPr>
            <p:ph type="body" sz="half" idx="2" hasCustomPrompt="1"/>
          </p:nvPr>
        </p:nvSpPr>
        <p:spPr>
          <a:xfrm>
            <a:off x="839788" y="2353200"/>
            <a:ext cx="3932237" cy="35157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9" name="Picture Placeholder 2">
            <a:extLst>
              <a:ext uri="{FF2B5EF4-FFF2-40B4-BE49-F238E27FC236}">
                <a16:creationId xmlns:a16="http://schemas.microsoft.com/office/drawing/2014/main" id="{9A7D37A5-CD8F-499C-BFFD-2D0EB08556C3}"/>
              </a:ext>
            </a:extLst>
          </p:cNvPr>
          <p:cNvSpPr>
            <a:spLocks noGrp="1"/>
          </p:cNvSpPr>
          <p:nvPr>
            <p:ph type="pic" idx="1"/>
          </p:nvPr>
        </p:nvSpPr>
        <p:spPr>
          <a:xfrm>
            <a:off x="5183188" y="908051"/>
            <a:ext cx="6172200" cy="4953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Tree>
    <p:extLst>
      <p:ext uri="{BB962C8B-B14F-4D97-AF65-F5344CB8AC3E}">
        <p14:creationId xmlns:p14="http://schemas.microsoft.com/office/powerpoint/2010/main" val="8182454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3336D-E3BE-45DB-B625-753732F9F7F0}"/>
              </a:ext>
            </a:extLst>
          </p:cNvPr>
          <p:cNvSpPr>
            <a:spLocks noGrp="1"/>
          </p:cNvSpPr>
          <p:nvPr>
            <p:ph type="title"/>
          </p:nvPr>
        </p:nvSpPr>
        <p:spPr/>
        <p:txBody>
          <a:bodyPr/>
          <a:lstStyle/>
          <a:p>
            <a:r>
              <a:rPr lang="en-US" noProof="0"/>
              <a:t>Click to edit Master title style</a:t>
            </a:r>
          </a:p>
        </p:txBody>
      </p:sp>
      <p:sp>
        <p:nvSpPr>
          <p:cNvPr id="3" name="Date Placeholder 2">
            <a:extLst>
              <a:ext uri="{FF2B5EF4-FFF2-40B4-BE49-F238E27FC236}">
                <a16:creationId xmlns:a16="http://schemas.microsoft.com/office/drawing/2014/main" id="{54C2EC4E-2A4D-4B8B-8C10-D8F4A649E564}"/>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a16="http://schemas.microsoft.com/office/drawing/2014/main" id="{A7027D07-F714-4E3C-97FC-7AB8C42FA927}"/>
              </a:ext>
            </a:extLst>
          </p:cNvPr>
          <p:cNvSpPr>
            <a:spLocks noGrp="1"/>
          </p:cNvSpPr>
          <p:nvPr>
            <p:ph type="ftr" sz="quarter" idx="11"/>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ADE3BA64-4F34-452B-AA1F-BB90A0F05EFD}"/>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Tree>
    <p:extLst>
      <p:ext uri="{BB962C8B-B14F-4D97-AF65-F5344CB8AC3E}">
        <p14:creationId xmlns:p14="http://schemas.microsoft.com/office/powerpoint/2010/main" val="11567737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57916-404D-41BC-B080-9B6CBA9F95C2}"/>
              </a:ext>
            </a:extLst>
          </p:cNvPr>
          <p:cNvSpPr>
            <a:spLocks noGrp="1"/>
          </p:cNvSpPr>
          <p:nvPr>
            <p:ph type="title"/>
          </p:nvPr>
        </p:nvSpPr>
        <p:spPr/>
        <p:txBody>
          <a:bodyPr/>
          <a:lstStyle/>
          <a:p>
            <a:r>
              <a:rPr lang="en-US" noProof="0"/>
              <a:t>Click to edit Master title style</a:t>
            </a:r>
          </a:p>
        </p:txBody>
      </p:sp>
      <p:sp>
        <p:nvSpPr>
          <p:cNvPr id="3" name="Date Placeholder 2">
            <a:extLst>
              <a:ext uri="{FF2B5EF4-FFF2-40B4-BE49-F238E27FC236}">
                <a16:creationId xmlns:a16="http://schemas.microsoft.com/office/drawing/2014/main" id="{F920C85E-02E3-4F3E-8E6F-4467C6127090}"/>
              </a:ext>
            </a:extLst>
          </p:cNvPr>
          <p:cNvSpPr>
            <a:spLocks noGrp="1"/>
          </p:cNvSpPr>
          <p:nvPr>
            <p:ph type="dt" sz="half" idx="10"/>
          </p:nvPr>
        </p:nvSpPr>
        <p:spPr/>
        <p:txBody>
          <a:bodyPr/>
          <a:lstStyle/>
          <a:p>
            <a:r>
              <a:rPr lang="en-US" noProof="0" dirty="0"/>
              <a:t>MM.DD.20XX</a:t>
            </a:r>
          </a:p>
        </p:txBody>
      </p:sp>
      <p:sp>
        <p:nvSpPr>
          <p:cNvPr id="4" name="Footer Placeholder 3">
            <a:extLst>
              <a:ext uri="{FF2B5EF4-FFF2-40B4-BE49-F238E27FC236}">
                <a16:creationId xmlns:a16="http://schemas.microsoft.com/office/drawing/2014/main" id="{952F5317-A8A3-406A-96EA-4BB58C35AFB2}"/>
              </a:ext>
            </a:extLst>
          </p:cNvPr>
          <p:cNvSpPr>
            <a:spLocks noGrp="1"/>
          </p:cNvSpPr>
          <p:nvPr>
            <p:ph type="ftr" sz="quarter" idx="11"/>
          </p:nvPr>
        </p:nvSpPr>
        <p:spPr/>
        <p:txBody>
          <a:bodyPr/>
          <a:lstStyle/>
          <a:p>
            <a:r>
              <a:rPr lang="en-US" noProof="0" dirty="0"/>
              <a:t>ADD A FOOTER</a:t>
            </a:r>
          </a:p>
        </p:txBody>
      </p:sp>
      <p:sp>
        <p:nvSpPr>
          <p:cNvPr id="5" name="Slide Number Placeholder 4">
            <a:extLst>
              <a:ext uri="{FF2B5EF4-FFF2-40B4-BE49-F238E27FC236}">
                <a16:creationId xmlns:a16="http://schemas.microsoft.com/office/drawing/2014/main" id="{5B2A1141-BD97-42C5-A257-A2C0668A1BA8}"/>
              </a:ext>
            </a:extLst>
          </p:cNvPr>
          <p:cNvSpPr>
            <a:spLocks noGrp="1"/>
          </p:cNvSpPr>
          <p:nvPr>
            <p:ph type="sldNum" sz="quarter" idx="12"/>
          </p:nvPr>
        </p:nvSpPr>
        <p:spPr/>
        <p:txBody>
          <a:bodyPr/>
          <a:lstStyle/>
          <a:p>
            <a:fld id="{D495E168-DA5E-4888-8D8A-92B118324C14}" type="slidenum">
              <a:rPr lang="en-US" noProof="0" smtClean="0"/>
              <a:pPr/>
              <a:t>‹#›</a:t>
            </a:fld>
            <a:endParaRPr lang="en-US" noProof="0" dirty="0"/>
          </a:p>
        </p:txBody>
      </p:sp>
    </p:spTree>
    <p:extLst>
      <p:ext uri="{BB962C8B-B14F-4D97-AF65-F5344CB8AC3E}">
        <p14:creationId xmlns:p14="http://schemas.microsoft.com/office/powerpoint/2010/main" val="38404210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Manual">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3" name="Text Placeholder 21">
            <a:extLst>
              <a:ext uri="{FF2B5EF4-FFF2-40B4-BE49-F238E27FC236}">
                <a16:creationId xmlns:a16="http://schemas.microsoft.com/office/drawing/2014/main" id="{F27BBFB4-84C4-42C9-9CB3-DFD801CEBF70}"/>
              </a:ext>
            </a:extLst>
          </p:cNvPr>
          <p:cNvSpPr>
            <a:spLocks noGrp="1"/>
          </p:cNvSpPr>
          <p:nvPr>
            <p:ph type="body" sz="quarter" idx="10" hasCustomPrompt="1"/>
          </p:nvPr>
        </p:nvSpPr>
        <p:spPr>
          <a:xfrm>
            <a:off x="679116" y="1815793"/>
            <a:ext cx="882686" cy="1092200"/>
          </a:xfrm>
        </p:spPr>
        <p:txBody>
          <a:bodyPr lIns="0" tIns="0" rIns="0" bIns="0">
            <a:noAutofit/>
          </a:bodyPr>
          <a:lstStyle>
            <a:lvl1pPr marL="0" indent="0">
              <a:buNone/>
              <a:defRPr sz="10000" b="1">
                <a:solidFill>
                  <a:schemeClr val="bg2"/>
                </a:solidFill>
                <a:latin typeface="+mj-lt"/>
              </a:defRPr>
            </a:lvl1pPr>
          </a:lstStyle>
          <a:p>
            <a:pPr lvl="0"/>
            <a:r>
              <a:rPr lang="en-US" noProof="0"/>
              <a:t>1</a:t>
            </a:r>
          </a:p>
        </p:txBody>
      </p:sp>
      <p:sp>
        <p:nvSpPr>
          <p:cNvPr id="26" name="Text Placeholder 24">
            <a:extLst>
              <a:ext uri="{FF2B5EF4-FFF2-40B4-BE49-F238E27FC236}">
                <a16:creationId xmlns:a16="http://schemas.microsoft.com/office/drawing/2014/main" id="{C8BBE7AC-17E7-4828-A40C-39EED5284E6D}"/>
              </a:ext>
            </a:extLst>
          </p:cNvPr>
          <p:cNvSpPr>
            <a:spLocks noGrp="1"/>
          </p:cNvSpPr>
          <p:nvPr>
            <p:ph type="body" sz="quarter" idx="11" hasCustomPrompt="1"/>
          </p:nvPr>
        </p:nvSpPr>
        <p:spPr>
          <a:xfrm>
            <a:off x="1394409" y="1920003"/>
            <a:ext cx="3103110" cy="1032355"/>
          </a:xfrm>
        </p:spPr>
        <p:txBody>
          <a:bodyPr>
            <a:noAutofit/>
          </a:bodyPr>
          <a:lstStyle>
            <a:lvl1pPr marL="0" indent="0">
              <a:lnSpc>
                <a:spcPct val="75000"/>
              </a:lnSpc>
              <a:spcBef>
                <a:spcPts val="600"/>
              </a:spcBef>
              <a:buNone/>
              <a:defRPr sz="4000" b="0">
                <a:solidFill>
                  <a:schemeClr val="tx2"/>
                </a:solidFill>
                <a:latin typeface="+mj-lt"/>
              </a:defRPr>
            </a:lvl1pPr>
          </a:lstStyle>
          <a:p>
            <a:pPr lvl="0"/>
            <a:r>
              <a:rPr lang="en-US" noProof="0"/>
              <a:t>Edit Master text styles</a:t>
            </a:r>
          </a:p>
        </p:txBody>
      </p:sp>
      <p:sp>
        <p:nvSpPr>
          <p:cNvPr id="33" name="Text Placeholder 21">
            <a:extLst>
              <a:ext uri="{FF2B5EF4-FFF2-40B4-BE49-F238E27FC236}">
                <a16:creationId xmlns:a16="http://schemas.microsoft.com/office/drawing/2014/main" id="{FC1057E8-2611-45B5-913B-82D301FE8A86}"/>
              </a:ext>
            </a:extLst>
          </p:cNvPr>
          <p:cNvSpPr>
            <a:spLocks noGrp="1"/>
          </p:cNvSpPr>
          <p:nvPr>
            <p:ph type="body" sz="quarter" idx="12" hasCustomPrompt="1"/>
          </p:nvPr>
        </p:nvSpPr>
        <p:spPr>
          <a:xfrm>
            <a:off x="4772516" y="1815793"/>
            <a:ext cx="882686" cy="1092200"/>
          </a:xfrm>
        </p:spPr>
        <p:txBody>
          <a:bodyPr lIns="0" tIns="0" rIns="0" bIns="0">
            <a:noAutofit/>
          </a:bodyPr>
          <a:lstStyle>
            <a:lvl1pPr marL="0" indent="0">
              <a:buNone/>
              <a:defRPr sz="10000" b="1">
                <a:solidFill>
                  <a:schemeClr val="bg2"/>
                </a:solidFill>
                <a:latin typeface="+mj-lt"/>
              </a:defRPr>
            </a:lvl1pPr>
          </a:lstStyle>
          <a:p>
            <a:pPr lvl="0"/>
            <a:r>
              <a:rPr lang="en-US" noProof="0"/>
              <a:t>2</a:t>
            </a:r>
          </a:p>
        </p:txBody>
      </p:sp>
      <p:sp>
        <p:nvSpPr>
          <p:cNvPr id="34" name="Text Placeholder 24">
            <a:extLst>
              <a:ext uri="{FF2B5EF4-FFF2-40B4-BE49-F238E27FC236}">
                <a16:creationId xmlns:a16="http://schemas.microsoft.com/office/drawing/2014/main" id="{A65257E6-B10F-49C0-862A-53648E3F2D0B}"/>
              </a:ext>
            </a:extLst>
          </p:cNvPr>
          <p:cNvSpPr>
            <a:spLocks noGrp="1"/>
          </p:cNvSpPr>
          <p:nvPr>
            <p:ph type="body" sz="quarter" idx="13" hasCustomPrompt="1"/>
          </p:nvPr>
        </p:nvSpPr>
        <p:spPr>
          <a:xfrm>
            <a:off x="5558149" y="1920003"/>
            <a:ext cx="2243918" cy="1032355"/>
          </a:xfrm>
        </p:spPr>
        <p:txBody>
          <a:bodyPr>
            <a:noAutofit/>
          </a:bodyPr>
          <a:lstStyle>
            <a:lvl1pPr marL="0" indent="0">
              <a:lnSpc>
                <a:spcPct val="75000"/>
              </a:lnSpc>
              <a:spcBef>
                <a:spcPts val="600"/>
              </a:spcBef>
              <a:buNone/>
              <a:defRPr sz="4000" b="0">
                <a:solidFill>
                  <a:schemeClr val="tx2"/>
                </a:solidFill>
                <a:latin typeface="+mj-lt"/>
              </a:defRPr>
            </a:lvl1pPr>
          </a:lstStyle>
          <a:p>
            <a:pPr lvl="0"/>
            <a:r>
              <a:rPr lang="en-US" noProof="0"/>
              <a:t>Edit Master text styles</a:t>
            </a:r>
          </a:p>
        </p:txBody>
      </p:sp>
      <p:sp>
        <p:nvSpPr>
          <p:cNvPr id="37" name="Text Placeholder 21">
            <a:extLst>
              <a:ext uri="{FF2B5EF4-FFF2-40B4-BE49-F238E27FC236}">
                <a16:creationId xmlns:a16="http://schemas.microsoft.com/office/drawing/2014/main" id="{83A147CC-1513-463A-8B07-CC14AEC845D9}"/>
              </a:ext>
            </a:extLst>
          </p:cNvPr>
          <p:cNvSpPr>
            <a:spLocks noGrp="1"/>
          </p:cNvSpPr>
          <p:nvPr>
            <p:ph type="body" sz="quarter" idx="14" hasCustomPrompt="1"/>
          </p:nvPr>
        </p:nvSpPr>
        <p:spPr>
          <a:xfrm>
            <a:off x="7858629" y="1833572"/>
            <a:ext cx="882686" cy="1092200"/>
          </a:xfrm>
        </p:spPr>
        <p:txBody>
          <a:bodyPr lIns="0" tIns="0" rIns="0" bIns="0">
            <a:noAutofit/>
          </a:bodyPr>
          <a:lstStyle>
            <a:lvl1pPr marL="0" indent="0">
              <a:buNone/>
              <a:defRPr sz="10000" b="1">
                <a:solidFill>
                  <a:schemeClr val="bg2"/>
                </a:solidFill>
                <a:latin typeface="+mj-lt"/>
              </a:defRPr>
            </a:lvl1pPr>
          </a:lstStyle>
          <a:p>
            <a:pPr lvl="0"/>
            <a:r>
              <a:rPr lang="en-US" noProof="0"/>
              <a:t>3</a:t>
            </a:r>
          </a:p>
        </p:txBody>
      </p:sp>
      <p:sp>
        <p:nvSpPr>
          <p:cNvPr id="38" name="Text Placeholder 24">
            <a:extLst>
              <a:ext uri="{FF2B5EF4-FFF2-40B4-BE49-F238E27FC236}">
                <a16:creationId xmlns:a16="http://schemas.microsoft.com/office/drawing/2014/main" id="{BCE98261-6A42-49F1-B208-2E6C24DFCF83}"/>
              </a:ext>
            </a:extLst>
          </p:cNvPr>
          <p:cNvSpPr>
            <a:spLocks noGrp="1"/>
          </p:cNvSpPr>
          <p:nvPr>
            <p:ph type="body" sz="quarter" idx="15" hasCustomPrompt="1"/>
          </p:nvPr>
        </p:nvSpPr>
        <p:spPr>
          <a:xfrm>
            <a:off x="8644262" y="1937782"/>
            <a:ext cx="2959116" cy="1032355"/>
          </a:xfrm>
        </p:spPr>
        <p:txBody>
          <a:bodyPr>
            <a:noAutofit/>
          </a:bodyPr>
          <a:lstStyle>
            <a:lvl1pPr marL="0" indent="0">
              <a:lnSpc>
                <a:spcPct val="75000"/>
              </a:lnSpc>
              <a:spcBef>
                <a:spcPts val="600"/>
              </a:spcBef>
              <a:buNone/>
              <a:defRPr sz="4000" b="0">
                <a:solidFill>
                  <a:schemeClr val="tx2"/>
                </a:solidFill>
                <a:latin typeface="+mj-lt"/>
              </a:defRPr>
            </a:lvl1pPr>
          </a:lstStyle>
          <a:p>
            <a:pPr lvl="0"/>
            <a:r>
              <a:rPr lang="en-US" noProof="0"/>
              <a:t>Edit Master text styles</a:t>
            </a:r>
          </a:p>
        </p:txBody>
      </p:sp>
      <p:sp>
        <p:nvSpPr>
          <p:cNvPr id="40" name="Text Placeholder 24">
            <a:extLst>
              <a:ext uri="{FF2B5EF4-FFF2-40B4-BE49-F238E27FC236}">
                <a16:creationId xmlns:a16="http://schemas.microsoft.com/office/drawing/2014/main" id="{937F4311-EBEC-44E3-8542-07503B54D770}"/>
              </a:ext>
            </a:extLst>
          </p:cNvPr>
          <p:cNvSpPr>
            <a:spLocks noGrp="1"/>
          </p:cNvSpPr>
          <p:nvPr>
            <p:ph type="body" sz="quarter" idx="16" hasCustomPrompt="1"/>
          </p:nvPr>
        </p:nvSpPr>
        <p:spPr>
          <a:xfrm>
            <a:off x="891723" y="3007741"/>
            <a:ext cx="1698625" cy="800100"/>
          </a:xfrm>
        </p:spPr>
        <p:txBody>
          <a:bodyPr>
            <a:normAutofit/>
          </a:bodyPr>
          <a:lstStyle>
            <a:lvl1pPr marL="0" indent="0">
              <a:buNone/>
              <a:defRPr sz="1600" b="0">
                <a:solidFill>
                  <a:schemeClr val="tx1">
                    <a:lumMod val="75000"/>
                    <a:lumOff val="25000"/>
                  </a:schemeClr>
                </a:solidFill>
                <a:latin typeface="+mn-lt"/>
              </a:defRPr>
            </a:lvl1pPr>
          </a:lstStyle>
          <a:p>
            <a:pPr lvl="0"/>
            <a:r>
              <a:rPr lang="en-US" noProof="0"/>
              <a:t>Edit Master text styles</a:t>
            </a:r>
          </a:p>
        </p:txBody>
      </p:sp>
      <p:sp>
        <p:nvSpPr>
          <p:cNvPr id="43" name="Text Placeholder 24">
            <a:extLst>
              <a:ext uri="{FF2B5EF4-FFF2-40B4-BE49-F238E27FC236}">
                <a16:creationId xmlns:a16="http://schemas.microsoft.com/office/drawing/2014/main" id="{FED4B056-A42A-4115-B98D-177B9AFDABFE}"/>
              </a:ext>
            </a:extLst>
          </p:cNvPr>
          <p:cNvSpPr>
            <a:spLocks noGrp="1"/>
          </p:cNvSpPr>
          <p:nvPr>
            <p:ph type="body" sz="quarter" idx="17" hasCustomPrompt="1"/>
          </p:nvPr>
        </p:nvSpPr>
        <p:spPr>
          <a:xfrm>
            <a:off x="2590348" y="3007741"/>
            <a:ext cx="1698625" cy="800100"/>
          </a:xfrm>
        </p:spPr>
        <p:txBody>
          <a:bodyPr>
            <a:normAutofit/>
          </a:bodyPr>
          <a:lstStyle>
            <a:lvl1pPr marL="0" indent="0">
              <a:buNone/>
              <a:defRPr sz="1600" b="0">
                <a:solidFill>
                  <a:schemeClr val="tx1">
                    <a:lumMod val="75000"/>
                    <a:lumOff val="25000"/>
                  </a:schemeClr>
                </a:solidFill>
                <a:latin typeface="+mn-lt"/>
              </a:defRPr>
            </a:lvl1pPr>
          </a:lstStyle>
          <a:p>
            <a:pPr lvl="0"/>
            <a:r>
              <a:rPr lang="en-US" noProof="0"/>
              <a:t>Edit Master text styles</a:t>
            </a:r>
          </a:p>
        </p:txBody>
      </p:sp>
      <p:sp>
        <p:nvSpPr>
          <p:cNvPr id="45" name="Text Placeholder 24">
            <a:extLst>
              <a:ext uri="{FF2B5EF4-FFF2-40B4-BE49-F238E27FC236}">
                <a16:creationId xmlns:a16="http://schemas.microsoft.com/office/drawing/2014/main" id="{2D359611-5488-43D7-A2A6-E60DB2E1D872}"/>
              </a:ext>
            </a:extLst>
          </p:cNvPr>
          <p:cNvSpPr>
            <a:spLocks noGrp="1"/>
          </p:cNvSpPr>
          <p:nvPr>
            <p:ph type="body" sz="quarter" idx="18" hasCustomPrompt="1"/>
          </p:nvPr>
        </p:nvSpPr>
        <p:spPr>
          <a:xfrm>
            <a:off x="4794793" y="3007741"/>
            <a:ext cx="1698625" cy="800100"/>
          </a:xfrm>
        </p:spPr>
        <p:txBody>
          <a:bodyPr>
            <a:normAutofit/>
          </a:bodyPr>
          <a:lstStyle>
            <a:lvl1pPr marL="0" indent="0">
              <a:buNone/>
              <a:defRPr sz="1600" b="0">
                <a:solidFill>
                  <a:schemeClr val="tx1">
                    <a:lumMod val="75000"/>
                    <a:lumOff val="25000"/>
                  </a:schemeClr>
                </a:solidFill>
                <a:latin typeface="+mn-lt"/>
              </a:defRPr>
            </a:lvl1pPr>
          </a:lstStyle>
          <a:p>
            <a:pPr lvl="0"/>
            <a:r>
              <a:rPr lang="en-US" noProof="0"/>
              <a:t>Edit Master text styles</a:t>
            </a:r>
          </a:p>
        </p:txBody>
      </p:sp>
      <p:sp>
        <p:nvSpPr>
          <p:cNvPr id="46" name="Text Placeholder 24">
            <a:extLst>
              <a:ext uri="{FF2B5EF4-FFF2-40B4-BE49-F238E27FC236}">
                <a16:creationId xmlns:a16="http://schemas.microsoft.com/office/drawing/2014/main" id="{F2182E7C-B18B-4F73-B0D1-86196D992B18}"/>
              </a:ext>
            </a:extLst>
          </p:cNvPr>
          <p:cNvSpPr>
            <a:spLocks noGrp="1"/>
          </p:cNvSpPr>
          <p:nvPr>
            <p:ph type="body" sz="quarter" idx="19" hasCustomPrompt="1"/>
          </p:nvPr>
        </p:nvSpPr>
        <p:spPr>
          <a:xfrm>
            <a:off x="7876955" y="3006198"/>
            <a:ext cx="3726423" cy="800100"/>
          </a:xfrm>
        </p:spPr>
        <p:txBody>
          <a:bodyPr>
            <a:normAutofit/>
          </a:bodyPr>
          <a:lstStyle>
            <a:lvl1pPr marL="0" indent="0">
              <a:buNone/>
              <a:defRPr sz="1600" b="0">
                <a:solidFill>
                  <a:schemeClr val="tx1">
                    <a:lumMod val="75000"/>
                    <a:lumOff val="25000"/>
                  </a:schemeClr>
                </a:solidFill>
                <a:latin typeface="+mn-lt"/>
              </a:defRPr>
            </a:lvl1pPr>
          </a:lstStyle>
          <a:p>
            <a:pPr lvl="0"/>
            <a:r>
              <a:rPr lang="en-US" noProof="0"/>
              <a:t>Edit Master text styles</a:t>
            </a:r>
          </a:p>
        </p:txBody>
      </p:sp>
      <p:sp>
        <p:nvSpPr>
          <p:cNvPr id="48" name="Text Placeholder 24">
            <a:extLst>
              <a:ext uri="{FF2B5EF4-FFF2-40B4-BE49-F238E27FC236}">
                <a16:creationId xmlns:a16="http://schemas.microsoft.com/office/drawing/2014/main" id="{3D51A445-889E-44A8-AF12-58BC161D148C}"/>
              </a:ext>
            </a:extLst>
          </p:cNvPr>
          <p:cNvSpPr>
            <a:spLocks noGrp="1"/>
          </p:cNvSpPr>
          <p:nvPr>
            <p:ph type="body" sz="quarter" idx="20" hasCustomPrompt="1"/>
          </p:nvPr>
        </p:nvSpPr>
        <p:spPr>
          <a:xfrm>
            <a:off x="1657040" y="5751926"/>
            <a:ext cx="8877920" cy="470478"/>
          </a:xfrm>
        </p:spPr>
        <p:txBody>
          <a:bodyPr>
            <a:normAutofit/>
          </a:bodyPr>
          <a:lstStyle>
            <a:lvl1pPr marL="0" indent="0" algn="ctr">
              <a:buNone/>
              <a:defRPr sz="1600" b="0">
                <a:solidFill>
                  <a:schemeClr val="accent3"/>
                </a:solidFill>
                <a:latin typeface="+mn-lt"/>
              </a:defRPr>
            </a:lvl1pPr>
          </a:lstStyle>
          <a:p>
            <a:pPr lvl="0"/>
            <a:r>
              <a:rPr lang="en-US" noProof="0"/>
              <a:t>Edit Master text styles</a:t>
            </a:r>
          </a:p>
        </p:txBody>
      </p:sp>
      <p:sp>
        <p:nvSpPr>
          <p:cNvPr id="49" name="Text Placeholder 24">
            <a:extLst>
              <a:ext uri="{FF2B5EF4-FFF2-40B4-BE49-F238E27FC236}">
                <a16:creationId xmlns:a16="http://schemas.microsoft.com/office/drawing/2014/main" id="{358BC44E-644D-4E21-A055-1178CD0D2698}"/>
              </a:ext>
            </a:extLst>
          </p:cNvPr>
          <p:cNvSpPr>
            <a:spLocks noGrp="1"/>
          </p:cNvSpPr>
          <p:nvPr>
            <p:ph type="body" sz="quarter" idx="21" hasCustomPrompt="1"/>
          </p:nvPr>
        </p:nvSpPr>
        <p:spPr>
          <a:xfrm>
            <a:off x="4794791" y="4974002"/>
            <a:ext cx="2599199" cy="800100"/>
          </a:xfrm>
        </p:spPr>
        <p:txBody>
          <a:bodyPr>
            <a:normAutofit/>
          </a:bodyPr>
          <a:lstStyle>
            <a:lvl1pPr marL="0" indent="0">
              <a:buNone/>
              <a:defRPr sz="1600" b="0">
                <a:solidFill>
                  <a:schemeClr val="accent1"/>
                </a:solidFill>
                <a:latin typeface="+mn-lt"/>
              </a:defRPr>
            </a:lvl1pPr>
          </a:lstStyle>
          <a:p>
            <a:pPr lvl="0"/>
            <a:r>
              <a:rPr lang="en-US" noProof="0"/>
              <a:t>Edit Master text styles</a:t>
            </a:r>
          </a:p>
        </p:txBody>
      </p:sp>
      <p:sp>
        <p:nvSpPr>
          <p:cNvPr id="50" name="Text Placeholder 24">
            <a:extLst>
              <a:ext uri="{FF2B5EF4-FFF2-40B4-BE49-F238E27FC236}">
                <a16:creationId xmlns:a16="http://schemas.microsoft.com/office/drawing/2014/main" id="{32C60917-FE9C-4C02-976E-9F4DF95F1614}"/>
              </a:ext>
            </a:extLst>
          </p:cNvPr>
          <p:cNvSpPr>
            <a:spLocks noGrp="1"/>
          </p:cNvSpPr>
          <p:nvPr>
            <p:ph type="body" sz="quarter" idx="22" hasCustomPrompt="1"/>
          </p:nvPr>
        </p:nvSpPr>
        <p:spPr>
          <a:xfrm>
            <a:off x="7890713" y="4974002"/>
            <a:ext cx="3712665" cy="800100"/>
          </a:xfrm>
        </p:spPr>
        <p:txBody>
          <a:bodyPr>
            <a:normAutofit/>
          </a:bodyPr>
          <a:lstStyle>
            <a:lvl1pPr marL="0" indent="0">
              <a:buNone/>
              <a:defRPr sz="1600" b="0">
                <a:solidFill>
                  <a:schemeClr val="accent1"/>
                </a:solidFill>
                <a:latin typeface="+mn-lt"/>
              </a:defRPr>
            </a:lvl1pPr>
          </a:lstStyle>
          <a:p>
            <a:pPr lvl="0"/>
            <a:r>
              <a:rPr lang="en-US" noProof="0"/>
              <a:t>Edit Master text styles</a:t>
            </a:r>
          </a:p>
        </p:txBody>
      </p:sp>
      <p:sp>
        <p:nvSpPr>
          <p:cNvPr id="55" name="Picture Placeholder 12">
            <a:extLst>
              <a:ext uri="{FF2B5EF4-FFF2-40B4-BE49-F238E27FC236}">
                <a16:creationId xmlns:a16="http://schemas.microsoft.com/office/drawing/2014/main" id="{2535BC4C-3D36-473A-B9EF-EC6F3BA67113}"/>
              </a:ext>
            </a:extLst>
          </p:cNvPr>
          <p:cNvSpPr>
            <a:spLocks noGrp="1"/>
          </p:cNvSpPr>
          <p:nvPr>
            <p:ph type="pic" sz="quarter" idx="37"/>
          </p:nvPr>
        </p:nvSpPr>
        <p:spPr>
          <a:xfrm>
            <a:off x="891723" y="3880614"/>
            <a:ext cx="1636776" cy="1618488"/>
          </a:xfrm>
        </p:spPr>
        <p:txBody>
          <a:bodyPr anchor="ctr" anchorCtr="0">
            <a:noAutofit/>
          </a:bodyPr>
          <a:lstStyle>
            <a:lvl1pPr marL="0" indent="0" algn="ctr">
              <a:buNone/>
              <a:defRPr sz="1400">
                <a:solidFill>
                  <a:schemeClr val="tx1">
                    <a:lumMod val="75000"/>
                    <a:lumOff val="25000"/>
                  </a:schemeClr>
                </a:solidFill>
              </a:defRPr>
            </a:lvl1pPr>
          </a:lstStyle>
          <a:p>
            <a:r>
              <a:rPr lang="en-US" noProof="0"/>
              <a:t>Click icon to add picture</a:t>
            </a:r>
            <a:endParaRPr lang="en-US" noProof="0" dirty="0"/>
          </a:p>
        </p:txBody>
      </p:sp>
      <p:sp>
        <p:nvSpPr>
          <p:cNvPr id="56" name="Picture Placeholder 12">
            <a:extLst>
              <a:ext uri="{FF2B5EF4-FFF2-40B4-BE49-F238E27FC236}">
                <a16:creationId xmlns:a16="http://schemas.microsoft.com/office/drawing/2014/main" id="{A1E61843-0C1E-4581-98C1-C9247F7043AC}"/>
              </a:ext>
            </a:extLst>
          </p:cNvPr>
          <p:cNvSpPr>
            <a:spLocks noGrp="1"/>
          </p:cNvSpPr>
          <p:nvPr>
            <p:ph type="pic" sz="quarter" idx="38"/>
          </p:nvPr>
        </p:nvSpPr>
        <p:spPr>
          <a:xfrm>
            <a:off x="2590348" y="3880614"/>
            <a:ext cx="1636776" cy="1618488"/>
          </a:xfrm>
        </p:spPr>
        <p:txBody>
          <a:bodyPr anchor="ctr" anchorCtr="0">
            <a:noAutofit/>
          </a:bodyPr>
          <a:lstStyle>
            <a:lvl1pPr marL="0" indent="0" algn="ctr">
              <a:buNone/>
              <a:defRPr sz="1400">
                <a:solidFill>
                  <a:schemeClr val="tx1">
                    <a:lumMod val="75000"/>
                    <a:lumOff val="25000"/>
                  </a:schemeClr>
                </a:solidFill>
              </a:defRPr>
            </a:lvl1pPr>
          </a:lstStyle>
          <a:p>
            <a:r>
              <a:rPr lang="en-US" noProof="0"/>
              <a:t>Click icon to add picture</a:t>
            </a:r>
            <a:endParaRPr lang="en-US" noProof="0" dirty="0"/>
          </a:p>
        </p:txBody>
      </p:sp>
      <p:sp>
        <p:nvSpPr>
          <p:cNvPr id="57" name="Picture Placeholder 12">
            <a:extLst>
              <a:ext uri="{FF2B5EF4-FFF2-40B4-BE49-F238E27FC236}">
                <a16:creationId xmlns:a16="http://schemas.microsoft.com/office/drawing/2014/main" id="{F3B39F0E-B245-4510-8C07-0EC29B83F1BA}"/>
              </a:ext>
            </a:extLst>
          </p:cNvPr>
          <p:cNvSpPr>
            <a:spLocks noGrp="1"/>
          </p:cNvSpPr>
          <p:nvPr>
            <p:ph type="pic" sz="quarter" idx="43"/>
          </p:nvPr>
        </p:nvSpPr>
        <p:spPr>
          <a:xfrm>
            <a:off x="4794792" y="3944782"/>
            <a:ext cx="2599199" cy="896112"/>
          </a:xfrm>
        </p:spPr>
        <p:txBody>
          <a:bodyPr anchor="ctr" anchorCtr="0">
            <a:noAutofit/>
          </a:bodyPr>
          <a:lstStyle>
            <a:lvl1pPr marL="0" indent="0" algn="ctr">
              <a:buNone/>
              <a:defRPr sz="1400">
                <a:solidFill>
                  <a:schemeClr val="tx1">
                    <a:lumMod val="75000"/>
                    <a:lumOff val="25000"/>
                  </a:schemeClr>
                </a:solidFill>
              </a:defRPr>
            </a:lvl1pPr>
          </a:lstStyle>
          <a:p>
            <a:r>
              <a:rPr lang="en-US" noProof="0"/>
              <a:t>Click icon to add picture</a:t>
            </a:r>
            <a:endParaRPr lang="en-US" noProof="0" dirty="0"/>
          </a:p>
        </p:txBody>
      </p:sp>
      <p:sp>
        <p:nvSpPr>
          <p:cNvPr id="58" name="Picture Placeholder 9">
            <a:extLst>
              <a:ext uri="{FF2B5EF4-FFF2-40B4-BE49-F238E27FC236}">
                <a16:creationId xmlns:a16="http://schemas.microsoft.com/office/drawing/2014/main" id="{A9E755CD-1A38-4F75-A18E-2D31E4934C8A}"/>
              </a:ext>
            </a:extLst>
          </p:cNvPr>
          <p:cNvSpPr>
            <a:spLocks noGrp="1"/>
          </p:cNvSpPr>
          <p:nvPr>
            <p:ph type="pic" sz="quarter" idx="44"/>
          </p:nvPr>
        </p:nvSpPr>
        <p:spPr>
          <a:xfrm>
            <a:off x="7876955" y="3944782"/>
            <a:ext cx="2599200" cy="896400"/>
          </a:xfrm>
        </p:spPr>
        <p:txBody>
          <a:bodyPr anchor="ctr" anchorCtr="0">
            <a:normAutofit/>
          </a:bodyPr>
          <a:lstStyle>
            <a:lvl1pPr marL="0" indent="0" algn="ctr">
              <a:buNone/>
              <a:defRPr sz="1400">
                <a:solidFill>
                  <a:schemeClr val="tx1">
                    <a:lumMod val="75000"/>
                    <a:lumOff val="25000"/>
                  </a:schemeClr>
                </a:solidFill>
              </a:defRPr>
            </a:lvl1pPr>
          </a:lstStyle>
          <a:p>
            <a:r>
              <a:rPr lang="en-US" noProof="0"/>
              <a:t>Click icon to add picture</a:t>
            </a:r>
            <a:endParaRPr lang="en-US" noProof="0" dirty="0"/>
          </a:p>
        </p:txBody>
      </p:sp>
      <p:sp>
        <p:nvSpPr>
          <p:cNvPr id="2" name="Title 1">
            <a:extLst>
              <a:ext uri="{FF2B5EF4-FFF2-40B4-BE49-F238E27FC236}">
                <a16:creationId xmlns:a16="http://schemas.microsoft.com/office/drawing/2014/main" id="{1C750AC0-7255-417F-919C-19DF42857E05}"/>
              </a:ext>
            </a:extLst>
          </p:cNvPr>
          <p:cNvSpPr>
            <a:spLocks noGrp="1"/>
          </p:cNvSpPr>
          <p:nvPr>
            <p:ph type="title" hasCustomPrompt="1"/>
          </p:nvPr>
        </p:nvSpPr>
        <p:spPr>
          <a:xfrm>
            <a:off x="2141220" y="558203"/>
            <a:ext cx="7909560" cy="1069848"/>
          </a:xfrm>
          <a:noFill/>
        </p:spPr>
        <p:txBody>
          <a:bodyPr lIns="0" tIns="0" rIns="0" bIns="0">
            <a:normAutofit/>
          </a:bodyPr>
          <a:lstStyle>
            <a:lvl1pPr algn="ctr">
              <a:defRPr lang="ru-RU" sz="6000" b="0" kern="1200" dirty="0">
                <a:solidFill>
                  <a:schemeClr val="tx2"/>
                </a:solidFill>
                <a:latin typeface="+mj-lt"/>
                <a:ea typeface="+mj-ea"/>
                <a:cs typeface="+mj-cs"/>
              </a:defRPr>
            </a:lvl1pPr>
          </a:lstStyle>
          <a:p>
            <a:r>
              <a:rPr lang="en-US" noProof="0"/>
              <a:t>How to use this template</a:t>
            </a:r>
          </a:p>
        </p:txBody>
      </p:sp>
      <p:pic>
        <p:nvPicPr>
          <p:cNvPr id="21" name="Graphic 20">
            <a:extLst>
              <a:ext uri="{FF2B5EF4-FFF2-40B4-BE49-F238E27FC236}">
                <a16:creationId xmlns:a16="http://schemas.microsoft.com/office/drawing/2014/main" id="{08EB3F0B-0F1D-42D2-B6C2-D4D6D82571E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608400" y="1568994"/>
            <a:ext cx="4975200" cy="114227"/>
          </a:xfrm>
          <a:prstGeom prst="rect">
            <a:avLst/>
          </a:prstGeom>
        </p:spPr>
      </p:pic>
    </p:spTree>
    <p:extLst>
      <p:ext uri="{BB962C8B-B14F-4D97-AF65-F5344CB8AC3E}">
        <p14:creationId xmlns:p14="http://schemas.microsoft.com/office/powerpoint/2010/main" val="3514683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04C9FBA-BD24-42E1-BABE-0EE5C20738FC}"/>
              </a:ext>
            </a:extLst>
          </p:cNvPr>
          <p:cNvSpPr/>
          <p:nvPr userDrawn="1"/>
        </p:nvSpPr>
        <p:spPr>
          <a:xfrm>
            <a:off x="376428" y="374904"/>
            <a:ext cx="11439144" cy="6108192"/>
          </a:xfrm>
          <a:prstGeom prst="rect">
            <a:avLst/>
          </a:prstGeom>
          <a:noFill/>
          <a:ln w="12700" cap="flat">
            <a:solidFill>
              <a:schemeClr val="bg2"/>
            </a:solidFill>
            <a:prstDash val="solid"/>
            <a:miter/>
          </a:ln>
        </p:spPr>
        <p:txBody>
          <a:bodyPr rtlCol="0" anchor="ctr"/>
          <a:lstStyle/>
          <a:p>
            <a:pPr algn="l"/>
            <a:endParaRPr lang="en-US" noProof="0" dirty="0"/>
          </a:p>
        </p:txBody>
      </p:sp>
      <p:sp>
        <p:nvSpPr>
          <p:cNvPr id="8" name="Rectangle 7">
            <a:extLst>
              <a:ext uri="{FF2B5EF4-FFF2-40B4-BE49-F238E27FC236}">
                <a16:creationId xmlns:a16="http://schemas.microsoft.com/office/drawing/2014/main" id="{2D2715CE-EA2A-4137-8BA3-1FEEF2E40A3A}"/>
              </a:ext>
            </a:extLst>
          </p:cNvPr>
          <p:cNvSpPr/>
          <p:nvPr userDrawn="1"/>
        </p:nvSpPr>
        <p:spPr>
          <a:xfrm>
            <a:off x="445008" y="443484"/>
            <a:ext cx="11301984" cy="5971032"/>
          </a:xfrm>
          <a:prstGeom prst="rect">
            <a:avLst/>
          </a:prstGeom>
          <a:noFill/>
          <a:ln w="25400" cap="flat">
            <a:solidFill>
              <a:schemeClr val="bg2"/>
            </a:solidFill>
            <a:prstDash val="solid"/>
            <a:miter/>
          </a:ln>
        </p:spPr>
        <p:txBody>
          <a:bodyPr rtlCol="0" anchor="ctr"/>
          <a:lstStyle/>
          <a:p>
            <a:pPr algn="l"/>
            <a:endParaRPr lang="en-US" noProof="0" dirty="0"/>
          </a:p>
        </p:txBody>
      </p:sp>
      <p:sp>
        <p:nvSpPr>
          <p:cNvPr id="2" name="Title Placeholder 1">
            <a:extLst>
              <a:ext uri="{FF2B5EF4-FFF2-40B4-BE49-F238E27FC236}">
                <a16:creationId xmlns:a16="http://schemas.microsoft.com/office/drawing/2014/main" id="{A8DB6A3A-74E6-4FE2-8AD2-CEB0704471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2C0128AA-FDF4-4DD5-A009-3C58D24570F2}"/>
              </a:ext>
            </a:extLst>
          </p:cNvPr>
          <p:cNvSpPr>
            <a:spLocks noGrp="1"/>
          </p:cNvSpPr>
          <p:nvPr>
            <p:ph type="body" idx="1"/>
          </p:nvPr>
        </p:nvSpPr>
        <p:spPr>
          <a:xfrm>
            <a:off x="838200" y="1825625"/>
            <a:ext cx="10515600" cy="4048274"/>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a:extLst>
              <a:ext uri="{FF2B5EF4-FFF2-40B4-BE49-F238E27FC236}">
                <a16:creationId xmlns:a16="http://schemas.microsoft.com/office/drawing/2014/main" id="{BB1C2DC0-7E13-4A66-9F9B-371BA9C6E4F1}"/>
              </a:ext>
            </a:extLst>
          </p:cNvPr>
          <p:cNvSpPr>
            <a:spLocks noGrp="1"/>
          </p:cNvSpPr>
          <p:nvPr>
            <p:ph type="dt" sz="half" idx="2"/>
          </p:nvPr>
        </p:nvSpPr>
        <p:spPr>
          <a:xfrm>
            <a:off x="838200" y="6016889"/>
            <a:ext cx="2743200" cy="365125"/>
          </a:xfrm>
          <a:prstGeom prst="rect">
            <a:avLst/>
          </a:prstGeom>
        </p:spPr>
        <p:txBody>
          <a:bodyPr vert="horz" lIns="91440" tIns="45720" rIns="91440" bIns="45720" rtlCol="0" anchor="ctr"/>
          <a:lstStyle>
            <a:lvl1pPr algn="l">
              <a:defRPr sz="1100">
                <a:solidFill>
                  <a:schemeClr val="bg2"/>
                </a:solidFill>
              </a:defRPr>
            </a:lvl1pPr>
          </a:lstStyle>
          <a:p>
            <a:r>
              <a:rPr lang="en-US" noProof="0" dirty="0"/>
              <a:t>MM.DD.20XX</a:t>
            </a:r>
          </a:p>
        </p:txBody>
      </p:sp>
      <p:sp>
        <p:nvSpPr>
          <p:cNvPr id="11" name="Footer Placeholder 4">
            <a:extLst>
              <a:ext uri="{FF2B5EF4-FFF2-40B4-BE49-F238E27FC236}">
                <a16:creationId xmlns:a16="http://schemas.microsoft.com/office/drawing/2014/main" id="{1F296578-6D40-435B-861E-0904DDC10B7C}"/>
              </a:ext>
            </a:extLst>
          </p:cNvPr>
          <p:cNvSpPr>
            <a:spLocks noGrp="1"/>
          </p:cNvSpPr>
          <p:nvPr>
            <p:ph type="ftr" sz="quarter" idx="3"/>
          </p:nvPr>
        </p:nvSpPr>
        <p:spPr>
          <a:xfrm>
            <a:off x="8203234" y="6016890"/>
            <a:ext cx="3398763" cy="365125"/>
          </a:xfrm>
          <a:prstGeom prst="rect">
            <a:avLst/>
          </a:prstGeom>
        </p:spPr>
        <p:txBody>
          <a:bodyPr vert="horz" lIns="91440" tIns="45720" rIns="91440" bIns="45720" rtlCol="0" anchor="ctr"/>
          <a:lstStyle>
            <a:lvl1pPr algn="r">
              <a:defRPr sz="1200">
                <a:solidFill>
                  <a:schemeClr val="tx2"/>
                </a:solidFill>
              </a:defRPr>
            </a:lvl1pPr>
          </a:lstStyle>
          <a:p>
            <a:r>
              <a:rPr lang="en-US" noProof="0" dirty="0"/>
              <a:t>ADD A FOOTER</a:t>
            </a:r>
          </a:p>
        </p:txBody>
      </p:sp>
      <p:sp>
        <p:nvSpPr>
          <p:cNvPr id="6" name="Slide Number Placeholder 5">
            <a:extLst>
              <a:ext uri="{FF2B5EF4-FFF2-40B4-BE49-F238E27FC236}">
                <a16:creationId xmlns:a16="http://schemas.microsoft.com/office/drawing/2014/main" id="{9475097E-EB08-4475-9112-275B8402794C}"/>
              </a:ext>
            </a:extLst>
          </p:cNvPr>
          <p:cNvSpPr>
            <a:spLocks noGrp="1"/>
          </p:cNvSpPr>
          <p:nvPr>
            <p:ph type="sldNum" sz="quarter" idx="4"/>
          </p:nvPr>
        </p:nvSpPr>
        <p:spPr>
          <a:xfrm>
            <a:off x="5821279" y="6273660"/>
            <a:ext cx="549442" cy="365125"/>
          </a:xfrm>
          <a:prstGeom prst="rect">
            <a:avLst/>
          </a:prstGeom>
        </p:spPr>
        <p:txBody>
          <a:bodyPr vert="horz" lIns="91440" tIns="45720" rIns="91440" bIns="45720" rtlCol="0" anchor="ctr"/>
          <a:lstStyle>
            <a:lvl1pPr algn="ctr">
              <a:defRPr sz="1200">
                <a:solidFill>
                  <a:schemeClr val="tx2"/>
                </a:solidFill>
              </a:defRPr>
            </a:lvl1pPr>
          </a:lstStyle>
          <a:p>
            <a:fld id="{D495E168-DA5E-4888-8D8A-92B118324C14}" type="slidenum">
              <a:rPr lang="en-US" noProof="0" smtClean="0"/>
              <a:pPr/>
              <a:t>‹#›</a:t>
            </a:fld>
            <a:endParaRPr lang="en-US" noProof="0" dirty="0"/>
          </a:p>
        </p:txBody>
      </p:sp>
    </p:spTree>
    <p:extLst>
      <p:ext uri="{BB962C8B-B14F-4D97-AF65-F5344CB8AC3E}">
        <p14:creationId xmlns:p14="http://schemas.microsoft.com/office/powerpoint/2010/main" val="3223999130"/>
      </p:ext>
    </p:extLst>
  </p:cSld>
  <p:clrMap bg1="lt1" tx1="dk1" bg2="lt2" tx2="dk2" accent1="accent1" accent2="accent2" accent3="accent3" accent4="accent4" accent5="accent5" accent6="accent6" hlink="hlink" folHlink="folHlink"/>
  <p:sldLayoutIdLst>
    <p:sldLayoutId id="2147483653" r:id="rId1"/>
    <p:sldLayoutId id="2147483679"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5" r:id="rId11"/>
    <p:sldLayoutId id="2147483678" r:id="rId12"/>
    <p:sldLayoutId id="2147483674" r:id="rId13"/>
    <p:sldLayoutId id="2147483680" r:id="rId14"/>
    <p:sldLayoutId id="2147483681" r:id="rId15"/>
    <p:sldLayoutId id="2147483682" r:id="rId16"/>
    <p:sldLayoutId id="2147483683" r:id="rId17"/>
    <p:sldLayoutId id="2147483684" r:id="rId18"/>
    <p:sldLayoutId id="2147483685" r:id="rId19"/>
    <p:sldLayoutId id="2147483688" r:id="rId20"/>
    <p:sldLayoutId id="2147483689" r:id="rId21"/>
    <p:sldLayoutId id="2147483686" r:id="rId22"/>
    <p:sldLayoutId id="2147483687" r:id="rId23"/>
    <p:sldLayoutId id="2147483676" r:id="rId24"/>
  </p:sldLayoutIdLst>
  <p:hf hdr="0" dt="0"/>
  <p:txStyles>
    <p:titleStyle>
      <a:lvl1pPr algn="l" defTabSz="914400" rtl="0" eaLnBrk="1" latinLnBrk="0" hangingPunct="1">
        <a:lnSpc>
          <a:spcPct val="90000"/>
        </a:lnSpc>
        <a:spcBef>
          <a:spcPct val="0"/>
        </a:spcBef>
        <a:buNone/>
        <a:defRPr sz="6000" b="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userDrawn="1">
          <p15:clr>
            <a:srgbClr val="F26B43"/>
          </p15:clr>
        </p15:guide>
        <p15:guide id="2" pos="574" userDrawn="1">
          <p15:clr>
            <a:srgbClr val="F26B43"/>
          </p15:clr>
        </p15:guide>
        <p15:guide id="3" pos="7106" userDrawn="1">
          <p15:clr>
            <a:srgbClr val="F26B43"/>
          </p15:clr>
        </p15:guide>
        <p15:guide id="4" orient="horz" pos="3748" userDrawn="1">
          <p15:clr>
            <a:srgbClr val="F26B43"/>
          </p15:clr>
        </p15:guide>
        <p15:guide id="5" pos="4407" userDrawn="1">
          <p15:clr>
            <a:srgbClr val="F26B43"/>
          </p15:clr>
        </p15:guide>
        <p15:guide id="6" pos="3273" userDrawn="1">
          <p15:clr>
            <a:srgbClr val="F26B43"/>
          </p15:clr>
        </p15:guide>
        <p15:guide id="7" pos="3840" userDrawn="1">
          <p15:clr>
            <a:srgbClr val="F26B43"/>
          </p15:clr>
        </p15:guide>
        <p15:guide id="8" orient="horz" pos="2160" userDrawn="1">
          <p15:clr>
            <a:srgbClr val="F26B43"/>
          </p15:clr>
        </p15:guide>
        <p15:guide id="9" pos="302" userDrawn="1">
          <p15:clr>
            <a:srgbClr val="F26B43"/>
          </p15:clr>
        </p15:guide>
        <p15:guide id="10" pos="737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8" Type="http://schemas.openxmlformats.org/officeDocument/2006/relationships/hyperlink" Target="https://docs.oracle.com/database/121/SPATL/sdo_relate.htm" TargetMode="External"/><Relationship Id="rId3" Type="http://schemas.openxmlformats.org/officeDocument/2006/relationships/hyperlink" Target="https://docs.oracle.com/database/121/SPATL/sdo_filter.htm" TargetMode="External"/><Relationship Id="rId7" Type="http://schemas.openxmlformats.org/officeDocument/2006/relationships/hyperlink" Target="https://docs.oracle.com/database/121/SPATL/sdo_pointinpolygon.htm" TargetMode="External"/><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hyperlink" Target="https://docs.oracle.com/database/121/SPATL/sdo_nn_distance.htm" TargetMode="External"/><Relationship Id="rId5" Type="http://schemas.openxmlformats.org/officeDocument/2006/relationships/hyperlink" Target="https://docs.oracle.com/database/121/SPATL/sdo_nn.htm" TargetMode="External"/><Relationship Id="rId10" Type="http://schemas.openxmlformats.org/officeDocument/2006/relationships/hyperlink" Target="https://docs.oracle.com/database/121/SPATL/sdo_within_distance.htm" TargetMode="External"/><Relationship Id="rId4" Type="http://schemas.openxmlformats.org/officeDocument/2006/relationships/hyperlink" Target="https://docs.oracle.com/database/121/SPATL/sdo_join.htm" TargetMode="External"/><Relationship Id="rId9" Type="http://schemas.openxmlformats.org/officeDocument/2006/relationships/hyperlink" Target="https://docs.oracle.com/database/121/SPATL/spatial-operators.htm#GUID-85422854-5133-4F1D-BF0E-228CA6EDAF87__BGEBCFBE" TargetMode="External"/></Relationships>
</file>

<file path=ppt/slides/_rels/slide46.xml.rels><?xml version="1.0" encoding="UTF-8" standalone="yes"?>
<Relationships xmlns="http://schemas.openxmlformats.org/package/2006/relationships"><Relationship Id="rId3" Type="http://schemas.openxmlformats.org/officeDocument/2006/relationships/hyperlink" Target="https://docs.oracle.com/database/121/SPATL/sdo_anyinteract.htm" TargetMode="External"/><Relationship Id="rId7" Type="http://schemas.openxmlformats.org/officeDocument/2006/relationships/hyperlink" Target="https://docs.oracle.com/database/121/SPATL/sdo_equal.htm" TargetMode="External"/><Relationship Id="rId2" Type="http://schemas.openxmlformats.org/officeDocument/2006/relationships/notesSlide" Target="../notesSlides/notesSlide7.xml"/><Relationship Id="rId1" Type="http://schemas.openxmlformats.org/officeDocument/2006/relationships/slideLayout" Target="../slideLayouts/slideLayout17.xml"/><Relationship Id="rId6" Type="http://schemas.openxmlformats.org/officeDocument/2006/relationships/hyperlink" Target="https://docs.oracle.com/database/121/SPATL/sdo_covers.htm" TargetMode="External"/><Relationship Id="rId5" Type="http://schemas.openxmlformats.org/officeDocument/2006/relationships/hyperlink" Target="https://docs.oracle.com/database/121/SPATL/sdo_coveredby.htm" TargetMode="External"/><Relationship Id="rId4" Type="http://schemas.openxmlformats.org/officeDocument/2006/relationships/hyperlink" Target="https://docs.oracle.com/database/121/SPATL/sdo_contains.htm" TargetMode="External"/></Relationships>
</file>

<file path=ppt/slides/_rels/slide47.xml.rels><?xml version="1.0" encoding="UTF-8" standalone="yes"?>
<Relationships xmlns="http://schemas.openxmlformats.org/package/2006/relationships"><Relationship Id="rId8" Type="http://schemas.openxmlformats.org/officeDocument/2006/relationships/hyperlink" Target="https://docs.oracle.com/database/121/SPATL/sdo_touch.htm" TargetMode="External"/><Relationship Id="rId3" Type="http://schemas.openxmlformats.org/officeDocument/2006/relationships/hyperlink" Target="https://docs.oracle.com/database/121/SPATL/sdo_inside.htm" TargetMode="External"/><Relationship Id="rId7" Type="http://schemas.openxmlformats.org/officeDocument/2006/relationships/hyperlink" Target="https://docs.oracle.com/database/121/SPATL/sdo_overlaps.htm" TargetMode="External"/><Relationship Id="rId2" Type="http://schemas.openxmlformats.org/officeDocument/2006/relationships/notesSlide" Target="../notesSlides/notesSlide8.xml"/><Relationship Id="rId1" Type="http://schemas.openxmlformats.org/officeDocument/2006/relationships/slideLayout" Target="../slideLayouts/slideLayout17.xml"/><Relationship Id="rId6" Type="http://schemas.openxmlformats.org/officeDocument/2006/relationships/hyperlink" Target="https://docs.oracle.com/database/121/SPATL/sdo_overlapbdyintersect.htm" TargetMode="External"/><Relationship Id="rId5" Type="http://schemas.openxmlformats.org/officeDocument/2006/relationships/hyperlink" Target="https://docs.oracle.com/database/121/SPATL/sdo_overlapbdydisjoint.htm" TargetMode="External"/><Relationship Id="rId4" Type="http://schemas.openxmlformats.org/officeDocument/2006/relationships/hyperlink" Target="https://docs.oracle.com/database/121/SPATL/sdo_on.htm"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3A672-E2C9-49A3-B8D1-665F05ADB8BC}"/>
              </a:ext>
            </a:extLst>
          </p:cNvPr>
          <p:cNvSpPr>
            <a:spLocks noGrp="1"/>
          </p:cNvSpPr>
          <p:nvPr>
            <p:ph type="title"/>
          </p:nvPr>
        </p:nvSpPr>
        <p:spPr bwMode="grayWhite"/>
        <p:txBody>
          <a:bodyPr/>
          <a:lstStyle/>
          <a:p>
            <a:r>
              <a:rPr lang="en-US" sz="7200" noProof="0" dirty="0"/>
              <a:t>Spatial and Multimedia Databases</a:t>
            </a:r>
          </a:p>
        </p:txBody>
      </p:sp>
      <p:sp>
        <p:nvSpPr>
          <p:cNvPr id="4" name="Text Placeholder 3">
            <a:extLst>
              <a:ext uri="{FF2B5EF4-FFF2-40B4-BE49-F238E27FC236}">
                <a16:creationId xmlns:a16="http://schemas.microsoft.com/office/drawing/2014/main" id="{8565D450-CF0E-4B12-945F-D0057946DD7C}"/>
              </a:ext>
            </a:extLst>
          </p:cNvPr>
          <p:cNvSpPr>
            <a:spLocks noGrp="1"/>
          </p:cNvSpPr>
          <p:nvPr>
            <p:ph type="body" sz="quarter" idx="13"/>
          </p:nvPr>
        </p:nvSpPr>
        <p:spPr bwMode="grayWhite"/>
        <p:txBody>
          <a:bodyPr/>
          <a:lstStyle/>
          <a:p>
            <a:r>
              <a:rPr lang="en-US" dirty="0"/>
              <a:t>MCSE506L – Database Systems</a:t>
            </a:r>
            <a:endParaRPr lang="ru-RU" dirty="0"/>
          </a:p>
        </p:txBody>
      </p:sp>
      <p:sp>
        <p:nvSpPr>
          <p:cNvPr id="8" name="Text Placeholder 7">
            <a:extLst>
              <a:ext uri="{FF2B5EF4-FFF2-40B4-BE49-F238E27FC236}">
                <a16:creationId xmlns:a16="http://schemas.microsoft.com/office/drawing/2014/main" id="{63743191-2C84-41E1-BD1D-4C35155B99CD}"/>
              </a:ext>
            </a:extLst>
          </p:cNvPr>
          <p:cNvSpPr>
            <a:spLocks noGrp="1"/>
          </p:cNvSpPr>
          <p:nvPr>
            <p:ph type="body" sz="quarter" idx="21"/>
          </p:nvPr>
        </p:nvSpPr>
        <p:spPr bwMode="grayWhite"/>
        <p:txBody>
          <a:bodyPr/>
          <a:lstStyle/>
          <a:p>
            <a:r>
              <a:rPr lang="en-US" dirty="0"/>
              <a:t>Part 1</a:t>
            </a:r>
            <a:endParaRPr lang="ru-RU" dirty="0"/>
          </a:p>
        </p:txBody>
      </p:sp>
      <p:sp>
        <p:nvSpPr>
          <p:cNvPr id="7" name="Text Placeholder 6">
            <a:extLst>
              <a:ext uri="{FF2B5EF4-FFF2-40B4-BE49-F238E27FC236}">
                <a16:creationId xmlns:a16="http://schemas.microsoft.com/office/drawing/2014/main" id="{148799AE-6C70-4A22-B90A-3F8F7CFDAD67}"/>
              </a:ext>
            </a:extLst>
          </p:cNvPr>
          <p:cNvSpPr>
            <a:spLocks noGrp="1"/>
          </p:cNvSpPr>
          <p:nvPr>
            <p:ph type="body" sz="quarter" idx="20"/>
          </p:nvPr>
        </p:nvSpPr>
        <p:spPr bwMode="grayWhite"/>
        <p:txBody>
          <a:bodyPr/>
          <a:lstStyle/>
          <a:p>
            <a:r>
              <a:rPr lang="en-US" dirty="0"/>
              <a:t>Module 4</a:t>
            </a:r>
            <a:endParaRPr lang="ru-RU" dirty="0"/>
          </a:p>
        </p:txBody>
      </p:sp>
    </p:spTree>
    <p:extLst>
      <p:ext uri="{BB962C8B-B14F-4D97-AF65-F5344CB8AC3E}">
        <p14:creationId xmlns:p14="http://schemas.microsoft.com/office/powerpoint/2010/main" val="29715957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AB24F1-B94D-2E36-9B83-071853416236}"/>
              </a:ext>
            </a:extLst>
          </p:cNvPr>
          <p:cNvSpPr>
            <a:spLocks noGrp="1"/>
          </p:cNvSpPr>
          <p:nvPr>
            <p:ph type="sldNum" sz="quarter" idx="12"/>
          </p:nvPr>
        </p:nvSpPr>
        <p:spPr/>
        <p:txBody>
          <a:bodyPr/>
          <a:lstStyle/>
          <a:p>
            <a:fld id="{D495E168-DA5E-4888-8D8A-92B118324C14}" type="slidenum">
              <a:rPr lang="en-US" noProof="0" smtClean="0"/>
              <a:pPr/>
              <a:t>2</a:t>
            </a:fld>
            <a:endParaRPr lang="en-US" noProof="0" dirty="0"/>
          </a:p>
        </p:txBody>
      </p:sp>
      <p:sp>
        <p:nvSpPr>
          <p:cNvPr id="3" name="Title 2">
            <a:extLst>
              <a:ext uri="{FF2B5EF4-FFF2-40B4-BE49-F238E27FC236}">
                <a16:creationId xmlns:a16="http://schemas.microsoft.com/office/drawing/2014/main" id="{A5554CD8-E23A-67EC-DA7F-1A8466065A8E}"/>
              </a:ext>
            </a:extLst>
          </p:cNvPr>
          <p:cNvSpPr>
            <a:spLocks noGrp="1"/>
          </p:cNvSpPr>
          <p:nvPr>
            <p:ph type="title"/>
          </p:nvPr>
        </p:nvSpPr>
        <p:spPr/>
        <p:txBody>
          <a:bodyPr>
            <a:normAutofit fontScale="90000"/>
          </a:bodyPr>
          <a:lstStyle/>
          <a:p>
            <a:r>
              <a:rPr lang="en-US" dirty="0"/>
              <a:t>Outline</a:t>
            </a:r>
            <a:endParaRPr lang="en-IN" dirty="0"/>
          </a:p>
        </p:txBody>
      </p:sp>
      <p:sp>
        <p:nvSpPr>
          <p:cNvPr id="4" name="Footer Placeholder 3">
            <a:extLst>
              <a:ext uri="{FF2B5EF4-FFF2-40B4-BE49-F238E27FC236}">
                <a16:creationId xmlns:a16="http://schemas.microsoft.com/office/drawing/2014/main" id="{FA7976DD-5048-24D1-D12C-79C56880E806}"/>
              </a:ext>
            </a:extLst>
          </p:cNvPr>
          <p:cNvSpPr>
            <a:spLocks noGrp="1"/>
          </p:cNvSpPr>
          <p:nvPr>
            <p:ph type="ftr" sz="quarter" idx="11"/>
          </p:nvPr>
        </p:nvSpPr>
        <p:spPr/>
        <p:txBody>
          <a:bodyPr/>
          <a:lstStyle/>
          <a:p>
            <a:r>
              <a:rPr lang="en-US" noProof="0"/>
              <a:t>ADD A FOOTER</a:t>
            </a:r>
            <a:endParaRPr lang="en-US" noProof="0" dirty="0"/>
          </a:p>
        </p:txBody>
      </p:sp>
      <p:sp>
        <p:nvSpPr>
          <p:cNvPr id="5" name="Text Placeholder 4">
            <a:extLst>
              <a:ext uri="{FF2B5EF4-FFF2-40B4-BE49-F238E27FC236}">
                <a16:creationId xmlns:a16="http://schemas.microsoft.com/office/drawing/2014/main" id="{94E4813E-AB5C-E7D2-177C-E66FD1AF706D}"/>
              </a:ext>
            </a:extLst>
          </p:cNvPr>
          <p:cNvSpPr>
            <a:spLocks noGrp="1"/>
          </p:cNvSpPr>
          <p:nvPr>
            <p:ph type="body" sz="quarter" idx="13"/>
          </p:nvPr>
        </p:nvSpPr>
        <p:spPr/>
        <p:txBody>
          <a:bodyPr numCol="2">
            <a:normAutofit/>
          </a:bodyPr>
          <a:lstStyle/>
          <a:p>
            <a:r>
              <a:rPr lang="en-US" sz="1800" dirty="0">
                <a:solidFill>
                  <a:schemeClr val="tx2"/>
                </a:solidFill>
              </a:rPr>
              <a:t>Motivation</a:t>
            </a:r>
          </a:p>
          <a:p>
            <a:r>
              <a:rPr lang="en-US" sz="1800" dirty="0">
                <a:solidFill>
                  <a:schemeClr val="tx2"/>
                </a:solidFill>
              </a:rPr>
              <a:t>Spatial and Geographic Data</a:t>
            </a:r>
          </a:p>
          <a:p>
            <a:pPr lvl="1"/>
            <a:r>
              <a:rPr lang="en-US" dirty="0"/>
              <a:t>CAD data</a:t>
            </a:r>
          </a:p>
          <a:p>
            <a:pPr lvl="1"/>
            <a:r>
              <a:rPr lang="en-US" dirty="0"/>
              <a:t>Geographic Data</a:t>
            </a:r>
          </a:p>
          <a:p>
            <a:r>
              <a:rPr lang="en-US" sz="1800" dirty="0">
                <a:solidFill>
                  <a:schemeClr val="tx2"/>
                </a:solidFill>
              </a:rPr>
              <a:t>Representation of Geometric Information</a:t>
            </a:r>
          </a:p>
          <a:p>
            <a:r>
              <a:rPr lang="en-US" sz="1800" dirty="0">
                <a:solidFill>
                  <a:schemeClr val="tx2"/>
                </a:solidFill>
              </a:rPr>
              <a:t>Design Database</a:t>
            </a:r>
          </a:p>
          <a:p>
            <a:r>
              <a:rPr lang="en-US" sz="1800" dirty="0">
                <a:solidFill>
                  <a:schemeClr val="tx2"/>
                </a:solidFill>
              </a:rPr>
              <a:t>Geographic Data</a:t>
            </a:r>
          </a:p>
          <a:p>
            <a:pPr lvl="1"/>
            <a:r>
              <a:rPr lang="en-US" dirty="0"/>
              <a:t>Applications of Geographic Data</a:t>
            </a:r>
          </a:p>
          <a:p>
            <a:pPr lvl="2"/>
            <a:r>
              <a:rPr lang="en-IN" dirty="0"/>
              <a:t>Raster Data</a:t>
            </a:r>
          </a:p>
          <a:p>
            <a:pPr lvl="2"/>
            <a:r>
              <a:rPr lang="en-IN" dirty="0"/>
              <a:t>Vector Data</a:t>
            </a:r>
          </a:p>
          <a:p>
            <a:pPr lvl="1"/>
            <a:r>
              <a:rPr lang="en-IN" dirty="0"/>
              <a:t>Spatial </a:t>
            </a:r>
            <a:r>
              <a:rPr lang="en-IN" dirty="0" err="1"/>
              <a:t>Queires</a:t>
            </a:r>
            <a:endParaRPr lang="en-IN" dirty="0"/>
          </a:p>
          <a:p>
            <a:r>
              <a:rPr lang="en-IN" sz="1800" dirty="0">
                <a:solidFill>
                  <a:schemeClr val="tx2"/>
                </a:solidFill>
              </a:rPr>
              <a:t>Indexing of Spatial Data</a:t>
            </a:r>
          </a:p>
          <a:p>
            <a:pPr lvl="1"/>
            <a:r>
              <a:rPr lang="en-IN" sz="2000" dirty="0">
                <a:solidFill>
                  <a:schemeClr val="tx2"/>
                </a:solidFill>
              </a:rPr>
              <a:t>K-d trees</a:t>
            </a:r>
          </a:p>
          <a:p>
            <a:pPr lvl="1"/>
            <a:r>
              <a:rPr lang="en-IN" sz="2000" dirty="0">
                <a:solidFill>
                  <a:schemeClr val="tx2"/>
                </a:solidFill>
              </a:rPr>
              <a:t>Quadtrees</a:t>
            </a:r>
          </a:p>
          <a:p>
            <a:pPr lvl="1"/>
            <a:r>
              <a:rPr lang="en-IN" sz="2000" dirty="0">
                <a:solidFill>
                  <a:schemeClr val="tx2"/>
                </a:solidFill>
              </a:rPr>
              <a:t>R- Trees</a:t>
            </a:r>
          </a:p>
          <a:p>
            <a:pPr lvl="2"/>
            <a:r>
              <a:rPr lang="en-IN" sz="2000" dirty="0">
                <a:solidFill>
                  <a:schemeClr val="tx2"/>
                </a:solidFill>
              </a:rPr>
              <a:t>Search</a:t>
            </a:r>
          </a:p>
          <a:p>
            <a:pPr lvl="2"/>
            <a:r>
              <a:rPr lang="en-IN" sz="2000" dirty="0">
                <a:solidFill>
                  <a:schemeClr val="tx2"/>
                </a:solidFill>
              </a:rPr>
              <a:t>Insertion </a:t>
            </a:r>
          </a:p>
          <a:p>
            <a:pPr lvl="2"/>
            <a:r>
              <a:rPr lang="en-IN" dirty="0">
                <a:solidFill>
                  <a:schemeClr val="tx2"/>
                </a:solidFill>
              </a:rPr>
              <a:t>Deletion</a:t>
            </a:r>
          </a:p>
          <a:p>
            <a:pPr lvl="2"/>
            <a:endParaRPr lang="en-IN" dirty="0">
              <a:solidFill>
                <a:schemeClr val="tx2"/>
              </a:solidFill>
            </a:endParaRPr>
          </a:p>
          <a:p>
            <a:endParaRPr lang="en-IN" dirty="0">
              <a:solidFill>
                <a:schemeClr val="tx2"/>
              </a:solidFill>
            </a:endParaRPr>
          </a:p>
        </p:txBody>
      </p:sp>
    </p:spTree>
    <p:extLst>
      <p:ext uri="{BB962C8B-B14F-4D97-AF65-F5344CB8AC3E}">
        <p14:creationId xmlns:p14="http://schemas.microsoft.com/office/powerpoint/2010/main" val="643016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Spatial and Temporal Data and Mobility</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3</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fontScale="92500" lnSpcReduction="10000"/>
          </a:bodyPr>
          <a:lstStyle/>
          <a:p>
            <a:pPr algn="just"/>
            <a:r>
              <a:rPr lang="en-US" dirty="0"/>
              <a:t>For most of the history of databases, the types of data stored in databases were relatively simple, and this was reflected in the rather limited support for data types in earlier versions of SQL. </a:t>
            </a:r>
          </a:p>
          <a:p>
            <a:pPr algn="just"/>
            <a:r>
              <a:rPr lang="en-US" dirty="0"/>
              <a:t>Over time, however, there developed </a:t>
            </a:r>
            <a:r>
              <a:rPr lang="en-US" dirty="0">
                <a:solidFill>
                  <a:srgbClr val="0070C0"/>
                </a:solidFill>
              </a:rPr>
              <a:t>increasing need for handling more complex data types in databases</a:t>
            </a:r>
            <a:r>
              <a:rPr lang="en-US" dirty="0"/>
              <a:t>, such as temporal data, spatial data, and multimedia data.</a:t>
            </a:r>
          </a:p>
          <a:p>
            <a:pPr algn="just"/>
            <a:r>
              <a:rPr lang="en-US" dirty="0"/>
              <a:t>Another major trend has created its own set of issues: </a:t>
            </a:r>
            <a:r>
              <a:rPr lang="en-US" dirty="0">
                <a:solidFill>
                  <a:srgbClr val="0070C0"/>
                </a:solidFill>
              </a:rPr>
              <a:t>the growth of mobile computers, starting with laptop computers and pocket organizers</a:t>
            </a:r>
            <a:r>
              <a:rPr lang="en-US" dirty="0"/>
              <a:t> and extending in more recent years to </a:t>
            </a:r>
            <a:r>
              <a:rPr lang="en-US" b="1" dirty="0"/>
              <a:t>mobile phones </a:t>
            </a:r>
            <a:r>
              <a:rPr lang="en-US" dirty="0"/>
              <a:t>with built-in computers and a variety of wearable computers that are increasingly used in commercial applications.</a:t>
            </a:r>
            <a:endParaRPr lang="en-IN" dirty="0"/>
          </a:p>
        </p:txBody>
      </p:sp>
    </p:spTree>
    <p:extLst>
      <p:ext uri="{BB962C8B-B14F-4D97-AF65-F5344CB8AC3E}">
        <p14:creationId xmlns:p14="http://schemas.microsoft.com/office/powerpoint/2010/main" val="3715121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Motivation</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4</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a:bodyPr>
          <a:lstStyle/>
          <a:p>
            <a:pPr algn="just"/>
            <a:r>
              <a:rPr lang="en-US" dirty="0">
                <a:solidFill>
                  <a:schemeClr val="tx2">
                    <a:lumMod val="60000"/>
                    <a:lumOff val="40000"/>
                  </a:schemeClr>
                </a:solidFill>
              </a:rPr>
              <a:t>Temporal data:</a:t>
            </a:r>
          </a:p>
          <a:p>
            <a:pPr algn="just"/>
            <a:r>
              <a:rPr lang="en-US" dirty="0"/>
              <a:t>Most database systems model the </a:t>
            </a:r>
            <a:r>
              <a:rPr lang="en-US" dirty="0">
                <a:solidFill>
                  <a:srgbClr val="0070C0"/>
                </a:solidFill>
              </a:rPr>
              <a:t>current state of the world</a:t>
            </a:r>
            <a:r>
              <a:rPr lang="en-US" dirty="0"/>
              <a:t>, for instance, current customers, current students, and courses currently being offered. </a:t>
            </a:r>
          </a:p>
          <a:p>
            <a:pPr algn="just"/>
            <a:r>
              <a:rPr lang="en-US" dirty="0"/>
              <a:t>In many applications, it is very important to </a:t>
            </a:r>
            <a:r>
              <a:rPr lang="en-US" dirty="0">
                <a:solidFill>
                  <a:srgbClr val="0070C0"/>
                </a:solidFill>
              </a:rPr>
              <a:t>store and retrieve information about past states</a:t>
            </a:r>
            <a:r>
              <a:rPr lang="en-US" dirty="0"/>
              <a:t>. Historical information can be incorporated manually into a schema design.</a:t>
            </a:r>
            <a:endParaRPr lang="en-IN" dirty="0"/>
          </a:p>
        </p:txBody>
      </p:sp>
    </p:spTree>
    <p:extLst>
      <p:ext uri="{BB962C8B-B14F-4D97-AF65-F5344CB8AC3E}">
        <p14:creationId xmlns:p14="http://schemas.microsoft.com/office/powerpoint/2010/main" val="1980832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Motivation</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5</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fontScale="77500" lnSpcReduction="20000"/>
          </a:bodyPr>
          <a:lstStyle/>
          <a:p>
            <a:pPr algn="just"/>
            <a:r>
              <a:rPr lang="en-US" dirty="0">
                <a:solidFill>
                  <a:schemeClr val="tx2">
                    <a:lumMod val="60000"/>
                    <a:lumOff val="40000"/>
                  </a:schemeClr>
                </a:solidFill>
              </a:rPr>
              <a:t>Spatial data:</a:t>
            </a:r>
          </a:p>
          <a:p>
            <a:pPr algn="just"/>
            <a:r>
              <a:rPr lang="en-US" dirty="0"/>
              <a:t>It include </a:t>
            </a:r>
            <a:r>
              <a:rPr lang="en-US" dirty="0">
                <a:solidFill>
                  <a:srgbClr val="0070C0"/>
                </a:solidFill>
              </a:rPr>
              <a:t>geographic data</a:t>
            </a:r>
            <a:r>
              <a:rPr lang="en-US" dirty="0"/>
              <a:t>, such as maps and associated information, and computer-aided-design data, such as integrated circuit designs or building designs. </a:t>
            </a:r>
          </a:p>
          <a:p>
            <a:pPr algn="just"/>
            <a:r>
              <a:rPr lang="en-US" dirty="0"/>
              <a:t>Applications of spatial data initially stored data as files in a file system, as did early-generation business applications. But as </a:t>
            </a:r>
            <a:r>
              <a:rPr lang="en-US" dirty="0">
                <a:solidFill>
                  <a:srgbClr val="0070C0"/>
                </a:solidFill>
              </a:rPr>
              <a:t>the complexity and volume of the data, and the number of users, have grown</a:t>
            </a:r>
            <a:r>
              <a:rPr lang="en-US" dirty="0"/>
              <a:t>, ad hoc approaches to storing and retrieving data in a file system have </a:t>
            </a:r>
            <a:r>
              <a:rPr lang="en-US" dirty="0">
                <a:solidFill>
                  <a:srgbClr val="0070C0"/>
                </a:solidFill>
              </a:rPr>
              <a:t>proved insufficient for the needs of many applications that use spatial data</a:t>
            </a:r>
            <a:r>
              <a:rPr lang="en-US" dirty="0"/>
              <a:t>.</a:t>
            </a:r>
          </a:p>
          <a:p>
            <a:pPr algn="just"/>
            <a:r>
              <a:rPr lang="en-US" dirty="0"/>
              <a:t>Spatial-data applications require facilities offered by a database system in particular, the </a:t>
            </a:r>
            <a:r>
              <a:rPr lang="en-US" dirty="0">
                <a:solidFill>
                  <a:srgbClr val="0070C0"/>
                </a:solidFill>
              </a:rPr>
              <a:t>ability to store and query large amounts of data efficiently</a:t>
            </a:r>
            <a:r>
              <a:rPr lang="en-US" dirty="0"/>
              <a:t>. </a:t>
            </a:r>
          </a:p>
          <a:p>
            <a:pPr algn="just"/>
            <a:r>
              <a:rPr lang="en-US" dirty="0"/>
              <a:t>Some applications may </a:t>
            </a:r>
            <a:r>
              <a:rPr lang="en-US" dirty="0">
                <a:solidFill>
                  <a:srgbClr val="FF0000"/>
                </a:solidFill>
              </a:rPr>
              <a:t>also require </a:t>
            </a:r>
            <a:r>
              <a:rPr lang="en-US" dirty="0"/>
              <a:t>other database features, such as </a:t>
            </a:r>
            <a:r>
              <a:rPr lang="en-US" dirty="0">
                <a:solidFill>
                  <a:srgbClr val="FF0000"/>
                </a:solidFill>
              </a:rPr>
              <a:t>atomic updates to parts of the stored data, durability, and concurrency control</a:t>
            </a:r>
            <a:r>
              <a:rPr lang="en-US" dirty="0"/>
              <a:t>.</a:t>
            </a:r>
            <a:endParaRPr lang="en-IN" dirty="0"/>
          </a:p>
        </p:txBody>
      </p:sp>
    </p:spTree>
    <p:extLst>
      <p:ext uri="{BB962C8B-B14F-4D97-AF65-F5344CB8AC3E}">
        <p14:creationId xmlns:p14="http://schemas.microsoft.com/office/powerpoint/2010/main" val="14796949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Motivation</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6</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a:bodyPr>
          <a:lstStyle/>
          <a:p>
            <a:pPr algn="just"/>
            <a:r>
              <a:rPr lang="en-US" dirty="0">
                <a:solidFill>
                  <a:schemeClr val="tx2">
                    <a:lumMod val="60000"/>
                    <a:lumOff val="40000"/>
                  </a:schemeClr>
                </a:solidFill>
              </a:rPr>
              <a:t>Multimedia data:</a:t>
            </a:r>
          </a:p>
          <a:p>
            <a:pPr algn="just"/>
            <a:r>
              <a:rPr lang="en-US" dirty="0"/>
              <a:t>The features required in database systems that </a:t>
            </a:r>
            <a:r>
              <a:rPr lang="en-US" dirty="0">
                <a:solidFill>
                  <a:srgbClr val="0070C0"/>
                </a:solidFill>
              </a:rPr>
              <a:t>store multimedia data</a:t>
            </a:r>
            <a:r>
              <a:rPr lang="en-US" dirty="0"/>
              <a:t> such as </a:t>
            </a:r>
            <a:r>
              <a:rPr lang="en-US" dirty="0">
                <a:solidFill>
                  <a:srgbClr val="0070C0"/>
                </a:solidFill>
              </a:rPr>
              <a:t>image, video, and audio data</a:t>
            </a:r>
            <a:r>
              <a:rPr lang="en-US" dirty="0"/>
              <a:t>. </a:t>
            </a:r>
          </a:p>
          <a:p>
            <a:pPr algn="just"/>
            <a:r>
              <a:rPr lang="en-US" dirty="0"/>
              <a:t>The main distinguishing feature of video and audio data is that the </a:t>
            </a:r>
            <a:r>
              <a:rPr lang="en-US" dirty="0">
                <a:solidFill>
                  <a:srgbClr val="0070C0"/>
                </a:solidFill>
              </a:rPr>
              <a:t>display of the data requires retrieval at a steady, predetermined rate</a:t>
            </a:r>
            <a:r>
              <a:rPr lang="en-US" dirty="0"/>
              <a:t>; hence, such data are called </a:t>
            </a:r>
            <a:r>
              <a:rPr lang="en-US" b="1" dirty="0">
                <a:solidFill>
                  <a:srgbClr val="FF0000"/>
                </a:solidFill>
              </a:rPr>
              <a:t>continuous-media data.</a:t>
            </a:r>
            <a:endParaRPr lang="en-IN" b="1" dirty="0">
              <a:solidFill>
                <a:srgbClr val="FF0000"/>
              </a:solidFill>
            </a:endParaRPr>
          </a:p>
        </p:txBody>
      </p:sp>
    </p:spTree>
    <p:extLst>
      <p:ext uri="{BB962C8B-B14F-4D97-AF65-F5344CB8AC3E}">
        <p14:creationId xmlns:p14="http://schemas.microsoft.com/office/powerpoint/2010/main" val="3426867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Motivation</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7</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lnSpcReduction="10000"/>
          </a:bodyPr>
          <a:lstStyle/>
          <a:p>
            <a:pPr algn="just"/>
            <a:r>
              <a:rPr lang="en-US" dirty="0">
                <a:solidFill>
                  <a:schemeClr val="tx2">
                    <a:lumMod val="60000"/>
                    <a:lumOff val="40000"/>
                  </a:schemeClr>
                </a:solidFill>
              </a:rPr>
              <a:t>Mobile data:</a:t>
            </a:r>
          </a:p>
          <a:p>
            <a:pPr algn="just"/>
            <a:r>
              <a:rPr lang="en-US" dirty="0"/>
              <a:t>The database requirements of mobile computing systems, such as </a:t>
            </a:r>
            <a:r>
              <a:rPr lang="en-US" dirty="0">
                <a:solidFill>
                  <a:srgbClr val="0070C0"/>
                </a:solidFill>
              </a:rPr>
              <a:t>laptop and netbook computers and high-end cell phones </a:t>
            </a:r>
            <a:r>
              <a:rPr lang="en-US" dirty="0"/>
              <a:t>that are </a:t>
            </a:r>
            <a:r>
              <a:rPr lang="en-US" dirty="0">
                <a:solidFill>
                  <a:srgbClr val="0070C0"/>
                </a:solidFill>
              </a:rPr>
              <a:t>connected to base stations via wireless digital communication networks</a:t>
            </a:r>
            <a:r>
              <a:rPr lang="en-US" dirty="0"/>
              <a:t>. </a:t>
            </a:r>
          </a:p>
          <a:p>
            <a:pPr algn="just"/>
            <a:r>
              <a:rPr lang="en-US" dirty="0"/>
              <a:t>Such computers may need to be able to operate while disconnected from the network, unlike the distributed database systems. </a:t>
            </a:r>
          </a:p>
          <a:p>
            <a:pPr algn="just"/>
            <a:r>
              <a:rPr lang="en-US" dirty="0"/>
              <a:t>They </a:t>
            </a:r>
            <a:r>
              <a:rPr lang="en-US" dirty="0">
                <a:solidFill>
                  <a:srgbClr val="0070C0"/>
                </a:solidFill>
              </a:rPr>
              <a:t>also have limited storage capacity</a:t>
            </a:r>
            <a:r>
              <a:rPr lang="en-US" dirty="0"/>
              <a:t>, and thus require special techniques for memory management.</a:t>
            </a:r>
            <a:endParaRPr lang="en-IN" b="1" dirty="0">
              <a:solidFill>
                <a:srgbClr val="FF0000"/>
              </a:solidFill>
            </a:endParaRPr>
          </a:p>
        </p:txBody>
      </p:sp>
    </p:spTree>
    <p:extLst>
      <p:ext uri="{BB962C8B-B14F-4D97-AF65-F5344CB8AC3E}">
        <p14:creationId xmlns:p14="http://schemas.microsoft.com/office/powerpoint/2010/main" val="1967281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C677C7D-D875-0078-76BF-47A8F9509179}"/>
              </a:ext>
            </a:extLst>
          </p:cNvPr>
          <p:cNvSpPr>
            <a:spLocks noGrp="1"/>
          </p:cNvSpPr>
          <p:nvPr>
            <p:ph type="title"/>
          </p:nvPr>
        </p:nvSpPr>
        <p:spPr/>
        <p:txBody>
          <a:bodyPr/>
          <a:lstStyle/>
          <a:p>
            <a:r>
              <a:rPr lang="en-US" sz="8800" dirty="0"/>
              <a:t>Spatial and Geographic Data</a:t>
            </a:r>
            <a:endParaRPr lang="en-IN" sz="8800" dirty="0"/>
          </a:p>
        </p:txBody>
      </p:sp>
      <p:sp>
        <p:nvSpPr>
          <p:cNvPr id="7" name="Subtitle 6">
            <a:extLst>
              <a:ext uri="{FF2B5EF4-FFF2-40B4-BE49-F238E27FC236}">
                <a16:creationId xmlns:a16="http://schemas.microsoft.com/office/drawing/2014/main" id="{6D3C6B2C-7BC0-1698-0B46-C931FD411258}"/>
              </a:ext>
            </a:extLst>
          </p:cNvPr>
          <p:cNvSpPr>
            <a:spLocks noGrp="1"/>
          </p:cNvSpPr>
          <p:nvPr>
            <p:ph type="subTitle" idx="1"/>
          </p:nvPr>
        </p:nvSpPr>
        <p:spPr/>
        <p:txBody>
          <a:bodyPr/>
          <a:lstStyle/>
          <a:p>
            <a:r>
              <a:rPr lang="en-US" dirty="0"/>
              <a:t> </a:t>
            </a:r>
            <a:endParaRPr lang="en-IN" dirty="0"/>
          </a:p>
        </p:txBody>
      </p:sp>
      <p:sp>
        <p:nvSpPr>
          <p:cNvPr id="3" name="Footer Placeholder 2">
            <a:extLst>
              <a:ext uri="{FF2B5EF4-FFF2-40B4-BE49-F238E27FC236}">
                <a16:creationId xmlns:a16="http://schemas.microsoft.com/office/drawing/2014/main" id="{783823F3-FE5E-06C6-E01E-DF3DAB01A2C5}"/>
              </a:ext>
            </a:extLst>
          </p:cNvPr>
          <p:cNvSpPr>
            <a:spLocks noGrp="1"/>
          </p:cNvSpPr>
          <p:nvPr>
            <p:ph type="ftr" sz="quarter" idx="4294967295"/>
          </p:nvPr>
        </p:nvSpPr>
        <p:spPr>
          <a:xfrm>
            <a:off x="8793163" y="6016625"/>
            <a:ext cx="3398837" cy="365125"/>
          </a:xfrm>
        </p:spPr>
        <p:txBody>
          <a:bodyPr/>
          <a:lstStyle/>
          <a:p>
            <a:r>
              <a:rPr lang="en-US" noProof="0"/>
              <a:t>ADD A FOOTER</a:t>
            </a:r>
            <a:endParaRPr lang="en-US" noProof="0" dirty="0"/>
          </a:p>
        </p:txBody>
      </p:sp>
      <p:sp>
        <p:nvSpPr>
          <p:cNvPr id="4" name="Slide Number Placeholder 3">
            <a:extLst>
              <a:ext uri="{FF2B5EF4-FFF2-40B4-BE49-F238E27FC236}">
                <a16:creationId xmlns:a16="http://schemas.microsoft.com/office/drawing/2014/main" id="{E65D3BEE-4ABE-4AF7-D5A3-1BED1639C953}"/>
              </a:ext>
            </a:extLst>
          </p:cNvPr>
          <p:cNvSpPr>
            <a:spLocks noGrp="1"/>
          </p:cNvSpPr>
          <p:nvPr>
            <p:ph type="sldNum" sz="quarter" idx="4294967295"/>
          </p:nvPr>
        </p:nvSpPr>
        <p:spPr>
          <a:xfrm>
            <a:off x="0" y="6273800"/>
            <a:ext cx="549275" cy="365125"/>
          </a:xfrm>
        </p:spPr>
        <p:txBody>
          <a:bodyPr/>
          <a:lstStyle/>
          <a:p>
            <a:fld id="{D495E168-DA5E-4888-8D8A-92B118324C14}" type="slidenum">
              <a:rPr lang="en-US" noProof="0" smtClean="0"/>
              <a:pPr/>
              <a:t>8</a:t>
            </a:fld>
            <a:endParaRPr lang="en-US" noProof="0" dirty="0"/>
          </a:p>
        </p:txBody>
      </p:sp>
    </p:spTree>
    <p:extLst>
      <p:ext uri="{BB962C8B-B14F-4D97-AF65-F5344CB8AC3E}">
        <p14:creationId xmlns:p14="http://schemas.microsoft.com/office/powerpoint/2010/main" val="4257253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Spatial and Geographic Data</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9</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fontScale="92500"/>
          </a:bodyPr>
          <a:lstStyle/>
          <a:p>
            <a:pPr algn="just"/>
            <a:r>
              <a:rPr lang="en-US" dirty="0"/>
              <a:t>Spatial data support in databases is important for efficiently </a:t>
            </a:r>
            <a:r>
              <a:rPr lang="en-US" dirty="0">
                <a:solidFill>
                  <a:srgbClr val="0070C0"/>
                </a:solidFill>
              </a:rPr>
              <a:t>storing, indexing, and querying of data on the basis of spatial locations</a:t>
            </a:r>
            <a:r>
              <a:rPr lang="en-US" dirty="0"/>
              <a:t>. </a:t>
            </a:r>
          </a:p>
          <a:p>
            <a:pPr algn="just"/>
            <a:r>
              <a:rPr lang="en-US" dirty="0"/>
              <a:t>For example, suppose that we want to </a:t>
            </a:r>
            <a:r>
              <a:rPr lang="en-US" dirty="0">
                <a:solidFill>
                  <a:srgbClr val="0070C0"/>
                </a:solidFill>
              </a:rPr>
              <a:t>store a set of polygons in a database </a:t>
            </a:r>
            <a:r>
              <a:rPr lang="en-US" dirty="0"/>
              <a:t>and </a:t>
            </a:r>
            <a:r>
              <a:rPr lang="en-US" dirty="0">
                <a:solidFill>
                  <a:srgbClr val="0070C0"/>
                </a:solidFill>
              </a:rPr>
              <a:t>to query the database to find all polygons </a:t>
            </a:r>
            <a:r>
              <a:rPr lang="en-US" dirty="0"/>
              <a:t>that intersect a given polygon. </a:t>
            </a:r>
          </a:p>
          <a:p>
            <a:pPr algn="just"/>
            <a:r>
              <a:rPr lang="en-US" dirty="0"/>
              <a:t>It cannot </a:t>
            </a:r>
            <a:r>
              <a:rPr lang="en-US" dirty="0">
                <a:solidFill>
                  <a:srgbClr val="0070C0"/>
                </a:solidFill>
              </a:rPr>
              <a:t>use standard index structures</a:t>
            </a:r>
            <a:r>
              <a:rPr lang="en-US" dirty="0"/>
              <a:t>, such as </a:t>
            </a:r>
            <a:r>
              <a:rPr lang="en-US" b="1" dirty="0"/>
              <a:t>B-trees or hash indices</a:t>
            </a:r>
            <a:r>
              <a:rPr lang="en-US" dirty="0"/>
              <a:t>, to answer such a query efficiently. </a:t>
            </a:r>
          </a:p>
          <a:p>
            <a:pPr algn="just"/>
            <a:r>
              <a:rPr lang="en-US" dirty="0"/>
              <a:t>Efficient processing of the above query </a:t>
            </a:r>
            <a:r>
              <a:rPr lang="en-US" dirty="0">
                <a:solidFill>
                  <a:srgbClr val="0070C0"/>
                </a:solidFill>
              </a:rPr>
              <a:t>would require special-purpose index structures</a:t>
            </a:r>
            <a:r>
              <a:rPr lang="en-US" dirty="0"/>
              <a:t>, </a:t>
            </a:r>
            <a:r>
              <a:rPr lang="en-US" dirty="0">
                <a:solidFill>
                  <a:srgbClr val="FF0000"/>
                </a:solidFill>
              </a:rPr>
              <a:t>such as R-trees </a:t>
            </a:r>
            <a:r>
              <a:rPr lang="en-US" dirty="0"/>
              <a:t>(which we study later) for the task.</a:t>
            </a:r>
            <a:endParaRPr lang="en-IN" b="1" dirty="0">
              <a:solidFill>
                <a:srgbClr val="FF0000"/>
              </a:solidFill>
            </a:endParaRPr>
          </a:p>
        </p:txBody>
      </p:sp>
    </p:spTree>
    <p:extLst>
      <p:ext uri="{BB962C8B-B14F-4D97-AF65-F5344CB8AC3E}">
        <p14:creationId xmlns:p14="http://schemas.microsoft.com/office/powerpoint/2010/main" val="472748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Types of Spatial Data</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10</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a:bodyPr>
          <a:lstStyle/>
          <a:p>
            <a:pPr algn="just"/>
            <a:r>
              <a:rPr lang="en-US" dirty="0">
                <a:solidFill>
                  <a:schemeClr val="tx2">
                    <a:lumMod val="60000"/>
                    <a:lumOff val="40000"/>
                  </a:schemeClr>
                </a:solidFill>
              </a:rPr>
              <a:t>Computer-aided-design (CAD)data, </a:t>
            </a:r>
            <a:r>
              <a:rPr lang="en-US" dirty="0"/>
              <a:t>which includes spatial information about </a:t>
            </a:r>
            <a:r>
              <a:rPr lang="en-US" dirty="0">
                <a:solidFill>
                  <a:srgbClr val="0070C0"/>
                </a:solidFill>
              </a:rPr>
              <a:t>how objects—such as buildings, cars, or aircraft—are constructed</a:t>
            </a:r>
            <a:r>
              <a:rPr lang="en-US" dirty="0"/>
              <a:t>. Other important examples of computer-aided-design databases are </a:t>
            </a:r>
            <a:r>
              <a:rPr lang="en-US" dirty="0">
                <a:solidFill>
                  <a:srgbClr val="0070C0"/>
                </a:solidFill>
                <a:highlight>
                  <a:srgbClr val="FFFF00"/>
                </a:highlight>
              </a:rPr>
              <a:t>integrated-circuit and electronic-device layouts</a:t>
            </a:r>
            <a:r>
              <a:rPr lang="en-US" dirty="0"/>
              <a:t>. </a:t>
            </a:r>
          </a:p>
          <a:p>
            <a:pPr algn="just"/>
            <a:r>
              <a:rPr lang="en-US" dirty="0">
                <a:solidFill>
                  <a:schemeClr val="tx2">
                    <a:lumMod val="60000"/>
                    <a:lumOff val="40000"/>
                  </a:schemeClr>
                </a:solidFill>
              </a:rPr>
              <a:t>Geographic data </a:t>
            </a:r>
            <a:r>
              <a:rPr lang="en-US" dirty="0"/>
              <a:t>such as </a:t>
            </a:r>
            <a:r>
              <a:rPr lang="en-US" dirty="0">
                <a:solidFill>
                  <a:srgbClr val="0070C0"/>
                </a:solidFill>
              </a:rPr>
              <a:t>road maps, land-usage maps, topographic elevation maps, political maps showing boundaries, land-ownership maps</a:t>
            </a:r>
            <a:r>
              <a:rPr lang="en-US" dirty="0"/>
              <a:t>, and so on. Geographic information systems are special-purpose databases tailored for storing geographic data.</a:t>
            </a:r>
          </a:p>
          <a:p>
            <a:pPr algn="just"/>
            <a:endParaRPr lang="en-IN" b="1" dirty="0">
              <a:solidFill>
                <a:srgbClr val="FF0000"/>
              </a:solidFill>
            </a:endParaRPr>
          </a:p>
        </p:txBody>
      </p:sp>
    </p:spTree>
    <p:extLst>
      <p:ext uri="{BB962C8B-B14F-4D97-AF65-F5344CB8AC3E}">
        <p14:creationId xmlns:p14="http://schemas.microsoft.com/office/powerpoint/2010/main" val="4201228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Representation of Geometric Information</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11</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a:bodyPr>
          <a:lstStyle/>
          <a:p>
            <a:pPr>
              <a:tabLst>
                <a:tab pos="971550" algn="l"/>
              </a:tabLst>
            </a:pPr>
            <a:r>
              <a:rPr lang="en-US" altLang="en-US" dirty="0"/>
              <a:t>Various geometric constructs can be represented in a database in a normalized fashion.</a:t>
            </a:r>
          </a:p>
          <a:p>
            <a:pPr lvl="1">
              <a:tabLst>
                <a:tab pos="971550" algn="l"/>
              </a:tabLst>
            </a:pPr>
            <a:r>
              <a:rPr lang="en-US" altLang="en-US" dirty="0"/>
              <a:t>Represent a </a:t>
            </a:r>
            <a:r>
              <a:rPr lang="en-US" altLang="en-US" dirty="0">
                <a:solidFill>
                  <a:srgbClr val="0070C0"/>
                </a:solidFill>
              </a:rPr>
              <a:t>line segment </a:t>
            </a:r>
            <a:r>
              <a:rPr lang="en-US" altLang="en-US" dirty="0"/>
              <a:t>by the coordinates of its endpoints.</a:t>
            </a:r>
          </a:p>
          <a:p>
            <a:pPr lvl="1">
              <a:tabLst>
                <a:tab pos="971550" algn="l"/>
              </a:tabLst>
            </a:pPr>
            <a:r>
              <a:rPr lang="en-US" altLang="en-US" dirty="0"/>
              <a:t>Approximate a </a:t>
            </a:r>
            <a:r>
              <a:rPr lang="en-US" altLang="en-US" dirty="0">
                <a:solidFill>
                  <a:srgbClr val="0070C0"/>
                </a:solidFill>
              </a:rPr>
              <a:t>curve by partitioning it into a sequence of segments</a:t>
            </a:r>
          </a:p>
          <a:p>
            <a:pPr lvl="1">
              <a:tabLst>
                <a:tab pos="971550" algn="l"/>
              </a:tabLst>
            </a:pPr>
            <a:r>
              <a:rPr lang="en-US" altLang="en-US" dirty="0"/>
              <a:t>Closed </a:t>
            </a:r>
            <a:r>
              <a:rPr lang="en-US" altLang="en-US" dirty="0">
                <a:solidFill>
                  <a:srgbClr val="0070C0"/>
                </a:solidFill>
              </a:rPr>
              <a:t>polygons</a:t>
            </a:r>
          </a:p>
        </p:txBody>
      </p:sp>
    </p:spTree>
    <p:extLst>
      <p:ext uri="{BB962C8B-B14F-4D97-AF65-F5344CB8AC3E}">
        <p14:creationId xmlns:p14="http://schemas.microsoft.com/office/powerpoint/2010/main" val="3951919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Representation of Geometric Information</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12</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fontScale="85000" lnSpcReduction="20000"/>
          </a:bodyPr>
          <a:lstStyle/>
          <a:p>
            <a:pPr>
              <a:tabLst>
                <a:tab pos="971550" algn="l"/>
              </a:tabLst>
            </a:pPr>
            <a:r>
              <a:rPr lang="en-US" altLang="en-US" dirty="0"/>
              <a:t>A </a:t>
            </a:r>
            <a:r>
              <a:rPr lang="en-US" altLang="en-US" dirty="0">
                <a:solidFill>
                  <a:schemeClr val="tx2">
                    <a:lumMod val="60000"/>
                    <a:lumOff val="40000"/>
                  </a:schemeClr>
                </a:solidFill>
              </a:rPr>
              <a:t>line segment </a:t>
            </a:r>
            <a:r>
              <a:rPr lang="en-US" altLang="en-US" dirty="0"/>
              <a:t>can be </a:t>
            </a:r>
            <a:r>
              <a:rPr lang="en-US" altLang="en-US" dirty="0">
                <a:solidFill>
                  <a:srgbClr val="0070C0"/>
                </a:solidFill>
              </a:rPr>
              <a:t>represented by the coordinates of its endpoints</a:t>
            </a:r>
            <a:r>
              <a:rPr lang="en-US" altLang="en-US" dirty="0"/>
              <a:t>. For example, in a map database, the two coordinates of a point would be its </a:t>
            </a:r>
            <a:r>
              <a:rPr lang="en-US" altLang="en-US" dirty="0">
                <a:solidFill>
                  <a:srgbClr val="0070C0"/>
                </a:solidFill>
              </a:rPr>
              <a:t>latitude and longitude</a:t>
            </a:r>
            <a:r>
              <a:rPr lang="en-US" altLang="en-US" dirty="0"/>
              <a:t>. </a:t>
            </a:r>
          </a:p>
          <a:p>
            <a:pPr>
              <a:tabLst>
                <a:tab pos="971550" algn="l"/>
              </a:tabLst>
            </a:pPr>
            <a:r>
              <a:rPr lang="en-US" altLang="en-US" dirty="0"/>
              <a:t>A </a:t>
            </a:r>
            <a:r>
              <a:rPr lang="en-US" altLang="en-US" dirty="0">
                <a:solidFill>
                  <a:schemeClr val="tx2">
                    <a:lumMod val="60000"/>
                    <a:lumOff val="40000"/>
                  </a:schemeClr>
                </a:solidFill>
              </a:rPr>
              <a:t>polyline</a:t>
            </a:r>
            <a:r>
              <a:rPr lang="en-US" altLang="en-US" dirty="0"/>
              <a:t> (also called a </a:t>
            </a:r>
            <a:r>
              <a:rPr lang="en-US" altLang="en-US" dirty="0" err="1">
                <a:solidFill>
                  <a:schemeClr val="tx2">
                    <a:lumMod val="60000"/>
                    <a:lumOff val="40000"/>
                  </a:schemeClr>
                </a:solidFill>
              </a:rPr>
              <a:t>linestring</a:t>
            </a:r>
            <a:r>
              <a:rPr lang="en-US" altLang="en-US" dirty="0"/>
              <a:t>) </a:t>
            </a:r>
            <a:r>
              <a:rPr lang="en-US" altLang="en-US" dirty="0">
                <a:solidFill>
                  <a:srgbClr val="0070C0"/>
                </a:solidFill>
              </a:rPr>
              <a:t>consists of a connected sequence of line segments</a:t>
            </a:r>
            <a:r>
              <a:rPr lang="en-US" altLang="en-US" dirty="0"/>
              <a:t> and can be represented by a list containing </a:t>
            </a:r>
            <a:r>
              <a:rPr lang="en-US" altLang="en-US" dirty="0">
                <a:solidFill>
                  <a:srgbClr val="0070C0"/>
                </a:solidFill>
              </a:rPr>
              <a:t>the coordinates of the endpoints of the segments</a:t>
            </a:r>
            <a:r>
              <a:rPr lang="en-US" altLang="en-US" dirty="0"/>
              <a:t>, in sequence. </a:t>
            </a:r>
          </a:p>
          <a:p>
            <a:pPr>
              <a:tabLst>
                <a:tab pos="971550" algn="l"/>
              </a:tabLst>
            </a:pPr>
            <a:r>
              <a:rPr lang="en-US" altLang="en-US" dirty="0"/>
              <a:t>Curve can approximately </a:t>
            </a:r>
            <a:r>
              <a:rPr lang="en-US" altLang="en-US" dirty="0">
                <a:solidFill>
                  <a:srgbClr val="0070C0"/>
                </a:solidFill>
              </a:rPr>
              <a:t>represent by polylines</a:t>
            </a:r>
            <a:r>
              <a:rPr lang="en-US" altLang="en-US" dirty="0"/>
              <a:t>, by </a:t>
            </a:r>
            <a:r>
              <a:rPr lang="en-US" altLang="en-US" dirty="0">
                <a:solidFill>
                  <a:srgbClr val="0070C0"/>
                </a:solidFill>
              </a:rPr>
              <a:t>partitioning the curve into a sequence of segments</a:t>
            </a:r>
            <a:r>
              <a:rPr lang="en-US" altLang="en-US" dirty="0"/>
              <a:t>. </a:t>
            </a:r>
          </a:p>
          <a:p>
            <a:pPr lvl="1">
              <a:tabLst>
                <a:tab pos="971550" algn="l"/>
              </a:tabLst>
            </a:pPr>
            <a:r>
              <a:rPr lang="en-US" altLang="en-US" dirty="0"/>
              <a:t>This representation is useful for two-dimensional features such as roads; here, the width of the road is small enough relative to the size of the full map that it can be considered to be a line. </a:t>
            </a:r>
          </a:p>
          <a:p>
            <a:pPr>
              <a:tabLst>
                <a:tab pos="971550" algn="l"/>
              </a:tabLst>
            </a:pPr>
            <a:r>
              <a:rPr lang="en-US" altLang="en-US" dirty="0"/>
              <a:t>Some systems also </a:t>
            </a:r>
            <a:r>
              <a:rPr lang="en-US" altLang="en-US" dirty="0">
                <a:solidFill>
                  <a:srgbClr val="0070C0"/>
                </a:solidFill>
              </a:rPr>
              <a:t>support circular arcs as primitives</a:t>
            </a:r>
            <a:r>
              <a:rPr lang="en-US" altLang="en-US" dirty="0"/>
              <a:t>, allowing </a:t>
            </a:r>
            <a:r>
              <a:rPr lang="en-US" altLang="en-US" dirty="0">
                <a:solidFill>
                  <a:srgbClr val="0070C0"/>
                </a:solidFill>
              </a:rPr>
              <a:t>curves to be represented as sequences of arcs.</a:t>
            </a:r>
          </a:p>
        </p:txBody>
      </p:sp>
    </p:spTree>
    <p:extLst>
      <p:ext uri="{BB962C8B-B14F-4D97-AF65-F5344CB8AC3E}">
        <p14:creationId xmlns:p14="http://schemas.microsoft.com/office/powerpoint/2010/main" val="38602148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Representation of Geometric Information</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13</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a:bodyPr>
          <a:lstStyle/>
          <a:p>
            <a:pPr algn="just">
              <a:tabLst>
                <a:tab pos="971550" algn="l"/>
              </a:tabLst>
            </a:pPr>
            <a:r>
              <a:rPr lang="en-US" altLang="en-US" dirty="0"/>
              <a:t>A polygon can be represented by </a:t>
            </a:r>
            <a:r>
              <a:rPr lang="en-US" altLang="en-US" dirty="0">
                <a:solidFill>
                  <a:schemeClr val="tx2">
                    <a:lumMod val="60000"/>
                    <a:lumOff val="40000"/>
                  </a:schemeClr>
                </a:solidFill>
              </a:rPr>
              <a:t>listing its vertices </a:t>
            </a:r>
            <a:r>
              <a:rPr lang="en-US" altLang="en-US" dirty="0"/>
              <a:t>in order. The list of vertices specifies the boundary of a polygonal region. </a:t>
            </a:r>
          </a:p>
          <a:p>
            <a:pPr algn="just">
              <a:tabLst>
                <a:tab pos="971550" algn="l"/>
              </a:tabLst>
            </a:pPr>
            <a:r>
              <a:rPr lang="en-US" altLang="en-US" dirty="0"/>
              <a:t>A polygon can be divided into a </a:t>
            </a:r>
            <a:r>
              <a:rPr lang="en-US" altLang="en-US" b="1" dirty="0"/>
              <a:t>set of triangles</a:t>
            </a:r>
            <a:r>
              <a:rPr lang="en-US" altLang="en-US" dirty="0"/>
              <a:t>, this process is called </a:t>
            </a:r>
            <a:r>
              <a:rPr lang="en-US" altLang="en-US" b="1" dirty="0">
                <a:solidFill>
                  <a:schemeClr val="tx2">
                    <a:lumMod val="60000"/>
                    <a:lumOff val="40000"/>
                  </a:schemeClr>
                </a:solidFill>
              </a:rPr>
              <a:t>triangulation</a:t>
            </a:r>
            <a:r>
              <a:rPr lang="en-US" altLang="en-US" dirty="0"/>
              <a:t>, and any polygon can be triangulated.</a:t>
            </a:r>
          </a:p>
          <a:p>
            <a:pPr algn="just">
              <a:tabLst>
                <a:tab pos="971550" algn="l"/>
              </a:tabLst>
            </a:pPr>
            <a:r>
              <a:rPr lang="en-US" altLang="en-US" dirty="0"/>
              <a:t>The complex polygon can be given an identifier, and each of the triangles into which it is divided carries the identifier of the polygon. </a:t>
            </a:r>
          </a:p>
          <a:p>
            <a:pPr algn="just">
              <a:tabLst>
                <a:tab pos="971550" algn="l"/>
              </a:tabLst>
            </a:pPr>
            <a:r>
              <a:rPr lang="en-US" altLang="en-US" dirty="0"/>
              <a:t>Circles and ellipses can be represented by corresponding types, or can be approximated by polygons.</a:t>
            </a:r>
          </a:p>
        </p:txBody>
      </p:sp>
    </p:spTree>
    <p:extLst>
      <p:ext uri="{BB962C8B-B14F-4D97-AF65-F5344CB8AC3E}">
        <p14:creationId xmlns:p14="http://schemas.microsoft.com/office/powerpoint/2010/main" val="2403188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14</a:t>
            </a:fld>
            <a:endParaRPr lang="en-US" noProof="0" dirty="0"/>
          </a:p>
        </p:txBody>
      </p:sp>
      <p:pic>
        <p:nvPicPr>
          <p:cNvPr id="3" name="Picture 5">
            <a:extLst>
              <a:ext uri="{FF2B5EF4-FFF2-40B4-BE49-F238E27FC236}">
                <a16:creationId xmlns:a16="http://schemas.microsoft.com/office/drawing/2014/main" id="{44135041-7448-5857-155F-C628A4BAF53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11927" y="548640"/>
            <a:ext cx="8561307" cy="5725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5">
            <a:extLst>
              <a:ext uri="{FF2B5EF4-FFF2-40B4-BE49-F238E27FC236}">
                <a16:creationId xmlns:a16="http://schemas.microsoft.com/office/drawing/2014/main" id="{E4DB3E32-9BEA-0CEB-D7E5-DCA594B616A3}"/>
              </a:ext>
            </a:extLst>
          </p:cNvPr>
          <p:cNvSpPr>
            <a:spLocks noGrp="1"/>
          </p:cNvSpPr>
          <p:nvPr>
            <p:ph type="title"/>
          </p:nvPr>
        </p:nvSpPr>
        <p:spPr/>
        <p:txBody>
          <a:bodyPr/>
          <a:lstStyle/>
          <a:p>
            <a:endParaRPr lang="en-IN" dirty="0"/>
          </a:p>
        </p:txBody>
      </p:sp>
    </p:spTree>
    <p:extLst>
      <p:ext uri="{BB962C8B-B14F-4D97-AF65-F5344CB8AC3E}">
        <p14:creationId xmlns:p14="http://schemas.microsoft.com/office/powerpoint/2010/main" val="36454628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Representation of Geometric Information</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15</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lnSpcReduction="10000"/>
          </a:bodyPr>
          <a:lstStyle/>
          <a:p>
            <a:pPr algn="just">
              <a:tabLst>
                <a:tab pos="971550" algn="l"/>
              </a:tabLst>
            </a:pPr>
            <a:r>
              <a:rPr lang="en-US" altLang="en-US" dirty="0">
                <a:solidFill>
                  <a:schemeClr val="tx2">
                    <a:lumMod val="60000"/>
                    <a:lumOff val="40000"/>
                  </a:schemeClr>
                </a:solidFill>
              </a:rPr>
              <a:t>List-based representations of polylines or polygons </a:t>
            </a:r>
            <a:r>
              <a:rPr lang="en-US" altLang="en-US" dirty="0"/>
              <a:t>are often convenient for </a:t>
            </a:r>
            <a:r>
              <a:rPr lang="en-US" altLang="en-US" b="1" dirty="0"/>
              <a:t>query processing</a:t>
            </a:r>
            <a:r>
              <a:rPr lang="en-US" altLang="en-US" dirty="0"/>
              <a:t>. Such </a:t>
            </a:r>
            <a:r>
              <a:rPr lang="en-US" altLang="en-US" b="1" i="1" u="sng" dirty="0"/>
              <a:t>non-first-normal-form representations</a:t>
            </a:r>
            <a:r>
              <a:rPr lang="en-US" altLang="en-US" dirty="0"/>
              <a:t> are used when supported by the underlying database. </a:t>
            </a:r>
          </a:p>
          <a:p>
            <a:pPr algn="just">
              <a:tabLst>
                <a:tab pos="971550" algn="l"/>
              </a:tabLst>
            </a:pPr>
            <a:r>
              <a:rPr lang="en-US" altLang="en-US" dirty="0"/>
              <a:t>Using </a:t>
            </a:r>
            <a:r>
              <a:rPr lang="en-US" altLang="en-US" b="1" i="1" u="sng" dirty="0"/>
              <a:t>fixed-size tuples </a:t>
            </a:r>
            <a:r>
              <a:rPr lang="en-US" altLang="en-US" dirty="0"/>
              <a:t>(in first normal form) for representing polylines, we can give the </a:t>
            </a:r>
            <a:r>
              <a:rPr lang="en-US" altLang="en-US" b="1" dirty="0">
                <a:solidFill>
                  <a:srgbClr val="FF0000"/>
                </a:solidFill>
              </a:rPr>
              <a:t>polyline or curve an identifier, and can represent each segment as a separate tuple </a:t>
            </a:r>
            <a:r>
              <a:rPr lang="en-US" altLang="en-US" dirty="0"/>
              <a:t>that also carries with it the identifier of the polyline or curve. </a:t>
            </a:r>
          </a:p>
          <a:p>
            <a:pPr algn="just">
              <a:tabLst>
                <a:tab pos="971550" algn="l"/>
              </a:tabLst>
            </a:pPr>
            <a:r>
              <a:rPr lang="en-US" altLang="en-US" dirty="0"/>
              <a:t>Similarly, the </a:t>
            </a:r>
            <a:r>
              <a:rPr lang="en-US" altLang="en-US" b="1" dirty="0">
                <a:solidFill>
                  <a:srgbClr val="FF0000"/>
                </a:solidFill>
              </a:rPr>
              <a:t>triangulated representation of polygons allows a first normal form relational representation of polygons</a:t>
            </a:r>
            <a:r>
              <a:rPr lang="en-US" altLang="en-US" dirty="0"/>
              <a:t>.</a:t>
            </a:r>
          </a:p>
        </p:txBody>
      </p:sp>
    </p:spTree>
    <p:extLst>
      <p:ext uri="{BB962C8B-B14F-4D97-AF65-F5344CB8AC3E}">
        <p14:creationId xmlns:p14="http://schemas.microsoft.com/office/powerpoint/2010/main" val="16804509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Representation of Geometric Information</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16</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fontScale="92500"/>
          </a:bodyPr>
          <a:lstStyle/>
          <a:p>
            <a:pPr algn="just">
              <a:tabLst>
                <a:tab pos="971550" algn="l"/>
              </a:tabLst>
            </a:pPr>
            <a:r>
              <a:rPr lang="en-US" altLang="en-US" dirty="0"/>
              <a:t>The representation of points and line segments in </a:t>
            </a:r>
            <a:r>
              <a:rPr lang="en-US" altLang="en-US" dirty="0">
                <a:solidFill>
                  <a:schemeClr val="tx2">
                    <a:lumMod val="60000"/>
                    <a:lumOff val="40000"/>
                  </a:schemeClr>
                </a:solidFill>
              </a:rPr>
              <a:t>three-dimensional space</a:t>
            </a:r>
            <a:r>
              <a:rPr lang="en-US" altLang="en-US" dirty="0"/>
              <a:t> is similar to their representation in two-dimensional space, the only difference being that points have an extra z component.</a:t>
            </a:r>
          </a:p>
          <a:p>
            <a:pPr algn="just">
              <a:tabLst>
                <a:tab pos="971550" algn="l"/>
              </a:tabLst>
            </a:pPr>
            <a:r>
              <a:rPr lang="en-US" altLang="en-US" dirty="0"/>
              <a:t>The representation of planar figures—such as triangles, rectangles, and other polygons—</a:t>
            </a:r>
            <a:r>
              <a:rPr lang="en-US" altLang="en-US" dirty="0">
                <a:solidFill>
                  <a:srgbClr val="0070C0"/>
                </a:solidFill>
              </a:rPr>
              <a:t>does not change much when we move to three dimensions. </a:t>
            </a:r>
          </a:p>
          <a:p>
            <a:pPr algn="just">
              <a:tabLst>
                <a:tab pos="971550" algn="l"/>
              </a:tabLst>
            </a:pPr>
            <a:r>
              <a:rPr lang="en-US" altLang="en-US" dirty="0">
                <a:solidFill>
                  <a:schemeClr val="tx2">
                    <a:lumMod val="60000"/>
                    <a:lumOff val="40000"/>
                  </a:schemeClr>
                </a:solidFill>
              </a:rPr>
              <a:t>Tetrahedrons and cuboids </a:t>
            </a:r>
            <a:r>
              <a:rPr lang="en-US" altLang="en-US" dirty="0"/>
              <a:t>can be represented in the same way as triangles and rectangles. </a:t>
            </a:r>
          </a:p>
          <a:p>
            <a:pPr algn="just">
              <a:tabLst>
                <a:tab pos="971550" algn="l"/>
              </a:tabLst>
            </a:pPr>
            <a:r>
              <a:rPr lang="en-US" altLang="en-US" dirty="0"/>
              <a:t>It can represent arbitrary </a:t>
            </a:r>
            <a:r>
              <a:rPr lang="en-US" altLang="en-US" dirty="0" err="1">
                <a:solidFill>
                  <a:schemeClr val="tx2">
                    <a:lumMod val="60000"/>
                    <a:lumOff val="40000"/>
                  </a:schemeClr>
                </a:solidFill>
              </a:rPr>
              <a:t>polyhedra</a:t>
            </a:r>
            <a:r>
              <a:rPr lang="en-US" altLang="en-US" dirty="0"/>
              <a:t> by dividing them into tetrahedrons, just as we triangulate polygons.</a:t>
            </a:r>
          </a:p>
        </p:txBody>
      </p:sp>
    </p:spTree>
    <p:extLst>
      <p:ext uri="{BB962C8B-B14F-4D97-AF65-F5344CB8AC3E}">
        <p14:creationId xmlns:p14="http://schemas.microsoft.com/office/powerpoint/2010/main" val="6516868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Design Database</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17</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fontScale="92500" lnSpcReduction="20000"/>
          </a:bodyPr>
          <a:lstStyle/>
          <a:p>
            <a:pPr algn="just"/>
            <a:r>
              <a:rPr lang="en-US" altLang="en-US" dirty="0"/>
              <a:t>Represent design components </a:t>
            </a:r>
            <a:r>
              <a:rPr lang="en-US" altLang="en-US" dirty="0">
                <a:solidFill>
                  <a:srgbClr val="0070C0"/>
                </a:solidFill>
              </a:rPr>
              <a:t>as objects </a:t>
            </a:r>
            <a:r>
              <a:rPr lang="en-US" altLang="en-US" dirty="0"/>
              <a:t>(generally geometric objects); the </a:t>
            </a:r>
            <a:r>
              <a:rPr lang="en-US" altLang="en-US" dirty="0">
                <a:solidFill>
                  <a:srgbClr val="0070C0"/>
                </a:solidFill>
              </a:rPr>
              <a:t>connections between the objects </a:t>
            </a:r>
            <a:r>
              <a:rPr lang="en-US" altLang="en-US" dirty="0"/>
              <a:t>indicate how the design is structured.</a:t>
            </a:r>
          </a:p>
          <a:p>
            <a:pPr algn="just"/>
            <a:r>
              <a:rPr lang="en-US" altLang="en-US" dirty="0">
                <a:solidFill>
                  <a:srgbClr val="0070C0"/>
                </a:solidFill>
              </a:rPr>
              <a:t>Simple two-dimensional objects</a:t>
            </a:r>
            <a:r>
              <a:rPr lang="en-US" altLang="en-US" dirty="0"/>
              <a:t>: points, lines, triangles, rectangles, polygons.</a:t>
            </a:r>
          </a:p>
          <a:p>
            <a:pPr algn="just"/>
            <a:r>
              <a:rPr lang="en-US" altLang="en-US" dirty="0">
                <a:solidFill>
                  <a:srgbClr val="0070C0"/>
                </a:solidFill>
              </a:rPr>
              <a:t>Complex two-dimensional objects</a:t>
            </a:r>
            <a:r>
              <a:rPr lang="en-US" altLang="en-US" dirty="0"/>
              <a:t>: formed from simple objects via union, intersection, and difference operations.</a:t>
            </a:r>
          </a:p>
          <a:p>
            <a:pPr algn="just"/>
            <a:r>
              <a:rPr lang="en-US" altLang="en-US" dirty="0">
                <a:solidFill>
                  <a:srgbClr val="0070C0"/>
                </a:solidFill>
              </a:rPr>
              <a:t>Complex three-dimensional objects</a:t>
            </a:r>
            <a:r>
              <a:rPr lang="en-US" altLang="en-US" dirty="0"/>
              <a:t>: formed from simpler objects such as spheres, cylinders, and cuboids, by union, intersection, and difference operations.</a:t>
            </a:r>
          </a:p>
          <a:p>
            <a:pPr algn="just"/>
            <a:r>
              <a:rPr lang="en-US" altLang="en-US" dirty="0">
                <a:solidFill>
                  <a:schemeClr val="tx2">
                    <a:lumMod val="60000"/>
                    <a:lumOff val="40000"/>
                  </a:schemeClr>
                </a:solidFill>
              </a:rPr>
              <a:t>Wireframe models </a:t>
            </a:r>
            <a:r>
              <a:rPr lang="en-US" altLang="en-US" dirty="0"/>
              <a:t>represent three-dimensional surfaces as a set of simpler objects.</a:t>
            </a:r>
          </a:p>
        </p:txBody>
      </p:sp>
    </p:spTree>
    <p:extLst>
      <p:ext uri="{BB962C8B-B14F-4D97-AF65-F5344CB8AC3E}">
        <p14:creationId xmlns:p14="http://schemas.microsoft.com/office/powerpoint/2010/main" val="16365368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Design Database</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18</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a:bodyPr>
          <a:lstStyle/>
          <a:p>
            <a:pPr>
              <a:lnSpc>
                <a:spcPct val="90000"/>
              </a:lnSpc>
            </a:pPr>
            <a:r>
              <a:rPr lang="en-US" altLang="en-US" dirty="0"/>
              <a:t>Design databases also </a:t>
            </a:r>
            <a:r>
              <a:rPr lang="en-US" altLang="en-US" dirty="0">
                <a:solidFill>
                  <a:srgbClr val="0070C0"/>
                </a:solidFill>
              </a:rPr>
              <a:t>store non-spatial information </a:t>
            </a:r>
            <a:r>
              <a:rPr lang="en-US" altLang="en-US" dirty="0"/>
              <a:t>about objects (e.g., construction material, color, etc.)</a:t>
            </a:r>
          </a:p>
          <a:p>
            <a:pPr>
              <a:lnSpc>
                <a:spcPct val="90000"/>
              </a:lnSpc>
            </a:pPr>
            <a:r>
              <a:rPr lang="en-US" altLang="en-US" dirty="0"/>
              <a:t>Spatial integrity constraints  are important.</a:t>
            </a:r>
          </a:p>
          <a:p>
            <a:pPr lvl="1">
              <a:lnSpc>
                <a:spcPct val="90000"/>
              </a:lnSpc>
            </a:pPr>
            <a:r>
              <a:rPr lang="en-US" altLang="en-US" dirty="0">
                <a:ea typeface="ＭＳ Ｐゴシック" panose="020B0600070205080204" pitchFamily="34" charset="-128"/>
              </a:rPr>
              <a:t>E.g., pipes should not intersect, wires should not be too close to each other, etc.</a:t>
            </a:r>
          </a:p>
        </p:txBody>
      </p:sp>
      <p:pic>
        <p:nvPicPr>
          <p:cNvPr id="3" name="Picture 76">
            <a:extLst>
              <a:ext uri="{FF2B5EF4-FFF2-40B4-BE49-F238E27FC236}">
                <a16:creationId xmlns:a16="http://schemas.microsoft.com/office/drawing/2014/main" id="{63851613-1EAD-C790-2618-F0EF24BEE7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9145" y="3534704"/>
            <a:ext cx="6439997" cy="2847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334337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Geographic Data</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19</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a:bodyPr>
          <a:lstStyle/>
          <a:p>
            <a:r>
              <a:rPr lang="en-US" altLang="en-US" b="1" dirty="0">
                <a:solidFill>
                  <a:schemeClr val="tx2">
                    <a:lumMod val="60000"/>
                    <a:lumOff val="40000"/>
                  </a:schemeClr>
                </a:solidFill>
              </a:rPr>
              <a:t>Raster data</a:t>
            </a:r>
            <a:r>
              <a:rPr lang="en-US" altLang="en-US" dirty="0">
                <a:solidFill>
                  <a:schemeClr val="tx2">
                    <a:lumMod val="60000"/>
                    <a:lumOff val="40000"/>
                  </a:schemeClr>
                </a:solidFill>
              </a:rPr>
              <a:t> </a:t>
            </a:r>
            <a:r>
              <a:rPr lang="en-US" altLang="en-US" dirty="0"/>
              <a:t>consist of </a:t>
            </a:r>
            <a:r>
              <a:rPr lang="en-US" altLang="en-US" dirty="0">
                <a:solidFill>
                  <a:srgbClr val="0070C0"/>
                </a:solidFill>
              </a:rPr>
              <a:t>bit maps or pixel maps</a:t>
            </a:r>
            <a:r>
              <a:rPr lang="en-US" altLang="en-US" dirty="0"/>
              <a:t>, in two or more dimensions.</a:t>
            </a:r>
          </a:p>
          <a:p>
            <a:pPr lvl="1"/>
            <a:r>
              <a:rPr lang="en-US" altLang="en-US" dirty="0">
                <a:ea typeface="ＭＳ Ｐゴシック" panose="020B0600070205080204" pitchFamily="34" charset="-128"/>
              </a:rPr>
              <a:t>Example 2-D raster image: satellite image of cloud cover, where each pixel stores the cloud visibility in a particular area.</a:t>
            </a:r>
          </a:p>
          <a:p>
            <a:pPr lvl="1"/>
            <a:r>
              <a:rPr lang="en-US" altLang="en-US" dirty="0">
                <a:ea typeface="ＭＳ Ｐゴシック" panose="020B0600070205080204" pitchFamily="34" charset="-128"/>
              </a:rPr>
              <a:t>Additional dimensions might include the temperature at different altitudes at different regions, or measurements taken at different points in time.</a:t>
            </a:r>
          </a:p>
          <a:p>
            <a:r>
              <a:rPr lang="en-US" altLang="en-US" dirty="0"/>
              <a:t>Design databases generally do not store raster data.</a:t>
            </a:r>
            <a:endParaRPr lang="en-US" altLang="en-US" sz="1600" b="1" dirty="0">
              <a:latin typeface="Georgia" panose="02040502050405020303" pitchFamily="18" charset="0"/>
            </a:endParaRPr>
          </a:p>
        </p:txBody>
      </p:sp>
    </p:spTree>
    <p:extLst>
      <p:ext uri="{BB962C8B-B14F-4D97-AF65-F5344CB8AC3E}">
        <p14:creationId xmlns:p14="http://schemas.microsoft.com/office/powerpoint/2010/main" val="3891210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Geographic Data</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20</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lnSpcReduction="10000"/>
          </a:bodyPr>
          <a:lstStyle/>
          <a:p>
            <a:r>
              <a:rPr lang="en-US" altLang="en-US" b="1" dirty="0">
                <a:solidFill>
                  <a:schemeClr val="tx2">
                    <a:lumMod val="60000"/>
                    <a:lumOff val="40000"/>
                  </a:schemeClr>
                </a:solidFill>
              </a:rPr>
              <a:t>Vector data</a:t>
            </a:r>
            <a:r>
              <a:rPr lang="en-US" altLang="en-US" dirty="0">
                <a:solidFill>
                  <a:schemeClr val="tx2">
                    <a:lumMod val="60000"/>
                    <a:lumOff val="40000"/>
                  </a:schemeClr>
                </a:solidFill>
              </a:rPr>
              <a:t> </a:t>
            </a:r>
            <a:r>
              <a:rPr lang="en-US" altLang="en-US" dirty="0"/>
              <a:t>are constructed from </a:t>
            </a:r>
            <a:r>
              <a:rPr lang="en-US" altLang="en-US" dirty="0">
                <a:solidFill>
                  <a:srgbClr val="0070C0"/>
                </a:solidFill>
              </a:rPr>
              <a:t>basic geometric objects:  points, line segments, triangles, and other polygons in two dimensions, </a:t>
            </a:r>
            <a:r>
              <a:rPr lang="en-US" altLang="en-US" dirty="0"/>
              <a:t>and </a:t>
            </a:r>
            <a:r>
              <a:rPr lang="en-US" altLang="en-US" dirty="0">
                <a:solidFill>
                  <a:srgbClr val="0070C0"/>
                </a:solidFill>
              </a:rPr>
              <a:t>cylinders, spheres, cuboids, and other polyhedrons in three dimensions</a:t>
            </a:r>
            <a:r>
              <a:rPr lang="en-US" altLang="en-US" dirty="0"/>
              <a:t>.</a:t>
            </a:r>
          </a:p>
          <a:p>
            <a:r>
              <a:rPr lang="en-US" altLang="en-US" dirty="0"/>
              <a:t>Vector format often used to represent map data.</a:t>
            </a:r>
          </a:p>
          <a:p>
            <a:pPr lvl="1"/>
            <a:r>
              <a:rPr lang="en-US" altLang="en-US" dirty="0">
                <a:ea typeface="ＭＳ Ｐゴシック" panose="020B0600070205080204" pitchFamily="34" charset="-128"/>
              </a:rPr>
              <a:t>Roads can be considered as two-dimensional and represented by lines and curves.</a:t>
            </a:r>
          </a:p>
          <a:p>
            <a:pPr lvl="1"/>
            <a:r>
              <a:rPr lang="en-US" altLang="en-US" dirty="0">
                <a:ea typeface="ＭＳ Ｐゴシック" panose="020B0600070205080204" pitchFamily="34" charset="-128"/>
              </a:rPr>
              <a:t>Some features, such as rivers, may be represented either as complex curves or as complex polygons, depending on whether their width is relevant.</a:t>
            </a:r>
          </a:p>
          <a:p>
            <a:pPr lvl="1"/>
            <a:r>
              <a:rPr lang="en-US" altLang="en-US" dirty="0">
                <a:ea typeface="ＭＳ Ｐゴシック" panose="020B0600070205080204" pitchFamily="34" charset="-128"/>
              </a:rPr>
              <a:t>Features such as regions and lakes can be depicted as polygons.</a:t>
            </a:r>
            <a:endParaRPr lang="en-US" altLang="en-US" sz="1600" b="1" dirty="0">
              <a:latin typeface="Georgia" panose="02040502050405020303" pitchFamily="18" charset="0"/>
              <a:ea typeface="ＭＳ Ｐゴシック" panose="020B0600070205080204" pitchFamily="34" charset="-128"/>
            </a:endParaRPr>
          </a:p>
        </p:txBody>
      </p:sp>
    </p:spTree>
    <p:extLst>
      <p:ext uri="{BB962C8B-B14F-4D97-AF65-F5344CB8AC3E}">
        <p14:creationId xmlns:p14="http://schemas.microsoft.com/office/powerpoint/2010/main" val="7435312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Applications of Geographic Data</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21</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fontScale="92500" lnSpcReduction="20000"/>
          </a:bodyPr>
          <a:lstStyle/>
          <a:p>
            <a:r>
              <a:rPr lang="en-US" altLang="en-US" dirty="0"/>
              <a:t>Examples of geographic data</a:t>
            </a:r>
          </a:p>
          <a:p>
            <a:pPr lvl="1"/>
            <a:r>
              <a:rPr lang="en-US" altLang="en-US" dirty="0">
                <a:ea typeface="ＭＳ Ｐゴシック" panose="020B0600070205080204" pitchFamily="34" charset="-128"/>
              </a:rPr>
              <a:t>map data for vehicle navigation</a:t>
            </a:r>
          </a:p>
          <a:p>
            <a:pPr lvl="1"/>
            <a:r>
              <a:rPr lang="en-US" altLang="en-US" dirty="0">
                <a:ea typeface="ＭＳ Ｐゴシック" panose="020B0600070205080204" pitchFamily="34" charset="-128"/>
              </a:rPr>
              <a:t>distribution network information for power, telephones, water supply, and sewage</a:t>
            </a:r>
          </a:p>
          <a:p>
            <a:r>
              <a:rPr lang="en-US" altLang="en-US" dirty="0"/>
              <a:t>Vehicle navigation systems store information about roads and services for the use of drivers:</a:t>
            </a:r>
          </a:p>
          <a:p>
            <a:pPr lvl="1"/>
            <a:r>
              <a:rPr lang="en-US" altLang="en-US" b="1" dirty="0">
                <a:ea typeface="ＭＳ Ｐゴシック" panose="020B0600070205080204" pitchFamily="34" charset="-128"/>
              </a:rPr>
              <a:t>Spatial data</a:t>
            </a:r>
            <a:r>
              <a:rPr lang="en-US" altLang="en-US" dirty="0">
                <a:ea typeface="ＭＳ Ｐゴシック" panose="020B0600070205080204" pitchFamily="34" charset="-128"/>
              </a:rPr>
              <a:t>: e.g., road/restaurant/gas-station coordinates</a:t>
            </a:r>
          </a:p>
          <a:p>
            <a:pPr lvl="1"/>
            <a:r>
              <a:rPr lang="en-US" altLang="en-US" b="1" dirty="0">
                <a:ea typeface="ＭＳ Ｐゴシック" panose="020B0600070205080204" pitchFamily="34" charset="-128"/>
              </a:rPr>
              <a:t>Non-spatial data</a:t>
            </a:r>
            <a:r>
              <a:rPr lang="en-US" altLang="en-US" dirty="0">
                <a:ea typeface="ＭＳ Ｐゴシック" panose="020B0600070205080204" pitchFamily="34" charset="-128"/>
              </a:rPr>
              <a:t>: e.g., one-way streets, speed limits, traffic congestion</a:t>
            </a:r>
          </a:p>
          <a:p>
            <a:r>
              <a:rPr lang="en-US" altLang="en-US" b="1" dirty="0">
                <a:solidFill>
                  <a:schemeClr val="tx2">
                    <a:lumMod val="60000"/>
                    <a:lumOff val="40000"/>
                  </a:schemeClr>
                </a:solidFill>
              </a:rPr>
              <a:t>Global Positioning System (GPS)</a:t>
            </a:r>
            <a:r>
              <a:rPr lang="en-US" altLang="en-US" dirty="0">
                <a:solidFill>
                  <a:schemeClr val="tx2">
                    <a:lumMod val="60000"/>
                    <a:lumOff val="40000"/>
                  </a:schemeClr>
                </a:solidFill>
              </a:rPr>
              <a:t> </a:t>
            </a:r>
            <a:r>
              <a:rPr lang="en-US" altLang="en-US" dirty="0"/>
              <a:t>unit - utilizes information broadcast from GPS satellites to find the current location of user with an accuracy of tens of meters.</a:t>
            </a:r>
          </a:p>
          <a:p>
            <a:pPr lvl="1"/>
            <a:r>
              <a:rPr lang="en-US" altLang="en-US" dirty="0">
                <a:ea typeface="ＭＳ Ｐゴシック" panose="020B0600070205080204" pitchFamily="34" charset="-128"/>
              </a:rPr>
              <a:t>increasingly used in vehicle navigation systems as well as utility maintenance applications.</a:t>
            </a:r>
          </a:p>
        </p:txBody>
      </p:sp>
    </p:spTree>
    <p:extLst>
      <p:ext uri="{BB962C8B-B14F-4D97-AF65-F5344CB8AC3E}">
        <p14:creationId xmlns:p14="http://schemas.microsoft.com/office/powerpoint/2010/main" val="6770494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Spatial Queries</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22</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a:bodyPr>
          <a:lstStyle/>
          <a:p>
            <a:r>
              <a:rPr lang="en-US" altLang="en-US" b="1" dirty="0">
                <a:solidFill>
                  <a:schemeClr val="tx2">
                    <a:lumMod val="60000"/>
                    <a:lumOff val="40000"/>
                  </a:schemeClr>
                </a:solidFill>
              </a:rPr>
              <a:t>Nearness queries</a:t>
            </a:r>
            <a:r>
              <a:rPr lang="en-US" altLang="en-US" dirty="0">
                <a:solidFill>
                  <a:schemeClr val="tx2">
                    <a:lumMod val="60000"/>
                    <a:lumOff val="40000"/>
                  </a:schemeClr>
                </a:solidFill>
              </a:rPr>
              <a:t> </a:t>
            </a:r>
            <a:r>
              <a:rPr lang="en-US" altLang="en-US" dirty="0"/>
              <a:t>request objects that lie near a specified location.</a:t>
            </a:r>
          </a:p>
          <a:p>
            <a:r>
              <a:rPr lang="en-US" altLang="en-US" b="1" dirty="0">
                <a:solidFill>
                  <a:schemeClr val="tx2">
                    <a:lumMod val="60000"/>
                    <a:lumOff val="40000"/>
                  </a:schemeClr>
                </a:solidFill>
              </a:rPr>
              <a:t>Nearest neighbor queries</a:t>
            </a:r>
            <a:r>
              <a:rPr lang="en-US" altLang="en-US" dirty="0"/>
              <a:t>, given a point or an object, find the nearest object that satisfies given conditions.</a:t>
            </a:r>
          </a:p>
          <a:p>
            <a:r>
              <a:rPr lang="en-US" altLang="en-US" b="1" dirty="0">
                <a:solidFill>
                  <a:schemeClr val="tx2">
                    <a:lumMod val="60000"/>
                    <a:lumOff val="40000"/>
                  </a:schemeClr>
                </a:solidFill>
              </a:rPr>
              <a:t>Region queries</a:t>
            </a:r>
            <a:r>
              <a:rPr lang="en-US" altLang="en-US" dirty="0">
                <a:solidFill>
                  <a:schemeClr val="tx2">
                    <a:lumMod val="60000"/>
                    <a:lumOff val="40000"/>
                  </a:schemeClr>
                </a:solidFill>
              </a:rPr>
              <a:t> </a:t>
            </a:r>
            <a:r>
              <a:rPr lang="en-US" altLang="en-US" dirty="0"/>
              <a:t>deal with spatial regions. e.g., ask for objects that lie partially or fully inside a specified region.</a:t>
            </a:r>
          </a:p>
          <a:p>
            <a:r>
              <a:rPr lang="en-US" altLang="en-US" dirty="0"/>
              <a:t>Queries that compute intersections or </a:t>
            </a:r>
            <a:r>
              <a:rPr lang="en-US" altLang="en-US" b="1" dirty="0">
                <a:solidFill>
                  <a:srgbClr val="000099"/>
                </a:solidFill>
              </a:rPr>
              <a:t>unions</a:t>
            </a:r>
            <a:r>
              <a:rPr lang="en-US" altLang="en-US" dirty="0"/>
              <a:t> of regions.</a:t>
            </a:r>
          </a:p>
          <a:p>
            <a:r>
              <a:rPr lang="en-US" altLang="en-US" b="1" dirty="0">
                <a:solidFill>
                  <a:schemeClr val="tx2">
                    <a:lumMod val="60000"/>
                    <a:lumOff val="40000"/>
                  </a:schemeClr>
                </a:solidFill>
              </a:rPr>
              <a:t>Spatial join</a:t>
            </a:r>
            <a:r>
              <a:rPr lang="en-US" altLang="en-US" dirty="0">
                <a:solidFill>
                  <a:schemeClr val="tx2">
                    <a:lumMod val="60000"/>
                    <a:lumOff val="40000"/>
                  </a:schemeClr>
                </a:solidFill>
              </a:rPr>
              <a:t> </a:t>
            </a:r>
            <a:r>
              <a:rPr lang="en-US" altLang="en-US" dirty="0"/>
              <a:t>of two spatial relations with the location playing the role of join attribute.</a:t>
            </a:r>
          </a:p>
        </p:txBody>
      </p:sp>
    </p:spTree>
    <p:extLst>
      <p:ext uri="{BB962C8B-B14F-4D97-AF65-F5344CB8AC3E}">
        <p14:creationId xmlns:p14="http://schemas.microsoft.com/office/powerpoint/2010/main" val="9391519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Spatial Queries</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23</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a:bodyPr>
          <a:lstStyle/>
          <a:p>
            <a:r>
              <a:rPr lang="en-US" altLang="en-US" dirty="0"/>
              <a:t>Spatial data is typically </a:t>
            </a:r>
            <a:r>
              <a:rPr lang="en-US" altLang="en-US" dirty="0">
                <a:solidFill>
                  <a:schemeClr val="tx2">
                    <a:lumMod val="60000"/>
                    <a:lumOff val="40000"/>
                  </a:schemeClr>
                </a:solidFill>
              </a:rPr>
              <a:t>queried using a graphical query language</a:t>
            </a:r>
            <a:r>
              <a:rPr lang="en-US" altLang="en-US" dirty="0"/>
              <a:t>; results are also displayed in a graphical manner.</a:t>
            </a:r>
          </a:p>
          <a:p>
            <a:r>
              <a:rPr lang="en-US" altLang="en-US" dirty="0"/>
              <a:t>Graphical </a:t>
            </a:r>
            <a:r>
              <a:rPr lang="en-US" altLang="en-US" dirty="0">
                <a:solidFill>
                  <a:srgbClr val="0070C0"/>
                </a:solidFill>
              </a:rPr>
              <a:t>interface constitutes the front-end</a:t>
            </a:r>
          </a:p>
          <a:p>
            <a:r>
              <a:rPr lang="en-US" altLang="en-US" dirty="0"/>
              <a:t>Extensions of SQL with abstract data types, such as lines, polygons and bit maps, have been proposed to interface with back-end.</a:t>
            </a:r>
          </a:p>
          <a:p>
            <a:pPr lvl="1"/>
            <a:r>
              <a:rPr lang="en-US" altLang="en-US" dirty="0">
                <a:solidFill>
                  <a:srgbClr val="FF0000"/>
                </a:solidFill>
                <a:ea typeface="ＭＳ Ｐゴシック" panose="020B0600070205080204" pitchFamily="34" charset="-128"/>
              </a:rPr>
              <a:t>allows relational databases to store and retrieve </a:t>
            </a:r>
            <a:r>
              <a:rPr lang="en-US" altLang="en-US" dirty="0">
                <a:ea typeface="ＭＳ Ｐゴシック" panose="020B0600070205080204" pitchFamily="34" charset="-128"/>
              </a:rPr>
              <a:t>spatial information</a:t>
            </a:r>
          </a:p>
          <a:p>
            <a:pPr lvl="1"/>
            <a:r>
              <a:rPr lang="en-US" altLang="en-US" dirty="0">
                <a:ea typeface="ＭＳ Ｐゴシック" panose="020B0600070205080204" pitchFamily="34" charset="-128"/>
              </a:rPr>
              <a:t>Queries can </a:t>
            </a:r>
            <a:r>
              <a:rPr lang="en-US" altLang="en-US" dirty="0">
                <a:solidFill>
                  <a:srgbClr val="FF0000"/>
                </a:solidFill>
                <a:ea typeface="ＭＳ Ｐゴシック" panose="020B0600070205080204" pitchFamily="34" charset="-128"/>
              </a:rPr>
              <a:t>use spatial conditions </a:t>
            </a:r>
            <a:r>
              <a:rPr lang="en-US" altLang="en-US" dirty="0">
                <a:ea typeface="ＭＳ Ｐゴシック" panose="020B0600070205080204" pitchFamily="34" charset="-128"/>
              </a:rPr>
              <a:t>(e.g., contains or overlaps).</a:t>
            </a:r>
          </a:p>
          <a:p>
            <a:pPr lvl="1"/>
            <a:r>
              <a:rPr lang="en-US" altLang="en-US" dirty="0">
                <a:ea typeface="ＭＳ Ｐゴシック" panose="020B0600070205080204" pitchFamily="34" charset="-128"/>
              </a:rPr>
              <a:t>queries can </a:t>
            </a:r>
            <a:r>
              <a:rPr lang="en-US" altLang="en-US" dirty="0">
                <a:solidFill>
                  <a:srgbClr val="FF0000"/>
                </a:solidFill>
                <a:ea typeface="ＭＳ Ｐゴシック" panose="020B0600070205080204" pitchFamily="34" charset="-128"/>
              </a:rPr>
              <a:t>mix spatial and nonspatial conditions </a:t>
            </a:r>
          </a:p>
        </p:txBody>
      </p:sp>
    </p:spTree>
    <p:extLst>
      <p:ext uri="{BB962C8B-B14F-4D97-AF65-F5344CB8AC3E}">
        <p14:creationId xmlns:p14="http://schemas.microsoft.com/office/powerpoint/2010/main" val="37229635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Indexing of Spatial Queries</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24</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a:xfrm>
            <a:off x="838200" y="1825625"/>
            <a:ext cx="10515600" cy="4556390"/>
          </a:xfrm>
        </p:spPr>
        <p:txBody>
          <a:bodyPr>
            <a:normAutofit fontScale="85000" lnSpcReduction="10000"/>
          </a:bodyPr>
          <a:lstStyle/>
          <a:p>
            <a:pPr algn="just"/>
            <a:r>
              <a:rPr lang="en-US" altLang="en-US" dirty="0"/>
              <a:t>To understand how to index spatial data consisting of two or more dimensions, we consider first the indexing of points in one-dimensional data. </a:t>
            </a:r>
          </a:p>
          <a:p>
            <a:pPr algn="just"/>
            <a:r>
              <a:rPr lang="en-US" altLang="en-US" dirty="0"/>
              <a:t>Tree structures, such as binary trees and B-trees, operate by successively dividing space into smaller parts. </a:t>
            </a:r>
          </a:p>
          <a:p>
            <a:pPr algn="just"/>
            <a:r>
              <a:rPr lang="en-US" altLang="en-US" dirty="0"/>
              <a:t>For instance, each internal node of a binary tree partitions a one dimensional interval in two.</a:t>
            </a:r>
          </a:p>
          <a:p>
            <a:pPr algn="just"/>
            <a:r>
              <a:rPr lang="en-US" altLang="en-US" dirty="0">
                <a:solidFill>
                  <a:schemeClr val="tx2">
                    <a:lumMod val="60000"/>
                    <a:lumOff val="40000"/>
                  </a:schemeClr>
                </a:solidFill>
              </a:rPr>
              <a:t>Points that lie in the left partition go into the left subtree; points that lie in the right partition go into the right subtree. </a:t>
            </a:r>
          </a:p>
          <a:p>
            <a:pPr algn="just"/>
            <a:r>
              <a:rPr lang="en-US" altLang="en-US" dirty="0"/>
              <a:t>Ina balanced binary tree, the partition is chosen so that approximately one-half of the points stored in the subtree fall in each partition.</a:t>
            </a:r>
          </a:p>
          <a:p>
            <a:pPr algn="just"/>
            <a:r>
              <a:rPr lang="en-US" altLang="en-US" dirty="0">
                <a:solidFill>
                  <a:schemeClr val="tx2">
                    <a:lumMod val="60000"/>
                    <a:lumOff val="40000"/>
                  </a:schemeClr>
                </a:solidFill>
              </a:rPr>
              <a:t>Each level of a B-tree splits a one-dimensional interval into multiple parts.</a:t>
            </a:r>
          </a:p>
        </p:txBody>
      </p:sp>
    </p:spTree>
    <p:extLst>
      <p:ext uri="{BB962C8B-B14F-4D97-AF65-F5344CB8AC3E}">
        <p14:creationId xmlns:p14="http://schemas.microsoft.com/office/powerpoint/2010/main" val="17565827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Indexing of Spatial Queries</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25</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a:xfrm>
            <a:off x="838200" y="1825625"/>
            <a:ext cx="10515600" cy="4556390"/>
          </a:xfrm>
        </p:spPr>
        <p:txBody>
          <a:bodyPr>
            <a:normAutofit fontScale="85000" lnSpcReduction="10000"/>
          </a:bodyPr>
          <a:lstStyle/>
          <a:p>
            <a:pPr algn="just"/>
            <a:r>
              <a:rPr lang="en-US" altLang="en-US" dirty="0"/>
              <a:t>To understand how to index spatial data consisting of two or more dimensions, we consider first the indexing of points in one-dimensional data. </a:t>
            </a:r>
          </a:p>
          <a:p>
            <a:pPr algn="just"/>
            <a:r>
              <a:rPr lang="en-US" altLang="en-US" dirty="0"/>
              <a:t>Tree structures, such as binary trees and B-trees, operate by successively dividing space into smaller parts. </a:t>
            </a:r>
          </a:p>
          <a:p>
            <a:pPr algn="just"/>
            <a:r>
              <a:rPr lang="en-US" altLang="en-US" dirty="0"/>
              <a:t>For instance, each internal node of a binary tree partitions a one dimensional interval in two.</a:t>
            </a:r>
          </a:p>
          <a:p>
            <a:pPr algn="just"/>
            <a:r>
              <a:rPr lang="en-US" altLang="en-US" dirty="0">
                <a:solidFill>
                  <a:schemeClr val="tx2">
                    <a:lumMod val="60000"/>
                    <a:lumOff val="40000"/>
                  </a:schemeClr>
                </a:solidFill>
              </a:rPr>
              <a:t>Points that lie in the left partition go into the left subtree; points that lie in the right partition go into the right subtree. </a:t>
            </a:r>
          </a:p>
          <a:p>
            <a:pPr algn="just"/>
            <a:r>
              <a:rPr lang="en-US" altLang="en-US" dirty="0"/>
              <a:t>Ina balanced binary tree, the partition is chosen so that approximately one-half of the points stored in the subtree fall in each partition.</a:t>
            </a:r>
          </a:p>
          <a:p>
            <a:pPr algn="just"/>
            <a:r>
              <a:rPr lang="en-US" altLang="en-US" dirty="0">
                <a:solidFill>
                  <a:schemeClr val="tx2">
                    <a:lumMod val="60000"/>
                    <a:lumOff val="40000"/>
                  </a:schemeClr>
                </a:solidFill>
              </a:rPr>
              <a:t>Each level of a B-tree splits a one-dimensional interval into multiple parts.</a:t>
            </a:r>
          </a:p>
        </p:txBody>
      </p:sp>
    </p:spTree>
    <p:extLst>
      <p:ext uri="{BB962C8B-B14F-4D97-AF65-F5344CB8AC3E}">
        <p14:creationId xmlns:p14="http://schemas.microsoft.com/office/powerpoint/2010/main" val="35229152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Indexing of Spatial Queries</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26</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fontScale="92500" lnSpcReduction="10000"/>
          </a:bodyPr>
          <a:lstStyle/>
          <a:p>
            <a:r>
              <a:rPr lang="en-US" altLang="en-US" b="1" dirty="0">
                <a:solidFill>
                  <a:schemeClr val="tx2">
                    <a:lumMod val="60000"/>
                    <a:lumOff val="40000"/>
                  </a:schemeClr>
                </a:solidFill>
              </a:rPr>
              <a:t>k-d tree</a:t>
            </a:r>
            <a:r>
              <a:rPr lang="en-US" altLang="en-US" dirty="0">
                <a:solidFill>
                  <a:schemeClr val="tx2">
                    <a:lumMod val="60000"/>
                    <a:lumOff val="40000"/>
                  </a:schemeClr>
                </a:solidFill>
              </a:rPr>
              <a:t> </a:t>
            </a:r>
            <a:r>
              <a:rPr lang="en-US" altLang="en-US" dirty="0"/>
              <a:t>- early structure used for indexing in multiple dimensions.</a:t>
            </a:r>
          </a:p>
          <a:p>
            <a:r>
              <a:rPr lang="en-US" altLang="en-US" dirty="0"/>
              <a:t>Each level of a </a:t>
            </a:r>
            <a:r>
              <a:rPr lang="en-US" altLang="en-US" i="1" dirty="0"/>
              <a:t>k-d</a:t>
            </a:r>
            <a:r>
              <a:rPr lang="en-US" altLang="en-US" dirty="0"/>
              <a:t>  tree partitions the space into two.</a:t>
            </a:r>
          </a:p>
          <a:p>
            <a:pPr lvl="1"/>
            <a:r>
              <a:rPr lang="en-US" altLang="en-US" dirty="0">
                <a:ea typeface="ＭＳ Ｐゴシック" panose="020B0600070205080204" pitchFamily="34" charset="-128"/>
              </a:rPr>
              <a:t>choose </a:t>
            </a:r>
            <a:r>
              <a:rPr lang="en-US" altLang="en-US" dirty="0">
                <a:solidFill>
                  <a:srgbClr val="FF0000"/>
                </a:solidFill>
                <a:ea typeface="ＭＳ Ｐゴシック" panose="020B0600070205080204" pitchFamily="34" charset="-128"/>
              </a:rPr>
              <a:t>one dimension for partitioning </a:t>
            </a:r>
            <a:r>
              <a:rPr lang="en-US" altLang="en-US" dirty="0">
                <a:ea typeface="ＭＳ Ｐゴシック" panose="020B0600070205080204" pitchFamily="34" charset="-128"/>
              </a:rPr>
              <a:t>at the root level of the tree.</a:t>
            </a:r>
          </a:p>
          <a:p>
            <a:pPr lvl="1"/>
            <a:r>
              <a:rPr lang="en-US" altLang="en-US" dirty="0">
                <a:ea typeface="ＭＳ Ｐゴシック" panose="020B0600070205080204" pitchFamily="34" charset="-128"/>
              </a:rPr>
              <a:t>choose </a:t>
            </a:r>
            <a:r>
              <a:rPr lang="en-US" altLang="en-US" dirty="0">
                <a:solidFill>
                  <a:srgbClr val="FF0000"/>
                </a:solidFill>
                <a:ea typeface="ＭＳ Ｐゴシック" panose="020B0600070205080204" pitchFamily="34" charset="-128"/>
              </a:rPr>
              <a:t>another dimensions for partitioning in nodes at the next level </a:t>
            </a:r>
            <a:r>
              <a:rPr lang="en-US" altLang="en-US" dirty="0">
                <a:ea typeface="ＭＳ Ｐゴシック" panose="020B0600070205080204" pitchFamily="34" charset="-128"/>
              </a:rPr>
              <a:t>and so on, cycling through the dimensions.</a:t>
            </a:r>
          </a:p>
          <a:p>
            <a:r>
              <a:rPr lang="en-US" altLang="en-US" dirty="0"/>
              <a:t>In each node, approximately half of the points stored in the sub-tree fall on one side and half on the other.</a:t>
            </a:r>
          </a:p>
          <a:p>
            <a:r>
              <a:rPr lang="en-US" altLang="en-US" dirty="0"/>
              <a:t>Partitioning stops when a node has less than a given maximum number of points.</a:t>
            </a:r>
          </a:p>
          <a:p>
            <a:r>
              <a:rPr lang="en-US" altLang="en-US" dirty="0"/>
              <a:t>The </a:t>
            </a:r>
            <a:r>
              <a:rPr lang="en-US" altLang="en-US" b="1" dirty="0">
                <a:solidFill>
                  <a:schemeClr val="tx2">
                    <a:lumMod val="60000"/>
                    <a:lumOff val="40000"/>
                  </a:schemeClr>
                </a:solidFill>
              </a:rPr>
              <a:t>k-d-B tree</a:t>
            </a:r>
            <a:r>
              <a:rPr lang="en-US" altLang="en-US" dirty="0">
                <a:solidFill>
                  <a:schemeClr val="tx2">
                    <a:lumMod val="60000"/>
                    <a:lumOff val="40000"/>
                  </a:schemeClr>
                </a:solidFill>
              </a:rPr>
              <a:t> </a:t>
            </a:r>
            <a:r>
              <a:rPr lang="en-US" altLang="en-US" dirty="0"/>
              <a:t>extends the </a:t>
            </a:r>
            <a:r>
              <a:rPr lang="en-US" altLang="en-US" i="1" dirty="0"/>
              <a:t>k-d</a:t>
            </a:r>
            <a:r>
              <a:rPr lang="en-US" altLang="en-US" dirty="0"/>
              <a:t> tree to allow multiple child nodes for each internal node; well-suited for secondary storage.</a:t>
            </a:r>
          </a:p>
        </p:txBody>
      </p:sp>
    </p:spTree>
    <p:extLst>
      <p:ext uri="{BB962C8B-B14F-4D97-AF65-F5344CB8AC3E}">
        <p14:creationId xmlns:p14="http://schemas.microsoft.com/office/powerpoint/2010/main" val="30115884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Indexing of Spatial Queries</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27</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a:xfrm>
            <a:off x="838200" y="1825625"/>
            <a:ext cx="7607531" cy="4448035"/>
          </a:xfrm>
        </p:spPr>
        <p:txBody>
          <a:bodyPr>
            <a:normAutofit fontScale="92500" lnSpcReduction="20000"/>
          </a:bodyPr>
          <a:lstStyle/>
          <a:p>
            <a:pPr>
              <a:lnSpc>
                <a:spcPct val="90000"/>
              </a:lnSpc>
            </a:pPr>
            <a:r>
              <a:rPr lang="en-US" altLang="en-US" dirty="0"/>
              <a:t>Each line in the figure (other than the outside box) corresponds to a node in the </a:t>
            </a:r>
            <a:r>
              <a:rPr lang="en-US" altLang="en-US" i="1" dirty="0"/>
              <a:t>k-d</a:t>
            </a:r>
            <a:r>
              <a:rPr lang="en-US" altLang="en-US" dirty="0"/>
              <a:t> tree.</a:t>
            </a:r>
          </a:p>
          <a:p>
            <a:pPr lvl="1">
              <a:lnSpc>
                <a:spcPct val="90000"/>
              </a:lnSpc>
            </a:pPr>
            <a:r>
              <a:rPr lang="en-US" altLang="en-US" dirty="0">
                <a:ea typeface="ＭＳ Ｐゴシック" panose="020B0600070205080204" pitchFamily="34" charset="-128"/>
              </a:rPr>
              <a:t>The maximum number of points in a leaf node has been set to 1.</a:t>
            </a:r>
          </a:p>
          <a:p>
            <a:pPr>
              <a:lnSpc>
                <a:spcPct val="90000"/>
              </a:lnSpc>
            </a:pPr>
            <a:r>
              <a:rPr lang="en-US" altLang="en-US" dirty="0"/>
              <a:t>The numbering of the lines in the figure indicates the level of the tree at which the corresponding node appears.</a:t>
            </a:r>
          </a:p>
          <a:p>
            <a:pPr>
              <a:lnSpc>
                <a:spcPct val="90000"/>
              </a:lnSpc>
            </a:pPr>
            <a:r>
              <a:rPr lang="en-US" altLang="en-US" dirty="0"/>
              <a:t>k-d-B tree extends the k-d tree to allow multiple child nodes for each internal node, just as a B-tree extends a binary tree, to reduce the height of the tree. </a:t>
            </a:r>
          </a:p>
          <a:p>
            <a:pPr>
              <a:lnSpc>
                <a:spcPct val="90000"/>
              </a:lnSpc>
            </a:pPr>
            <a:r>
              <a:rPr lang="en-US" altLang="en-US" dirty="0"/>
              <a:t>k-d-B trees are better suited for secondary storage than k-d trees.</a:t>
            </a:r>
          </a:p>
          <a:p>
            <a:pPr marL="0" indent="0">
              <a:lnSpc>
                <a:spcPct val="90000"/>
              </a:lnSpc>
              <a:buNone/>
            </a:pPr>
            <a:endParaRPr lang="en-US" altLang="en-US" dirty="0"/>
          </a:p>
        </p:txBody>
      </p:sp>
      <p:pic>
        <p:nvPicPr>
          <p:cNvPr id="3" name="Picture 7">
            <a:extLst>
              <a:ext uri="{FF2B5EF4-FFF2-40B4-BE49-F238E27FC236}">
                <a16:creationId xmlns:a16="http://schemas.microsoft.com/office/drawing/2014/main" id="{D14E3EB5-76EA-8CC0-F038-8318052D0A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4158" y="2191543"/>
            <a:ext cx="3236913" cy="3392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594603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Indexing of Spatial Queries</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28</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a:xfrm>
            <a:off x="838200" y="1825625"/>
            <a:ext cx="7365034" cy="4124325"/>
          </a:xfrm>
        </p:spPr>
        <p:txBody>
          <a:bodyPr>
            <a:normAutofit fontScale="92500" lnSpcReduction="20000"/>
          </a:bodyPr>
          <a:lstStyle/>
          <a:p>
            <a:pPr>
              <a:lnSpc>
                <a:spcPct val="90000"/>
              </a:lnSpc>
              <a:buFont typeface="Monotype Sorts" charset="2"/>
              <a:buNone/>
            </a:pPr>
            <a:r>
              <a:rPr lang="en-US" altLang="en-US" b="1" dirty="0">
                <a:solidFill>
                  <a:schemeClr val="tx2">
                    <a:lumMod val="60000"/>
                    <a:lumOff val="40000"/>
                  </a:schemeClr>
                </a:solidFill>
              </a:rPr>
              <a:t>Quadtrees</a:t>
            </a:r>
          </a:p>
          <a:p>
            <a:pPr>
              <a:lnSpc>
                <a:spcPct val="90000"/>
              </a:lnSpc>
            </a:pPr>
            <a:r>
              <a:rPr lang="en-US" altLang="en-US" dirty="0"/>
              <a:t>Each node of a quadtree is associated with  a rectangular region of space; the top node is associated with the entire target space.</a:t>
            </a:r>
          </a:p>
          <a:p>
            <a:pPr>
              <a:lnSpc>
                <a:spcPct val="90000"/>
              </a:lnSpc>
            </a:pPr>
            <a:r>
              <a:rPr lang="en-US" altLang="en-US" dirty="0"/>
              <a:t>Each non-leaf  nodes divides its region into four equal sized quadrants</a:t>
            </a:r>
          </a:p>
          <a:p>
            <a:pPr lvl="1">
              <a:lnSpc>
                <a:spcPct val="90000"/>
              </a:lnSpc>
            </a:pPr>
            <a:r>
              <a:rPr lang="en-US" altLang="en-US" dirty="0">
                <a:ea typeface="ＭＳ Ｐゴシック" panose="020B0600070205080204" pitchFamily="34" charset="-128"/>
              </a:rPr>
              <a:t>Correspondingly each such node has four child nodes corresponding to the four quadrants and so on</a:t>
            </a:r>
          </a:p>
          <a:p>
            <a:pPr>
              <a:lnSpc>
                <a:spcPct val="90000"/>
              </a:lnSpc>
            </a:pPr>
            <a:r>
              <a:rPr lang="en-US" altLang="en-US" dirty="0"/>
              <a:t>Leaf nodes have between zero and some fixed maximum number of points (set to 1 in example).</a:t>
            </a:r>
          </a:p>
        </p:txBody>
      </p:sp>
      <p:pic>
        <p:nvPicPr>
          <p:cNvPr id="3" name="Picture 7">
            <a:extLst>
              <a:ext uri="{FF2B5EF4-FFF2-40B4-BE49-F238E27FC236}">
                <a16:creationId xmlns:a16="http://schemas.microsoft.com/office/drawing/2014/main" id="{455D5609-8888-2CB5-EFCA-FCA4A39EA3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61177" y="2360872"/>
            <a:ext cx="2682875" cy="268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965520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Quadtrees</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29</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fontScale="92500" lnSpcReduction="20000"/>
          </a:bodyPr>
          <a:lstStyle/>
          <a:p>
            <a:pPr>
              <a:lnSpc>
                <a:spcPct val="90000"/>
              </a:lnSpc>
            </a:pPr>
            <a:r>
              <a:rPr lang="en-US" altLang="en-US" b="1" dirty="0">
                <a:solidFill>
                  <a:schemeClr val="tx2">
                    <a:lumMod val="60000"/>
                    <a:lumOff val="40000"/>
                  </a:schemeClr>
                </a:solidFill>
              </a:rPr>
              <a:t>PR quadtree</a:t>
            </a:r>
            <a:r>
              <a:rPr lang="en-US" altLang="en-US" dirty="0"/>
              <a:t>: stores points; space is divided based on regions, rather than on the actual set of points stored.</a:t>
            </a:r>
          </a:p>
          <a:p>
            <a:pPr>
              <a:lnSpc>
                <a:spcPct val="90000"/>
              </a:lnSpc>
            </a:pPr>
            <a:r>
              <a:rPr lang="en-US" altLang="en-US" b="1" dirty="0">
                <a:solidFill>
                  <a:schemeClr val="tx2">
                    <a:lumMod val="60000"/>
                    <a:lumOff val="40000"/>
                  </a:schemeClr>
                </a:solidFill>
              </a:rPr>
              <a:t>Region quadtrees</a:t>
            </a:r>
            <a:r>
              <a:rPr lang="en-US" altLang="en-US" dirty="0">
                <a:solidFill>
                  <a:schemeClr val="tx2">
                    <a:lumMod val="60000"/>
                    <a:lumOff val="40000"/>
                  </a:schemeClr>
                </a:solidFill>
              </a:rPr>
              <a:t> </a:t>
            </a:r>
            <a:r>
              <a:rPr lang="en-US" altLang="en-US" dirty="0"/>
              <a:t>store array (raster) information.</a:t>
            </a:r>
          </a:p>
          <a:p>
            <a:pPr lvl="1">
              <a:lnSpc>
                <a:spcPct val="90000"/>
              </a:lnSpc>
            </a:pPr>
            <a:r>
              <a:rPr lang="en-US" altLang="en-US" dirty="0">
                <a:ea typeface="ＭＳ Ｐゴシック" panose="020B0600070205080204" pitchFamily="34" charset="-128"/>
              </a:rPr>
              <a:t>A node is a l</a:t>
            </a:r>
            <a:r>
              <a:rPr lang="en-US" altLang="en-US" dirty="0">
                <a:solidFill>
                  <a:srgbClr val="0070C0"/>
                </a:solidFill>
                <a:ea typeface="ＭＳ Ｐゴシック" panose="020B0600070205080204" pitchFamily="34" charset="-128"/>
              </a:rPr>
              <a:t>eaf node is all the array values in the region that it covers </a:t>
            </a:r>
            <a:r>
              <a:rPr lang="en-US" altLang="en-US" dirty="0">
                <a:ea typeface="ＭＳ Ｐゴシック" panose="020B0600070205080204" pitchFamily="34" charset="-128"/>
              </a:rPr>
              <a:t>are the same. Otherwise, it is subdivided further into four children of equal area, and is therefore an internal node.</a:t>
            </a:r>
          </a:p>
          <a:p>
            <a:pPr lvl="1">
              <a:lnSpc>
                <a:spcPct val="90000"/>
              </a:lnSpc>
            </a:pPr>
            <a:r>
              <a:rPr lang="en-US" altLang="en-US" dirty="0">
                <a:solidFill>
                  <a:srgbClr val="0070C0"/>
                </a:solidFill>
                <a:ea typeface="ＭＳ Ｐゴシック" panose="020B0600070205080204" pitchFamily="34" charset="-128"/>
              </a:rPr>
              <a:t>Each node corresponds to a sub-array of values</a:t>
            </a:r>
            <a:r>
              <a:rPr lang="en-US" altLang="en-US" dirty="0">
                <a:ea typeface="ＭＳ Ｐゴシック" panose="020B0600070205080204" pitchFamily="34" charset="-128"/>
              </a:rPr>
              <a:t>.</a:t>
            </a:r>
          </a:p>
          <a:p>
            <a:pPr lvl="1">
              <a:lnSpc>
                <a:spcPct val="90000"/>
              </a:lnSpc>
            </a:pPr>
            <a:r>
              <a:rPr lang="en-US" altLang="en-US" dirty="0">
                <a:ea typeface="ＭＳ Ｐゴシック" panose="020B0600070205080204" pitchFamily="34" charset="-128"/>
              </a:rPr>
              <a:t>The </a:t>
            </a:r>
            <a:r>
              <a:rPr lang="en-US" altLang="en-US" dirty="0">
                <a:solidFill>
                  <a:srgbClr val="0070C0"/>
                </a:solidFill>
                <a:ea typeface="ＭＳ Ｐゴシック" panose="020B0600070205080204" pitchFamily="34" charset="-128"/>
              </a:rPr>
              <a:t>sub-arrays corresponding to leaves either contain just a single array element, or have multiple array elements</a:t>
            </a:r>
            <a:r>
              <a:rPr lang="en-US" altLang="en-US" dirty="0">
                <a:ea typeface="ＭＳ Ｐゴシック" panose="020B0600070205080204" pitchFamily="34" charset="-128"/>
              </a:rPr>
              <a:t>, all of which have the same value.</a:t>
            </a:r>
          </a:p>
          <a:p>
            <a:pPr>
              <a:lnSpc>
                <a:spcPct val="90000"/>
              </a:lnSpc>
            </a:pPr>
            <a:r>
              <a:rPr lang="en-US" altLang="en-US" dirty="0"/>
              <a:t>Extensions of </a:t>
            </a:r>
            <a:r>
              <a:rPr lang="en-US" altLang="en-US" i="1" dirty="0">
                <a:solidFill>
                  <a:schemeClr val="tx2">
                    <a:lumMod val="60000"/>
                    <a:lumOff val="40000"/>
                  </a:schemeClr>
                </a:solidFill>
              </a:rPr>
              <a:t>k-d</a:t>
            </a:r>
            <a:r>
              <a:rPr lang="en-US" altLang="en-US" dirty="0">
                <a:solidFill>
                  <a:schemeClr val="tx2">
                    <a:lumMod val="60000"/>
                    <a:lumOff val="40000"/>
                  </a:schemeClr>
                </a:solidFill>
              </a:rPr>
              <a:t> trees </a:t>
            </a:r>
            <a:r>
              <a:rPr lang="en-US" altLang="en-US" dirty="0"/>
              <a:t>and </a:t>
            </a:r>
            <a:r>
              <a:rPr lang="en-US" altLang="en-US" dirty="0">
                <a:solidFill>
                  <a:schemeClr val="tx2">
                    <a:lumMod val="60000"/>
                    <a:lumOff val="40000"/>
                  </a:schemeClr>
                </a:solidFill>
              </a:rPr>
              <a:t>PR quadtrees </a:t>
            </a:r>
            <a:r>
              <a:rPr lang="en-US" altLang="en-US" dirty="0"/>
              <a:t>have been proposed to index line segments and polygons</a:t>
            </a:r>
          </a:p>
          <a:p>
            <a:pPr lvl="1">
              <a:lnSpc>
                <a:spcPct val="90000"/>
              </a:lnSpc>
            </a:pPr>
            <a:r>
              <a:rPr lang="en-US" altLang="en-US" dirty="0">
                <a:ea typeface="ＭＳ Ｐゴシック" panose="020B0600070205080204" pitchFamily="34" charset="-128"/>
              </a:rPr>
              <a:t>Require splitting segments/polygons into pieces at partitioning boundaries</a:t>
            </a:r>
          </a:p>
          <a:p>
            <a:pPr lvl="2">
              <a:lnSpc>
                <a:spcPct val="90000"/>
              </a:lnSpc>
            </a:pPr>
            <a:r>
              <a:rPr lang="en-US" altLang="en-US" dirty="0">
                <a:ea typeface="ＭＳ Ｐゴシック" panose="020B0600070205080204" pitchFamily="34" charset="-128"/>
              </a:rPr>
              <a:t>Same segment/polygon may be represented at several leaf nodes</a:t>
            </a:r>
          </a:p>
        </p:txBody>
      </p:sp>
    </p:spTree>
    <p:extLst>
      <p:ext uri="{BB962C8B-B14F-4D97-AF65-F5344CB8AC3E}">
        <p14:creationId xmlns:p14="http://schemas.microsoft.com/office/powerpoint/2010/main" val="12428036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R-trees</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30</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lnSpcReduction="10000"/>
          </a:bodyPr>
          <a:lstStyle/>
          <a:p>
            <a:r>
              <a:rPr lang="en-US" altLang="en-US" b="1" dirty="0">
                <a:solidFill>
                  <a:schemeClr val="tx2">
                    <a:lumMod val="60000"/>
                    <a:lumOff val="40000"/>
                  </a:schemeClr>
                </a:solidFill>
              </a:rPr>
              <a:t>R-trees</a:t>
            </a:r>
            <a:r>
              <a:rPr lang="en-US" altLang="en-US" dirty="0"/>
              <a:t> are a N-dimensional extension of B</a:t>
            </a:r>
            <a:r>
              <a:rPr lang="en-US" altLang="en-US" sz="2000" baseline="30000" dirty="0"/>
              <a:t>+</a:t>
            </a:r>
            <a:r>
              <a:rPr lang="en-US" altLang="en-US" dirty="0"/>
              <a:t>-trees, useful for indexing sets of rectangles and other polygons.</a:t>
            </a:r>
          </a:p>
          <a:p>
            <a:r>
              <a:rPr lang="en-US" altLang="en-US" dirty="0"/>
              <a:t>Supported in many modern database systems, along with variants like R</a:t>
            </a:r>
            <a:r>
              <a:rPr lang="en-US" altLang="en-US" sz="2000" baseline="30000" dirty="0"/>
              <a:t>+</a:t>
            </a:r>
            <a:r>
              <a:rPr lang="en-US" altLang="en-US" dirty="0"/>
              <a:t> -trees and R*-trees.</a:t>
            </a:r>
          </a:p>
          <a:p>
            <a:r>
              <a:rPr lang="en-US" altLang="en-US" dirty="0"/>
              <a:t>Basic idea: generalize the notion of a one-dimensional interval associated with each B+ -tree node to an </a:t>
            </a:r>
            <a:br>
              <a:rPr lang="en-US" altLang="en-US" dirty="0"/>
            </a:br>
            <a:r>
              <a:rPr lang="en-US" altLang="en-US" dirty="0"/>
              <a:t>N-dimensional interval, that is, an N-dimensional rectangle.</a:t>
            </a:r>
          </a:p>
          <a:p>
            <a:r>
              <a:rPr lang="en-US" altLang="en-US" dirty="0"/>
              <a:t>Will consider only the two-dimensional case (</a:t>
            </a:r>
            <a:r>
              <a:rPr lang="en-US" altLang="en-US" i="1" dirty="0"/>
              <a:t>N </a:t>
            </a:r>
            <a:r>
              <a:rPr lang="en-US" altLang="en-US" dirty="0"/>
              <a:t>= 2) </a:t>
            </a:r>
          </a:p>
          <a:p>
            <a:pPr lvl="1"/>
            <a:r>
              <a:rPr lang="en-US" altLang="en-US" dirty="0">
                <a:ea typeface="ＭＳ Ｐゴシック" panose="020B0600070205080204" pitchFamily="34" charset="-128"/>
              </a:rPr>
              <a:t>generalization for </a:t>
            </a:r>
            <a:r>
              <a:rPr lang="en-US" altLang="en-US" i="1" dirty="0">
                <a:ea typeface="ＭＳ Ｐゴシック" panose="020B0600070205080204" pitchFamily="34" charset="-128"/>
              </a:rPr>
              <a:t>N </a:t>
            </a:r>
            <a:r>
              <a:rPr lang="en-US" altLang="en-US" dirty="0">
                <a:ea typeface="ＭＳ Ｐゴシック" panose="020B0600070205080204" pitchFamily="34" charset="-128"/>
              </a:rPr>
              <a:t>&gt; 2 is  straightforward, although R-trees work well only for relatively small N</a:t>
            </a:r>
          </a:p>
        </p:txBody>
      </p:sp>
    </p:spTree>
    <p:extLst>
      <p:ext uri="{BB962C8B-B14F-4D97-AF65-F5344CB8AC3E}">
        <p14:creationId xmlns:p14="http://schemas.microsoft.com/office/powerpoint/2010/main" val="41238904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R-trees</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31</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a:xfrm>
            <a:off x="838200" y="1825625"/>
            <a:ext cx="10515600" cy="4556390"/>
          </a:xfrm>
        </p:spPr>
        <p:txBody>
          <a:bodyPr>
            <a:normAutofit fontScale="92500" lnSpcReduction="10000"/>
          </a:bodyPr>
          <a:lstStyle/>
          <a:p>
            <a:r>
              <a:rPr lang="en-US" altLang="en-US" sz="2600" dirty="0"/>
              <a:t>A storage structure called an R-tree is useful for indexing of objects such as points, line segments, rectangles, and other polygons. </a:t>
            </a:r>
          </a:p>
          <a:p>
            <a:r>
              <a:rPr lang="en-US" altLang="en-US" sz="2600" dirty="0"/>
              <a:t>An </a:t>
            </a:r>
            <a:r>
              <a:rPr lang="en-US" altLang="en-US" sz="2600" dirty="0">
                <a:solidFill>
                  <a:srgbClr val="0070C0"/>
                </a:solidFill>
              </a:rPr>
              <a:t>R-tree is a balanced tree structure with the indexed objects stored in leaf nodes, much like a B+-tree.</a:t>
            </a:r>
          </a:p>
          <a:p>
            <a:r>
              <a:rPr lang="en-US" altLang="en-US" sz="2600" dirty="0"/>
              <a:t>Instead of a range of values, a rectangular bounding box is associated with each tree node. </a:t>
            </a:r>
          </a:p>
          <a:p>
            <a:r>
              <a:rPr lang="en-US" altLang="en-US" sz="2600" dirty="0"/>
              <a:t>The </a:t>
            </a:r>
            <a:r>
              <a:rPr lang="en-US" altLang="en-US" sz="2600" b="1" dirty="0">
                <a:solidFill>
                  <a:schemeClr val="tx2">
                    <a:lumMod val="60000"/>
                    <a:lumOff val="40000"/>
                  </a:schemeClr>
                </a:solidFill>
              </a:rPr>
              <a:t>bounding box </a:t>
            </a:r>
            <a:r>
              <a:rPr lang="en-US" altLang="en-US" sz="2600" dirty="0"/>
              <a:t>of a leaf node is the smallest rectangle parallel to the axes that contains all objects stored in the leaf node. </a:t>
            </a:r>
          </a:p>
          <a:p>
            <a:r>
              <a:rPr lang="en-US" altLang="en-US" sz="2600" dirty="0">
                <a:solidFill>
                  <a:srgbClr val="0070C0"/>
                </a:solidFill>
              </a:rPr>
              <a:t>The</a:t>
            </a:r>
            <a:r>
              <a:rPr lang="en-US" altLang="en-US" sz="2600" dirty="0"/>
              <a:t> </a:t>
            </a:r>
            <a:r>
              <a:rPr lang="en-US" altLang="en-US" sz="2600" dirty="0">
                <a:solidFill>
                  <a:srgbClr val="0070C0"/>
                </a:solidFill>
              </a:rPr>
              <a:t>bounding box of internal nodes </a:t>
            </a:r>
            <a:r>
              <a:rPr lang="en-US" altLang="en-US" sz="2600" dirty="0"/>
              <a:t>is, similarly, </a:t>
            </a:r>
            <a:r>
              <a:rPr lang="en-US" altLang="en-US" sz="2600" b="1" dirty="0"/>
              <a:t>the smallest rectangle parallel to the axes that contains the bounding boxes of its child nodes</a:t>
            </a:r>
            <a:r>
              <a:rPr lang="en-US" altLang="en-US" sz="2600" dirty="0"/>
              <a:t>. </a:t>
            </a:r>
          </a:p>
          <a:p>
            <a:r>
              <a:rPr lang="en-US" altLang="en-US" sz="2600" dirty="0">
                <a:solidFill>
                  <a:srgbClr val="0070C0"/>
                </a:solidFill>
              </a:rPr>
              <a:t>The bounding box of an object </a:t>
            </a:r>
            <a:r>
              <a:rPr lang="en-US" altLang="en-US" sz="2600" dirty="0"/>
              <a:t>(such as a polygon) is defined, similarly, as the smallest rectangle parallel to the axes that contains the object.</a:t>
            </a:r>
          </a:p>
        </p:txBody>
      </p:sp>
    </p:spTree>
    <p:extLst>
      <p:ext uri="{BB962C8B-B14F-4D97-AF65-F5344CB8AC3E}">
        <p14:creationId xmlns:p14="http://schemas.microsoft.com/office/powerpoint/2010/main" val="31539613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R-trees</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32</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lnSpcReduction="10000"/>
          </a:bodyPr>
          <a:lstStyle/>
          <a:p>
            <a:r>
              <a:rPr lang="en-US" altLang="en-US" dirty="0"/>
              <a:t>A rectangular </a:t>
            </a:r>
            <a:r>
              <a:rPr lang="en-US" altLang="en-US" b="1" dirty="0">
                <a:solidFill>
                  <a:schemeClr val="tx2">
                    <a:lumMod val="60000"/>
                    <a:lumOff val="40000"/>
                  </a:schemeClr>
                </a:solidFill>
              </a:rPr>
              <a:t>bounding box</a:t>
            </a:r>
            <a:r>
              <a:rPr lang="en-US" altLang="en-US" dirty="0">
                <a:solidFill>
                  <a:schemeClr val="tx2">
                    <a:lumMod val="60000"/>
                    <a:lumOff val="40000"/>
                  </a:schemeClr>
                </a:solidFill>
              </a:rPr>
              <a:t> </a:t>
            </a:r>
            <a:r>
              <a:rPr lang="en-US" altLang="en-US" dirty="0"/>
              <a:t>is associated with each tree node.</a:t>
            </a:r>
          </a:p>
          <a:p>
            <a:pPr lvl="1"/>
            <a:r>
              <a:rPr lang="en-US" altLang="en-US" dirty="0">
                <a:ea typeface="ＭＳ Ｐゴシック" panose="020B0600070205080204" pitchFamily="34" charset="-128"/>
              </a:rPr>
              <a:t>Bounding box of a leaf node is a minimum  sized rectangle that contains all the rectangles/polygons associated with the leaf node.</a:t>
            </a:r>
          </a:p>
          <a:p>
            <a:pPr lvl="1"/>
            <a:r>
              <a:rPr lang="en-US" altLang="en-US" dirty="0">
                <a:ea typeface="ＭＳ Ｐゴシック" panose="020B0600070205080204" pitchFamily="34" charset="-128"/>
              </a:rPr>
              <a:t>The bounding box associated with a non-leaf node contains the bounding box associated with all its children.</a:t>
            </a:r>
          </a:p>
          <a:p>
            <a:pPr lvl="1"/>
            <a:r>
              <a:rPr lang="en-US" altLang="en-US" dirty="0">
                <a:ea typeface="ＭＳ Ｐゴシック" panose="020B0600070205080204" pitchFamily="34" charset="-128"/>
              </a:rPr>
              <a:t>Bounding box of a node serves as its key in its parent node (if any)</a:t>
            </a:r>
          </a:p>
          <a:p>
            <a:pPr lvl="1"/>
            <a:r>
              <a:rPr lang="en-US" altLang="en-US" i="1" dirty="0">
                <a:ea typeface="ＭＳ Ｐゴシック" panose="020B0600070205080204" pitchFamily="34" charset="-128"/>
              </a:rPr>
              <a:t>Bounding boxes of children of a node are allowed to overlap</a:t>
            </a:r>
          </a:p>
          <a:p>
            <a:r>
              <a:rPr lang="en-US" altLang="en-US" dirty="0"/>
              <a:t>A polygon is stored only in one node, and the bounding box of the node must contain the polygon.</a:t>
            </a:r>
          </a:p>
          <a:p>
            <a:pPr lvl="1"/>
            <a:r>
              <a:rPr lang="en-US" altLang="en-US" dirty="0">
                <a:ea typeface="ＭＳ Ｐゴシック" panose="020B0600070205080204" pitchFamily="34" charset="-128"/>
              </a:rPr>
              <a:t>The storage efficiency or R-trees is better than that of k-d trees or quadtrees since a polygon is stored only once.</a:t>
            </a:r>
          </a:p>
        </p:txBody>
      </p:sp>
    </p:spTree>
    <p:extLst>
      <p:ext uri="{BB962C8B-B14F-4D97-AF65-F5344CB8AC3E}">
        <p14:creationId xmlns:p14="http://schemas.microsoft.com/office/powerpoint/2010/main" val="14900887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R-trees</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33</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a:xfrm>
            <a:off x="838200" y="1825625"/>
            <a:ext cx="10515600" cy="4556390"/>
          </a:xfrm>
        </p:spPr>
        <p:txBody>
          <a:bodyPr>
            <a:normAutofit/>
          </a:bodyPr>
          <a:lstStyle/>
          <a:p>
            <a:r>
              <a:rPr lang="en-US" altLang="en-US" sz="2600" dirty="0"/>
              <a:t>Each internal node </a:t>
            </a:r>
            <a:r>
              <a:rPr lang="en-US" altLang="en-US" sz="2600" dirty="0">
                <a:solidFill>
                  <a:srgbClr val="0070C0"/>
                </a:solidFill>
              </a:rPr>
              <a:t>stores the bounding boxes of the child nodes along with the pointers to the child nodes</a:t>
            </a:r>
            <a:r>
              <a:rPr lang="en-US" altLang="en-US" sz="2600" dirty="0"/>
              <a:t>. </a:t>
            </a:r>
          </a:p>
          <a:p>
            <a:r>
              <a:rPr lang="en-US" altLang="en-US" sz="2600" dirty="0"/>
              <a:t>Each leaf node </a:t>
            </a:r>
            <a:r>
              <a:rPr lang="en-US" altLang="en-US" sz="2600" dirty="0">
                <a:solidFill>
                  <a:srgbClr val="0070C0"/>
                </a:solidFill>
              </a:rPr>
              <a:t>stores the indexed objects, and may optionally store the bounding boxes of the objects</a:t>
            </a:r>
            <a:r>
              <a:rPr lang="en-US" altLang="en-US" sz="2600" dirty="0"/>
              <a:t>; the bounding boxes help speed up checks for overlaps of the rectangle with the indexed objects</a:t>
            </a:r>
          </a:p>
          <a:p>
            <a:r>
              <a:rPr lang="en-US" altLang="en-US" sz="2600" dirty="0"/>
              <a:t>If a query rectangle does not overlap with the bounding box of an object, it cannot overlap with the object, either. (If the indexed objects are rectangles, there is of  course no need to store bounding boxes, since they are identical to the rectangles.)</a:t>
            </a:r>
          </a:p>
        </p:txBody>
      </p:sp>
    </p:spTree>
    <p:extLst>
      <p:ext uri="{BB962C8B-B14F-4D97-AF65-F5344CB8AC3E}">
        <p14:creationId xmlns:p14="http://schemas.microsoft.com/office/powerpoint/2010/main" val="33225006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R-trees</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34</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a:bodyPr>
          <a:lstStyle/>
          <a:p>
            <a:r>
              <a:rPr lang="en-US" altLang="en-US" dirty="0"/>
              <a:t>A set of rectangles (solid line) and the bounding boxes (dashed line) of the nodes of an R-tree for the rectangles. The R-tree is shown on the right.</a:t>
            </a:r>
            <a:endParaRPr lang="en-US" altLang="en-US" sz="2400" dirty="0">
              <a:latin typeface="Georgia" panose="02040502050405020303" pitchFamily="18" charset="0"/>
            </a:endParaRPr>
          </a:p>
          <a:p>
            <a:pPr>
              <a:lnSpc>
                <a:spcPct val="90000"/>
              </a:lnSpc>
              <a:buClr>
                <a:srgbClr val="CC3300"/>
              </a:buClr>
              <a:buFont typeface="Wingdings" panose="05000000000000000000" pitchFamily="2" charset="2"/>
              <a:buNone/>
            </a:pPr>
            <a:r>
              <a:rPr lang="en-US" altLang="en-US" sz="2400" dirty="0">
                <a:latin typeface="Georgia" panose="02040502050405020303" pitchFamily="18" charset="0"/>
              </a:rPr>
              <a:t>	</a:t>
            </a:r>
          </a:p>
        </p:txBody>
      </p:sp>
      <p:pic>
        <p:nvPicPr>
          <p:cNvPr id="3" name="Picture 79">
            <a:extLst>
              <a:ext uri="{FF2B5EF4-FFF2-40B4-BE49-F238E27FC236}">
                <a16:creationId xmlns:a16="http://schemas.microsoft.com/office/drawing/2014/main" id="{1914557F-7730-C15C-8294-3A436AF3A4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2392" y="2644763"/>
            <a:ext cx="7329605" cy="3467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2236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Search in R-trees</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35</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fontScale="92500" lnSpcReduction="10000"/>
          </a:bodyPr>
          <a:lstStyle/>
          <a:p>
            <a:r>
              <a:rPr lang="en-US" altLang="en-US" dirty="0"/>
              <a:t>To find data items (rectangles/polygons) intersecting (overlaps)  a given query point/region, do the following, starting from the root node:</a:t>
            </a:r>
          </a:p>
          <a:p>
            <a:pPr lvl="1"/>
            <a:r>
              <a:rPr lang="en-US" altLang="en-US" dirty="0">
                <a:ea typeface="ＭＳ Ｐゴシック" panose="020B0600070205080204" pitchFamily="34" charset="-128"/>
              </a:rPr>
              <a:t>If the </a:t>
            </a:r>
            <a:r>
              <a:rPr lang="en-US" altLang="en-US" dirty="0">
                <a:solidFill>
                  <a:srgbClr val="0070C0"/>
                </a:solidFill>
                <a:ea typeface="ＭＳ Ｐゴシック" panose="020B0600070205080204" pitchFamily="34" charset="-128"/>
              </a:rPr>
              <a:t>node is a leaf node</a:t>
            </a:r>
            <a:r>
              <a:rPr lang="en-US" altLang="en-US" dirty="0">
                <a:ea typeface="ＭＳ Ｐゴシック" panose="020B0600070205080204" pitchFamily="34" charset="-128"/>
              </a:rPr>
              <a:t>, </a:t>
            </a:r>
            <a:r>
              <a:rPr lang="en-US" altLang="en-US" dirty="0">
                <a:solidFill>
                  <a:srgbClr val="FF0000"/>
                </a:solidFill>
                <a:ea typeface="ＭＳ Ｐゴシック" panose="020B0600070205080204" pitchFamily="34" charset="-128"/>
              </a:rPr>
              <a:t>output the data items whose keys intersect the given query point/region.</a:t>
            </a:r>
          </a:p>
          <a:p>
            <a:pPr lvl="1"/>
            <a:r>
              <a:rPr lang="en-US" altLang="en-US" dirty="0">
                <a:ea typeface="ＭＳ Ｐゴシック" panose="020B0600070205080204" pitchFamily="34" charset="-128"/>
              </a:rPr>
              <a:t>Else, </a:t>
            </a:r>
            <a:r>
              <a:rPr lang="en-US" altLang="en-US" dirty="0">
                <a:solidFill>
                  <a:srgbClr val="0070C0"/>
                </a:solidFill>
                <a:ea typeface="ＭＳ Ｐゴシック" panose="020B0600070205080204" pitchFamily="34" charset="-128"/>
              </a:rPr>
              <a:t>for each child of the current node whose bounding box overlaps the query point/region</a:t>
            </a:r>
            <a:r>
              <a:rPr lang="en-US" altLang="en-US" dirty="0">
                <a:ea typeface="ＭＳ Ｐゴシック" panose="020B0600070205080204" pitchFamily="34" charset="-128"/>
              </a:rPr>
              <a:t>, </a:t>
            </a:r>
            <a:r>
              <a:rPr lang="en-US" altLang="en-US" dirty="0">
                <a:solidFill>
                  <a:srgbClr val="FF0000"/>
                </a:solidFill>
                <a:ea typeface="ＭＳ Ｐゴシック" panose="020B0600070205080204" pitchFamily="34" charset="-128"/>
              </a:rPr>
              <a:t>recursively search the child</a:t>
            </a:r>
          </a:p>
          <a:p>
            <a:r>
              <a:rPr lang="en-US" altLang="en-US" dirty="0"/>
              <a:t>Can be very inefficient in worst case since multiple paths may need to be searched</a:t>
            </a:r>
          </a:p>
          <a:p>
            <a:pPr lvl="1"/>
            <a:r>
              <a:rPr lang="en-US" altLang="en-US" dirty="0">
                <a:ea typeface="ＭＳ Ｐゴシック" panose="020B0600070205080204" pitchFamily="34" charset="-128"/>
              </a:rPr>
              <a:t>but works acceptably in practice.</a:t>
            </a:r>
          </a:p>
          <a:p>
            <a:r>
              <a:rPr lang="en-US" altLang="en-US" dirty="0"/>
              <a:t>Simple extensions of search procedure to handle predicates </a:t>
            </a:r>
            <a:r>
              <a:rPr lang="en-US" altLang="en-US" b="1" i="1" dirty="0">
                <a:solidFill>
                  <a:schemeClr val="tx2">
                    <a:lumMod val="60000"/>
                    <a:lumOff val="40000"/>
                  </a:schemeClr>
                </a:solidFill>
              </a:rPr>
              <a:t>contained-in</a:t>
            </a:r>
            <a:r>
              <a:rPr lang="en-US" altLang="en-US" dirty="0"/>
              <a:t> and </a:t>
            </a:r>
            <a:r>
              <a:rPr lang="en-US" altLang="en-US" b="1" i="1" dirty="0">
                <a:solidFill>
                  <a:schemeClr val="tx2">
                    <a:lumMod val="60000"/>
                    <a:lumOff val="40000"/>
                  </a:schemeClr>
                </a:solidFill>
              </a:rPr>
              <a:t>contains</a:t>
            </a:r>
            <a:r>
              <a:rPr lang="en-US" altLang="en-US" b="1" dirty="0">
                <a:solidFill>
                  <a:schemeClr val="tx2">
                    <a:lumMod val="60000"/>
                    <a:lumOff val="40000"/>
                  </a:schemeClr>
                </a:solidFill>
              </a:rPr>
              <a:t> </a:t>
            </a:r>
          </a:p>
        </p:txBody>
      </p:sp>
    </p:spTree>
    <p:extLst>
      <p:ext uri="{BB962C8B-B14F-4D97-AF65-F5344CB8AC3E}">
        <p14:creationId xmlns:p14="http://schemas.microsoft.com/office/powerpoint/2010/main" val="32242334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Insertion in R-trees</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36</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fontScale="92500" lnSpcReduction="10000"/>
          </a:bodyPr>
          <a:lstStyle/>
          <a:p>
            <a:pPr>
              <a:lnSpc>
                <a:spcPct val="90000"/>
              </a:lnSpc>
            </a:pPr>
            <a:r>
              <a:rPr lang="en-US" altLang="en-US" dirty="0"/>
              <a:t>To insert a data item:</a:t>
            </a:r>
          </a:p>
          <a:p>
            <a:pPr lvl="1">
              <a:lnSpc>
                <a:spcPct val="90000"/>
              </a:lnSpc>
            </a:pPr>
            <a:r>
              <a:rPr lang="en-US" altLang="en-US" b="1" dirty="0">
                <a:solidFill>
                  <a:schemeClr val="tx2">
                    <a:lumMod val="60000"/>
                    <a:lumOff val="40000"/>
                  </a:schemeClr>
                </a:solidFill>
                <a:ea typeface="ＭＳ Ｐゴシック" panose="020B0600070205080204" pitchFamily="34" charset="-128"/>
              </a:rPr>
              <a:t>Find a leaf to store it</a:t>
            </a:r>
            <a:r>
              <a:rPr lang="en-US" altLang="en-US" dirty="0">
                <a:ea typeface="ＭＳ Ｐゴシック" panose="020B0600070205080204" pitchFamily="34" charset="-128"/>
              </a:rPr>
              <a:t>, and </a:t>
            </a:r>
            <a:r>
              <a:rPr lang="en-US" altLang="en-US" b="1" dirty="0">
                <a:solidFill>
                  <a:schemeClr val="tx2">
                    <a:lumMod val="60000"/>
                    <a:lumOff val="40000"/>
                  </a:schemeClr>
                </a:solidFill>
                <a:ea typeface="ＭＳ Ｐゴシック" panose="020B0600070205080204" pitchFamily="34" charset="-128"/>
              </a:rPr>
              <a:t>add it to the leaf</a:t>
            </a:r>
          </a:p>
          <a:p>
            <a:pPr lvl="2">
              <a:lnSpc>
                <a:spcPct val="90000"/>
              </a:lnSpc>
            </a:pPr>
            <a:r>
              <a:rPr lang="en-US" altLang="en-US" dirty="0">
                <a:ea typeface="ＭＳ Ｐゴシック" panose="020B0600070205080204" pitchFamily="34" charset="-128"/>
              </a:rPr>
              <a:t>To find leaf, follow a child (if any) whose bounding box contains bounding box of data item, else child whose overlap with data item bounding box is maximum</a:t>
            </a:r>
          </a:p>
          <a:p>
            <a:pPr lvl="1">
              <a:lnSpc>
                <a:spcPct val="90000"/>
              </a:lnSpc>
            </a:pPr>
            <a:r>
              <a:rPr lang="en-US" altLang="en-US" b="1" dirty="0">
                <a:solidFill>
                  <a:schemeClr val="tx2">
                    <a:lumMod val="60000"/>
                    <a:lumOff val="40000"/>
                  </a:schemeClr>
                </a:solidFill>
                <a:ea typeface="ＭＳ Ｐゴシック" panose="020B0600070205080204" pitchFamily="34" charset="-128"/>
              </a:rPr>
              <a:t>Handle overflows by splits </a:t>
            </a:r>
            <a:r>
              <a:rPr lang="en-US" altLang="en-US" dirty="0">
                <a:ea typeface="ＭＳ Ｐゴシック" panose="020B0600070205080204" pitchFamily="34" charset="-128"/>
              </a:rPr>
              <a:t>(as in B+-trees) </a:t>
            </a:r>
          </a:p>
          <a:p>
            <a:pPr lvl="2">
              <a:lnSpc>
                <a:spcPct val="90000"/>
              </a:lnSpc>
            </a:pPr>
            <a:r>
              <a:rPr lang="en-US" altLang="en-US" dirty="0">
                <a:ea typeface="ＭＳ Ｐゴシック" panose="020B0600070205080204" pitchFamily="34" charset="-128"/>
              </a:rPr>
              <a:t>Split procedure is different though (see below)</a:t>
            </a:r>
          </a:p>
          <a:p>
            <a:pPr lvl="1">
              <a:lnSpc>
                <a:spcPct val="90000"/>
              </a:lnSpc>
            </a:pPr>
            <a:r>
              <a:rPr lang="en-US" altLang="en-US" b="1" dirty="0">
                <a:solidFill>
                  <a:schemeClr val="tx2">
                    <a:lumMod val="60000"/>
                    <a:lumOff val="40000"/>
                  </a:schemeClr>
                </a:solidFill>
                <a:ea typeface="ＭＳ Ｐゴシック" panose="020B0600070205080204" pitchFamily="34" charset="-128"/>
              </a:rPr>
              <a:t>Adjust bounding boxes starting from the leaf upwards</a:t>
            </a:r>
          </a:p>
          <a:p>
            <a:pPr>
              <a:lnSpc>
                <a:spcPct val="90000"/>
              </a:lnSpc>
            </a:pPr>
            <a:r>
              <a:rPr lang="en-US" altLang="en-US" dirty="0"/>
              <a:t>Split procedure:</a:t>
            </a:r>
          </a:p>
          <a:p>
            <a:pPr lvl="1">
              <a:lnSpc>
                <a:spcPct val="90000"/>
              </a:lnSpc>
            </a:pPr>
            <a:r>
              <a:rPr lang="en-US" altLang="en-US" dirty="0">
                <a:ea typeface="ＭＳ Ｐゴシック" panose="020B0600070205080204" pitchFamily="34" charset="-128"/>
              </a:rPr>
              <a:t>Goal: </a:t>
            </a:r>
            <a:r>
              <a:rPr lang="en-US" altLang="en-US" dirty="0">
                <a:solidFill>
                  <a:srgbClr val="FF0000"/>
                </a:solidFill>
                <a:ea typeface="ＭＳ Ｐゴシック" panose="020B0600070205080204" pitchFamily="34" charset="-128"/>
              </a:rPr>
              <a:t>divide entries of an overfull node </a:t>
            </a:r>
            <a:r>
              <a:rPr lang="en-US" altLang="en-US" dirty="0">
                <a:ea typeface="ＭＳ Ｐゴシック" panose="020B0600070205080204" pitchFamily="34" charset="-128"/>
              </a:rPr>
              <a:t>into two sets such that the bounding boxes have minimum total area </a:t>
            </a:r>
          </a:p>
          <a:p>
            <a:pPr lvl="2">
              <a:lnSpc>
                <a:spcPct val="90000"/>
              </a:lnSpc>
            </a:pPr>
            <a:r>
              <a:rPr lang="en-US" altLang="en-US" dirty="0">
                <a:ea typeface="ＭＳ Ｐゴシック" panose="020B0600070205080204" pitchFamily="34" charset="-128"/>
              </a:rPr>
              <a:t>This is a heuristic.  Alternatives like minimum overlap are possible</a:t>
            </a:r>
          </a:p>
          <a:p>
            <a:pPr lvl="1">
              <a:lnSpc>
                <a:spcPct val="90000"/>
              </a:lnSpc>
            </a:pPr>
            <a:r>
              <a:rPr lang="en-US" altLang="en-US" dirty="0">
                <a:ea typeface="ＭＳ Ｐゴシック" panose="020B0600070205080204" pitchFamily="34" charset="-128"/>
              </a:rPr>
              <a:t>Finding the “best” split is expensive, use heuristics instead</a:t>
            </a:r>
          </a:p>
        </p:txBody>
      </p:sp>
    </p:spTree>
    <p:extLst>
      <p:ext uri="{BB962C8B-B14F-4D97-AF65-F5344CB8AC3E}">
        <p14:creationId xmlns:p14="http://schemas.microsoft.com/office/powerpoint/2010/main" val="16268592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Splitting an R-trees Node</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37</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fontScale="85000" lnSpcReduction="10000"/>
          </a:bodyPr>
          <a:lstStyle/>
          <a:p>
            <a:pPr marL="381000" indent="-381000">
              <a:lnSpc>
                <a:spcPct val="90000"/>
              </a:lnSpc>
            </a:pPr>
            <a:r>
              <a:rPr lang="en-US" altLang="en-US" b="1" dirty="0">
                <a:solidFill>
                  <a:schemeClr val="tx2">
                    <a:lumMod val="60000"/>
                    <a:lumOff val="40000"/>
                  </a:schemeClr>
                </a:solidFill>
              </a:rPr>
              <a:t>Quadratic split</a:t>
            </a:r>
            <a:r>
              <a:rPr lang="en-US" altLang="en-US" dirty="0">
                <a:solidFill>
                  <a:schemeClr val="tx2">
                    <a:lumMod val="60000"/>
                    <a:lumOff val="40000"/>
                  </a:schemeClr>
                </a:solidFill>
              </a:rPr>
              <a:t> </a:t>
            </a:r>
            <a:r>
              <a:rPr lang="en-US" altLang="en-US" dirty="0"/>
              <a:t>divides the entries in a node into two new nodes as follows</a:t>
            </a:r>
          </a:p>
          <a:p>
            <a:pPr marL="800100" lvl="1" indent="-342900">
              <a:lnSpc>
                <a:spcPct val="90000"/>
              </a:lnSpc>
              <a:buFont typeface="Monotype Sorts" charset="2"/>
              <a:buAutoNum type="arabicPeriod"/>
            </a:pPr>
            <a:r>
              <a:rPr lang="en-US" altLang="en-US" dirty="0">
                <a:ea typeface="ＭＳ Ｐゴシック" panose="020B0600070205080204" pitchFamily="34" charset="-128"/>
              </a:rPr>
              <a:t>Find pair of entries with </a:t>
            </a:r>
            <a:r>
              <a:rPr lang="en-US" altLang="en-US" dirty="0">
                <a:solidFill>
                  <a:srgbClr val="FF0000"/>
                </a:solidFill>
                <a:ea typeface="ＭＳ Ｐゴシック" panose="020B0600070205080204" pitchFamily="34" charset="-128"/>
              </a:rPr>
              <a:t>“maximum separation”</a:t>
            </a:r>
          </a:p>
          <a:p>
            <a:pPr marL="1200150" lvl="2" indent="-342900">
              <a:lnSpc>
                <a:spcPct val="90000"/>
              </a:lnSpc>
            </a:pPr>
            <a:r>
              <a:rPr lang="en-US" altLang="en-US" dirty="0">
                <a:ea typeface="ＭＳ Ｐゴシック" panose="020B0600070205080204" pitchFamily="34" charset="-128"/>
              </a:rPr>
              <a:t> that is, the pair such that the bounding box of the two would has the maximum wasted space (area of bounding box – sum of areas of two entries)</a:t>
            </a:r>
          </a:p>
          <a:p>
            <a:pPr marL="800100" lvl="1" indent="-342900">
              <a:lnSpc>
                <a:spcPct val="90000"/>
              </a:lnSpc>
              <a:buFont typeface="Monotype Sorts" charset="2"/>
              <a:buAutoNum type="arabicPeriod"/>
            </a:pPr>
            <a:r>
              <a:rPr lang="en-US" altLang="en-US" dirty="0">
                <a:solidFill>
                  <a:srgbClr val="FF0000"/>
                </a:solidFill>
                <a:ea typeface="ＭＳ Ｐゴシック" panose="020B0600070205080204" pitchFamily="34" charset="-128"/>
              </a:rPr>
              <a:t>Place these entries in two new nodes</a:t>
            </a:r>
          </a:p>
          <a:p>
            <a:pPr marL="800100" lvl="1" indent="-342900">
              <a:lnSpc>
                <a:spcPct val="90000"/>
              </a:lnSpc>
              <a:buFont typeface="Monotype Sorts" charset="2"/>
              <a:buAutoNum type="arabicPeriod"/>
            </a:pPr>
            <a:r>
              <a:rPr lang="en-US" altLang="en-US" dirty="0">
                <a:ea typeface="ＭＳ Ｐゴシック" panose="020B0600070205080204" pitchFamily="34" charset="-128"/>
              </a:rPr>
              <a:t>Repeatedly </a:t>
            </a:r>
            <a:r>
              <a:rPr lang="en-US" altLang="en-US" dirty="0">
                <a:solidFill>
                  <a:srgbClr val="FF0000"/>
                </a:solidFill>
                <a:ea typeface="ＭＳ Ｐゴシック" panose="020B0600070205080204" pitchFamily="34" charset="-128"/>
              </a:rPr>
              <a:t>find the entry with “maximum preference” </a:t>
            </a:r>
            <a:r>
              <a:rPr lang="en-US" altLang="en-US" dirty="0">
                <a:ea typeface="ＭＳ Ｐゴシック" panose="020B0600070205080204" pitchFamily="34" charset="-128"/>
              </a:rPr>
              <a:t>for one of the two new nodes, and assign the entry to that node</a:t>
            </a:r>
          </a:p>
          <a:p>
            <a:pPr marL="1200150" lvl="2" indent="-342900">
              <a:lnSpc>
                <a:spcPct val="90000"/>
              </a:lnSpc>
              <a:buFont typeface="Monotype Sorts" charset="2"/>
              <a:buChar char="H"/>
            </a:pPr>
            <a:r>
              <a:rPr lang="en-US" altLang="en-US" dirty="0">
                <a:ea typeface="ＭＳ Ｐゴシック" panose="020B0600070205080204" pitchFamily="34" charset="-128"/>
              </a:rPr>
              <a:t>Preference of an entry to a node is the increase in area of bounding box if the entry is added to the </a:t>
            </a:r>
            <a:r>
              <a:rPr lang="en-US" altLang="en-US" i="1" dirty="0">
                <a:ea typeface="ＭＳ Ｐゴシック" panose="020B0600070205080204" pitchFamily="34" charset="-128"/>
              </a:rPr>
              <a:t>other</a:t>
            </a:r>
            <a:r>
              <a:rPr lang="en-US" altLang="en-US" dirty="0">
                <a:ea typeface="ＭＳ Ｐゴシック" panose="020B0600070205080204" pitchFamily="34" charset="-128"/>
              </a:rPr>
              <a:t> node</a:t>
            </a:r>
          </a:p>
          <a:p>
            <a:pPr marL="800100" lvl="1" indent="-342900">
              <a:lnSpc>
                <a:spcPct val="90000"/>
              </a:lnSpc>
              <a:buFont typeface="Monotype Sorts" charset="2"/>
              <a:buAutoNum type="arabicPeriod"/>
            </a:pPr>
            <a:r>
              <a:rPr lang="en-US" altLang="en-US" dirty="0">
                <a:solidFill>
                  <a:srgbClr val="FF0000"/>
                </a:solidFill>
                <a:ea typeface="ＭＳ Ｐゴシック" panose="020B0600070205080204" pitchFamily="34" charset="-128"/>
              </a:rPr>
              <a:t>Stop when half the entries have been added to one node</a:t>
            </a:r>
          </a:p>
          <a:p>
            <a:pPr marL="1200150" lvl="2" indent="-342900">
              <a:lnSpc>
                <a:spcPct val="90000"/>
              </a:lnSpc>
              <a:buFont typeface="Monotype Sorts" charset="2"/>
              <a:buChar char="H"/>
            </a:pPr>
            <a:r>
              <a:rPr lang="en-US" altLang="en-US" dirty="0">
                <a:ea typeface="ＭＳ Ｐゴシック" panose="020B0600070205080204" pitchFamily="34" charset="-128"/>
              </a:rPr>
              <a:t>Then assign remaining entries to the other node </a:t>
            </a:r>
          </a:p>
          <a:p>
            <a:pPr marL="381000" indent="-381000">
              <a:lnSpc>
                <a:spcPct val="90000"/>
              </a:lnSpc>
            </a:pPr>
            <a:r>
              <a:rPr lang="en-US" altLang="en-US" dirty="0"/>
              <a:t>Cheaper </a:t>
            </a:r>
            <a:r>
              <a:rPr lang="en-US" altLang="en-US" b="1" dirty="0">
                <a:solidFill>
                  <a:schemeClr val="tx2">
                    <a:lumMod val="60000"/>
                    <a:lumOff val="40000"/>
                  </a:schemeClr>
                </a:solidFill>
              </a:rPr>
              <a:t>linear split</a:t>
            </a:r>
            <a:r>
              <a:rPr lang="en-US" altLang="en-US" dirty="0">
                <a:solidFill>
                  <a:schemeClr val="tx2">
                    <a:lumMod val="60000"/>
                    <a:lumOff val="40000"/>
                  </a:schemeClr>
                </a:solidFill>
              </a:rPr>
              <a:t> </a:t>
            </a:r>
            <a:r>
              <a:rPr lang="en-US" altLang="en-US" dirty="0"/>
              <a:t>heuristic works in time linear in number of entries,</a:t>
            </a:r>
          </a:p>
          <a:p>
            <a:pPr marL="800100" lvl="1" indent="-342900">
              <a:lnSpc>
                <a:spcPct val="90000"/>
              </a:lnSpc>
            </a:pPr>
            <a:r>
              <a:rPr lang="en-US" altLang="en-US" dirty="0">
                <a:ea typeface="ＭＳ Ｐゴシック" panose="020B0600070205080204" pitchFamily="34" charset="-128"/>
              </a:rPr>
              <a:t>Cheaper but generates slightly worse splits.</a:t>
            </a:r>
          </a:p>
        </p:txBody>
      </p:sp>
    </p:spTree>
    <p:extLst>
      <p:ext uri="{BB962C8B-B14F-4D97-AF65-F5344CB8AC3E}">
        <p14:creationId xmlns:p14="http://schemas.microsoft.com/office/powerpoint/2010/main" val="42327366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Deleting in R-trees</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38</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a:bodyPr>
          <a:lstStyle/>
          <a:p>
            <a:r>
              <a:rPr lang="en-US" altLang="en-US" dirty="0"/>
              <a:t>Deletion of an entry in an R-tree done much like a B</a:t>
            </a:r>
            <a:r>
              <a:rPr lang="en-US" altLang="en-US" sz="2000" baseline="30000" dirty="0"/>
              <a:t>+</a:t>
            </a:r>
            <a:r>
              <a:rPr lang="en-US" altLang="en-US" dirty="0"/>
              <a:t>-tree deletion.</a:t>
            </a:r>
          </a:p>
          <a:p>
            <a:pPr lvl="1"/>
            <a:r>
              <a:rPr lang="en-US" altLang="en-US" dirty="0">
                <a:ea typeface="ＭＳ Ｐゴシック" panose="020B0600070205080204" pitchFamily="34" charset="-128"/>
              </a:rPr>
              <a:t>In case of </a:t>
            </a:r>
            <a:r>
              <a:rPr lang="en-US" altLang="en-US" dirty="0" err="1">
                <a:ea typeface="ＭＳ Ｐゴシック" panose="020B0600070205080204" pitchFamily="34" charset="-128"/>
              </a:rPr>
              <a:t>underfull</a:t>
            </a:r>
            <a:r>
              <a:rPr lang="en-US" altLang="en-US" dirty="0">
                <a:ea typeface="ＭＳ Ｐゴシック" panose="020B0600070205080204" pitchFamily="34" charset="-128"/>
              </a:rPr>
              <a:t> node, </a:t>
            </a:r>
            <a:r>
              <a:rPr lang="en-US" altLang="en-US" dirty="0">
                <a:solidFill>
                  <a:schemeClr val="tx2">
                    <a:lumMod val="60000"/>
                    <a:lumOff val="40000"/>
                  </a:schemeClr>
                </a:solidFill>
                <a:ea typeface="ＭＳ Ｐゴシック" panose="020B0600070205080204" pitchFamily="34" charset="-128"/>
              </a:rPr>
              <a:t>borrow entries from a sibling if possible, else merging sibling nodes</a:t>
            </a:r>
          </a:p>
          <a:p>
            <a:pPr lvl="1"/>
            <a:r>
              <a:rPr lang="en-US" altLang="en-US" dirty="0">
                <a:ea typeface="ＭＳ Ｐゴシック" panose="020B0600070205080204" pitchFamily="34" charset="-128"/>
              </a:rPr>
              <a:t>Alternative approach </a:t>
            </a:r>
            <a:r>
              <a:rPr lang="en-US" altLang="en-US" dirty="0">
                <a:solidFill>
                  <a:srgbClr val="FF0000"/>
                </a:solidFill>
                <a:ea typeface="ＭＳ Ｐゴシック" panose="020B0600070205080204" pitchFamily="34" charset="-128"/>
              </a:rPr>
              <a:t>removes all entries from the </a:t>
            </a:r>
            <a:r>
              <a:rPr lang="en-US" altLang="en-US" dirty="0" err="1">
                <a:solidFill>
                  <a:srgbClr val="FF0000"/>
                </a:solidFill>
                <a:ea typeface="ＭＳ Ｐゴシック" panose="020B0600070205080204" pitchFamily="34" charset="-128"/>
              </a:rPr>
              <a:t>underfull</a:t>
            </a:r>
            <a:r>
              <a:rPr lang="en-US" altLang="en-US" dirty="0">
                <a:solidFill>
                  <a:srgbClr val="FF0000"/>
                </a:solidFill>
                <a:ea typeface="ＭＳ Ｐゴシック" panose="020B0600070205080204" pitchFamily="34" charset="-128"/>
              </a:rPr>
              <a:t> node, deletes the node, then reinserts all entries</a:t>
            </a:r>
          </a:p>
        </p:txBody>
      </p:sp>
    </p:spTree>
    <p:extLst>
      <p:ext uri="{BB962C8B-B14F-4D97-AF65-F5344CB8AC3E}">
        <p14:creationId xmlns:p14="http://schemas.microsoft.com/office/powerpoint/2010/main" val="16464018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Operations in Spatial Data</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39</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fontScale="92500" lnSpcReduction="10000"/>
          </a:bodyPr>
          <a:lstStyle/>
          <a:p>
            <a:pPr>
              <a:buFont typeface="Arial" panose="020B0604020202020204" pitchFamily="34" charset="0"/>
              <a:buChar char="•"/>
            </a:pPr>
            <a:r>
              <a:rPr lang="en-US" b="1" dirty="0">
                <a:solidFill>
                  <a:schemeClr val="tx2">
                    <a:lumMod val="60000"/>
                    <a:lumOff val="40000"/>
                  </a:schemeClr>
                </a:solidFill>
              </a:rPr>
              <a:t>Measurement: </a:t>
            </a:r>
            <a:r>
              <a:rPr lang="en-US" dirty="0"/>
              <a:t>Computes geometry distance, polygon area, line length, etc.</a:t>
            </a:r>
          </a:p>
          <a:p>
            <a:pPr>
              <a:buFont typeface="Arial" panose="020B0604020202020204" pitchFamily="34" charset="0"/>
              <a:buChar char="•"/>
            </a:pPr>
            <a:r>
              <a:rPr lang="en-US" b="1" dirty="0">
                <a:solidFill>
                  <a:schemeClr val="tx2">
                    <a:lumMod val="60000"/>
                    <a:lumOff val="40000"/>
                  </a:schemeClr>
                </a:solidFill>
              </a:rPr>
              <a:t>Geoprocessing: </a:t>
            </a:r>
            <a:r>
              <a:rPr lang="en-US" dirty="0"/>
              <a:t>Create new features by changing existing ones, for as by surrounding them with a buffer or by intersecting features.</a:t>
            </a:r>
          </a:p>
          <a:p>
            <a:pPr>
              <a:buFont typeface="Arial" panose="020B0604020202020204" pitchFamily="34" charset="0"/>
              <a:buChar char="•"/>
            </a:pPr>
            <a:r>
              <a:rPr lang="en-US" b="1" dirty="0">
                <a:solidFill>
                  <a:schemeClr val="tx2">
                    <a:lumMod val="60000"/>
                    <a:lumOff val="40000"/>
                  </a:schemeClr>
                </a:solidFill>
              </a:rPr>
              <a:t>Geometry Constructors: </a:t>
            </a:r>
            <a:r>
              <a:rPr lang="en-US" dirty="0"/>
              <a:t>Specifies the vertices (points or nodes) that define the form to create new geometries.</a:t>
            </a:r>
          </a:p>
          <a:p>
            <a:pPr>
              <a:buFont typeface="Arial" panose="020B0604020202020204" pitchFamily="34" charset="0"/>
              <a:buChar char="•"/>
            </a:pPr>
            <a:r>
              <a:rPr lang="en-US" b="1" dirty="0">
                <a:solidFill>
                  <a:schemeClr val="tx2">
                    <a:lumMod val="60000"/>
                    <a:lumOff val="40000"/>
                  </a:schemeClr>
                </a:solidFill>
              </a:rPr>
              <a:t>Observer Functions: </a:t>
            </a:r>
            <a:r>
              <a:rPr lang="en-US" dirty="0"/>
              <a:t>Queries that give detailed answers on a feature, like the location of a circle's center.</a:t>
            </a:r>
          </a:p>
          <a:p>
            <a:pPr>
              <a:buFont typeface="Arial" panose="020B0604020202020204" pitchFamily="34" charset="0"/>
              <a:buChar char="•"/>
            </a:pPr>
            <a:r>
              <a:rPr lang="en-US" b="1" dirty="0">
                <a:solidFill>
                  <a:schemeClr val="tx2">
                    <a:lumMod val="60000"/>
                    <a:lumOff val="40000"/>
                  </a:schemeClr>
                </a:solidFill>
              </a:rPr>
              <a:t>Predicates: </a:t>
            </a:r>
            <a:r>
              <a:rPr lang="en-US" dirty="0"/>
              <a:t>True/false questions about the spatial relationships between geometries are permissible.</a:t>
            </a:r>
          </a:p>
        </p:txBody>
      </p:sp>
    </p:spTree>
    <p:extLst>
      <p:ext uri="{BB962C8B-B14F-4D97-AF65-F5344CB8AC3E}">
        <p14:creationId xmlns:p14="http://schemas.microsoft.com/office/powerpoint/2010/main" val="4182322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Spatial Operators</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40</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a:bodyPr>
          <a:lstStyle/>
          <a:p>
            <a:r>
              <a:rPr lang="en-US" b="1" dirty="0">
                <a:solidFill>
                  <a:schemeClr val="tx2">
                    <a:lumMod val="60000"/>
                    <a:lumOff val="40000"/>
                  </a:schemeClr>
                </a:solidFill>
              </a:rPr>
              <a:t>Spatial operators </a:t>
            </a:r>
            <a:r>
              <a:rPr lang="en-US" b="1" dirty="0"/>
              <a:t>: Spatial operators</a:t>
            </a:r>
            <a:r>
              <a:rPr lang="en-US" dirty="0"/>
              <a:t> these operators are applied in </a:t>
            </a:r>
            <a:r>
              <a:rPr lang="en-US" b="1" dirty="0"/>
              <a:t>geometric properties</a:t>
            </a:r>
            <a:r>
              <a:rPr lang="en-US" dirty="0"/>
              <a:t> of objects. </a:t>
            </a:r>
          </a:p>
          <a:p>
            <a:r>
              <a:rPr lang="en-US" dirty="0"/>
              <a:t>It is then used in the physical space to capture them and the relation among them. It is also used to perform spatial analysis.</a:t>
            </a:r>
          </a:p>
          <a:p>
            <a:r>
              <a:rPr lang="en-US" dirty="0"/>
              <a:t>Spatial operators are grouped into three categories :</a:t>
            </a:r>
          </a:p>
          <a:p>
            <a:pPr lvl="1"/>
            <a:r>
              <a:rPr lang="en-US" dirty="0">
                <a:solidFill>
                  <a:srgbClr val="FF0000"/>
                </a:solidFill>
              </a:rPr>
              <a:t>Topological operators</a:t>
            </a:r>
          </a:p>
          <a:p>
            <a:pPr lvl="1"/>
            <a:r>
              <a:rPr lang="en-US" dirty="0">
                <a:solidFill>
                  <a:srgbClr val="FF0000"/>
                </a:solidFill>
              </a:rPr>
              <a:t>Projective Operators</a:t>
            </a:r>
          </a:p>
          <a:p>
            <a:pPr lvl="1"/>
            <a:r>
              <a:rPr lang="en-US" dirty="0">
                <a:solidFill>
                  <a:srgbClr val="FF0000"/>
                </a:solidFill>
              </a:rPr>
              <a:t>Metric operators</a:t>
            </a:r>
          </a:p>
        </p:txBody>
      </p:sp>
    </p:spTree>
    <p:extLst>
      <p:ext uri="{BB962C8B-B14F-4D97-AF65-F5344CB8AC3E}">
        <p14:creationId xmlns:p14="http://schemas.microsoft.com/office/powerpoint/2010/main" val="40039679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Spatial Operators</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41</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fontScale="92500" lnSpcReduction="10000"/>
          </a:bodyPr>
          <a:lstStyle/>
          <a:p>
            <a:r>
              <a:rPr lang="en-US" b="1" dirty="0">
                <a:solidFill>
                  <a:srgbClr val="FF0000"/>
                </a:solidFill>
              </a:rPr>
              <a:t>Topological operators :</a:t>
            </a:r>
            <a:br>
              <a:rPr lang="en-US" dirty="0">
                <a:solidFill>
                  <a:srgbClr val="FF0000"/>
                </a:solidFill>
              </a:rPr>
            </a:br>
            <a:r>
              <a:rPr lang="en-US" dirty="0"/>
              <a:t>Topological properties do not vary when topological operations are applied, like translation or rotation.</a:t>
            </a:r>
          </a:p>
          <a:p>
            <a:r>
              <a:rPr lang="en-US" dirty="0"/>
              <a:t>Topological operators are hierarchically structured in many levels. </a:t>
            </a:r>
          </a:p>
          <a:p>
            <a:r>
              <a:rPr lang="en-US" dirty="0"/>
              <a:t>The base level offers operators, ability to check for detailed topological relations between regions with a broad boundary. </a:t>
            </a:r>
          </a:p>
          <a:p>
            <a:r>
              <a:rPr lang="en-US" dirty="0"/>
              <a:t>The higher levels offer more abstract operators that allow users to query uncertain spatial data independent of the geometric data model.</a:t>
            </a:r>
          </a:p>
          <a:p>
            <a:r>
              <a:rPr lang="en-US" b="1" dirty="0"/>
              <a:t>Examples –</a:t>
            </a:r>
            <a:br>
              <a:rPr lang="en-US" dirty="0"/>
            </a:br>
            <a:r>
              <a:rPr lang="en-US" dirty="0"/>
              <a:t>open (region), close (region), and inside (point, loop).</a:t>
            </a:r>
          </a:p>
        </p:txBody>
      </p:sp>
    </p:spTree>
    <p:extLst>
      <p:ext uri="{BB962C8B-B14F-4D97-AF65-F5344CB8AC3E}">
        <p14:creationId xmlns:p14="http://schemas.microsoft.com/office/powerpoint/2010/main" val="35881739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Spatial Operators</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42</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lnSpcReduction="10000"/>
          </a:bodyPr>
          <a:lstStyle/>
          <a:p>
            <a:r>
              <a:rPr lang="en-US" b="1" dirty="0">
                <a:solidFill>
                  <a:srgbClr val="FF0000"/>
                </a:solidFill>
              </a:rPr>
              <a:t>Projective operators : </a:t>
            </a:r>
            <a:r>
              <a:rPr lang="en-US" dirty="0"/>
              <a:t>Projective operators, like convex hull are used to establish predicates regarding the concavity convexity of objects.</a:t>
            </a:r>
          </a:p>
          <a:p>
            <a:r>
              <a:rPr lang="en-US" dirty="0"/>
              <a:t>Example – Having inside the object’s concavity.</a:t>
            </a:r>
          </a:p>
          <a:p>
            <a:r>
              <a:rPr lang="en-US" b="1" dirty="0">
                <a:solidFill>
                  <a:srgbClr val="FF0000"/>
                </a:solidFill>
              </a:rPr>
              <a:t>Metric operators : </a:t>
            </a:r>
            <a:r>
              <a:rPr lang="en-US" dirty="0"/>
              <a:t>Metric operators' task is to provide a more accurate description of the geometry of the object. They are often used to measure the global properties of singular objects, and to measure the relative position of different objects, in terms of distance and direction.</a:t>
            </a:r>
          </a:p>
          <a:p>
            <a:r>
              <a:rPr lang="en-US" dirty="0"/>
              <a:t>Example – length (of an arc) and distance (of a point to point).</a:t>
            </a:r>
          </a:p>
        </p:txBody>
      </p:sp>
    </p:spTree>
    <p:extLst>
      <p:ext uri="{BB962C8B-B14F-4D97-AF65-F5344CB8AC3E}">
        <p14:creationId xmlns:p14="http://schemas.microsoft.com/office/powerpoint/2010/main" val="12119772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Spatial Operators</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43</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a:bodyPr>
          <a:lstStyle/>
          <a:p>
            <a:r>
              <a:rPr lang="en-US" b="1" dirty="0">
                <a:solidFill>
                  <a:schemeClr val="tx2">
                    <a:lumMod val="60000"/>
                    <a:lumOff val="40000"/>
                  </a:schemeClr>
                </a:solidFill>
              </a:rPr>
              <a:t>Dynamic Spatial Operators : </a:t>
            </a:r>
            <a:r>
              <a:rPr lang="en-US" dirty="0"/>
              <a:t>Dynamic operations changes the objects upon which the operators are applied. Create, destroy, and update are the fundamental dynamic operations.</a:t>
            </a:r>
          </a:p>
          <a:p>
            <a:r>
              <a:rPr lang="en-US" b="1" dirty="0"/>
              <a:t>Example – </a:t>
            </a:r>
            <a:r>
              <a:rPr lang="en-US" dirty="0" err="1"/>
              <a:t>Updation</a:t>
            </a:r>
            <a:r>
              <a:rPr lang="en-US" dirty="0"/>
              <a:t> of a spatial object via </a:t>
            </a:r>
            <a:r>
              <a:rPr lang="en-US" b="1" dirty="0"/>
              <a:t>translate</a:t>
            </a:r>
            <a:r>
              <a:rPr lang="en-US" dirty="0"/>
              <a:t>, </a:t>
            </a:r>
            <a:r>
              <a:rPr lang="en-US" b="1" dirty="0"/>
              <a:t>rotate</a:t>
            </a:r>
            <a:r>
              <a:rPr lang="en-US" dirty="0"/>
              <a:t>, </a:t>
            </a:r>
            <a:r>
              <a:rPr lang="en-US" b="1" dirty="0"/>
              <a:t>scale up or scale down</a:t>
            </a:r>
            <a:r>
              <a:rPr lang="en-US" dirty="0"/>
              <a:t>, </a:t>
            </a:r>
            <a:r>
              <a:rPr lang="en-US" b="1" dirty="0"/>
              <a:t>reflect</a:t>
            </a:r>
            <a:r>
              <a:rPr lang="en-US" dirty="0"/>
              <a:t>, and </a:t>
            </a:r>
            <a:r>
              <a:rPr lang="en-US" b="1" dirty="0"/>
              <a:t>shear</a:t>
            </a:r>
            <a:r>
              <a:rPr lang="en-US" dirty="0"/>
              <a:t>.</a:t>
            </a:r>
          </a:p>
        </p:txBody>
      </p:sp>
    </p:spTree>
    <p:extLst>
      <p:ext uri="{BB962C8B-B14F-4D97-AF65-F5344CB8AC3E}">
        <p14:creationId xmlns:p14="http://schemas.microsoft.com/office/powerpoint/2010/main" val="27501630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Spatial Operators</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44</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a:bodyPr>
          <a:lstStyle/>
          <a:p>
            <a:r>
              <a:rPr lang="en-US" b="1" dirty="0">
                <a:solidFill>
                  <a:schemeClr val="tx2">
                    <a:lumMod val="60000"/>
                    <a:lumOff val="40000"/>
                  </a:schemeClr>
                </a:solidFill>
              </a:rPr>
              <a:t>Dynamic Spatial Operators : </a:t>
            </a:r>
            <a:r>
              <a:rPr lang="en-US" dirty="0"/>
              <a:t>Dynamic operations changes the objects upon which the operators are applied. Create, destroy, and update are the fundamental dynamic operations.</a:t>
            </a:r>
          </a:p>
          <a:p>
            <a:r>
              <a:rPr lang="en-US" b="1" dirty="0"/>
              <a:t>Example – </a:t>
            </a:r>
            <a:r>
              <a:rPr lang="en-US" dirty="0" err="1"/>
              <a:t>Updation</a:t>
            </a:r>
            <a:r>
              <a:rPr lang="en-US" dirty="0"/>
              <a:t> of a spatial object via </a:t>
            </a:r>
            <a:r>
              <a:rPr lang="en-US" b="1" dirty="0"/>
              <a:t>translate</a:t>
            </a:r>
            <a:r>
              <a:rPr lang="en-US" dirty="0"/>
              <a:t>, </a:t>
            </a:r>
            <a:r>
              <a:rPr lang="en-US" b="1" dirty="0"/>
              <a:t>rotate</a:t>
            </a:r>
            <a:r>
              <a:rPr lang="en-US" dirty="0"/>
              <a:t>, </a:t>
            </a:r>
            <a:r>
              <a:rPr lang="en-US" b="1" dirty="0"/>
              <a:t>scale up or scale down</a:t>
            </a:r>
            <a:r>
              <a:rPr lang="en-US" dirty="0"/>
              <a:t>, </a:t>
            </a:r>
            <a:r>
              <a:rPr lang="en-US" b="1" dirty="0"/>
              <a:t>reflect</a:t>
            </a:r>
            <a:r>
              <a:rPr lang="en-US" dirty="0"/>
              <a:t>, and </a:t>
            </a:r>
            <a:r>
              <a:rPr lang="en-US" b="1" dirty="0"/>
              <a:t>shear</a:t>
            </a:r>
            <a:r>
              <a:rPr lang="en-US" dirty="0"/>
              <a:t>.</a:t>
            </a:r>
          </a:p>
        </p:txBody>
      </p:sp>
    </p:spTree>
    <p:extLst>
      <p:ext uri="{BB962C8B-B14F-4D97-AF65-F5344CB8AC3E}">
        <p14:creationId xmlns:p14="http://schemas.microsoft.com/office/powerpoint/2010/main" val="2433561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Spatial Operators in Oracle</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45</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a:bodyPr>
          <a:lstStyle/>
          <a:p>
            <a:endParaRPr lang="en-US" dirty="0"/>
          </a:p>
        </p:txBody>
      </p:sp>
      <p:graphicFrame>
        <p:nvGraphicFramePr>
          <p:cNvPr id="3" name="Table 2">
            <a:extLst>
              <a:ext uri="{FF2B5EF4-FFF2-40B4-BE49-F238E27FC236}">
                <a16:creationId xmlns:a16="http://schemas.microsoft.com/office/drawing/2014/main" id="{6A2A0052-5FB6-AFAC-89F7-23F1EDFD3FF6}"/>
              </a:ext>
            </a:extLst>
          </p:cNvPr>
          <p:cNvGraphicFramePr>
            <a:graphicFrameLocks noGrp="1"/>
          </p:cNvGraphicFramePr>
          <p:nvPr>
            <p:extLst>
              <p:ext uri="{D42A27DB-BD31-4B8C-83A1-F6EECF244321}">
                <p14:modId xmlns:p14="http://schemas.microsoft.com/office/powerpoint/2010/main" val="1767285415"/>
              </p:ext>
            </p:extLst>
          </p:nvPr>
        </p:nvGraphicFramePr>
        <p:xfrm>
          <a:off x="838200" y="1825625"/>
          <a:ext cx="10515600" cy="4281191"/>
        </p:xfrm>
        <a:graphic>
          <a:graphicData uri="http://schemas.openxmlformats.org/drawingml/2006/table">
            <a:tbl>
              <a:tblPr/>
              <a:tblGrid>
                <a:gridCol w="3085407">
                  <a:extLst>
                    <a:ext uri="{9D8B030D-6E8A-4147-A177-3AD203B41FA5}">
                      <a16:colId xmlns:a16="http://schemas.microsoft.com/office/drawing/2014/main" val="540468254"/>
                    </a:ext>
                  </a:extLst>
                </a:gridCol>
                <a:gridCol w="7430193">
                  <a:extLst>
                    <a:ext uri="{9D8B030D-6E8A-4147-A177-3AD203B41FA5}">
                      <a16:colId xmlns:a16="http://schemas.microsoft.com/office/drawing/2014/main" val="343947752"/>
                    </a:ext>
                  </a:extLst>
                </a:gridCol>
              </a:tblGrid>
              <a:tr h="442764">
                <a:tc>
                  <a:txBody>
                    <a:bodyPr/>
                    <a:lstStyle/>
                    <a:p>
                      <a:r>
                        <a:rPr lang="en-IN" sz="1800" kern="1200" dirty="0">
                          <a:solidFill>
                            <a:schemeClr val="tx2"/>
                          </a:solidFill>
                          <a:latin typeface="+mn-lt"/>
                          <a:ea typeface="+mn-ea"/>
                          <a:cs typeface="+mn-cs"/>
                          <a:hlinkClick r:id="rId3">
                            <a:extLst>
                              <a:ext uri="{A12FA001-AC4F-418D-AE19-62706E023703}">
                                <ahyp:hlinkClr xmlns:ahyp="http://schemas.microsoft.com/office/drawing/2018/hyperlinkcolor" val="tx"/>
                              </a:ext>
                            </a:extLst>
                          </a:hlinkClick>
                        </a:rPr>
                        <a:t>SDO_FILTER</a:t>
                      </a:r>
                      <a:endParaRPr lang="en-IN" sz="1800" kern="1200" dirty="0">
                        <a:solidFill>
                          <a:schemeClr val="tx2"/>
                        </a:solidFill>
                        <a:latin typeface="+mn-lt"/>
                        <a:ea typeface="+mn-ea"/>
                        <a:cs typeface="+mn-cs"/>
                      </a:endParaRPr>
                    </a:p>
                  </a:txBody>
                  <a:tcPr marL="63252" marR="63252" marT="31626" marB="31626" anchor="ctr">
                    <a:lnL>
                      <a:noFill/>
                    </a:lnL>
                    <a:lnR>
                      <a:noFill/>
                    </a:lnR>
                    <a:lnT>
                      <a:noFill/>
                    </a:lnT>
                    <a:lnB>
                      <a:noFill/>
                    </a:lnB>
                  </a:tcPr>
                </a:tc>
                <a:tc>
                  <a:txBody>
                    <a:bodyPr/>
                    <a:lstStyle/>
                    <a:p>
                      <a:r>
                        <a:rPr lang="en-US" sz="1800" dirty="0"/>
                        <a:t>Specifies which geometries may interact with a given geometry.</a:t>
                      </a:r>
                    </a:p>
                  </a:txBody>
                  <a:tcPr marL="63252" marR="63252" marT="31626" marB="31626" anchor="ctr">
                    <a:lnL>
                      <a:noFill/>
                    </a:lnL>
                    <a:lnR>
                      <a:noFill/>
                    </a:lnR>
                    <a:lnT>
                      <a:noFill/>
                    </a:lnT>
                    <a:lnB>
                      <a:noFill/>
                    </a:lnB>
                  </a:tcPr>
                </a:tc>
                <a:extLst>
                  <a:ext uri="{0D108BD9-81ED-4DB2-BD59-A6C34878D82A}">
                    <a16:rowId xmlns:a16="http://schemas.microsoft.com/office/drawing/2014/main" val="1012663035"/>
                  </a:ext>
                </a:extLst>
              </a:tr>
              <a:tr h="442764">
                <a:tc>
                  <a:txBody>
                    <a:bodyPr/>
                    <a:lstStyle/>
                    <a:p>
                      <a:r>
                        <a:rPr lang="en-IN" sz="1800" kern="1200">
                          <a:solidFill>
                            <a:schemeClr val="tx2"/>
                          </a:solidFill>
                          <a:latin typeface="+mn-lt"/>
                          <a:ea typeface="+mn-ea"/>
                          <a:cs typeface="+mn-cs"/>
                          <a:hlinkClick r:id="rId4">
                            <a:extLst>
                              <a:ext uri="{A12FA001-AC4F-418D-AE19-62706E023703}">
                                <ahyp:hlinkClr xmlns:ahyp="http://schemas.microsoft.com/office/drawing/2018/hyperlinkcolor" val="tx"/>
                              </a:ext>
                            </a:extLst>
                          </a:hlinkClick>
                        </a:rPr>
                        <a:t>SDO_JOIN</a:t>
                      </a:r>
                      <a:endParaRPr lang="en-IN" sz="1800" kern="1200">
                        <a:solidFill>
                          <a:schemeClr val="tx2"/>
                        </a:solidFill>
                        <a:latin typeface="+mn-lt"/>
                        <a:ea typeface="+mn-ea"/>
                        <a:cs typeface="+mn-cs"/>
                      </a:endParaRPr>
                    </a:p>
                  </a:txBody>
                  <a:tcPr marL="63252" marR="63252" marT="31626" marB="31626" anchor="ctr">
                    <a:lnL>
                      <a:noFill/>
                    </a:lnL>
                    <a:lnR>
                      <a:noFill/>
                    </a:lnR>
                    <a:lnT>
                      <a:noFill/>
                    </a:lnT>
                    <a:lnB>
                      <a:noFill/>
                    </a:lnB>
                  </a:tcPr>
                </a:tc>
                <a:tc>
                  <a:txBody>
                    <a:bodyPr/>
                    <a:lstStyle/>
                    <a:p>
                      <a:r>
                        <a:rPr lang="en-US" sz="1800" dirty="0"/>
                        <a:t>Performs a spatial join based on one or more topological relationships.</a:t>
                      </a:r>
                    </a:p>
                  </a:txBody>
                  <a:tcPr marL="63252" marR="63252" marT="31626" marB="31626" anchor="ctr">
                    <a:lnL>
                      <a:noFill/>
                    </a:lnL>
                    <a:lnR>
                      <a:noFill/>
                    </a:lnR>
                    <a:lnT>
                      <a:noFill/>
                    </a:lnT>
                    <a:lnB>
                      <a:noFill/>
                    </a:lnB>
                  </a:tcPr>
                </a:tc>
                <a:extLst>
                  <a:ext uri="{0D108BD9-81ED-4DB2-BD59-A6C34878D82A}">
                    <a16:rowId xmlns:a16="http://schemas.microsoft.com/office/drawing/2014/main" val="2549718950"/>
                  </a:ext>
                </a:extLst>
              </a:tr>
              <a:tr h="442764">
                <a:tc>
                  <a:txBody>
                    <a:bodyPr/>
                    <a:lstStyle/>
                    <a:p>
                      <a:r>
                        <a:rPr lang="en-IN" sz="1800" kern="1200" dirty="0">
                          <a:solidFill>
                            <a:schemeClr val="tx2"/>
                          </a:solidFill>
                          <a:latin typeface="+mn-lt"/>
                          <a:ea typeface="+mn-ea"/>
                          <a:cs typeface="+mn-cs"/>
                          <a:hlinkClick r:id="rId5">
                            <a:extLst>
                              <a:ext uri="{A12FA001-AC4F-418D-AE19-62706E023703}">
                                <ahyp:hlinkClr xmlns:ahyp="http://schemas.microsoft.com/office/drawing/2018/hyperlinkcolor" val="tx"/>
                              </a:ext>
                            </a:extLst>
                          </a:hlinkClick>
                        </a:rPr>
                        <a:t>SDO_NN</a:t>
                      </a:r>
                      <a:endParaRPr lang="en-IN" sz="1800" kern="1200" dirty="0">
                        <a:solidFill>
                          <a:schemeClr val="tx2"/>
                        </a:solidFill>
                        <a:latin typeface="+mn-lt"/>
                        <a:ea typeface="+mn-ea"/>
                        <a:cs typeface="+mn-cs"/>
                      </a:endParaRPr>
                    </a:p>
                  </a:txBody>
                  <a:tcPr marL="63252" marR="63252" marT="31626" marB="31626" anchor="ctr">
                    <a:lnL>
                      <a:noFill/>
                    </a:lnL>
                    <a:lnR>
                      <a:noFill/>
                    </a:lnR>
                    <a:lnT>
                      <a:noFill/>
                    </a:lnT>
                    <a:lnB>
                      <a:noFill/>
                    </a:lnB>
                  </a:tcPr>
                </a:tc>
                <a:tc>
                  <a:txBody>
                    <a:bodyPr/>
                    <a:lstStyle/>
                    <a:p>
                      <a:r>
                        <a:rPr lang="en-US" sz="1800" dirty="0"/>
                        <a:t>Determines the nearest neighbor geometries to a geometry.</a:t>
                      </a:r>
                    </a:p>
                  </a:txBody>
                  <a:tcPr marL="63252" marR="63252" marT="31626" marB="31626" anchor="ctr">
                    <a:lnL>
                      <a:noFill/>
                    </a:lnL>
                    <a:lnR>
                      <a:noFill/>
                    </a:lnR>
                    <a:lnT>
                      <a:noFill/>
                    </a:lnT>
                    <a:lnB>
                      <a:noFill/>
                    </a:lnB>
                  </a:tcPr>
                </a:tc>
                <a:extLst>
                  <a:ext uri="{0D108BD9-81ED-4DB2-BD59-A6C34878D82A}">
                    <a16:rowId xmlns:a16="http://schemas.microsoft.com/office/drawing/2014/main" val="3028131839"/>
                  </a:ext>
                </a:extLst>
              </a:tr>
              <a:tr h="442764">
                <a:tc>
                  <a:txBody>
                    <a:bodyPr/>
                    <a:lstStyle/>
                    <a:p>
                      <a:r>
                        <a:rPr lang="en-IN" sz="1800" kern="1200" dirty="0">
                          <a:solidFill>
                            <a:schemeClr val="tx2"/>
                          </a:solidFill>
                          <a:latin typeface="+mn-lt"/>
                          <a:ea typeface="+mn-ea"/>
                          <a:cs typeface="+mn-cs"/>
                          <a:hlinkClick r:id="rId6">
                            <a:extLst>
                              <a:ext uri="{A12FA001-AC4F-418D-AE19-62706E023703}">
                                <ahyp:hlinkClr xmlns:ahyp="http://schemas.microsoft.com/office/drawing/2018/hyperlinkcolor" val="tx"/>
                              </a:ext>
                            </a:extLst>
                          </a:hlinkClick>
                        </a:rPr>
                        <a:t>SDO_NN_DISTANCE</a:t>
                      </a:r>
                      <a:endParaRPr lang="en-IN" sz="1800" kern="1200" dirty="0">
                        <a:solidFill>
                          <a:schemeClr val="tx2"/>
                        </a:solidFill>
                        <a:latin typeface="+mn-lt"/>
                        <a:ea typeface="+mn-ea"/>
                        <a:cs typeface="+mn-cs"/>
                      </a:endParaRPr>
                    </a:p>
                  </a:txBody>
                  <a:tcPr marL="63252" marR="63252" marT="31626" marB="31626" anchor="ctr">
                    <a:lnL>
                      <a:noFill/>
                    </a:lnL>
                    <a:lnR>
                      <a:noFill/>
                    </a:lnR>
                    <a:lnT>
                      <a:noFill/>
                    </a:lnT>
                    <a:lnB>
                      <a:noFill/>
                    </a:lnB>
                  </a:tcPr>
                </a:tc>
                <a:tc>
                  <a:txBody>
                    <a:bodyPr/>
                    <a:lstStyle/>
                    <a:p>
                      <a:r>
                        <a:rPr lang="en-US" sz="1800" dirty="0"/>
                        <a:t>Returns the distance of an object returned by the SDO_NN operator.</a:t>
                      </a:r>
                    </a:p>
                  </a:txBody>
                  <a:tcPr marL="63252" marR="63252" marT="31626" marB="31626" anchor="ctr">
                    <a:lnL>
                      <a:noFill/>
                    </a:lnL>
                    <a:lnR>
                      <a:noFill/>
                    </a:lnR>
                    <a:lnT>
                      <a:noFill/>
                    </a:lnT>
                    <a:lnB>
                      <a:noFill/>
                    </a:lnB>
                  </a:tcPr>
                </a:tc>
                <a:extLst>
                  <a:ext uri="{0D108BD9-81ED-4DB2-BD59-A6C34878D82A}">
                    <a16:rowId xmlns:a16="http://schemas.microsoft.com/office/drawing/2014/main" val="269681388"/>
                  </a:ext>
                </a:extLst>
              </a:tr>
              <a:tr h="1012031">
                <a:tc>
                  <a:txBody>
                    <a:bodyPr/>
                    <a:lstStyle/>
                    <a:p>
                      <a:r>
                        <a:rPr lang="en-IN" sz="1800" kern="1200">
                          <a:solidFill>
                            <a:schemeClr val="tx2"/>
                          </a:solidFill>
                          <a:latin typeface="+mn-lt"/>
                          <a:ea typeface="+mn-ea"/>
                          <a:cs typeface="+mn-cs"/>
                          <a:hlinkClick r:id="rId7">
                            <a:extLst>
                              <a:ext uri="{A12FA001-AC4F-418D-AE19-62706E023703}">
                                <ahyp:hlinkClr xmlns:ahyp="http://schemas.microsoft.com/office/drawing/2018/hyperlinkcolor" val="tx"/>
                              </a:ext>
                            </a:extLst>
                          </a:hlinkClick>
                        </a:rPr>
                        <a:t>SDO_POINTINPOLYGON</a:t>
                      </a:r>
                      <a:endParaRPr lang="en-IN" sz="1800" kern="1200">
                        <a:solidFill>
                          <a:schemeClr val="tx2"/>
                        </a:solidFill>
                        <a:latin typeface="+mn-lt"/>
                        <a:ea typeface="+mn-ea"/>
                        <a:cs typeface="+mn-cs"/>
                      </a:endParaRPr>
                    </a:p>
                  </a:txBody>
                  <a:tcPr marL="63252" marR="63252" marT="31626" marB="31626" anchor="ctr">
                    <a:lnL>
                      <a:noFill/>
                    </a:lnL>
                    <a:lnR>
                      <a:noFill/>
                    </a:lnR>
                    <a:lnT>
                      <a:noFill/>
                    </a:lnT>
                    <a:lnB>
                      <a:noFill/>
                    </a:lnB>
                  </a:tcPr>
                </a:tc>
                <a:tc>
                  <a:txBody>
                    <a:bodyPr/>
                    <a:lstStyle/>
                    <a:p>
                      <a:r>
                        <a:rPr lang="en-US" sz="1800" dirty="0"/>
                        <a:t>Takes a set of rows whose first column is a point's x-coordinate value and the second column is a point's y-coordinate value, and returns those rows that are within a specified polygon geometry.</a:t>
                      </a:r>
                    </a:p>
                  </a:txBody>
                  <a:tcPr marL="63252" marR="63252" marT="31626" marB="31626" anchor="ctr">
                    <a:lnL>
                      <a:noFill/>
                    </a:lnL>
                    <a:lnR>
                      <a:noFill/>
                    </a:lnR>
                    <a:lnT>
                      <a:noFill/>
                    </a:lnT>
                    <a:lnB>
                      <a:noFill/>
                    </a:lnB>
                  </a:tcPr>
                </a:tc>
                <a:extLst>
                  <a:ext uri="{0D108BD9-81ED-4DB2-BD59-A6C34878D82A}">
                    <a16:rowId xmlns:a16="http://schemas.microsoft.com/office/drawing/2014/main" val="162678343"/>
                  </a:ext>
                </a:extLst>
              </a:tr>
              <a:tr h="822275">
                <a:tc>
                  <a:txBody>
                    <a:bodyPr/>
                    <a:lstStyle/>
                    <a:p>
                      <a:r>
                        <a:rPr lang="en-IN" sz="1800" kern="1200">
                          <a:solidFill>
                            <a:schemeClr val="tx2"/>
                          </a:solidFill>
                          <a:latin typeface="+mn-lt"/>
                          <a:ea typeface="+mn-ea"/>
                          <a:cs typeface="+mn-cs"/>
                          <a:hlinkClick r:id="rId8">
                            <a:extLst>
                              <a:ext uri="{A12FA001-AC4F-418D-AE19-62706E023703}">
                                <ahyp:hlinkClr xmlns:ahyp="http://schemas.microsoft.com/office/drawing/2018/hyperlinkcolor" val="tx"/>
                              </a:ext>
                            </a:extLst>
                          </a:hlinkClick>
                        </a:rPr>
                        <a:t>SDO_RELATE</a:t>
                      </a:r>
                      <a:endParaRPr lang="en-IN" sz="1800" kern="1200">
                        <a:solidFill>
                          <a:schemeClr val="tx2"/>
                        </a:solidFill>
                        <a:latin typeface="+mn-lt"/>
                        <a:ea typeface="+mn-ea"/>
                        <a:cs typeface="+mn-cs"/>
                      </a:endParaRPr>
                    </a:p>
                  </a:txBody>
                  <a:tcPr marL="63252" marR="63252" marT="31626" marB="31626" anchor="ctr">
                    <a:lnL>
                      <a:noFill/>
                    </a:lnL>
                    <a:lnR>
                      <a:noFill/>
                    </a:lnR>
                    <a:lnT>
                      <a:noFill/>
                    </a:lnT>
                    <a:lnB>
                      <a:noFill/>
                    </a:lnB>
                  </a:tcPr>
                </a:tc>
                <a:tc>
                  <a:txBody>
                    <a:bodyPr/>
                    <a:lstStyle/>
                    <a:p>
                      <a:r>
                        <a:rPr lang="en-US" sz="1800" dirty="0"/>
                        <a:t>Determines whether or not two geometries interact in a specified way. (See also </a:t>
                      </a:r>
                      <a:r>
                        <a:rPr lang="en-US" sz="1800" dirty="0">
                          <a:hlinkClick r:id="rId9" tooltip="Convenience Operators for SDO_RELATE Operations"/>
                        </a:rPr>
                        <a:t>Table 18-2</a:t>
                      </a:r>
                      <a:r>
                        <a:rPr lang="en-US" sz="1800" dirty="0"/>
                        <a:t> for convenient alternative operators for performing specific mask value operations.)</a:t>
                      </a:r>
                    </a:p>
                  </a:txBody>
                  <a:tcPr marL="63252" marR="63252" marT="31626" marB="31626" anchor="ctr">
                    <a:lnL>
                      <a:noFill/>
                    </a:lnL>
                    <a:lnR>
                      <a:noFill/>
                    </a:lnR>
                    <a:lnT>
                      <a:noFill/>
                    </a:lnT>
                    <a:lnB>
                      <a:noFill/>
                    </a:lnB>
                  </a:tcPr>
                </a:tc>
                <a:extLst>
                  <a:ext uri="{0D108BD9-81ED-4DB2-BD59-A6C34878D82A}">
                    <a16:rowId xmlns:a16="http://schemas.microsoft.com/office/drawing/2014/main" val="1779472405"/>
                  </a:ext>
                </a:extLst>
              </a:tr>
              <a:tr h="0">
                <a:tc>
                  <a:txBody>
                    <a:bodyPr/>
                    <a:lstStyle/>
                    <a:p>
                      <a:r>
                        <a:rPr lang="en-IN" sz="1800" kern="1200" dirty="0">
                          <a:solidFill>
                            <a:schemeClr val="tx2"/>
                          </a:solidFill>
                          <a:latin typeface="+mn-lt"/>
                          <a:ea typeface="+mn-ea"/>
                          <a:cs typeface="+mn-cs"/>
                          <a:hlinkClick r:id="rId10">
                            <a:extLst>
                              <a:ext uri="{A12FA001-AC4F-418D-AE19-62706E023703}">
                                <ahyp:hlinkClr xmlns:ahyp="http://schemas.microsoft.com/office/drawing/2018/hyperlinkcolor" val="tx"/>
                              </a:ext>
                            </a:extLst>
                          </a:hlinkClick>
                        </a:rPr>
                        <a:t>SDO_WITHIN_DISTANCE</a:t>
                      </a:r>
                      <a:endParaRPr lang="en-IN" sz="1800" kern="1200" dirty="0">
                        <a:solidFill>
                          <a:schemeClr val="tx2"/>
                        </a:solidFill>
                        <a:latin typeface="+mn-lt"/>
                        <a:ea typeface="+mn-ea"/>
                        <a:cs typeface="+mn-cs"/>
                      </a:endParaRPr>
                    </a:p>
                  </a:txBody>
                  <a:tcPr marL="63252" marR="63252" marT="31626" marB="31626" anchor="ctr">
                    <a:lnL>
                      <a:noFill/>
                    </a:lnL>
                    <a:lnR>
                      <a:noFill/>
                    </a:lnR>
                    <a:lnT>
                      <a:noFill/>
                    </a:lnT>
                    <a:lnB>
                      <a:noFill/>
                    </a:lnB>
                  </a:tcPr>
                </a:tc>
                <a:tc>
                  <a:txBody>
                    <a:bodyPr/>
                    <a:lstStyle/>
                    <a:p>
                      <a:r>
                        <a:rPr lang="en-US" sz="1800" dirty="0"/>
                        <a:t>Determines if two geometries are within a specified distance from one another.</a:t>
                      </a:r>
                    </a:p>
                  </a:txBody>
                  <a:tcPr marL="63252" marR="63252" marT="31626" marB="31626" anchor="ctr">
                    <a:lnL>
                      <a:noFill/>
                    </a:lnL>
                    <a:lnR>
                      <a:noFill/>
                    </a:lnR>
                    <a:lnT>
                      <a:noFill/>
                    </a:lnT>
                    <a:lnB>
                      <a:noFill/>
                    </a:lnB>
                  </a:tcPr>
                </a:tc>
                <a:extLst>
                  <a:ext uri="{0D108BD9-81ED-4DB2-BD59-A6C34878D82A}">
                    <a16:rowId xmlns:a16="http://schemas.microsoft.com/office/drawing/2014/main" val="362437981"/>
                  </a:ext>
                </a:extLst>
              </a:tr>
            </a:tbl>
          </a:graphicData>
        </a:graphic>
      </p:graphicFrame>
    </p:spTree>
    <p:extLst>
      <p:ext uri="{BB962C8B-B14F-4D97-AF65-F5344CB8AC3E}">
        <p14:creationId xmlns:p14="http://schemas.microsoft.com/office/powerpoint/2010/main" val="29536873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Spatial Operators in Oracle</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46</a:t>
            </a:fld>
            <a:endParaRPr lang="en-US" noProof="0" dirty="0"/>
          </a:p>
        </p:txBody>
      </p:sp>
      <p:graphicFrame>
        <p:nvGraphicFramePr>
          <p:cNvPr id="5" name="Content Placeholder 4">
            <a:extLst>
              <a:ext uri="{FF2B5EF4-FFF2-40B4-BE49-F238E27FC236}">
                <a16:creationId xmlns:a16="http://schemas.microsoft.com/office/drawing/2014/main" id="{F0E7DC8A-6EFA-D112-5891-7D0530EE7371}"/>
              </a:ext>
            </a:extLst>
          </p:cNvPr>
          <p:cNvGraphicFramePr>
            <a:graphicFrameLocks noGrp="1"/>
          </p:cNvGraphicFramePr>
          <p:nvPr>
            <p:ph idx="1"/>
            <p:extLst>
              <p:ext uri="{D42A27DB-BD31-4B8C-83A1-F6EECF244321}">
                <p14:modId xmlns:p14="http://schemas.microsoft.com/office/powerpoint/2010/main" val="2757888919"/>
              </p:ext>
            </p:extLst>
          </p:nvPr>
        </p:nvGraphicFramePr>
        <p:xfrm>
          <a:off x="615141" y="2519329"/>
          <a:ext cx="10986856" cy="2925690"/>
        </p:xfrm>
        <a:graphic>
          <a:graphicData uri="http://schemas.openxmlformats.org/drawingml/2006/table">
            <a:tbl>
              <a:tblPr/>
              <a:tblGrid>
                <a:gridCol w="1828801">
                  <a:extLst>
                    <a:ext uri="{9D8B030D-6E8A-4147-A177-3AD203B41FA5}">
                      <a16:colId xmlns:a16="http://schemas.microsoft.com/office/drawing/2014/main" val="1529730991"/>
                    </a:ext>
                  </a:extLst>
                </a:gridCol>
                <a:gridCol w="9158055">
                  <a:extLst>
                    <a:ext uri="{9D8B030D-6E8A-4147-A177-3AD203B41FA5}">
                      <a16:colId xmlns:a16="http://schemas.microsoft.com/office/drawing/2014/main" val="92997703"/>
                    </a:ext>
                  </a:extLst>
                </a:gridCol>
              </a:tblGrid>
              <a:tr h="459559">
                <a:tc>
                  <a:txBody>
                    <a:bodyPr/>
                    <a:lstStyle/>
                    <a:p>
                      <a:r>
                        <a:rPr lang="en-IN" sz="1800" kern="1200">
                          <a:solidFill>
                            <a:schemeClr val="tx2"/>
                          </a:solidFill>
                          <a:latin typeface="+mn-lt"/>
                          <a:ea typeface="+mn-ea"/>
                          <a:cs typeface="+mn-cs"/>
                          <a:hlinkClick r:id="rId3">
                            <a:extLst>
                              <a:ext uri="{A12FA001-AC4F-418D-AE19-62706E023703}">
                                <ahyp:hlinkClr xmlns:ahyp="http://schemas.microsoft.com/office/drawing/2018/hyperlinkcolor" val="tx"/>
                              </a:ext>
                            </a:extLst>
                          </a:hlinkClick>
                        </a:rPr>
                        <a:t>SDO_ANYINTERACT</a:t>
                      </a:r>
                      <a:endParaRPr lang="en-IN" sz="1800" kern="1200">
                        <a:solidFill>
                          <a:schemeClr val="tx2"/>
                        </a:solidFill>
                        <a:latin typeface="+mn-lt"/>
                        <a:ea typeface="+mn-ea"/>
                        <a:cs typeface="+mn-cs"/>
                      </a:endParaRPr>
                    </a:p>
                  </a:txBody>
                  <a:tcPr marL="36498" marR="36498" marT="18249" marB="18249" anchor="ctr">
                    <a:lnL>
                      <a:noFill/>
                    </a:lnL>
                    <a:lnR>
                      <a:noFill/>
                    </a:lnR>
                    <a:lnT>
                      <a:noFill/>
                    </a:lnT>
                    <a:lnB>
                      <a:noFill/>
                    </a:lnB>
                  </a:tcPr>
                </a:tc>
                <a:tc>
                  <a:txBody>
                    <a:bodyPr/>
                    <a:lstStyle/>
                    <a:p>
                      <a:r>
                        <a:rPr lang="en-US" sz="1800" kern="1200" dirty="0">
                          <a:solidFill>
                            <a:schemeClr val="tx1"/>
                          </a:solidFill>
                          <a:latin typeface="+mn-lt"/>
                          <a:ea typeface="+mn-ea"/>
                          <a:cs typeface="+mn-cs"/>
                        </a:rPr>
                        <a:t>Checks if any geometries in a table have the ANYINTERACT topological relationship with a specified geometry.</a:t>
                      </a:r>
                    </a:p>
                  </a:txBody>
                  <a:tcPr marL="36498" marR="36498" marT="18249" marB="18249" anchor="ctr">
                    <a:lnL>
                      <a:noFill/>
                    </a:lnL>
                    <a:lnR>
                      <a:noFill/>
                    </a:lnR>
                    <a:lnT>
                      <a:noFill/>
                    </a:lnT>
                    <a:lnB>
                      <a:noFill/>
                    </a:lnB>
                  </a:tcPr>
                </a:tc>
                <a:extLst>
                  <a:ext uri="{0D108BD9-81ED-4DB2-BD59-A6C34878D82A}">
                    <a16:rowId xmlns:a16="http://schemas.microsoft.com/office/drawing/2014/main" val="4073112218"/>
                  </a:ext>
                </a:extLst>
              </a:tr>
              <a:tr h="459559">
                <a:tc>
                  <a:txBody>
                    <a:bodyPr/>
                    <a:lstStyle/>
                    <a:p>
                      <a:r>
                        <a:rPr lang="en-IN" sz="1800" kern="1200">
                          <a:solidFill>
                            <a:schemeClr val="tx2"/>
                          </a:solidFill>
                          <a:latin typeface="+mn-lt"/>
                          <a:ea typeface="+mn-ea"/>
                          <a:cs typeface="+mn-cs"/>
                          <a:hlinkClick r:id="rId4">
                            <a:extLst>
                              <a:ext uri="{A12FA001-AC4F-418D-AE19-62706E023703}">
                                <ahyp:hlinkClr xmlns:ahyp="http://schemas.microsoft.com/office/drawing/2018/hyperlinkcolor" val="tx"/>
                              </a:ext>
                            </a:extLst>
                          </a:hlinkClick>
                        </a:rPr>
                        <a:t>SDO_CONTAINS</a:t>
                      </a:r>
                      <a:endParaRPr lang="en-IN" sz="1800" kern="1200">
                        <a:solidFill>
                          <a:schemeClr val="tx2"/>
                        </a:solidFill>
                        <a:latin typeface="+mn-lt"/>
                        <a:ea typeface="+mn-ea"/>
                        <a:cs typeface="+mn-cs"/>
                      </a:endParaRPr>
                    </a:p>
                  </a:txBody>
                  <a:tcPr marL="36498" marR="36498" marT="18249" marB="18249" anchor="ctr">
                    <a:lnL>
                      <a:noFill/>
                    </a:lnL>
                    <a:lnR>
                      <a:noFill/>
                    </a:lnR>
                    <a:lnT>
                      <a:noFill/>
                    </a:lnT>
                    <a:lnB>
                      <a:noFill/>
                    </a:lnB>
                  </a:tcPr>
                </a:tc>
                <a:tc>
                  <a:txBody>
                    <a:bodyPr/>
                    <a:lstStyle/>
                    <a:p>
                      <a:r>
                        <a:rPr lang="en-US" sz="1800" kern="1200" dirty="0">
                          <a:solidFill>
                            <a:schemeClr val="tx1"/>
                          </a:solidFill>
                          <a:latin typeface="+mn-lt"/>
                          <a:ea typeface="+mn-ea"/>
                          <a:cs typeface="+mn-cs"/>
                        </a:rPr>
                        <a:t>Checks if any geometries in a table have the CONTAINS topological relationship with a specified geometry.</a:t>
                      </a:r>
                    </a:p>
                  </a:txBody>
                  <a:tcPr marL="36498" marR="36498" marT="18249" marB="18249" anchor="ctr">
                    <a:lnL>
                      <a:noFill/>
                    </a:lnL>
                    <a:lnR>
                      <a:noFill/>
                    </a:lnR>
                    <a:lnT>
                      <a:noFill/>
                    </a:lnT>
                    <a:lnB>
                      <a:noFill/>
                    </a:lnB>
                  </a:tcPr>
                </a:tc>
                <a:extLst>
                  <a:ext uri="{0D108BD9-81ED-4DB2-BD59-A6C34878D82A}">
                    <a16:rowId xmlns:a16="http://schemas.microsoft.com/office/drawing/2014/main" val="941789268"/>
                  </a:ext>
                </a:extLst>
              </a:tr>
              <a:tr h="459559">
                <a:tc>
                  <a:txBody>
                    <a:bodyPr/>
                    <a:lstStyle/>
                    <a:p>
                      <a:r>
                        <a:rPr lang="en-IN" sz="1800" kern="1200">
                          <a:solidFill>
                            <a:schemeClr val="tx2"/>
                          </a:solidFill>
                          <a:latin typeface="+mn-lt"/>
                          <a:ea typeface="+mn-ea"/>
                          <a:cs typeface="+mn-cs"/>
                          <a:hlinkClick r:id="rId5">
                            <a:extLst>
                              <a:ext uri="{A12FA001-AC4F-418D-AE19-62706E023703}">
                                <ahyp:hlinkClr xmlns:ahyp="http://schemas.microsoft.com/office/drawing/2018/hyperlinkcolor" val="tx"/>
                              </a:ext>
                            </a:extLst>
                          </a:hlinkClick>
                        </a:rPr>
                        <a:t>SDO_COVEREDBY</a:t>
                      </a:r>
                      <a:endParaRPr lang="en-IN" sz="1800" kern="1200">
                        <a:solidFill>
                          <a:schemeClr val="tx2"/>
                        </a:solidFill>
                        <a:latin typeface="+mn-lt"/>
                        <a:ea typeface="+mn-ea"/>
                        <a:cs typeface="+mn-cs"/>
                      </a:endParaRPr>
                    </a:p>
                  </a:txBody>
                  <a:tcPr marL="36498" marR="36498" marT="18249" marB="18249" anchor="ctr">
                    <a:lnL>
                      <a:noFill/>
                    </a:lnL>
                    <a:lnR>
                      <a:noFill/>
                    </a:lnR>
                    <a:lnT>
                      <a:noFill/>
                    </a:lnT>
                    <a:lnB>
                      <a:noFill/>
                    </a:lnB>
                  </a:tcPr>
                </a:tc>
                <a:tc>
                  <a:txBody>
                    <a:bodyPr/>
                    <a:lstStyle/>
                    <a:p>
                      <a:r>
                        <a:rPr lang="en-US" sz="1800" kern="1200" dirty="0">
                          <a:solidFill>
                            <a:schemeClr val="tx1"/>
                          </a:solidFill>
                          <a:latin typeface="+mn-lt"/>
                          <a:ea typeface="+mn-ea"/>
                          <a:cs typeface="+mn-cs"/>
                        </a:rPr>
                        <a:t>Checks if any geometries in a table have the COVEREDBY topological relationship with a specified geometry.</a:t>
                      </a:r>
                    </a:p>
                  </a:txBody>
                  <a:tcPr marL="36498" marR="36498" marT="18249" marB="18249" anchor="ctr">
                    <a:lnL>
                      <a:noFill/>
                    </a:lnL>
                    <a:lnR>
                      <a:noFill/>
                    </a:lnR>
                    <a:lnT>
                      <a:noFill/>
                    </a:lnT>
                    <a:lnB>
                      <a:noFill/>
                    </a:lnB>
                  </a:tcPr>
                </a:tc>
                <a:extLst>
                  <a:ext uri="{0D108BD9-81ED-4DB2-BD59-A6C34878D82A}">
                    <a16:rowId xmlns:a16="http://schemas.microsoft.com/office/drawing/2014/main" val="3646978967"/>
                  </a:ext>
                </a:extLst>
              </a:tr>
              <a:tr h="459559">
                <a:tc>
                  <a:txBody>
                    <a:bodyPr/>
                    <a:lstStyle/>
                    <a:p>
                      <a:r>
                        <a:rPr lang="en-IN" sz="1800" kern="1200">
                          <a:solidFill>
                            <a:schemeClr val="tx2"/>
                          </a:solidFill>
                          <a:latin typeface="+mn-lt"/>
                          <a:ea typeface="+mn-ea"/>
                          <a:cs typeface="+mn-cs"/>
                          <a:hlinkClick r:id="rId6">
                            <a:extLst>
                              <a:ext uri="{A12FA001-AC4F-418D-AE19-62706E023703}">
                                <ahyp:hlinkClr xmlns:ahyp="http://schemas.microsoft.com/office/drawing/2018/hyperlinkcolor" val="tx"/>
                              </a:ext>
                            </a:extLst>
                          </a:hlinkClick>
                        </a:rPr>
                        <a:t>SDO_COVERS</a:t>
                      </a:r>
                      <a:endParaRPr lang="en-IN" sz="1800" kern="1200">
                        <a:solidFill>
                          <a:schemeClr val="tx2"/>
                        </a:solidFill>
                        <a:latin typeface="+mn-lt"/>
                        <a:ea typeface="+mn-ea"/>
                        <a:cs typeface="+mn-cs"/>
                      </a:endParaRPr>
                    </a:p>
                  </a:txBody>
                  <a:tcPr marL="36498" marR="36498" marT="18249" marB="18249" anchor="ctr">
                    <a:lnL>
                      <a:noFill/>
                    </a:lnL>
                    <a:lnR>
                      <a:noFill/>
                    </a:lnR>
                    <a:lnT>
                      <a:noFill/>
                    </a:lnT>
                    <a:lnB>
                      <a:noFill/>
                    </a:lnB>
                  </a:tcPr>
                </a:tc>
                <a:tc>
                  <a:txBody>
                    <a:bodyPr/>
                    <a:lstStyle/>
                    <a:p>
                      <a:r>
                        <a:rPr lang="en-US" sz="1800" kern="1200" dirty="0">
                          <a:solidFill>
                            <a:schemeClr val="tx1"/>
                          </a:solidFill>
                          <a:latin typeface="+mn-lt"/>
                          <a:ea typeface="+mn-ea"/>
                          <a:cs typeface="+mn-cs"/>
                        </a:rPr>
                        <a:t>Checks if any geometries in a table have the COVERS topological relationship with a specified geometry.</a:t>
                      </a:r>
                    </a:p>
                  </a:txBody>
                  <a:tcPr marL="36498" marR="36498" marT="18249" marB="18249" anchor="ctr">
                    <a:lnL>
                      <a:noFill/>
                    </a:lnL>
                    <a:lnR>
                      <a:noFill/>
                    </a:lnR>
                    <a:lnT>
                      <a:noFill/>
                    </a:lnT>
                    <a:lnB>
                      <a:noFill/>
                    </a:lnB>
                  </a:tcPr>
                </a:tc>
                <a:extLst>
                  <a:ext uri="{0D108BD9-81ED-4DB2-BD59-A6C34878D82A}">
                    <a16:rowId xmlns:a16="http://schemas.microsoft.com/office/drawing/2014/main" val="2325780325"/>
                  </a:ext>
                </a:extLst>
              </a:tr>
              <a:tr h="459559">
                <a:tc>
                  <a:txBody>
                    <a:bodyPr/>
                    <a:lstStyle/>
                    <a:p>
                      <a:r>
                        <a:rPr lang="en-IN" sz="1800" kern="1200">
                          <a:solidFill>
                            <a:schemeClr val="tx2"/>
                          </a:solidFill>
                          <a:latin typeface="+mn-lt"/>
                          <a:ea typeface="+mn-ea"/>
                          <a:cs typeface="+mn-cs"/>
                          <a:hlinkClick r:id="rId7">
                            <a:extLst>
                              <a:ext uri="{A12FA001-AC4F-418D-AE19-62706E023703}">
                                <ahyp:hlinkClr xmlns:ahyp="http://schemas.microsoft.com/office/drawing/2018/hyperlinkcolor" val="tx"/>
                              </a:ext>
                            </a:extLst>
                          </a:hlinkClick>
                        </a:rPr>
                        <a:t>SDO_EQUAL</a:t>
                      </a:r>
                      <a:endParaRPr lang="en-IN" sz="1800" kern="1200">
                        <a:solidFill>
                          <a:schemeClr val="tx2"/>
                        </a:solidFill>
                        <a:latin typeface="+mn-lt"/>
                        <a:ea typeface="+mn-ea"/>
                        <a:cs typeface="+mn-cs"/>
                      </a:endParaRPr>
                    </a:p>
                  </a:txBody>
                  <a:tcPr marL="36498" marR="36498" marT="18249" marB="18249" anchor="ctr">
                    <a:lnL>
                      <a:noFill/>
                    </a:lnL>
                    <a:lnR>
                      <a:noFill/>
                    </a:lnR>
                    <a:lnT>
                      <a:noFill/>
                    </a:lnT>
                    <a:lnB>
                      <a:noFill/>
                    </a:lnB>
                  </a:tcPr>
                </a:tc>
                <a:tc>
                  <a:txBody>
                    <a:bodyPr/>
                    <a:lstStyle/>
                    <a:p>
                      <a:r>
                        <a:rPr lang="en-US" sz="1800" kern="1200" dirty="0">
                          <a:solidFill>
                            <a:schemeClr val="tx1"/>
                          </a:solidFill>
                          <a:latin typeface="+mn-lt"/>
                          <a:ea typeface="+mn-ea"/>
                          <a:cs typeface="+mn-cs"/>
                        </a:rPr>
                        <a:t>Checks if any geometries in a table have the EQUAL topological relationship with a specified geometry.</a:t>
                      </a:r>
                    </a:p>
                  </a:txBody>
                  <a:tcPr marL="36498" marR="36498" marT="18249" marB="18249" anchor="ctr">
                    <a:lnL>
                      <a:noFill/>
                    </a:lnL>
                    <a:lnR>
                      <a:noFill/>
                    </a:lnR>
                    <a:lnT>
                      <a:noFill/>
                    </a:lnT>
                    <a:lnB>
                      <a:noFill/>
                    </a:lnB>
                  </a:tcPr>
                </a:tc>
                <a:extLst>
                  <a:ext uri="{0D108BD9-81ED-4DB2-BD59-A6C34878D82A}">
                    <a16:rowId xmlns:a16="http://schemas.microsoft.com/office/drawing/2014/main" val="2738026267"/>
                  </a:ext>
                </a:extLst>
              </a:tr>
            </a:tbl>
          </a:graphicData>
        </a:graphic>
      </p:graphicFrame>
    </p:spTree>
    <p:extLst>
      <p:ext uri="{BB962C8B-B14F-4D97-AF65-F5344CB8AC3E}">
        <p14:creationId xmlns:p14="http://schemas.microsoft.com/office/powerpoint/2010/main" val="3218474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Spatial Operators in Oracle</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47</a:t>
            </a:fld>
            <a:endParaRPr lang="en-US" noProof="0" dirty="0"/>
          </a:p>
        </p:txBody>
      </p:sp>
      <p:graphicFrame>
        <p:nvGraphicFramePr>
          <p:cNvPr id="5" name="Content Placeholder 4">
            <a:extLst>
              <a:ext uri="{FF2B5EF4-FFF2-40B4-BE49-F238E27FC236}">
                <a16:creationId xmlns:a16="http://schemas.microsoft.com/office/drawing/2014/main" id="{F0E7DC8A-6EFA-D112-5891-7D0530EE7371}"/>
              </a:ext>
            </a:extLst>
          </p:cNvPr>
          <p:cNvGraphicFramePr>
            <a:graphicFrameLocks noGrp="1"/>
          </p:cNvGraphicFramePr>
          <p:nvPr>
            <p:ph idx="1"/>
            <p:extLst>
              <p:ext uri="{D42A27DB-BD31-4B8C-83A1-F6EECF244321}">
                <p14:modId xmlns:p14="http://schemas.microsoft.com/office/powerpoint/2010/main" val="1031925792"/>
              </p:ext>
            </p:extLst>
          </p:nvPr>
        </p:nvGraphicFramePr>
        <p:xfrm>
          <a:off x="615141" y="2226760"/>
          <a:ext cx="10986856" cy="3510828"/>
        </p:xfrm>
        <a:graphic>
          <a:graphicData uri="http://schemas.openxmlformats.org/drawingml/2006/table">
            <a:tbl>
              <a:tblPr/>
              <a:tblGrid>
                <a:gridCol w="1828801">
                  <a:extLst>
                    <a:ext uri="{9D8B030D-6E8A-4147-A177-3AD203B41FA5}">
                      <a16:colId xmlns:a16="http://schemas.microsoft.com/office/drawing/2014/main" val="1529730991"/>
                    </a:ext>
                  </a:extLst>
                </a:gridCol>
                <a:gridCol w="9158055">
                  <a:extLst>
                    <a:ext uri="{9D8B030D-6E8A-4147-A177-3AD203B41FA5}">
                      <a16:colId xmlns:a16="http://schemas.microsoft.com/office/drawing/2014/main" val="92997703"/>
                    </a:ext>
                  </a:extLst>
                </a:gridCol>
              </a:tblGrid>
              <a:tr h="459559">
                <a:tc>
                  <a:txBody>
                    <a:bodyPr/>
                    <a:lstStyle/>
                    <a:p>
                      <a:r>
                        <a:rPr lang="en-IN" sz="1800" kern="1200">
                          <a:solidFill>
                            <a:schemeClr val="tx2"/>
                          </a:solidFill>
                          <a:latin typeface="+mn-lt"/>
                          <a:ea typeface="+mn-ea"/>
                          <a:cs typeface="+mn-cs"/>
                          <a:hlinkClick r:id="rId3">
                            <a:extLst>
                              <a:ext uri="{A12FA001-AC4F-418D-AE19-62706E023703}">
                                <ahyp:hlinkClr xmlns:ahyp="http://schemas.microsoft.com/office/drawing/2018/hyperlinkcolor" val="tx"/>
                              </a:ext>
                            </a:extLst>
                          </a:hlinkClick>
                        </a:rPr>
                        <a:t>SDO_INSIDE</a:t>
                      </a:r>
                      <a:endParaRPr lang="en-IN" sz="1800" kern="1200">
                        <a:solidFill>
                          <a:schemeClr val="tx2"/>
                        </a:solidFill>
                        <a:latin typeface="+mn-lt"/>
                        <a:ea typeface="+mn-ea"/>
                        <a:cs typeface="+mn-cs"/>
                      </a:endParaRPr>
                    </a:p>
                  </a:txBody>
                  <a:tcPr marL="36498" marR="36498" marT="18249" marB="18249" anchor="ctr">
                    <a:lnL>
                      <a:noFill/>
                    </a:lnL>
                    <a:lnR>
                      <a:noFill/>
                    </a:lnR>
                    <a:lnT>
                      <a:noFill/>
                    </a:lnT>
                    <a:lnB>
                      <a:noFill/>
                    </a:lnB>
                  </a:tcPr>
                </a:tc>
                <a:tc>
                  <a:txBody>
                    <a:bodyPr/>
                    <a:lstStyle/>
                    <a:p>
                      <a:r>
                        <a:rPr lang="en-US" sz="1800" kern="1200" dirty="0">
                          <a:solidFill>
                            <a:schemeClr val="tx1"/>
                          </a:solidFill>
                          <a:latin typeface="+mn-lt"/>
                          <a:ea typeface="+mn-ea"/>
                          <a:cs typeface="+mn-cs"/>
                        </a:rPr>
                        <a:t>Checks if any geometries in a table have the INSIDE topological relationship with a specified geometry.</a:t>
                      </a:r>
                    </a:p>
                  </a:txBody>
                  <a:tcPr marL="36498" marR="36498" marT="18249" marB="18249" anchor="ctr">
                    <a:lnL>
                      <a:noFill/>
                    </a:lnL>
                    <a:lnR>
                      <a:noFill/>
                    </a:lnR>
                    <a:lnT>
                      <a:noFill/>
                    </a:lnT>
                    <a:lnB>
                      <a:noFill/>
                    </a:lnB>
                  </a:tcPr>
                </a:tc>
                <a:extLst>
                  <a:ext uri="{0D108BD9-81ED-4DB2-BD59-A6C34878D82A}">
                    <a16:rowId xmlns:a16="http://schemas.microsoft.com/office/drawing/2014/main" val="678090911"/>
                  </a:ext>
                </a:extLst>
              </a:tr>
              <a:tr h="459559">
                <a:tc>
                  <a:txBody>
                    <a:bodyPr/>
                    <a:lstStyle/>
                    <a:p>
                      <a:r>
                        <a:rPr lang="en-IN" sz="1800" kern="1200">
                          <a:solidFill>
                            <a:schemeClr val="tx2"/>
                          </a:solidFill>
                          <a:latin typeface="+mn-lt"/>
                          <a:ea typeface="+mn-ea"/>
                          <a:cs typeface="+mn-cs"/>
                          <a:hlinkClick r:id="rId4">
                            <a:extLst>
                              <a:ext uri="{A12FA001-AC4F-418D-AE19-62706E023703}">
                                <ahyp:hlinkClr xmlns:ahyp="http://schemas.microsoft.com/office/drawing/2018/hyperlinkcolor" val="tx"/>
                              </a:ext>
                            </a:extLst>
                          </a:hlinkClick>
                        </a:rPr>
                        <a:t>SDO_ON</a:t>
                      </a:r>
                      <a:endParaRPr lang="en-IN" sz="1800" kern="1200">
                        <a:solidFill>
                          <a:schemeClr val="tx2"/>
                        </a:solidFill>
                        <a:latin typeface="+mn-lt"/>
                        <a:ea typeface="+mn-ea"/>
                        <a:cs typeface="+mn-cs"/>
                      </a:endParaRPr>
                    </a:p>
                  </a:txBody>
                  <a:tcPr marL="36498" marR="36498" marT="18249" marB="18249" anchor="ctr">
                    <a:lnL>
                      <a:noFill/>
                    </a:lnL>
                    <a:lnR>
                      <a:noFill/>
                    </a:lnR>
                    <a:lnT>
                      <a:noFill/>
                    </a:lnT>
                    <a:lnB>
                      <a:noFill/>
                    </a:lnB>
                  </a:tcPr>
                </a:tc>
                <a:tc>
                  <a:txBody>
                    <a:bodyPr/>
                    <a:lstStyle/>
                    <a:p>
                      <a:r>
                        <a:rPr lang="en-US" sz="1800" kern="1200" dirty="0">
                          <a:solidFill>
                            <a:schemeClr val="tx1"/>
                          </a:solidFill>
                          <a:latin typeface="+mn-lt"/>
                          <a:ea typeface="+mn-ea"/>
                          <a:cs typeface="+mn-cs"/>
                        </a:rPr>
                        <a:t>Checks if any geometries in a table have the ON topological relationship with a specified geometry.</a:t>
                      </a:r>
                    </a:p>
                  </a:txBody>
                  <a:tcPr marL="36498" marR="36498" marT="18249" marB="18249" anchor="ctr">
                    <a:lnL>
                      <a:noFill/>
                    </a:lnL>
                    <a:lnR>
                      <a:noFill/>
                    </a:lnR>
                    <a:lnT>
                      <a:noFill/>
                    </a:lnT>
                    <a:lnB>
                      <a:noFill/>
                    </a:lnB>
                  </a:tcPr>
                </a:tc>
                <a:extLst>
                  <a:ext uri="{0D108BD9-81ED-4DB2-BD59-A6C34878D82A}">
                    <a16:rowId xmlns:a16="http://schemas.microsoft.com/office/drawing/2014/main" val="2489550144"/>
                  </a:ext>
                </a:extLst>
              </a:tr>
              <a:tr h="459559">
                <a:tc>
                  <a:txBody>
                    <a:bodyPr/>
                    <a:lstStyle/>
                    <a:p>
                      <a:r>
                        <a:rPr lang="en-IN" sz="1800" kern="1200">
                          <a:solidFill>
                            <a:schemeClr val="tx2"/>
                          </a:solidFill>
                          <a:latin typeface="+mn-lt"/>
                          <a:ea typeface="+mn-ea"/>
                          <a:cs typeface="+mn-cs"/>
                          <a:hlinkClick r:id="rId5">
                            <a:extLst>
                              <a:ext uri="{A12FA001-AC4F-418D-AE19-62706E023703}">
                                <ahyp:hlinkClr xmlns:ahyp="http://schemas.microsoft.com/office/drawing/2018/hyperlinkcolor" val="tx"/>
                              </a:ext>
                            </a:extLst>
                          </a:hlinkClick>
                        </a:rPr>
                        <a:t>SDO_OVERLAPBDYDISJOINT</a:t>
                      </a:r>
                      <a:endParaRPr lang="en-IN" sz="1800" kern="1200">
                        <a:solidFill>
                          <a:schemeClr val="tx2"/>
                        </a:solidFill>
                        <a:latin typeface="+mn-lt"/>
                        <a:ea typeface="+mn-ea"/>
                        <a:cs typeface="+mn-cs"/>
                      </a:endParaRPr>
                    </a:p>
                  </a:txBody>
                  <a:tcPr marL="36498" marR="36498" marT="18249" marB="18249" anchor="ctr">
                    <a:lnL>
                      <a:noFill/>
                    </a:lnL>
                    <a:lnR>
                      <a:noFill/>
                    </a:lnR>
                    <a:lnT>
                      <a:noFill/>
                    </a:lnT>
                    <a:lnB>
                      <a:noFill/>
                    </a:lnB>
                  </a:tcPr>
                </a:tc>
                <a:tc>
                  <a:txBody>
                    <a:bodyPr/>
                    <a:lstStyle/>
                    <a:p>
                      <a:r>
                        <a:rPr lang="en-US" sz="1800" kern="1200" dirty="0">
                          <a:solidFill>
                            <a:schemeClr val="tx1"/>
                          </a:solidFill>
                          <a:latin typeface="+mn-lt"/>
                          <a:ea typeface="+mn-ea"/>
                          <a:cs typeface="+mn-cs"/>
                        </a:rPr>
                        <a:t>Checks if any geometries in a table have the OVERLAPBDYDISJOINT topological relationship with a specified geometry.</a:t>
                      </a:r>
                    </a:p>
                  </a:txBody>
                  <a:tcPr marL="36498" marR="36498" marT="18249" marB="18249" anchor="ctr">
                    <a:lnL>
                      <a:noFill/>
                    </a:lnL>
                    <a:lnR>
                      <a:noFill/>
                    </a:lnR>
                    <a:lnT>
                      <a:noFill/>
                    </a:lnT>
                    <a:lnB>
                      <a:noFill/>
                    </a:lnB>
                  </a:tcPr>
                </a:tc>
                <a:extLst>
                  <a:ext uri="{0D108BD9-81ED-4DB2-BD59-A6C34878D82A}">
                    <a16:rowId xmlns:a16="http://schemas.microsoft.com/office/drawing/2014/main" val="3862558866"/>
                  </a:ext>
                </a:extLst>
              </a:tr>
              <a:tr h="459559">
                <a:tc>
                  <a:txBody>
                    <a:bodyPr/>
                    <a:lstStyle/>
                    <a:p>
                      <a:r>
                        <a:rPr lang="en-IN" sz="1800" kern="1200">
                          <a:solidFill>
                            <a:schemeClr val="tx2"/>
                          </a:solidFill>
                          <a:latin typeface="+mn-lt"/>
                          <a:ea typeface="+mn-ea"/>
                          <a:cs typeface="+mn-cs"/>
                          <a:hlinkClick r:id="rId6">
                            <a:extLst>
                              <a:ext uri="{A12FA001-AC4F-418D-AE19-62706E023703}">
                                <ahyp:hlinkClr xmlns:ahyp="http://schemas.microsoft.com/office/drawing/2018/hyperlinkcolor" val="tx"/>
                              </a:ext>
                            </a:extLst>
                          </a:hlinkClick>
                        </a:rPr>
                        <a:t>SDO_OVERLAPBDYINTERSECT</a:t>
                      </a:r>
                      <a:endParaRPr lang="en-IN" sz="1800" kern="1200">
                        <a:solidFill>
                          <a:schemeClr val="tx2"/>
                        </a:solidFill>
                        <a:latin typeface="+mn-lt"/>
                        <a:ea typeface="+mn-ea"/>
                        <a:cs typeface="+mn-cs"/>
                      </a:endParaRPr>
                    </a:p>
                  </a:txBody>
                  <a:tcPr marL="36498" marR="36498" marT="18249" marB="18249" anchor="ctr">
                    <a:lnL>
                      <a:noFill/>
                    </a:lnL>
                    <a:lnR>
                      <a:noFill/>
                    </a:lnR>
                    <a:lnT>
                      <a:noFill/>
                    </a:lnT>
                    <a:lnB>
                      <a:noFill/>
                    </a:lnB>
                  </a:tcPr>
                </a:tc>
                <a:tc>
                  <a:txBody>
                    <a:bodyPr/>
                    <a:lstStyle/>
                    <a:p>
                      <a:r>
                        <a:rPr lang="en-US" sz="1800" kern="1200" dirty="0">
                          <a:solidFill>
                            <a:schemeClr val="tx1"/>
                          </a:solidFill>
                          <a:latin typeface="+mn-lt"/>
                          <a:ea typeface="+mn-ea"/>
                          <a:cs typeface="+mn-cs"/>
                        </a:rPr>
                        <a:t>Checks if any geometries in a table have the OVERLAPBDYINTERSECT topological relationship with a specified geometry.</a:t>
                      </a:r>
                    </a:p>
                  </a:txBody>
                  <a:tcPr marL="36498" marR="36498" marT="18249" marB="18249" anchor="ctr">
                    <a:lnL>
                      <a:noFill/>
                    </a:lnL>
                    <a:lnR>
                      <a:noFill/>
                    </a:lnR>
                    <a:lnT>
                      <a:noFill/>
                    </a:lnT>
                    <a:lnB>
                      <a:noFill/>
                    </a:lnB>
                  </a:tcPr>
                </a:tc>
                <a:extLst>
                  <a:ext uri="{0D108BD9-81ED-4DB2-BD59-A6C34878D82A}">
                    <a16:rowId xmlns:a16="http://schemas.microsoft.com/office/drawing/2014/main" val="4184872669"/>
                  </a:ext>
                </a:extLst>
              </a:tr>
              <a:tr h="459559">
                <a:tc>
                  <a:txBody>
                    <a:bodyPr/>
                    <a:lstStyle/>
                    <a:p>
                      <a:r>
                        <a:rPr lang="en-IN" sz="1800" kern="1200">
                          <a:solidFill>
                            <a:schemeClr val="tx2"/>
                          </a:solidFill>
                          <a:latin typeface="+mn-lt"/>
                          <a:ea typeface="+mn-ea"/>
                          <a:cs typeface="+mn-cs"/>
                          <a:hlinkClick r:id="rId7">
                            <a:extLst>
                              <a:ext uri="{A12FA001-AC4F-418D-AE19-62706E023703}">
                                <ahyp:hlinkClr xmlns:ahyp="http://schemas.microsoft.com/office/drawing/2018/hyperlinkcolor" val="tx"/>
                              </a:ext>
                            </a:extLst>
                          </a:hlinkClick>
                        </a:rPr>
                        <a:t>SDO_OVERLAPS</a:t>
                      </a:r>
                      <a:endParaRPr lang="en-IN" sz="1800" kern="1200">
                        <a:solidFill>
                          <a:schemeClr val="tx2"/>
                        </a:solidFill>
                        <a:latin typeface="+mn-lt"/>
                        <a:ea typeface="+mn-ea"/>
                        <a:cs typeface="+mn-cs"/>
                      </a:endParaRPr>
                    </a:p>
                  </a:txBody>
                  <a:tcPr marL="36498" marR="36498" marT="18249" marB="18249" anchor="ctr">
                    <a:lnL>
                      <a:noFill/>
                    </a:lnL>
                    <a:lnR>
                      <a:noFill/>
                    </a:lnR>
                    <a:lnT>
                      <a:noFill/>
                    </a:lnT>
                    <a:lnB>
                      <a:noFill/>
                    </a:lnB>
                  </a:tcPr>
                </a:tc>
                <a:tc>
                  <a:txBody>
                    <a:bodyPr/>
                    <a:lstStyle/>
                    <a:p>
                      <a:r>
                        <a:rPr lang="en-US" sz="1800" kern="1200" dirty="0">
                          <a:solidFill>
                            <a:schemeClr val="tx1"/>
                          </a:solidFill>
                          <a:latin typeface="+mn-lt"/>
                          <a:ea typeface="+mn-ea"/>
                          <a:cs typeface="+mn-cs"/>
                        </a:rPr>
                        <a:t>Checks if any geometries in a table overlap (that is, have the OVERLAPBDYDISJOINT or OVERLAPBDYINTERSECT topological relationship with) a specified geometry.</a:t>
                      </a:r>
                    </a:p>
                  </a:txBody>
                  <a:tcPr marL="36498" marR="36498" marT="18249" marB="18249" anchor="ctr">
                    <a:lnL>
                      <a:noFill/>
                    </a:lnL>
                    <a:lnR>
                      <a:noFill/>
                    </a:lnR>
                    <a:lnT>
                      <a:noFill/>
                    </a:lnT>
                    <a:lnB>
                      <a:noFill/>
                    </a:lnB>
                  </a:tcPr>
                </a:tc>
                <a:extLst>
                  <a:ext uri="{0D108BD9-81ED-4DB2-BD59-A6C34878D82A}">
                    <a16:rowId xmlns:a16="http://schemas.microsoft.com/office/drawing/2014/main" val="2664150247"/>
                  </a:ext>
                </a:extLst>
              </a:tr>
              <a:tr h="459559">
                <a:tc>
                  <a:txBody>
                    <a:bodyPr/>
                    <a:lstStyle/>
                    <a:p>
                      <a:r>
                        <a:rPr lang="en-IN" sz="1800" kern="1200" dirty="0">
                          <a:solidFill>
                            <a:schemeClr val="tx2"/>
                          </a:solidFill>
                          <a:latin typeface="+mn-lt"/>
                          <a:ea typeface="+mn-ea"/>
                          <a:cs typeface="+mn-cs"/>
                          <a:hlinkClick r:id="rId8">
                            <a:extLst>
                              <a:ext uri="{A12FA001-AC4F-418D-AE19-62706E023703}">
                                <ahyp:hlinkClr xmlns:ahyp="http://schemas.microsoft.com/office/drawing/2018/hyperlinkcolor" val="tx"/>
                              </a:ext>
                            </a:extLst>
                          </a:hlinkClick>
                        </a:rPr>
                        <a:t>SDO_TOUCH</a:t>
                      </a:r>
                      <a:endParaRPr lang="en-IN" sz="1800" kern="1200" dirty="0">
                        <a:solidFill>
                          <a:schemeClr val="tx2"/>
                        </a:solidFill>
                        <a:latin typeface="+mn-lt"/>
                        <a:ea typeface="+mn-ea"/>
                        <a:cs typeface="+mn-cs"/>
                      </a:endParaRPr>
                    </a:p>
                  </a:txBody>
                  <a:tcPr marL="36498" marR="36498" marT="18249" marB="18249" anchor="ctr">
                    <a:lnL>
                      <a:noFill/>
                    </a:lnL>
                    <a:lnR>
                      <a:noFill/>
                    </a:lnR>
                    <a:lnT>
                      <a:noFill/>
                    </a:lnT>
                    <a:lnB>
                      <a:noFill/>
                    </a:lnB>
                  </a:tcPr>
                </a:tc>
                <a:tc>
                  <a:txBody>
                    <a:bodyPr/>
                    <a:lstStyle/>
                    <a:p>
                      <a:r>
                        <a:rPr lang="en-US" sz="1800" kern="1200" dirty="0">
                          <a:solidFill>
                            <a:schemeClr val="tx1"/>
                          </a:solidFill>
                          <a:latin typeface="+mn-lt"/>
                          <a:ea typeface="+mn-ea"/>
                          <a:cs typeface="+mn-cs"/>
                        </a:rPr>
                        <a:t>Checks if any geometries in a table have the TOUCH topological relationship with a specified geometry.</a:t>
                      </a:r>
                    </a:p>
                  </a:txBody>
                  <a:tcPr marL="36498" marR="36498" marT="18249" marB="18249" anchor="ctr">
                    <a:lnL>
                      <a:noFill/>
                    </a:lnL>
                    <a:lnR>
                      <a:noFill/>
                    </a:lnR>
                    <a:lnT>
                      <a:noFill/>
                    </a:lnT>
                    <a:lnB>
                      <a:noFill/>
                    </a:lnB>
                  </a:tcPr>
                </a:tc>
                <a:extLst>
                  <a:ext uri="{0D108BD9-81ED-4DB2-BD59-A6C34878D82A}">
                    <a16:rowId xmlns:a16="http://schemas.microsoft.com/office/drawing/2014/main" val="2155627405"/>
                  </a:ext>
                </a:extLst>
              </a:tr>
            </a:tbl>
          </a:graphicData>
        </a:graphic>
      </p:graphicFrame>
    </p:spTree>
    <p:extLst>
      <p:ext uri="{BB962C8B-B14F-4D97-AF65-F5344CB8AC3E}">
        <p14:creationId xmlns:p14="http://schemas.microsoft.com/office/powerpoint/2010/main" val="22876267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Spatial Query</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48</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fontScale="92500" lnSpcReduction="20000"/>
          </a:bodyPr>
          <a:lstStyle/>
          <a:p>
            <a:r>
              <a:rPr lang="en-US" dirty="0"/>
              <a:t>A </a:t>
            </a:r>
            <a:r>
              <a:rPr lang="en-US" b="1" dirty="0"/>
              <a:t>spatial query</a:t>
            </a:r>
            <a:r>
              <a:rPr lang="en-US" dirty="0"/>
              <a:t> is a special type of database query supported by spatial databases, including geodatabases. </a:t>
            </a:r>
          </a:p>
          <a:p>
            <a:r>
              <a:rPr lang="en-US" dirty="0"/>
              <a:t>The queries differ from non-spatial SQL queries in several important ways. </a:t>
            </a:r>
          </a:p>
          <a:p>
            <a:r>
              <a:rPr lang="en-US" dirty="0"/>
              <a:t>Two of the most important are that they allow for the use of geometry data types such as points, lines and polygons and that these queries consider the spatial relationship between these geometries. </a:t>
            </a:r>
          </a:p>
          <a:p>
            <a:r>
              <a:rPr lang="en-US" dirty="0"/>
              <a:t>The function names for queries differ across geodatabases. The following are a few of the functions built into PostGIS, a free geodatabase which is a PostgreSQL extension (the term 'geometry' refers to a point, line, box or other two or three dimensional shape)</a:t>
            </a:r>
          </a:p>
        </p:txBody>
      </p:sp>
    </p:spTree>
    <p:extLst>
      <p:ext uri="{BB962C8B-B14F-4D97-AF65-F5344CB8AC3E}">
        <p14:creationId xmlns:p14="http://schemas.microsoft.com/office/powerpoint/2010/main" val="5078382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Spatial Query</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49</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a:xfrm>
            <a:off x="838200" y="1825625"/>
            <a:ext cx="10515600" cy="4556390"/>
          </a:xfrm>
        </p:spPr>
        <p:txBody>
          <a:bodyPr>
            <a:normAutofit fontScale="70000" lnSpcReduction="20000"/>
          </a:bodyPr>
          <a:lstStyle/>
          <a:p>
            <a:r>
              <a:rPr lang="en-US" dirty="0"/>
              <a:t>The requests</a:t>
            </a:r>
            <a:r>
              <a:rPr lang="en-US" b="1" dirty="0"/>
              <a:t> </a:t>
            </a:r>
            <a:r>
              <a:rPr lang="en-US" dirty="0"/>
              <a:t>for the spatial data which requires the use of spatial operations are called Spatial </a:t>
            </a:r>
            <a:r>
              <a:rPr lang="en-US" dirty="0" err="1"/>
              <a:t>Queries.It</a:t>
            </a:r>
            <a:r>
              <a:rPr lang="en-US" dirty="0"/>
              <a:t> can be divided into –</a:t>
            </a:r>
          </a:p>
          <a:p>
            <a:pPr marL="0" indent="0">
              <a:buNone/>
            </a:pPr>
            <a:r>
              <a:rPr lang="en-US" b="1" dirty="0">
                <a:solidFill>
                  <a:schemeClr val="tx2">
                    <a:lumMod val="60000"/>
                    <a:lumOff val="40000"/>
                  </a:schemeClr>
                </a:solidFill>
              </a:rPr>
              <a:t>Range queries </a:t>
            </a:r>
            <a:r>
              <a:rPr lang="en-US" b="1" dirty="0"/>
              <a:t>: </a:t>
            </a:r>
            <a:r>
              <a:rPr lang="en-US" dirty="0"/>
              <a:t>It finds all objects of a particular type that are within a given spatial area. </a:t>
            </a:r>
          </a:p>
          <a:p>
            <a:r>
              <a:rPr lang="en-US" b="1" dirty="0"/>
              <a:t>Example – </a:t>
            </a:r>
            <a:r>
              <a:rPr lang="en-US" dirty="0"/>
              <a:t>Finds all hospitals within the Siliguri area. A variation of this query is for a given location, find all objects within a particular distance, for example, find all banks within 5 km range.</a:t>
            </a:r>
          </a:p>
          <a:p>
            <a:pPr marL="0" indent="0">
              <a:buNone/>
            </a:pPr>
            <a:r>
              <a:rPr lang="en-US" b="1" dirty="0">
                <a:solidFill>
                  <a:schemeClr val="tx2">
                    <a:lumMod val="60000"/>
                    <a:lumOff val="40000"/>
                  </a:schemeClr>
                </a:solidFill>
              </a:rPr>
              <a:t>Nearest neighbor queries </a:t>
            </a:r>
            <a:r>
              <a:rPr lang="en-US" b="1" dirty="0"/>
              <a:t>: </a:t>
            </a:r>
            <a:r>
              <a:rPr lang="en-US" dirty="0"/>
              <a:t>It Finds object of a particular type which is nearest to a given location. </a:t>
            </a:r>
          </a:p>
          <a:p>
            <a:r>
              <a:rPr lang="en-US" b="1" dirty="0"/>
              <a:t>Example – </a:t>
            </a:r>
            <a:r>
              <a:rPr lang="en-US" dirty="0"/>
              <a:t>Finds the nearest police station from the location of accident.</a:t>
            </a:r>
          </a:p>
          <a:p>
            <a:pPr marL="0" indent="0">
              <a:buNone/>
            </a:pPr>
            <a:r>
              <a:rPr lang="en-US" b="1" dirty="0">
                <a:solidFill>
                  <a:schemeClr val="tx2">
                    <a:lumMod val="60000"/>
                    <a:lumOff val="40000"/>
                  </a:schemeClr>
                </a:solidFill>
              </a:rPr>
              <a:t>Spatial joins or overlays </a:t>
            </a:r>
            <a:r>
              <a:rPr lang="en-US" b="1" dirty="0"/>
              <a:t>: </a:t>
            </a:r>
            <a:r>
              <a:rPr lang="en-US" dirty="0"/>
              <a:t>It joins the objects of two types based on spatial condition, such as the objects which are intersecting or overlapping spatially. </a:t>
            </a:r>
          </a:p>
          <a:p>
            <a:r>
              <a:rPr lang="en-US" b="1" dirty="0"/>
              <a:t>Example – </a:t>
            </a:r>
            <a:r>
              <a:rPr lang="en-US" dirty="0"/>
              <a:t>Finds all </a:t>
            </a:r>
            <a:r>
              <a:rPr lang="en-US" dirty="0" err="1"/>
              <a:t>Dhabas</a:t>
            </a:r>
            <a:r>
              <a:rPr lang="en-US" dirty="0"/>
              <a:t> on a National Highway between two cities. It spatially joins township objects and highway object.</a:t>
            </a:r>
          </a:p>
          <a:p>
            <a:r>
              <a:rPr lang="en-US" dirty="0"/>
              <a:t>Finds all hotels that are within 5 </a:t>
            </a:r>
            <a:r>
              <a:rPr lang="en-US" dirty="0" err="1"/>
              <a:t>kilometres</a:t>
            </a:r>
            <a:r>
              <a:rPr lang="en-US" dirty="0"/>
              <a:t> of a railway station. It spatially joins railway station objects and hotels objects.</a:t>
            </a:r>
          </a:p>
        </p:txBody>
      </p:sp>
    </p:spTree>
    <p:extLst>
      <p:ext uri="{BB962C8B-B14F-4D97-AF65-F5344CB8AC3E}">
        <p14:creationId xmlns:p14="http://schemas.microsoft.com/office/powerpoint/2010/main" val="27232526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Spatial Query</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50</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fontScale="55000" lnSpcReduction="20000"/>
          </a:bodyPr>
          <a:lstStyle/>
          <a:p>
            <a:r>
              <a:rPr lang="en-IN" dirty="0"/>
              <a:t>Function prototype: </a:t>
            </a:r>
            <a:r>
              <a:rPr lang="en-IN" i="1" dirty="0" err="1"/>
              <a:t>functionName</a:t>
            </a:r>
            <a:r>
              <a:rPr lang="en-IN" i="1" dirty="0"/>
              <a:t> (parameter(s)) : return type </a:t>
            </a:r>
            <a:endParaRPr lang="en-IN" dirty="0"/>
          </a:p>
          <a:p>
            <a:pPr>
              <a:buFont typeface="Arial" panose="020B0604020202020204" pitchFamily="34" charset="0"/>
              <a:buChar char="•"/>
            </a:pPr>
            <a:r>
              <a:rPr lang="en-IN" dirty="0" err="1"/>
              <a:t>ST_Distance</a:t>
            </a:r>
            <a:r>
              <a:rPr lang="en-IN" dirty="0"/>
              <a:t>(geometry, geometry) : number</a:t>
            </a:r>
          </a:p>
          <a:p>
            <a:pPr>
              <a:buFont typeface="Arial" panose="020B0604020202020204" pitchFamily="34" charset="0"/>
              <a:buChar char="•"/>
            </a:pPr>
            <a:r>
              <a:rPr lang="en-IN" dirty="0" err="1"/>
              <a:t>ST_Equals</a:t>
            </a:r>
            <a:r>
              <a:rPr lang="en-IN" dirty="0"/>
              <a:t>(geometry, geometry) : </a:t>
            </a:r>
            <a:r>
              <a:rPr lang="en-IN" dirty="0" err="1"/>
              <a:t>boolean</a:t>
            </a:r>
            <a:endParaRPr lang="en-IN" dirty="0"/>
          </a:p>
          <a:p>
            <a:pPr>
              <a:buFont typeface="Arial" panose="020B0604020202020204" pitchFamily="34" charset="0"/>
              <a:buChar char="•"/>
            </a:pPr>
            <a:r>
              <a:rPr lang="en-IN" dirty="0" err="1"/>
              <a:t>ST_Disjoint</a:t>
            </a:r>
            <a:r>
              <a:rPr lang="en-IN" dirty="0"/>
              <a:t>(geometry, geometry) : </a:t>
            </a:r>
            <a:r>
              <a:rPr lang="en-IN" dirty="0" err="1"/>
              <a:t>boolean</a:t>
            </a:r>
            <a:endParaRPr lang="en-IN" dirty="0"/>
          </a:p>
          <a:p>
            <a:pPr>
              <a:buFont typeface="Arial" panose="020B0604020202020204" pitchFamily="34" charset="0"/>
              <a:buChar char="•"/>
            </a:pPr>
            <a:r>
              <a:rPr lang="en-IN" dirty="0" err="1"/>
              <a:t>ST_Intersects</a:t>
            </a:r>
            <a:r>
              <a:rPr lang="en-IN" dirty="0"/>
              <a:t>(geometry, geometry) : </a:t>
            </a:r>
            <a:r>
              <a:rPr lang="en-IN" dirty="0" err="1"/>
              <a:t>boolean</a:t>
            </a:r>
            <a:endParaRPr lang="en-IN" dirty="0"/>
          </a:p>
          <a:p>
            <a:pPr>
              <a:buFont typeface="Arial" panose="020B0604020202020204" pitchFamily="34" charset="0"/>
              <a:buChar char="•"/>
            </a:pPr>
            <a:r>
              <a:rPr lang="en-IN" dirty="0" err="1"/>
              <a:t>ST_Touches</a:t>
            </a:r>
            <a:r>
              <a:rPr lang="en-IN" dirty="0"/>
              <a:t>(geometry, geometry) : </a:t>
            </a:r>
            <a:r>
              <a:rPr lang="en-IN" dirty="0" err="1"/>
              <a:t>boolean</a:t>
            </a:r>
            <a:endParaRPr lang="en-IN" dirty="0"/>
          </a:p>
          <a:p>
            <a:pPr>
              <a:buFont typeface="Arial" panose="020B0604020202020204" pitchFamily="34" charset="0"/>
              <a:buChar char="•"/>
            </a:pPr>
            <a:r>
              <a:rPr lang="en-IN" dirty="0" err="1"/>
              <a:t>ST_Crosses</a:t>
            </a:r>
            <a:r>
              <a:rPr lang="en-IN" dirty="0"/>
              <a:t>(geometry, geometry) : </a:t>
            </a:r>
            <a:r>
              <a:rPr lang="en-IN" dirty="0" err="1"/>
              <a:t>boolean</a:t>
            </a:r>
            <a:endParaRPr lang="en-IN" dirty="0"/>
          </a:p>
          <a:p>
            <a:pPr>
              <a:buFont typeface="Arial" panose="020B0604020202020204" pitchFamily="34" charset="0"/>
              <a:buChar char="•"/>
            </a:pPr>
            <a:r>
              <a:rPr lang="en-IN" dirty="0" err="1"/>
              <a:t>ST_Overlaps</a:t>
            </a:r>
            <a:r>
              <a:rPr lang="en-IN" dirty="0"/>
              <a:t>(geometry, geometry) : </a:t>
            </a:r>
            <a:r>
              <a:rPr lang="en-IN" dirty="0" err="1"/>
              <a:t>boolean</a:t>
            </a:r>
            <a:endParaRPr lang="en-IN" dirty="0"/>
          </a:p>
          <a:p>
            <a:pPr>
              <a:buFont typeface="Arial" panose="020B0604020202020204" pitchFamily="34" charset="0"/>
              <a:buChar char="•"/>
            </a:pPr>
            <a:r>
              <a:rPr lang="en-IN" dirty="0" err="1"/>
              <a:t>ST_Contains</a:t>
            </a:r>
            <a:r>
              <a:rPr lang="en-IN" dirty="0"/>
              <a:t>(geometry, geometry) : </a:t>
            </a:r>
            <a:r>
              <a:rPr lang="en-IN" dirty="0" err="1"/>
              <a:t>boolean</a:t>
            </a:r>
            <a:endParaRPr lang="en-IN" dirty="0"/>
          </a:p>
          <a:p>
            <a:pPr>
              <a:buFont typeface="Arial" panose="020B0604020202020204" pitchFamily="34" charset="0"/>
              <a:buChar char="•"/>
            </a:pPr>
            <a:r>
              <a:rPr lang="en-IN" dirty="0" err="1"/>
              <a:t>ST_Length</a:t>
            </a:r>
            <a:r>
              <a:rPr lang="en-IN" dirty="0"/>
              <a:t>(geometry) : number</a:t>
            </a:r>
          </a:p>
          <a:p>
            <a:pPr>
              <a:buFont typeface="Arial" panose="020B0604020202020204" pitchFamily="34" charset="0"/>
              <a:buChar char="•"/>
            </a:pPr>
            <a:r>
              <a:rPr lang="en-IN" dirty="0" err="1"/>
              <a:t>ST_Area</a:t>
            </a:r>
            <a:r>
              <a:rPr lang="en-IN" dirty="0"/>
              <a:t>(geometry) : number</a:t>
            </a:r>
          </a:p>
          <a:p>
            <a:pPr>
              <a:buFont typeface="Arial" panose="020B0604020202020204" pitchFamily="34" charset="0"/>
              <a:buChar char="•"/>
            </a:pPr>
            <a:r>
              <a:rPr lang="en-IN" dirty="0"/>
              <a:t>ST_Centroid(geometry) : geometry</a:t>
            </a:r>
          </a:p>
          <a:p>
            <a:pPr>
              <a:buFont typeface="Arial" panose="020B0604020202020204" pitchFamily="34" charset="0"/>
              <a:buChar char="•"/>
            </a:pPr>
            <a:r>
              <a:rPr lang="en-IN" dirty="0" err="1"/>
              <a:t>ST_Intersection</a:t>
            </a:r>
            <a:r>
              <a:rPr lang="en-IN" dirty="0"/>
              <a:t>(geometry, geometry) : geometry</a:t>
            </a:r>
          </a:p>
        </p:txBody>
      </p:sp>
    </p:spTree>
    <p:extLst>
      <p:ext uri="{BB962C8B-B14F-4D97-AF65-F5344CB8AC3E}">
        <p14:creationId xmlns:p14="http://schemas.microsoft.com/office/powerpoint/2010/main" val="18102347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Spatial Query</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51</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a:bodyPr>
          <a:lstStyle/>
          <a:p>
            <a:r>
              <a:rPr lang="en-US" dirty="0"/>
              <a:t>Thus, a spatial join between a points layer of cities and a polygon layer of countries could be performed in a spatially-extended SQL statement as:</a:t>
            </a:r>
          </a:p>
          <a:p>
            <a:pPr marL="0" indent="0" algn="ctr">
              <a:buNone/>
            </a:pPr>
            <a:r>
              <a:rPr lang="en-US" dirty="0"/>
              <a:t>SELECT * FROM cities, countries WHERE </a:t>
            </a:r>
            <a:r>
              <a:rPr lang="en-US" dirty="0" err="1"/>
              <a:t>ST_Contains</a:t>
            </a:r>
            <a:r>
              <a:rPr lang="en-US" dirty="0"/>
              <a:t>(</a:t>
            </a:r>
            <a:r>
              <a:rPr lang="en-US" dirty="0" err="1"/>
              <a:t>countries.shape</a:t>
            </a:r>
            <a:r>
              <a:rPr lang="en-US" dirty="0"/>
              <a:t>, </a:t>
            </a:r>
            <a:r>
              <a:rPr lang="en-US" dirty="0" err="1"/>
              <a:t>cities.shape</a:t>
            </a:r>
            <a:r>
              <a:rPr lang="en-US" dirty="0"/>
              <a:t>)</a:t>
            </a:r>
          </a:p>
          <a:p>
            <a:r>
              <a:rPr lang="en-US" dirty="0"/>
              <a:t>The Intersect vector overlay operation (a core element of GIS software) could be replicated as:</a:t>
            </a:r>
          </a:p>
          <a:p>
            <a:pPr marL="0" indent="0" algn="ctr">
              <a:buNone/>
            </a:pPr>
            <a:r>
              <a:rPr lang="en-US" dirty="0"/>
              <a:t>SELECT </a:t>
            </a:r>
            <a:r>
              <a:rPr lang="en-US" dirty="0" err="1"/>
              <a:t>ST_Intersection</a:t>
            </a:r>
            <a:r>
              <a:rPr lang="en-US" dirty="0"/>
              <a:t>(</a:t>
            </a:r>
            <a:r>
              <a:rPr lang="en-US" dirty="0" err="1"/>
              <a:t>veg.shape</a:t>
            </a:r>
            <a:r>
              <a:rPr lang="en-US" dirty="0"/>
              <a:t>, </a:t>
            </a:r>
            <a:r>
              <a:rPr lang="en-US" dirty="0" err="1"/>
              <a:t>soil.shape</a:t>
            </a:r>
            <a:r>
              <a:rPr lang="en-US" dirty="0"/>
              <a:t>) </a:t>
            </a:r>
            <a:r>
              <a:rPr lang="en-US" dirty="0" err="1"/>
              <a:t>int_poly</a:t>
            </a:r>
            <a:r>
              <a:rPr lang="en-US" dirty="0"/>
              <a:t>, veg.*, soil.* FROM veg, soil where </a:t>
            </a:r>
            <a:r>
              <a:rPr lang="en-US" dirty="0" err="1"/>
              <a:t>ST_Intersects</a:t>
            </a:r>
            <a:r>
              <a:rPr lang="en-US" dirty="0"/>
              <a:t>(</a:t>
            </a:r>
            <a:r>
              <a:rPr lang="en-US" dirty="0" err="1"/>
              <a:t>veg.shape</a:t>
            </a:r>
            <a:r>
              <a:rPr lang="en-US" dirty="0"/>
              <a:t>, </a:t>
            </a:r>
            <a:r>
              <a:rPr lang="en-US" dirty="0" err="1"/>
              <a:t>soil.shape</a:t>
            </a:r>
            <a:r>
              <a:rPr lang="en-US" dirty="0"/>
              <a:t>) </a:t>
            </a:r>
            <a:endParaRPr lang="en-IN" dirty="0"/>
          </a:p>
        </p:txBody>
      </p:sp>
    </p:spTree>
    <p:extLst>
      <p:ext uri="{BB962C8B-B14F-4D97-AF65-F5344CB8AC3E}">
        <p14:creationId xmlns:p14="http://schemas.microsoft.com/office/powerpoint/2010/main" val="21235524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F831ED5-63E3-AD5B-59FB-4CA975ECD4F0}"/>
              </a:ext>
            </a:extLst>
          </p:cNvPr>
          <p:cNvSpPr>
            <a:spLocks noGrp="1"/>
          </p:cNvSpPr>
          <p:nvPr>
            <p:ph type="title"/>
          </p:nvPr>
        </p:nvSpPr>
        <p:spPr/>
        <p:txBody>
          <a:bodyPr/>
          <a:lstStyle/>
          <a:p>
            <a:pPr algn="ctr"/>
            <a:r>
              <a:rPr lang="en-US" dirty="0"/>
              <a:t>Spatial Query</a:t>
            </a:r>
            <a:endParaRPr lang="en-IN" dirty="0"/>
          </a:p>
        </p:txBody>
      </p:sp>
      <p:sp>
        <p:nvSpPr>
          <p:cNvPr id="4" name="Footer Placeholder 3">
            <a:extLst>
              <a:ext uri="{FF2B5EF4-FFF2-40B4-BE49-F238E27FC236}">
                <a16:creationId xmlns:a16="http://schemas.microsoft.com/office/drawing/2014/main" id="{31155987-8B88-1AB4-903B-3AC365BE6EE9}"/>
              </a:ext>
            </a:extLst>
          </p:cNvPr>
          <p:cNvSpPr>
            <a:spLocks noGrp="1"/>
          </p:cNvSpPr>
          <p:nvPr>
            <p:ph type="ftr" sz="quarter" idx="11"/>
          </p:nvPr>
        </p:nvSpPr>
        <p:spPr/>
        <p:txBody>
          <a:bodyPr/>
          <a:lstStyle/>
          <a:p>
            <a:r>
              <a:rPr lang="en-US" noProof="0" dirty="0"/>
              <a:t>Spatial and Multimedia Databases</a:t>
            </a:r>
          </a:p>
        </p:txBody>
      </p:sp>
      <p:sp>
        <p:nvSpPr>
          <p:cNvPr id="2" name="Slide Number Placeholder 1">
            <a:extLst>
              <a:ext uri="{FF2B5EF4-FFF2-40B4-BE49-F238E27FC236}">
                <a16:creationId xmlns:a16="http://schemas.microsoft.com/office/drawing/2014/main" id="{A7AC0852-202C-96A5-E2F2-C3CB9B9B1291}"/>
              </a:ext>
            </a:extLst>
          </p:cNvPr>
          <p:cNvSpPr>
            <a:spLocks noGrp="1"/>
          </p:cNvSpPr>
          <p:nvPr>
            <p:ph type="sldNum" sz="quarter" idx="12"/>
          </p:nvPr>
        </p:nvSpPr>
        <p:spPr/>
        <p:txBody>
          <a:bodyPr/>
          <a:lstStyle/>
          <a:p>
            <a:fld id="{D495E168-DA5E-4888-8D8A-92B118324C14}" type="slidenum">
              <a:rPr lang="en-US" noProof="0" smtClean="0"/>
              <a:pPr/>
              <a:t>52</a:t>
            </a:fld>
            <a:endParaRPr lang="en-US" noProof="0" dirty="0"/>
          </a:p>
        </p:txBody>
      </p:sp>
      <p:sp>
        <p:nvSpPr>
          <p:cNvPr id="10" name="Content Placeholder 9">
            <a:extLst>
              <a:ext uri="{FF2B5EF4-FFF2-40B4-BE49-F238E27FC236}">
                <a16:creationId xmlns:a16="http://schemas.microsoft.com/office/drawing/2014/main" id="{32185188-C4F8-B782-33C2-DFB180C6823F}"/>
              </a:ext>
            </a:extLst>
          </p:cNvPr>
          <p:cNvSpPr>
            <a:spLocks noGrp="1"/>
          </p:cNvSpPr>
          <p:nvPr>
            <p:ph idx="1"/>
          </p:nvPr>
        </p:nvSpPr>
        <p:spPr/>
        <p:txBody>
          <a:bodyPr>
            <a:normAutofit/>
          </a:bodyPr>
          <a:lstStyle/>
          <a:p>
            <a:r>
              <a:rPr lang="en-US" dirty="0"/>
              <a:t>Thus, a spatial join between a points layer of cities and a polygon layer of countries could be performed in a spatially-extended SQL statement as:</a:t>
            </a:r>
          </a:p>
          <a:p>
            <a:pPr marL="0" indent="0" algn="ctr">
              <a:buNone/>
            </a:pPr>
            <a:r>
              <a:rPr lang="en-US" dirty="0">
                <a:solidFill>
                  <a:schemeClr val="tx2">
                    <a:lumMod val="60000"/>
                    <a:lumOff val="40000"/>
                  </a:schemeClr>
                </a:solidFill>
              </a:rPr>
              <a:t>SELECT * FROM cities, countries WHERE </a:t>
            </a:r>
            <a:r>
              <a:rPr lang="en-US" dirty="0" err="1">
                <a:solidFill>
                  <a:schemeClr val="tx2">
                    <a:lumMod val="60000"/>
                    <a:lumOff val="40000"/>
                  </a:schemeClr>
                </a:solidFill>
              </a:rPr>
              <a:t>ST_Contains</a:t>
            </a:r>
            <a:r>
              <a:rPr lang="en-US" dirty="0">
                <a:solidFill>
                  <a:schemeClr val="tx2">
                    <a:lumMod val="60000"/>
                    <a:lumOff val="40000"/>
                  </a:schemeClr>
                </a:solidFill>
              </a:rPr>
              <a:t>(</a:t>
            </a:r>
            <a:r>
              <a:rPr lang="en-US" dirty="0" err="1">
                <a:solidFill>
                  <a:schemeClr val="tx2">
                    <a:lumMod val="60000"/>
                    <a:lumOff val="40000"/>
                  </a:schemeClr>
                </a:solidFill>
              </a:rPr>
              <a:t>countries.shape</a:t>
            </a:r>
            <a:r>
              <a:rPr lang="en-US" dirty="0">
                <a:solidFill>
                  <a:schemeClr val="tx2">
                    <a:lumMod val="60000"/>
                    <a:lumOff val="40000"/>
                  </a:schemeClr>
                </a:solidFill>
              </a:rPr>
              <a:t>, </a:t>
            </a:r>
            <a:r>
              <a:rPr lang="en-US" dirty="0" err="1">
                <a:solidFill>
                  <a:schemeClr val="tx2">
                    <a:lumMod val="60000"/>
                    <a:lumOff val="40000"/>
                  </a:schemeClr>
                </a:solidFill>
              </a:rPr>
              <a:t>cities.shape</a:t>
            </a:r>
            <a:r>
              <a:rPr lang="en-US" dirty="0">
                <a:solidFill>
                  <a:schemeClr val="tx2">
                    <a:lumMod val="60000"/>
                    <a:lumOff val="40000"/>
                  </a:schemeClr>
                </a:solidFill>
              </a:rPr>
              <a:t>)</a:t>
            </a:r>
          </a:p>
          <a:p>
            <a:r>
              <a:rPr lang="en-US" dirty="0"/>
              <a:t>The Intersect vector overlay operation (a core element of GIS software) could be replicated as:</a:t>
            </a:r>
          </a:p>
          <a:p>
            <a:pPr marL="0" indent="0" algn="ctr">
              <a:buNone/>
            </a:pPr>
            <a:r>
              <a:rPr lang="en-US" dirty="0">
                <a:solidFill>
                  <a:schemeClr val="tx2">
                    <a:lumMod val="60000"/>
                    <a:lumOff val="40000"/>
                  </a:schemeClr>
                </a:solidFill>
              </a:rPr>
              <a:t>SELECT </a:t>
            </a:r>
            <a:r>
              <a:rPr lang="en-US" dirty="0" err="1">
                <a:solidFill>
                  <a:schemeClr val="tx2">
                    <a:lumMod val="60000"/>
                    <a:lumOff val="40000"/>
                  </a:schemeClr>
                </a:solidFill>
              </a:rPr>
              <a:t>ST_Intersection</a:t>
            </a:r>
            <a:r>
              <a:rPr lang="en-US" dirty="0">
                <a:solidFill>
                  <a:schemeClr val="tx2">
                    <a:lumMod val="60000"/>
                    <a:lumOff val="40000"/>
                  </a:schemeClr>
                </a:solidFill>
              </a:rPr>
              <a:t>(</a:t>
            </a:r>
            <a:r>
              <a:rPr lang="en-US" dirty="0" err="1">
                <a:solidFill>
                  <a:schemeClr val="tx2">
                    <a:lumMod val="60000"/>
                    <a:lumOff val="40000"/>
                  </a:schemeClr>
                </a:solidFill>
              </a:rPr>
              <a:t>veg.shape</a:t>
            </a:r>
            <a:r>
              <a:rPr lang="en-US" dirty="0">
                <a:solidFill>
                  <a:schemeClr val="tx2">
                    <a:lumMod val="60000"/>
                    <a:lumOff val="40000"/>
                  </a:schemeClr>
                </a:solidFill>
              </a:rPr>
              <a:t>, </a:t>
            </a:r>
            <a:r>
              <a:rPr lang="en-US" dirty="0" err="1">
                <a:solidFill>
                  <a:schemeClr val="tx2">
                    <a:lumMod val="60000"/>
                    <a:lumOff val="40000"/>
                  </a:schemeClr>
                </a:solidFill>
              </a:rPr>
              <a:t>soil.shape</a:t>
            </a:r>
            <a:r>
              <a:rPr lang="en-US" dirty="0">
                <a:solidFill>
                  <a:schemeClr val="tx2">
                    <a:lumMod val="60000"/>
                    <a:lumOff val="40000"/>
                  </a:schemeClr>
                </a:solidFill>
              </a:rPr>
              <a:t>) </a:t>
            </a:r>
            <a:r>
              <a:rPr lang="en-US" dirty="0" err="1">
                <a:solidFill>
                  <a:schemeClr val="tx2">
                    <a:lumMod val="60000"/>
                    <a:lumOff val="40000"/>
                  </a:schemeClr>
                </a:solidFill>
              </a:rPr>
              <a:t>int_poly</a:t>
            </a:r>
            <a:r>
              <a:rPr lang="en-US" dirty="0">
                <a:solidFill>
                  <a:schemeClr val="tx2">
                    <a:lumMod val="60000"/>
                    <a:lumOff val="40000"/>
                  </a:schemeClr>
                </a:solidFill>
              </a:rPr>
              <a:t>, veg.*, soil.* FROM veg, soil where </a:t>
            </a:r>
            <a:r>
              <a:rPr lang="en-US" dirty="0" err="1">
                <a:solidFill>
                  <a:schemeClr val="tx2">
                    <a:lumMod val="60000"/>
                    <a:lumOff val="40000"/>
                  </a:schemeClr>
                </a:solidFill>
              </a:rPr>
              <a:t>ST_Intersects</a:t>
            </a:r>
            <a:r>
              <a:rPr lang="en-US" dirty="0">
                <a:solidFill>
                  <a:schemeClr val="tx2">
                    <a:lumMod val="60000"/>
                    <a:lumOff val="40000"/>
                  </a:schemeClr>
                </a:solidFill>
              </a:rPr>
              <a:t>(</a:t>
            </a:r>
            <a:r>
              <a:rPr lang="en-US" dirty="0" err="1">
                <a:solidFill>
                  <a:schemeClr val="tx2">
                    <a:lumMod val="60000"/>
                    <a:lumOff val="40000"/>
                  </a:schemeClr>
                </a:solidFill>
              </a:rPr>
              <a:t>veg.shape</a:t>
            </a:r>
            <a:r>
              <a:rPr lang="en-US" dirty="0">
                <a:solidFill>
                  <a:schemeClr val="tx2">
                    <a:lumMod val="60000"/>
                    <a:lumOff val="40000"/>
                  </a:schemeClr>
                </a:solidFill>
              </a:rPr>
              <a:t>, </a:t>
            </a:r>
            <a:r>
              <a:rPr lang="en-US" dirty="0" err="1">
                <a:solidFill>
                  <a:schemeClr val="tx2">
                    <a:lumMod val="60000"/>
                    <a:lumOff val="40000"/>
                  </a:schemeClr>
                </a:solidFill>
              </a:rPr>
              <a:t>soil.shape</a:t>
            </a:r>
            <a:r>
              <a:rPr lang="en-US" dirty="0">
                <a:solidFill>
                  <a:schemeClr val="tx2">
                    <a:lumMod val="60000"/>
                    <a:lumOff val="40000"/>
                  </a:schemeClr>
                </a:solidFill>
              </a:rPr>
              <a:t>) </a:t>
            </a:r>
            <a:endParaRPr lang="en-IN" dirty="0">
              <a:solidFill>
                <a:schemeClr val="tx2">
                  <a:lumMod val="60000"/>
                  <a:lumOff val="40000"/>
                </a:schemeClr>
              </a:solidFill>
            </a:endParaRPr>
          </a:p>
        </p:txBody>
      </p:sp>
    </p:spTree>
    <p:extLst>
      <p:ext uri="{BB962C8B-B14F-4D97-AF65-F5344CB8AC3E}">
        <p14:creationId xmlns:p14="http://schemas.microsoft.com/office/powerpoint/2010/main" val="38956803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EE6F97-F932-4CE0-81CF-8B3DDFADBF11}"/>
              </a:ext>
            </a:extLst>
          </p:cNvPr>
          <p:cNvSpPr>
            <a:spLocks noGrp="1"/>
          </p:cNvSpPr>
          <p:nvPr>
            <p:ph type="title"/>
          </p:nvPr>
        </p:nvSpPr>
        <p:spPr bwMode="grayWhite"/>
        <p:txBody>
          <a:bodyPr/>
          <a:lstStyle/>
          <a:p>
            <a:r>
              <a:rPr lang="en-US" dirty="0"/>
              <a:t>Thank You!</a:t>
            </a:r>
            <a:endParaRPr lang="ru-RU" dirty="0"/>
          </a:p>
        </p:txBody>
      </p:sp>
      <p:sp>
        <p:nvSpPr>
          <p:cNvPr id="5" name="Text Placeholder 4">
            <a:extLst>
              <a:ext uri="{FF2B5EF4-FFF2-40B4-BE49-F238E27FC236}">
                <a16:creationId xmlns:a16="http://schemas.microsoft.com/office/drawing/2014/main" id="{CE5BE9AB-394C-49FE-A242-B011DD1F3B22}"/>
              </a:ext>
            </a:extLst>
          </p:cNvPr>
          <p:cNvSpPr>
            <a:spLocks noGrp="1"/>
          </p:cNvSpPr>
          <p:nvPr>
            <p:ph type="body" sz="quarter" idx="13"/>
          </p:nvPr>
        </p:nvSpPr>
        <p:spPr bwMode="grayWhite"/>
        <p:txBody>
          <a:bodyPr/>
          <a:lstStyle/>
          <a:p>
            <a:r>
              <a:rPr lang="en-US" dirty="0"/>
              <a:t>Spatial Database</a:t>
            </a:r>
            <a:endParaRPr lang="ru-RU" dirty="0"/>
          </a:p>
        </p:txBody>
      </p:sp>
      <p:sp>
        <p:nvSpPr>
          <p:cNvPr id="4" name="Text Placeholder 3">
            <a:extLst>
              <a:ext uri="{FF2B5EF4-FFF2-40B4-BE49-F238E27FC236}">
                <a16:creationId xmlns:a16="http://schemas.microsoft.com/office/drawing/2014/main" id="{98DF9333-CF88-48B4-8124-9F5658462849}"/>
              </a:ext>
            </a:extLst>
          </p:cNvPr>
          <p:cNvSpPr>
            <a:spLocks noGrp="1"/>
          </p:cNvSpPr>
          <p:nvPr>
            <p:ph type="body" sz="quarter" idx="20"/>
          </p:nvPr>
        </p:nvSpPr>
        <p:spPr bwMode="grayWhite"/>
        <p:txBody>
          <a:bodyPr/>
          <a:lstStyle/>
          <a:p>
            <a:r>
              <a:rPr lang="en-US" dirty="0"/>
              <a:t>Module 4</a:t>
            </a:r>
            <a:endParaRPr lang="ru-RU" dirty="0"/>
          </a:p>
        </p:txBody>
      </p:sp>
      <p:sp>
        <p:nvSpPr>
          <p:cNvPr id="2" name="Text Placeholder 1">
            <a:extLst>
              <a:ext uri="{FF2B5EF4-FFF2-40B4-BE49-F238E27FC236}">
                <a16:creationId xmlns:a16="http://schemas.microsoft.com/office/drawing/2014/main" id="{EB7F8C00-D731-4600-B308-67C385FC68FB}"/>
              </a:ext>
            </a:extLst>
          </p:cNvPr>
          <p:cNvSpPr>
            <a:spLocks noGrp="1"/>
          </p:cNvSpPr>
          <p:nvPr>
            <p:ph type="body" sz="quarter" idx="21"/>
          </p:nvPr>
        </p:nvSpPr>
        <p:spPr bwMode="grayWhite">
          <a:xfrm>
            <a:off x="3015575" y="4495684"/>
            <a:ext cx="6013221" cy="474519"/>
          </a:xfrm>
        </p:spPr>
        <p:txBody>
          <a:bodyPr/>
          <a:lstStyle/>
          <a:p>
            <a:r>
              <a:rPr lang="en-US" dirty="0"/>
              <a:t>MCSE506L – Database Systems</a:t>
            </a:r>
            <a:endParaRPr lang="ru-RU" dirty="0"/>
          </a:p>
        </p:txBody>
      </p:sp>
      <p:sp>
        <p:nvSpPr>
          <p:cNvPr id="7" name="Text Placeholder 6">
            <a:extLst>
              <a:ext uri="{FF2B5EF4-FFF2-40B4-BE49-F238E27FC236}">
                <a16:creationId xmlns:a16="http://schemas.microsoft.com/office/drawing/2014/main" id="{0601F504-BCBE-4A2D-90EF-D4AA83599947}"/>
              </a:ext>
            </a:extLst>
          </p:cNvPr>
          <p:cNvSpPr>
            <a:spLocks noGrp="1"/>
          </p:cNvSpPr>
          <p:nvPr>
            <p:ph type="body" sz="quarter" idx="23"/>
          </p:nvPr>
        </p:nvSpPr>
        <p:spPr bwMode="grayWhite"/>
        <p:txBody>
          <a:bodyPr/>
          <a:lstStyle/>
          <a:p>
            <a:r>
              <a:rPr lang="en-US" dirty="0"/>
              <a:t>Email</a:t>
            </a:r>
            <a:endParaRPr lang="ru-RU" dirty="0"/>
          </a:p>
        </p:txBody>
      </p:sp>
      <p:sp>
        <p:nvSpPr>
          <p:cNvPr id="6" name="Text Placeholder 5">
            <a:extLst>
              <a:ext uri="{FF2B5EF4-FFF2-40B4-BE49-F238E27FC236}">
                <a16:creationId xmlns:a16="http://schemas.microsoft.com/office/drawing/2014/main" id="{0A2CB2D7-DC9E-4339-B25F-40718A18F9FD}"/>
              </a:ext>
            </a:extLst>
          </p:cNvPr>
          <p:cNvSpPr>
            <a:spLocks noGrp="1"/>
          </p:cNvSpPr>
          <p:nvPr>
            <p:ph type="body" sz="quarter" idx="22"/>
          </p:nvPr>
        </p:nvSpPr>
        <p:spPr bwMode="grayWhite"/>
        <p:txBody>
          <a:bodyPr/>
          <a:lstStyle/>
          <a:p>
            <a:r>
              <a:rPr lang="en-US" dirty="0"/>
              <a:t>karthik.gm@vit.ac.in</a:t>
            </a:r>
            <a:endParaRPr lang="ru-RU" dirty="0"/>
          </a:p>
        </p:txBody>
      </p:sp>
    </p:spTree>
    <p:extLst>
      <p:ext uri="{BB962C8B-B14F-4D97-AF65-F5344CB8AC3E}">
        <p14:creationId xmlns:p14="http://schemas.microsoft.com/office/powerpoint/2010/main" val="1563226812"/>
      </p:ext>
    </p:extLst>
  </p:cSld>
  <p:clrMapOvr>
    <a:masterClrMapping/>
  </p:clrMapOvr>
</p:sld>
</file>

<file path=ppt/theme/theme1.xml><?xml version="1.0" encoding="utf-8"?>
<a:theme xmlns:a="http://schemas.openxmlformats.org/drawingml/2006/main" name="Office Theme">
  <a:themeElements>
    <a:clrScheme name="Custom 23">
      <a:dk1>
        <a:sysClr val="windowText" lastClr="000000"/>
      </a:dk1>
      <a:lt1>
        <a:sysClr val="window" lastClr="FFFFFF"/>
      </a:lt1>
      <a:dk2>
        <a:srgbClr val="6D3200"/>
      </a:dk2>
      <a:lt2>
        <a:srgbClr val="D8B97A"/>
      </a:lt2>
      <a:accent1>
        <a:srgbClr val="306994"/>
      </a:accent1>
      <a:accent2>
        <a:srgbClr val="39577A"/>
      </a:accent2>
      <a:accent3>
        <a:srgbClr val="7E5E34"/>
      </a:accent3>
      <a:accent4>
        <a:srgbClr val="B7B374"/>
      </a:accent4>
      <a:accent5>
        <a:srgbClr val="2C1600"/>
      </a:accent5>
      <a:accent6>
        <a:srgbClr val="864A3F"/>
      </a:accent6>
      <a:hlink>
        <a:srgbClr val="D8B97A"/>
      </a:hlink>
      <a:folHlink>
        <a:srgbClr val="D8B97A"/>
      </a:folHlink>
    </a:clrScheme>
    <a:fontScheme name="Custom 20">
      <a:majorFont>
        <a:latin typeface="Edwardian Script ITC"/>
        <a:ea typeface=""/>
        <a:cs typeface=""/>
      </a:majorFont>
      <a:minorFont>
        <a:latin typeface="Book Antiqu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w="12700" cap="flat">
          <a:noFill/>
          <a:prstDash val="solid"/>
          <a:miter/>
        </a:ln>
      </a:spPr>
      <a:bodyPr rtlCol="0" anchor="ctr"/>
      <a:lstStyle>
        <a:defPPr algn="l">
          <a:defRPr dirty="0"/>
        </a:defPPr>
      </a:lstStyle>
    </a:spDef>
  </a:objectDefaults>
  <a:extraClrSchemeLst/>
  <a:extLst>
    <a:ext uri="{05A4C25C-085E-4340-85A3-A5531E510DB2}">
      <thm15:themeFamily xmlns:thm15="http://schemas.microsoft.com/office/thememl/2012/main" name="TF22987246_Vintage presentation_RVA_v4.potx" id="{792D8318-D202-4ACE-96A1-4E0E612A1DB4}" vid="{D9DED42A-5960-40D0-85AD-C903AF13B46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3B73D12-7B2D-4DCB-83EA-85380446C961}">
  <ds:schemaRefs>
    <ds:schemaRef ds:uri="http://schemas.microsoft.com/sharepoint/v3/contenttype/forms"/>
  </ds:schemaRefs>
</ds:datastoreItem>
</file>

<file path=customXml/itemProps2.xml><?xml version="1.0" encoding="utf-8"?>
<ds:datastoreItem xmlns:ds="http://schemas.openxmlformats.org/officeDocument/2006/customXml" ds:itemID="{CA680A15-7E49-40AD-A17E-9EA098747866}">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FD231387-47F6-4916-BE7C-BCBC21D16E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Vintage presentation</Template>
  <TotalTime>146</TotalTime>
  <Words>5279</Words>
  <Application>Microsoft Office PowerPoint</Application>
  <PresentationFormat>Widescreen</PresentationFormat>
  <Paragraphs>459</Paragraphs>
  <Slides>53</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53</vt:i4>
      </vt:variant>
    </vt:vector>
  </HeadingPairs>
  <TitlesOfParts>
    <vt:vector size="61" baseType="lpstr">
      <vt:lpstr>Arial</vt:lpstr>
      <vt:lpstr>Book Antiqua</vt:lpstr>
      <vt:lpstr>Calibri</vt:lpstr>
      <vt:lpstr>Edwardian Script ITC</vt:lpstr>
      <vt:lpstr>Georgia</vt:lpstr>
      <vt:lpstr>Monotype Sorts</vt:lpstr>
      <vt:lpstr>Wingdings</vt:lpstr>
      <vt:lpstr>Office Theme</vt:lpstr>
      <vt:lpstr>Spatial and Multimedia Databases</vt:lpstr>
      <vt:lpstr>Outline</vt:lpstr>
      <vt:lpstr>Spatial and Temporal Data and Mobility</vt:lpstr>
      <vt:lpstr>Motivation</vt:lpstr>
      <vt:lpstr>Motivation</vt:lpstr>
      <vt:lpstr>Motivation</vt:lpstr>
      <vt:lpstr>Motivation</vt:lpstr>
      <vt:lpstr>Spatial and Geographic Data</vt:lpstr>
      <vt:lpstr>Spatial and Geographic Data</vt:lpstr>
      <vt:lpstr>Types of Spatial Data</vt:lpstr>
      <vt:lpstr>Representation of Geometric Information</vt:lpstr>
      <vt:lpstr>Representation of Geometric Information</vt:lpstr>
      <vt:lpstr>Representation of Geometric Information</vt:lpstr>
      <vt:lpstr>PowerPoint Presentation</vt:lpstr>
      <vt:lpstr>Representation of Geometric Information</vt:lpstr>
      <vt:lpstr>Representation of Geometric Information</vt:lpstr>
      <vt:lpstr>Design Database</vt:lpstr>
      <vt:lpstr>Design Database</vt:lpstr>
      <vt:lpstr>Geographic Data</vt:lpstr>
      <vt:lpstr>Geographic Data</vt:lpstr>
      <vt:lpstr>Applications of Geographic Data</vt:lpstr>
      <vt:lpstr>Spatial Queries</vt:lpstr>
      <vt:lpstr>Spatial Queries</vt:lpstr>
      <vt:lpstr>Indexing of Spatial Queries</vt:lpstr>
      <vt:lpstr>Indexing of Spatial Queries</vt:lpstr>
      <vt:lpstr>Indexing of Spatial Queries</vt:lpstr>
      <vt:lpstr>Indexing of Spatial Queries</vt:lpstr>
      <vt:lpstr>Indexing of Spatial Queries</vt:lpstr>
      <vt:lpstr>Quadtrees</vt:lpstr>
      <vt:lpstr>R-trees</vt:lpstr>
      <vt:lpstr>R-trees</vt:lpstr>
      <vt:lpstr>R-trees</vt:lpstr>
      <vt:lpstr>R-trees</vt:lpstr>
      <vt:lpstr>R-trees</vt:lpstr>
      <vt:lpstr>Search in R-trees</vt:lpstr>
      <vt:lpstr>Insertion in R-trees</vt:lpstr>
      <vt:lpstr>Splitting an R-trees Node</vt:lpstr>
      <vt:lpstr>Deleting in R-trees</vt:lpstr>
      <vt:lpstr>Operations in Spatial Data</vt:lpstr>
      <vt:lpstr>Spatial Operators</vt:lpstr>
      <vt:lpstr>Spatial Operators</vt:lpstr>
      <vt:lpstr>Spatial Operators</vt:lpstr>
      <vt:lpstr>Spatial Operators</vt:lpstr>
      <vt:lpstr>Spatial Operators</vt:lpstr>
      <vt:lpstr>Spatial Operators in Oracle</vt:lpstr>
      <vt:lpstr>Spatial Operators in Oracle</vt:lpstr>
      <vt:lpstr>Spatial Operators in Oracle</vt:lpstr>
      <vt:lpstr>Spatial Query</vt:lpstr>
      <vt:lpstr>Spatial Query</vt:lpstr>
      <vt:lpstr>Spatial Query</vt:lpstr>
      <vt:lpstr>Spatial Query</vt:lpstr>
      <vt:lpstr>Spatial Query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Spatial and Multimedia Databases</dc:title>
  <dc:creator>karthik g m</dc:creator>
  <cp:lastModifiedBy>karthik g m</cp:lastModifiedBy>
  <cp:revision>5</cp:revision>
  <dcterms:created xsi:type="dcterms:W3CDTF">2023-04-18T03:22:58Z</dcterms:created>
  <dcterms:modified xsi:type="dcterms:W3CDTF">2023-04-19T13:41:00Z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