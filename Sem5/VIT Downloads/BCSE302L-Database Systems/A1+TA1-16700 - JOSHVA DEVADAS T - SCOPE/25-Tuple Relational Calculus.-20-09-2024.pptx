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23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9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5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30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98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1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41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54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08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61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8EA63-59E6-49E8-B84E-A83373B9BF52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1860-5F8B-4CB0-B7E1-AEF8E41EA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79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Tuple Relational Calculus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T. </a:t>
            </a:r>
            <a:r>
              <a:rPr lang="en-US" dirty="0" err="1" smtClean="0"/>
              <a:t>Joshva</a:t>
            </a:r>
            <a:r>
              <a:rPr lang="en-US" dirty="0" smtClean="0"/>
              <a:t> </a:t>
            </a:r>
            <a:r>
              <a:rPr lang="en-US" dirty="0" err="1" smtClean="0"/>
              <a:t>Devadas</a:t>
            </a:r>
            <a:endParaRPr lang="en-US" dirty="0" smtClean="0"/>
          </a:p>
          <a:p>
            <a:r>
              <a:rPr lang="en-US" dirty="0" smtClean="0"/>
              <a:t>Professor</a:t>
            </a:r>
          </a:p>
          <a:p>
            <a:r>
              <a:rPr lang="en-US" dirty="0" smtClean="0"/>
              <a:t>SCOPE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9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72267"/>
            <a:ext cx="8229600" cy="529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7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85400"/>
            <a:ext cx="8964488" cy="596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34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2" y="1068094"/>
            <a:ext cx="9127518" cy="524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2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32" y="548680"/>
            <a:ext cx="9144000" cy="273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32" y="3286472"/>
            <a:ext cx="9144000" cy="244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89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760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700" b="1" dirty="0" smtClean="0">
                <a:solidFill>
                  <a:srgbClr val="FF0000"/>
                </a:solidFill>
              </a:rPr>
              <a:t>Exercise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Consider the following relational database schema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Customer(</a:t>
            </a:r>
            <a:r>
              <a:rPr lang="en-US" dirty="0" err="1" smtClean="0"/>
              <a:t>cname</a:t>
            </a:r>
            <a:r>
              <a:rPr lang="en-US" dirty="0" smtClean="0"/>
              <a:t>, street, city)</a:t>
            </a:r>
          </a:p>
          <a:p>
            <a:pPr marL="0" indent="0">
              <a:buNone/>
            </a:pPr>
            <a:r>
              <a:rPr lang="en-US" dirty="0" smtClean="0"/>
              <a:t>Branch(</a:t>
            </a:r>
            <a:r>
              <a:rPr lang="en-US" dirty="0" err="1" smtClean="0"/>
              <a:t>Bname</a:t>
            </a:r>
            <a:r>
              <a:rPr lang="en-US" dirty="0" smtClean="0"/>
              <a:t>, </a:t>
            </a:r>
            <a:r>
              <a:rPr lang="en-US" dirty="0" err="1" smtClean="0"/>
              <a:t>Bcity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Account(</a:t>
            </a:r>
            <a:r>
              <a:rPr lang="en-US" dirty="0" err="1" smtClean="0"/>
              <a:t>Accno</a:t>
            </a:r>
            <a:r>
              <a:rPr lang="en-US" dirty="0" smtClean="0"/>
              <a:t>, </a:t>
            </a:r>
            <a:r>
              <a:rPr lang="en-US" dirty="0" err="1" smtClean="0"/>
              <a:t>Bname</a:t>
            </a:r>
            <a:r>
              <a:rPr lang="en-US" dirty="0" smtClean="0"/>
              <a:t>, Balance)</a:t>
            </a:r>
          </a:p>
          <a:p>
            <a:pPr marL="0" indent="0">
              <a:buNone/>
            </a:pPr>
            <a:r>
              <a:rPr lang="en-US" dirty="0" smtClean="0"/>
              <a:t>Loan(</a:t>
            </a:r>
            <a:r>
              <a:rPr lang="en-US" dirty="0" err="1" smtClean="0"/>
              <a:t>Loanno</a:t>
            </a:r>
            <a:r>
              <a:rPr lang="en-US" dirty="0" smtClean="0"/>
              <a:t>, Branch, Amount)</a:t>
            </a:r>
          </a:p>
          <a:p>
            <a:pPr marL="0" indent="0">
              <a:buNone/>
            </a:pPr>
            <a:r>
              <a:rPr lang="en-US" dirty="0" smtClean="0"/>
              <a:t>Borrower(</a:t>
            </a:r>
            <a:r>
              <a:rPr lang="en-US" dirty="0" err="1"/>
              <a:t>c</a:t>
            </a:r>
            <a:r>
              <a:rPr lang="en-US" dirty="0" err="1" smtClean="0"/>
              <a:t>name</a:t>
            </a:r>
            <a:r>
              <a:rPr lang="en-US" dirty="0" smtClean="0"/>
              <a:t>, </a:t>
            </a:r>
            <a:r>
              <a:rPr lang="en-US" dirty="0" err="1" smtClean="0"/>
              <a:t>Loanno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Depositor(</a:t>
            </a:r>
            <a:r>
              <a:rPr lang="en-US" dirty="0" err="1" smtClean="0"/>
              <a:t>cname,Accno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Use the above schema to answer the following query using Tuple Relational Calculus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24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7992888" cy="77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50" y="1866909"/>
            <a:ext cx="8208913" cy="705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06" y="3104294"/>
            <a:ext cx="8503819" cy="8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221088"/>
            <a:ext cx="8280920" cy="764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33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01208"/>
            <a:ext cx="79928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580526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IN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949889"/>
            <a:ext cx="7992888" cy="1201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9904" y="436584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26996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23528" y="90872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IN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36" y="2412806"/>
            <a:ext cx="8109751" cy="116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17148"/>
            <a:ext cx="7979311" cy="1055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04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64</Words>
  <Application>Microsoft Office PowerPoint</Application>
  <PresentationFormat>On-screen Show (4:3)</PresentationFormat>
  <Paragraphs>20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Tuple Relational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 Relational Calculus</dc:title>
  <dc:creator>HP</dc:creator>
  <cp:lastModifiedBy>HP</cp:lastModifiedBy>
  <cp:revision>8</cp:revision>
  <dcterms:created xsi:type="dcterms:W3CDTF">2024-09-30T00:41:14Z</dcterms:created>
  <dcterms:modified xsi:type="dcterms:W3CDTF">2024-09-30T01:18:32Z</dcterms:modified>
</cp:coreProperties>
</file>