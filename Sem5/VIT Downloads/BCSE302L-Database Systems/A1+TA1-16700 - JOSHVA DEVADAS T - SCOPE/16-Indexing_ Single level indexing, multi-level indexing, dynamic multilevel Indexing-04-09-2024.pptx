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9" r:id="rId3"/>
    <p:sldId id="275" r:id="rId4"/>
    <p:sldId id="276" r:id="rId5"/>
    <p:sldId id="277" r:id="rId6"/>
    <p:sldId id="278" r:id="rId7"/>
    <p:sldId id="279" r:id="rId8"/>
    <p:sldId id="28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2" d="100"/>
          <a:sy n="72" d="100"/>
        </p:scale>
        <p:origin x="-1242" y="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3B66C-C75C-4A39-9D11-466AE4FFD30F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0672B-3A2B-4687-BC89-AA7AE86AC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845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https://www.youtube.com/watch?v=fPk3TJODDwo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D0672B-3A2B-4687-BC89-AA7AE86AC5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54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DE4C7-69CD-4F70-893C-13514EB27B67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4AA30-DFC3-4E29-B54E-BC96FFE3F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142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DE4C7-69CD-4F70-893C-13514EB27B67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4AA30-DFC3-4E29-B54E-BC96FFE3F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49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DE4C7-69CD-4F70-893C-13514EB27B67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4AA30-DFC3-4E29-B54E-BC96FFE3F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42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DE4C7-69CD-4F70-893C-13514EB27B67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4AA30-DFC3-4E29-B54E-BC96FFE3F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976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DE4C7-69CD-4F70-893C-13514EB27B67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4AA30-DFC3-4E29-B54E-BC96FFE3F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04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DE4C7-69CD-4F70-893C-13514EB27B67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4AA30-DFC3-4E29-B54E-BC96FFE3F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513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DE4C7-69CD-4F70-893C-13514EB27B67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4AA30-DFC3-4E29-B54E-BC96FFE3F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948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DE4C7-69CD-4F70-893C-13514EB27B67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4AA30-DFC3-4E29-B54E-BC96FFE3F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728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DE4C7-69CD-4F70-893C-13514EB27B67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4AA30-DFC3-4E29-B54E-BC96FFE3F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33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DE4C7-69CD-4F70-893C-13514EB27B67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4AA30-DFC3-4E29-B54E-BC96FFE3F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62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DE4C7-69CD-4F70-893C-13514EB27B67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4AA30-DFC3-4E29-B54E-BC96FFE3F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490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DE4C7-69CD-4F70-893C-13514EB27B67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4AA30-DFC3-4E29-B54E-BC96FFE3FF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5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ubtitle 2"/>
          <p:cNvSpPr>
            <a:spLocks noGrp="1"/>
          </p:cNvSpPr>
          <p:nvPr>
            <p:ph sz="quarter" idx="1"/>
          </p:nvPr>
        </p:nvSpPr>
        <p:spPr>
          <a:xfrm>
            <a:off x="467544" y="1124744"/>
            <a:ext cx="8229600" cy="4525963"/>
          </a:xfrm>
        </p:spPr>
        <p:txBody>
          <a:bodyPr/>
          <a:lstStyle/>
          <a:p>
            <a:pPr marL="0" indent="0" algn="ctr">
              <a:buFont typeface="Wingdings" panose="05000000000000000000" pitchFamily="2" charset="2"/>
              <a:buNone/>
            </a:pPr>
            <a:endParaRPr lang="en-US" altLang="en-US" b="1" dirty="0"/>
          </a:p>
          <a:p>
            <a:pPr marL="0" indent="0" algn="ctr">
              <a:buFont typeface="Wingdings" panose="05000000000000000000" pitchFamily="2" charset="2"/>
              <a:buNone/>
            </a:pPr>
            <a:endParaRPr lang="en-US" altLang="en-US" b="1" dirty="0"/>
          </a:p>
          <a:p>
            <a:pPr marL="0" indent="0" algn="ctr">
              <a:buNone/>
            </a:pP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-4</a:t>
            </a:r>
          </a:p>
          <a:p>
            <a:pPr marL="0" indent="0" algn="ctr">
              <a:buNone/>
            </a:pP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Indexing - Examples</a:t>
            </a:r>
            <a:endParaRPr lang="en-US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1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3999" cy="17728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5877272"/>
            <a:ext cx="9143999" cy="980728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1520" y="214106"/>
            <a:ext cx="8229600" cy="1143000"/>
          </a:xfrm>
        </p:spPr>
        <p:txBody>
          <a:bodyPr/>
          <a:lstStyle/>
          <a:p>
            <a:pPr algn="l"/>
            <a:r>
              <a:rPr lang="en-US" altLang="en-US" b="1" dirty="0" smtClean="0">
                <a:solidFill>
                  <a:schemeClr val="bg1"/>
                </a:solidFill>
              </a:rPr>
              <a:t>An Example:</a:t>
            </a:r>
            <a:endParaRPr lang="en-US" altLang="en-US" b="1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11558" y="2348880"/>
            <a:ext cx="79208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smtClean="0"/>
              <a:t>A file contains 16384 records.  Each record size is 32 bytes and its key field is of size 6 bytes.  The file is ordered on a non key field and the file organization is un spanned with the block size 1024 bytes and the size of the block pointer is 10 bytes.  Construct a secondary index on the key field of the file and a multilevel index is used to store the secondary index.  Compute the number of blocks needed at the first level and second level indexing.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0702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17728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72816"/>
            <a:ext cx="9143999" cy="5126748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1520" y="214106"/>
            <a:ext cx="8229600" cy="1143000"/>
          </a:xfrm>
        </p:spPr>
        <p:txBody>
          <a:bodyPr/>
          <a:lstStyle/>
          <a:p>
            <a:pPr algn="l"/>
            <a:r>
              <a:rPr lang="en-US" altLang="en-US" b="1" dirty="0" smtClean="0">
                <a:solidFill>
                  <a:schemeClr val="bg1"/>
                </a:solidFill>
              </a:rPr>
              <a:t>Solution:</a:t>
            </a:r>
            <a:endParaRPr lang="en-US" altLang="en-US" b="1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54428" r="12815"/>
          <a:stretch/>
        </p:blipFill>
        <p:spPr>
          <a:xfrm>
            <a:off x="4571998" y="109558"/>
            <a:ext cx="4248474" cy="67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4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17728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72816"/>
            <a:ext cx="9143999" cy="5126748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1520" y="214106"/>
            <a:ext cx="8229600" cy="1143000"/>
          </a:xfrm>
        </p:spPr>
        <p:txBody>
          <a:bodyPr/>
          <a:lstStyle/>
          <a:p>
            <a:pPr algn="l"/>
            <a:r>
              <a:rPr lang="en-US" altLang="en-US" b="1" dirty="0" smtClean="0">
                <a:solidFill>
                  <a:schemeClr val="bg1"/>
                </a:solidFill>
              </a:rPr>
              <a:t>Solution:</a:t>
            </a:r>
            <a:endParaRPr lang="en-US" altLang="en-US" b="1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5534" t="1766" r="12920"/>
          <a:stretch/>
        </p:blipFill>
        <p:spPr>
          <a:xfrm>
            <a:off x="4911352" y="200251"/>
            <a:ext cx="3981128" cy="659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90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17728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72816"/>
            <a:ext cx="9143999" cy="5126748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1520" y="214106"/>
            <a:ext cx="8229600" cy="1143000"/>
          </a:xfrm>
        </p:spPr>
        <p:txBody>
          <a:bodyPr/>
          <a:lstStyle/>
          <a:p>
            <a:pPr algn="l"/>
            <a:r>
              <a:rPr lang="en-US" altLang="en-US" b="1" dirty="0" smtClean="0">
                <a:solidFill>
                  <a:schemeClr val="bg1"/>
                </a:solidFill>
              </a:rPr>
              <a:t>Solution:</a:t>
            </a:r>
            <a:endParaRPr lang="en-US" altLang="en-US" b="1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5534" t="1766" r="12920"/>
          <a:stretch/>
        </p:blipFill>
        <p:spPr>
          <a:xfrm>
            <a:off x="4911352" y="200251"/>
            <a:ext cx="3981128" cy="65918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49447" r="36718"/>
          <a:stretch/>
        </p:blipFill>
        <p:spPr>
          <a:xfrm>
            <a:off x="4242291" y="92798"/>
            <a:ext cx="1625853" cy="660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1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17728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72816"/>
            <a:ext cx="9143999" cy="5126748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1520" y="214106"/>
            <a:ext cx="8229600" cy="1143000"/>
          </a:xfrm>
        </p:spPr>
        <p:txBody>
          <a:bodyPr/>
          <a:lstStyle/>
          <a:p>
            <a:pPr algn="l"/>
            <a:r>
              <a:rPr lang="en-US" altLang="en-US" b="1" dirty="0" smtClean="0">
                <a:solidFill>
                  <a:schemeClr val="bg1"/>
                </a:solidFill>
              </a:rPr>
              <a:t>Solution:</a:t>
            </a:r>
            <a:endParaRPr lang="en-US" alt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40591" t="-202" r="12920"/>
          <a:stretch/>
        </p:blipFill>
        <p:spPr>
          <a:xfrm>
            <a:off x="2915816" y="30273"/>
            <a:ext cx="6192689" cy="680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0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17728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72816"/>
            <a:ext cx="9143999" cy="5126748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1520" y="214106"/>
            <a:ext cx="8229600" cy="1143000"/>
          </a:xfrm>
        </p:spPr>
        <p:txBody>
          <a:bodyPr/>
          <a:lstStyle/>
          <a:p>
            <a:pPr algn="l"/>
            <a:r>
              <a:rPr lang="en-US" altLang="en-US" b="1" dirty="0" smtClean="0">
                <a:solidFill>
                  <a:schemeClr val="bg1"/>
                </a:solidFill>
              </a:rPr>
              <a:t>Solution:</a:t>
            </a:r>
            <a:endParaRPr lang="en-US" alt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40591" t="-202" r="12920"/>
          <a:stretch/>
        </p:blipFill>
        <p:spPr>
          <a:xfrm>
            <a:off x="5148064" y="188640"/>
            <a:ext cx="3960440" cy="6651372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86" y="1161187"/>
            <a:ext cx="4983420" cy="313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86" y="4039412"/>
            <a:ext cx="4608512" cy="271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352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17728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72816"/>
            <a:ext cx="9143999" cy="5126748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1450" y="154831"/>
            <a:ext cx="8229600" cy="550598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 dirty="0" smtClean="0">
                <a:solidFill>
                  <a:schemeClr val="bg1"/>
                </a:solidFill>
              </a:rPr>
              <a:t>Solution:</a:t>
            </a:r>
            <a:endParaRPr lang="en-US" alt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40591" t="-202" r="12920"/>
          <a:stretch/>
        </p:blipFill>
        <p:spPr>
          <a:xfrm>
            <a:off x="5148064" y="188640"/>
            <a:ext cx="3960440" cy="6651372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9" y="962946"/>
            <a:ext cx="5131906" cy="2754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5437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1934</TotalTime>
  <Words>118</Words>
  <Application>Microsoft Office PowerPoint</Application>
  <PresentationFormat>On-screen Show (4:3)</PresentationFormat>
  <Paragraphs>14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An Example:</vt:lpstr>
      <vt:lpstr>Solution:</vt:lpstr>
      <vt:lpstr>Solution:</vt:lpstr>
      <vt:lpstr>Solution:</vt:lpstr>
      <vt:lpstr>Solution:</vt:lpstr>
      <vt:lpstr>Solution:</vt:lpstr>
      <vt:lpstr>Solution: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40</cp:revision>
  <dcterms:created xsi:type="dcterms:W3CDTF">2023-06-01T06:43:10Z</dcterms:created>
  <dcterms:modified xsi:type="dcterms:W3CDTF">2024-09-10T06:50:25Z</dcterms:modified>
</cp:coreProperties>
</file>