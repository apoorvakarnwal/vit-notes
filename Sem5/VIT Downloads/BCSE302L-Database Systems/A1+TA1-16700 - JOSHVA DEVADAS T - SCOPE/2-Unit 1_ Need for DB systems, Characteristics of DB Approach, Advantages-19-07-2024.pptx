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9" autoAdjust="0"/>
  </p:normalViewPr>
  <p:slideViewPr>
    <p:cSldViewPr>
      <p:cViewPr varScale="1">
        <p:scale>
          <a:sx n="66" d="100"/>
          <a:sy n="66" d="100"/>
        </p:scale>
        <p:origin x="-142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70F9C-E661-4AF7-82B2-0D7F4D916683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10794-B14C-41D7-9687-2723E83DD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15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792C-872A-4538-B850-6A40003AB7B5}" type="datetime1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57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08C-65E4-4ED4-AF67-B65C02AA1322}" type="datetime1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20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EAD0E-597D-409E-BC78-76643AFB410D}" type="datetime1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856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658EB-A03D-446E-9567-A32ADFD03038}" type="datetime1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34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FCF99-7F1B-4B89-AAE5-A72CDCF8AF14}" type="datetime1">
              <a:rPr lang="en-IN" smtClean="0"/>
              <a:t>18-07-2024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2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EA9A-B686-42A3-8089-1A254843D624}" type="datetime1">
              <a:rPr lang="en-IN" smtClean="0"/>
              <a:t>18-07-2024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59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B9529-21A4-478A-9BF4-B1416D071038}" type="datetime1">
              <a:rPr lang="en-IN" smtClean="0"/>
              <a:t>18-07-2024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967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7047-EE15-4C67-9350-9D91EE2B28D1}" type="datetime1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23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FDA6-B559-4D42-90F4-97127B89C5E3}" type="datetime1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3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A1143-2214-468C-AD0D-1B09AC38FA24}" type="datetime1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97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AF81-4A06-4627-A9EF-3C26F338CA5C}" type="datetime1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37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C0518-F8E8-4A3F-992F-3BD0906B208C}" type="datetime1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9F3C6-6D6D-46D9-811E-5DA52BD69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261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470025"/>
          </a:xfrm>
        </p:spPr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Introduction to DBMS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Dr. T. JOSHVA DEVADAS</a:t>
            </a:r>
          </a:p>
          <a:p>
            <a:r>
              <a:rPr lang="en-US" dirty="0"/>
              <a:t>Associate </a:t>
            </a:r>
            <a:r>
              <a:rPr lang="en-US" dirty="0" smtClean="0"/>
              <a:t>Professor Senior</a:t>
            </a:r>
            <a:endParaRPr lang="en-US" dirty="0"/>
          </a:p>
          <a:p>
            <a:r>
              <a:rPr lang="en-US" dirty="0"/>
              <a:t>SJT Annex- 103 F</a:t>
            </a:r>
          </a:p>
          <a:p>
            <a:r>
              <a:rPr lang="en-US" dirty="0"/>
              <a:t>Joshvadevadas.t@vit.ac.in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90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60648"/>
            <a:ext cx="7128792" cy="105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72816"/>
            <a:ext cx="8151864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44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81864"/>
            <a:ext cx="7711020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764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23898"/>
            <a:ext cx="7883227" cy="5526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01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63" y="1196752"/>
            <a:ext cx="8449089" cy="509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47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52615"/>
            <a:ext cx="7560840" cy="5009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4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96" y="548680"/>
            <a:ext cx="8210230" cy="5676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97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126" y="1052736"/>
            <a:ext cx="7677930" cy="4123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89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20688"/>
            <a:ext cx="7721153" cy="485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35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48680"/>
            <a:ext cx="7704856" cy="575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45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86648"/>
            <a:ext cx="7307163" cy="5373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70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08" y="1412776"/>
            <a:ext cx="8484926" cy="3400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86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51" y="3361060"/>
            <a:ext cx="7161330" cy="324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13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683568" y="1052736"/>
            <a:ext cx="80648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Physical schema is a term used in data management to </a:t>
            </a:r>
            <a:r>
              <a:rPr lang="en-IN" sz="2400" dirty="0">
                <a:solidFill>
                  <a:srgbClr val="FF0000"/>
                </a:solidFill>
              </a:rPr>
              <a:t>describe how data is to be represented and stored </a:t>
            </a:r>
            <a:r>
              <a:rPr lang="en-IN" sz="2400" dirty="0"/>
              <a:t>(files, indices, et al.) in secondary storage using a particular database management system (DBMS) (e.g., Oracle RDBMS, Sybase SQL Server, etc.).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1720" y="404664"/>
            <a:ext cx="5112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PHYSICAL SCHEMA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33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14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899592" y="1561682"/>
            <a:ext cx="748883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A conceptual schema is a </a:t>
            </a:r>
            <a:r>
              <a:rPr lang="en-US" sz="2800" b="1" dirty="0">
                <a:solidFill>
                  <a:srgbClr val="FF0000"/>
                </a:solidFill>
              </a:rPr>
              <a:t>high-level description </a:t>
            </a:r>
            <a:r>
              <a:rPr lang="en-US" sz="2800" dirty="0"/>
              <a:t>of informational needs underlying the design of a database. It typically includes only the </a:t>
            </a:r>
            <a:r>
              <a:rPr lang="en-US" sz="2800" dirty="0">
                <a:solidFill>
                  <a:srgbClr val="FF0000"/>
                </a:solidFill>
              </a:rPr>
              <a:t>main concepts and the main relationships among them</a:t>
            </a:r>
            <a:r>
              <a:rPr lang="en-US" sz="2800" dirty="0"/>
              <a:t>. Typically this is a first-cut model, with </a:t>
            </a:r>
            <a:r>
              <a:rPr lang="en-US" sz="2800" u="sng" dirty="0"/>
              <a:t>insufficient </a:t>
            </a:r>
            <a:r>
              <a:rPr lang="en-US" sz="2800" dirty="0"/>
              <a:t>detail to build an actual database.</a:t>
            </a:r>
            <a:endParaRPr lang="en-IN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2123728" y="404664"/>
            <a:ext cx="4392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C</a:t>
            </a:r>
            <a:r>
              <a:rPr lang="en-US" sz="3600" b="1" dirty="0" smtClean="0">
                <a:solidFill>
                  <a:srgbClr val="FF0000"/>
                </a:solidFill>
              </a:rPr>
              <a:t>onceptual </a:t>
            </a:r>
            <a:r>
              <a:rPr lang="en-US" sz="3600" b="1" dirty="0">
                <a:solidFill>
                  <a:srgbClr val="FF0000"/>
                </a:solidFill>
              </a:rPr>
              <a:t>schema </a:t>
            </a:r>
            <a:endParaRPr lang="en-I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50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70" y="-18915"/>
            <a:ext cx="6927942" cy="4960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797152"/>
            <a:ext cx="6264696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5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92696"/>
            <a:ext cx="8446471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95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5" y="1412776"/>
            <a:ext cx="8301031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77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0648"/>
            <a:ext cx="8098732" cy="5713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56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24" y="332656"/>
            <a:ext cx="8459429" cy="5988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23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268760"/>
            <a:ext cx="7539679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74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3536"/>
            <a:ext cx="7920880" cy="6356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06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33" y="476672"/>
            <a:ext cx="8499917" cy="6009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22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12" y="980728"/>
            <a:ext cx="8280350" cy="4402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F3C6-6D6D-46D9-811E-5DA52BD698C1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10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99</Words>
  <Application>Microsoft Office PowerPoint</Application>
  <PresentationFormat>On-screen Show (4:3)</PresentationFormat>
  <Paragraphs>32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Introduction to DBMS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14</cp:revision>
  <dcterms:created xsi:type="dcterms:W3CDTF">2020-11-09T12:41:12Z</dcterms:created>
  <dcterms:modified xsi:type="dcterms:W3CDTF">2024-07-19T02:14:40Z</dcterms:modified>
</cp:coreProperties>
</file>