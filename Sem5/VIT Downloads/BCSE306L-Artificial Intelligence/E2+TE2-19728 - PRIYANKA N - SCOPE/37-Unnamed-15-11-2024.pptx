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8"/>
  </p:normalViewPr>
  <p:slideViewPr>
    <p:cSldViewPr snapToGrid="0" snapToObjects="1">
      <p:cViewPr varScale="1">
        <p:scale>
          <a:sx n="112" d="100"/>
          <a:sy n="112" d="100"/>
        </p:scale>
        <p:origin x="154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-perception-in-artificial-intelligence-1-638.jpg"/>
          <p:cNvPicPr>
            <a:picLocks noChangeAspect="1"/>
          </p:cNvPicPr>
          <p:nvPr/>
        </p:nvPicPr>
        <p:blipFill rotWithShape="1">
          <a:blip r:embed="rId2"/>
          <a:srcRect l="39125" b="50066"/>
          <a:stretch/>
        </p:blipFill>
        <p:spPr>
          <a:xfrm>
            <a:off x="1051560" y="653795"/>
            <a:ext cx="7235190" cy="468401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-perception-in-artificial-intelligence-2-638.jpg"/>
          <p:cNvPicPr>
            <a:picLocks noChangeAspect="1"/>
          </p:cNvPicPr>
          <p:nvPr/>
        </p:nvPicPr>
        <p:blipFill rotWithShape="1">
          <a:blip r:embed="rId2"/>
          <a:srcRect b="9566"/>
          <a:stretch/>
        </p:blipFill>
        <p:spPr>
          <a:xfrm>
            <a:off x="0" y="301751"/>
            <a:ext cx="9144000" cy="620191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perception-in-artificial-intelligence-3-638.jpg"/>
          <p:cNvPicPr>
            <a:picLocks noChangeAspect="1"/>
          </p:cNvPicPr>
          <p:nvPr/>
        </p:nvPicPr>
        <p:blipFill rotWithShape="1">
          <a:blip r:embed="rId2"/>
          <a:srcRect b="14233"/>
          <a:stretch/>
        </p:blipFill>
        <p:spPr>
          <a:xfrm>
            <a:off x="0" y="4571"/>
            <a:ext cx="9144000" cy="588187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perception-in-artificial-intelligence-4-638.jpg"/>
          <p:cNvPicPr>
            <a:picLocks noChangeAspect="1"/>
          </p:cNvPicPr>
          <p:nvPr/>
        </p:nvPicPr>
        <p:blipFill rotWithShape="1">
          <a:blip r:embed="rId2"/>
          <a:srcRect b="26233"/>
          <a:stretch/>
        </p:blipFill>
        <p:spPr>
          <a:xfrm>
            <a:off x="0" y="4571"/>
            <a:ext cx="9144000" cy="505891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-perception-in-artificial-intelligence-5-638.jpg"/>
          <p:cNvPicPr>
            <a:picLocks noChangeAspect="1"/>
          </p:cNvPicPr>
          <p:nvPr/>
        </p:nvPicPr>
        <p:blipFill rotWithShape="1">
          <a:blip r:embed="rId2"/>
          <a:srcRect b="22233"/>
          <a:stretch/>
        </p:blipFill>
        <p:spPr>
          <a:xfrm>
            <a:off x="0" y="4571"/>
            <a:ext cx="9144000" cy="533323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perception-in-artificial-intelligence-6-638.jpg"/>
          <p:cNvPicPr>
            <a:picLocks noChangeAspect="1"/>
          </p:cNvPicPr>
          <p:nvPr/>
        </p:nvPicPr>
        <p:blipFill rotWithShape="1">
          <a:blip r:embed="rId2"/>
          <a:srcRect b="15167"/>
          <a:stretch/>
        </p:blipFill>
        <p:spPr>
          <a:xfrm>
            <a:off x="0" y="0"/>
            <a:ext cx="9144000" cy="58178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-perception-in-artificial-intelligence-7-638.jpg"/>
          <p:cNvPicPr>
            <a:picLocks noChangeAspect="1"/>
          </p:cNvPicPr>
          <p:nvPr/>
        </p:nvPicPr>
        <p:blipFill rotWithShape="1">
          <a:blip r:embed="rId2"/>
          <a:srcRect b="31834"/>
          <a:stretch/>
        </p:blipFill>
        <p:spPr>
          <a:xfrm>
            <a:off x="0" y="468630"/>
            <a:ext cx="9144000" cy="46748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perception-in-artificial-intelligence-8-638.jpg"/>
          <p:cNvPicPr>
            <a:picLocks noChangeAspect="1"/>
          </p:cNvPicPr>
          <p:nvPr/>
        </p:nvPicPr>
        <p:blipFill rotWithShape="1">
          <a:blip r:embed="rId2"/>
          <a:srcRect b="9667"/>
          <a:stretch/>
        </p:blipFill>
        <p:spPr>
          <a:xfrm>
            <a:off x="0" y="0"/>
            <a:ext cx="9144000" cy="6195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-perception-in-artificial-intelligence-9-638.jpg"/>
          <p:cNvPicPr>
            <a:picLocks noChangeAspect="1"/>
          </p:cNvPicPr>
          <p:nvPr/>
        </p:nvPicPr>
        <p:blipFill rotWithShape="1">
          <a:blip r:embed="rId2"/>
          <a:srcRect b="11900"/>
          <a:stretch/>
        </p:blipFill>
        <p:spPr>
          <a:xfrm>
            <a:off x="0" y="4571"/>
            <a:ext cx="9144000" cy="60418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perception-in-artificial-intelligence-10-638.jpg"/>
          <p:cNvPicPr>
            <a:picLocks noChangeAspect="1"/>
          </p:cNvPicPr>
          <p:nvPr/>
        </p:nvPicPr>
        <p:blipFill rotWithShape="1">
          <a:blip r:embed="rId2"/>
          <a:srcRect b="2500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-perception-in-artificial-intelligence-11-638.jpg"/>
          <p:cNvPicPr>
            <a:picLocks noChangeAspect="1"/>
          </p:cNvPicPr>
          <p:nvPr/>
        </p:nvPicPr>
        <p:blipFill rotWithShape="1">
          <a:blip r:embed="rId2"/>
          <a:srcRect b="32500"/>
          <a:stretch/>
        </p:blipFill>
        <p:spPr>
          <a:xfrm>
            <a:off x="0" y="525780"/>
            <a:ext cx="9144000" cy="46291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-perception-in-artificial-intelligence-12-638.jpg"/>
          <p:cNvPicPr>
            <a:picLocks noChangeAspect="1"/>
          </p:cNvPicPr>
          <p:nvPr/>
        </p:nvPicPr>
        <p:blipFill rotWithShape="1">
          <a:blip r:embed="rId2"/>
          <a:srcRect b="11900"/>
          <a:stretch/>
        </p:blipFill>
        <p:spPr>
          <a:xfrm>
            <a:off x="0" y="301751"/>
            <a:ext cx="9144000" cy="604189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3-perception-in-artificial-intelligence-13-638.jpg"/>
          <p:cNvPicPr>
            <a:picLocks noChangeAspect="1"/>
          </p:cNvPicPr>
          <p:nvPr/>
        </p:nvPicPr>
        <p:blipFill rotWithShape="1">
          <a:blip r:embed="rId2"/>
          <a:srcRect b="7733"/>
          <a:stretch/>
        </p:blipFill>
        <p:spPr>
          <a:xfrm>
            <a:off x="0" y="4571"/>
            <a:ext cx="9144000" cy="632764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-perception-in-artificial-intelligence-14-638.jpg"/>
          <p:cNvPicPr>
            <a:picLocks noChangeAspect="1"/>
          </p:cNvPicPr>
          <p:nvPr/>
        </p:nvPicPr>
        <p:blipFill rotWithShape="1">
          <a:blip r:embed="rId2"/>
          <a:srcRect b="26667"/>
          <a:stretch/>
        </p:blipFill>
        <p:spPr>
          <a:xfrm>
            <a:off x="0" y="0"/>
            <a:ext cx="9144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5-perception-in-artificial-intelligence-15-638.jpg"/>
          <p:cNvPicPr>
            <a:picLocks noChangeAspect="1"/>
          </p:cNvPicPr>
          <p:nvPr/>
        </p:nvPicPr>
        <p:blipFill rotWithShape="1">
          <a:blip r:embed="rId2"/>
          <a:srcRect b="7900"/>
          <a:stretch/>
        </p:blipFill>
        <p:spPr>
          <a:xfrm>
            <a:off x="0" y="4571"/>
            <a:ext cx="9144000" cy="631621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6-perception-in-artificial-intelligence-16-638.jpg"/>
          <p:cNvPicPr>
            <a:picLocks noChangeAspect="1"/>
          </p:cNvPicPr>
          <p:nvPr/>
        </p:nvPicPr>
        <p:blipFill rotWithShape="1">
          <a:blip r:embed="rId2"/>
          <a:srcRect b="11900"/>
          <a:stretch/>
        </p:blipFill>
        <p:spPr>
          <a:xfrm>
            <a:off x="0" y="301751"/>
            <a:ext cx="9144000" cy="604189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-perception-in-artificial-intelligence-17-638.jpg"/>
          <p:cNvPicPr>
            <a:picLocks noChangeAspect="1"/>
          </p:cNvPicPr>
          <p:nvPr/>
        </p:nvPicPr>
        <p:blipFill rotWithShape="1">
          <a:blip r:embed="rId2"/>
          <a:srcRect b="6167"/>
          <a:stretch/>
        </p:blipFill>
        <p:spPr>
          <a:xfrm>
            <a:off x="0" y="0"/>
            <a:ext cx="9144000" cy="643509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8-perception-in-artificial-intelligence-18-638.jpg"/>
          <p:cNvPicPr>
            <a:picLocks noChangeAspect="1"/>
          </p:cNvPicPr>
          <p:nvPr/>
        </p:nvPicPr>
        <p:blipFill rotWithShape="1">
          <a:blip r:embed="rId2"/>
          <a:srcRect b="27067"/>
          <a:stretch/>
        </p:blipFill>
        <p:spPr>
          <a:xfrm>
            <a:off x="0" y="4571"/>
            <a:ext cx="9144000" cy="500176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9-perception-in-artificial-intelligence-19-638.jpg"/>
          <p:cNvPicPr>
            <a:picLocks noChangeAspect="1"/>
          </p:cNvPicPr>
          <p:nvPr/>
        </p:nvPicPr>
        <p:blipFill rotWithShape="1">
          <a:blip r:embed="rId2"/>
          <a:srcRect b="7234"/>
          <a:stretch/>
        </p:blipFill>
        <p:spPr>
          <a:xfrm>
            <a:off x="0" y="4571"/>
            <a:ext cx="9144000" cy="636193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-perception-in-artificial-intelligence-20-638.jpg"/>
          <p:cNvPicPr>
            <a:picLocks noChangeAspect="1"/>
          </p:cNvPicPr>
          <p:nvPr/>
        </p:nvPicPr>
        <p:blipFill rotWithShape="1">
          <a:blip r:embed="rId2"/>
          <a:srcRect b="24400"/>
          <a:stretch/>
        </p:blipFill>
        <p:spPr>
          <a:xfrm>
            <a:off x="0" y="4571"/>
            <a:ext cx="9144000" cy="518464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1-perception-in-artificial-intelligence-21-638.jpg"/>
          <p:cNvPicPr>
            <a:picLocks noChangeAspect="1"/>
          </p:cNvPicPr>
          <p:nvPr/>
        </p:nvPicPr>
        <p:blipFill rotWithShape="1">
          <a:blip r:embed="rId2"/>
          <a:srcRect t="18600" b="10400"/>
          <a:stretch/>
        </p:blipFill>
        <p:spPr>
          <a:xfrm>
            <a:off x="0" y="1280159"/>
            <a:ext cx="9144000" cy="486918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Macintosh PowerPoint</Application>
  <PresentationFormat>On-screen Show (4:3)</PresentationFormat>
  <Paragraphs>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Priyanka N 19728</cp:lastModifiedBy>
  <cp:revision>2</cp:revision>
  <dcterms:created xsi:type="dcterms:W3CDTF">2013-01-27T09:14:16Z</dcterms:created>
  <dcterms:modified xsi:type="dcterms:W3CDTF">2024-04-30T07:20:38Z</dcterms:modified>
  <cp:category/>
</cp:coreProperties>
</file>