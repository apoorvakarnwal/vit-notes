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3" r:id="rId47"/>
    <p:sldId id="304" r:id="rId48"/>
    <p:sldId id="305" r:id="rId49"/>
    <p:sldId id="306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4" r:id="rId63"/>
    <p:sldId id="323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53" r:id="rId79"/>
    <p:sldId id="354" r:id="rId8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49"/>
  </p:normalViewPr>
  <p:slideViewPr>
    <p:cSldViewPr snapToGrid="0" snapToObjects="1">
      <p:cViewPr varScale="1">
        <p:scale>
          <a:sx n="149" d="100"/>
          <a:sy n="149" d="100"/>
        </p:scale>
        <p:origin x="1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object-recognition-1-638.jpg"/>
          <p:cNvPicPr>
            <a:picLocks noChangeAspect="1"/>
          </p:cNvPicPr>
          <p:nvPr/>
        </p:nvPicPr>
        <p:blipFill rotWithShape="1">
          <a:blip r:embed="rId2"/>
          <a:srcRect b="14000"/>
          <a:stretch/>
        </p:blipFill>
        <p:spPr>
          <a:xfrm>
            <a:off x="0" y="0"/>
            <a:ext cx="9144000" cy="6526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object-recognition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object-recognitio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object-recogniti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object-recognitio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object-recognitio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object-recognitio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object-recognitio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object-recognitio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object-recognition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object-recognitio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object-recognition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object-recognition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object-recognition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object-recognition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object-recognition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object-recognition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object-recognition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object-recognition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object-recognition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object-recognition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object-recognition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object-recognition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object-recognition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object-recognition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object-recognition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object-recognition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object-recognition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object-recognition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object-recognition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object-recognition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object-recognition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object-recognition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object-recognition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object-recognition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object-recognition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object-recognition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object-recognition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object-recognition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object-recognition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object-recognition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object-recognition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object-recognition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object-recognition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object-recognition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object-recognition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object-recognition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object-recognition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object-recognition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object-recognition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object-recognition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object-recognition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object-recognition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object-recognition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object-recognition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9-object-recognition-5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0-object-recognition-6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-object-recognition-6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2-object-recognition-6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3-object-recognition-6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-object-recognition-6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9-object-recognition-6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6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8-object-recognition-6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-object-recognition-7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9-object-recognition-7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0-object-recognition-8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1-object-recognition-8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2-object-recognition-8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3-object-recognition-8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4-object-recognition-8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5-object-recognition-8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6-object-recognition-8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7-object-recognition-8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8-object-recognition-8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9-object-recognition-8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0-object-recognition-9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1-object-recognition-9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8-object-recognition-9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9-object-recognition-9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0</Words>
  <Application>Microsoft Macintosh PowerPoint</Application>
  <PresentationFormat>On-screen Show (4:3)</PresentationFormat>
  <Paragraphs>0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Priyanka N 19728</cp:lastModifiedBy>
  <cp:revision>4</cp:revision>
  <dcterms:created xsi:type="dcterms:W3CDTF">2013-01-27T09:14:16Z</dcterms:created>
  <dcterms:modified xsi:type="dcterms:W3CDTF">2024-11-19T06:26:38Z</dcterms:modified>
  <cp:category/>
</cp:coreProperties>
</file>