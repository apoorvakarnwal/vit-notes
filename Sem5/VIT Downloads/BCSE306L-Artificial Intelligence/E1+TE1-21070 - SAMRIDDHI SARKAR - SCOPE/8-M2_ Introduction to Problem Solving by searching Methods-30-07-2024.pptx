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6" r:id="rId18"/>
    <p:sldId id="274" r:id="rId19"/>
    <p:sldId id="271" r:id="rId20"/>
    <p:sldId id="27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F71A-87A2-45F5-90A7-688822030A8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053FC-B575-4061-A560-3BBA130B4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16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F71A-87A2-45F5-90A7-688822030A8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053FC-B575-4061-A560-3BBA130B4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785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F71A-87A2-45F5-90A7-688822030A8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053FC-B575-4061-A560-3BBA130B4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34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F71A-87A2-45F5-90A7-688822030A8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053FC-B575-4061-A560-3BBA130B4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186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F71A-87A2-45F5-90A7-688822030A8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053FC-B575-4061-A560-3BBA130B4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562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F71A-87A2-45F5-90A7-688822030A8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053FC-B575-4061-A560-3BBA130B4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819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F71A-87A2-45F5-90A7-688822030A8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053FC-B575-4061-A560-3BBA130B4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50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F71A-87A2-45F5-90A7-688822030A8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053FC-B575-4061-A560-3BBA130B4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939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F71A-87A2-45F5-90A7-688822030A8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053FC-B575-4061-A560-3BBA130B4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22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F71A-87A2-45F5-90A7-688822030A8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053FC-B575-4061-A560-3BBA130B4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052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F71A-87A2-45F5-90A7-688822030A8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053FC-B575-4061-A560-3BBA130B4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0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9F71A-87A2-45F5-90A7-688822030A84}" type="datetimeFigureOut">
              <a:rPr lang="en-IN" smtClean="0"/>
              <a:t>22-01-2024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053FC-B575-4061-A560-3BBA130B4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9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Problem Solving based on Searching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49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 based on Searching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Uninformed Search Methods 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Uniform Cost Search, 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Breadth First Search,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Depth First Search,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Depth limited search,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deepening depth-first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Informed Search Methods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Best First Search, 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A* Search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89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Problem Solving by searching Methods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goal-based agent is an AI system designed to achieve a specific goal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kind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goal-based agent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 agents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atomic representations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is, states of the world are considered as wholes, with no internal structure visible to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35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Problem Solving by searching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roblem solving begins with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precise definitions of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solutions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give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several examples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illustrate these definitions.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then describe several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general-purpose search algorithms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be used to solve these problems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see several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uninformed search algorithms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—algorithms that are given no information about the problem other than its definition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Informed search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do quite well given some guidance on where to look for solutions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05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Problem Solving by searching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formulation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based on the current situation and the agent’s performance measure, 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first step in problem solving.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looking for a sequence of actions that reaches the goal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en-US" b="1" dirty="0" smtClean="0">
                <a:solidFill>
                  <a:srgbClr val="00B050"/>
                </a:solidFill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search algorithm takes a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as input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returns a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form of an action sequence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 solution is found, the actions it recommends can be carried out.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the 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“formulate, search, execute” design for the agent, as shown in Figure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70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Problem Solving by searching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6792"/>
            <a:ext cx="8568952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63688" y="6237312"/>
            <a:ext cx="53860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 1 A simple problem-solving agent.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02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Problem Solving by searching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formulating a goal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to solve,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calls a search procedure to solve it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then uses the solution to guide its actions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doing whatever the solution recommends as the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thing to do—typically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action of the sequence—and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that step from the sequence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solution has been executed, the agent will formulate a new goal.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691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Problem Solving by searching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Well-defined problems and solutions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can be defined formally by </a:t>
            </a: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components:</a:t>
            </a:r>
          </a:p>
          <a:p>
            <a:pPr algn="just"/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agent starts in.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particular state s, ACTIONS(s) returns the set of actions that can be executed in 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say that each of these actions is applicable in s.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 initial state for our agent in Romania might be described as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In(Arad).</a:t>
            </a:r>
          </a:p>
          <a:p>
            <a:pPr algn="just"/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description of the possible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to the agent.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from the state In(Arad), the applicable actions are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Go(Sibiu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Go(Timisoara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Go(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Zerind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)}.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9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implified road map of part of Romania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84784"/>
            <a:ext cx="8352928" cy="477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547664" y="6229700"/>
            <a:ext cx="56886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A simplified road map of part of Romania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4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Problem Solving by searching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Well-defined problems and solutions</a:t>
            </a:r>
          </a:p>
          <a:p>
            <a:pPr algn="just"/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description of what each action does; 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formal name for this is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 model,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 by a function RESULT(s, a) that returns the state that results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smtClean="0">
                <a:solidFill>
                  <a:srgbClr val="FF0000"/>
                </a:solidFill>
              </a:rPr>
              <a:t>doing action </a:t>
            </a:r>
            <a:r>
              <a:rPr lang="en-US" dirty="0" smtClean="0">
                <a:solidFill>
                  <a:srgbClr val="00B050"/>
                </a:solidFill>
              </a:rPr>
              <a:t>a</a:t>
            </a:r>
            <a:r>
              <a:rPr lang="en-US" dirty="0" smtClean="0">
                <a:solidFill>
                  <a:srgbClr val="FF0000"/>
                </a:solidFill>
              </a:rPr>
              <a:t> in state </a:t>
            </a:r>
            <a:r>
              <a:rPr lang="en-US" dirty="0" smtClean="0">
                <a:solidFill>
                  <a:srgbClr val="00B050"/>
                </a:solidFill>
              </a:rPr>
              <a:t>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term successor to refer to any state reachable from a given state by a single action.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RESULT(In(Arad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),Go(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= In(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53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Problem Solving by searching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Well-defined problems and solutions</a:t>
            </a:r>
            <a:endParaRPr lang="en-US" sz="28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 + actions + transition model = state space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problem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states reachable from the initial state by any sequence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actions.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 space forms a directed network or graph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path in the state space is a sequence of states connected by a sequence of actions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39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Problem Solving by searching Methods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Well-defined problems and solutions</a:t>
            </a:r>
            <a:endParaRPr lang="en-US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test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determines whether a given state is a goal state.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agent’s goal in Romania is the singleton set {In(Bucharest)}.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cost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that assigns a numeric cost to each path.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problem-solving agent chooses a cost function that reflects its own performance measure</a:t>
            </a:r>
          </a:p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quality is measured by the path cost function, and an 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solution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the lowest path cost among all solutions.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27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eal-world problem: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example we examine is the vacuum world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276872"/>
            <a:ext cx="7272808" cy="3537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18536" y="5813930"/>
            <a:ext cx="78299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 3 The state space for the vacuum world. Links denote actions: L = Left, 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R= Right, S= Suck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75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problem: Toy problems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 is determined by both the agent location and the dirt locations. 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 is in one of two locations, each of which might or might not contain dirt. 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there are 2 × 2^2 = 8 possible world states. 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larger environment with n locations has n · 2^n states</a:t>
            </a:r>
          </a:p>
          <a:p>
            <a:pPr marL="514350" indent="-514350" algn="just"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state: </a:t>
            </a:r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can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designated as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state.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Actions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simple environment, each state has just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actions: Left, Right, and Suck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environments might also include Up and Down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3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problem: Toy problems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Transition model: </a:t>
            </a:r>
          </a:p>
          <a:p>
            <a:pPr lvl="1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actions have their expected effects, except that moving Left in the leftmost square, moving Right in the rightmost square, and Sucking in a clean square have no effect.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4.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test: </a:t>
            </a:r>
            <a:endParaRPr lang="en-US" sz="32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whether all the squares are clean. </a:t>
            </a:r>
          </a:p>
          <a:p>
            <a:pPr marL="0" lvl="1" indent="0" algn="just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cost: </a:t>
            </a:r>
            <a:endParaRPr lang="en-US" sz="32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costs 1, so the path cost is the number of steps in the path</a:t>
            </a:r>
          </a:p>
        </p:txBody>
      </p:sp>
    </p:spTree>
    <p:extLst>
      <p:ext uri="{BB962C8B-B14F-4D97-AF65-F5344CB8AC3E}">
        <p14:creationId xmlns:p14="http://schemas.microsoft.com/office/powerpoint/2010/main" val="3533278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problem: 8-Puzzle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84784"/>
            <a:ext cx="8136904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0308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problem: 8-Puzzle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8760"/>
            <a:ext cx="8820472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7755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32853"/>
            <a:ext cx="8229600" cy="947875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problem: 8-Puzzle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640960" cy="4525963"/>
          </a:xfrm>
        </p:spPr>
        <p:txBody>
          <a:bodyPr>
            <a:noAutofit/>
          </a:bodyPr>
          <a:lstStyle/>
          <a:p>
            <a:pPr algn="just"/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state description specifies the location of each of the eight tiles and the blank in one of the nine squares. </a:t>
            </a:r>
          </a:p>
          <a:p>
            <a:pPr algn="just"/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state can be designated as the initial state. Note that any given goal can be reached from exactly half of the possible initial states </a:t>
            </a:r>
          </a:p>
          <a:p>
            <a:pPr algn="just"/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simplest formulation defines the actions as movements of the blank space Left, Right, Up, or Down. Different subsets of these are possible depending on where the blank is. </a:t>
            </a:r>
          </a:p>
          <a:p>
            <a:pPr algn="just"/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 model: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 a state and action, this returns the resulting state; for example, if we apply Left to the start state in Figure, the resulting state has the 5 and the blank switched.</a:t>
            </a:r>
          </a:p>
          <a:p>
            <a:pPr algn="just"/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 test: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checks whether the state matches the goal configuration shown in Figure. (Other goal configurations are possible.) </a:t>
            </a:r>
          </a:p>
          <a:p>
            <a:pPr algn="just"/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cost: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Each step costs 1, so the path cost is the number of steps in the path.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615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852"/>
            <a:ext cx="9094439" cy="6156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83568" y="6211669"/>
            <a:ext cx="6408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https://www.youtube.com/watch?v=uyuhcNdb7DI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219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40"/>
            <a:ext cx="9144000" cy="6669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7694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1708</TotalTime>
  <Words>1059</Words>
  <Application>Microsoft Office PowerPoint</Application>
  <PresentationFormat>On-screen Show (4:3)</PresentationFormat>
  <Paragraphs>95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Module 2: Problem Solving based on Searching</vt:lpstr>
      <vt:lpstr>Problem Solving based on Searching</vt:lpstr>
      <vt:lpstr>Introduction to Problem Solving by searching Methods</vt:lpstr>
      <vt:lpstr>Introduction to Problem Solving by searching Methods</vt:lpstr>
      <vt:lpstr>Introduction to Problem Solving by searching Methods</vt:lpstr>
      <vt:lpstr>Introduction to Problem Solving by searching Methods</vt:lpstr>
      <vt:lpstr>Introduction to Problem Solving by searching Methods</vt:lpstr>
      <vt:lpstr>Introduction to Problem Solving by searching Methods</vt:lpstr>
      <vt:lpstr>Simplified road map of part of Romania</vt:lpstr>
      <vt:lpstr>Introduction to Problem Solving by searching Methods</vt:lpstr>
      <vt:lpstr>Introduction to Problem Solving by searching Methods</vt:lpstr>
      <vt:lpstr>Introduction to Problem Solving by searching Methods</vt:lpstr>
      <vt:lpstr>Real-world problem: Toy problems</vt:lpstr>
      <vt:lpstr>Real-world problem: Toy problems</vt:lpstr>
      <vt:lpstr>Real-world problem: Toy problems</vt:lpstr>
      <vt:lpstr>Real-world problem: 8-Puzzle </vt:lpstr>
      <vt:lpstr>Real-world problem: 8-Puzzle </vt:lpstr>
      <vt:lpstr>Real-world problem: 8-Puzzle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Problem Solving based on Searching</dc:title>
  <dc:creator>Admin</dc:creator>
  <cp:lastModifiedBy>Admin</cp:lastModifiedBy>
  <cp:revision>33</cp:revision>
  <dcterms:created xsi:type="dcterms:W3CDTF">2024-01-22T07:15:09Z</dcterms:created>
  <dcterms:modified xsi:type="dcterms:W3CDTF">2024-01-23T11:43:49Z</dcterms:modified>
</cp:coreProperties>
</file>