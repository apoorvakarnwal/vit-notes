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63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06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05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49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3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83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2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015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43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05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32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21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892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55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696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3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23A956-DB14-482C-9D7D-FB724E227B9B}" type="datetimeFigureOut">
              <a:rPr lang="en-IN" smtClean="0"/>
              <a:t>14-11-2024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0CD993-C366-4132-8667-4DC13E5873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0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9C11-4FC5-5822-EE57-76BE7800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Perception?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ACF0-7212-AEFB-47DB-5E573DE69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perception</a:t>
            </a:r>
            <a:r>
              <a:rPr lang="en-US" dirty="0"/>
              <a:t> is the process by which an agent (such as a robot, human, or any system) gathers and understands information about its environment. This is done by interpreting the data collected from </a:t>
            </a:r>
            <a:r>
              <a:rPr lang="en-US" b="1" dirty="0"/>
              <a:t>sensors</a:t>
            </a:r>
            <a:r>
              <a:rPr lang="en-US" dirty="0"/>
              <a:t> (like cameras, microphones, or other devices that detect environmental inputs).</a:t>
            </a:r>
          </a:p>
          <a:p>
            <a:r>
              <a:rPr lang="en-US" dirty="0"/>
              <a:t>A self-driving car uses cameras (sensors) to perceive road conditions.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5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9463-5F28-C4BB-D820-B2D1E59C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322" y="-321735"/>
            <a:ext cx="9601196" cy="1303867"/>
          </a:xfrm>
        </p:spPr>
        <p:txBody>
          <a:bodyPr/>
          <a:lstStyle/>
          <a:p>
            <a:r>
              <a:rPr lang="en-IN" dirty="0"/>
              <a:t>IMAGE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C680C-15DB-7715-4AF9-447853049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1" y="819572"/>
            <a:ext cx="3307079" cy="487002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Imaging : Technique used to get the appearance of object on various perception</a:t>
            </a:r>
          </a:p>
          <a:p>
            <a:r>
              <a:rPr lang="en-IN" dirty="0"/>
              <a:t>For Example, a picture of long straight railway tracks ,will suggest that the rails converge and meet.</a:t>
            </a:r>
          </a:p>
          <a:p>
            <a:r>
              <a:rPr lang="en-IN" dirty="0"/>
              <a:t>Another example , if you hold your hand in front of eye, you can block out the moon, which is not smaller than your hand.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80FAC-9236-6A45-EB39-F4587BC8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521" y="597047"/>
            <a:ext cx="6365238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9138-F0B7-DEE0-89D3-0FFB7359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00986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IN" dirty="0"/>
              <a:t>IMAGE WITHOUT LENSES:THE PINHOLE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52CB-7D1B-5565-D86D-6766049B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simplest way to form a focused image is to view stationery objects with a pinhole camera, which consist of the pinhole opening , at the front of the box and image at the back of the box.</a:t>
            </a:r>
          </a:p>
          <a:p>
            <a:r>
              <a:rPr lang="en-IN" dirty="0"/>
              <a:t>Photons must pass through the pinhole, if it is small enough then , the image will be in focus.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5165D-019C-63E9-FB6E-442FC833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997" y="4314581"/>
            <a:ext cx="4517660" cy="156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98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D3AD-0EC9-BA6C-9FD5-EF85E085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Pinhole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266FE-4670-5C7C-1098-079323A03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light sensitive element in the image plane , at the back of pinhole camera receives light from a small range of directions that passes through the pinhole.</a:t>
            </a:r>
          </a:p>
          <a:p>
            <a:r>
              <a:rPr lang="en-IN" dirty="0"/>
              <a:t>The process of projection means that large, distant objects looks the same as smaller , nearby objects.</a:t>
            </a:r>
          </a:p>
          <a:p>
            <a:r>
              <a:rPr lang="en-IN" dirty="0"/>
              <a:t>Image produced is upside down.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2C0DB-D931-22D3-51A8-8ADE6B66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328" y="4366937"/>
            <a:ext cx="2680693" cy="177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6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0BF4-9636-E3AE-0D46-E8141D9F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 of Pinhole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1F665-74D2-F055-4300-6DA61C5A4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need a small pinhole to keep the image in focus.</a:t>
            </a:r>
          </a:p>
          <a:p>
            <a:r>
              <a:rPr lang="en-IN" dirty="0"/>
              <a:t>But with smaller pinhole , less number of photons passes through, meaning the image will be dark.</a:t>
            </a:r>
          </a:p>
          <a:p>
            <a:r>
              <a:rPr lang="en-IN" dirty="0"/>
              <a:t>Objects in the scene that move will appear blurred.</a:t>
            </a:r>
          </a:p>
        </p:txBody>
      </p:sp>
    </p:spTree>
    <p:extLst>
      <p:ext uri="{BB962C8B-B14F-4D97-AF65-F5344CB8AC3E}">
        <p14:creationId xmlns:p14="http://schemas.microsoft.com/office/powerpoint/2010/main" val="412186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B928-20A3-8BED-3418-0DB703C8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C18E-A0E0-BFFD-F485-E61A064F9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Modern cameras use lens system to gather sufficient light while keeping the image in focus.</a:t>
            </a:r>
          </a:p>
          <a:p>
            <a:r>
              <a:rPr lang="en-IN" dirty="0"/>
              <a:t>A large opening 	is covered with a lens that focuses light from nearby object.</a:t>
            </a:r>
          </a:p>
          <a:p>
            <a:r>
              <a:rPr lang="en-IN" dirty="0"/>
              <a:t>However lens system have a limited depth of field.</a:t>
            </a:r>
          </a:p>
          <a:p>
            <a:r>
              <a:rPr lang="en-IN" dirty="0"/>
              <a:t>Objects out of range will be out of focus in the image.</a:t>
            </a:r>
          </a:p>
          <a:p>
            <a:r>
              <a:rPr lang="en-IN" dirty="0"/>
              <a:t>To move the focal plane, the lens camera move back and forth.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072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99B1-9660-2252-D1E2-7FF93E84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Light and Shading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FB352-B273-99AC-BBB3-512A30210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image, the brightness of pixel , is based on the brightness of the surface patch.</a:t>
            </a:r>
          </a:p>
          <a:p>
            <a:r>
              <a:rPr lang="en-IN" dirty="0"/>
              <a:t>The three main causes of varying brightness are:-</a:t>
            </a:r>
          </a:p>
          <a:p>
            <a:r>
              <a:rPr lang="en-IN" dirty="0"/>
              <a:t>Overall Intensity of light</a:t>
            </a:r>
          </a:p>
          <a:p>
            <a:r>
              <a:rPr lang="en-IN" dirty="0"/>
              <a:t>Light Reflection</a:t>
            </a:r>
          </a:p>
          <a:p>
            <a:r>
              <a:rPr lang="en-IN" dirty="0"/>
              <a:t>Shading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BCBFA-F69D-F74B-2A17-189B17735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963" y="4316263"/>
            <a:ext cx="2682071" cy="1706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A609C-FC67-D96D-B975-22B1782EA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197" y="4307973"/>
            <a:ext cx="2507491" cy="183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4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DAB5-7979-A63F-9090-2A2D8A058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Light and Shading – Diffuse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B78F0-006D-1E64-D063-0B958BB36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Most surfaces reflect light by a process of diffuse reflection.</a:t>
            </a:r>
          </a:p>
          <a:p>
            <a:r>
              <a:rPr lang="en-IN" dirty="0"/>
              <a:t>Diffuse reflection scatters light evenly across the directions leaving a surface.</a:t>
            </a:r>
          </a:p>
          <a:p>
            <a:r>
              <a:rPr lang="en-IN" dirty="0"/>
              <a:t>So the brightness of diffuse surface does not depend upon the viewing direction.</a:t>
            </a:r>
          </a:p>
          <a:p>
            <a:r>
              <a:rPr lang="en-IN" dirty="0"/>
              <a:t>Specular reflection will get mirrored image but diffuse reflection does not.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D1C6C-1BFB-B3C9-59E4-ECDC70E1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5024487"/>
            <a:ext cx="3817951" cy="1231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58BDEA-529A-1829-4C34-B7DE1B5AB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506" y="4882152"/>
            <a:ext cx="3422289" cy="12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3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DE1D-E50D-ED08-6569-73071C32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Light and Shading – Distant point light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E10A-DC80-84DB-A7C5-340E5DCEC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main source of illumination is the sun, whose rays all travel parallel to one another.</a:t>
            </a:r>
          </a:p>
          <a:p>
            <a:r>
              <a:rPr lang="en-IN" dirty="0"/>
              <a:t>It is very effective in indoor as well as Outdoor scenes.</a:t>
            </a:r>
          </a:p>
          <a:p>
            <a:r>
              <a:rPr lang="en-IN" dirty="0"/>
              <a:t>In this model , the amount of light collected by surface patch, depends on the angle     between the illumination direction and normal to the surface.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AEB93-C902-C83C-C85F-BBFA60184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770" y="4464761"/>
            <a:ext cx="213378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B4F2-5EA7-CFA4-DB84-CC87F2A4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33308"/>
          </a:xfrm>
        </p:spPr>
        <p:txBody>
          <a:bodyPr>
            <a:normAutofit fontScale="90000"/>
          </a:bodyPr>
          <a:lstStyle/>
          <a:p>
            <a:br>
              <a:rPr lang="en-US" sz="1800" b="0" i="0" u="none" strike="noStrike" baseline="0" dirty="0">
                <a:latin typeface="Times-Roman"/>
              </a:rPr>
            </a:br>
            <a:r>
              <a:rPr lang="en-US" sz="3100" b="0" i="0" u="none" strike="noStrike" baseline="0" dirty="0">
                <a:latin typeface="Times-Roman"/>
              </a:rPr>
              <a:t>image recognition</a:t>
            </a: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28B5-BE2D-4B84-3D98-7C5DCFF4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767840"/>
            <a:ext cx="9601196" cy="4108028"/>
          </a:xfrm>
        </p:spPr>
        <p:txBody>
          <a:bodyPr>
            <a:normAutofit fontScale="70000" lnSpcReduction="20000"/>
          </a:bodyPr>
          <a:lstStyle/>
          <a:p>
            <a:endParaRPr lang="en-US" sz="2900" dirty="0"/>
          </a:p>
          <a:p>
            <a:r>
              <a:rPr lang="en-US" sz="2900" dirty="0"/>
              <a:t>image recognition is a subfield of computer vision which involves the ability of machines to interpret and understand visual information from the </a:t>
            </a:r>
            <a:endParaRPr lang="en-IN" sz="2900" dirty="0"/>
          </a:p>
          <a:p>
            <a:r>
              <a:rPr lang="en-IN" sz="2900" dirty="0"/>
              <a:t>Process </a:t>
            </a:r>
            <a:r>
              <a:rPr lang="en-US" sz="2900" dirty="0"/>
              <a:t>of identifying and detecting an object  or feature in a digital image or video</a:t>
            </a:r>
          </a:p>
          <a:p>
            <a:r>
              <a:rPr lang="en-US" sz="2900" dirty="0"/>
              <a:t>Example: self-driving cars, security systems</a:t>
            </a:r>
          </a:p>
          <a:p>
            <a:r>
              <a:rPr lang="en-US" sz="2900" dirty="0"/>
              <a:t>AI algorithms specifically deep learning algorithms are used to analyze and understand the content of an image these algorithms work by  identifying patterns and features in the image and then making a prediction about  what the image contains</a:t>
            </a:r>
          </a:p>
          <a:p>
            <a:r>
              <a:rPr lang="en-US" sz="2900" dirty="0"/>
              <a:t>The image recognition algorithm is trained using a data set of labeled images which allows it to learn how to identify objects and patterns in new images. Neural n/w are used for  this purpose, as they can mimic the way the human brain processes visual information.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527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290</TotalTime>
  <Words>667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Times-Roman</vt:lpstr>
      <vt:lpstr>Organic</vt:lpstr>
      <vt:lpstr>What is Perception?</vt:lpstr>
      <vt:lpstr>IMAGE FORMATION</vt:lpstr>
      <vt:lpstr>IMAGE WITHOUT LENSES:THE PINHOLE CAMERA</vt:lpstr>
      <vt:lpstr>Pinhole Camera</vt:lpstr>
      <vt:lpstr>Drawback of Pinhole camera</vt:lpstr>
      <vt:lpstr>Lens System</vt:lpstr>
      <vt:lpstr>Light and Shading</vt:lpstr>
      <vt:lpstr>Light and Shading – Diffuse Reflection</vt:lpstr>
      <vt:lpstr>Light and Shading – Distant point light source</vt:lpstr>
      <vt:lpstr> image recognition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FORMATION</dc:title>
  <dc:creator>rohan.krishan.2021@outlook.com</dc:creator>
  <cp:lastModifiedBy>Samriddhi Sarkar</cp:lastModifiedBy>
  <cp:revision>6</cp:revision>
  <dcterms:created xsi:type="dcterms:W3CDTF">2023-04-10T14:56:54Z</dcterms:created>
  <dcterms:modified xsi:type="dcterms:W3CDTF">2024-11-14T16:10:11Z</dcterms:modified>
</cp:coreProperties>
</file>