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0" r:id="rId12"/>
    <p:sldId id="269" r:id="rId13"/>
    <p:sldId id="266" r:id="rId14"/>
    <p:sldId id="267" r:id="rId15"/>
    <p:sldId id="26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80" d="100"/>
          <a:sy n="80" d="100"/>
        </p:scale>
        <p:origin x="136" y="-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90B10-57AE-F075-1241-B761760C63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7853115-5D1A-2EED-C3D3-492E0FE5A6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DE02315-3B91-3402-A8F2-7B117B0B2A1B}"/>
              </a:ext>
            </a:extLst>
          </p:cNvPr>
          <p:cNvSpPr>
            <a:spLocks noGrp="1"/>
          </p:cNvSpPr>
          <p:nvPr>
            <p:ph type="dt" sz="half" idx="10"/>
          </p:nvPr>
        </p:nvSpPr>
        <p:spPr/>
        <p:txBody>
          <a:bodyPr/>
          <a:lstStyle/>
          <a:p>
            <a:fld id="{54A6D007-3310-4F89-9DBD-F8503E2FD5B6}" type="datetimeFigureOut">
              <a:rPr lang="en-IN" smtClean="0"/>
              <a:t>19-08-2024</a:t>
            </a:fld>
            <a:endParaRPr lang="en-IN"/>
          </a:p>
        </p:txBody>
      </p:sp>
      <p:sp>
        <p:nvSpPr>
          <p:cNvPr id="5" name="Footer Placeholder 4">
            <a:extLst>
              <a:ext uri="{FF2B5EF4-FFF2-40B4-BE49-F238E27FC236}">
                <a16:creationId xmlns:a16="http://schemas.microsoft.com/office/drawing/2014/main" id="{7A0CA97E-9A2C-D7BD-C711-D6FE827B10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34E489-35BE-6349-6C23-8B1DD9B20069}"/>
              </a:ext>
            </a:extLst>
          </p:cNvPr>
          <p:cNvSpPr>
            <a:spLocks noGrp="1"/>
          </p:cNvSpPr>
          <p:nvPr>
            <p:ph type="sldNum" sz="quarter" idx="12"/>
          </p:nvPr>
        </p:nvSpPr>
        <p:spPr/>
        <p:txBody>
          <a:bodyPr/>
          <a:lstStyle/>
          <a:p>
            <a:fld id="{D6D427B5-9392-472C-8E3D-AB45A397B992}" type="slidenum">
              <a:rPr lang="en-IN" smtClean="0"/>
              <a:t>‹#›</a:t>
            </a:fld>
            <a:endParaRPr lang="en-IN"/>
          </a:p>
        </p:txBody>
      </p:sp>
    </p:spTree>
    <p:extLst>
      <p:ext uri="{BB962C8B-B14F-4D97-AF65-F5344CB8AC3E}">
        <p14:creationId xmlns:p14="http://schemas.microsoft.com/office/powerpoint/2010/main" val="1336353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E393F-0A93-0CAB-54B3-F7EE369B66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9E236B-1AE1-CBA8-2739-EAABEB7E6B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6C13F5-71C4-C4DD-F8D2-C0EC82F1A18D}"/>
              </a:ext>
            </a:extLst>
          </p:cNvPr>
          <p:cNvSpPr>
            <a:spLocks noGrp="1"/>
          </p:cNvSpPr>
          <p:nvPr>
            <p:ph type="dt" sz="half" idx="10"/>
          </p:nvPr>
        </p:nvSpPr>
        <p:spPr/>
        <p:txBody>
          <a:bodyPr/>
          <a:lstStyle/>
          <a:p>
            <a:fld id="{54A6D007-3310-4F89-9DBD-F8503E2FD5B6}" type="datetimeFigureOut">
              <a:rPr lang="en-IN" smtClean="0"/>
              <a:t>19-08-2024</a:t>
            </a:fld>
            <a:endParaRPr lang="en-IN"/>
          </a:p>
        </p:txBody>
      </p:sp>
      <p:sp>
        <p:nvSpPr>
          <p:cNvPr id="5" name="Footer Placeholder 4">
            <a:extLst>
              <a:ext uri="{FF2B5EF4-FFF2-40B4-BE49-F238E27FC236}">
                <a16:creationId xmlns:a16="http://schemas.microsoft.com/office/drawing/2014/main" id="{72F13F04-C39E-415F-69E7-351FC7F52E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BAD5C57-A2D3-594C-8161-E28D869A86B0}"/>
              </a:ext>
            </a:extLst>
          </p:cNvPr>
          <p:cNvSpPr>
            <a:spLocks noGrp="1"/>
          </p:cNvSpPr>
          <p:nvPr>
            <p:ph type="sldNum" sz="quarter" idx="12"/>
          </p:nvPr>
        </p:nvSpPr>
        <p:spPr/>
        <p:txBody>
          <a:bodyPr/>
          <a:lstStyle/>
          <a:p>
            <a:fld id="{D6D427B5-9392-472C-8E3D-AB45A397B992}" type="slidenum">
              <a:rPr lang="en-IN" smtClean="0"/>
              <a:t>‹#›</a:t>
            </a:fld>
            <a:endParaRPr lang="en-IN"/>
          </a:p>
        </p:txBody>
      </p:sp>
    </p:spTree>
    <p:extLst>
      <p:ext uri="{BB962C8B-B14F-4D97-AF65-F5344CB8AC3E}">
        <p14:creationId xmlns:p14="http://schemas.microsoft.com/office/powerpoint/2010/main" val="932496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F79B0-6278-BD62-C317-92AF7DB381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A7B70F-D90B-217B-76F4-4255B7F66E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6CD9CDC-DBB1-BD59-B932-EAC8FF970C0A}"/>
              </a:ext>
            </a:extLst>
          </p:cNvPr>
          <p:cNvSpPr>
            <a:spLocks noGrp="1"/>
          </p:cNvSpPr>
          <p:nvPr>
            <p:ph type="dt" sz="half" idx="10"/>
          </p:nvPr>
        </p:nvSpPr>
        <p:spPr/>
        <p:txBody>
          <a:bodyPr/>
          <a:lstStyle/>
          <a:p>
            <a:fld id="{54A6D007-3310-4F89-9DBD-F8503E2FD5B6}" type="datetimeFigureOut">
              <a:rPr lang="en-IN" smtClean="0"/>
              <a:t>19-08-2024</a:t>
            </a:fld>
            <a:endParaRPr lang="en-IN"/>
          </a:p>
        </p:txBody>
      </p:sp>
      <p:sp>
        <p:nvSpPr>
          <p:cNvPr id="5" name="Footer Placeholder 4">
            <a:extLst>
              <a:ext uri="{FF2B5EF4-FFF2-40B4-BE49-F238E27FC236}">
                <a16:creationId xmlns:a16="http://schemas.microsoft.com/office/drawing/2014/main" id="{583691BB-28D6-2F2A-6010-EA19A13686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517CF7-B14A-2938-142C-31A4CE88EB2E}"/>
              </a:ext>
            </a:extLst>
          </p:cNvPr>
          <p:cNvSpPr>
            <a:spLocks noGrp="1"/>
          </p:cNvSpPr>
          <p:nvPr>
            <p:ph type="sldNum" sz="quarter" idx="12"/>
          </p:nvPr>
        </p:nvSpPr>
        <p:spPr/>
        <p:txBody>
          <a:bodyPr/>
          <a:lstStyle/>
          <a:p>
            <a:fld id="{D6D427B5-9392-472C-8E3D-AB45A397B992}" type="slidenum">
              <a:rPr lang="en-IN" smtClean="0"/>
              <a:t>‹#›</a:t>
            </a:fld>
            <a:endParaRPr lang="en-IN"/>
          </a:p>
        </p:txBody>
      </p:sp>
    </p:spTree>
    <p:extLst>
      <p:ext uri="{BB962C8B-B14F-4D97-AF65-F5344CB8AC3E}">
        <p14:creationId xmlns:p14="http://schemas.microsoft.com/office/powerpoint/2010/main" val="1767454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50473-7504-C18A-A096-1102A30EDF4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424295-569A-AC1F-8D49-A5CD219900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415F491-7690-9BC8-BAC8-AB7D63DC77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8D9895-9281-7C7A-3045-5DA3079C0590}"/>
              </a:ext>
            </a:extLst>
          </p:cNvPr>
          <p:cNvSpPr>
            <a:spLocks noGrp="1"/>
          </p:cNvSpPr>
          <p:nvPr>
            <p:ph type="dt" sz="half" idx="10"/>
          </p:nvPr>
        </p:nvSpPr>
        <p:spPr/>
        <p:txBody>
          <a:bodyPr/>
          <a:lstStyle/>
          <a:p>
            <a:fld id="{54A6D007-3310-4F89-9DBD-F8503E2FD5B6}" type="datetimeFigureOut">
              <a:rPr lang="en-IN" smtClean="0"/>
              <a:t>19-08-2024</a:t>
            </a:fld>
            <a:endParaRPr lang="en-IN"/>
          </a:p>
        </p:txBody>
      </p:sp>
      <p:sp>
        <p:nvSpPr>
          <p:cNvPr id="6" name="Footer Placeholder 5">
            <a:extLst>
              <a:ext uri="{FF2B5EF4-FFF2-40B4-BE49-F238E27FC236}">
                <a16:creationId xmlns:a16="http://schemas.microsoft.com/office/drawing/2014/main" id="{AAEB0B63-9F3A-9FB5-3B9B-4AE23AF7CB0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DDA128C-E1EE-3D81-BF3D-57A1AEE2E852}"/>
              </a:ext>
            </a:extLst>
          </p:cNvPr>
          <p:cNvSpPr>
            <a:spLocks noGrp="1"/>
          </p:cNvSpPr>
          <p:nvPr>
            <p:ph type="sldNum" sz="quarter" idx="12"/>
          </p:nvPr>
        </p:nvSpPr>
        <p:spPr/>
        <p:txBody>
          <a:bodyPr/>
          <a:lstStyle/>
          <a:p>
            <a:fld id="{D6D427B5-9392-472C-8E3D-AB45A397B992}" type="slidenum">
              <a:rPr lang="en-IN" smtClean="0"/>
              <a:t>‹#›</a:t>
            </a:fld>
            <a:endParaRPr lang="en-IN"/>
          </a:p>
        </p:txBody>
      </p:sp>
    </p:spTree>
    <p:extLst>
      <p:ext uri="{BB962C8B-B14F-4D97-AF65-F5344CB8AC3E}">
        <p14:creationId xmlns:p14="http://schemas.microsoft.com/office/powerpoint/2010/main" val="1097997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0E99C-B3F1-BAE0-1592-524175BD8F0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309B8BF-ABE8-F6C0-1811-7145BC202F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69E632-9BDD-6ECC-0C9E-75552BC798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C8A911-905D-1912-7754-1E0F092561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93EE13-AE4E-0700-E4C8-063DCBEAA0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D39DDD-F2CD-AB3D-3CFF-BB5A5E174253}"/>
              </a:ext>
            </a:extLst>
          </p:cNvPr>
          <p:cNvSpPr>
            <a:spLocks noGrp="1"/>
          </p:cNvSpPr>
          <p:nvPr>
            <p:ph type="dt" sz="half" idx="10"/>
          </p:nvPr>
        </p:nvSpPr>
        <p:spPr/>
        <p:txBody>
          <a:bodyPr/>
          <a:lstStyle/>
          <a:p>
            <a:fld id="{54A6D007-3310-4F89-9DBD-F8503E2FD5B6}" type="datetimeFigureOut">
              <a:rPr lang="en-IN" smtClean="0"/>
              <a:t>19-08-2024</a:t>
            </a:fld>
            <a:endParaRPr lang="en-IN"/>
          </a:p>
        </p:txBody>
      </p:sp>
      <p:sp>
        <p:nvSpPr>
          <p:cNvPr id="8" name="Footer Placeholder 7">
            <a:extLst>
              <a:ext uri="{FF2B5EF4-FFF2-40B4-BE49-F238E27FC236}">
                <a16:creationId xmlns:a16="http://schemas.microsoft.com/office/drawing/2014/main" id="{F10D5F5C-B45E-87B2-487C-7F1E53444C7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C1E534F-E6AD-9EE0-7281-AA5A17482435}"/>
              </a:ext>
            </a:extLst>
          </p:cNvPr>
          <p:cNvSpPr>
            <a:spLocks noGrp="1"/>
          </p:cNvSpPr>
          <p:nvPr>
            <p:ph type="sldNum" sz="quarter" idx="12"/>
          </p:nvPr>
        </p:nvSpPr>
        <p:spPr/>
        <p:txBody>
          <a:bodyPr/>
          <a:lstStyle/>
          <a:p>
            <a:fld id="{D6D427B5-9392-472C-8E3D-AB45A397B992}" type="slidenum">
              <a:rPr lang="en-IN" smtClean="0"/>
              <a:t>‹#›</a:t>
            </a:fld>
            <a:endParaRPr lang="en-IN"/>
          </a:p>
        </p:txBody>
      </p:sp>
    </p:spTree>
    <p:extLst>
      <p:ext uri="{BB962C8B-B14F-4D97-AF65-F5344CB8AC3E}">
        <p14:creationId xmlns:p14="http://schemas.microsoft.com/office/powerpoint/2010/main" val="4224105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60380-8DDF-E062-140D-20B24158DF1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B85F0CE-A62F-7793-F8D2-9BE3D0318FD0}"/>
              </a:ext>
            </a:extLst>
          </p:cNvPr>
          <p:cNvSpPr>
            <a:spLocks noGrp="1"/>
          </p:cNvSpPr>
          <p:nvPr>
            <p:ph type="dt" sz="half" idx="10"/>
          </p:nvPr>
        </p:nvSpPr>
        <p:spPr/>
        <p:txBody>
          <a:bodyPr/>
          <a:lstStyle/>
          <a:p>
            <a:fld id="{54A6D007-3310-4F89-9DBD-F8503E2FD5B6}" type="datetimeFigureOut">
              <a:rPr lang="en-IN" smtClean="0"/>
              <a:t>19-08-2024</a:t>
            </a:fld>
            <a:endParaRPr lang="en-IN"/>
          </a:p>
        </p:txBody>
      </p:sp>
      <p:sp>
        <p:nvSpPr>
          <p:cNvPr id="4" name="Footer Placeholder 3">
            <a:extLst>
              <a:ext uri="{FF2B5EF4-FFF2-40B4-BE49-F238E27FC236}">
                <a16:creationId xmlns:a16="http://schemas.microsoft.com/office/drawing/2014/main" id="{617A1C64-0F85-51D1-0884-D67B4EF63E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F3A2340-DC3A-1D92-D6D8-483C21E2DCD9}"/>
              </a:ext>
            </a:extLst>
          </p:cNvPr>
          <p:cNvSpPr>
            <a:spLocks noGrp="1"/>
          </p:cNvSpPr>
          <p:nvPr>
            <p:ph type="sldNum" sz="quarter" idx="12"/>
          </p:nvPr>
        </p:nvSpPr>
        <p:spPr/>
        <p:txBody>
          <a:bodyPr/>
          <a:lstStyle/>
          <a:p>
            <a:fld id="{D6D427B5-9392-472C-8E3D-AB45A397B992}" type="slidenum">
              <a:rPr lang="en-IN" smtClean="0"/>
              <a:t>‹#›</a:t>
            </a:fld>
            <a:endParaRPr lang="en-IN"/>
          </a:p>
        </p:txBody>
      </p:sp>
    </p:spTree>
    <p:extLst>
      <p:ext uri="{BB962C8B-B14F-4D97-AF65-F5344CB8AC3E}">
        <p14:creationId xmlns:p14="http://schemas.microsoft.com/office/powerpoint/2010/main" val="4084170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CF31B6-5446-690B-7784-0ACABA0CAB12}"/>
              </a:ext>
            </a:extLst>
          </p:cNvPr>
          <p:cNvSpPr>
            <a:spLocks noGrp="1"/>
          </p:cNvSpPr>
          <p:nvPr>
            <p:ph type="dt" sz="half" idx="10"/>
          </p:nvPr>
        </p:nvSpPr>
        <p:spPr/>
        <p:txBody>
          <a:bodyPr/>
          <a:lstStyle/>
          <a:p>
            <a:fld id="{54A6D007-3310-4F89-9DBD-F8503E2FD5B6}" type="datetimeFigureOut">
              <a:rPr lang="en-IN" smtClean="0"/>
              <a:t>19-08-2024</a:t>
            </a:fld>
            <a:endParaRPr lang="en-IN"/>
          </a:p>
        </p:txBody>
      </p:sp>
      <p:sp>
        <p:nvSpPr>
          <p:cNvPr id="3" name="Footer Placeholder 2">
            <a:extLst>
              <a:ext uri="{FF2B5EF4-FFF2-40B4-BE49-F238E27FC236}">
                <a16:creationId xmlns:a16="http://schemas.microsoft.com/office/drawing/2014/main" id="{223948FB-718A-901C-5B6A-9DE1DFE9D14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CCC9357-2E62-F15C-147E-71A75F688534}"/>
              </a:ext>
            </a:extLst>
          </p:cNvPr>
          <p:cNvSpPr>
            <a:spLocks noGrp="1"/>
          </p:cNvSpPr>
          <p:nvPr>
            <p:ph type="sldNum" sz="quarter" idx="12"/>
          </p:nvPr>
        </p:nvSpPr>
        <p:spPr/>
        <p:txBody>
          <a:bodyPr/>
          <a:lstStyle/>
          <a:p>
            <a:fld id="{D6D427B5-9392-472C-8E3D-AB45A397B992}" type="slidenum">
              <a:rPr lang="en-IN" smtClean="0"/>
              <a:t>‹#›</a:t>
            </a:fld>
            <a:endParaRPr lang="en-IN"/>
          </a:p>
        </p:txBody>
      </p:sp>
    </p:spTree>
    <p:extLst>
      <p:ext uri="{BB962C8B-B14F-4D97-AF65-F5344CB8AC3E}">
        <p14:creationId xmlns:p14="http://schemas.microsoft.com/office/powerpoint/2010/main" val="4050862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2CDCA-8344-3DC0-9FEC-08FD052E38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E7D9DCE-B77F-1726-DF64-AC010167E0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DD7113-D2ED-32DB-2BC5-613A064E8F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BABB8A-4C79-671C-21B7-B6FDDD9097AA}"/>
              </a:ext>
            </a:extLst>
          </p:cNvPr>
          <p:cNvSpPr>
            <a:spLocks noGrp="1"/>
          </p:cNvSpPr>
          <p:nvPr>
            <p:ph type="dt" sz="half" idx="10"/>
          </p:nvPr>
        </p:nvSpPr>
        <p:spPr/>
        <p:txBody>
          <a:bodyPr/>
          <a:lstStyle/>
          <a:p>
            <a:fld id="{54A6D007-3310-4F89-9DBD-F8503E2FD5B6}" type="datetimeFigureOut">
              <a:rPr lang="en-IN" smtClean="0"/>
              <a:t>19-08-2024</a:t>
            </a:fld>
            <a:endParaRPr lang="en-IN"/>
          </a:p>
        </p:txBody>
      </p:sp>
      <p:sp>
        <p:nvSpPr>
          <p:cNvPr id="6" name="Footer Placeholder 5">
            <a:extLst>
              <a:ext uri="{FF2B5EF4-FFF2-40B4-BE49-F238E27FC236}">
                <a16:creationId xmlns:a16="http://schemas.microsoft.com/office/drawing/2014/main" id="{6B69C564-9327-A834-46E2-04BB8A6B27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5ED82B-4D54-3472-2DD2-658E08D874D7}"/>
              </a:ext>
            </a:extLst>
          </p:cNvPr>
          <p:cNvSpPr>
            <a:spLocks noGrp="1"/>
          </p:cNvSpPr>
          <p:nvPr>
            <p:ph type="sldNum" sz="quarter" idx="12"/>
          </p:nvPr>
        </p:nvSpPr>
        <p:spPr/>
        <p:txBody>
          <a:bodyPr/>
          <a:lstStyle/>
          <a:p>
            <a:fld id="{D6D427B5-9392-472C-8E3D-AB45A397B992}" type="slidenum">
              <a:rPr lang="en-IN" smtClean="0"/>
              <a:t>‹#›</a:t>
            </a:fld>
            <a:endParaRPr lang="en-IN"/>
          </a:p>
        </p:txBody>
      </p:sp>
    </p:spTree>
    <p:extLst>
      <p:ext uri="{BB962C8B-B14F-4D97-AF65-F5344CB8AC3E}">
        <p14:creationId xmlns:p14="http://schemas.microsoft.com/office/powerpoint/2010/main" val="2634884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24B68-0A97-8C2A-E3BF-9A12F6D187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E339886-83DB-E504-84C6-85C2063602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829C175-9560-3E01-7DE2-A648826211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203E3F-9C18-DB3A-2C63-C80D22F27DC0}"/>
              </a:ext>
            </a:extLst>
          </p:cNvPr>
          <p:cNvSpPr>
            <a:spLocks noGrp="1"/>
          </p:cNvSpPr>
          <p:nvPr>
            <p:ph type="dt" sz="half" idx="10"/>
          </p:nvPr>
        </p:nvSpPr>
        <p:spPr/>
        <p:txBody>
          <a:bodyPr/>
          <a:lstStyle/>
          <a:p>
            <a:fld id="{54A6D007-3310-4F89-9DBD-F8503E2FD5B6}" type="datetimeFigureOut">
              <a:rPr lang="en-IN" smtClean="0"/>
              <a:t>19-08-2024</a:t>
            </a:fld>
            <a:endParaRPr lang="en-IN"/>
          </a:p>
        </p:txBody>
      </p:sp>
      <p:sp>
        <p:nvSpPr>
          <p:cNvPr id="6" name="Footer Placeholder 5">
            <a:extLst>
              <a:ext uri="{FF2B5EF4-FFF2-40B4-BE49-F238E27FC236}">
                <a16:creationId xmlns:a16="http://schemas.microsoft.com/office/drawing/2014/main" id="{8AD76D65-A4BB-1BDB-28CC-298EC3E8909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678C96-B9D7-039C-9B6C-BB15B1AF822A}"/>
              </a:ext>
            </a:extLst>
          </p:cNvPr>
          <p:cNvSpPr>
            <a:spLocks noGrp="1"/>
          </p:cNvSpPr>
          <p:nvPr>
            <p:ph type="sldNum" sz="quarter" idx="12"/>
          </p:nvPr>
        </p:nvSpPr>
        <p:spPr/>
        <p:txBody>
          <a:bodyPr/>
          <a:lstStyle/>
          <a:p>
            <a:fld id="{D6D427B5-9392-472C-8E3D-AB45A397B992}" type="slidenum">
              <a:rPr lang="en-IN" smtClean="0"/>
              <a:t>‹#›</a:t>
            </a:fld>
            <a:endParaRPr lang="en-IN"/>
          </a:p>
        </p:txBody>
      </p:sp>
    </p:spTree>
    <p:extLst>
      <p:ext uri="{BB962C8B-B14F-4D97-AF65-F5344CB8AC3E}">
        <p14:creationId xmlns:p14="http://schemas.microsoft.com/office/powerpoint/2010/main" val="3117808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881A0-E557-2FAA-5445-2A82D66151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49D106-CA96-98D6-ACCC-23A902986F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5264F7-4A83-D952-DFDE-FD7E8CE9B193}"/>
              </a:ext>
            </a:extLst>
          </p:cNvPr>
          <p:cNvSpPr>
            <a:spLocks noGrp="1"/>
          </p:cNvSpPr>
          <p:nvPr>
            <p:ph type="dt" sz="half" idx="10"/>
          </p:nvPr>
        </p:nvSpPr>
        <p:spPr/>
        <p:txBody>
          <a:bodyPr/>
          <a:lstStyle/>
          <a:p>
            <a:fld id="{54A6D007-3310-4F89-9DBD-F8503E2FD5B6}" type="datetimeFigureOut">
              <a:rPr lang="en-IN" smtClean="0"/>
              <a:t>19-08-2024</a:t>
            </a:fld>
            <a:endParaRPr lang="en-IN"/>
          </a:p>
        </p:txBody>
      </p:sp>
      <p:sp>
        <p:nvSpPr>
          <p:cNvPr id="5" name="Footer Placeholder 4">
            <a:extLst>
              <a:ext uri="{FF2B5EF4-FFF2-40B4-BE49-F238E27FC236}">
                <a16:creationId xmlns:a16="http://schemas.microsoft.com/office/drawing/2014/main" id="{BADE5B60-B182-CDA9-1E3F-6C7D4A84CA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B76A5D-6B30-E061-0CB0-DA26CE92DB01}"/>
              </a:ext>
            </a:extLst>
          </p:cNvPr>
          <p:cNvSpPr>
            <a:spLocks noGrp="1"/>
          </p:cNvSpPr>
          <p:nvPr>
            <p:ph type="sldNum" sz="quarter" idx="12"/>
          </p:nvPr>
        </p:nvSpPr>
        <p:spPr/>
        <p:txBody>
          <a:bodyPr/>
          <a:lstStyle/>
          <a:p>
            <a:fld id="{D6D427B5-9392-472C-8E3D-AB45A397B992}" type="slidenum">
              <a:rPr lang="en-IN" smtClean="0"/>
              <a:t>‹#›</a:t>
            </a:fld>
            <a:endParaRPr lang="en-IN"/>
          </a:p>
        </p:txBody>
      </p:sp>
    </p:spTree>
    <p:extLst>
      <p:ext uri="{BB962C8B-B14F-4D97-AF65-F5344CB8AC3E}">
        <p14:creationId xmlns:p14="http://schemas.microsoft.com/office/powerpoint/2010/main" val="68906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47B9D8-B827-A1C2-66E6-162961C417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AE9697-9B22-30E1-ECE9-5E95A79A98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CE6895-00B8-4044-0A82-A068E49015C9}"/>
              </a:ext>
            </a:extLst>
          </p:cNvPr>
          <p:cNvSpPr>
            <a:spLocks noGrp="1"/>
          </p:cNvSpPr>
          <p:nvPr>
            <p:ph type="dt" sz="half" idx="10"/>
          </p:nvPr>
        </p:nvSpPr>
        <p:spPr/>
        <p:txBody>
          <a:bodyPr/>
          <a:lstStyle/>
          <a:p>
            <a:fld id="{54A6D007-3310-4F89-9DBD-F8503E2FD5B6}" type="datetimeFigureOut">
              <a:rPr lang="en-IN" smtClean="0"/>
              <a:t>19-08-2024</a:t>
            </a:fld>
            <a:endParaRPr lang="en-IN"/>
          </a:p>
        </p:txBody>
      </p:sp>
      <p:sp>
        <p:nvSpPr>
          <p:cNvPr id="5" name="Footer Placeholder 4">
            <a:extLst>
              <a:ext uri="{FF2B5EF4-FFF2-40B4-BE49-F238E27FC236}">
                <a16:creationId xmlns:a16="http://schemas.microsoft.com/office/drawing/2014/main" id="{ED15E377-5295-5285-FF8C-F356625A86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9F5109-C842-AB89-04DA-240D5D2EBDC3}"/>
              </a:ext>
            </a:extLst>
          </p:cNvPr>
          <p:cNvSpPr>
            <a:spLocks noGrp="1"/>
          </p:cNvSpPr>
          <p:nvPr>
            <p:ph type="sldNum" sz="quarter" idx="12"/>
          </p:nvPr>
        </p:nvSpPr>
        <p:spPr/>
        <p:txBody>
          <a:bodyPr/>
          <a:lstStyle/>
          <a:p>
            <a:fld id="{D6D427B5-9392-472C-8E3D-AB45A397B992}" type="slidenum">
              <a:rPr lang="en-IN" smtClean="0"/>
              <a:t>‹#›</a:t>
            </a:fld>
            <a:endParaRPr lang="en-IN"/>
          </a:p>
        </p:txBody>
      </p:sp>
    </p:spTree>
    <p:extLst>
      <p:ext uri="{BB962C8B-B14F-4D97-AF65-F5344CB8AC3E}">
        <p14:creationId xmlns:p14="http://schemas.microsoft.com/office/powerpoint/2010/main" val="28536490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B224DB-14FF-1775-CDBC-4CA00E71D8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0B27F0-7E5F-301C-6AED-75C46EFB0C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C273A7-4187-23E0-FA02-A0C82BBEE0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A6D007-3310-4F89-9DBD-F8503E2FD5B6}" type="datetimeFigureOut">
              <a:rPr lang="en-IN" smtClean="0"/>
              <a:t>19-08-2024</a:t>
            </a:fld>
            <a:endParaRPr lang="en-IN"/>
          </a:p>
        </p:txBody>
      </p:sp>
      <p:sp>
        <p:nvSpPr>
          <p:cNvPr id="5" name="Footer Placeholder 4">
            <a:extLst>
              <a:ext uri="{FF2B5EF4-FFF2-40B4-BE49-F238E27FC236}">
                <a16:creationId xmlns:a16="http://schemas.microsoft.com/office/drawing/2014/main" id="{78632092-92D8-5FB5-5B97-2965F94552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763A970-5B30-6AFD-5007-2F4142794B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D427B5-9392-472C-8E3D-AB45A397B992}" type="slidenum">
              <a:rPr lang="en-IN" smtClean="0"/>
              <a:t>‹#›</a:t>
            </a:fld>
            <a:endParaRPr lang="en-IN"/>
          </a:p>
        </p:txBody>
      </p:sp>
    </p:spTree>
    <p:extLst>
      <p:ext uri="{BB962C8B-B14F-4D97-AF65-F5344CB8AC3E}">
        <p14:creationId xmlns:p14="http://schemas.microsoft.com/office/powerpoint/2010/main" val="3175003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3FB95-110C-4D5C-A8E7-F87AB586210A}"/>
              </a:ext>
            </a:extLst>
          </p:cNvPr>
          <p:cNvSpPr>
            <a:spLocks noGrp="1"/>
          </p:cNvSpPr>
          <p:nvPr>
            <p:ph type="ctrTitle"/>
          </p:nvPr>
        </p:nvSpPr>
        <p:spPr/>
        <p:txBody>
          <a:bodyPr/>
          <a:lstStyle/>
          <a:p>
            <a:r>
              <a:rPr lang="en-IN" dirty="0"/>
              <a:t>Genetic Algorithms</a:t>
            </a:r>
          </a:p>
        </p:txBody>
      </p:sp>
      <p:sp>
        <p:nvSpPr>
          <p:cNvPr id="3" name="Subtitle 2">
            <a:extLst>
              <a:ext uri="{FF2B5EF4-FFF2-40B4-BE49-F238E27FC236}">
                <a16:creationId xmlns:a16="http://schemas.microsoft.com/office/drawing/2014/main" id="{8AB53DBF-9525-E50F-6F2D-2B4A8205560E}"/>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847564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79FDC-A951-9BD6-7516-7C6868B9AD6C}"/>
              </a:ext>
            </a:extLst>
          </p:cNvPr>
          <p:cNvSpPr>
            <a:spLocks noGrp="1"/>
          </p:cNvSpPr>
          <p:nvPr>
            <p:ph type="title"/>
          </p:nvPr>
        </p:nvSpPr>
        <p:spPr>
          <a:xfrm>
            <a:off x="838200" y="376011"/>
            <a:ext cx="10515600" cy="1325563"/>
          </a:xfrm>
        </p:spPr>
        <p:txBody>
          <a:bodyPr/>
          <a:lstStyle/>
          <a:p>
            <a:r>
              <a:rPr lang="en-IN" b="1" dirty="0"/>
              <a:t>Parents selection operators</a:t>
            </a:r>
          </a:p>
        </p:txBody>
      </p:sp>
      <p:pic>
        <p:nvPicPr>
          <p:cNvPr id="5" name="Content Placeholder 4">
            <a:extLst>
              <a:ext uri="{FF2B5EF4-FFF2-40B4-BE49-F238E27FC236}">
                <a16:creationId xmlns:a16="http://schemas.microsoft.com/office/drawing/2014/main" id="{B4BE61AE-00AF-34ED-5D31-C77B4C7BFDB5}"/>
              </a:ext>
            </a:extLst>
          </p:cNvPr>
          <p:cNvPicPr>
            <a:picLocks noGrp="1" noChangeAspect="1"/>
          </p:cNvPicPr>
          <p:nvPr>
            <p:ph idx="1"/>
          </p:nvPr>
        </p:nvPicPr>
        <p:blipFill>
          <a:blip r:embed="rId2"/>
          <a:stretch>
            <a:fillRect/>
          </a:stretch>
        </p:blipFill>
        <p:spPr>
          <a:xfrm>
            <a:off x="1317879" y="1825625"/>
            <a:ext cx="9556242" cy="4351338"/>
          </a:xfrm>
        </p:spPr>
      </p:pic>
    </p:spTree>
    <p:extLst>
      <p:ext uri="{BB962C8B-B14F-4D97-AF65-F5344CB8AC3E}">
        <p14:creationId xmlns:p14="http://schemas.microsoft.com/office/powerpoint/2010/main" val="3679930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29CA0-ED07-A29E-C49E-A780DD5E6992}"/>
              </a:ext>
            </a:extLst>
          </p:cNvPr>
          <p:cNvSpPr>
            <a:spLocks noGrp="1"/>
          </p:cNvSpPr>
          <p:nvPr>
            <p:ph type="title"/>
          </p:nvPr>
        </p:nvSpPr>
        <p:spPr>
          <a:xfrm>
            <a:off x="838200" y="365125"/>
            <a:ext cx="10515600" cy="864961"/>
          </a:xfrm>
        </p:spPr>
        <p:txBody>
          <a:bodyPr>
            <a:normAutofit fontScale="90000"/>
          </a:bodyPr>
          <a:lstStyle/>
          <a:p>
            <a:r>
              <a:rPr lang="en-IN" b="1" dirty="0"/>
              <a:t>Fitness Proportionate Selection</a:t>
            </a:r>
            <a:br>
              <a:rPr lang="en-IN" b="1" dirty="0"/>
            </a:br>
            <a:endParaRPr lang="en-IN" dirty="0"/>
          </a:p>
        </p:txBody>
      </p:sp>
      <p:sp>
        <p:nvSpPr>
          <p:cNvPr id="3" name="Content Placeholder 2">
            <a:extLst>
              <a:ext uri="{FF2B5EF4-FFF2-40B4-BE49-F238E27FC236}">
                <a16:creationId xmlns:a16="http://schemas.microsoft.com/office/drawing/2014/main" id="{5FA8C3B5-92CE-54A0-45CF-18D24B15B5CF}"/>
              </a:ext>
            </a:extLst>
          </p:cNvPr>
          <p:cNvSpPr>
            <a:spLocks noGrp="1"/>
          </p:cNvSpPr>
          <p:nvPr>
            <p:ph idx="1"/>
          </p:nvPr>
        </p:nvSpPr>
        <p:spPr/>
        <p:txBody>
          <a:bodyPr/>
          <a:lstStyle/>
          <a:p>
            <a:r>
              <a:rPr lang="en-US" dirty="0"/>
              <a:t>Fitness Proportionate Selection is one of the most popular ways of parent selection. </a:t>
            </a:r>
          </a:p>
          <a:p>
            <a:r>
              <a:rPr lang="en-US" dirty="0"/>
              <a:t>In this every individual can become a parent with a probability which is proportional to its fitness</a:t>
            </a:r>
          </a:p>
          <a:p>
            <a:r>
              <a:rPr lang="en-US" dirty="0"/>
              <a:t>Two implementations of fitness proportionate selection are possible −</a:t>
            </a:r>
          </a:p>
          <a:p>
            <a:pPr lvl="1"/>
            <a:r>
              <a:rPr lang="en-IN" b="1" dirty="0"/>
              <a:t>Roulette Wheel Selection</a:t>
            </a:r>
          </a:p>
          <a:p>
            <a:pPr lvl="1"/>
            <a:r>
              <a:rPr lang="en-IN" b="1" dirty="0"/>
              <a:t>Stochastic Universal Sampling (SUS)</a:t>
            </a:r>
          </a:p>
          <a:p>
            <a:pPr lvl="1"/>
            <a:endParaRPr lang="en-IN" dirty="0"/>
          </a:p>
        </p:txBody>
      </p:sp>
    </p:spTree>
    <p:extLst>
      <p:ext uri="{BB962C8B-B14F-4D97-AF65-F5344CB8AC3E}">
        <p14:creationId xmlns:p14="http://schemas.microsoft.com/office/powerpoint/2010/main" val="125387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C1EBD-C42E-EB37-BEC2-4795D0255149}"/>
              </a:ext>
            </a:extLst>
          </p:cNvPr>
          <p:cNvSpPr>
            <a:spLocks noGrp="1"/>
          </p:cNvSpPr>
          <p:nvPr>
            <p:ph type="title"/>
          </p:nvPr>
        </p:nvSpPr>
        <p:spPr>
          <a:xfrm>
            <a:off x="838200" y="365126"/>
            <a:ext cx="10515600" cy="745218"/>
          </a:xfrm>
        </p:spPr>
        <p:txBody>
          <a:bodyPr>
            <a:normAutofit fontScale="90000"/>
          </a:bodyPr>
          <a:lstStyle/>
          <a:p>
            <a:r>
              <a:rPr lang="en-IN" b="1" dirty="0"/>
              <a:t>1. Roulette Wheel Selection</a:t>
            </a:r>
            <a:br>
              <a:rPr lang="en-IN" b="1" dirty="0"/>
            </a:br>
            <a:endParaRPr lang="en-IN" dirty="0"/>
          </a:p>
        </p:txBody>
      </p:sp>
      <p:sp>
        <p:nvSpPr>
          <p:cNvPr id="3" name="Content Placeholder 2">
            <a:extLst>
              <a:ext uri="{FF2B5EF4-FFF2-40B4-BE49-F238E27FC236}">
                <a16:creationId xmlns:a16="http://schemas.microsoft.com/office/drawing/2014/main" id="{232AE4B0-47CE-E7C0-6CFB-9878962CEB2D}"/>
              </a:ext>
            </a:extLst>
          </p:cNvPr>
          <p:cNvSpPr>
            <a:spLocks noGrp="1"/>
          </p:cNvSpPr>
          <p:nvPr>
            <p:ph idx="1"/>
          </p:nvPr>
        </p:nvSpPr>
        <p:spPr>
          <a:xfrm>
            <a:off x="838200" y="1110344"/>
            <a:ext cx="10515600" cy="5066619"/>
          </a:xfrm>
        </p:spPr>
        <p:txBody>
          <a:bodyPr/>
          <a:lstStyle/>
          <a:p>
            <a:r>
              <a:rPr lang="en-US" sz="2400" dirty="0"/>
              <a:t>A fixed point is chosen on the wheel circumference as shown and the wheel is rotated. </a:t>
            </a:r>
          </a:p>
          <a:p>
            <a:r>
              <a:rPr lang="en-US" sz="2400" dirty="0"/>
              <a:t>The region of the wheel which comes in front of the fixed point is chosen as the parent. </a:t>
            </a:r>
          </a:p>
          <a:p>
            <a:r>
              <a:rPr lang="en-US" sz="2400" dirty="0"/>
              <a:t>For the second parent, the same process is repeated.</a:t>
            </a:r>
          </a:p>
          <a:p>
            <a:endParaRPr lang="en-IN" dirty="0"/>
          </a:p>
        </p:txBody>
      </p:sp>
      <p:pic>
        <p:nvPicPr>
          <p:cNvPr id="6" name="Picture 5">
            <a:extLst>
              <a:ext uri="{FF2B5EF4-FFF2-40B4-BE49-F238E27FC236}">
                <a16:creationId xmlns:a16="http://schemas.microsoft.com/office/drawing/2014/main" id="{34624079-2FB7-1EC3-3463-4978B59F90EE}"/>
              </a:ext>
            </a:extLst>
          </p:cNvPr>
          <p:cNvPicPr>
            <a:picLocks noChangeAspect="1"/>
          </p:cNvPicPr>
          <p:nvPr/>
        </p:nvPicPr>
        <p:blipFill>
          <a:blip r:embed="rId2"/>
          <a:stretch>
            <a:fillRect/>
          </a:stretch>
        </p:blipFill>
        <p:spPr>
          <a:xfrm>
            <a:off x="2261567" y="3199625"/>
            <a:ext cx="8286689" cy="3516861"/>
          </a:xfrm>
          <a:prstGeom prst="rect">
            <a:avLst/>
          </a:prstGeom>
        </p:spPr>
      </p:pic>
    </p:spTree>
    <p:extLst>
      <p:ext uri="{BB962C8B-B14F-4D97-AF65-F5344CB8AC3E}">
        <p14:creationId xmlns:p14="http://schemas.microsoft.com/office/powerpoint/2010/main" val="3661341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CC4AC-FC7B-44B2-1941-407DE51C6824}"/>
              </a:ext>
            </a:extLst>
          </p:cNvPr>
          <p:cNvSpPr>
            <a:spLocks noGrp="1"/>
          </p:cNvSpPr>
          <p:nvPr>
            <p:ph type="title"/>
          </p:nvPr>
        </p:nvSpPr>
        <p:spPr>
          <a:xfrm>
            <a:off x="838200" y="365126"/>
            <a:ext cx="10515600" cy="756104"/>
          </a:xfrm>
        </p:spPr>
        <p:txBody>
          <a:bodyPr>
            <a:normAutofit fontScale="90000"/>
          </a:bodyPr>
          <a:lstStyle/>
          <a:p>
            <a:r>
              <a:rPr lang="en-IN" dirty="0"/>
              <a:t>2. </a:t>
            </a:r>
            <a:r>
              <a:rPr lang="en-IN" b="1" dirty="0"/>
              <a:t>Stochastic Universal Sampling (SUS)</a:t>
            </a:r>
            <a:br>
              <a:rPr lang="en-IN" b="1" dirty="0"/>
            </a:br>
            <a:endParaRPr lang="en-IN" dirty="0"/>
          </a:p>
        </p:txBody>
      </p:sp>
      <p:sp>
        <p:nvSpPr>
          <p:cNvPr id="3" name="Content Placeholder 2">
            <a:extLst>
              <a:ext uri="{FF2B5EF4-FFF2-40B4-BE49-F238E27FC236}">
                <a16:creationId xmlns:a16="http://schemas.microsoft.com/office/drawing/2014/main" id="{97194B81-3665-3B22-6FF0-C8CD7EBB89A3}"/>
              </a:ext>
            </a:extLst>
          </p:cNvPr>
          <p:cNvSpPr>
            <a:spLocks noGrp="1"/>
          </p:cNvSpPr>
          <p:nvPr>
            <p:ph idx="1"/>
          </p:nvPr>
        </p:nvSpPr>
        <p:spPr>
          <a:xfrm>
            <a:off x="838200" y="1001486"/>
            <a:ext cx="10515600" cy="5175477"/>
          </a:xfrm>
        </p:spPr>
        <p:txBody>
          <a:bodyPr/>
          <a:lstStyle/>
          <a:p>
            <a:r>
              <a:rPr lang="en-US" dirty="0"/>
              <a:t>Stochastic Universal Sampling is quite similar to Roulette wheel selection, </a:t>
            </a:r>
          </a:p>
          <a:p>
            <a:r>
              <a:rPr lang="en-US" dirty="0"/>
              <a:t>however instead of having just one fixed point, we have multiple fixed points as shown in the following image. </a:t>
            </a:r>
          </a:p>
          <a:p>
            <a:r>
              <a:rPr lang="en-US" dirty="0"/>
              <a:t>Therefore, all the parents are chosen in just one spin of the wheel. </a:t>
            </a:r>
          </a:p>
          <a:p>
            <a:r>
              <a:rPr lang="en-US" dirty="0"/>
              <a:t>Also, such a setup encourages the highly fit individuals to be chosen at least once.</a:t>
            </a:r>
            <a:endParaRPr lang="en-IN" dirty="0"/>
          </a:p>
        </p:txBody>
      </p:sp>
    </p:spTree>
    <p:extLst>
      <p:ext uri="{BB962C8B-B14F-4D97-AF65-F5344CB8AC3E}">
        <p14:creationId xmlns:p14="http://schemas.microsoft.com/office/powerpoint/2010/main" val="3259550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87D41-FABE-1852-043B-5D362247F182}"/>
              </a:ext>
            </a:extLst>
          </p:cNvPr>
          <p:cNvSpPr>
            <a:spLocks noGrp="1"/>
          </p:cNvSpPr>
          <p:nvPr>
            <p:ph type="title"/>
          </p:nvPr>
        </p:nvSpPr>
        <p:spPr>
          <a:xfrm>
            <a:off x="838200" y="365125"/>
            <a:ext cx="10515600" cy="533777"/>
          </a:xfrm>
        </p:spPr>
        <p:txBody>
          <a:bodyPr>
            <a:normAutofit fontScale="90000"/>
          </a:bodyPr>
          <a:lstStyle/>
          <a:p>
            <a:r>
              <a:rPr lang="en-IN" b="1" dirty="0"/>
              <a:t>Ordinal based</a:t>
            </a:r>
          </a:p>
        </p:txBody>
      </p:sp>
      <p:sp>
        <p:nvSpPr>
          <p:cNvPr id="3" name="Content Placeholder 2">
            <a:extLst>
              <a:ext uri="{FF2B5EF4-FFF2-40B4-BE49-F238E27FC236}">
                <a16:creationId xmlns:a16="http://schemas.microsoft.com/office/drawing/2014/main" id="{76CE5ECA-DE0F-B201-E6C5-437AD737974E}"/>
              </a:ext>
            </a:extLst>
          </p:cNvPr>
          <p:cNvSpPr>
            <a:spLocks noGrp="1"/>
          </p:cNvSpPr>
          <p:nvPr>
            <p:ph idx="1"/>
          </p:nvPr>
        </p:nvSpPr>
        <p:spPr>
          <a:xfrm>
            <a:off x="838200" y="1007390"/>
            <a:ext cx="10515600" cy="5169573"/>
          </a:xfrm>
        </p:spPr>
        <p:txBody>
          <a:bodyPr/>
          <a:lstStyle/>
          <a:p>
            <a:r>
              <a:rPr lang="en-IN" dirty="0"/>
              <a:t>Every individual in the population is ranked according to their fitness.</a:t>
            </a:r>
          </a:p>
          <a:p>
            <a:r>
              <a:rPr lang="en-IN" dirty="0"/>
              <a:t>However, every chromosome will be given equal share on the Roulette wheel</a:t>
            </a:r>
          </a:p>
          <a:p>
            <a:r>
              <a:rPr lang="en-IN" dirty="0"/>
              <a:t> </a:t>
            </a:r>
          </a:p>
        </p:txBody>
      </p:sp>
      <p:pic>
        <p:nvPicPr>
          <p:cNvPr id="5" name="Picture 4">
            <a:extLst>
              <a:ext uri="{FF2B5EF4-FFF2-40B4-BE49-F238E27FC236}">
                <a16:creationId xmlns:a16="http://schemas.microsoft.com/office/drawing/2014/main" id="{A54D3B93-FAF6-6A17-0BCD-13C50642B192}"/>
              </a:ext>
            </a:extLst>
          </p:cNvPr>
          <p:cNvPicPr>
            <a:picLocks noChangeAspect="1"/>
          </p:cNvPicPr>
          <p:nvPr/>
        </p:nvPicPr>
        <p:blipFill>
          <a:blip r:embed="rId2"/>
          <a:stretch>
            <a:fillRect/>
          </a:stretch>
        </p:blipFill>
        <p:spPr>
          <a:xfrm>
            <a:off x="1021944" y="2533046"/>
            <a:ext cx="9059539" cy="4324954"/>
          </a:xfrm>
          <a:prstGeom prst="rect">
            <a:avLst/>
          </a:prstGeom>
        </p:spPr>
      </p:pic>
    </p:spTree>
    <p:extLst>
      <p:ext uri="{BB962C8B-B14F-4D97-AF65-F5344CB8AC3E}">
        <p14:creationId xmlns:p14="http://schemas.microsoft.com/office/powerpoint/2010/main" val="1454240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71D95-9CF7-819A-5B55-D9B2047070CC}"/>
              </a:ext>
            </a:extLst>
          </p:cNvPr>
          <p:cNvSpPr>
            <a:spLocks noGrp="1"/>
          </p:cNvSpPr>
          <p:nvPr>
            <p:ph type="title"/>
          </p:nvPr>
        </p:nvSpPr>
        <p:spPr>
          <a:xfrm>
            <a:off x="838200" y="365126"/>
            <a:ext cx="10515600" cy="429532"/>
          </a:xfrm>
        </p:spPr>
        <p:txBody>
          <a:bodyPr>
            <a:normAutofit fontScale="90000"/>
          </a:bodyPr>
          <a:lstStyle/>
          <a:p>
            <a:r>
              <a:rPr lang="en-IN" b="1" dirty="0"/>
              <a:t>Tournament Selection</a:t>
            </a:r>
            <a:br>
              <a:rPr lang="en-IN" b="1" dirty="0"/>
            </a:br>
            <a:endParaRPr lang="en-IN" dirty="0"/>
          </a:p>
        </p:txBody>
      </p:sp>
      <p:sp>
        <p:nvSpPr>
          <p:cNvPr id="3" name="Content Placeholder 2">
            <a:extLst>
              <a:ext uri="{FF2B5EF4-FFF2-40B4-BE49-F238E27FC236}">
                <a16:creationId xmlns:a16="http://schemas.microsoft.com/office/drawing/2014/main" id="{0ACA371A-96B9-2DBB-580A-FBF1CDD413B7}"/>
              </a:ext>
            </a:extLst>
          </p:cNvPr>
          <p:cNvSpPr>
            <a:spLocks noGrp="1"/>
          </p:cNvSpPr>
          <p:nvPr>
            <p:ph idx="1"/>
          </p:nvPr>
        </p:nvSpPr>
        <p:spPr>
          <a:xfrm>
            <a:off x="838200" y="794658"/>
            <a:ext cx="10515600" cy="5382305"/>
          </a:xfrm>
        </p:spPr>
        <p:txBody>
          <a:bodyPr/>
          <a:lstStyle/>
          <a:p>
            <a:r>
              <a:rPr lang="en-US" dirty="0"/>
              <a:t>In K-Way tournament selection, we select K individuals from the population at random and select the best out of these to become a parent. The same process is repeated for selecting the next parent</a:t>
            </a:r>
          </a:p>
          <a:p>
            <a:r>
              <a:rPr lang="en-US" dirty="0"/>
              <a:t>Tournament Selection is also extremely popular in literature as it can even work with negative fitness values.</a:t>
            </a:r>
          </a:p>
          <a:p>
            <a:endParaRPr lang="en-US" dirty="0"/>
          </a:p>
          <a:p>
            <a:endParaRPr lang="en-IN" dirty="0"/>
          </a:p>
        </p:txBody>
      </p:sp>
      <p:pic>
        <p:nvPicPr>
          <p:cNvPr id="5" name="Picture 4">
            <a:extLst>
              <a:ext uri="{FF2B5EF4-FFF2-40B4-BE49-F238E27FC236}">
                <a16:creationId xmlns:a16="http://schemas.microsoft.com/office/drawing/2014/main" id="{C1B451A3-373C-EEA6-693F-28DA7E0A7602}"/>
              </a:ext>
            </a:extLst>
          </p:cNvPr>
          <p:cNvPicPr>
            <a:picLocks noChangeAspect="1"/>
          </p:cNvPicPr>
          <p:nvPr/>
        </p:nvPicPr>
        <p:blipFill>
          <a:blip r:embed="rId2"/>
          <a:stretch>
            <a:fillRect/>
          </a:stretch>
        </p:blipFill>
        <p:spPr>
          <a:xfrm>
            <a:off x="1523362" y="3030639"/>
            <a:ext cx="9145276" cy="3575855"/>
          </a:xfrm>
          <a:prstGeom prst="rect">
            <a:avLst/>
          </a:prstGeom>
        </p:spPr>
      </p:pic>
    </p:spTree>
    <p:extLst>
      <p:ext uri="{BB962C8B-B14F-4D97-AF65-F5344CB8AC3E}">
        <p14:creationId xmlns:p14="http://schemas.microsoft.com/office/powerpoint/2010/main" val="183550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83385-D861-B8E7-2BF9-44D5C9C6E802}"/>
              </a:ext>
            </a:extLst>
          </p:cNvPr>
          <p:cNvSpPr>
            <a:spLocks noGrp="1"/>
          </p:cNvSpPr>
          <p:nvPr>
            <p:ph type="title"/>
          </p:nvPr>
        </p:nvSpPr>
        <p:spPr/>
        <p:txBody>
          <a:bodyPr/>
          <a:lstStyle/>
          <a:p>
            <a:r>
              <a:rPr lang="en-IN" b="1" dirty="0"/>
              <a:t>Encoding techniques</a:t>
            </a:r>
          </a:p>
        </p:txBody>
      </p:sp>
      <p:sp>
        <p:nvSpPr>
          <p:cNvPr id="3" name="Content Placeholder 2">
            <a:extLst>
              <a:ext uri="{FF2B5EF4-FFF2-40B4-BE49-F238E27FC236}">
                <a16:creationId xmlns:a16="http://schemas.microsoft.com/office/drawing/2014/main" id="{0A227687-3E4F-2844-0477-685F4E511327}"/>
              </a:ext>
            </a:extLst>
          </p:cNvPr>
          <p:cNvSpPr>
            <a:spLocks noGrp="1"/>
          </p:cNvSpPr>
          <p:nvPr>
            <p:ph idx="1"/>
          </p:nvPr>
        </p:nvSpPr>
        <p:spPr/>
        <p:txBody>
          <a:bodyPr/>
          <a:lstStyle/>
          <a:p>
            <a:pPr marL="514350" indent="-514350">
              <a:buFont typeface="+mj-lt"/>
              <a:buAutoNum type="arabicPeriod"/>
            </a:pPr>
            <a:r>
              <a:rPr lang="en-US" b="1" dirty="0"/>
              <a:t>Binary Encoding:</a:t>
            </a:r>
            <a:r>
              <a:rPr lang="en-US" dirty="0"/>
              <a:t> Most common methods of encoding. Chromosomes are string of 1s and 0s and each position in the chromosome represents a particular characteristics of the solution.</a:t>
            </a:r>
            <a:endParaRPr lang="en-IN" dirty="0"/>
          </a:p>
          <a:p>
            <a:endParaRPr lang="en-IN" dirty="0"/>
          </a:p>
        </p:txBody>
      </p:sp>
      <p:pic>
        <p:nvPicPr>
          <p:cNvPr id="5" name="Picture 4">
            <a:extLst>
              <a:ext uri="{FF2B5EF4-FFF2-40B4-BE49-F238E27FC236}">
                <a16:creationId xmlns:a16="http://schemas.microsoft.com/office/drawing/2014/main" id="{6BDA39CC-8CD1-435C-273B-522E01B010F3}"/>
              </a:ext>
            </a:extLst>
          </p:cNvPr>
          <p:cNvPicPr>
            <a:picLocks noChangeAspect="1"/>
          </p:cNvPicPr>
          <p:nvPr/>
        </p:nvPicPr>
        <p:blipFill>
          <a:blip r:embed="rId2"/>
          <a:stretch>
            <a:fillRect/>
          </a:stretch>
        </p:blipFill>
        <p:spPr>
          <a:xfrm>
            <a:off x="1454604" y="3505200"/>
            <a:ext cx="9086850" cy="2536371"/>
          </a:xfrm>
          <a:prstGeom prst="rect">
            <a:avLst/>
          </a:prstGeom>
        </p:spPr>
      </p:pic>
    </p:spTree>
    <p:extLst>
      <p:ext uri="{BB962C8B-B14F-4D97-AF65-F5344CB8AC3E}">
        <p14:creationId xmlns:p14="http://schemas.microsoft.com/office/powerpoint/2010/main" val="3026707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9513-ACF8-26C1-AAA8-96D2EA44E5EF}"/>
              </a:ext>
            </a:extLst>
          </p:cNvPr>
          <p:cNvSpPr>
            <a:spLocks noGrp="1"/>
          </p:cNvSpPr>
          <p:nvPr>
            <p:ph type="title"/>
          </p:nvPr>
        </p:nvSpPr>
        <p:spPr/>
        <p:txBody>
          <a:bodyPr/>
          <a:lstStyle/>
          <a:p>
            <a:r>
              <a:rPr lang="en-IN" b="1" dirty="0"/>
              <a:t>Encoding techniques</a:t>
            </a:r>
            <a:endParaRPr lang="en-IN" dirty="0"/>
          </a:p>
        </p:txBody>
      </p:sp>
      <p:sp>
        <p:nvSpPr>
          <p:cNvPr id="3" name="Content Placeholder 2">
            <a:extLst>
              <a:ext uri="{FF2B5EF4-FFF2-40B4-BE49-F238E27FC236}">
                <a16:creationId xmlns:a16="http://schemas.microsoft.com/office/drawing/2014/main" id="{FC4520EC-C22F-04F5-B241-5A7BEFAF2010}"/>
              </a:ext>
            </a:extLst>
          </p:cNvPr>
          <p:cNvSpPr>
            <a:spLocks noGrp="1"/>
          </p:cNvSpPr>
          <p:nvPr>
            <p:ph idx="1"/>
          </p:nvPr>
        </p:nvSpPr>
        <p:spPr/>
        <p:txBody>
          <a:bodyPr/>
          <a:lstStyle/>
          <a:p>
            <a:r>
              <a:rPr lang="en-US" b="1" dirty="0"/>
              <a:t>Value Encoding:</a:t>
            </a:r>
            <a:r>
              <a:rPr lang="en-US" dirty="0"/>
              <a:t> Used in problems where complicated values, such as real numbers, are used and where binary encoding would not suffice. Good for some problems, but often necessary to develop some specific crossover and mutation techniques for these chromosomes.</a:t>
            </a:r>
          </a:p>
          <a:p>
            <a:endParaRPr lang="en-IN" dirty="0"/>
          </a:p>
        </p:txBody>
      </p:sp>
      <p:pic>
        <p:nvPicPr>
          <p:cNvPr id="7" name="Picture 6">
            <a:extLst>
              <a:ext uri="{FF2B5EF4-FFF2-40B4-BE49-F238E27FC236}">
                <a16:creationId xmlns:a16="http://schemas.microsoft.com/office/drawing/2014/main" id="{E2249D5D-F241-C991-2C8A-310B2A79C09F}"/>
              </a:ext>
            </a:extLst>
          </p:cNvPr>
          <p:cNvPicPr>
            <a:picLocks noChangeAspect="1"/>
          </p:cNvPicPr>
          <p:nvPr/>
        </p:nvPicPr>
        <p:blipFill>
          <a:blip r:embed="rId2"/>
          <a:stretch>
            <a:fillRect/>
          </a:stretch>
        </p:blipFill>
        <p:spPr>
          <a:xfrm>
            <a:off x="1578428" y="3662363"/>
            <a:ext cx="9296400" cy="2514600"/>
          </a:xfrm>
          <a:prstGeom prst="rect">
            <a:avLst/>
          </a:prstGeom>
        </p:spPr>
      </p:pic>
    </p:spTree>
    <p:extLst>
      <p:ext uri="{BB962C8B-B14F-4D97-AF65-F5344CB8AC3E}">
        <p14:creationId xmlns:p14="http://schemas.microsoft.com/office/powerpoint/2010/main" val="4270821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2D207-7BA9-8B71-A5B0-C1FC7B8CE612}"/>
              </a:ext>
            </a:extLst>
          </p:cNvPr>
          <p:cNvSpPr>
            <a:spLocks noGrp="1"/>
          </p:cNvSpPr>
          <p:nvPr>
            <p:ph type="title"/>
          </p:nvPr>
        </p:nvSpPr>
        <p:spPr/>
        <p:txBody>
          <a:bodyPr/>
          <a:lstStyle/>
          <a:p>
            <a:r>
              <a:rPr lang="en-IN" b="1" dirty="0"/>
              <a:t>Encoding techniques</a:t>
            </a:r>
            <a:endParaRPr lang="en-IN" dirty="0"/>
          </a:p>
        </p:txBody>
      </p:sp>
      <p:sp>
        <p:nvSpPr>
          <p:cNvPr id="3" name="Content Placeholder 2">
            <a:extLst>
              <a:ext uri="{FF2B5EF4-FFF2-40B4-BE49-F238E27FC236}">
                <a16:creationId xmlns:a16="http://schemas.microsoft.com/office/drawing/2014/main" id="{2CE43BA6-3C8B-86AB-0F4C-0D4D3C87FE93}"/>
              </a:ext>
            </a:extLst>
          </p:cNvPr>
          <p:cNvSpPr>
            <a:spLocks noGrp="1"/>
          </p:cNvSpPr>
          <p:nvPr>
            <p:ph idx="1"/>
          </p:nvPr>
        </p:nvSpPr>
        <p:spPr/>
        <p:txBody>
          <a:bodyPr/>
          <a:lstStyle/>
          <a:p>
            <a:r>
              <a:rPr lang="en-US" b="1" dirty="0"/>
              <a:t>Permutation Encoding:</a:t>
            </a:r>
            <a:r>
              <a:rPr lang="en-US" dirty="0"/>
              <a:t> Useful in ordering such as the Travelling Salesman Problem (TSP). In TSP, every chromosome is a string of numbers, each of which represents a city to be visited. </a:t>
            </a:r>
            <a:endParaRPr lang="en-IN" dirty="0"/>
          </a:p>
        </p:txBody>
      </p:sp>
      <p:pic>
        <p:nvPicPr>
          <p:cNvPr id="4" name="Picture 3">
            <a:extLst>
              <a:ext uri="{FF2B5EF4-FFF2-40B4-BE49-F238E27FC236}">
                <a16:creationId xmlns:a16="http://schemas.microsoft.com/office/drawing/2014/main" id="{2E4CD17B-1F63-15CC-13CC-186A1399D345}"/>
              </a:ext>
            </a:extLst>
          </p:cNvPr>
          <p:cNvPicPr>
            <a:picLocks noChangeAspect="1"/>
          </p:cNvPicPr>
          <p:nvPr/>
        </p:nvPicPr>
        <p:blipFill>
          <a:blip r:embed="rId2"/>
          <a:stretch>
            <a:fillRect/>
          </a:stretch>
        </p:blipFill>
        <p:spPr>
          <a:xfrm>
            <a:off x="2025293" y="3429000"/>
            <a:ext cx="7401185" cy="2456901"/>
          </a:xfrm>
          <a:prstGeom prst="rect">
            <a:avLst/>
          </a:prstGeom>
        </p:spPr>
      </p:pic>
    </p:spTree>
    <p:extLst>
      <p:ext uri="{BB962C8B-B14F-4D97-AF65-F5344CB8AC3E}">
        <p14:creationId xmlns:p14="http://schemas.microsoft.com/office/powerpoint/2010/main" val="2865067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BE60F60-03CE-D59E-C71B-D4AE589B6A35}"/>
              </a:ext>
            </a:extLst>
          </p:cNvPr>
          <p:cNvPicPr>
            <a:picLocks noGrp="1" noChangeAspect="1"/>
          </p:cNvPicPr>
          <p:nvPr>
            <p:ph idx="1"/>
          </p:nvPr>
        </p:nvPicPr>
        <p:blipFill>
          <a:blip r:embed="rId2"/>
          <a:stretch>
            <a:fillRect/>
          </a:stretch>
        </p:blipFill>
        <p:spPr>
          <a:xfrm>
            <a:off x="1262076" y="421368"/>
            <a:ext cx="9275961" cy="5598432"/>
          </a:xfrm>
        </p:spPr>
      </p:pic>
    </p:spTree>
    <p:extLst>
      <p:ext uri="{BB962C8B-B14F-4D97-AF65-F5344CB8AC3E}">
        <p14:creationId xmlns:p14="http://schemas.microsoft.com/office/powerpoint/2010/main" val="3597737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6EBAD-F34A-AE98-C2B0-50CD01865D6C}"/>
              </a:ext>
            </a:extLst>
          </p:cNvPr>
          <p:cNvSpPr>
            <a:spLocks noGrp="1"/>
          </p:cNvSpPr>
          <p:nvPr>
            <p:ph type="title"/>
          </p:nvPr>
        </p:nvSpPr>
        <p:spPr/>
        <p:txBody>
          <a:bodyPr/>
          <a:lstStyle/>
          <a:p>
            <a:r>
              <a:rPr lang="en-IN" b="1" dirty="0"/>
              <a:t>Mutation operators</a:t>
            </a:r>
          </a:p>
        </p:txBody>
      </p:sp>
      <p:pic>
        <p:nvPicPr>
          <p:cNvPr id="5" name="Content Placeholder 4">
            <a:extLst>
              <a:ext uri="{FF2B5EF4-FFF2-40B4-BE49-F238E27FC236}">
                <a16:creationId xmlns:a16="http://schemas.microsoft.com/office/drawing/2014/main" id="{5F5F52D8-4ECB-FA3F-D126-16F7350A2322}"/>
              </a:ext>
            </a:extLst>
          </p:cNvPr>
          <p:cNvPicPr>
            <a:picLocks noGrp="1" noChangeAspect="1"/>
          </p:cNvPicPr>
          <p:nvPr>
            <p:ph idx="1"/>
          </p:nvPr>
        </p:nvPicPr>
        <p:blipFill>
          <a:blip r:embed="rId2"/>
          <a:stretch>
            <a:fillRect/>
          </a:stretch>
        </p:blipFill>
        <p:spPr>
          <a:xfrm>
            <a:off x="943734" y="1690688"/>
            <a:ext cx="8497503" cy="4351338"/>
          </a:xfrm>
        </p:spPr>
      </p:pic>
    </p:spTree>
    <p:extLst>
      <p:ext uri="{BB962C8B-B14F-4D97-AF65-F5344CB8AC3E}">
        <p14:creationId xmlns:p14="http://schemas.microsoft.com/office/powerpoint/2010/main" val="3512513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A009612-47BB-3859-1CE5-8260042CA4B5}"/>
              </a:ext>
            </a:extLst>
          </p:cNvPr>
          <p:cNvPicPr>
            <a:picLocks noGrp="1" noChangeAspect="1"/>
          </p:cNvPicPr>
          <p:nvPr>
            <p:ph idx="1"/>
          </p:nvPr>
        </p:nvPicPr>
        <p:blipFill>
          <a:blip r:embed="rId2"/>
          <a:stretch>
            <a:fillRect/>
          </a:stretch>
        </p:blipFill>
        <p:spPr>
          <a:xfrm>
            <a:off x="1736079" y="381000"/>
            <a:ext cx="8719841" cy="5795963"/>
          </a:xfrm>
        </p:spPr>
      </p:pic>
    </p:spTree>
    <p:extLst>
      <p:ext uri="{BB962C8B-B14F-4D97-AF65-F5344CB8AC3E}">
        <p14:creationId xmlns:p14="http://schemas.microsoft.com/office/powerpoint/2010/main" val="3562919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6074AD-87EF-1FB7-BE11-1FB4DCB84D4E}"/>
              </a:ext>
            </a:extLst>
          </p:cNvPr>
          <p:cNvPicPr>
            <a:picLocks noChangeAspect="1"/>
          </p:cNvPicPr>
          <p:nvPr/>
        </p:nvPicPr>
        <p:blipFill>
          <a:blip r:embed="rId2"/>
          <a:stretch>
            <a:fillRect/>
          </a:stretch>
        </p:blipFill>
        <p:spPr>
          <a:xfrm>
            <a:off x="1413809" y="261257"/>
            <a:ext cx="9364382" cy="5487404"/>
          </a:xfrm>
          <a:prstGeom prst="rect">
            <a:avLst/>
          </a:prstGeom>
        </p:spPr>
      </p:pic>
    </p:spTree>
    <p:extLst>
      <p:ext uri="{BB962C8B-B14F-4D97-AF65-F5344CB8AC3E}">
        <p14:creationId xmlns:p14="http://schemas.microsoft.com/office/powerpoint/2010/main" val="4244351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0A54434-3455-0097-783A-386BCCD3020E}"/>
              </a:ext>
            </a:extLst>
          </p:cNvPr>
          <p:cNvPicPr>
            <a:picLocks noChangeAspect="1"/>
          </p:cNvPicPr>
          <p:nvPr/>
        </p:nvPicPr>
        <p:blipFill>
          <a:blip r:embed="rId2"/>
          <a:stretch>
            <a:fillRect/>
          </a:stretch>
        </p:blipFill>
        <p:spPr>
          <a:xfrm>
            <a:off x="1394756" y="1137917"/>
            <a:ext cx="9402487" cy="5360853"/>
          </a:xfrm>
          <a:prstGeom prst="rect">
            <a:avLst/>
          </a:prstGeom>
        </p:spPr>
      </p:pic>
    </p:spTree>
    <p:extLst>
      <p:ext uri="{BB962C8B-B14F-4D97-AF65-F5344CB8AC3E}">
        <p14:creationId xmlns:p14="http://schemas.microsoft.com/office/powerpoint/2010/main" val="2378927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761</TotalTime>
  <Words>388</Words>
  <Application>Microsoft Office PowerPoint</Application>
  <PresentationFormat>Widescreen</PresentationFormat>
  <Paragraphs>31</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Genetic Algorithms</vt:lpstr>
      <vt:lpstr>Parents selection operators</vt:lpstr>
      <vt:lpstr>Fitness Proportionate Selection </vt:lpstr>
      <vt:lpstr>1. Roulette Wheel Selection </vt:lpstr>
      <vt:lpstr>2. Stochastic Universal Sampling (SUS) </vt:lpstr>
      <vt:lpstr>Ordinal based</vt:lpstr>
      <vt:lpstr>Tournament Selection </vt:lpstr>
      <vt:lpstr>Encoding techniques</vt:lpstr>
      <vt:lpstr>Encoding techniques</vt:lpstr>
      <vt:lpstr>Encoding techniques</vt:lpstr>
      <vt:lpstr>PowerPoint Presentation</vt:lpstr>
      <vt:lpstr>Mutation operators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Samriddhi Sarkar</dc:creator>
  <cp:lastModifiedBy>Samriddhi Sarkar</cp:lastModifiedBy>
  <cp:revision>5</cp:revision>
  <dcterms:created xsi:type="dcterms:W3CDTF">2024-08-19T17:53:21Z</dcterms:created>
  <dcterms:modified xsi:type="dcterms:W3CDTF">2024-08-20T06:35:02Z</dcterms:modified>
</cp:coreProperties>
</file>