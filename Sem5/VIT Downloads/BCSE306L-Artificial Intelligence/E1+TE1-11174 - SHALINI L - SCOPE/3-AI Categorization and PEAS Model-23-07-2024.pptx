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CC1CE-541D-8C2C-D6C4-9F0D5DC80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3A92D6-9B6F-93A7-A27D-4F08BE5A1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65E78-8070-224F-0F2A-044DE808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E2A1-6108-4E43-A268-863C744AAB2A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959B6-A30A-6F8D-803D-9E9ECE18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BFC8-4630-6575-6A71-69E3DCDDC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8AE-AC13-4447-95C1-E90848014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88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FF1AC-7EBD-63AC-5E5B-1C092CAC6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41E8A-9DC1-0E70-0F1E-59DEA89B2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A1DCA-C499-3992-6030-043D958DA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E2A1-6108-4E43-A268-863C744AAB2A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5D66D-EEFF-3D9A-E430-78421D724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83A48-777B-9A47-B11E-2235B3F75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8AE-AC13-4447-95C1-E90848014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461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740C-F4CF-ECA1-E7B1-F64B02F3E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73AFF-87DB-0B3F-BA45-060A3A7A2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B52D7-D9D2-29A1-48BF-EA181AFD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E2A1-6108-4E43-A268-863C744AAB2A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A404-D218-FC12-5C45-390F92C9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CCD44-0222-08E0-5845-FB9E5C565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8AE-AC13-4447-95C1-E90848014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816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26070-DF46-465C-F5C8-D14D13256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45D95-5455-B368-3F81-1C8FD3749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13CE6-C283-2083-C680-09FC6B53A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7AE17-B7A2-F2E5-5857-95170D604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E2A1-6108-4E43-A268-863C744AAB2A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6DE46-9A10-D91D-8D3C-FF81020A0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B669C-114D-F677-985B-30A5B3E3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8AE-AC13-4447-95C1-E90848014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72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4C09-1C8D-22A2-BBBF-701F357B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5608E-9AA2-7307-2FCB-F49A68666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7E651-92AA-2E5B-90C7-A0AC2C113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ADED6D-FEC0-E785-92A0-946331188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EF9A2-50FC-9CBD-FBF3-6BF5B3D8B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B257B9-D25A-DF0F-50EE-12F4641FF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E2A1-6108-4E43-A268-863C744AAB2A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398420-8D1E-887C-B3DA-AC5B7BC9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F47CFC-25F2-9CD7-89A6-A48C774D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8AE-AC13-4447-95C1-E90848014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500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4C99-E260-F851-7306-9FDD5A915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3B43C-A01D-1539-07AB-36482354E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E2A1-6108-4E43-A268-863C744AAB2A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DAB29-A04F-2489-BCBE-F2074BF8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DD1E4-7507-ABBA-6433-3E59460D2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8AE-AC13-4447-95C1-E90848014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026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E0ED7F-54EE-97BF-57D4-5F0F4685C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E2A1-6108-4E43-A268-863C744AAB2A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C7486A-48E4-4ABB-D329-69610769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F7B4C-D1A2-BD11-6F8E-55D11D2D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8AE-AC13-4447-95C1-E90848014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661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8B897-E725-A95D-EECF-A73761B27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A17CD-0238-4D3F-7DE8-AAA801E2E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A380E-86BF-6EB2-7189-69F3EF6DA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0C290-90E5-ABCC-384F-5F1FE774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E2A1-6108-4E43-A268-863C744AAB2A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B28C4-16A4-237E-D39C-F65C64E3F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0E924-C337-05AD-A703-47029410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8AE-AC13-4447-95C1-E90848014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42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F37F-F5B8-677A-AEB4-0D135E4AC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6D7F2F-03F7-0A2E-1D44-A0C46C897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2ED60-4D7A-0290-1987-1A3C19569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7E98F-EC6C-3827-89FA-96F83E6DF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E2A1-6108-4E43-A268-863C744AAB2A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49F7A-CBB3-BF25-1CF0-5F5433184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41DC0-B3A4-D57B-DE7D-CD5494AE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8AE-AC13-4447-95C1-E90848014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576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55D93-7B52-ABC6-1A02-22624C869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4DE92-6042-5CA5-C274-5E83A4D84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40188-D16A-2C30-91AB-2689A86A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E2A1-6108-4E43-A268-863C744AAB2A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7B310-5BD5-B93F-88A5-B64CDBA6C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E8156-78C7-8EB8-B4DD-F8241D73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8AE-AC13-4447-95C1-E90848014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0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859DD-5DA7-BB6F-4E0D-D2BCA1605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9F876-9C1E-FCD4-38AF-13FCDC910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AD6AB-4071-49D0-C450-05A2CB05D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FE2A1-6108-4E43-A268-863C744AAB2A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3F67E-D092-0B38-B313-AF4EE3CD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053BD-51A0-CBF5-D23B-58A984A4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8AE-AC13-4447-95C1-E90848014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455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677E8-90E6-D205-0EEA-9E098E016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6B14A-F501-ABDD-B753-73E574DC5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A822C-C542-3E4C-5724-B5545435B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FE2A1-6108-4E43-A268-863C744AAB2A}" type="datetimeFigureOut">
              <a:rPr lang="en-IN" smtClean="0"/>
              <a:t>25-07-2024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BAFCF-852C-D377-AC48-BA8B36DA1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5004F-0A94-307A-25E1-4AEDCF1DF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528AE-AC13-4447-95C1-E908480144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28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AF730-805E-5696-14A9-2A6C6B979F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BB0B7-E91D-F1FB-3965-EB193C2761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96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9B2F2-0DE5-16C7-1B48-7576BE06B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29" y="417443"/>
            <a:ext cx="11734800" cy="59071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Practice questions</a:t>
            </a:r>
          </a:p>
          <a:p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Give the PEAS for the “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Pokemon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Go” game. Discuss the various task environments. Justify your answer. </a:t>
            </a:r>
          </a:p>
          <a:p>
            <a:r>
              <a:rPr lang="en-IN" sz="240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 for Shopping for used AI books on the Internet.</a:t>
            </a:r>
            <a:endParaRPr lang="en-IN" sz="24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 for Playing a tennis match</a:t>
            </a:r>
          </a:p>
          <a:p>
            <a:pPr marL="0" indent="0">
              <a:buNone/>
            </a:pPr>
            <a:endParaRPr lang="en-IN" sz="2400" dirty="0">
              <a:effectLst/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Give a complete problem formulation for the given problem. Choose a formulation that is precise enough to be implemented. Using only four 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colors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you have to 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planar map in such a way that no two adjacent regions have the same 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Pick an Artificial Intelligence system that has appeared in the news or on TV recently and work out PAGE (i.e. 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Percepts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Actions, Goals, Environment) descriptions for it. How do these relate to their PEAS . (i.e. Performance, Environment, Actuators, Sensors) with description of the task environment and characterize it in terms of the properties.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48398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SHALINI</dc:creator>
  <cp:lastModifiedBy>SHALINI</cp:lastModifiedBy>
  <cp:revision>1</cp:revision>
  <dcterms:created xsi:type="dcterms:W3CDTF">2024-07-25T05:09:43Z</dcterms:created>
  <dcterms:modified xsi:type="dcterms:W3CDTF">2024-07-25T05:10:14Z</dcterms:modified>
</cp:coreProperties>
</file>