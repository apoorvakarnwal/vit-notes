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54EB-2D4F-EF0D-0F75-03F21BFC6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0C25E-638E-EBEF-88C6-19AC563B1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7E5A6-F648-FF1A-F9E5-CED507D0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C416B-9D15-88CF-1BA2-9E39106F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39B92-1BFA-24DA-E7ED-F0623F86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387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8E15-1D47-0625-F6B4-B88A604E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62061-F395-9F00-9FE5-C5313845B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7BDC7-DADB-D94B-1321-029FEE60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50D66-351B-0973-B3B4-86A3E6E8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6ADCF-738B-A2D9-AFFD-7A2932DC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510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CFCF-955E-2AD7-970E-70D1F391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721C0-B5AC-CD5D-DD20-0DF70BB7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F07F6-D153-8465-9C83-16E3FDCB3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F48BD-9B13-65D5-FDD1-2460745A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FCA31-5978-D7E4-F0D5-5AA73870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04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27F9-94DF-B24B-4069-A8B53EE7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643AC-7BC6-1E67-E459-EFF1366C2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8B185-EDFD-B025-F396-6455D50F3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B14BF-ADCB-B0EE-F716-29B00A67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A152F-B15A-68B7-2885-C0371B39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79B2F-83F1-EDD9-9AEB-55429E02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495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DA316-6EA9-1569-E827-0D858BB4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376E-2406-1CF9-7286-E2D86E89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F7940-A13F-E0AE-D930-BAC65803E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A9C369-D64D-6CEB-1FE5-0372DE280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2BACD-B0C6-38CF-3FAB-95B48EC5E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AC97A7-8A70-AB4A-7301-C1C336BCA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25EDE-A69C-D9F8-69F4-EBB4CF74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90C92-939F-DEC8-6BBF-DA4001BC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18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E058-8889-14AB-ACBF-2F02C3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303C4-142E-52A9-AD4F-08E33794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38914-548C-528A-D0AE-B06009B1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D9EC7-9E19-E2CB-6FBB-0DB6332D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2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7EC4C-7001-DEE0-EAC0-D6D560B3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743A1A-662E-18BB-B1D9-74989A5D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EDEAF-4CEE-86ED-3CEC-D95D3D22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48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2E7A-DDA0-293E-DF97-782C1981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EDBC0-796D-AC26-40ED-82E8FFAF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E2F59-DE8C-A90C-58BD-119EF28F8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D47A7-C9F2-D648-CDB3-45D8B7FB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AE687-278D-8BD9-6C74-4E512A05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22656-6512-1A71-191A-EBD93388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483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F7E6-0429-659C-B9C0-B9D67B89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12272-B8B4-57F6-70BA-6F1C24BD5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91F15-3D6A-9564-DBB4-167216775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CE8FF-893E-617B-3AA2-FF1EF155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2EFE9-2B2F-031C-5FCC-8E3F3CF1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2749E-7771-A7F4-5412-852BDDEA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53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7847-1923-9882-E97B-689C9D07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02504-501D-38F7-80D8-78BD5849F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0DE0C-EA56-ED97-F324-F6AE4943B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46F10-0007-39D3-F3A5-F2ABE5844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2EA3A-B597-C4E7-1B0C-6C831184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6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8AEB9-017E-7359-4B83-42C5638CC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1C653-D254-C006-2C82-151FC1362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BDB6C-5C9B-D615-B5AF-555CB2B82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82715-0446-EEED-04B3-DF70BDBA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6D972-26A3-11CE-A2BB-95FCDC8D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16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71595-FA44-D646-5115-885476C0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60551-7269-B2E5-7272-7CA5C4B22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D000F-B269-582E-307E-35B15EFCE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8DA63-A9A2-40E7-A041-5F6BFD98B643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5FBE8-6270-8576-EFB6-0F150DC00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CA981-EA35-00E2-D368-63E788383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BA6E0-5902-42B2-A876-65049FB6A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46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B33C-D998-6E70-3AA6-488A844B2B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Planning and Acting in Non- deterministic domain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F1DC7-E6D0-6890-2E64-BFAEED57B2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28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0537-1AEA-5D56-6BFF-DEAEE1D2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3B72DB-8E5B-3E87-11EA-F437863A2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71" y="97970"/>
            <a:ext cx="12094029" cy="6607629"/>
          </a:xfrm>
        </p:spPr>
      </p:pic>
    </p:spTree>
    <p:extLst>
      <p:ext uri="{BB962C8B-B14F-4D97-AF65-F5344CB8AC3E}">
        <p14:creationId xmlns:p14="http://schemas.microsoft.com/office/powerpoint/2010/main" val="264689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E17B-0462-FC46-A449-BFF6DA45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79102-3B8B-3499-700C-462CA0539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426" y="365124"/>
            <a:ext cx="10515600" cy="5045075"/>
          </a:xfrm>
        </p:spPr>
      </p:pic>
    </p:spTree>
    <p:extLst>
      <p:ext uri="{BB962C8B-B14F-4D97-AF65-F5344CB8AC3E}">
        <p14:creationId xmlns:p14="http://schemas.microsoft.com/office/powerpoint/2010/main" val="293202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61BF-197B-96DD-8DE8-3CDAF5659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E3456-0834-A263-64C9-73BF7671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8E138-09DC-C00A-502D-CA4C9060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82" y="287110"/>
            <a:ext cx="11235417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5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7B24-4037-3313-00C9-DD1684B2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977721-E2D4-AE19-3B63-7BFC1B605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3114" y="1027905"/>
            <a:ext cx="8643257" cy="5253151"/>
          </a:xfrm>
        </p:spPr>
      </p:pic>
    </p:spTree>
    <p:extLst>
      <p:ext uri="{BB962C8B-B14F-4D97-AF65-F5344CB8AC3E}">
        <p14:creationId xmlns:p14="http://schemas.microsoft.com/office/powerpoint/2010/main" val="76481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57C1-534D-8543-9B72-FBB4C7CD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FC2ED3-E0B6-9F0E-4462-1B3CE0326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018" y="365125"/>
            <a:ext cx="10775496" cy="6127750"/>
          </a:xfrm>
        </p:spPr>
      </p:pic>
    </p:spTree>
    <p:extLst>
      <p:ext uri="{BB962C8B-B14F-4D97-AF65-F5344CB8AC3E}">
        <p14:creationId xmlns:p14="http://schemas.microsoft.com/office/powerpoint/2010/main" val="45973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260B-5E09-B3EE-5A51-D801F1DD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C631-0CEB-B1F3-30B5-750183CA3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ACC39-46B3-50F6-8AC8-539537B7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0" y="13043"/>
            <a:ext cx="10515600" cy="63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7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B0BA-7CA6-C494-5E31-FD349525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49976-9766-ECB6-EA91-F2560D71F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6A1BF-6608-1015-316F-B98FD5DA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00037"/>
            <a:ext cx="1061357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9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B130-2045-4069-A45B-67064F81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3CDB30-7A9B-54D3-67C4-EE394B982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950" y="120537"/>
            <a:ext cx="11285764" cy="27206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AADEB4-6265-141A-CFBB-663C7BC4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" y="2710543"/>
            <a:ext cx="10798629" cy="378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1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1BA7-07F7-CA7F-F493-0BA4F06A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074897-E72F-F0E6-ACD6-003A97A59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431" y="258083"/>
            <a:ext cx="11321825" cy="6234792"/>
          </a:xfrm>
        </p:spPr>
      </p:pic>
    </p:spTree>
    <p:extLst>
      <p:ext uri="{BB962C8B-B14F-4D97-AF65-F5344CB8AC3E}">
        <p14:creationId xmlns:p14="http://schemas.microsoft.com/office/powerpoint/2010/main" val="2850856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4651-2F5F-7EFA-1CD4-E35F8D6A6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174711-F48C-59E6-58B6-DBE10344C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743" y="365125"/>
            <a:ext cx="11430000" cy="6373132"/>
          </a:xfrm>
        </p:spPr>
      </p:pic>
    </p:spTree>
    <p:extLst>
      <p:ext uri="{BB962C8B-B14F-4D97-AF65-F5344CB8AC3E}">
        <p14:creationId xmlns:p14="http://schemas.microsoft.com/office/powerpoint/2010/main" val="180640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BB13-DE3A-781F-EE02-73E7C8A5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615249-74DB-2AA4-8F51-3D4728CFE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57" y="163285"/>
            <a:ext cx="11244943" cy="6329589"/>
          </a:xfrm>
        </p:spPr>
      </p:pic>
    </p:spTree>
    <p:extLst>
      <p:ext uri="{BB962C8B-B14F-4D97-AF65-F5344CB8AC3E}">
        <p14:creationId xmlns:p14="http://schemas.microsoft.com/office/powerpoint/2010/main" val="57805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53AB-00DD-C09F-AA6E-1E56FD00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AC786D-9BDF-A7A5-5EA7-DCD1D62B2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535" y="365125"/>
            <a:ext cx="11084379" cy="2737304"/>
          </a:xfrm>
        </p:spPr>
      </p:pic>
    </p:spTree>
    <p:extLst>
      <p:ext uri="{BB962C8B-B14F-4D97-AF65-F5344CB8AC3E}">
        <p14:creationId xmlns:p14="http://schemas.microsoft.com/office/powerpoint/2010/main" val="900629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6155-1E7E-B3B8-23D3-1FB3E0A0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52B323-EF4A-D686-A3DD-A8FD7A5D0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523" y="365125"/>
            <a:ext cx="11051306" cy="5905046"/>
          </a:xfrm>
        </p:spPr>
      </p:pic>
    </p:spTree>
    <p:extLst>
      <p:ext uri="{BB962C8B-B14F-4D97-AF65-F5344CB8AC3E}">
        <p14:creationId xmlns:p14="http://schemas.microsoft.com/office/powerpoint/2010/main" val="1479520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82B4-7242-61E5-9940-25824449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0D90-CFA6-FF6D-4C1E-CEEAB5064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115FF-D438-3940-B542-1CBF69F7C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4" y="52387"/>
            <a:ext cx="10776856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20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78CC-1E86-5957-EE50-8B9D6643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B9A525-B716-ECE3-8BEB-34C34F170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281" y="153874"/>
            <a:ext cx="11229975" cy="3362325"/>
          </a:xfrm>
        </p:spPr>
      </p:pic>
    </p:spTree>
    <p:extLst>
      <p:ext uri="{BB962C8B-B14F-4D97-AF65-F5344CB8AC3E}">
        <p14:creationId xmlns:p14="http://schemas.microsoft.com/office/powerpoint/2010/main" val="1168790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A193-40EE-2704-80B4-130D81D8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BA386E-D2AD-933C-898B-C2C19F6C9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682" y="443138"/>
            <a:ext cx="10398861" cy="5663747"/>
          </a:xfrm>
        </p:spPr>
      </p:pic>
    </p:spTree>
    <p:extLst>
      <p:ext uri="{BB962C8B-B14F-4D97-AF65-F5344CB8AC3E}">
        <p14:creationId xmlns:p14="http://schemas.microsoft.com/office/powerpoint/2010/main" val="2633707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56752-7F9C-37A0-3E3C-109312F2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658AB9-E8FA-0495-3768-997137CFF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686" y="214539"/>
            <a:ext cx="10733314" cy="6088290"/>
          </a:xfrm>
        </p:spPr>
      </p:pic>
    </p:spTree>
    <p:extLst>
      <p:ext uri="{BB962C8B-B14F-4D97-AF65-F5344CB8AC3E}">
        <p14:creationId xmlns:p14="http://schemas.microsoft.com/office/powerpoint/2010/main" val="1135516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05F1-6572-E2EF-2115-A7AD16D9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F46D-11F2-92D1-D701-0F5C3F0D0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7CC92-7B00-5FC4-2B93-076C88950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365125"/>
            <a:ext cx="10845574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22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F7877-8162-D2B6-DE6D-ADAB4EB5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9A7F1-8756-33D4-6EA3-A3748C0EC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4667C-0805-9AAC-5AA7-73A15E53D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" y="365125"/>
            <a:ext cx="10515599" cy="600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20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6D03-7D14-9D41-AECD-A4F60562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0AB35-05D3-D143-E42A-754B9D1D8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6948A-3FAE-FA6C-CF8F-E0630F87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57162"/>
            <a:ext cx="10907485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51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CFE5-FCAC-EBC1-5EFE-69E45D30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43F433-4816-7B19-6954-8BF8959E8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729" y="140947"/>
            <a:ext cx="10953071" cy="5922396"/>
          </a:xfrm>
        </p:spPr>
      </p:pic>
    </p:spTree>
    <p:extLst>
      <p:ext uri="{BB962C8B-B14F-4D97-AF65-F5344CB8AC3E}">
        <p14:creationId xmlns:p14="http://schemas.microsoft.com/office/powerpoint/2010/main" val="66992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Planning and Acting in Non- deterministic domain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</dc:creator>
  <cp:lastModifiedBy>SHALINI</cp:lastModifiedBy>
  <cp:revision>1</cp:revision>
  <dcterms:created xsi:type="dcterms:W3CDTF">2024-11-12T04:16:37Z</dcterms:created>
  <dcterms:modified xsi:type="dcterms:W3CDTF">2024-11-12T04:16:54Z</dcterms:modified>
</cp:coreProperties>
</file>