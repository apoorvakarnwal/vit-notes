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wdp" ContentType="image/vnd.ms-photo"/>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 id="2147483672" r:id="rId3"/>
  </p:sldMasterIdLst>
  <p:sldIdLst>
    <p:sldId id="264" r:id="rId4"/>
    <p:sldId id="257" r:id="rId5"/>
    <p:sldId id="258" r:id="rId6"/>
    <p:sldId id="259" r:id="rId7"/>
    <p:sldId id="260" r:id="rId8"/>
    <p:sldId id="261" r:id="rId9"/>
    <p:sldId id="262" r:id="rId10"/>
    <p:sldId id="263" r:id="rId11"/>
  </p:sldIdLst>
  <p:sldSz cx="12188825"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5" d="100"/>
          <a:sy n="65" d="100"/>
        </p:scale>
        <p:origin x="-834" y="-96"/>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viewProps" Target="viewProps.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5" Type="http://schemas.openxmlformats.org/officeDocument/2006/relationships/slide" Target="slides/slide2.xml"/><Relationship Id="rId15" Type="http://schemas.openxmlformats.org/officeDocument/2006/relationships/tableStyles" Target="tableStyles.xml"/><Relationship Id="rId10" Type="http://schemas.openxmlformats.org/officeDocument/2006/relationships/slide" Target="slides/slide7.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63" y="2130439"/>
            <a:ext cx="10360501"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BACCD82-11F7-4B27-98BD-3FF35DD8747C}"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1809063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ACCD82-11F7-4B27-98BD-3FF35DD8747C}"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35838286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3" y="4406914"/>
            <a:ext cx="10360501"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2833" y="2906713"/>
            <a:ext cx="10360501"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BACCD82-11F7-4B27-98BD-3FF35DD8747C}"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42877399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441" y="1600206"/>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5986" y="1600206"/>
            <a:ext cx="5383398"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BACCD82-11F7-4B27-98BD-3FF35DD8747C}" type="datetimeFigureOut">
              <a:rPr lang="en-US" smtClean="0"/>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5323625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441" y="1535113"/>
            <a:ext cx="538551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441" y="2174875"/>
            <a:ext cx="5385514"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1756" y="1535113"/>
            <a:ext cx="5387629"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1756" y="2174875"/>
            <a:ext cx="5387629"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BACCD82-11F7-4B27-98BD-3FF35DD8747C}" type="datetimeFigureOut">
              <a:rPr lang="en-US" smtClean="0"/>
              <a:t>8/21/2024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6038635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BACCD82-11F7-4B27-98BD-3FF35DD8747C}" type="datetimeFigureOut">
              <a:rPr lang="en-US" smtClean="0"/>
              <a:t>8/21/2024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133885127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BACCD82-11F7-4B27-98BD-3FF35DD8747C}" type="datetimeFigureOut">
              <a:rPr lang="en-US" smtClean="0"/>
              <a:t>8/21/2024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6798580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50" y="273050"/>
            <a:ext cx="4010040"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5493" y="273064"/>
            <a:ext cx="6813892"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450" y="1435103"/>
            <a:ext cx="4010040"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ACCD82-11F7-4B27-98BD-3FF35DD8747C}" type="datetimeFigureOut">
              <a:rPr lang="en-US" smtClean="0"/>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6970000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096" y="4800600"/>
            <a:ext cx="7313295"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096" y="612775"/>
            <a:ext cx="7313295"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096" y="5367338"/>
            <a:ext cx="7313295"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BACCD82-11F7-4B27-98BD-3FF35DD8747C}" type="datetimeFigureOut">
              <a:rPr lang="en-US" smtClean="0"/>
              <a:t>8/21/2024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32310528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ACCD82-11F7-4B27-98BD-3FF35DD8747C}"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285411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0416" y="274652"/>
            <a:ext cx="3654531"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590" y="274652"/>
            <a:ext cx="1076468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BACCD82-11F7-4B27-98BD-3FF35DD8747C}" type="datetimeFigureOut">
              <a:rPr lang="en-US" smtClean="0"/>
              <a:t>8/21/2024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DF34788-9DFF-448E-BE1E-F3E60F408503}" type="slidenum">
              <a:rPr lang="en-US" smtClean="0"/>
              <a:t>‹#›</a:t>
            </a:fld>
            <a:endParaRPr lang="en-US"/>
          </a:p>
        </p:txBody>
      </p:sp>
    </p:spTree>
    <p:extLst>
      <p:ext uri="{BB962C8B-B14F-4D97-AF65-F5344CB8AC3E}">
        <p14:creationId xmlns:p14="http://schemas.microsoft.com/office/powerpoint/2010/main" val="1099971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3625" y="1122363"/>
            <a:ext cx="9141619"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3625" y="3602038"/>
            <a:ext cx="9141619"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7282624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IN"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43374412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633" y="1709783"/>
            <a:ext cx="10512862"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633" y="4589508"/>
            <a:ext cx="10512862"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1788635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004"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0592" y="1825625"/>
            <a:ext cx="5180251"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9098018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569" y="365129"/>
            <a:ext cx="10512862"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592" y="1681163"/>
            <a:ext cx="5156444"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592" y="2505075"/>
            <a:ext cx="5156444"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0593" y="1681163"/>
            <a:ext cx="518183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0593" y="2505075"/>
            <a:ext cx="518183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8" name="Footer Placeholder 7"/>
          <p:cNvSpPr>
            <a:spLocks noGrp="1"/>
          </p:cNvSpPr>
          <p:nvPr>
            <p:ph type="ftr" sz="quarter" idx="11"/>
          </p:nvPr>
        </p:nvSpPr>
        <p:spPr/>
        <p:txBody>
          <a:bodyPr/>
          <a:lstStyle/>
          <a:p>
            <a:r>
              <a:rPr lang="en-IN">
                <a:solidFill>
                  <a:prstClr val="black">
                    <a:tint val="75000"/>
                  </a:prstClr>
                </a:solidFill>
              </a:rPr>
              <a:t>Costas Busch - RPI</a:t>
            </a:r>
          </a:p>
        </p:txBody>
      </p:sp>
      <p:sp>
        <p:nvSpPr>
          <p:cNvPr id="9" name="Slide Number Placeholder 8"/>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15538129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4" name="Footer Placeholder 3"/>
          <p:cNvSpPr>
            <a:spLocks noGrp="1"/>
          </p:cNvSpPr>
          <p:nvPr>
            <p:ph type="ftr" sz="quarter" idx="11"/>
          </p:nvPr>
        </p:nvSpPr>
        <p:spPr/>
        <p:txBody>
          <a:bodyPr/>
          <a:lstStyle/>
          <a:p>
            <a:r>
              <a:rPr lang="en-IN">
                <a:solidFill>
                  <a:prstClr val="black">
                    <a:tint val="75000"/>
                  </a:prstClr>
                </a:solidFill>
              </a:rPr>
              <a:t>Costas Busch - RPI</a:t>
            </a:r>
          </a:p>
        </p:txBody>
      </p:sp>
      <p:sp>
        <p:nvSpPr>
          <p:cNvPr id="5" name="Slide Number Placeholder 4"/>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90287099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3" name="Footer Placeholder 2"/>
          <p:cNvSpPr>
            <a:spLocks noGrp="1"/>
          </p:cNvSpPr>
          <p:nvPr>
            <p:ph type="ftr" sz="quarter" idx="11"/>
          </p:nvPr>
        </p:nvSpPr>
        <p:spPr/>
        <p:txBody>
          <a:bodyPr/>
          <a:lstStyle/>
          <a:p>
            <a:r>
              <a:rPr lang="en-IN">
                <a:solidFill>
                  <a:prstClr val="black">
                    <a:tint val="75000"/>
                  </a:prstClr>
                </a:solidFill>
              </a:rPr>
              <a:t>Costas Busch - RPI</a:t>
            </a:r>
          </a:p>
        </p:txBody>
      </p:sp>
      <p:sp>
        <p:nvSpPr>
          <p:cNvPr id="4" name="Slide Number Placeholder 3"/>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22137550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92" y="457200"/>
            <a:ext cx="3931213"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1838" y="987470"/>
            <a:ext cx="617059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592" y="2057400"/>
            <a:ext cx="393121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73209715"/>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592" y="457200"/>
            <a:ext cx="3931213"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1838" y="987470"/>
            <a:ext cx="6170593"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592" y="2057400"/>
            <a:ext cx="393121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6" name="Footer Placeholder 5"/>
          <p:cNvSpPr>
            <a:spLocks noGrp="1"/>
          </p:cNvSpPr>
          <p:nvPr>
            <p:ph type="ftr" sz="quarter" idx="11"/>
          </p:nvPr>
        </p:nvSpPr>
        <p:spPr/>
        <p:txBody>
          <a:bodyPr/>
          <a:lstStyle/>
          <a:p>
            <a:r>
              <a:rPr lang="en-IN">
                <a:solidFill>
                  <a:prstClr val="black">
                    <a:tint val="75000"/>
                  </a:prstClr>
                </a:solidFill>
              </a:rPr>
              <a:t>Costas Busch - RPI</a:t>
            </a:r>
          </a:p>
        </p:txBody>
      </p:sp>
      <p:sp>
        <p:nvSpPr>
          <p:cNvPr id="7" name="Slide Number Placeholder 6"/>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95401070"/>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439298232"/>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2628" y="365125"/>
            <a:ext cx="2628215"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7982" y="365125"/>
            <a:ext cx="773228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r>
              <a:rPr lang="en-US">
                <a:solidFill>
                  <a:prstClr val="black">
                    <a:tint val="75000"/>
                  </a:prstClr>
                </a:solidFill>
              </a:rPr>
              <a:t>Fall 2006</a:t>
            </a:r>
            <a:endParaRPr lang="en-IN">
              <a:solidFill>
                <a:prstClr val="black">
                  <a:tint val="75000"/>
                </a:prstClr>
              </a:solidFill>
            </a:endParaRPr>
          </a:p>
        </p:txBody>
      </p:sp>
      <p:sp>
        <p:nvSpPr>
          <p:cNvPr id="5" name="Footer Placeholder 4"/>
          <p:cNvSpPr>
            <a:spLocks noGrp="1"/>
          </p:cNvSpPr>
          <p:nvPr>
            <p:ph type="ftr" sz="quarter" idx="11"/>
          </p:nvPr>
        </p:nvSpPr>
        <p:spPr/>
        <p:txBody>
          <a:bodyPr/>
          <a:lstStyle/>
          <a:p>
            <a:r>
              <a:rPr lang="en-IN">
                <a:solidFill>
                  <a:prstClr val="black">
                    <a:tint val="75000"/>
                  </a:prstClr>
                </a:solidFill>
              </a:rPr>
              <a:t>Costas Busch - RPI</a:t>
            </a:r>
          </a:p>
        </p:txBody>
      </p:sp>
      <p:sp>
        <p:nvSpPr>
          <p:cNvPr id="6" name="Slide Number Placeholder 5"/>
          <p:cNvSpPr>
            <a:spLocks noGrp="1"/>
          </p:cNvSpPr>
          <p:nvPr>
            <p:ph type="sldNum" sz="quarter" idx="12"/>
          </p:nvPr>
        </p:nvSpPr>
        <p:spPr/>
        <p:txBody>
          <a:body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68776290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193" y="2130428"/>
            <a:ext cx="10360501" cy="1470026"/>
          </a:xfrm>
        </p:spPr>
        <p:txBody>
          <a:bodyPr/>
          <a:lstStyle/>
          <a:p>
            <a:r>
              <a:rPr lang="en-US" smtClean="0"/>
              <a:t>Click to edit Master title style</a:t>
            </a:r>
            <a:endParaRPr lang="en-IN"/>
          </a:p>
        </p:txBody>
      </p:sp>
      <p:sp>
        <p:nvSpPr>
          <p:cNvPr id="3" name="Subtitle 2"/>
          <p:cNvSpPr>
            <a:spLocks noGrp="1"/>
          </p:cNvSpPr>
          <p:nvPr>
            <p:ph type="subTitle" idx="1"/>
          </p:nvPr>
        </p:nvSpPr>
        <p:spPr>
          <a:xfrm>
            <a:off x="1828324" y="3886200"/>
            <a:ext cx="8532178" cy="1752600"/>
          </a:xfrm>
        </p:spPr>
        <p:txBody>
          <a:bodyPr/>
          <a:lstStyle>
            <a:lvl1pPr marL="0" indent="0" algn="ctr">
              <a:buNone/>
              <a:defRPr>
                <a:solidFill>
                  <a:schemeClr val="tx1">
                    <a:tint val="75000"/>
                  </a:schemeClr>
                </a:solidFill>
              </a:defRPr>
            </a:lvl1pPr>
            <a:lvl2pPr marL="571957" indent="0" algn="ctr">
              <a:buNone/>
              <a:defRPr>
                <a:solidFill>
                  <a:schemeClr val="tx1">
                    <a:tint val="75000"/>
                  </a:schemeClr>
                </a:solidFill>
              </a:defRPr>
            </a:lvl2pPr>
            <a:lvl3pPr marL="1143914" indent="0" algn="ctr">
              <a:buNone/>
              <a:defRPr>
                <a:solidFill>
                  <a:schemeClr val="tx1">
                    <a:tint val="75000"/>
                  </a:schemeClr>
                </a:solidFill>
              </a:defRPr>
            </a:lvl3pPr>
            <a:lvl4pPr marL="1715872" indent="0" algn="ctr">
              <a:buNone/>
              <a:defRPr>
                <a:solidFill>
                  <a:schemeClr val="tx1">
                    <a:tint val="75000"/>
                  </a:schemeClr>
                </a:solidFill>
              </a:defRPr>
            </a:lvl4pPr>
            <a:lvl5pPr marL="2287829" indent="0" algn="ctr">
              <a:buNone/>
              <a:defRPr>
                <a:solidFill>
                  <a:schemeClr val="tx1">
                    <a:tint val="75000"/>
                  </a:schemeClr>
                </a:solidFill>
              </a:defRPr>
            </a:lvl5pPr>
            <a:lvl6pPr marL="2859786" indent="0" algn="ctr">
              <a:buNone/>
              <a:defRPr>
                <a:solidFill>
                  <a:schemeClr val="tx1">
                    <a:tint val="75000"/>
                  </a:schemeClr>
                </a:solidFill>
              </a:defRPr>
            </a:lvl6pPr>
            <a:lvl7pPr marL="3431743" indent="0" algn="ctr">
              <a:buNone/>
              <a:defRPr>
                <a:solidFill>
                  <a:schemeClr val="tx1">
                    <a:tint val="75000"/>
                  </a:schemeClr>
                </a:solidFill>
              </a:defRPr>
            </a:lvl7pPr>
            <a:lvl8pPr marL="4003700" indent="0" algn="ctr">
              <a:buNone/>
              <a:defRPr>
                <a:solidFill>
                  <a:schemeClr val="tx1">
                    <a:tint val="75000"/>
                  </a:schemeClr>
                </a:solidFill>
              </a:defRPr>
            </a:lvl8pPr>
            <a:lvl9pPr marL="4575658"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76757397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4641570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2835" y="4406902"/>
            <a:ext cx="10360501" cy="1362074"/>
          </a:xfrm>
        </p:spPr>
        <p:txBody>
          <a:bodyPr anchor="t"/>
          <a:lstStyle>
            <a:lvl1pPr algn="l">
              <a:defRPr sz="5000" b="1" cap="all"/>
            </a:lvl1pPr>
          </a:lstStyle>
          <a:p>
            <a:r>
              <a:rPr lang="en-US" smtClean="0"/>
              <a:t>Click to edit Master title style</a:t>
            </a:r>
            <a:endParaRPr lang="en-IN"/>
          </a:p>
        </p:txBody>
      </p:sp>
      <p:sp>
        <p:nvSpPr>
          <p:cNvPr id="3" name="Text Placeholder 2"/>
          <p:cNvSpPr>
            <a:spLocks noGrp="1"/>
          </p:cNvSpPr>
          <p:nvPr>
            <p:ph type="body" idx="1"/>
          </p:nvPr>
        </p:nvSpPr>
        <p:spPr>
          <a:xfrm>
            <a:off x="962835" y="2906713"/>
            <a:ext cx="10360501" cy="1500188"/>
          </a:xfrm>
        </p:spPr>
        <p:txBody>
          <a:bodyPr anchor="b"/>
          <a:lstStyle>
            <a:lvl1pPr marL="0" indent="0">
              <a:buNone/>
              <a:defRPr sz="2500">
                <a:solidFill>
                  <a:schemeClr val="tx1">
                    <a:tint val="75000"/>
                  </a:schemeClr>
                </a:solidFill>
              </a:defRPr>
            </a:lvl1pPr>
            <a:lvl2pPr marL="571957" indent="0">
              <a:buNone/>
              <a:defRPr sz="2300">
                <a:solidFill>
                  <a:schemeClr val="tx1">
                    <a:tint val="75000"/>
                  </a:schemeClr>
                </a:solidFill>
              </a:defRPr>
            </a:lvl2pPr>
            <a:lvl3pPr marL="1143914" indent="0">
              <a:buNone/>
              <a:defRPr sz="2000">
                <a:solidFill>
                  <a:schemeClr val="tx1">
                    <a:tint val="75000"/>
                  </a:schemeClr>
                </a:solidFill>
              </a:defRPr>
            </a:lvl3pPr>
            <a:lvl4pPr marL="1715872" indent="0">
              <a:buNone/>
              <a:defRPr sz="1800">
                <a:solidFill>
                  <a:schemeClr val="tx1">
                    <a:tint val="75000"/>
                  </a:schemeClr>
                </a:solidFill>
              </a:defRPr>
            </a:lvl4pPr>
            <a:lvl5pPr marL="2287829" indent="0">
              <a:buNone/>
              <a:defRPr sz="1800">
                <a:solidFill>
                  <a:schemeClr val="tx1">
                    <a:tint val="75000"/>
                  </a:schemeClr>
                </a:solidFill>
              </a:defRPr>
            </a:lvl5pPr>
            <a:lvl6pPr marL="2859786" indent="0">
              <a:buNone/>
              <a:defRPr sz="1800">
                <a:solidFill>
                  <a:schemeClr val="tx1">
                    <a:tint val="75000"/>
                  </a:schemeClr>
                </a:solidFill>
              </a:defRPr>
            </a:lvl6pPr>
            <a:lvl7pPr marL="3431743" indent="0">
              <a:buNone/>
              <a:defRPr sz="1800">
                <a:solidFill>
                  <a:schemeClr val="tx1">
                    <a:tint val="75000"/>
                  </a:schemeClr>
                </a:solidFill>
              </a:defRPr>
            </a:lvl7pPr>
            <a:lvl8pPr marL="4003700" indent="0">
              <a:buNone/>
              <a:defRPr sz="1800">
                <a:solidFill>
                  <a:schemeClr val="tx1">
                    <a:tint val="75000"/>
                  </a:schemeClr>
                </a:solidFill>
              </a:defRPr>
            </a:lvl8pPr>
            <a:lvl9pPr marL="4575658" indent="0">
              <a:buNone/>
              <a:defRPr sz="18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461206262"/>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609441" y="1600206"/>
            <a:ext cx="5383398" cy="452596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95986" y="1600206"/>
            <a:ext cx="5383398" cy="4525963"/>
          </a:xfrm>
        </p:spPr>
        <p:txBody>
          <a:bodyPr/>
          <a:lstStyle>
            <a:lvl1pPr>
              <a:defRPr sz="3500"/>
            </a:lvl1pPr>
            <a:lvl2pPr>
              <a:defRPr sz="3000"/>
            </a:lvl2pPr>
            <a:lvl3pPr>
              <a:defRPr sz="2500"/>
            </a:lvl3pPr>
            <a:lvl4pPr>
              <a:defRPr sz="2300"/>
            </a:lvl4pPr>
            <a:lvl5pPr>
              <a:defRPr sz="2300"/>
            </a:lvl5pPr>
            <a:lvl6pPr>
              <a:defRPr sz="2300"/>
            </a:lvl6pPr>
            <a:lvl7pPr>
              <a:defRPr sz="2300"/>
            </a:lvl7pPr>
            <a:lvl8pPr>
              <a:defRPr sz="2300"/>
            </a:lvl8pPr>
            <a:lvl9pPr>
              <a:defRPr sz="2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84417291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609472" y="1535117"/>
            <a:ext cx="5385514" cy="639763"/>
          </a:xfrm>
        </p:spPr>
        <p:txBody>
          <a:bodyPr anchor="b"/>
          <a:lstStyle>
            <a:lvl1pPr marL="0" indent="0">
              <a:buNone/>
              <a:defRPr sz="3000" b="1"/>
            </a:lvl1pPr>
            <a:lvl2pPr marL="571957" indent="0">
              <a:buNone/>
              <a:defRPr sz="2500" b="1"/>
            </a:lvl2pPr>
            <a:lvl3pPr marL="1143914" indent="0">
              <a:buNone/>
              <a:defRPr sz="2300" b="1"/>
            </a:lvl3pPr>
            <a:lvl4pPr marL="1715872" indent="0">
              <a:buNone/>
              <a:defRPr sz="2000" b="1"/>
            </a:lvl4pPr>
            <a:lvl5pPr marL="2287829" indent="0">
              <a:buNone/>
              <a:defRPr sz="2000" b="1"/>
            </a:lvl5pPr>
            <a:lvl6pPr marL="2859786" indent="0">
              <a:buNone/>
              <a:defRPr sz="2000" b="1"/>
            </a:lvl6pPr>
            <a:lvl7pPr marL="3431743" indent="0">
              <a:buNone/>
              <a:defRPr sz="2000" b="1"/>
            </a:lvl7pPr>
            <a:lvl8pPr marL="4003700" indent="0">
              <a:buNone/>
              <a:defRPr sz="2000" b="1"/>
            </a:lvl8pPr>
            <a:lvl9pPr marL="4575658" indent="0">
              <a:buNone/>
              <a:defRPr sz="2000" b="1"/>
            </a:lvl9pPr>
          </a:lstStyle>
          <a:p>
            <a:pPr lvl="0"/>
            <a:r>
              <a:rPr lang="en-US" smtClean="0"/>
              <a:t>Click to edit Master text styles</a:t>
            </a:r>
          </a:p>
        </p:txBody>
      </p:sp>
      <p:sp>
        <p:nvSpPr>
          <p:cNvPr id="4" name="Content Placeholder 3"/>
          <p:cNvSpPr>
            <a:spLocks noGrp="1"/>
          </p:cNvSpPr>
          <p:nvPr>
            <p:ph sz="half" idx="2"/>
          </p:nvPr>
        </p:nvSpPr>
        <p:spPr>
          <a:xfrm>
            <a:off x="609472" y="2174875"/>
            <a:ext cx="5385514" cy="3951288"/>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91762" y="1535117"/>
            <a:ext cx="5387630" cy="639763"/>
          </a:xfrm>
        </p:spPr>
        <p:txBody>
          <a:bodyPr anchor="b"/>
          <a:lstStyle>
            <a:lvl1pPr marL="0" indent="0">
              <a:buNone/>
              <a:defRPr sz="3000" b="1"/>
            </a:lvl1pPr>
            <a:lvl2pPr marL="571957" indent="0">
              <a:buNone/>
              <a:defRPr sz="2500" b="1"/>
            </a:lvl2pPr>
            <a:lvl3pPr marL="1143914" indent="0">
              <a:buNone/>
              <a:defRPr sz="2300" b="1"/>
            </a:lvl3pPr>
            <a:lvl4pPr marL="1715872" indent="0">
              <a:buNone/>
              <a:defRPr sz="2000" b="1"/>
            </a:lvl4pPr>
            <a:lvl5pPr marL="2287829" indent="0">
              <a:buNone/>
              <a:defRPr sz="2000" b="1"/>
            </a:lvl5pPr>
            <a:lvl6pPr marL="2859786" indent="0">
              <a:buNone/>
              <a:defRPr sz="2000" b="1"/>
            </a:lvl6pPr>
            <a:lvl7pPr marL="3431743" indent="0">
              <a:buNone/>
              <a:defRPr sz="2000" b="1"/>
            </a:lvl7pPr>
            <a:lvl8pPr marL="4003700" indent="0">
              <a:buNone/>
              <a:defRPr sz="2000" b="1"/>
            </a:lvl8pPr>
            <a:lvl9pPr marL="4575658" indent="0">
              <a:buNone/>
              <a:defRPr sz="2000" b="1"/>
            </a:lvl9pPr>
          </a:lstStyle>
          <a:p>
            <a:pPr lvl="0"/>
            <a:r>
              <a:rPr lang="en-US" smtClean="0"/>
              <a:t>Click to edit Master text styles</a:t>
            </a:r>
          </a:p>
        </p:txBody>
      </p:sp>
      <p:sp>
        <p:nvSpPr>
          <p:cNvPr id="6" name="Content Placeholder 5"/>
          <p:cNvSpPr>
            <a:spLocks noGrp="1"/>
          </p:cNvSpPr>
          <p:nvPr>
            <p:ph sz="quarter" idx="4"/>
          </p:nvPr>
        </p:nvSpPr>
        <p:spPr>
          <a:xfrm>
            <a:off x="6191762" y="2174875"/>
            <a:ext cx="5387630" cy="3951288"/>
          </a:xfrm>
        </p:spPr>
        <p:txBody>
          <a:bodyPr/>
          <a:lstStyle>
            <a:lvl1pPr>
              <a:defRPr sz="3000"/>
            </a:lvl1pPr>
            <a:lvl2pPr>
              <a:defRPr sz="2500"/>
            </a:lvl2pPr>
            <a:lvl3pPr>
              <a:defRPr sz="23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8" name="Footer Placeholder 7"/>
          <p:cNvSpPr>
            <a:spLocks noGrp="1"/>
          </p:cNvSpPr>
          <p:nvPr>
            <p:ph type="ftr" sz="quarter" idx="11"/>
          </p:nvPr>
        </p:nvSpPr>
        <p:spPr/>
        <p:txBody>
          <a:bodyPr/>
          <a:lstStyle/>
          <a:p>
            <a:endParaRPr lang="en-IN">
              <a:solidFill>
                <a:prstClr val="black">
                  <a:tint val="75000"/>
                </a:prstClr>
              </a:solidFill>
            </a:endParaRPr>
          </a:p>
        </p:txBody>
      </p:sp>
      <p:sp>
        <p:nvSpPr>
          <p:cNvPr id="9" name="Slide Number Placeholder 8"/>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55649556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4" name="Footer Placeholder 3"/>
          <p:cNvSpPr>
            <a:spLocks noGrp="1"/>
          </p:cNvSpPr>
          <p:nvPr>
            <p:ph type="ftr" sz="quarter" idx="11"/>
          </p:nvPr>
        </p:nvSpPr>
        <p:spPr/>
        <p:txBody>
          <a:bodyPr/>
          <a:lstStyle/>
          <a:p>
            <a:endParaRPr lang="en-IN">
              <a:solidFill>
                <a:prstClr val="black">
                  <a:tint val="75000"/>
                </a:prstClr>
              </a:solidFill>
            </a:endParaRPr>
          </a:p>
        </p:txBody>
      </p:sp>
      <p:sp>
        <p:nvSpPr>
          <p:cNvPr id="5" name="Slide Number Placeholder 4"/>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47146220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3" name="Footer Placeholder 2"/>
          <p:cNvSpPr>
            <a:spLocks noGrp="1"/>
          </p:cNvSpPr>
          <p:nvPr>
            <p:ph type="ftr" sz="quarter" idx="11"/>
          </p:nvPr>
        </p:nvSpPr>
        <p:spPr/>
        <p:txBody>
          <a:bodyPr/>
          <a:lstStyle/>
          <a:p>
            <a:endParaRPr lang="en-IN">
              <a:solidFill>
                <a:prstClr val="black">
                  <a:tint val="75000"/>
                </a:prstClr>
              </a:solidFill>
            </a:endParaRPr>
          </a:p>
        </p:txBody>
      </p:sp>
      <p:sp>
        <p:nvSpPr>
          <p:cNvPr id="4" name="Slide Number Placeholder 3"/>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01593303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452" y="273112"/>
            <a:ext cx="4010039" cy="1162051"/>
          </a:xfrm>
        </p:spPr>
        <p:txBody>
          <a:bodyPr anchor="b"/>
          <a:lstStyle>
            <a:lvl1pPr algn="l">
              <a:defRPr sz="2500" b="1"/>
            </a:lvl1pPr>
          </a:lstStyle>
          <a:p>
            <a:r>
              <a:rPr lang="en-US" smtClean="0"/>
              <a:t>Click to edit Master title style</a:t>
            </a:r>
            <a:endParaRPr lang="en-IN"/>
          </a:p>
        </p:txBody>
      </p:sp>
      <p:sp>
        <p:nvSpPr>
          <p:cNvPr id="3" name="Content Placeholder 2"/>
          <p:cNvSpPr>
            <a:spLocks noGrp="1"/>
          </p:cNvSpPr>
          <p:nvPr>
            <p:ph idx="1"/>
          </p:nvPr>
        </p:nvSpPr>
        <p:spPr>
          <a:xfrm>
            <a:off x="4765492" y="273117"/>
            <a:ext cx="6813892" cy="5853113"/>
          </a:xfrm>
        </p:spPr>
        <p:txBody>
          <a:bodyPr/>
          <a:lstStyle>
            <a:lvl1pPr>
              <a:defRPr sz="4000"/>
            </a:lvl1pPr>
            <a:lvl2pPr>
              <a:defRPr sz="3500"/>
            </a:lvl2pPr>
            <a:lvl3pPr>
              <a:defRPr sz="3000"/>
            </a:lvl3pPr>
            <a:lvl4pPr>
              <a:defRPr sz="2500"/>
            </a:lvl4pPr>
            <a:lvl5pPr>
              <a:defRPr sz="2500"/>
            </a:lvl5pPr>
            <a:lvl6pPr>
              <a:defRPr sz="2500"/>
            </a:lvl6pPr>
            <a:lvl7pPr>
              <a:defRPr sz="2500"/>
            </a:lvl7pPr>
            <a:lvl8pPr>
              <a:defRPr sz="2500"/>
            </a:lvl8pPr>
            <a:lvl9pPr>
              <a:defRPr sz="25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609452" y="1435113"/>
            <a:ext cx="4010039" cy="4691063"/>
          </a:xfrm>
        </p:spPr>
        <p:txBody>
          <a:bodyPr/>
          <a:lstStyle>
            <a:lvl1pPr marL="0" indent="0">
              <a:buNone/>
              <a:defRPr sz="1800"/>
            </a:lvl1pPr>
            <a:lvl2pPr marL="571957" indent="0">
              <a:buNone/>
              <a:defRPr sz="1500"/>
            </a:lvl2pPr>
            <a:lvl3pPr marL="1143914" indent="0">
              <a:buNone/>
              <a:defRPr sz="1300"/>
            </a:lvl3pPr>
            <a:lvl4pPr marL="1715872" indent="0">
              <a:buNone/>
              <a:defRPr sz="1100"/>
            </a:lvl4pPr>
            <a:lvl5pPr marL="2287829" indent="0">
              <a:buNone/>
              <a:defRPr sz="1100"/>
            </a:lvl5pPr>
            <a:lvl6pPr marL="2859786" indent="0">
              <a:buNone/>
              <a:defRPr sz="1100"/>
            </a:lvl6pPr>
            <a:lvl7pPr marL="3431743" indent="0">
              <a:buNone/>
              <a:defRPr sz="1100"/>
            </a:lvl7pPr>
            <a:lvl8pPr marL="4003700" indent="0">
              <a:buNone/>
              <a:defRPr sz="1100"/>
            </a:lvl8pPr>
            <a:lvl9pPr marL="4575658"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74252359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127" y="4800663"/>
            <a:ext cx="7313295" cy="566739"/>
          </a:xfrm>
        </p:spPr>
        <p:txBody>
          <a:bodyPr anchor="b"/>
          <a:lstStyle>
            <a:lvl1pPr algn="l">
              <a:defRPr sz="2500" b="1"/>
            </a:lvl1pPr>
          </a:lstStyle>
          <a:p>
            <a:r>
              <a:rPr lang="en-US" smtClean="0"/>
              <a:t>Click to edit Master title style</a:t>
            </a:r>
            <a:endParaRPr lang="en-IN"/>
          </a:p>
        </p:txBody>
      </p:sp>
      <p:sp>
        <p:nvSpPr>
          <p:cNvPr id="3" name="Picture Placeholder 2"/>
          <p:cNvSpPr>
            <a:spLocks noGrp="1"/>
          </p:cNvSpPr>
          <p:nvPr>
            <p:ph type="pic" idx="1"/>
          </p:nvPr>
        </p:nvSpPr>
        <p:spPr>
          <a:xfrm>
            <a:off x="2389127" y="612776"/>
            <a:ext cx="7313295" cy="4114800"/>
          </a:xfrm>
        </p:spPr>
        <p:txBody>
          <a:bodyPr/>
          <a:lstStyle>
            <a:lvl1pPr marL="0" indent="0">
              <a:buNone/>
              <a:defRPr sz="4000"/>
            </a:lvl1pPr>
            <a:lvl2pPr marL="571957" indent="0">
              <a:buNone/>
              <a:defRPr sz="3500"/>
            </a:lvl2pPr>
            <a:lvl3pPr marL="1143914" indent="0">
              <a:buNone/>
              <a:defRPr sz="3000"/>
            </a:lvl3pPr>
            <a:lvl4pPr marL="1715872" indent="0">
              <a:buNone/>
              <a:defRPr sz="2500"/>
            </a:lvl4pPr>
            <a:lvl5pPr marL="2287829" indent="0">
              <a:buNone/>
              <a:defRPr sz="2500"/>
            </a:lvl5pPr>
            <a:lvl6pPr marL="2859786" indent="0">
              <a:buNone/>
              <a:defRPr sz="2500"/>
            </a:lvl6pPr>
            <a:lvl7pPr marL="3431743" indent="0">
              <a:buNone/>
              <a:defRPr sz="2500"/>
            </a:lvl7pPr>
            <a:lvl8pPr marL="4003700" indent="0">
              <a:buNone/>
              <a:defRPr sz="2500"/>
            </a:lvl8pPr>
            <a:lvl9pPr marL="4575658" indent="0">
              <a:buNone/>
              <a:defRPr sz="2500"/>
            </a:lvl9pPr>
          </a:lstStyle>
          <a:p>
            <a:endParaRPr lang="en-IN"/>
          </a:p>
        </p:txBody>
      </p:sp>
      <p:sp>
        <p:nvSpPr>
          <p:cNvPr id="4" name="Text Placeholder 3"/>
          <p:cNvSpPr>
            <a:spLocks noGrp="1"/>
          </p:cNvSpPr>
          <p:nvPr>
            <p:ph type="body" sz="half" idx="2"/>
          </p:nvPr>
        </p:nvSpPr>
        <p:spPr>
          <a:xfrm>
            <a:off x="2389127" y="5367404"/>
            <a:ext cx="7313295" cy="804863"/>
          </a:xfrm>
        </p:spPr>
        <p:txBody>
          <a:bodyPr/>
          <a:lstStyle>
            <a:lvl1pPr marL="0" indent="0">
              <a:buNone/>
              <a:defRPr sz="1800"/>
            </a:lvl1pPr>
            <a:lvl2pPr marL="571957" indent="0">
              <a:buNone/>
              <a:defRPr sz="1500"/>
            </a:lvl2pPr>
            <a:lvl3pPr marL="1143914" indent="0">
              <a:buNone/>
              <a:defRPr sz="1300"/>
            </a:lvl3pPr>
            <a:lvl4pPr marL="1715872" indent="0">
              <a:buNone/>
              <a:defRPr sz="1100"/>
            </a:lvl4pPr>
            <a:lvl5pPr marL="2287829" indent="0">
              <a:buNone/>
              <a:defRPr sz="1100"/>
            </a:lvl5pPr>
            <a:lvl6pPr marL="2859786" indent="0">
              <a:buNone/>
              <a:defRPr sz="1100"/>
            </a:lvl6pPr>
            <a:lvl7pPr marL="3431743" indent="0">
              <a:buNone/>
              <a:defRPr sz="1100"/>
            </a:lvl7pPr>
            <a:lvl8pPr marL="4003700" indent="0">
              <a:buNone/>
              <a:defRPr sz="1100"/>
            </a:lvl8pPr>
            <a:lvl9pPr marL="4575658" indent="0">
              <a:buNone/>
              <a:defRPr sz="1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6" name="Footer Placeholder 5"/>
          <p:cNvSpPr>
            <a:spLocks noGrp="1"/>
          </p:cNvSpPr>
          <p:nvPr>
            <p:ph type="ftr" sz="quarter" idx="11"/>
          </p:nvPr>
        </p:nvSpPr>
        <p:spPr/>
        <p:txBody>
          <a:bodyPr/>
          <a:lstStyle/>
          <a:p>
            <a:endParaRPr lang="en-IN">
              <a:solidFill>
                <a:prstClr val="black">
                  <a:tint val="75000"/>
                </a:prstClr>
              </a:solidFill>
            </a:endParaRPr>
          </a:p>
        </p:txBody>
      </p:sp>
      <p:sp>
        <p:nvSpPr>
          <p:cNvPr id="7" name="Slide Number Placeholder 6"/>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230351827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106410910"/>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6898" y="274640"/>
            <a:ext cx="2742486" cy="5851526"/>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609441" y="274640"/>
            <a:ext cx="8024310" cy="5851526"/>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93DD48AF-9524-42C3-998B-53917CD7F6D9}" type="datetimeFigureOut">
              <a:rPr lang="en-IN" smtClean="0">
                <a:solidFill>
                  <a:prstClr val="black">
                    <a:tint val="75000"/>
                  </a:prstClr>
                </a:solidFill>
              </a:rPr>
              <a:pPr/>
              <a:t>20-08-2024</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F84959CE-F648-4BE5-8EE2-76F86524456D}"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32349570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42" y="274638"/>
            <a:ext cx="10969943"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442" y="1600206"/>
            <a:ext cx="10969943"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442" y="6356364"/>
            <a:ext cx="2844059"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BACCD82-11F7-4B27-98BD-3FF35DD8747C}" type="datetimeFigureOut">
              <a:rPr lang="en-US" smtClean="0"/>
              <a:t>8/21/2024</a:t>
            </a:fld>
            <a:endParaRPr lang="en-US"/>
          </a:p>
        </p:txBody>
      </p:sp>
      <p:sp>
        <p:nvSpPr>
          <p:cNvPr id="5" name="Footer Placeholder 4"/>
          <p:cNvSpPr>
            <a:spLocks noGrp="1"/>
          </p:cNvSpPr>
          <p:nvPr>
            <p:ph type="ftr" sz="quarter" idx="3"/>
          </p:nvPr>
        </p:nvSpPr>
        <p:spPr>
          <a:xfrm>
            <a:off x="4164516" y="6356364"/>
            <a:ext cx="385979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735327" y="6356364"/>
            <a:ext cx="2844059"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DF34788-9DFF-448E-BE1E-F3E60F408503}" type="slidenum">
              <a:rPr lang="en-US" smtClean="0"/>
              <a:t>‹#›</a:t>
            </a:fld>
            <a:endParaRPr lang="en-US"/>
          </a:p>
        </p:txBody>
      </p:sp>
    </p:spTree>
    <p:extLst>
      <p:ext uri="{BB962C8B-B14F-4D97-AF65-F5344CB8AC3E}">
        <p14:creationId xmlns:p14="http://schemas.microsoft.com/office/powerpoint/2010/main" val="24256137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7982" y="365129"/>
            <a:ext cx="10512862"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7982" y="1825625"/>
            <a:ext cx="10512862"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p:cNvSpPr>
            <a:spLocks noGrp="1"/>
          </p:cNvSpPr>
          <p:nvPr>
            <p:ph type="dt" sz="half" idx="2"/>
          </p:nvPr>
        </p:nvSpPr>
        <p:spPr>
          <a:xfrm>
            <a:off x="837982" y="6356395"/>
            <a:ext cx="2742486" cy="365125"/>
          </a:xfrm>
          <a:prstGeom prst="rect">
            <a:avLst/>
          </a:prstGeom>
        </p:spPr>
        <p:txBody>
          <a:bodyPr vert="horz" lIns="91440" tIns="45720" rIns="91440" bIns="45720" rtlCol="0" anchor="ctr"/>
          <a:lstStyle>
            <a:lvl1pPr algn="l">
              <a:defRPr sz="1200">
                <a:solidFill>
                  <a:schemeClr val="tx1">
                    <a:tint val="75000"/>
                  </a:schemeClr>
                </a:solidFill>
                <a:latin typeface="Palatino Linotype" panose="02040502050505030304" pitchFamily="18" charset="0"/>
              </a:defRPr>
            </a:lvl1pPr>
          </a:lstStyle>
          <a:p>
            <a:r>
              <a:rPr lang="en-US">
                <a:solidFill>
                  <a:prstClr val="black">
                    <a:tint val="75000"/>
                  </a:prstClr>
                </a:solidFill>
              </a:rPr>
              <a:t>Fall 2006</a:t>
            </a:r>
            <a:endParaRPr lang="en-IN">
              <a:solidFill>
                <a:prstClr val="black">
                  <a:tint val="75000"/>
                </a:prstClr>
              </a:solidFill>
            </a:endParaRPr>
          </a:p>
        </p:txBody>
      </p:sp>
      <p:sp>
        <p:nvSpPr>
          <p:cNvPr id="5" name="Footer Placeholder 4"/>
          <p:cNvSpPr>
            <a:spLocks noGrp="1"/>
          </p:cNvSpPr>
          <p:nvPr>
            <p:ph type="ftr" sz="quarter" idx="3"/>
          </p:nvPr>
        </p:nvSpPr>
        <p:spPr>
          <a:xfrm>
            <a:off x="4037549" y="6356395"/>
            <a:ext cx="4113728" cy="365125"/>
          </a:xfrm>
          <a:prstGeom prst="rect">
            <a:avLst/>
          </a:prstGeom>
        </p:spPr>
        <p:txBody>
          <a:bodyPr vert="horz" lIns="91440" tIns="45720" rIns="91440" bIns="45720" rtlCol="0" anchor="ctr"/>
          <a:lstStyle>
            <a:lvl1pPr algn="ctr">
              <a:defRPr sz="1200">
                <a:solidFill>
                  <a:schemeClr val="tx1">
                    <a:tint val="75000"/>
                  </a:schemeClr>
                </a:solidFill>
                <a:latin typeface="Palatino Linotype" panose="02040502050505030304" pitchFamily="18" charset="0"/>
              </a:defRPr>
            </a:lvl1pPr>
          </a:lstStyle>
          <a:p>
            <a:r>
              <a:rPr lang="en-IN">
                <a:solidFill>
                  <a:prstClr val="black">
                    <a:tint val="75000"/>
                  </a:prstClr>
                </a:solidFill>
              </a:rPr>
              <a:t>Costas Busch - RPI</a:t>
            </a:r>
          </a:p>
        </p:txBody>
      </p:sp>
      <p:sp>
        <p:nvSpPr>
          <p:cNvPr id="6" name="Slide Number Placeholder 5"/>
          <p:cNvSpPr>
            <a:spLocks noGrp="1"/>
          </p:cNvSpPr>
          <p:nvPr>
            <p:ph type="sldNum" sz="quarter" idx="4"/>
          </p:nvPr>
        </p:nvSpPr>
        <p:spPr>
          <a:xfrm>
            <a:off x="8608357" y="6356395"/>
            <a:ext cx="2742486" cy="365125"/>
          </a:xfrm>
          <a:prstGeom prst="rect">
            <a:avLst/>
          </a:prstGeom>
        </p:spPr>
        <p:txBody>
          <a:bodyPr vert="horz" lIns="91440" tIns="45720" rIns="91440" bIns="45720" rtlCol="0" anchor="ctr"/>
          <a:lstStyle>
            <a:lvl1pPr algn="r">
              <a:defRPr sz="1200">
                <a:solidFill>
                  <a:schemeClr val="tx1">
                    <a:tint val="75000"/>
                  </a:schemeClr>
                </a:solidFill>
                <a:latin typeface="Palatino Linotype" panose="02040502050505030304" pitchFamily="18" charset="0"/>
              </a:defRPr>
            </a:lvl1pPr>
          </a:lstStyle>
          <a:p>
            <a:fld id="{9C8CFCD6-D300-4021-B6CE-498726932892}" type="slidenum">
              <a:rPr lang="en-IN" smtClean="0">
                <a:solidFill>
                  <a:prstClr val="black">
                    <a:tint val="75000"/>
                  </a:prstClr>
                </a:solidFill>
              </a:rPr>
              <a:pPr/>
              <a:t>‹#›</a:t>
            </a:fld>
            <a:endParaRPr lang="en-IN">
              <a:solidFill>
                <a:prstClr val="black">
                  <a:tint val="75000"/>
                </a:prstClr>
              </a:solidFill>
            </a:endParaRPr>
          </a:p>
        </p:txBody>
      </p:sp>
    </p:spTree>
    <p:extLst>
      <p:ext uri="{BB962C8B-B14F-4D97-AF65-F5344CB8AC3E}">
        <p14:creationId xmlns:p14="http://schemas.microsoft.com/office/powerpoint/2010/main" val="19150036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p:titleStyle>
    <p:body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473" y="274639"/>
            <a:ext cx="10969943" cy="1143000"/>
          </a:xfrm>
          <a:prstGeom prst="rect">
            <a:avLst/>
          </a:prstGeom>
        </p:spPr>
        <p:txBody>
          <a:bodyPr vert="horz" lIns="114391" tIns="57196" rIns="114391" bIns="57196"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609473" y="1600206"/>
            <a:ext cx="10969943" cy="4525963"/>
          </a:xfrm>
          <a:prstGeom prst="rect">
            <a:avLst/>
          </a:prstGeom>
        </p:spPr>
        <p:txBody>
          <a:bodyPr vert="horz" lIns="114391" tIns="57196" rIns="114391" bIns="57196"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609441" y="6356353"/>
            <a:ext cx="2844059" cy="365126"/>
          </a:xfrm>
          <a:prstGeom prst="rect">
            <a:avLst/>
          </a:prstGeom>
        </p:spPr>
        <p:txBody>
          <a:bodyPr vert="horz" lIns="114391" tIns="57196" rIns="114391" bIns="57196" rtlCol="0" anchor="ctr"/>
          <a:lstStyle>
            <a:lvl1pPr algn="l">
              <a:defRPr sz="1500">
                <a:solidFill>
                  <a:schemeClr val="tx1">
                    <a:tint val="75000"/>
                  </a:schemeClr>
                </a:solidFill>
              </a:defRPr>
            </a:lvl1pPr>
          </a:lstStyle>
          <a:p>
            <a:pPr defTabSz="1143914"/>
            <a:fld id="{93DD48AF-9524-42C3-998B-53917CD7F6D9}" type="datetimeFigureOut">
              <a:rPr lang="en-IN" smtClean="0">
                <a:solidFill>
                  <a:prstClr val="black">
                    <a:tint val="75000"/>
                  </a:prstClr>
                </a:solidFill>
              </a:rPr>
              <a:pPr defTabSz="1143914"/>
              <a:t>20-08-2024</a:t>
            </a:fld>
            <a:endParaRPr lang="en-IN">
              <a:solidFill>
                <a:prstClr val="black">
                  <a:tint val="75000"/>
                </a:prstClr>
              </a:solidFill>
            </a:endParaRPr>
          </a:p>
        </p:txBody>
      </p:sp>
      <p:sp>
        <p:nvSpPr>
          <p:cNvPr id="5" name="Footer Placeholder 4"/>
          <p:cNvSpPr>
            <a:spLocks noGrp="1"/>
          </p:cNvSpPr>
          <p:nvPr>
            <p:ph type="ftr" sz="quarter" idx="3"/>
          </p:nvPr>
        </p:nvSpPr>
        <p:spPr>
          <a:xfrm>
            <a:off x="4164547" y="6356353"/>
            <a:ext cx="3859795" cy="365126"/>
          </a:xfrm>
          <a:prstGeom prst="rect">
            <a:avLst/>
          </a:prstGeom>
        </p:spPr>
        <p:txBody>
          <a:bodyPr vert="horz" lIns="114391" tIns="57196" rIns="114391" bIns="57196" rtlCol="0" anchor="ctr"/>
          <a:lstStyle>
            <a:lvl1pPr algn="ctr">
              <a:defRPr sz="1500">
                <a:solidFill>
                  <a:schemeClr val="tx1">
                    <a:tint val="75000"/>
                  </a:schemeClr>
                </a:solidFill>
              </a:defRPr>
            </a:lvl1pPr>
          </a:lstStyle>
          <a:p>
            <a:pPr defTabSz="1143914"/>
            <a:endParaRPr lang="en-IN">
              <a:solidFill>
                <a:prstClr val="black">
                  <a:tint val="75000"/>
                </a:prstClr>
              </a:solidFill>
            </a:endParaRPr>
          </a:p>
        </p:txBody>
      </p:sp>
      <p:sp>
        <p:nvSpPr>
          <p:cNvPr id="6" name="Slide Number Placeholder 5"/>
          <p:cNvSpPr>
            <a:spLocks noGrp="1"/>
          </p:cNvSpPr>
          <p:nvPr>
            <p:ph type="sldNum" sz="quarter" idx="4"/>
          </p:nvPr>
        </p:nvSpPr>
        <p:spPr>
          <a:xfrm>
            <a:off x="8735357" y="6356353"/>
            <a:ext cx="2844059" cy="365126"/>
          </a:xfrm>
          <a:prstGeom prst="rect">
            <a:avLst/>
          </a:prstGeom>
        </p:spPr>
        <p:txBody>
          <a:bodyPr vert="horz" lIns="114391" tIns="57196" rIns="114391" bIns="57196" rtlCol="0" anchor="ctr"/>
          <a:lstStyle>
            <a:lvl1pPr algn="r">
              <a:defRPr sz="1500">
                <a:solidFill>
                  <a:schemeClr val="tx1">
                    <a:tint val="75000"/>
                  </a:schemeClr>
                </a:solidFill>
              </a:defRPr>
            </a:lvl1pPr>
          </a:lstStyle>
          <a:p>
            <a:pPr defTabSz="1143914"/>
            <a:fld id="{F84959CE-F648-4BE5-8EE2-76F86524456D}" type="slidenum">
              <a:rPr lang="en-IN" smtClean="0">
                <a:solidFill>
                  <a:prstClr val="black">
                    <a:tint val="75000"/>
                  </a:prstClr>
                </a:solidFill>
              </a:rPr>
              <a:pPr defTabSz="1143914"/>
              <a:t>‹#›</a:t>
            </a:fld>
            <a:endParaRPr lang="en-IN">
              <a:solidFill>
                <a:prstClr val="black">
                  <a:tint val="75000"/>
                </a:prstClr>
              </a:solidFill>
            </a:endParaRPr>
          </a:p>
        </p:txBody>
      </p:sp>
    </p:spTree>
    <p:extLst>
      <p:ext uri="{BB962C8B-B14F-4D97-AF65-F5344CB8AC3E}">
        <p14:creationId xmlns:p14="http://schemas.microsoft.com/office/powerpoint/2010/main" val="243995898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ctr" defTabSz="1143914" rtl="0" eaLnBrk="1" latinLnBrk="0" hangingPunct="1">
        <a:spcBef>
          <a:spcPct val="0"/>
        </a:spcBef>
        <a:buNone/>
        <a:defRPr sz="5500" kern="1200">
          <a:solidFill>
            <a:schemeClr val="tx1"/>
          </a:solidFill>
          <a:latin typeface="+mj-lt"/>
          <a:ea typeface="+mj-ea"/>
          <a:cs typeface="+mj-cs"/>
        </a:defRPr>
      </a:lvl1pPr>
    </p:titleStyle>
    <p:bodyStyle>
      <a:lvl1pPr marL="428968" indent="-428968" algn="l" defTabSz="1143914" rtl="0" eaLnBrk="1" latinLnBrk="0" hangingPunct="1">
        <a:spcBef>
          <a:spcPct val="20000"/>
        </a:spcBef>
        <a:buFont typeface="Arial" pitchFamily="34" charset="0"/>
        <a:buChar char="•"/>
        <a:defRPr sz="4000" kern="1200">
          <a:solidFill>
            <a:schemeClr val="tx1"/>
          </a:solidFill>
          <a:latin typeface="+mn-lt"/>
          <a:ea typeface="+mn-ea"/>
          <a:cs typeface="+mn-cs"/>
        </a:defRPr>
      </a:lvl1pPr>
      <a:lvl2pPr marL="929430" indent="-357473" algn="l" defTabSz="1143914" rtl="0" eaLnBrk="1" latinLnBrk="0" hangingPunct="1">
        <a:spcBef>
          <a:spcPct val="20000"/>
        </a:spcBef>
        <a:buFont typeface="Arial" pitchFamily="34" charset="0"/>
        <a:buChar char="–"/>
        <a:defRPr sz="3500" kern="1200">
          <a:solidFill>
            <a:schemeClr val="tx1"/>
          </a:solidFill>
          <a:latin typeface="+mn-lt"/>
          <a:ea typeface="+mn-ea"/>
          <a:cs typeface="+mn-cs"/>
        </a:defRPr>
      </a:lvl2pPr>
      <a:lvl3pPr marL="1429893" indent="-285979" algn="l" defTabSz="1143914" rtl="0" eaLnBrk="1" latinLnBrk="0" hangingPunct="1">
        <a:spcBef>
          <a:spcPct val="20000"/>
        </a:spcBef>
        <a:buFont typeface="Arial" pitchFamily="34" charset="0"/>
        <a:buChar char="•"/>
        <a:defRPr sz="3000" kern="1200">
          <a:solidFill>
            <a:schemeClr val="tx1"/>
          </a:solidFill>
          <a:latin typeface="+mn-lt"/>
          <a:ea typeface="+mn-ea"/>
          <a:cs typeface="+mn-cs"/>
        </a:defRPr>
      </a:lvl3pPr>
      <a:lvl4pPr marL="2001850" indent="-285979" algn="l" defTabSz="1143914" rtl="0" eaLnBrk="1" latinLnBrk="0" hangingPunct="1">
        <a:spcBef>
          <a:spcPct val="20000"/>
        </a:spcBef>
        <a:buFont typeface="Arial" pitchFamily="34" charset="0"/>
        <a:buChar char="–"/>
        <a:defRPr sz="2500" kern="1200">
          <a:solidFill>
            <a:schemeClr val="tx1"/>
          </a:solidFill>
          <a:latin typeface="+mn-lt"/>
          <a:ea typeface="+mn-ea"/>
          <a:cs typeface="+mn-cs"/>
        </a:defRPr>
      </a:lvl4pPr>
      <a:lvl5pPr marL="2573807" indent="-285979" algn="l" defTabSz="1143914" rtl="0" eaLnBrk="1" latinLnBrk="0" hangingPunct="1">
        <a:spcBef>
          <a:spcPct val="20000"/>
        </a:spcBef>
        <a:buFont typeface="Arial" pitchFamily="34" charset="0"/>
        <a:buChar char="»"/>
        <a:defRPr sz="2500" kern="1200">
          <a:solidFill>
            <a:schemeClr val="tx1"/>
          </a:solidFill>
          <a:latin typeface="+mn-lt"/>
          <a:ea typeface="+mn-ea"/>
          <a:cs typeface="+mn-cs"/>
        </a:defRPr>
      </a:lvl5pPr>
      <a:lvl6pPr marL="3145765" indent="-285979" algn="l" defTabSz="1143914" rtl="0" eaLnBrk="1" latinLnBrk="0" hangingPunct="1">
        <a:spcBef>
          <a:spcPct val="20000"/>
        </a:spcBef>
        <a:buFont typeface="Arial" pitchFamily="34" charset="0"/>
        <a:buChar char="•"/>
        <a:defRPr sz="2500" kern="1200">
          <a:solidFill>
            <a:schemeClr val="tx1"/>
          </a:solidFill>
          <a:latin typeface="+mn-lt"/>
          <a:ea typeface="+mn-ea"/>
          <a:cs typeface="+mn-cs"/>
        </a:defRPr>
      </a:lvl6pPr>
      <a:lvl7pPr marL="3717722" indent="-285979" algn="l" defTabSz="1143914" rtl="0" eaLnBrk="1" latinLnBrk="0" hangingPunct="1">
        <a:spcBef>
          <a:spcPct val="20000"/>
        </a:spcBef>
        <a:buFont typeface="Arial" pitchFamily="34" charset="0"/>
        <a:buChar char="•"/>
        <a:defRPr sz="2500" kern="1200">
          <a:solidFill>
            <a:schemeClr val="tx1"/>
          </a:solidFill>
          <a:latin typeface="+mn-lt"/>
          <a:ea typeface="+mn-ea"/>
          <a:cs typeface="+mn-cs"/>
        </a:defRPr>
      </a:lvl7pPr>
      <a:lvl8pPr marL="4289679" indent="-285979" algn="l" defTabSz="1143914" rtl="0" eaLnBrk="1" latinLnBrk="0" hangingPunct="1">
        <a:spcBef>
          <a:spcPct val="20000"/>
        </a:spcBef>
        <a:buFont typeface="Arial" pitchFamily="34" charset="0"/>
        <a:buChar char="•"/>
        <a:defRPr sz="2500" kern="1200">
          <a:solidFill>
            <a:schemeClr val="tx1"/>
          </a:solidFill>
          <a:latin typeface="+mn-lt"/>
          <a:ea typeface="+mn-ea"/>
          <a:cs typeface="+mn-cs"/>
        </a:defRPr>
      </a:lvl8pPr>
      <a:lvl9pPr marL="4861636" indent="-285979" algn="l" defTabSz="1143914" rtl="0" eaLnBrk="1" latinLnBrk="0" hangingPunct="1">
        <a:spcBef>
          <a:spcPct val="20000"/>
        </a:spcBef>
        <a:buFont typeface="Arial" pitchFamily="34" charset="0"/>
        <a:buChar char="•"/>
        <a:defRPr sz="2500" kern="1200">
          <a:solidFill>
            <a:schemeClr val="tx1"/>
          </a:solidFill>
          <a:latin typeface="+mn-lt"/>
          <a:ea typeface="+mn-ea"/>
          <a:cs typeface="+mn-cs"/>
        </a:defRPr>
      </a:lvl9pPr>
    </p:bodyStyle>
    <p:otherStyle>
      <a:defPPr>
        <a:defRPr lang="en-US"/>
      </a:defPPr>
      <a:lvl1pPr marL="0" algn="l" defTabSz="1143914" rtl="0" eaLnBrk="1" latinLnBrk="0" hangingPunct="1">
        <a:defRPr sz="2300" kern="1200">
          <a:solidFill>
            <a:schemeClr val="tx1"/>
          </a:solidFill>
          <a:latin typeface="+mn-lt"/>
          <a:ea typeface="+mn-ea"/>
          <a:cs typeface="+mn-cs"/>
        </a:defRPr>
      </a:lvl1pPr>
      <a:lvl2pPr marL="571957" algn="l" defTabSz="1143914" rtl="0" eaLnBrk="1" latinLnBrk="0" hangingPunct="1">
        <a:defRPr sz="2300" kern="1200">
          <a:solidFill>
            <a:schemeClr val="tx1"/>
          </a:solidFill>
          <a:latin typeface="+mn-lt"/>
          <a:ea typeface="+mn-ea"/>
          <a:cs typeface="+mn-cs"/>
        </a:defRPr>
      </a:lvl2pPr>
      <a:lvl3pPr marL="1143914" algn="l" defTabSz="1143914" rtl="0" eaLnBrk="1" latinLnBrk="0" hangingPunct="1">
        <a:defRPr sz="2300" kern="1200">
          <a:solidFill>
            <a:schemeClr val="tx1"/>
          </a:solidFill>
          <a:latin typeface="+mn-lt"/>
          <a:ea typeface="+mn-ea"/>
          <a:cs typeface="+mn-cs"/>
        </a:defRPr>
      </a:lvl3pPr>
      <a:lvl4pPr marL="1715872" algn="l" defTabSz="1143914" rtl="0" eaLnBrk="1" latinLnBrk="0" hangingPunct="1">
        <a:defRPr sz="2300" kern="1200">
          <a:solidFill>
            <a:schemeClr val="tx1"/>
          </a:solidFill>
          <a:latin typeface="+mn-lt"/>
          <a:ea typeface="+mn-ea"/>
          <a:cs typeface="+mn-cs"/>
        </a:defRPr>
      </a:lvl4pPr>
      <a:lvl5pPr marL="2287829" algn="l" defTabSz="1143914" rtl="0" eaLnBrk="1" latinLnBrk="0" hangingPunct="1">
        <a:defRPr sz="2300" kern="1200">
          <a:solidFill>
            <a:schemeClr val="tx1"/>
          </a:solidFill>
          <a:latin typeface="+mn-lt"/>
          <a:ea typeface="+mn-ea"/>
          <a:cs typeface="+mn-cs"/>
        </a:defRPr>
      </a:lvl5pPr>
      <a:lvl6pPr marL="2859786" algn="l" defTabSz="1143914" rtl="0" eaLnBrk="1" latinLnBrk="0" hangingPunct="1">
        <a:defRPr sz="2300" kern="1200">
          <a:solidFill>
            <a:schemeClr val="tx1"/>
          </a:solidFill>
          <a:latin typeface="+mn-lt"/>
          <a:ea typeface="+mn-ea"/>
          <a:cs typeface="+mn-cs"/>
        </a:defRPr>
      </a:lvl6pPr>
      <a:lvl7pPr marL="3431743" algn="l" defTabSz="1143914" rtl="0" eaLnBrk="1" latinLnBrk="0" hangingPunct="1">
        <a:defRPr sz="2300" kern="1200">
          <a:solidFill>
            <a:schemeClr val="tx1"/>
          </a:solidFill>
          <a:latin typeface="+mn-lt"/>
          <a:ea typeface="+mn-ea"/>
          <a:cs typeface="+mn-cs"/>
        </a:defRPr>
      </a:lvl7pPr>
      <a:lvl8pPr marL="4003700" algn="l" defTabSz="1143914" rtl="0" eaLnBrk="1" latinLnBrk="0" hangingPunct="1">
        <a:defRPr sz="2300" kern="1200">
          <a:solidFill>
            <a:schemeClr val="tx1"/>
          </a:solidFill>
          <a:latin typeface="+mn-lt"/>
          <a:ea typeface="+mn-ea"/>
          <a:cs typeface="+mn-cs"/>
        </a:defRPr>
      </a:lvl8pPr>
      <a:lvl9pPr marL="4575658" algn="l" defTabSz="1143914" rtl="0" eaLnBrk="1" latinLnBrk="0" hangingPunct="1">
        <a:defRPr sz="23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8" Type="http://schemas.openxmlformats.org/officeDocument/2006/relationships/image" Target="../media/image9.png"/><Relationship Id="rId13" Type="http://schemas.microsoft.com/office/2007/relationships/hdphoto" Target="../media/hdphoto5.wdp"/><Relationship Id="rId3" Type="http://schemas.openxmlformats.org/officeDocument/2006/relationships/image" Target="../media/image6.emf"/><Relationship Id="rId7" Type="http://schemas.microsoft.com/office/2007/relationships/hdphoto" Target="../media/hdphoto2.wdp"/><Relationship Id="rId12" Type="http://schemas.openxmlformats.org/officeDocument/2006/relationships/image" Target="../media/image11.png"/><Relationship Id="rId2" Type="http://schemas.openxmlformats.org/officeDocument/2006/relationships/image" Target="../media/image5.emf"/><Relationship Id="rId1" Type="http://schemas.openxmlformats.org/officeDocument/2006/relationships/slideLayout" Target="../slideLayouts/slideLayout13.xml"/><Relationship Id="rId6" Type="http://schemas.openxmlformats.org/officeDocument/2006/relationships/image" Target="../media/image8.png"/><Relationship Id="rId11" Type="http://schemas.microsoft.com/office/2007/relationships/hdphoto" Target="../media/hdphoto4.wdp"/><Relationship Id="rId5" Type="http://schemas.microsoft.com/office/2007/relationships/hdphoto" Target="../media/hdphoto1.wdp"/><Relationship Id="rId10" Type="http://schemas.openxmlformats.org/officeDocument/2006/relationships/image" Target="../media/image10.png"/><Relationship Id="rId4" Type="http://schemas.openxmlformats.org/officeDocument/2006/relationships/image" Target="../media/image7.png"/><Relationship Id="rId9" Type="http://schemas.microsoft.com/office/2007/relationships/hdphoto" Target="../media/hdphoto3.wdp"/></Relationships>
</file>

<file path=ppt/slides/_rels/slide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jpeg"/><Relationship Id="rId1" Type="http://schemas.openxmlformats.org/officeDocument/2006/relationships/slideLayout" Target="../slideLayouts/slideLayout2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55017" y="5618107"/>
            <a:ext cx="4991255" cy="576063"/>
          </a:xfrm>
        </p:spPr>
        <p:txBody>
          <a:bodyPr>
            <a:noAutofit/>
          </a:bodyPr>
          <a:lstStyle/>
          <a:p>
            <a:r>
              <a:rPr lang="en-IN" sz="4500" b="1" dirty="0">
                <a:solidFill>
                  <a:srgbClr val="C00000"/>
                </a:solidFill>
              </a:rPr>
              <a:t>SYNTAX ANALYSIS</a:t>
            </a:r>
            <a:endParaRPr lang="en-IN" sz="4000" b="1" dirty="0">
              <a:solidFill>
                <a:srgbClr val="C00000"/>
              </a:solidFill>
            </a:endParaRPr>
          </a:p>
        </p:txBody>
      </p:sp>
      <p:sp>
        <p:nvSpPr>
          <p:cNvPr id="5" name="Title 1"/>
          <p:cNvSpPr txBox="1">
            <a:spLocks/>
          </p:cNvSpPr>
          <p:nvPr/>
        </p:nvSpPr>
        <p:spPr>
          <a:xfrm>
            <a:off x="335274" y="1052737"/>
            <a:ext cx="11614265" cy="432048"/>
          </a:xfrm>
          <a:prstGeom prst="rect">
            <a:avLst/>
          </a:prstGeom>
        </p:spPr>
        <p:txBody>
          <a:bodyPr vert="horz" lIns="114391" tIns="57196" rIns="114391" bIns="57196" rtlCol="0" anchor="ctr">
            <a:no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IN" sz="4000" b="1" dirty="0">
                <a:solidFill>
                  <a:srgbClr val="FF0000"/>
                </a:solidFill>
              </a:rPr>
              <a:t>BCSE307L_COMPILER DESIGN</a:t>
            </a:r>
          </a:p>
        </p:txBody>
      </p:sp>
      <p:sp>
        <p:nvSpPr>
          <p:cNvPr id="6" name="Subtitle 2"/>
          <p:cNvSpPr txBox="1">
            <a:spLocks/>
          </p:cNvSpPr>
          <p:nvPr/>
        </p:nvSpPr>
        <p:spPr>
          <a:xfrm>
            <a:off x="7342257" y="5157254"/>
            <a:ext cx="4799283" cy="1614399"/>
          </a:xfrm>
          <a:prstGeom prst="rect">
            <a:avLst/>
          </a:prstGeom>
          <a:ln>
            <a:solidFill>
              <a:schemeClr val="accent1"/>
            </a:solidFill>
          </a:ln>
        </p:spPr>
        <p:txBody>
          <a:bodyPr vert="horz" lIns="114391" tIns="57196" rIns="114391" bIns="57196" rtlCol="0">
            <a:noAutofit/>
          </a:bodyPr>
          <a:lstStyle>
            <a:lvl1pPr marL="0" indent="0" algn="ctr" defTabSz="914400" rtl="0" eaLnBrk="1" latinLnBrk="0" hangingPunct="1">
              <a:spcBef>
                <a:spcPct val="20000"/>
              </a:spcBef>
              <a:buFont typeface="Arial"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IN" sz="3000" b="1" dirty="0" err="1">
                <a:solidFill>
                  <a:schemeClr val="tx1"/>
                </a:solidFill>
                <a:latin typeface="+mj-lt"/>
                <a:ea typeface="+mj-ea"/>
                <a:cs typeface="+mj-cs"/>
              </a:rPr>
              <a:t>Dr.</a:t>
            </a:r>
            <a:r>
              <a:rPr lang="en-IN" sz="3000" b="1" dirty="0">
                <a:solidFill>
                  <a:schemeClr val="tx1"/>
                </a:solidFill>
                <a:latin typeface="+mj-lt"/>
                <a:ea typeface="+mj-ea"/>
                <a:cs typeface="+mj-cs"/>
              </a:rPr>
              <a:t> B.V. </a:t>
            </a:r>
            <a:r>
              <a:rPr lang="en-IN" sz="3000" b="1" dirty="0" err="1">
                <a:solidFill>
                  <a:schemeClr val="tx1"/>
                </a:solidFill>
                <a:latin typeface="+mj-lt"/>
                <a:ea typeface="+mj-ea"/>
                <a:cs typeface="+mj-cs"/>
              </a:rPr>
              <a:t>Baiju</a:t>
            </a:r>
            <a:r>
              <a:rPr lang="en-IN" sz="3000" b="1" dirty="0">
                <a:solidFill>
                  <a:schemeClr val="tx1"/>
                </a:solidFill>
                <a:latin typeface="+mj-lt"/>
                <a:ea typeface="+mj-ea"/>
                <a:cs typeface="+mj-cs"/>
              </a:rPr>
              <a:t>,</a:t>
            </a:r>
          </a:p>
          <a:p>
            <a:r>
              <a:rPr lang="en-US" sz="3000" b="1" dirty="0">
                <a:solidFill>
                  <a:schemeClr val="tx1"/>
                </a:solidFill>
                <a:latin typeface="+mj-lt"/>
                <a:ea typeface="+mj-ea"/>
                <a:cs typeface="+mj-cs"/>
              </a:rPr>
              <a:t>SCOPE,</a:t>
            </a:r>
            <a:r>
              <a:rPr lang="en-IN" sz="3000" b="1" dirty="0">
                <a:solidFill>
                  <a:schemeClr val="tx1"/>
                </a:solidFill>
                <a:latin typeface="+mj-lt"/>
                <a:ea typeface="+mj-ea"/>
                <a:cs typeface="+mj-cs"/>
              </a:rPr>
              <a:t>Assistant Professor</a:t>
            </a:r>
          </a:p>
          <a:p>
            <a:r>
              <a:rPr lang="en-IN" sz="3000" b="1" dirty="0">
                <a:solidFill>
                  <a:schemeClr val="tx1"/>
                </a:solidFill>
                <a:latin typeface="+mj-lt"/>
                <a:ea typeface="+mj-ea"/>
                <a:cs typeface="+mj-cs"/>
              </a:rPr>
              <a:t>VIT, Vellore</a:t>
            </a:r>
            <a:endParaRPr lang="en-IN" sz="2300" dirty="0"/>
          </a:p>
        </p:txBody>
      </p:sp>
      <p:pic>
        <p:nvPicPr>
          <p:cNvPr id="1026" name="Picture 2"/>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t="25400" b="25100"/>
          <a:stretch/>
        </p:blipFill>
        <p:spPr bwMode="auto">
          <a:xfrm>
            <a:off x="3790757" y="111708"/>
            <a:ext cx="4031398" cy="83169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descr="Abstract Background of Technology, Science and Cloud Computer.3d  Illustration Stock Illustration - Illustration of background, concept:  130199895"/>
          <p:cNvPicPr>
            <a:picLocks noChangeAspect="1" noChangeArrowheads="1"/>
          </p:cNvPicPr>
          <p:nvPr/>
        </p:nvPicPr>
        <p:blipFill rotWithShape="1">
          <a:blip r:embed="rId3">
            <a:extLst>
              <a:ext uri="{28A0092B-C50C-407E-A947-70E740481C1C}">
                <a14:useLocalDpi xmlns:a14="http://schemas.microsoft.com/office/drawing/2010/main" val="0"/>
              </a:ext>
            </a:extLst>
          </a:blip>
          <a:srcRect b="28331"/>
          <a:stretch/>
        </p:blipFill>
        <p:spPr bwMode="auto">
          <a:xfrm>
            <a:off x="335275" y="1539964"/>
            <a:ext cx="11614265" cy="3401267"/>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The Modules - The Cygnets Programme"/>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339426" y="5145535"/>
            <a:ext cx="1650555" cy="165055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334269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A20C52E-99F7-D321-53CD-B48CD06A5265}"/>
              </a:ext>
            </a:extLst>
          </p:cNvPr>
          <p:cNvSpPr txBox="1">
            <a:spLocks/>
          </p:cNvSpPr>
          <p:nvPr/>
        </p:nvSpPr>
        <p:spPr>
          <a:xfrm>
            <a:off x="81975" y="894490"/>
            <a:ext cx="3960686"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sz="3200" b="1" dirty="0"/>
              <a:t>Parsing methods</a:t>
            </a:r>
          </a:p>
        </p:txBody>
      </p:sp>
      <p:sp>
        <p:nvSpPr>
          <p:cNvPr id="3" name="Rectangle 2">
            <a:extLst>
              <a:ext uri="{FF2B5EF4-FFF2-40B4-BE49-F238E27FC236}">
                <a16:creationId xmlns="" xmlns:a16="http://schemas.microsoft.com/office/drawing/2014/main" id="{7451EAE0-C6E1-DD1D-6ADC-2CCD626CBC4C}"/>
              </a:ext>
            </a:extLst>
          </p:cNvPr>
          <p:cNvSpPr>
            <a:spLocks noChangeArrowheads="1"/>
          </p:cNvSpPr>
          <p:nvPr/>
        </p:nvSpPr>
        <p:spPr bwMode="auto">
          <a:xfrm>
            <a:off x="5724091" y="1035825"/>
            <a:ext cx="904639" cy="428625"/>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Parsing</a:t>
            </a:r>
          </a:p>
        </p:txBody>
      </p:sp>
      <p:sp>
        <p:nvSpPr>
          <p:cNvPr id="4" name="Rectangle 3">
            <a:extLst>
              <a:ext uri="{FF2B5EF4-FFF2-40B4-BE49-F238E27FC236}">
                <a16:creationId xmlns="" xmlns:a16="http://schemas.microsoft.com/office/drawing/2014/main" id="{0755CB41-9170-E0B2-37D3-BF9F56A093F5}"/>
              </a:ext>
            </a:extLst>
          </p:cNvPr>
          <p:cNvSpPr>
            <a:spLocks noChangeArrowheads="1"/>
          </p:cNvSpPr>
          <p:nvPr/>
        </p:nvSpPr>
        <p:spPr bwMode="auto">
          <a:xfrm>
            <a:off x="2057239" y="2130340"/>
            <a:ext cx="1985446" cy="436570"/>
          </a:xfrm>
          <a:prstGeom prst="rect">
            <a:avLst/>
          </a:prstGeom>
          <a:solidFill>
            <a:srgbClr val="03A9F5"/>
          </a:solid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Top down parsing</a:t>
            </a:r>
          </a:p>
        </p:txBody>
      </p:sp>
      <p:sp>
        <p:nvSpPr>
          <p:cNvPr id="5" name="Rectangle 4">
            <a:extLst>
              <a:ext uri="{FF2B5EF4-FFF2-40B4-BE49-F238E27FC236}">
                <a16:creationId xmlns="" xmlns:a16="http://schemas.microsoft.com/office/drawing/2014/main" id="{092D62BF-FC21-D0E1-0C66-6B0A099576DB}"/>
              </a:ext>
            </a:extLst>
          </p:cNvPr>
          <p:cNvSpPr>
            <a:spLocks noChangeArrowheads="1"/>
          </p:cNvSpPr>
          <p:nvPr/>
        </p:nvSpPr>
        <p:spPr bwMode="auto">
          <a:xfrm>
            <a:off x="6499071" y="2133375"/>
            <a:ext cx="3257783" cy="457200"/>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Bottom up parsing (Shift reduce)</a:t>
            </a:r>
          </a:p>
        </p:txBody>
      </p:sp>
      <p:sp>
        <p:nvSpPr>
          <p:cNvPr id="6" name="Rectangle 5">
            <a:extLst>
              <a:ext uri="{FF2B5EF4-FFF2-40B4-BE49-F238E27FC236}">
                <a16:creationId xmlns="" xmlns:a16="http://schemas.microsoft.com/office/drawing/2014/main" id="{B154938A-2F38-5D50-EF7A-32C93AF56AEE}"/>
              </a:ext>
            </a:extLst>
          </p:cNvPr>
          <p:cNvSpPr>
            <a:spLocks noChangeArrowheads="1"/>
          </p:cNvSpPr>
          <p:nvPr/>
        </p:nvSpPr>
        <p:spPr bwMode="auto">
          <a:xfrm>
            <a:off x="3417884" y="2852524"/>
            <a:ext cx="2414499" cy="447195"/>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Back tracking</a:t>
            </a:r>
          </a:p>
        </p:txBody>
      </p:sp>
      <p:sp>
        <p:nvSpPr>
          <p:cNvPr id="7" name="Rectangle 6">
            <a:extLst>
              <a:ext uri="{FF2B5EF4-FFF2-40B4-BE49-F238E27FC236}">
                <a16:creationId xmlns="" xmlns:a16="http://schemas.microsoft.com/office/drawing/2014/main" id="{3D84A717-E2A8-A5E3-E278-A4C69395F050}"/>
              </a:ext>
            </a:extLst>
          </p:cNvPr>
          <p:cNvSpPr>
            <a:spLocks noChangeArrowheads="1"/>
          </p:cNvSpPr>
          <p:nvPr/>
        </p:nvSpPr>
        <p:spPr bwMode="auto">
          <a:xfrm>
            <a:off x="3419386" y="3509228"/>
            <a:ext cx="2412997" cy="1004732"/>
          </a:xfrm>
          <a:prstGeom prst="rect">
            <a:avLst/>
          </a:prstGeom>
          <a:solidFill>
            <a:srgbClr val="0972C6"/>
          </a:solid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Parsing without backtracking (predictive parsing)</a:t>
            </a:r>
          </a:p>
        </p:txBody>
      </p:sp>
      <p:sp>
        <p:nvSpPr>
          <p:cNvPr id="8" name="Rectangle 7">
            <a:extLst>
              <a:ext uri="{FF2B5EF4-FFF2-40B4-BE49-F238E27FC236}">
                <a16:creationId xmlns="" xmlns:a16="http://schemas.microsoft.com/office/drawing/2014/main" id="{DA05ABB2-121E-6D88-9476-F6DA79A52D13}"/>
              </a:ext>
            </a:extLst>
          </p:cNvPr>
          <p:cNvSpPr>
            <a:spLocks noChangeArrowheads="1"/>
          </p:cNvSpPr>
          <p:nvPr/>
        </p:nvSpPr>
        <p:spPr bwMode="auto">
          <a:xfrm>
            <a:off x="7888481" y="3818474"/>
            <a:ext cx="1491705" cy="399545"/>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LR parsing</a:t>
            </a:r>
          </a:p>
        </p:txBody>
      </p:sp>
      <p:sp>
        <p:nvSpPr>
          <p:cNvPr id="9" name="Rectangle 8">
            <a:extLst>
              <a:ext uri="{FF2B5EF4-FFF2-40B4-BE49-F238E27FC236}">
                <a16:creationId xmlns="" xmlns:a16="http://schemas.microsoft.com/office/drawing/2014/main" id="{4565E0AE-16A7-0EEE-D368-7BD65193BBC3}"/>
              </a:ext>
            </a:extLst>
          </p:cNvPr>
          <p:cNvSpPr>
            <a:spLocks noChangeArrowheads="1"/>
          </p:cNvSpPr>
          <p:nvPr/>
        </p:nvSpPr>
        <p:spPr bwMode="auto">
          <a:xfrm>
            <a:off x="7879126" y="2845132"/>
            <a:ext cx="2321500" cy="461884"/>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Operator precedence</a:t>
            </a:r>
          </a:p>
        </p:txBody>
      </p:sp>
      <p:sp>
        <p:nvSpPr>
          <p:cNvPr id="10" name="Rectangle 9">
            <a:extLst>
              <a:ext uri="{FF2B5EF4-FFF2-40B4-BE49-F238E27FC236}">
                <a16:creationId xmlns="" xmlns:a16="http://schemas.microsoft.com/office/drawing/2014/main" id="{7830B5E9-74C3-A8B2-FEC0-357E2F501132}"/>
              </a:ext>
            </a:extLst>
          </p:cNvPr>
          <p:cNvSpPr>
            <a:spLocks noChangeArrowheads="1"/>
          </p:cNvSpPr>
          <p:nvPr/>
        </p:nvSpPr>
        <p:spPr bwMode="auto">
          <a:xfrm>
            <a:off x="9244013" y="5670849"/>
            <a:ext cx="972938" cy="374125"/>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LALR </a:t>
            </a:r>
          </a:p>
        </p:txBody>
      </p:sp>
      <p:sp>
        <p:nvSpPr>
          <p:cNvPr id="11" name="Rectangle 10">
            <a:extLst>
              <a:ext uri="{FF2B5EF4-FFF2-40B4-BE49-F238E27FC236}">
                <a16:creationId xmlns="" xmlns:a16="http://schemas.microsoft.com/office/drawing/2014/main" id="{78EB8F6A-D3E1-A0EE-5BC8-C6206DEB20B2}"/>
              </a:ext>
            </a:extLst>
          </p:cNvPr>
          <p:cNvSpPr>
            <a:spLocks noChangeArrowheads="1"/>
          </p:cNvSpPr>
          <p:nvPr/>
        </p:nvSpPr>
        <p:spPr bwMode="auto">
          <a:xfrm>
            <a:off x="9247085" y="4996360"/>
            <a:ext cx="969865" cy="378103"/>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CLR </a:t>
            </a:r>
          </a:p>
        </p:txBody>
      </p:sp>
      <p:sp>
        <p:nvSpPr>
          <p:cNvPr id="12" name="Rectangle 11">
            <a:extLst>
              <a:ext uri="{FF2B5EF4-FFF2-40B4-BE49-F238E27FC236}">
                <a16:creationId xmlns="" xmlns:a16="http://schemas.microsoft.com/office/drawing/2014/main" id="{3EFEF42A-F466-B4F7-5CCF-A5234C958225}"/>
              </a:ext>
            </a:extLst>
          </p:cNvPr>
          <p:cNvSpPr>
            <a:spLocks noChangeArrowheads="1"/>
          </p:cNvSpPr>
          <p:nvPr/>
        </p:nvSpPr>
        <p:spPr bwMode="auto">
          <a:xfrm>
            <a:off x="9230784" y="4343764"/>
            <a:ext cx="969865" cy="352724"/>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SLR </a:t>
            </a:r>
          </a:p>
        </p:txBody>
      </p:sp>
      <p:cxnSp>
        <p:nvCxnSpPr>
          <p:cNvPr id="13" name="AutoShape 14">
            <a:extLst>
              <a:ext uri="{FF2B5EF4-FFF2-40B4-BE49-F238E27FC236}">
                <a16:creationId xmlns="" xmlns:a16="http://schemas.microsoft.com/office/drawing/2014/main" id="{043B0AE1-5F36-C642-593A-D3160A0CCA80}"/>
              </a:ext>
            </a:extLst>
          </p:cNvPr>
          <p:cNvCxnSpPr>
            <a:cxnSpLocks noChangeShapeType="1"/>
            <a:stCxn id="3" idx="2"/>
            <a:endCxn id="19" idx="0"/>
          </p:cNvCxnSpPr>
          <p:nvPr/>
        </p:nvCxnSpPr>
        <p:spPr bwMode="auto">
          <a:xfrm flipH="1">
            <a:off x="3999915" y="1464403"/>
            <a:ext cx="2176496" cy="59277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14" name="AutoShape 15">
            <a:extLst>
              <a:ext uri="{FF2B5EF4-FFF2-40B4-BE49-F238E27FC236}">
                <a16:creationId xmlns="" xmlns:a16="http://schemas.microsoft.com/office/drawing/2014/main" id="{757E006F-B739-A881-B811-7E5E0F201A51}"/>
              </a:ext>
            </a:extLst>
          </p:cNvPr>
          <p:cNvCxnSpPr>
            <a:cxnSpLocks noChangeShapeType="1"/>
            <a:stCxn id="3" idx="2"/>
            <a:endCxn id="20" idx="0"/>
          </p:cNvCxnSpPr>
          <p:nvPr/>
        </p:nvCxnSpPr>
        <p:spPr bwMode="auto">
          <a:xfrm>
            <a:off x="6176387" y="1464403"/>
            <a:ext cx="2250356" cy="59277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15" name="AutoShape 16">
            <a:extLst>
              <a:ext uri="{FF2B5EF4-FFF2-40B4-BE49-F238E27FC236}">
                <a16:creationId xmlns="" xmlns:a16="http://schemas.microsoft.com/office/drawing/2014/main" id="{E1D6909A-0C7A-8AE3-6C8D-45C6FE0A1743}"/>
              </a:ext>
            </a:extLst>
          </p:cNvPr>
          <p:cNvCxnSpPr>
            <a:cxnSpLocks noChangeShapeType="1"/>
          </p:cNvCxnSpPr>
          <p:nvPr/>
        </p:nvCxnSpPr>
        <p:spPr bwMode="auto">
          <a:xfrm>
            <a:off x="2288526" y="2566910"/>
            <a:ext cx="2714" cy="1453896"/>
          </a:xfrm>
          <a:prstGeom prst="straightConnector1">
            <a:avLst/>
          </a:prstGeom>
          <a:noFill/>
          <a:ln w="25400">
            <a:solidFill>
              <a:srgbClr val="0E47A1"/>
            </a:solidFill>
            <a:round/>
            <a:tailEnd type="none" w="med" len="med"/>
          </a:ln>
          <a:extLst>
            <a:ext uri="{909E8E84-426E-40DD-AFC4-6F175D3DCCD1}">
              <a14:hiddenFill xmlns:a14="http://schemas.microsoft.com/office/drawing/2010/main">
                <a:noFill/>
              </a14:hiddenFill>
            </a:ext>
          </a:extLst>
        </p:spPr>
      </p:cxnSp>
      <p:cxnSp>
        <p:nvCxnSpPr>
          <p:cNvPr id="16" name="AutoShape 17">
            <a:extLst>
              <a:ext uri="{FF2B5EF4-FFF2-40B4-BE49-F238E27FC236}">
                <a16:creationId xmlns="" xmlns:a16="http://schemas.microsoft.com/office/drawing/2014/main" id="{1E9499C4-CABF-519F-2DC2-DDECD93BD2B1}"/>
              </a:ext>
            </a:extLst>
          </p:cNvPr>
          <p:cNvCxnSpPr>
            <a:cxnSpLocks noChangeShapeType="1"/>
          </p:cNvCxnSpPr>
          <p:nvPr/>
        </p:nvCxnSpPr>
        <p:spPr bwMode="auto">
          <a:xfrm>
            <a:off x="2282882" y="3080035"/>
            <a:ext cx="1142702"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sp>
        <p:nvSpPr>
          <p:cNvPr id="17" name="Rectangle 16">
            <a:extLst>
              <a:ext uri="{FF2B5EF4-FFF2-40B4-BE49-F238E27FC236}">
                <a16:creationId xmlns="" xmlns:a16="http://schemas.microsoft.com/office/drawing/2014/main" id="{FCA6B4BF-7BD0-C81F-9559-9E214146B208}"/>
              </a:ext>
            </a:extLst>
          </p:cNvPr>
          <p:cNvSpPr>
            <a:spLocks noChangeArrowheads="1"/>
          </p:cNvSpPr>
          <p:nvPr/>
        </p:nvSpPr>
        <p:spPr bwMode="auto">
          <a:xfrm>
            <a:off x="4754354" y="5359278"/>
            <a:ext cx="1078006" cy="678465"/>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pPr>
            <a:r>
              <a:rPr lang="en-US" dirty="0">
                <a:solidFill>
                  <a:prstClr val="black"/>
                </a:solidFill>
                <a:latin typeface="Calibri Light"/>
                <a:ea typeface="Calibri" panose="020F0502020204030204" pitchFamily="34" charset="0"/>
                <a:cs typeface="Times New Roman" panose="02020603050405020304" pitchFamily="18" charset="0"/>
              </a:rPr>
              <a:t>Recursive</a:t>
            </a:r>
          </a:p>
          <a:p>
            <a:pPr algn="ctr">
              <a:lnSpc>
                <a:spcPct val="107000"/>
              </a:lnSpc>
              <a:spcBef>
                <a:spcPct val="0"/>
              </a:spcBef>
            </a:pPr>
            <a:r>
              <a:rPr lang="en-US" dirty="0">
                <a:solidFill>
                  <a:prstClr val="black"/>
                </a:solidFill>
                <a:latin typeface="Calibri Light"/>
                <a:ea typeface="Calibri" panose="020F0502020204030204" pitchFamily="34" charset="0"/>
                <a:cs typeface="Times New Roman" panose="02020603050405020304" pitchFamily="18" charset="0"/>
              </a:rPr>
              <a:t> descent </a:t>
            </a:r>
          </a:p>
        </p:txBody>
      </p:sp>
      <p:sp>
        <p:nvSpPr>
          <p:cNvPr id="18" name="Rectangle 17">
            <a:extLst>
              <a:ext uri="{FF2B5EF4-FFF2-40B4-BE49-F238E27FC236}">
                <a16:creationId xmlns="" xmlns:a16="http://schemas.microsoft.com/office/drawing/2014/main" id="{C6D86D4E-2800-DDB3-8469-11496C084131}"/>
              </a:ext>
            </a:extLst>
          </p:cNvPr>
          <p:cNvSpPr>
            <a:spLocks noChangeArrowheads="1"/>
          </p:cNvSpPr>
          <p:nvPr/>
        </p:nvSpPr>
        <p:spPr bwMode="auto">
          <a:xfrm>
            <a:off x="4757694" y="4677956"/>
            <a:ext cx="1074666" cy="428823"/>
          </a:xfrm>
          <a:prstGeom prst="rect">
            <a:avLst/>
          </a:prstGeom>
          <a:noFill/>
          <a:ln w="25400">
            <a:solidFill>
              <a:srgbClr val="0E47A1"/>
            </a:solidFill>
            <a:miter lim="800000"/>
          </a:ln>
        </p:spPr>
        <p:txBody>
          <a:bodyPr rot="0" vert="horz" wrap="square" lIns="91440" tIns="45720" rIns="91440" bIns="45720" anchor="t" anchorCtr="0" upright="1">
            <a:noAutofit/>
          </a:bodyPr>
          <a:lstStyle/>
          <a:p>
            <a:pPr algn="ctr">
              <a:lnSpc>
                <a:spcPct val="107000"/>
              </a:lnSpc>
              <a:spcBef>
                <a:spcPct val="0"/>
              </a:spcBef>
              <a:spcAft>
                <a:spcPts val="800"/>
              </a:spcAft>
            </a:pPr>
            <a:r>
              <a:rPr lang="en-US">
                <a:solidFill>
                  <a:prstClr val="black"/>
                </a:solidFill>
                <a:latin typeface="Calibri Light"/>
                <a:ea typeface="Calibri" panose="020F0502020204030204" pitchFamily="34" charset="0"/>
                <a:cs typeface="Times New Roman" panose="02020603050405020304" pitchFamily="18" charset="0"/>
              </a:rPr>
              <a:t>LL(1) </a:t>
            </a:r>
          </a:p>
        </p:txBody>
      </p:sp>
      <p:sp>
        <p:nvSpPr>
          <p:cNvPr id="19" name="Rectangle 18">
            <a:extLst>
              <a:ext uri="{FF2B5EF4-FFF2-40B4-BE49-F238E27FC236}">
                <a16:creationId xmlns="" xmlns:a16="http://schemas.microsoft.com/office/drawing/2014/main" id="{F6D99CD0-31AC-4C8D-8B06-BBA17DBBFB16}"/>
              </a:ext>
            </a:extLst>
          </p:cNvPr>
          <p:cNvSpPr/>
          <p:nvPr/>
        </p:nvSpPr>
        <p:spPr>
          <a:xfrm>
            <a:off x="1982968" y="2057175"/>
            <a:ext cx="4033893" cy="42672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latin typeface="Calibri Light"/>
            </a:endParaRPr>
          </a:p>
        </p:txBody>
      </p:sp>
      <p:sp>
        <p:nvSpPr>
          <p:cNvPr id="20" name="Rectangle 19">
            <a:extLst>
              <a:ext uri="{FF2B5EF4-FFF2-40B4-BE49-F238E27FC236}">
                <a16:creationId xmlns="" xmlns:a16="http://schemas.microsoft.com/office/drawing/2014/main" id="{EFAC60F7-9E40-6B9B-8D8F-5C3014A0B8E1}"/>
              </a:ext>
            </a:extLst>
          </p:cNvPr>
          <p:cNvSpPr/>
          <p:nvPr/>
        </p:nvSpPr>
        <p:spPr>
          <a:xfrm>
            <a:off x="6409796" y="2057175"/>
            <a:ext cx="4033893" cy="4267200"/>
          </a:xfrm>
          <a:prstGeom prst="rect">
            <a:avLst/>
          </a:prstGeom>
          <a:noFill/>
          <a:ln w="25400">
            <a:solidFill>
              <a:srgbClr val="0E47A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black"/>
              </a:solidFill>
              <a:latin typeface="Calibri Light"/>
            </a:endParaRPr>
          </a:p>
        </p:txBody>
      </p:sp>
      <p:cxnSp>
        <p:nvCxnSpPr>
          <p:cNvPr id="21" name="AutoShape 17">
            <a:extLst>
              <a:ext uri="{FF2B5EF4-FFF2-40B4-BE49-F238E27FC236}">
                <a16:creationId xmlns="" xmlns:a16="http://schemas.microsoft.com/office/drawing/2014/main" id="{1738D847-F0C8-5B8C-81A8-5B2514BF7B45}"/>
              </a:ext>
            </a:extLst>
          </p:cNvPr>
          <p:cNvCxnSpPr>
            <a:cxnSpLocks noChangeShapeType="1"/>
          </p:cNvCxnSpPr>
          <p:nvPr/>
        </p:nvCxnSpPr>
        <p:spPr bwMode="auto">
          <a:xfrm>
            <a:off x="2273526" y="4010552"/>
            <a:ext cx="1142702"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2" name="AutoShape 17">
            <a:extLst>
              <a:ext uri="{FF2B5EF4-FFF2-40B4-BE49-F238E27FC236}">
                <a16:creationId xmlns="" xmlns:a16="http://schemas.microsoft.com/office/drawing/2014/main" id="{2B39BD88-4415-9FFF-E166-D1AD6C4DD43E}"/>
              </a:ext>
            </a:extLst>
          </p:cNvPr>
          <p:cNvCxnSpPr>
            <a:cxnSpLocks noChangeShapeType="1"/>
          </p:cNvCxnSpPr>
          <p:nvPr/>
        </p:nvCxnSpPr>
        <p:spPr bwMode="auto">
          <a:xfrm>
            <a:off x="3607919" y="4907427"/>
            <a:ext cx="1142702"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3" name="AutoShape 17">
            <a:extLst>
              <a:ext uri="{FF2B5EF4-FFF2-40B4-BE49-F238E27FC236}">
                <a16:creationId xmlns="" xmlns:a16="http://schemas.microsoft.com/office/drawing/2014/main" id="{F33E6BE4-A9A7-A76F-0240-C02D26ED650C}"/>
              </a:ext>
            </a:extLst>
          </p:cNvPr>
          <p:cNvCxnSpPr>
            <a:cxnSpLocks noChangeShapeType="1"/>
          </p:cNvCxnSpPr>
          <p:nvPr/>
        </p:nvCxnSpPr>
        <p:spPr bwMode="auto">
          <a:xfrm>
            <a:off x="3593368" y="5686470"/>
            <a:ext cx="1160986"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4" name="Straight Connector 23">
            <a:extLst>
              <a:ext uri="{FF2B5EF4-FFF2-40B4-BE49-F238E27FC236}">
                <a16:creationId xmlns="" xmlns:a16="http://schemas.microsoft.com/office/drawing/2014/main" id="{E6D68BFA-EB32-E35F-0CF0-3124DFBDEDD8}"/>
              </a:ext>
            </a:extLst>
          </p:cNvPr>
          <p:cNvCxnSpPr/>
          <p:nvPr/>
        </p:nvCxnSpPr>
        <p:spPr>
          <a:xfrm flipH="1" flipV="1">
            <a:off x="3607919" y="4513960"/>
            <a:ext cx="0" cy="1172510"/>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25" name="AutoShape 16">
            <a:extLst>
              <a:ext uri="{FF2B5EF4-FFF2-40B4-BE49-F238E27FC236}">
                <a16:creationId xmlns="" xmlns:a16="http://schemas.microsoft.com/office/drawing/2014/main" id="{0C8681C9-03B5-F2FC-D7F9-7A0FCD1356DB}"/>
              </a:ext>
            </a:extLst>
          </p:cNvPr>
          <p:cNvCxnSpPr>
            <a:cxnSpLocks noChangeShapeType="1"/>
          </p:cNvCxnSpPr>
          <p:nvPr/>
        </p:nvCxnSpPr>
        <p:spPr bwMode="auto">
          <a:xfrm>
            <a:off x="6751400" y="2606937"/>
            <a:ext cx="2714" cy="1453896"/>
          </a:xfrm>
          <a:prstGeom prst="straightConnector1">
            <a:avLst/>
          </a:prstGeom>
          <a:noFill/>
          <a:ln w="25400">
            <a:solidFill>
              <a:srgbClr val="0E47A1"/>
            </a:solidFill>
            <a:round/>
            <a:tailEnd type="none" w="med" len="med"/>
          </a:ln>
          <a:extLst>
            <a:ext uri="{909E8E84-426E-40DD-AFC4-6F175D3DCCD1}">
              <a14:hiddenFill xmlns:a14="http://schemas.microsoft.com/office/drawing/2010/main">
                <a:noFill/>
              </a14:hiddenFill>
            </a:ext>
          </a:extLst>
        </p:spPr>
      </p:cxnSp>
      <p:cxnSp>
        <p:nvCxnSpPr>
          <p:cNvPr id="26" name="AutoShape 17">
            <a:extLst>
              <a:ext uri="{FF2B5EF4-FFF2-40B4-BE49-F238E27FC236}">
                <a16:creationId xmlns="" xmlns:a16="http://schemas.microsoft.com/office/drawing/2014/main" id="{49A584AE-4913-F5DD-40D2-30102908F4CF}"/>
              </a:ext>
            </a:extLst>
          </p:cNvPr>
          <p:cNvCxnSpPr>
            <a:cxnSpLocks noChangeShapeType="1"/>
          </p:cNvCxnSpPr>
          <p:nvPr/>
        </p:nvCxnSpPr>
        <p:spPr bwMode="auto">
          <a:xfrm>
            <a:off x="6745779" y="3120062"/>
            <a:ext cx="1142702"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7" name="AutoShape 17">
            <a:extLst>
              <a:ext uri="{FF2B5EF4-FFF2-40B4-BE49-F238E27FC236}">
                <a16:creationId xmlns="" xmlns:a16="http://schemas.microsoft.com/office/drawing/2014/main" id="{26C451B1-B155-3C07-7D7F-D97A72669B4E}"/>
              </a:ext>
            </a:extLst>
          </p:cNvPr>
          <p:cNvCxnSpPr>
            <a:cxnSpLocks noChangeShapeType="1"/>
          </p:cNvCxnSpPr>
          <p:nvPr/>
        </p:nvCxnSpPr>
        <p:spPr bwMode="auto">
          <a:xfrm>
            <a:off x="6736423" y="4050579"/>
            <a:ext cx="1142702"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8" name="AutoShape 17">
            <a:extLst>
              <a:ext uri="{FF2B5EF4-FFF2-40B4-BE49-F238E27FC236}">
                <a16:creationId xmlns="" xmlns:a16="http://schemas.microsoft.com/office/drawing/2014/main" id="{0DC79F73-DDC4-E213-9DEF-8A22CC077A6C}"/>
              </a:ext>
            </a:extLst>
          </p:cNvPr>
          <p:cNvCxnSpPr>
            <a:cxnSpLocks noChangeShapeType="1"/>
          </p:cNvCxnSpPr>
          <p:nvPr/>
        </p:nvCxnSpPr>
        <p:spPr bwMode="auto">
          <a:xfrm>
            <a:off x="8088058" y="4513960"/>
            <a:ext cx="1142702"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29" name="AutoShape 17">
            <a:extLst>
              <a:ext uri="{FF2B5EF4-FFF2-40B4-BE49-F238E27FC236}">
                <a16:creationId xmlns="" xmlns:a16="http://schemas.microsoft.com/office/drawing/2014/main" id="{8D9CA8DB-A678-DEFF-6379-80C82521CE8C}"/>
              </a:ext>
            </a:extLst>
          </p:cNvPr>
          <p:cNvCxnSpPr>
            <a:cxnSpLocks noChangeShapeType="1"/>
          </p:cNvCxnSpPr>
          <p:nvPr/>
        </p:nvCxnSpPr>
        <p:spPr bwMode="auto">
          <a:xfrm>
            <a:off x="8104889" y="5192333"/>
            <a:ext cx="1160986"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cxnSp>
        <p:nvCxnSpPr>
          <p:cNvPr id="30" name="Straight Connector 29">
            <a:extLst>
              <a:ext uri="{FF2B5EF4-FFF2-40B4-BE49-F238E27FC236}">
                <a16:creationId xmlns="" xmlns:a16="http://schemas.microsoft.com/office/drawing/2014/main" id="{91C37EBD-CE77-2184-1307-6FF67B175C51}"/>
              </a:ext>
            </a:extLst>
          </p:cNvPr>
          <p:cNvCxnSpPr/>
          <p:nvPr/>
        </p:nvCxnSpPr>
        <p:spPr>
          <a:xfrm flipV="1">
            <a:off x="8086072" y="4217507"/>
            <a:ext cx="2009" cy="1665326"/>
          </a:xfrm>
          <a:prstGeom prst="line">
            <a:avLst/>
          </a:prstGeom>
          <a:ln w="25400">
            <a:solidFill>
              <a:srgbClr val="0E47A1"/>
            </a:solidFill>
          </a:ln>
        </p:spPr>
        <p:style>
          <a:lnRef idx="1">
            <a:schemeClr val="accent1"/>
          </a:lnRef>
          <a:fillRef idx="0">
            <a:schemeClr val="accent1"/>
          </a:fillRef>
          <a:effectRef idx="0">
            <a:schemeClr val="accent1"/>
          </a:effectRef>
          <a:fontRef idx="minor">
            <a:schemeClr val="tx1"/>
          </a:fontRef>
        </p:style>
      </p:cxnSp>
      <p:cxnSp>
        <p:nvCxnSpPr>
          <p:cNvPr id="31" name="AutoShape 17">
            <a:extLst>
              <a:ext uri="{FF2B5EF4-FFF2-40B4-BE49-F238E27FC236}">
                <a16:creationId xmlns="" xmlns:a16="http://schemas.microsoft.com/office/drawing/2014/main" id="{1B10EBEF-65AD-952A-8388-718B0E937A7C}"/>
              </a:ext>
            </a:extLst>
          </p:cNvPr>
          <p:cNvCxnSpPr>
            <a:cxnSpLocks noChangeShapeType="1"/>
          </p:cNvCxnSpPr>
          <p:nvPr/>
        </p:nvCxnSpPr>
        <p:spPr bwMode="auto">
          <a:xfrm>
            <a:off x="8066703" y="5882833"/>
            <a:ext cx="1160986" cy="1042"/>
          </a:xfrm>
          <a:prstGeom prst="straightConnector1">
            <a:avLst/>
          </a:prstGeom>
          <a:noFill/>
          <a:ln w="25400">
            <a:solidFill>
              <a:srgbClr val="0E47A1"/>
            </a:solidFill>
            <a:round/>
            <a:tailEnd type="arrow" w="med" len="med"/>
          </a:ln>
          <a:extLst>
            <a:ext uri="{909E8E84-426E-40DD-AFC4-6F175D3DCCD1}">
              <a14:hiddenFill xmlns:a14="http://schemas.microsoft.com/office/drawing/2010/main">
                <a:noFill/>
              </a14:hiddenFill>
            </a:ext>
          </a:extLst>
        </p:spPr>
      </p:cxnSp>
      <p:sp>
        <p:nvSpPr>
          <p:cNvPr id="32" name="Title 1">
            <a:extLst>
              <a:ext uri="{FF2B5EF4-FFF2-40B4-BE49-F238E27FC236}">
                <a16:creationId xmlns="" xmlns:a16="http://schemas.microsoft.com/office/drawing/2014/main" id="{317142D4-DBE6-B8D9-6D7C-F50CC31DCAD8}"/>
              </a:ext>
            </a:extLst>
          </p:cNvPr>
          <p:cNvSpPr txBox="1">
            <a:spLocks/>
          </p:cNvSpPr>
          <p:nvPr/>
        </p:nvSpPr>
        <p:spPr>
          <a:xfrm>
            <a:off x="399946" y="152244"/>
            <a:ext cx="11314386" cy="605402"/>
          </a:xfrm>
          <a:prstGeom prst="rect">
            <a:avLst/>
          </a:prstGeom>
          <a:solidFill>
            <a:schemeClr val="accent2">
              <a:lumMod val="60000"/>
              <a:lumOff val="40000"/>
            </a:schemeClr>
          </a:solidFill>
          <a:ln>
            <a:solidFill>
              <a:schemeClr val="tx1"/>
            </a:solidFill>
          </a:ln>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pPr algn="ctr"/>
            <a:r>
              <a:rPr lang="en-US" sz="4000" b="1" dirty="0" smtClean="0">
                <a:solidFill>
                  <a:prstClr val="black"/>
                </a:solidFill>
              </a:rPr>
              <a:t>RECURSIVE DESCENT PARSING</a:t>
            </a:r>
            <a:endParaRPr lang="en-US" sz="4000" b="1" dirty="0">
              <a:solidFill>
                <a:prstClr val="black"/>
              </a:solidFill>
            </a:endParaRPr>
          </a:p>
        </p:txBody>
      </p:sp>
    </p:spTree>
    <p:extLst>
      <p:ext uri="{BB962C8B-B14F-4D97-AF65-F5344CB8AC3E}">
        <p14:creationId xmlns:p14="http://schemas.microsoft.com/office/powerpoint/2010/main" val="24454259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mph" presetSubtype="2" dur="2000" fill="hold" nodeType="clickEffect">
                                  <p:stCondLst>
                                    <p:cond delay="0"/>
                                  </p:stCondLst>
                                  <p:childTnLst>
                                    <p:animClr clrSpc="rgb" dir="cw">
                                      <p:cBhvr>
                                        <p:cTn id="6" dur="2000" fill="hold"/>
                                        <p:tgtEl>
                                          <p:spTgt spid="17"/>
                                        </p:tgtEl>
                                        <p:attrNameLst>
                                          <p:attrName>fillcolor</p:attrName>
                                        </p:attrNameLst>
                                      </p:cBhvr>
                                      <p:to>
                                        <a:srgbClr val="FFFF00"/>
                                      </p:to>
                                    </p:animClr>
                                    <p:set>
                                      <p:cBhvr>
                                        <p:cTn id="7" dur="2000" fill="hold"/>
                                        <p:tgtEl>
                                          <p:spTgt spid="17"/>
                                        </p:tgtEl>
                                        <p:attrNameLst>
                                          <p:attrName>fill.type</p:attrName>
                                        </p:attrNameLst>
                                      </p:cBhvr>
                                      <p:to>
                                        <p:strVal val="solid"/>
                                      </p:to>
                                    </p:set>
                                    <p:set>
                                      <p:cBhvr>
                                        <p:cTn id="8" dur="2000" fill="hold"/>
                                        <p:tgtEl>
                                          <p:spTgt spid="17"/>
                                        </p:tgtEl>
                                        <p:attrNameLst>
                                          <p:attrName>fill.on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 xmlns:a16="http://schemas.microsoft.com/office/drawing/2014/main" id="{A26377AD-B241-122D-362B-BA6AD97AC0F4}"/>
              </a:ext>
            </a:extLst>
          </p:cNvPr>
          <p:cNvSpPr txBox="1">
            <a:spLocks/>
          </p:cNvSpPr>
          <p:nvPr/>
        </p:nvSpPr>
        <p:spPr>
          <a:xfrm>
            <a:off x="251190" y="238336"/>
            <a:ext cx="11776568" cy="3340889"/>
          </a:xfrm>
          <a:prstGeom prst="rect">
            <a:avLst/>
          </a:prstGeom>
        </p:spPr>
        <p:txBody>
          <a:bodyPr/>
          <a:lstStyle>
            <a:lvl1pPr marL="228600" indent="-228600" algn="just"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Palatino Linotype" panose="02040502050505030304" pitchFamily="18" charset="0"/>
                <a:ea typeface="+mn-ea"/>
                <a:cs typeface="+mn-cs"/>
              </a:defRPr>
            </a:lvl1pPr>
            <a:lvl2pPr marL="685800" indent="-228600" algn="just"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Palatino Linotype" panose="02040502050505030304" pitchFamily="18" charset="0"/>
                <a:ea typeface="+mn-ea"/>
                <a:cs typeface="+mn-cs"/>
              </a:defRPr>
            </a:lvl2pPr>
            <a:lvl3pPr marL="1143000" indent="-228600" algn="just"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Palatino Linotype" panose="02040502050505030304" pitchFamily="18" charset="0"/>
                <a:ea typeface="+mn-ea"/>
                <a:cs typeface="+mn-cs"/>
              </a:defRPr>
            </a:lvl3pPr>
            <a:lvl4pPr marL="16002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4pPr>
            <a:lvl5pPr marL="2057400" indent="-228600" algn="just"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Palatino Linotype" panose="02040502050505030304" pitchFamily="18"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00000"/>
              </a:lnSpc>
            </a:pPr>
            <a:r>
              <a:rPr lang="en-US" sz="2400" dirty="0">
                <a:solidFill>
                  <a:prstClr val="black"/>
                </a:solidFill>
              </a:rPr>
              <a:t>A top down parsing that executes a set of </a:t>
            </a:r>
            <a:r>
              <a:rPr lang="en-US" sz="2400" b="1" i="1" dirty="0">
                <a:solidFill>
                  <a:srgbClr val="000099"/>
                </a:solidFill>
              </a:rPr>
              <a:t>recursive procedure to process the input without backtracking</a:t>
            </a:r>
            <a:r>
              <a:rPr lang="en-US" sz="2400" dirty="0">
                <a:solidFill>
                  <a:srgbClr val="000099"/>
                </a:solidFill>
              </a:rPr>
              <a:t> </a:t>
            </a:r>
            <a:r>
              <a:rPr lang="en-US" sz="2400" dirty="0">
                <a:solidFill>
                  <a:prstClr val="black"/>
                </a:solidFill>
              </a:rPr>
              <a:t>is called recursive descent parser.</a:t>
            </a:r>
          </a:p>
          <a:p>
            <a:pPr>
              <a:lnSpc>
                <a:spcPct val="100000"/>
              </a:lnSpc>
            </a:pPr>
            <a:r>
              <a:rPr lang="en-US" sz="2400" dirty="0">
                <a:solidFill>
                  <a:prstClr val="black"/>
                </a:solidFill>
              </a:rPr>
              <a:t>The term </a:t>
            </a:r>
            <a:r>
              <a:rPr lang="en-US" sz="2400" b="1" dirty="0">
                <a:solidFill>
                  <a:srgbClr val="FF0000"/>
                </a:solidFill>
              </a:rPr>
              <a:t>descent</a:t>
            </a:r>
            <a:r>
              <a:rPr lang="en-US" sz="2400" dirty="0">
                <a:solidFill>
                  <a:prstClr val="black"/>
                </a:solidFill>
              </a:rPr>
              <a:t> refers to </a:t>
            </a:r>
            <a:r>
              <a:rPr lang="en-US" sz="2400" dirty="0">
                <a:solidFill>
                  <a:srgbClr val="000099"/>
                </a:solidFill>
              </a:rPr>
              <a:t>the </a:t>
            </a:r>
            <a:r>
              <a:rPr lang="en-US" sz="2400" b="1" i="1" dirty="0">
                <a:solidFill>
                  <a:srgbClr val="000099"/>
                </a:solidFill>
              </a:rPr>
              <a:t>direction in which the parse tree is built</a:t>
            </a:r>
            <a:r>
              <a:rPr lang="en-US" sz="2400" dirty="0">
                <a:solidFill>
                  <a:prstClr val="black"/>
                </a:solidFill>
              </a:rPr>
              <a:t>.</a:t>
            </a:r>
          </a:p>
          <a:p>
            <a:pPr lvl="1">
              <a:lnSpc>
                <a:spcPct val="100000"/>
              </a:lnSpc>
            </a:pPr>
            <a:r>
              <a:rPr lang="en-US" dirty="0">
                <a:solidFill>
                  <a:prstClr val="black"/>
                </a:solidFill>
              </a:rPr>
              <a:t>It builds the parse tree from the root to the leaf.</a:t>
            </a:r>
          </a:p>
          <a:p>
            <a:pPr>
              <a:lnSpc>
                <a:spcPct val="100000"/>
              </a:lnSpc>
            </a:pPr>
            <a:r>
              <a:rPr lang="en-US" sz="2400" dirty="0">
                <a:solidFill>
                  <a:prstClr val="black"/>
                </a:solidFill>
              </a:rPr>
              <a:t>Write </a:t>
            </a:r>
            <a:r>
              <a:rPr lang="en-US" sz="2400" b="1" i="1" dirty="0">
                <a:solidFill>
                  <a:srgbClr val="C00000"/>
                </a:solidFill>
              </a:rPr>
              <a:t>a procedure for each non terminal in the grammar</a:t>
            </a:r>
            <a:r>
              <a:rPr lang="en-US" sz="2400" dirty="0">
                <a:solidFill>
                  <a:srgbClr val="FF0000"/>
                </a:solidFill>
              </a:rPr>
              <a:t>.</a:t>
            </a:r>
          </a:p>
          <a:p>
            <a:pPr>
              <a:lnSpc>
                <a:spcPct val="100000"/>
              </a:lnSpc>
            </a:pPr>
            <a:r>
              <a:rPr lang="en-US" sz="2400" b="1" i="1" dirty="0">
                <a:solidFill>
                  <a:srgbClr val="C00000"/>
                </a:solidFill>
              </a:rPr>
              <a:t>Consider RHS of any production rule as definition of the procedure.</a:t>
            </a:r>
          </a:p>
          <a:p>
            <a:pPr>
              <a:lnSpc>
                <a:spcPct val="100000"/>
              </a:lnSpc>
            </a:pPr>
            <a:r>
              <a:rPr lang="en-US" sz="2400" dirty="0">
                <a:solidFill>
                  <a:prstClr val="black"/>
                </a:solidFill>
              </a:rPr>
              <a:t>As it reads expected input symbol, it advances pointer to next input position.</a:t>
            </a:r>
          </a:p>
        </p:txBody>
      </p:sp>
      <p:pic>
        <p:nvPicPr>
          <p:cNvPr id="4" name="Content Placeholder 3">
            <a:extLst>
              <a:ext uri="{FF2B5EF4-FFF2-40B4-BE49-F238E27FC236}">
                <a16:creationId xmlns="" xmlns:a16="http://schemas.microsoft.com/office/drawing/2014/main" id="{3E94AC09-753F-D902-1AAC-FE71EA08697F}"/>
              </a:ext>
            </a:extLst>
          </p:cNvPr>
          <p:cNvPicPr>
            <a:picLocks noChangeAspect="1"/>
          </p:cNvPicPr>
          <p:nvPr/>
        </p:nvPicPr>
        <p:blipFill rotWithShape="1">
          <a:blip r:embed="rId2"/>
          <a:srcRect t="8984" r="16869" b="5366"/>
          <a:stretch/>
        </p:blipFill>
        <p:spPr>
          <a:xfrm>
            <a:off x="2405149" y="3652200"/>
            <a:ext cx="6540609" cy="3114358"/>
          </a:xfrm>
          <a:prstGeom prst="rect">
            <a:avLst/>
          </a:prstGeom>
          <a:ln>
            <a:solidFill>
              <a:schemeClr val="tx1"/>
            </a:solidFill>
          </a:ln>
        </p:spPr>
      </p:pic>
    </p:spTree>
    <p:extLst>
      <p:ext uri="{BB962C8B-B14F-4D97-AF65-F5344CB8AC3E}">
        <p14:creationId xmlns:p14="http://schemas.microsoft.com/office/powerpoint/2010/main" val="39172119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dur="1"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dur="1"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dur="1"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dur="1"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318" y="44626"/>
            <a:ext cx="11614265" cy="1368152"/>
          </a:xfrm>
        </p:spPr>
        <p:txBody>
          <a:bodyPr>
            <a:normAutofit/>
          </a:bodyPr>
          <a:lstStyle/>
          <a:p>
            <a:r>
              <a:rPr lang="en-US" sz="2200" dirty="0"/>
              <a:t>Consider the following grammar:</a:t>
            </a:r>
          </a:p>
          <a:p>
            <a:endParaRPr lang="en-US" sz="2200" dirty="0"/>
          </a:p>
          <a:p>
            <a:endParaRPr lang="en-IN" sz="2200" dirty="0"/>
          </a:p>
        </p:txBody>
      </p:sp>
      <p:sp>
        <p:nvSpPr>
          <p:cNvPr id="4" name="Rectangle 3"/>
          <p:cNvSpPr/>
          <p:nvPr/>
        </p:nvSpPr>
        <p:spPr>
          <a:xfrm>
            <a:off x="1391115" y="476678"/>
            <a:ext cx="1991364" cy="977283"/>
          </a:xfrm>
          <a:prstGeom prst="rect">
            <a:avLst/>
          </a:prstGeom>
          <a:ln>
            <a:solidFill>
              <a:schemeClr val="tx1"/>
            </a:solidFill>
          </a:ln>
        </p:spPr>
        <p:txBody>
          <a:bodyPr wrap="square" lIns="114391" tIns="57196" rIns="114391" bIns="57196">
            <a:spAutoFit/>
          </a:bodyPr>
          <a:lstStyle/>
          <a:p>
            <a:pPr defTabSz="1143914"/>
            <a:r>
              <a:rPr lang="en-US" sz="2800" b="1" dirty="0">
                <a:solidFill>
                  <a:srgbClr val="FF0000"/>
                </a:solidFill>
              </a:rPr>
              <a:t>E -&gt; </a:t>
            </a:r>
            <a:r>
              <a:rPr lang="en-US" sz="2800" b="1" dirty="0" err="1">
                <a:solidFill>
                  <a:srgbClr val="FF0000"/>
                </a:solidFill>
              </a:rPr>
              <a:t>iE</a:t>
            </a:r>
            <a:r>
              <a:rPr lang="en-US" sz="2800" b="1" baseline="30000" dirty="0" err="1">
                <a:solidFill>
                  <a:srgbClr val="FF0000"/>
                </a:solidFill>
              </a:rPr>
              <a:t>I</a:t>
            </a:r>
            <a:endParaRPr lang="en-US" sz="2800" b="1" baseline="30000" dirty="0">
              <a:solidFill>
                <a:srgbClr val="FF0000"/>
              </a:solidFill>
            </a:endParaRPr>
          </a:p>
          <a:p>
            <a:pPr defTabSz="1143914"/>
            <a:r>
              <a:rPr lang="en-US" sz="2800" b="1" dirty="0">
                <a:solidFill>
                  <a:srgbClr val="FF0000"/>
                </a:solidFill>
              </a:rPr>
              <a:t>E</a:t>
            </a:r>
            <a:r>
              <a:rPr lang="en-US" sz="2800" b="1" baseline="30000" dirty="0">
                <a:solidFill>
                  <a:srgbClr val="FF0000"/>
                </a:solidFill>
              </a:rPr>
              <a:t>I</a:t>
            </a:r>
            <a:r>
              <a:rPr lang="en-US" sz="2800" b="1" dirty="0">
                <a:solidFill>
                  <a:srgbClr val="FF0000"/>
                </a:solidFill>
              </a:rPr>
              <a:t> -&gt; +</a:t>
            </a:r>
            <a:r>
              <a:rPr lang="en-US" sz="2800" b="1" dirty="0" err="1">
                <a:solidFill>
                  <a:srgbClr val="FF0000"/>
                </a:solidFill>
              </a:rPr>
              <a:t>iE</a:t>
            </a:r>
            <a:r>
              <a:rPr lang="en-US" sz="2800" b="1" dirty="0">
                <a:solidFill>
                  <a:srgbClr val="FF0000"/>
                </a:solidFill>
              </a:rPr>
              <a:t> / ε</a:t>
            </a:r>
            <a:endParaRPr lang="en-IN" sz="2800" b="1" dirty="0">
              <a:solidFill>
                <a:srgbClr val="FF0000"/>
              </a:solidFill>
            </a:endParaRPr>
          </a:p>
        </p:txBody>
      </p:sp>
      <p:sp>
        <p:nvSpPr>
          <p:cNvPr id="5" name="Rectangle 4"/>
          <p:cNvSpPr/>
          <p:nvPr/>
        </p:nvSpPr>
        <p:spPr>
          <a:xfrm>
            <a:off x="179149" y="2520281"/>
            <a:ext cx="2962957" cy="3501051"/>
          </a:xfrm>
          <a:prstGeom prst="rect">
            <a:avLst/>
          </a:prstGeom>
          <a:ln>
            <a:solidFill>
              <a:schemeClr val="tx1"/>
            </a:solidFill>
          </a:ln>
        </p:spPr>
        <p:txBody>
          <a:bodyPr wrap="square" lIns="114391" tIns="57196" rIns="114391" bIns="57196">
            <a:spAutoFit/>
          </a:bodyPr>
          <a:lstStyle/>
          <a:p>
            <a:pPr defTabSz="1143914"/>
            <a:r>
              <a:rPr lang="en-US" sz="2200" b="1" dirty="0">
                <a:solidFill>
                  <a:srgbClr val="C00000"/>
                </a:solidFill>
              </a:rPr>
              <a:t># Procedure for E</a:t>
            </a:r>
          </a:p>
          <a:p>
            <a:pPr defTabSz="1143914"/>
            <a:r>
              <a:rPr lang="en-US" sz="2200" dirty="0">
                <a:solidFill>
                  <a:prstClr val="black"/>
                </a:solidFill>
              </a:rPr>
              <a:t>E()</a:t>
            </a:r>
          </a:p>
          <a:p>
            <a:pPr defTabSz="1143914"/>
            <a:r>
              <a:rPr lang="en-US" sz="2200" dirty="0">
                <a:solidFill>
                  <a:prstClr val="black"/>
                </a:solidFill>
              </a:rPr>
              <a:t>{</a:t>
            </a:r>
          </a:p>
          <a:p>
            <a:pPr defTabSz="1143914"/>
            <a:r>
              <a:rPr lang="en-US" sz="2200" dirty="0">
                <a:solidFill>
                  <a:prstClr val="black"/>
                </a:solidFill>
              </a:rPr>
              <a:t> # l is the </a:t>
            </a:r>
            <a:r>
              <a:rPr lang="en-US" sz="2200" dirty="0" err="1">
                <a:solidFill>
                  <a:prstClr val="black"/>
                </a:solidFill>
              </a:rPr>
              <a:t>lookahead</a:t>
            </a:r>
            <a:endParaRPr lang="en-US" sz="2200" dirty="0">
              <a:solidFill>
                <a:prstClr val="black"/>
              </a:solidFill>
            </a:endParaRPr>
          </a:p>
          <a:p>
            <a:pPr defTabSz="1143914"/>
            <a:r>
              <a:rPr lang="en-US" sz="2200" dirty="0">
                <a:solidFill>
                  <a:prstClr val="black"/>
                </a:solidFill>
              </a:rPr>
              <a:t>       if (l == ‘i’)</a:t>
            </a:r>
          </a:p>
          <a:p>
            <a:pPr defTabSz="1143914"/>
            <a:r>
              <a:rPr lang="en-US" sz="2200" dirty="0">
                <a:solidFill>
                  <a:prstClr val="black"/>
                </a:solidFill>
              </a:rPr>
              <a:t>        {</a:t>
            </a:r>
          </a:p>
          <a:p>
            <a:pPr defTabSz="1143914"/>
            <a:r>
              <a:rPr lang="en-US" sz="2200" dirty="0">
                <a:solidFill>
                  <a:prstClr val="black"/>
                </a:solidFill>
              </a:rPr>
              <a:t>	match(‘i’);</a:t>
            </a:r>
          </a:p>
          <a:p>
            <a:pPr defTabSz="1143914"/>
            <a:r>
              <a:rPr lang="en-US" sz="2200" dirty="0">
                <a:solidFill>
                  <a:prstClr val="black"/>
                </a:solidFill>
              </a:rPr>
              <a:t>	E’();</a:t>
            </a:r>
          </a:p>
          <a:p>
            <a:pPr defTabSz="1143914"/>
            <a:r>
              <a:rPr lang="en-US" sz="2200" dirty="0">
                <a:solidFill>
                  <a:prstClr val="black"/>
                </a:solidFill>
              </a:rPr>
              <a:t>     }</a:t>
            </a:r>
          </a:p>
          <a:p>
            <a:pPr defTabSz="1143914"/>
            <a:r>
              <a:rPr lang="en-US" sz="2200" dirty="0">
                <a:solidFill>
                  <a:prstClr val="black"/>
                </a:solidFill>
              </a:rPr>
              <a:t>}</a:t>
            </a:r>
            <a:endParaRPr lang="en-IN" sz="2200" dirty="0">
              <a:solidFill>
                <a:prstClr val="black"/>
              </a:solidFill>
            </a:endParaRPr>
          </a:p>
        </p:txBody>
      </p:sp>
      <p:sp>
        <p:nvSpPr>
          <p:cNvPr id="7" name="Rectangle 6"/>
          <p:cNvSpPr/>
          <p:nvPr/>
        </p:nvSpPr>
        <p:spPr>
          <a:xfrm>
            <a:off x="3358108" y="2491200"/>
            <a:ext cx="3210326" cy="4178160"/>
          </a:xfrm>
          <a:prstGeom prst="rect">
            <a:avLst/>
          </a:prstGeom>
          <a:ln>
            <a:solidFill>
              <a:schemeClr val="tx1"/>
            </a:solidFill>
          </a:ln>
        </p:spPr>
        <p:txBody>
          <a:bodyPr wrap="square" lIns="114391" tIns="57196" rIns="114391" bIns="57196">
            <a:spAutoFit/>
          </a:bodyPr>
          <a:lstStyle/>
          <a:p>
            <a:pPr defTabSz="1143914"/>
            <a:r>
              <a:rPr lang="en-US" sz="2200" b="1" dirty="0">
                <a:solidFill>
                  <a:srgbClr val="C00000"/>
                </a:solidFill>
              </a:rPr>
              <a:t># Procedure for E’</a:t>
            </a:r>
          </a:p>
          <a:p>
            <a:pPr defTabSz="1143914"/>
            <a:r>
              <a:rPr lang="en-US" sz="2200" dirty="0">
                <a:solidFill>
                  <a:prstClr val="black"/>
                </a:solidFill>
              </a:rPr>
              <a:t>E’()</a:t>
            </a:r>
          </a:p>
          <a:p>
            <a:pPr defTabSz="1143914"/>
            <a:r>
              <a:rPr lang="en-US" sz="2200" dirty="0">
                <a:solidFill>
                  <a:prstClr val="black"/>
                </a:solidFill>
              </a:rPr>
              <a:t>{</a:t>
            </a:r>
          </a:p>
          <a:p>
            <a:pPr defTabSz="1143914"/>
            <a:r>
              <a:rPr lang="en-US" sz="2200" dirty="0">
                <a:solidFill>
                  <a:prstClr val="black"/>
                </a:solidFill>
              </a:rPr>
              <a:t>        if (l == ‘+’)</a:t>
            </a:r>
          </a:p>
          <a:p>
            <a:pPr defTabSz="1143914"/>
            <a:r>
              <a:rPr lang="en-US" sz="2200" dirty="0">
                <a:solidFill>
                  <a:prstClr val="black"/>
                </a:solidFill>
              </a:rPr>
              <a:t>           {</a:t>
            </a:r>
          </a:p>
          <a:p>
            <a:pPr defTabSz="1143914"/>
            <a:r>
              <a:rPr lang="en-US" sz="2200" dirty="0">
                <a:solidFill>
                  <a:prstClr val="black"/>
                </a:solidFill>
              </a:rPr>
              <a:t>	match(‘+’)</a:t>
            </a:r>
          </a:p>
          <a:p>
            <a:pPr defTabSz="1143914"/>
            <a:r>
              <a:rPr lang="en-US" sz="2200" dirty="0">
                <a:solidFill>
                  <a:prstClr val="black"/>
                </a:solidFill>
              </a:rPr>
              <a:t>	match(‘i’)</a:t>
            </a:r>
          </a:p>
          <a:p>
            <a:pPr defTabSz="1143914"/>
            <a:r>
              <a:rPr lang="en-US" sz="2200" dirty="0">
                <a:solidFill>
                  <a:prstClr val="black"/>
                </a:solidFill>
              </a:rPr>
              <a:t>	 E’(); </a:t>
            </a:r>
          </a:p>
          <a:p>
            <a:pPr defTabSz="1143914"/>
            <a:r>
              <a:rPr lang="en-US" sz="2200" dirty="0">
                <a:solidFill>
                  <a:prstClr val="black"/>
                </a:solidFill>
              </a:rPr>
              <a:t>	}</a:t>
            </a:r>
          </a:p>
          <a:p>
            <a:pPr defTabSz="1143914"/>
            <a:r>
              <a:rPr lang="en-US" sz="2200" dirty="0">
                <a:solidFill>
                  <a:prstClr val="black"/>
                </a:solidFill>
              </a:rPr>
              <a:t>else</a:t>
            </a:r>
          </a:p>
          <a:p>
            <a:pPr defTabSz="1143914"/>
            <a:r>
              <a:rPr lang="en-US" sz="2200" dirty="0">
                <a:solidFill>
                  <a:prstClr val="black"/>
                </a:solidFill>
              </a:rPr>
              <a:t>       return;</a:t>
            </a:r>
          </a:p>
          <a:p>
            <a:pPr defTabSz="1143914"/>
            <a:r>
              <a:rPr lang="en-US" sz="2200" dirty="0">
                <a:solidFill>
                  <a:prstClr val="black"/>
                </a:solidFill>
              </a:rPr>
              <a:t>}</a:t>
            </a:r>
            <a:endParaRPr lang="en-IN" sz="2200" dirty="0">
              <a:solidFill>
                <a:prstClr val="black"/>
              </a:solidFill>
            </a:endParaRPr>
          </a:p>
        </p:txBody>
      </p:sp>
      <p:sp>
        <p:nvSpPr>
          <p:cNvPr id="8" name="Rectangle 7"/>
          <p:cNvSpPr/>
          <p:nvPr/>
        </p:nvSpPr>
        <p:spPr>
          <a:xfrm>
            <a:off x="179157" y="1556262"/>
            <a:ext cx="6661174" cy="792618"/>
          </a:xfrm>
          <a:prstGeom prst="rect">
            <a:avLst/>
          </a:prstGeom>
        </p:spPr>
        <p:txBody>
          <a:bodyPr wrap="square" lIns="114391" tIns="57196" rIns="114391" bIns="57196">
            <a:spAutoFit/>
          </a:bodyPr>
          <a:lstStyle/>
          <a:p>
            <a:pPr marL="428968" indent="-428968" defTabSz="1143914">
              <a:buFont typeface="Arial" pitchFamily="34" charset="0"/>
              <a:buChar char="•"/>
            </a:pPr>
            <a:r>
              <a:rPr lang="en-US" sz="2200" dirty="0">
                <a:solidFill>
                  <a:prstClr val="black"/>
                </a:solidFill>
              </a:rPr>
              <a:t>E and E’ are non-terminals and ‘+’, ‘i’ are characters.</a:t>
            </a:r>
          </a:p>
          <a:p>
            <a:pPr marL="428968" indent="-428968" defTabSz="1143914">
              <a:buFont typeface="Arial" pitchFamily="34" charset="0"/>
              <a:buChar char="•"/>
            </a:pPr>
            <a:r>
              <a:rPr lang="en-US" sz="2200" dirty="0">
                <a:solidFill>
                  <a:prstClr val="black"/>
                </a:solidFill>
              </a:rPr>
              <a:t>Epsilon represents the end of the recursion</a:t>
            </a:r>
          </a:p>
        </p:txBody>
      </p:sp>
      <p:sp>
        <p:nvSpPr>
          <p:cNvPr id="9" name="Rectangle 8"/>
          <p:cNvSpPr/>
          <p:nvPr/>
        </p:nvSpPr>
        <p:spPr>
          <a:xfrm>
            <a:off x="7054301" y="188644"/>
            <a:ext cx="4799283" cy="6548039"/>
          </a:xfrm>
          <a:prstGeom prst="rect">
            <a:avLst/>
          </a:prstGeom>
          <a:ln>
            <a:solidFill>
              <a:schemeClr val="tx1"/>
            </a:solidFill>
          </a:ln>
        </p:spPr>
        <p:txBody>
          <a:bodyPr wrap="square" lIns="114391" tIns="57196" rIns="114391" bIns="57196">
            <a:spAutoFit/>
          </a:bodyPr>
          <a:lstStyle/>
          <a:p>
            <a:pPr algn="just" defTabSz="1143914"/>
            <a:r>
              <a:rPr lang="en-US" sz="2200" b="1" dirty="0">
                <a:solidFill>
                  <a:srgbClr val="C00000"/>
                </a:solidFill>
              </a:rPr>
              <a:t># Procedure to match a character and input new character</a:t>
            </a:r>
          </a:p>
          <a:p>
            <a:pPr defTabSz="1143914"/>
            <a:endParaRPr lang="en-US" sz="2200" dirty="0">
              <a:solidFill>
                <a:prstClr val="black"/>
              </a:solidFill>
            </a:endParaRPr>
          </a:p>
          <a:p>
            <a:pPr defTabSz="1143914"/>
            <a:r>
              <a:rPr lang="en-US" sz="2200" dirty="0">
                <a:solidFill>
                  <a:prstClr val="black"/>
                </a:solidFill>
              </a:rPr>
              <a:t>match(char t)</a:t>
            </a:r>
          </a:p>
          <a:p>
            <a:pPr defTabSz="1143914"/>
            <a:r>
              <a:rPr lang="en-US" sz="2200" dirty="0">
                <a:solidFill>
                  <a:prstClr val="black"/>
                </a:solidFill>
              </a:rPr>
              <a:t>{</a:t>
            </a:r>
          </a:p>
          <a:p>
            <a:pPr defTabSz="1143914"/>
            <a:r>
              <a:rPr lang="en-US" sz="2200" dirty="0">
                <a:solidFill>
                  <a:prstClr val="black"/>
                </a:solidFill>
              </a:rPr>
              <a:t>     if (l == t) {</a:t>
            </a:r>
          </a:p>
          <a:p>
            <a:pPr defTabSz="1143914"/>
            <a:r>
              <a:rPr lang="en-US" sz="2200" dirty="0">
                <a:solidFill>
                  <a:prstClr val="black"/>
                </a:solidFill>
              </a:rPr>
              <a:t>	l = </a:t>
            </a:r>
            <a:r>
              <a:rPr lang="en-US" sz="2200" dirty="0" err="1">
                <a:solidFill>
                  <a:prstClr val="black"/>
                </a:solidFill>
              </a:rPr>
              <a:t>getchar</a:t>
            </a:r>
            <a:r>
              <a:rPr lang="en-US" sz="2200" dirty="0">
                <a:solidFill>
                  <a:prstClr val="black"/>
                </a:solidFill>
              </a:rPr>
              <a:t>();</a:t>
            </a:r>
          </a:p>
          <a:p>
            <a:pPr defTabSz="1143914"/>
            <a:r>
              <a:rPr lang="en-US" sz="2200" dirty="0">
                <a:solidFill>
                  <a:prstClr val="black"/>
                </a:solidFill>
              </a:rPr>
              <a:t>     }</a:t>
            </a:r>
          </a:p>
          <a:p>
            <a:pPr defTabSz="1143914"/>
            <a:r>
              <a:rPr lang="en-US" sz="2200" dirty="0">
                <a:solidFill>
                  <a:prstClr val="black"/>
                </a:solidFill>
              </a:rPr>
              <a:t>     else{</a:t>
            </a:r>
          </a:p>
          <a:p>
            <a:pPr defTabSz="1143914"/>
            <a:r>
              <a:rPr lang="en-US" sz="2200" dirty="0">
                <a:solidFill>
                  <a:prstClr val="black"/>
                </a:solidFill>
              </a:rPr>
              <a:t>	</a:t>
            </a:r>
            <a:r>
              <a:rPr lang="en-US" sz="2200" dirty="0" err="1">
                <a:solidFill>
                  <a:prstClr val="black"/>
                </a:solidFill>
              </a:rPr>
              <a:t>printf</a:t>
            </a:r>
            <a:r>
              <a:rPr lang="en-US" sz="2200" dirty="0">
                <a:solidFill>
                  <a:prstClr val="black"/>
                </a:solidFill>
              </a:rPr>
              <a:t>("Error");</a:t>
            </a:r>
          </a:p>
          <a:p>
            <a:pPr defTabSz="1143914"/>
            <a:r>
              <a:rPr lang="en-US" sz="2200" dirty="0">
                <a:solidFill>
                  <a:prstClr val="black"/>
                </a:solidFill>
              </a:rPr>
              <a:t>      }</a:t>
            </a:r>
          </a:p>
          <a:p>
            <a:pPr defTabSz="1143914"/>
            <a:r>
              <a:rPr lang="en-US" sz="2200" dirty="0">
                <a:solidFill>
                  <a:prstClr val="black"/>
                </a:solidFill>
              </a:rPr>
              <a:t>}</a:t>
            </a:r>
          </a:p>
          <a:p>
            <a:pPr defTabSz="1143914"/>
            <a:r>
              <a:rPr lang="en-US" sz="2200" dirty="0">
                <a:solidFill>
                  <a:prstClr val="black"/>
                </a:solidFill>
              </a:rPr>
              <a:t>main()</a:t>
            </a:r>
          </a:p>
          <a:p>
            <a:pPr defTabSz="1143914"/>
            <a:r>
              <a:rPr lang="en-US" sz="2200" dirty="0">
                <a:solidFill>
                  <a:prstClr val="black"/>
                </a:solidFill>
              </a:rPr>
              <a:t>{</a:t>
            </a:r>
          </a:p>
          <a:p>
            <a:pPr defTabSz="1143914"/>
            <a:r>
              <a:rPr lang="en-US" sz="2200" dirty="0">
                <a:solidFill>
                  <a:prstClr val="black"/>
                </a:solidFill>
              </a:rPr>
              <a:t>        E();</a:t>
            </a:r>
          </a:p>
          <a:p>
            <a:pPr defTabSz="1143914"/>
            <a:r>
              <a:rPr lang="en-US" sz="2200" dirty="0">
                <a:solidFill>
                  <a:prstClr val="black"/>
                </a:solidFill>
              </a:rPr>
              <a:t>        if (l==’$’){</a:t>
            </a:r>
          </a:p>
          <a:p>
            <a:pPr defTabSz="1143914"/>
            <a:r>
              <a:rPr lang="en-US" sz="2200" dirty="0" err="1">
                <a:solidFill>
                  <a:prstClr val="black"/>
                </a:solidFill>
              </a:rPr>
              <a:t>printf</a:t>
            </a:r>
            <a:r>
              <a:rPr lang="en-US" sz="2200" dirty="0">
                <a:solidFill>
                  <a:prstClr val="black"/>
                </a:solidFill>
              </a:rPr>
              <a:t>(“Parsing Successful”);</a:t>
            </a:r>
          </a:p>
          <a:p>
            <a:pPr defTabSz="1143914"/>
            <a:r>
              <a:rPr lang="en-US" sz="2200" dirty="0">
                <a:solidFill>
                  <a:prstClr val="black"/>
                </a:solidFill>
              </a:rPr>
              <a:t>	}</a:t>
            </a:r>
          </a:p>
          <a:p>
            <a:pPr defTabSz="1143914"/>
            <a:r>
              <a:rPr lang="en-US" sz="2200" dirty="0">
                <a:solidFill>
                  <a:prstClr val="black"/>
                </a:solidFill>
              </a:rPr>
              <a:t>}</a:t>
            </a:r>
            <a:endParaRPr lang="en-IN" sz="2200" dirty="0">
              <a:solidFill>
                <a:prstClr val="black"/>
              </a:solidFill>
            </a:endParaRPr>
          </a:p>
        </p:txBody>
      </p:sp>
    </p:spTree>
    <p:extLst>
      <p:ext uri="{BB962C8B-B14F-4D97-AF65-F5344CB8AC3E}">
        <p14:creationId xmlns:p14="http://schemas.microsoft.com/office/powerpoint/2010/main" val="191005046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9131AE76-D334-344D-EBAF-4AAD07F3CC3A}"/>
              </a:ext>
            </a:extLst>
          </p:cNvPr>
          <p:cNvSpPr txBox="1">
            <a:spLocks/>
          </p:cNvSpPr>
          <p:nvPr/>
        </p:nvSpPr>
        <p:spPr>
          <a:xfrm>
            <a:off x="104477" y="91442"/>
            <a:ext cx="7218376"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sz="3200" b="1" dirty="0"/>
              <a:t>Example: Recursive Descent parsing</a:t>
            </a:r>
          </a:p>
        </p:txBody>
      </p:sp>
      <p:sp>
        <p:nvSpPr>
          <p:cNvPr id="3" name="Rectangle 2">
            <a:extLst>
              <a:ext uri="{FF2B5EF4-FFF2-40B4-BE49-F238E27FC236}">
                <a16:creationId xmlns="" xmlns:a16="http://schemas.microsoft.com/office/drawing/2014/main" id="{BF7E8F38-5481-88BD-594F-05B7ACC87095}"/>
              </a:ext>
            </a:extLst>
          </p:cNvPr>
          <p:cNvSpPr/>
          <p:nvPr/>
        </p:nvSpPr>
        <p:spPr>
          <a:xfrm>
            <a:off x="1039572" y="914399"/>
            <a:ext cx="3115270" cy="4905608"/>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a:solidFill>
                  <a:prstClr val="black"/>
                </a:solidFill>
                <a:latin typeface="Calibri Light"/>
              </a:rPr>
              <a:t>Procedure E</a:t>
            </a:r>
          </a:p>
          <a:p>
            <a:r>
              <a:rPr lang="en-US">
                <a:solidFill>
                  <a:prstClr val="black"/>
                </a:solidFill>
                <a:latin typeface="Calibri Light"/>
              </a:rPr>
              <a:t>{</a:t>
            </a:r>
          </a:p>
          <a:p>
            <a:pPr defTabSz="571500"/>
            <a:r>
              <a:rPr lang="en-US">
                <a:solidFill>
                  <a:prstClr val="black"/>
                </a:solidFill>
                <a:latin typeface="Calibri Light"/>
              </a:rPr>
              <a:t>	If lookahead=num </a:t>
            </a:r>
          </a:p>
          <a:p>
            <a:pPr defTabSz="571500"/>
            <a:r>
              <a:rPr lang="en-US">
                <a:solidFill>
                  <a:prstClr val="black"/>
                </a:solidFill>
                <a:latin typeface="Calibri Light"/>
              </a:rPr>
              <a:t>	{</a:t>
            </a:r>
          </a:p>
          <a:p>
            <a:pPr defTabSz="571500"/>
            <a:r>
              <a:rPr lang="en-US">
                <a:solidFill>
                  <a:prstClr val="black"/>
                </a:solidFill>
                <a:latin typeface="Calibri Light"/>
              </a:rPr>
              <a:t>		Match(num);</a:t>
            </a:r>
          </a:p>
          <a:p>
            <a:pPr defTabSz="571500"/>
            <a:r>
              <a:rPr lang="en-US">
                <a:solidFill>
                  <a:prstClr val="black"/>
                </a:solidFill>
                <a:latin typeface="Calibri Light"/>
              </a:rPr>
              <a:t>		T();</a:t>
            </a:r>
          </a:p>
          <a:p>
            <a:pPr defTabSz="571500"/>
            <a:r>
              <a:rPr lang="en-US">
                <a:solidFill>
                  <a:prstClr val="black"/>
                </a:solidFill>
                <a:latin typeface="Calibri Light"/>
              </a:rPr>
              <a:t>	}</a:t>
            </a:r>
          </a:p>
          <a:p>
            <a:pPr defTabSz="571500"/>
            <a:r>
              <a:rPr lang="en-US">
                <a:solidFill>
                  <a:prstClr val="black"/>
                </a:solidFill>
                <a:latin typeface="Calibri Light"/>
              </a:rPr>
              <a:t>	Else</a:t>
            </a:r>
          </a:p>
          <a:p>
            <a:pPr defTabSz="571500"/>
            <a:r>
              <a:rPr lang="en-US">
                <a:solidFill>
                  <a:prstClr val="black"/>
                </a:solidFill>
                <a:latin typeface="Calibri Light"/>
              </a:rPr>
              <a:t>		Error();</a:t>
            </a:r>
          </a:p>
          <a:p>
            <a:pPr defTabSz="571500"/>
            <a:r>
              <a:rPr lang="en-US">
                <a:solidFill>
                  <a:prstClr val="black"/>
                </a:solidFill>
                <a:latin typeface="Calibri Light"/>
              </a:rPr>
              <a:t>	If </a:t>
            </a:r>
            <a:r>
              <a:rPr lang="en-US" err="1">
                <a:solidFill>
                  <a:prstClr val="black"/>
                </a:solidFill>
                <a:latin typeface="Calibri Light"/>
              </a:rPr>
              <a:t>lookahead=$</a:t>
            </a:r>
          </a:p>
          <a:p>
            <a:pPr defTabSz="571500"/>
            <a:r>
              <a:rPr lang="en-US">
                <a:solidFill>
                  <a:prstClr val="black"/>
                </a:solidFill>
                <a:latin typeface="Calibri Light"/>
              </a:rPr>
              <a:t>	{</a:t>
            </a:r>
          </a:p>
          <a:p>
            <a:pPr defTabSz="571500"/>
            <a:r>
              <a:rPr lang="en-US">
                <a:solidFill>
                  <a:prstClr val="black"/>
                </a:solidFill>
                <a:latin typeface="Calibri Light"/>
              </a:rPr>
              <a:t>		Declare success;</a:t>
            </a:r>
          </a:p>
          <a:p>
            <a:pPr defTabSz="571500"/>
            <a:r>
              <a:rPr lang="en-US">
                <a:solidFill>
                  <a:prstClr val="black"/>
                </a:solidFill>
                <a:latin typeface="Calibri Light"/>
              </a:rPr>
              <a:t>	}</a:t>
            </a:r>
          </a:p>
          <a:p>
            <a:pPr defTabSz="571500"/>
            <a:r>
              <a:rPr lang="en-US">
                <a:solidFill>
                  <a:prstClr val="black"/>
                </a:solidFill>
                <a:latin typeface="Calibri Light"/>
              </a:rPr>
              <a:t>	Else</a:t>
            </a:r>
          </a:p>
          <a:p>
            <a:pPr defTabSz="571500"/>
            <a:r>
              <a:rPr lang="en-US">
                <a:solidFill>
                  <a:prstClr val="black"/>
                </a:solidFill>
                <a:latin typeface="Calibri Light"/>
              </a:rPr>
              <a:t>		Error();</a:t>
            </a:r>
          </a:p>
          <a:p>
            <a:r>
              <a:rPr lang="en-US">
                <a:solidFill>
                  <a:prstClr val="black"/>
                </a:solidFill>
                <a:latin typeface="Calibri Light"/>
              </a:rPr>
              <a:t>}</a:t>
            </a:r>
          </a:p>
          <a:p>
            <a:pPr algn="ctr"/>
            <a:endParaRPr lang="en-US">
              <a:solidFill>
                <a:prstClr val="white"/>
              </a:solidFill>
              <a:latin typeface="Calibri Light"/>
            </a:endParaRPr>
          </a:p>
        </p:txBody>
      </p:sp>
      <p:sp>
        <p:nvSpPr>
          <p:cNvPr id="4" name="Rectangle 3">
            <a:extLst>
              <a:ext uri="{FF2B5EF4-FFF2-40B4-BE49-F238E27FC236}">
                <a16:creationId xmlns="" xmlns:a16="http://schemas.microsoft.com/office/drawing/2014/main" id="{DB2E788E-7E34-965C-6742-6B5A4B138ED8}"/>
              </a:ext>
            </a:extLst>
          </p:cNvPr>
          <p:cNvSpPr/>
          <p:nvPr/>
        </p:nvSpPr>
        <p:spPr>
          <a:xfrm>
            <a:off x="4154842" y="914445"/>
            <a:ext cx="3123386" cy="4905609"/>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a:solidFill>
                  <a:prstClr val="black"/>
                </a:solidFill>
                <a:latin typeface="Calibri Light"/>
              </a:rPr>
              <a:t>Procedure T</a:t>
            </a:r>
          </a:p>
          <a:p>
            <a:r>
              <a:rPr lang="en-US">
                <a:solidFill>
                  <a:prstClr val="black"/>
                </a:solidFill>
                <a:latin typeface="Calibri Light"/>
              </a:rPr>
              <a:t>{</a:t>
            </a:r>
          </a:p>
          <a:p>
            <a:pPr defTabSz="509588"/>
            <a:r>
              <a:rPr lang="en-US">
                <a:solidFill>
                  <a:prstClr val="black"/>
                </a:solidFill>
                <a:latin typeface="Calibri Light"/>
              </a:rPr>
              <a:t>	If lookahead=’*’ </a:t>
            </a:r>
          </a:p>
          <a:p>
            <a:pPr defTabSz="509588"/>
            <a:r>
              <a:rPr lang="en-US">
                <a:solidFill>
                  <a:prstClr val="black"/>
                </a:solidFill>
                <a:latin typeface="Calibri Light"/>
              </a:rPr>
              <a:t>	{</a:t>
            </a:r>
          </a:p>
          <a:p>
            <a:pPr defTabSz="509588"/>
            <a:r>
              <a:rPr lang="en-US">
                <a:solidFill>
                  <a:prstClr val="black"/>
                </a:solidFill>
                <a:latin typeface="Calibri Light"/>
              </a:rPr>
              <a:t>		Match(‘*’);</a:t>
            </a:r>
          </a:p>
          <a:p>
            <a:pPr defTabSz="509588"/>
            <a:r>
              <a:rPr lang="en-US">
                <a:solidFill>
                  <a:prstClr val="black"/>
                </a:solidFill>
                <a:latin typeface="Calibri Light"/>
              </a:rPr>
              <a:t>		If lookahead=num </a:t>
            </a:r>
          </a:p>
          <a:p>
            <a:pPr defTabSz="509588"/>
            <a:r>
              <a:rPr lang="en-US">
                <a:solidFill>
                  <a:prstClr val="black"/>
                </a:solidFill>
                <a:latin typeface="Calibri Light"/>
              </a:rPr>
              <a:t>		{</a:t>
            </a:r>
          </a:p>
          <a:p>
            <a:pPr defTabSz="509588"/>
            <a:r>
              <a:rPr lang="en-US">
                <a:solidFill>
                  <a:prstClr val="black"/>
                </a:solidFill>
                <a:latin typeface="Calibri Light"/>
              </a:rPr>
              <a:t>			Match(num);</a:t>
            </a:r>
          </a:p>
          <a:p>
            <a:pPr defTabSz="509588"/>
            <a:r>
              <a:rPr lang="en-US">
                <a:solidFill>
                  <a:prstClr val="black"/>
                </a:solidFill>
                <a:latin typeface="Calibri Light"/>
              </a:rPr>
              <a:t>			T();</a:t>
            </a:r>
          </a:p>
          <a:p>
            <a:pPr defTabSz="509588"/>
            <a:r>
              <a:rPr lang="en-US">
                <a:solidFill>
                  <a:prstClr val="black"/>
                </a:solidFill>
                <a:latin typeface="Calibri Light"/>
              </a:rPr>
              <a:t>		}</a:t>
            </a:r>
          </a:p>
          <a:p>
            <a:pPr defTabSz="509588"/>
            <a:r>
              <a:rPr lang="en-US">
                <a:solidFill>
                  <a:prstClr val="black"/>
                </a:solidFill>
                <a:latin typeface="Calibri Light"/>
              </a:rPr>
              <a:t>		Else</a:t>
            </a:r>
          </a:p>
          <a:p>
            <a:pPr defTabSz="509588"/>
            <a:r>
              <a:rPr lang="en-US">
                <a:solidFill>
                  <a:prstClr val="black"/>
                </a:solidFill>
                <a:latin typeface="Calibri Light"/>
              </a:rPr>
              <a:t>			Error();</a:t>
            </a:r>
          </a:p>
          <a:p>
            <a:pPr defTabSz="509588"/>
            <a:r>
              <a:rPr lang="en-US">
                <a:solidFill>
                  <a:prstClr val="black"/>
                </a:solidFill>
                <a:latin typeface="Calibri Light"/>
              </a:rPr>
              <a:t> </a:t>
            </a:r>
          </a:p>
          <a:p>
            <a:pPr defTabSz="509588"/>
            <a:r>
              <a:rPr lang="en-US">
                <a:solidFill>
                  <a:prstClr val="black"/>
                </a:solidFill>
                <a:latin typeface="Calibri Light"/>
              </a:rPr>
              <a:t>	}</a:t>
            </a:r>
          </a:p>
          <a:p>
            <a:pPr defTabSz="509588"/>
            <a:r>
              <a:rPr lang="en-US">
                <a:solidFill>
                  <a:prstClr val="black"/>
                </a:solidFill>
                <a:latin typeface="Calibri Light"/>
              </a:rPr>
              <a:t>	Else</a:t>
            </a:r>
          </a:p>
          <a:p>
            <a:pPr defTabSz="509588"/>
            <a:r>
              <a:rPr lang="en-US">
                <a:solidFill>
                  <a:prstClr val="black"/>
                </a:solidFill>
                <a:latin typeface="Calibri Light"/>
              </a:rPr>
              <a:t>		NULL</a:t>
            </a:r>
          </a:p>
          <a:p>
            <a:r>
              <a:rPr lang="en-US">
                <a:solidFill>
                  <a:prstClr val="black"/>
                </a:solidFill>
                <a:latin typeface="Calibri Light"/>
              </a:rPr>
              <a:t>}</a:t>
            </a:r>
          </a:p>
        </p:txBody>
      </p:sp>
      <p:sp>
        <p:nvSpPr>
          <p:cNvPr id="5" name="Rectangle 4">
            <a:extLst>
              <a:ext uri="{FF2B5EF4-FFF2-40B4-BE49-F238E27FC236}">
                <a16:creationId xmlns="" xmlns:a16="http://schemas.microsoft.com/office/drawing/2014/main" id="{83D4CA7D-535F-1B99-44D4-1501CECA803E}"/>
              </a:ext>
            </a:extLst>
          </p:cNvPr>
          <p:cNvSpPr/>
          <p:nvPr/>
        </p:nvSpPr>
        <p:spPr>
          <a:xfrm>
            <a:off x="7270935" y="908938"/>
            <a:ext cx="2738115" cy="2062865"/>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err="1">
                <a:solidFill>
                  <a:prstClr val="black"/>
                </a:solidFill>
                <a:latin typeface="Calibri Light"/>
              </a:rPr>
              <a:t>Proceduce </a:t>
            </a:r>
            <a:r>
              <a:rPr lang="en-US">
                <a:solidFill>
                  <a:prstClr val="black"/>
                </a:solidFill>
                <a:latin typeface="Calibri Light"/>
              </a:rPr>
              <a:t>Match(token t)</a:t>
            </a:r>
          </a:p>
          <a:p>
            <a:r>
              <a:rPr lang="en-US">
                <a:solidFill>
                  <a:prstClr val="black"/>
                </a:solidFill>
                <a:latin typeface="Calibri Light"/>
              </a:rPr>
              <a:t>{</a:t>
            </a:r>
          </a:p>
          <a:p>
            <a:pPr defTabSz="225425"/>
            <a:r>
              <a:rPr lang="en-US">
                <a:solidFill>
                  <a:prstClr val="black"/>
                </a:solidFill>
                <a:latin typeface="Calibri Light"/>
              </a:rPr>
              <a:t>	If lookahead=t</a:t>
            </a:r>
          </a:p>
          <a:p>
            <a:pPr defTabSz="225425"/>
            <a:r>
              <a:rPr lang="en-US">
                <a:solidFill>
                  <a:prstClr val="black"/>
                </a:solidFill>
                <a:latin typeface="Calibri Light"/>
              </a:rPr>
              <a:t>	l</a:t>
            </a:r>
            <a:r>
              <a:rPr lang="en-US" err="1">
                <a:solidFill>
                  <a:prstClr val="black"/>
                </a:solidFill>
                <a:latin typeface="Calibri Light"/>
              </a:rPr>
              <a:t>ookahead=next_token</a:t>
            </a:r>
            <a:r>
              <a:rPr lang="en-US">
                <a:solidFill>
                  <a:prstClr val="black"/>
                </a:solidFill>
                <a:latin typeface="Calibri Light"/>
              </a:rPr>
              <a:t>;</a:t>
            </a:r>
          </a:p>
          <a:p>
            <a:pPr defTabSz="225425"/>
            <a:r>
              <a:rPr lang="en-US">
                <a:solidFill>
                  <a:prstClr val="black"/>
                </a:solidFill>
                <a:latin typeface="Calibri Light"/>
              </a:rPr>
              <a:t>	Else</a:t>
            </a:r>
          </a:p>
          <a:p>
            <a:pPr defTabSz="225425"/>
            <a:r>
              <a:rPr lang="en-US">
                <a:solidFill>
                  <a:prstClr val="black"/>
                </a:solidFill>
                <a:latin typeface="Calibri Light"/>
              </a:rPr>
              <a:t>		Error();</a:t>
            </a:r>
          </a:p>
          <a:p>
            <a:r>
              <a:rPr lang="en-US">
                <a:solidFill>
                  <a:prstClr val="black"/>
                </a:solidFill>
                <a:latin typeface="Calibri Light"/>
              </a:rPr>
              <a:t>}</a:t>
            </a:r>
          </a:p>
        </p:txBody>
      </p:sp>
      <p:sp>
        <p:nvSpPr>
          <p:cNvPr id="6" name="Rectangle 5">
            <a:extLst>
              <a:ext uri="{FF2B5EF4-FFF2-40B4-BE49-F238E27FC236}">
                <a16:creationId xmlns="" xmlns:a16="http://schemas.microsoft.com/office/drawing/2014/main" id="{A57A22E0-3EF1-1FF8-E878-06972CA450E9}"/>
              </a:ext>
            </a:extLst>
          </p:cNvPr>
          <p:cNvSpPr/>
          <p:nvPr/>
        </p:nvSpPr>
        <p:spPr>
          <a:xfrm>
            <a:off x="7270935" y="2971800"/>
            <a:ext cx="2738115" cy="17526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a:solidFill>
                  <a:prstClr val="black"/>
                </a:solidFill>
                <a:latin typeface="Calibri Light"/>
              </a:rPr>
              <a:t>Procedure Error</a:t>
            </a:r>
          </a:p>
          <a:p>
            <a:r>
              <a:rPr lang="en-US">
                <a:solidFill>
                  <a:prstClr val="black"/>
                </a:solidFill>
                <a:latin typeface="Calibri Light"/>
              </a:rPr>
              <a:t>{</a:t>
            </a:r>
          </a:p>
          <a:p>
            <a:r>
              <a:rPr lang="en-US">
                <a:solidFill>
                  <a:prstClr val="black"/>
                </a:solidFill>
                <a:latin typeface="Calibri Light"/>
              </a:rPr>
              <a:t>	Print(“Error”);</a:t>
            </a:r>
          </a:p>
          <a:p>
            <a:r>
              <a:rPr lang="en-US">
                <a:solidFill>
                  <a:prstClr val="black"/>
                </a:solidFill>
                <a:latin typeface="Calibri Light"/>
              </a:rPr>
              <a:t>}</a:t>
            </a:r>
          </a:p>
        </p:txBody>
      </p:sp>
      <p:sp>
        <p:nvSpPr>
          <p:cNvPr id="7" name="Rectangle 6">
            <a:extLst>
              <a:ext uri="{FF2B5EF4-FFF2-40B4-BE49-F238E27FC236}">
                <a16:creationId xmlns="" xmlns:a16="http://schemas.microsoft.com/office/drawing/2014/main" id="{D5E8E853-C9EA-D32A-1B26-37B980CF04A7}"/>
              </a:ext>
            </a:extLst>
          </p:cNvPr>
          <p:cNvSpPr/>
          <p:nvPr/>
        </p:nvSpPr>
        <p:spPr>
          <a:xfrm>
            <a:off x="7278252" y="4724447"/>
            <a:ext cx="2729610" cy="1095607"/>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defTabSz="688975"/>
            <a:r>
              <a:rPr lang="en-US" sz="2200">
                <a:solidFill>
                  <a:srgbClr val="0E47A1"/>
                </a:solidFill>
                <a:latin typeface="Calibri Light"/>
              </a:rPr>
              <a:t>	</a:t>
            </a:r>
          </a:p>
          <a:p>
            <a:pPr defTabSz="688975"/>
            <a:r>
              <a:rPr lang="en-US" sz="2200">
                <a:solidFill>
                  <a:srgbClr val="0E47A1"/>
                </a:solidFill>
                <a:latin typeface="Calibri Light"/>
              </a:rPr>
              <a:t>	E</a:t>
            </a:r>
            <a:r>
              <a:rPr lang="en-US" sz="2200">
                <a:solidFill>
                  <a:srgbClr val="0E47A1"/>
                </a:solidFill>
                <a:latin typeface="Calibri Light"/>
                <a:sym typeface="Wingdings" panose="05000000000000000000" pitchFamily="2" charset="2"/>
              </a:rPr>
              <a:t> </a:t>
            </a:r>
          </a:p>
          <a:p>
            <a:pPr defTabSz="688975"/>
            <a:r>
              <a:rPr lang="en-US" sz="2200">
                <a:solidFill>
                  <a:srgbClr val="0E47A1"/>
                </a:solidFill>
                <a:latin typeface="Calibri Light"/>
                <a:sym typeface="Wingdings" panose="05000000000000000000" pitchFamily="2" charset="2"/>
              </a:rPr>
              <a:t>	T</a:t>
            </a:r>
            <a:endParaRPr lang="en-US" sz="2200">
              <a:solidFill>
                <a:srgbClr val="0E47A1"/>
              </a:solidFill>
              <a:latin typeface="Calibri Light"/>
            </a:endParaRPr>
          </a:p>
        </p:txBody>
      </p:sp>
      <p:graphicFrame>
        <p:nvGraphicFramePr>
          <p:cNvPr id="8" name="Table 7">
            <a:extLst>
              <a:ext uri="{FF2B5EF4-FFF2-40B4-BE49-F238E27FC236}">
                <a16:creationId xmlns="" xmlns:a16="http://schemas.microsoft.com/office/drawing/2014/main" id="{C469583D-268F-A7DF-8B5A-1344E045FF37}"/>
              </a:ext>
            </a:extLst>
          </p:cNvPr>
          <p:cNvGraphicFramePr>
            <a:graphicFrameLocks noGrp="1"/>
          </p:cNvGraphicFramePr>
          <p:nvPr>
            <p:extLst>
              <p:ext uri="{D42A27DB-BD31-4B8C-83A1-F6EECF244321}">
                <p14:modId xmlns:p14="http://schemas.microsoft.com/office/powerpoint/2010/main" val="512158817"/>
              </p:ext>
            </p:extLst>
          </p:nvPr>
        </p:nvGraphicFramePr>
        <p:xfrm>
          <a:off x="2034939" y="5889009"/>
          <a:ext cx="2558904" cy="370840"/>
        </p:xfrm>
        <a:graphic>
          <a:graphicData uri="http://schemas.openxmlformats.org/drawingml/2006/table">
            <a:tbl>
              <a:tblPr firstRow="1" bandRow="1">
                <a:tableStyleId>{D7AC3CCA-C797-4891-BE02-D94E43425B78}</a:tableStyleId>
              </a:tblPr>
              <a:tblGrid>
                <a:gridCol w="639726">
                  <a:extLst>
                    <a:ext uri="{9D8B030D-6E8A-4147-A177-3AD203B41FA5}">
                      <a16:colId xmlns="" xmlns:a16="http://schemas.microsoft.com/office/drawing/2014/main" val="20000"/>
                    </a:ext>
                  </a:extLst>
                </a:gridCol>
                <a:gridCol w="639726">
                  <a:extLst>
                    <a:ext uri="{9D8B030D-6E8A-4147-A177-3AD203B41FA5}">
                      <a16:colId xmlns="" xmlns:a16="http://schemas.microsoft.com/office/drawing/2014/main" val="20001"/>
                    </a:ext>
                  </a:extLst>
                </a:gridCol>
                <a:gridCol w="639726">
                  <a:extLst>
                    <a:ext uri="{9D8B030D-6E8A-4147-A177-3AD203B41FA5}">
                      <a16:colId xmlns="" xmlns:a16="http://schemas.microsoft.com/office/drawing/2014/main" val="20002"/>
                    </a:ext>
                  </a:extLst>
                </a:gridCol>
                <a:gridCol w="639726">
                  <a:extLst>
                    <a:ext uri="{9D8B030D-6E8A-4147-A177-3AD203B41FA5}">
                      <a16:colId xmlns="" xmlns:a16="http://schemas.microsoft.com/office/drawing/2014/main" val="20003"/>
                    </a:ext>
                  </a:extLst>
                </a:gridCol>
              </a:tblGrid>
              <a:tr h="370840">
                <a:tc>
                  <a:txBody>
                    <a:bodyPr/>
                    <a:lstStyle/>
                    <a:p>
                      <a:pPr algn="ctr"/>
                      <a:r>
                        <a:rPr lang="en-US"/>
                        <a:t>3</a:t>
                      </a:r>
                    </a:p>
                  </a:txBody>
                  <a:tcPr marL="91416" marR="91416">
                    <a:noFill/>
                  </a:tcPr>
                </a:tc>
                <a:tc>
                  <a:txBody>
                    <a:bodyPr/>
                    <a:lstStyle/>
                    <a:p>
                      <a:pPr algn="ctr"/>
                      <a:r>
                        <a:rPr lang="en-US"/>
                        <a:t>*</a:t>
                      </a:r>
                    </a:p>
                  </a:txBody>
                  <a:tcPr marL="91416" marR="91416">
                    <a:noFill/>
                  </a:tcPr>
                </a:tc>
                <a:tc>
                  <a:txBody>
                    <a:bodyPr/>
                    <a:lstStyle/>
                    <a:p>
                      <a:pPr algn="ctr"/>
                      <a:r>
                        <a:rPr lang="en-US"/>
                        <a:t>4</a:t>
                      </a:r>
                    </a:p>
                  </a:txBody>
                  <a:tcPr marL="91416" marR="91416">
                    <a:noFill/>
                  </a:tcPr>
                </a:tc>
                <a:tc>
                  <a:txBody>
                    <a:bodyPr/>
                    <a:lstStyle/>
                    <a:p>
                      <a:pPr algn="ctr"/>
                      <a:r>
                        <a:rPr lang="en-US"/>
                        <a:t>$</a:t>
                      </a:r>
                    </a:p>
                  </a:txBody>
                  <a:tcPr marL="91416" marR="91416">
                    <a:noFill/>
                  </a:tcPr>
                </a:tc>
                <a:extLst>
                  <a:ext uri="{0D108BD9-81ED-4DB2-BD59-A6C34878D82A}">
                    <a16:rowId xmlns="" xmlns:a16="http://schemas.microsoft.com/office/drawing/2014/main" val="10000"/>
                  </a:ext>
                </a:extLst>
              </a:tr>
            </a:tbl>
          </a:graphicData>
        </a:graphic>
      </p:graphicFrame>
      <p:cxnSp>
        <p:nvCxnSpPr>
          <p:cNvPr id="9" name="Straight Arrow Connector 8">
            <a:extLst>
              <a:ext uri="{FF2B5EF4-FFF2-40B4-BE49-F238E27FC236}">
                <a16:creationId xmlns="" xmlns:a16="http://schemas.microsoft.com/office/drawing/2014/main" id="{47954974-B177-EE3A-FE63-842309668ABF}"/>
              </a:ext>
            </a:extLst>
          </p:cNvPr>
          <p:cNvCxnSpPr/>
          <p:nvPr/>
        </p:nvCxnSpPr>
        <p:spPr>
          <a:xfrm flipH="1" flipV="1">
            <a:off x="2353374" y="6140671"/>
            <a:ext cx="0" cy="3383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 xmlns:a16="http://schemas.microsoft.com/office/drawing/2014/main" id="{A21429AD-27AF-74D0-C794-E9ADB751A178}"/>
              </a:ext>
            </a:extLst>
          </p:cNvPr>
          <p:cNvCxnSpPr/>
          <p:nvPr/>
        </p:nvCxnSpPr>
        <p:spPr>
          <a:xfrm flipH="1">
            <a:off x="2264074" y="117423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 xmlns:a16="http://schemas.microsoft.com/office/drawing/2014/main" id="{994493A9-97E5-D21A-E371-DF88D63524B3}"/>
              </a:ext>
            </a:extLst>
          </p:cNvPr>
          <p:cNvCxnSpPr/>
          <p:nvPr/>
        </p:nvCxnSpPr>
        <p:spPr>
          <a:xfrm flipH="1">
            <a:off x="3406776" y="17526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 xmlns:a16="http://schemas.microsoft.com/office/drawing/2014/main" id="{F268ABD2-0879-34C0-1F5F-49DC8C0E1B5F}"/>
              </a:ext>
            </a:extLst>
          </p:cNvPr>
          <p:cNvCxnSpPr/>
          <p:nvPr/>
        </p:nvCxnSpPr>
        <p:spPr>
          <a:xfrm flipH="1">
            <a:off x="3586635" y="22860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 xmlns:a16="http://schemas.microsoft.com/office/drawing/2014/main" id="{D077C8E9-6E64-ADBC-D7A8-CA5FEA4E1DFA}"/>
              </a:ext>
            </a:extLst>
          </p:cNvPr>
          <p:cNvCxnSpPr/>
          <p:nvPr/>
        </p:nvCxnSpPr>
        <p:spPr>
          <a:xfrm flipH="1">
            <a:off x="9796367" y="111177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 xmlns:a16="http://schemas.microsoft.com/office/drawing/2014/main" id="{A185F13B-935B-ED8E-142A-EA282C416018}"/>
              </a:ext>
            </a:extLst>
          </p:cNvPr>
          <p:cNvCxnSpPr/>
          <p:nvPr/>
        </p:nvCxnSpPr>
        <p:spPr>
          <a:xfrm flipH="1">
            <a:off x="9050979" y="1667656"/>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 xmlns:a16="http://schemas.microsoft.com/office/drawing/2014/main" id="{FEB875A3-A4ED-7CF4-82E7-7E124F8E0905}"/>
              </a:ext>
            </a:extLst>
          </p:cNvPr>
          <p:cNvCxnSpPr/>
          <p:nvPr/>
        </p:nvCxnSpPr>
        <p:spPr>
          <a:xfrm flipH="1">
            <a:off x="9846703" y="19812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 xmlns:a16="http://schemas.microsoft.com/office/drawing/2014/main" id="{B01AB17F-0BB2-2216-EDDC-12D8C1F2B77D}"/>
              </a:ext>
            </a:extLst>
          </p:cNvPr>
          <p:cNvCxnSpPr/>
          <p:nvPr/>
        </p:nvCxnSpPr>
        <p:spPr>
          <a:xfrm flipH="1" flipV="1">
            <a:off x="2994037" y="6140671"/>
            <a:ext cx="0" cy="3383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7" name="Straight Arrow Connector 16">
            <a:extLst>
              <a:ext uri="{FF2B5EF4-FFF2-40B4-BE49-F238E27FC236}">
                <a16:creationId xmlns="" xmlns:a16="http://schemas.microsoft.com/office/drawing/2014/main" id="{38BFFF5D-2F54-6371-F6A7-F58E1E660396}"/>
              </a:ext>
            </a:extLst>
          </p:cNvPr>
          <p:cNvCxnSpPr/>
          <p:nvPr/>
        </p:nvCxnSpPr>
        <p:spPr>
          <a:xfrm flipH="1">
            <a:off x="2644998" y="25908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 xmlns:a16="http://schemas.microsoft.com/office/drawing/2014/main" id="{7F5E6116-4EAA-6AE5-629D-A5BA73EE2200}"/>
              </a:ext>
            </a:extLst>
          </p:cNvPr>
          <p:cNvCxnSpPr/>
          <p:nvPr/>
        </p:nvCxnSpPr>
        <p:spPr>
          <a:xfrm flipH="1">
            <a:off x="5463664" y="117423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 xmlns:a16="http://schemas.microsoft.com/office/drawing/2014/main" id="{3A003406-86E0-8DB2-1D24-77FDFF2765A0}"/>
              </a:ext>
            </a:extLst>
          </p:cNvPr>
          <p:cNvCxnSpPr/>
          <p:nvPr/>
        </p:nvCxnSpPr>
        <p:spPr>
          <a:xfrm flipH="1">
            <a:off x="6306620" y="17526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 xmlns:a16="http://schemas.microsoft.com/office/drawing/2014/main" id="{3EB77D63-C647-E68E-870F-7B3B06E3546F}"/>
              </a:ext>
            </a:extLst>
          </p:cNvPr>
          <p:cNvCxnSpPr/>
          <p:nvPr/>
        </p:nvCxnSpPr>
        <p:spPr>
          <a:xfrm flipH="1">
            <a:off x="6339714" y="2272259"/>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 xmlns:a16="http://schemas.microsoft.com/office/drawing/2014/main" id="{8DB47834-F82E-3D72-EE6D-3C8C0E6D129A}"/>
              </a:ext>
            </a:extLst>
          </p:cNvPr>
          <p:cNvCxnSpPr/>
          <p:nvPr/>
        </p:nvCxnSpPr>
        <p:spPr>
          <a:xfrm flipH="1">
            <a:off x="9778727" y="111177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 xmlns:a16="http://schemas.microsoft.com/office/drawing/2014/main" id="{18B681AA-6E28-DCB6-D9C4-CDA27BE0FFE2}"/>
              </a:ext>
            </a:extLst>
          </p:cNvPr>
          <p:cNvCxnSpPr/>
          <p:nvPr/>
        </p:nvCxnSpPr>
        <p:spPr>
          <a:xfrm flipH="1">
            <a:off x="9050979" y="1667656"/>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 xmlns:a16="http://schemas.microsoft.com/office/drawing/2014/main" id="{DED97363-F357-2112-278E-406668CDA894}"/>
              </a:ext>
            </a:extLst>
          </p:cNvPr>
          <p:cNvCxnSpPr/>
          <p:nvPr/>
        </p:nvCxnSpPr>
        <p:spPr>
          <a:xfrm flipH="1">
            <a:off x="9816818" y="19812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 xmlns:a16="http://schemas.microsoft.com/office/drawing/2014/main" id="{467EFEB8-86A4-F68C-0A8E-E5580D526054}"/>
              </a:ext>
            </a:extLst>
          </p:cNvPr>
          <p:cNvCxnSpPr/>
          <p:nvPr/>
        </p:nvCxnSpPr>
        <p:spPr>
          <a:xfrm flipH="1" flipV="1">
            <a:off x="3603478" y="6140671"/>
            <a:ext cx="0" cy="3383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 xmlns:a16="http://schemas.microsoft.com/office/drawing/2014/main" id="{7124319C-5E7B-421C-A8C4-2FCA364B2F35}"/>
              </a:ext>
            </a:extLst>
          </p:cNvPr>
          <p:cNvCxnSpPr/>
          <p:nvPr/>
        </p:nvCxnSpPr>
        <p:spPr>
          <a:xfrm flipH="1">
            <a:off x="6962626" y="2570723"/>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 xmlns:a16="http://schemas.microsoft.com/office/drawing/2014/main" id="{08CE94D8-4FE1-6DD5-899C-C8982BD2BCD0}"/>
              </a:ext>
            </a:extLst>
          </p:cNvPr>
          <p:cNvCxnSpPr/>
          <p:nvPr/>
        </p:nvCxnSpPr>
        <p:spPr>
          <a:xfrm flipH="1">
            <a:off x="7027925" y="3107871"/>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 xmlns:a16="http://schemas.microsoft.com/office/drawing/2014/main" id="{10C75E7F-E158-1FEC-7B31-C77953A968E9}"/>
              </a:ext>
            </a:extLst>
          </p:cNvPr>
          <p:cNvCxnSpPr/>
          <p:nvPr/>
        </p:nvCxnSpPr>
        <p:spPr>
          <a:xfrm flipH="1">
            <a:off x="9796367" y="111177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 xmlns:a16="http://schemas.microsoft.com/office/drawing/2014/main" id="{134360B1-FC5A-0A75-E190-C4B081148D5C}"/>
              </a:ext>
            </a:extLst>
          </p:cNvPr>
          <p:cNvCxnSpPr/>
          <p:nvPr/>
        </p:nvCxnSpPr>
        <p:spPr>
          <a:xfrm flipH="1">
            <a:off x="9050979" y="1667656"/>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 xmlns:a16="http://schemas.microsoft.com/office/drawing/2014/main" id="{E189D3C1-CA69-F790-0FE3-67598247372C}"/>
              </a:ext>
            </a:extLst>
          </p:cNvPr>
          <p:cNvCxnSpPr/>
          <p:nvPr/>
        </p:nvCxnSpPr>
        <p:spPr>
          <a:xfrm flipH="1">
            <a:off x="9846703" y="19812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 xmlns:a16="http://schemas.microsoft.com/office/drawing/2014/main" id="{0A1CD796-FD52-0B85-5319-97A87E82E508}"/>
              </a:ext>
            </a:extLst>
          </p:cNvPr>
          <p:cNvCxnSpPr/>
          <p:nvPr/>
        </p:nvCxnSpPr>
        <p:spPr>
          <a:xfrm flipH="1" flipV="1">
            <a:off x="4283590" y="6169699"/>
            <a:ext cx="0" cy="3383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1" name="Straight Arrow Connector 30">
            <a:extLst>
              <a:ext uri="{FF2B5EF4-FFF2-40B4-BE49-F238E27FC236}">
                <a16:creationId xmlns="" xmlns:a16="http://schemas.microsoft.com/office/drawing/2014/main" id="{DBF2B140-07B6-B19F-D47D-535A832E9532}"/>
              </a:ext>
            </a:extLst>
          </p:cNvPr>
          <p:cNvCxnSpPr/>
          <p:nvPr/>
        </p:nvCxnSpPr>
        <p:spPr>
          <a:xfrm flipH="1">
            <a:off x="6108076" y="34290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2" name="Straight Arrow Connector 31">
            <a:extLst>
              <a:ext uri="{FF2B5EF4-FFF2-40B4-BE49-F238E27FC236}">
                <a16:creationId xmlns="" xmlns:a16="http://schemas.microsoft.com/office/drawing/2014/main" id="{A4466868-98E6-651A-DCEA-5F5E04624F85}"/>
              </a:ext>
            </a:extLst>
          </p:cNvPr>
          <p:cNvCxnSpPr/>
          <p:nvPr/>
        </p:nvCxnSpPr>
        <p:spPr>
          <a:xfrm flipH="1">
            <a:off x="5463664" y="117423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 xmlns:a16="http://schemas.microsoft.com/office/drawing/2014/main" id="{DCB78914-B109-6E39-BD41-827718FA43DA}"/>
              </a:ext>
            </a:extLst>
          </p:cNvPr>
          <p:cNvCxnSpPr/>
          <p:nvPr/>
        </p:nvCxnSpPr>
        <p:spPr>
          <a:xfrm flipH="1">
            <a:off x="6321609" y="17526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 xmlns:a16="http://schemas.microsoft.com/office/drawing/2014/main" id="{0573DE78-04E4-3987-11C3-3E91CAF9089B}"/>
              </a:ext>
            </a:extLst>
          </p:cNvPr>
          <p:cNvCxnSpPr/>
          <p:nvPr/>
        </p:nvCxnSpPr>
        <p:spPr>
          <a:xfrm flipH="1">
            <a:off x="5240122" y="50292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 xmlns:a16="http://schemas.microsoft.com/office/drawing/2014/main" id="{F6AE83BB-BD9D-628F-4FEE-C903E79D97B5}"/>
              </a:ext>
            </a:extLst>
          </p:cNvPr>
          <p:cNvCxnSpPr/>
          <p:nvPr/>
        </p:nvCxnSpPr>
        <p:spPr>
          <a:xfrm flipH="1">
            <a:off x="5829555" y="52578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 xmlns:a16="http://schemas.microsoft.com/office/drawing/2014/main" id="{690B0632-DAC8-AFDD-C3F9-62F1929FFB6E}"/>
              </a:ext>
            </a:extLst>
          </p:cNvPr>
          <p:cNvCxnSpPr/>
          <p:nvPr/>
        </p:nvCxnSpPr>
        <p:spPr>
          <a:xfrm flipH="1">
            <a:off x="3130780" y="36576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 xmlns:a16="http://schemas.microsoft.com/office/drawing/2014/main" id="{EB136A1D-8713-67F8-4E67-AE639B24B228}"/>
              </a:ext>
            </a:extLst>
          </p:cNvPr>
          <p:cNvCxnSpPr/>
          <p:nvPr/>
        </p:nvCxnSpPr>
        <p:spPr>
          <a:xfrm flipH="1">
            <a:off x="3773964" y="419100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38" name="Rectangle 37">
            <a:extLst>
              <a:ext uri="{FF2B5EF4-FFF2-40B4-BE49-F238E27FC236}">
                <a16:creationId xmlns="" xmlns:a16="http://schemas.microsoft.com/office/drawing/2014/main" id="{C28BE073-A8A2-230B-8213-FE3E5C985604}"/>
              </a:ext>
            </a:extLst>
          </p:cNvPr>
          <p:cNvSpPr/>
          <p:nvPr/>
        </p:nvSpPr>
        <p:spPr>
          <a:xfrm>
            <a:off x="1126836" y="1079112"/>
            <a:ext cx="1637873" cy="183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0C0"/>
              </a:solidFill>
              <a:latin typeface="Calibri Light"/>
            </a:endParaRPr>
          </a:p>
        </p:txBody>
      </p:sp>
      <p:sp>
        <p:nvSpPr>
          <p:cNvPr id="39" name="Rectangle 38">
            <a:extLst>
              <a:ext uri="{FF2B5EF4-FFF2-40B4-BE49-F238E27FC236}">
                <a16:creationId xmlns="" xmlns:a16="http://schemas.microsoft.com/office/drawing/2014/main" id="{02C8EC9D-D8DA-3F94-2059-9797070D6FCE}"/>
              </a:ext>
            </a:extLst>
          </p:cNvPr>
          <p:cNvSpPr/>
          <p:nvPr/>
        </p:nvSpPr>
        <p:spPr>
          <a:xfrm>
            <a:off x="8274102" y="5029247"/>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err="1">
                <a:solidFill>
                  <a:srgbClr val="0E47A1"/>
                </a:solidFill>
                <a:latin typeface="Calibri Light"/>
              </a:rPr>
              <a:t>num</a:t>
            </a:r>
            <a:endParaRPr lang="en-US" sz="2200">
              <a:solidFill>
                <a:srgbClr val="0E47A1"/>
              </a:solidFill>
              <a:latin typeface="Calibri Light"/>
            </a:endParaRPr>
          </a:p>
        </p:txBody>
      </p:sp>
      <p:sp>
        <p:nvSpPr>
          <p:cNvPr id="40" name="Rectangle 39">
            <a:extLst>
              <a:ext uri="{FF2B5EF4-FFF2-40B4-BE49-F238E27FC236}">
                <a16:creationId xmlns="" xmlns:a16="http://schemas.microsoft.com/office/drawing/2014/main" id="{18393A22-E2F3-0776-8942-1C1A164A1576}"/>
              </a:ext>
            </a:extLst>
          </p:cNvPr>
          <p:cNvSpPr/>
          <p:nvPr/>
        </p:nvSpPr>
        <p:spPr>
          <a:xfrm>
            <a:off x="8706741" y="5033618"/>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T</a:t>
            </a:r>
          </a:p>
        </p:txBody>
      </p:sp>
      <p:sp>
        <p:nvSpPr>
          <p:cNvPr id="41" name="Rectangle 40">
            <a:extLst>
              <a:ext uri="{FF2B5EF4-FFF2-40B4-BE49-F238E27FC236}">
                <a16:creationId xmlns="" xmlns:a16="http://schemas.microsoft.com/office/drawing/2014/main" id="{3B382591-7294-9309-E1A2-FA8BA08BD9BC}"/>
              </a:ext>
            </a:extLst>
          </p:cNvPr>
          <p:cNvSpPr/>
          <p:nvPr/>
        </p:nvSpPr>
        <p:spPr>
          <a:xfrm>
            <a:off x="8454741" y="5334047"/>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err="1">
                <a:solidFill>
                  <a:srgbClr val="0E47A1"/>
                </a:solidFill>
                <a:latin typeface="Calibri Light"/>
              </a:rPr>
              <a:t>num</a:t>
            </a:r>
            <a:endParaRPr lang="en-US" sz="2200">
              <a:solidFill>
                <a:srgbClr val="0E47A1"/>
              </a:solidFill>
              <a:latin typeface="Calibri Light"/>
            </a:endParaRPr>
          </a:p>
        </p:txBody>
      </p:sp>
      <p:sp>
        <p:nvSpPr>
          <p:cNvPr id="42" name="Rectangle 41">
            <a:extLst>
              <a:ext uri="{FF2B5EF4-FFF2-40B4-BE49-F238E27FC236}">
                <a16:creationId xmlns="" xmlns:a16="http://schemas.microsoft.com/office/drawing/2014/main" id="{7CBCA623-12CD-A7EB-F20B-16F248F538CF}"/>
              </a:ext>
            </a:extLst>
          </p:cNvPr>
          <p:cNvSpPr/>
          <p:nvPr/>
        </p:nvSpPr>
        <p:spPr>
          <a:xfrm>
            <a:off x="8054932" y="5437710"/>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a:t>
            </a:r>
          </a:p>
        </p:txBody>
      </p:sp>
      <p:sp>
        <p:nvSpPr>
          <p:cNvPr id="43" name="Rectangle 42">
            <a:extLst>
              <a:ext uri="{FF2B5EF4-FFF2-40B4-BE49-F238E27FC236}">
                <a16:creationId xmlns="" xmlns:a16="http://schemas.microsoft.com/office/drawing/2014/main" id="{910EBE64-98C4-3CA5-2DBF-C2DFFE34798B}"/>
              </a:ext>
            </a:extLst>
          </p:cNvPr>
          <p:cNvSpPr/>
          <p:nvPr/>
        </p:nvSpPr>
        <p:spPr>
          <a:xfrm>
            <a:off x="8814228" y="5338418"/>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T</a:t>
            </a:r>
          </a:p>
        </p:txBody>
      </p:sp>
      <p:sp>
        <p:nvSpPr>
          <p:cNvPr id="44" name="Rectangle 43">
            <a:extLst>
              <a:ext uri="{FF2B5EF4-FFF2-40B4-BE49-F238E27FC236}">
                <a16:creationId xmlns="" xmlns:a16="http://schemas.microsoft.com/office/drawing/2014/main" id="{DC2D05C2-495E-DC28-4255-72435A53F9DA}"/>
              </a:ext>
            </a:extLst>
          </p:cNvPr>
          <p:cNvSpPr/>
          <p:nvPr/>
        </p:nvSpPr>
        <p:spPr>
          <a:xfrm>
            <a:off x="9076142" y="5319615"/>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 </a:t>
            </a:r>
            <a:r>
              <a:rPr lang="en-US" sz="2200">
                <a:solidFill>
                  <a:srgbClr val="0E47A1"/>
                </a:solidFill>
                <a:latin typeface="Calibri Light"/>
                <a:ea typeface="Cambria Math" panose="02040503050406030204" pitchFamily="18" charset="0"/>
              </a:rPr>
              <a:t>𝜖</a:t>
            </a:r>
            <a:endParaRPr lang="en-US" sz="2200">
              <a:solidFill>
                <a:srgbClr val="0E47A1"/>
              </a:solidFill>
              <a:latin typeface="Calibri Light"/>
            </a:endParaRPr>
          </a:p>
        </p:txBody>
      </p:sp>
      <p:sp>
        <p:nvSpPr>
          <p:cNvPr id="45" name="Rectangle 44">
            <a:extLst>
              <a:ext uri="{FF2B5EF4-FFF2-40B4-BE49-F238E27FC236}">
                <a16:creationId xmlns="" xmlns:a16="http://schemas.microsoft.com/office/drawing/2014/main" id="{3491B79B-9B3A-9A17-56C1-ADF5B8FE9FE5}"/>
              </a:ext>
            </a:extLst>
          </p:cNvPr>
          <p:cNvSpPr/>
          <p:nvPr/>
        </p:nvSpPr>
        <p:spPr>
          <a:xfrm>
            <a:off x="4254593" y="1074384"/>
            <a:ext cx="1637873" cy="18363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Light"/>
            </a:endParaRPr>
          </a:p>
        </p:txBody>
      </p:sp>
      <p:sp>
        <p:nvSpPr>
          <p:cNvPr id="46" name="Rectangle 45">
            <a:extLst>
              <a:ext uri="{FF2B5EF4-FFF2-40B4-BE49-F238E27FC236}">
                <a16:creationId xmlns="" xmlns:a16="http://schemas.microsoft.com/office/drawing/2014/main" id="{F1A19F90-55B5-7618-D6DB-35E9E5E3432D}"/>
              </a:ext>
            </a:extLst>
          </p:cNvPr>
          <p:cNvSpPr/>
          <p:nvPr/>
        </p:nvSpPr>
        <p:spPr>
          <a:xfrm>
            <a:off x="4680638" y="5900311"/>
            <a:ext cx="1356257" cy="359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a:solidFill>
                  <a:srgbClr val="00B050"/>
                </a:solidFill>
                <a:latin typeface="Calibri Light"/>
              </a:rPr>
              <a:t>Success</a:t>
            </a:r>
          </a:p>
        </p:txBody>
      </p:sp>
    </p:spTree>
    <p:extLst>
      <p:ext uri="{BB962C8B-B14F-4D97-AF65-F5344CB8AC3E}">
        <p14:creationId xmlns:p14="http://schemas.microsoft.com/office/powerpoint/2010/main" val="12284727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dur="50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par>
                                <p:cTn id="8" presetID="1" presetClass="entr" presetSubtype="0" dur="1" fill="hold" nodeType="withEffect">
                                  <p:stCondLst>
                                    <p:cond delay="0"/>
                                  </p:stCondLst>
                                  <p:childTnLst>
                                    <p:set>
                                      <p:cBhvr>
                                        <p:cTn id="9"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10" fill="hold">
                      <p:stCondLst>
                        <p:cond delay="indefinite"/>
                      </p:stCondLst>
                      <p:childTnLst>
                        <p:par>
                          <p:cTn id="11" fill="hold">
                            <p:stCondLst>
                              <p:cond delay="0"/>
                            </p:stCondLst>
                            <p:childTnLst>
                              <p:par>
                                <p:cTn id="12" presetID="1" presetClass="entr" presetSubtype="0" dur="1" fill="hold" nodeType="clickEffect">
                                  <p:stCondLst>
                                    <p:cond delay="0"/>
                                  </p:stCondLst>
                                  <p:childTnLst>
                                    <p:set>
                                      <p:cBhvr>
                                        <p:cTn id="13"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22" presetClass="entr" presetSubtype="1" dur="500" fill="hold" grpId="0" nodeType="clickEffect">
                                  <p:stCondLst>
                                    <p:cond delay="0"/>
                                  </p:stCondLst>
                                  <p:childTnLst>
                                    <p:set>
                                      <p:cBhvr>
                                        <p:cTn id="17" dur="1" fill="hold">
                                          <p:stCondLst>
                                            <p:cond delay="0"/>
                                          </p:stCondLst>
                                        </p:cTn>
                                        <p:tgtEl>
                                          <p:spTgt spid="3"/>
                                        </p:tgtEl>
                                        <p:attrNameLst>
                                          <p:attrName>style.visibility</p:attrName>
                                        </p:attrNameLst>
                                      </p:cBhvr>
                                      <p:to>
                                        <p:strVal val="visible"/>
                                      </p:to>
                                    </p:set>
                                    <p:animEffect transition="in" filter="wipe(up)">
                                      <p:cBhvr>
                                        <p:cTn id="18" dur="500"/>
                                        <p:tgtEl>
                                          <p:spTgt spid="3"/>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xit" presetSubtype="8" dur="500" fill="hold" grpId="0" nodeType="clickEffect">
                                  <p:stCondLst>
                                    <p:cond delay="0"/>
                                  </p:stCondLst>
                                  <p:childTnLst>
                                    <p:animEffect transition="out" filter="wipe(left)">
                                      <p:cBhvr>
                                        <p:cTn id="22" dur="500"/>
                                        <p:tgtEl>
                                          <p:spTgt spid="38"/>
                                        </p:tgtEl>
                                      </p:cBhvr>
                                    </p:animEffect>
                                    <p:set>
                                      <p:cBhvr>
                                        <p:cTn id="23" dur="1" fill="hold">
                                          <p:stCondLst>
                                            <p:cond delay="499"/>
                                          </p:stCondLst>
                                        </p:cTn>
                                        <p:tgtEl>
                                          <p:spTgt spid="38"/>
                                        </p:tgtEl>
                                        <p:attrNameLst>
                                          <p:attrName>style.visibility</p:attrName>
                                        </p:attrNameLst>
                                      </p:cBhvr>
                                      <p:to>
                                        <p:strVal val="hidden"/>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dur="1" fill="hold" grpId="0" nodeType="clickEffect">
                                  <p:stCondLst>
                                    <p:cond delay="0"/>
                                  </p:stCondLst>
                                  <p:childTnLst>
                                    <p:set>
                                      <p:cBhvr>
                                        <p:cTn id="27" dur="1" fill="hold">
                                          <p:stCondLst>
                                            <p:cond delay="0"/>
                                          </p:stCondLst>
                                        </p:cTn>
                                        <p:tgtEl>
                                          <p:spTgt spid="39"/>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dur="1" fill="hold" nodeType="clickEffect">
                                  <p:stCondLst>
                                    <p:cond delay="0"/>
                                  </p:stCondLst>
                                  <p:childTnLst>
                                    <p:set>
                                      <p:cBhvr>
                                        <p:cTn id="31"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dur="1" fill="hold" nodeType="clickEffect">
                                  <p:stCondLst>
                                    <p:cond delay="0"/>
                                  </p:stCondLst>
                                  <p:childTnLst>
                                    <p:set>
                                      <p:cBhvr>
                                        <p:cTn id="35"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dur="1" fill="hold" nodeType="clickEffect">
                                  <p:stCondLst>
                                    <p:cond delay="0"/>
                                  </p:stCondLst>
                                  <p:childTnLst>
                                    <p:set>
                                      <p:cBhvr>
                                        <p:cTn id="39"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dur="1" fill="hold" nodeType="clickEffect">
                                  <p:stCondLst>
                                    <p:cond delay="0"/>
                                  </p:stCondLst>
                                  <p:childTnLst>
                                    <p:set>
                                      <p:cBhvr>
                                        <p:cTn id="43"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22" presetClass="entr" presetSubtype="1" dur="500" fill="hold" grpId="0" nodeType="clickEffect">
                                  <p:stCondLst>
                                    <p:cond delay="0"/>
                                  </p:stCondLst>
                                  <p:childTnLst>
                                    <p:set>
                                      <p:cBhvr>
                                        <p:cTn id="47" dur="1" fill="hold">
                                          <p:stCondLst>
                                            <p:cond delay="0"/>
                                          </p:stCondLst>
                                        </p:cTn>
                                        <p:tgtEl>
                                          <p:spTgt spid="5"/>
                                        </p:tgtEl>
                                        <p:attrNameLst>
                                          <p:attrName>style.visibility</p:attrName>
                                        </p:attrNameLst>
                                      </p:cBhvr>
                                      <p:to>
                                        <p:strVal val="visible"/>
                                      </p:to>
                                    </p:set>
                                    <p:animEffect transition="in" filter="wipe(up)">
                                      <p:cBhvr>
                                        <p:cTn id="48" dur="500"/>
                                        <p:tgtEl>
                                          <p:spTgt spid="5"/>
                                        </p:tgtEl>
                                      </p:cBhvr>
                                    </p:animEffect>
                                  </p:childTnLst>
                                </p:cTn>
                              </p:par>
                            </p:childTnLst>
                          </p:cTn>
                        </p:par>
                      </p:childTnLst>
                    </p:cTn>
                  </p:par>
                  <p:par>
                    <p:cTn id="49" fill="hold">
                      <p:stCondLst>
                        <p:cond delay="indefinite"/>
                      </p:stCondLst>
                      <p:childTnLst>
                        <p:par>
                          <p:cTn id="50" fill="hold">
                            <p:stCondLst>
                              <p:cond delay="0"/>
                            </p:stCondLst>
                            <p:childTnLst>
                              <p:par>
                                <p:cTn id="51" presetID="1" presetClass="entr" presetSubtype="0" dur="1" fill="hold" grpId="0" nodeType="clickEffect">
                                  <p:stCondLst>
                                    <p:cond delay="0"/>
                                  </p:stCondLst>
                                  <p:childTnLst>
                                    <p:set>
                                      <p:cBhvr>
                                        <p:cTn id="52" dur="1" fill="hold">
                                          <p:stCondLst>
                                            <p:cond delay="0"/>
                                          </p:stCondLst>
                                        </p:cTn>
                                        <p:tgtEl>
                                          <p:spTgt spid="4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dur="1" fill="hold" nodeType="clickEffect">
                                  <p:stCondLst>
                                    <p:cond delay="0"/>
                                  </p:stCondLst>
                                  <p:childTnLst>
                                    <p:set>
                                      <p:cBhvr>
                                        <p:cTn id="5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dur="1" fill="hold" nodeType="clickEffect">
                                  <p:stCondLst>
                                    <p:cond delay="0"/>
                                  </p:stCondLst>
                                  <p:childTnLst>
                                    <p:set>
                                      <p:cBhvr>
                                        <p:cTn id="6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dur="1" fill="hold" nodeType="clickEffect">
                                  <p:stCondLst>
                                    <p:cond delay="0"/>
                                  </p:stCondLst>
                                  <p:childTnLst>
                                    <p:set>
                                      <p:cBhvr>
                                        <p:cTn id="6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dur="1" fill="hold" nodeType="clickEffect">
                                  <p:stCondLst>
                                    <p:cond delay="0"/>
                                  </p:stCondLst>
                                  <p:childTnLst>
                                    <p:set>
                                      <p:cBhvr>
                                        <p:cTn id="6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22" presetClass="entr" presetSubtype="1" dur="500" fill="hold" grpId="0" nodeType="clickEffect">
                                  <p:stCondLst>
                                    <p:cond delay="0"/>
                                  </p:stCondLst>
                                  <p:childTnLst>
                                    <p:set>
                                      <p:cBhvr>
                                        <p:cTn id="72" dur="1" fill="hold">
                                          <p:stCondLst>
                                            <p:cond delay="0"/>
                                          </p:stCondLst>
                                        </p:cTn>
                                        <p:tgtEl>
                                          <p:spTgt spid="6"/>
                                        </p:tgtEl>
                                        <p:attrNameLst>
                                          <p:attrName>style.visibility</p:attrName>
                                        </p:attrNameLst>
                                      </p:cBhvr>
                                      <p:to>
                                        <p:strVal val="visible"/>
                                      </p:to>
                                    </p:set>
                                    <p:animEffect transition="in" filter="wipe(up)">
                                      <p:cBhvr>
                                        <p:cTn id="73" dur="500"/>
                                        <p:tgtEl>
                                          <p:spTgt spid="6"/>
                                        </p:tgtEl>
                                      </p:cBhvr>
                                    </p:animEffect>
                                  </p:childTnLst>
                                </p:cTn>
                              </p:par>
                            </p:childTnLst>
                          </p:cTn>
                        </p:par>
                      </p:childTnLst>
                    </p:cTn>
                  </p:par>
                  <p:par>
                    <p:cTn id="74" fill="hold">
                      <p:stCondLst>
                        <p:cond delay="indefinite"/>
                      </p:stCondLst>
                      <p:childTnLst>
                        <p:par>
                          <p:cTn id="75" fill="hold">
                            <p:stCondLst>
                              <p:cond delay="0"/>
                            </p:stCondLst>
                            <p:childTnLst>
                              <p:par>
                                <p:cTn id="76" presetID="1" presetClass="entr" presetSubtype="0" dur="1" fill="hold" nodeType="clickEffect">
                                  <p:stCondLst>
                                    <p:cond delay="0"/>
                                  </p:stCondLst>
                                  <p:childTnLst>
                                    <p:set>
                                      <p:cBhvr>
                                        <p:cTn id="77"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78" fill="hold">
                      <p:stCondLst>
                        <p:cond delay="indefinite"/>
                      </p:stCondLst>
                      <p:childTnLst>
                        <p:par>
                          <p:cTn id="79" fill="hold">
                            <p:stCondLst>
                              <p:cond delay="0"/>
                            </p:stCondLst>
                            <p:childTnLst>
                              <p:par>
                                <p:cTn id="80" presetID="22" presetClass="entr" presetSubtype="1" dur="500" fill="hold" grpId="0" nodeType="clickEffect">
                                  <p:stCondLst>
                                    <p:cond delay="0"/>
                                  </p:stCondLst>
                                  <p:childTnLst>
                                    <p:set>
                                      <p:cBhvr>
                                        <p:cTn id="81" dur="1" fill="hold">
                                          <p:stCondLst>
                                            <p:cond delay="0"/>
                                          </p:stCondLst>
                                        </p:cTn>
                                        <p:tgtEl>
                                          <p:spTgt spid="4"/>
                                        </p:tgtEl>
                                        <p:attrNameLst>
                                          <p:attrName>style.visibility</p:attrName>
                                        </p:attrNameLst>
                                      </p:cBhvr>
                                      <p:to>
                                        <p:strVal val="visible"/>
                                      </p:to>
                                    </p:set>
                                    <p:animEffect transition="in" filter="wipe(up)">
                                      <p:cBhvr>
                                        <p:cTn id="82" dur="500"/>
                                        <p:tgtEl>
                                          <p:spTgt spid="4"/>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xit" presetSubtype="8" dur="500" fill="hold" grpId="0" nodeType="clickEffect">
                                  <p:stCondLst>
                                    <p:cond delay="0"/>
                                  </p:stCondLst>
                                  <p:childTnLst>
                                    <p:animEffect transition="out" filter="wipe(left)">
                                      <p:cBhvr>
                                        <p:cTn id="86" dur="500"/>
                                        <p:tgtEl>
                                          <p:spTgt spid="45"/>
                                        </p:tgtEl>
                                      </p:cBhvr>
                                    </p:animEffect>
                                    <p:set>
                                      <p:cBhvr>
                                        <p:cTn id="87" dur="1" fill="hold">
                                          <p:stCondLst>
                                            <p:cond delay="499"/>
                                          </p:stCondLst>
                                        </p:cTn>
                                        <p:tgtEl>
                                          <p:spTgt spid="45"/>
                                        </p:tgtEl>
                                        <p:attrNameLst>
                                          <p:attrName>style.visibility</p:attrName>
                                        </p:attrNameLst>
                                      </p:cBhvr>
                                      <p:to>
                                        <p:strVal val="hidden"/>
                                      </p:to>
                                    </p:set>
                                  </p:childTnLst>
                                </p:cTn>
                              </p:par>
                            </p:childTnLst>
                          </p:cTn>
                        </p:par>
                      </p:childTnLst>
                    </p:cTn>
                  </p:par>
                  <p:par>
                    <p:cTn id="88" fill="hold">
                      <p:stCondLst>
                        <p:cond delay="indefinite"/>
                      </p:stCondLst>
                      <p:childTnLst>
                        <p:par>
                          <p:cTn id="89" fill="hold">
                            <p:stCondLst>
                              <p:cond delay="0"/>
                            </p:stCondLst>
                            <p:childTnLst>
                              <p:par>
                                <p:cTn id="90" presetID="1" presetClass="entr" presetSubtype="0" dur="1" fill="hold" grpId="0" nodeType="clickEffect">
                                  <p:stCondLst>
                                    <p:cond delay="0"/>
                                  </p:stCondLst>
                                  <p:childTnLst>
                                    <p:set>
                                      <p:cBhvr>
                                        <p:cTn id="91" dur="1" fill="hold">
                                          <p:stCondLst>
                                            <p:cond delay="0"/>
                                          </p:stCondLst>
                                        </p:cTn>
                                        <p:tgtEl>
                                          <p:spTgt spid="42"/>
                                        </p:tgtEl>
                                        <p:attrNameLst>
                                          <p:attrName>style.visibility</p:attrName>
                                        </p:attrNameLst>
                                      </p:cBhvr>
                                      <p:to>
                                        <p:strVal val="visible"/>
                                      </p:to>
                                    </p:set>
                                  </p:childTnLst>
                                </p:cTn>
                              </p:par>
                            </p:childTnLst>
                          </p:cTn>
                        </p:par>
                      </p:childTnLst>
                    </p:cTn>
                  </p:par>
                  <p:par>
                    <p:cTn id="92" fill="hold">
                      <p:stCondLst>
                        <p:cond delay="indefinite"/>
                      </p:stCondLst>
                      <p:childTnLst>
                        <p:par>
                          <p:cTn id="93" fill="hold">
                            <p:stCondLst>
                              <p:cond delay="0"/>
                            </p:stCondLst>
                            <p:childTnLst>
                              <p:par>
                                <p:cTn id="94" presetID="1" presetClass="entr" presetSubtype="0" dur="1" fill="hold" nodeType="clickEffect">
                                  <p:stCondLst>
                                    <p:cond delay="0"/>
                                  </p:stCondLst>
                                  <p:childTnLst>
                                    <p:set>
                                      <p:cBhvr>
                                        <p:cTn id="95"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96" fill="hold">
                      <p:stCondLst>
                        <p:cond delay="indefinite"/>
                      </p:stCondLst>
                      <p:childTnLst>
                        <p:par>
                          <p:cTn id="97" fill="hold">
                            <p:stCondLst>
                              <p:cond delay="0"/>
                            </p:stCondLst>
                            <p:childTnLst>
                              <p:par>
                                <p:cTn id="98" presetID="1" presetClass="entr" presetSubtype="0" dur="1" fill="hold" nodeType="clickEffect">
                                  <p:stCondLst>
                                    <p:cond delay="0"/>
                                  </p:stCondLst>
                                  <p:childTnLst>
                                    <p:set>
                                      <p:cBhvr>
                                        <p:cTn id="99"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00" fill="hold">
                      <p:stCondLst>
                        <p:cond delay="indefinite"/>
                      </p:stCondLst>
                      <p:childTnLst>
                        <p:par>
                          <p:cTn id="101" fill="hold">
                            <p:stCondLst>
                              <p:cond delay="0"/>
                            </p:stCondLst>
                            <p:childTnLst>
                              <p:par>
                                <p:cTn id="102" presetID="1" presetClass="entr" presetSubtype="0" dur="1" fill="hold" nodeType="clickEffect">
                                  <p:stCondLst>
                                    <p:cond delay="0"/>
                                  </p:stCondLst>
                                  <p:childTnLst>
                                    <p:set>
                                      <p:cBhvr>
                                        <p:cTn id="103"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04" fill="hold">
                      <p:stCondLst>
                        <p:cond delay="indefinite"/>
                      </p:stCondLst>
                      <p:childTnLst>
                        <p:par>
                          <p:cTn id="105" fill="hold">
                            <p:stCondLst>
                              <p:cond delay="0"/>
                            </p:stCondLst>
                            <p:childTnLst>
                              <p:par>
                                <p:cTn id="106" presetID="1" presetClass="entr" presetSubtype="0" dur="1" fill="hold" nodeType="clickEffect">
                                  <p:stCondLst>
                                    <p:cond delay="0"/>
                                  </p:stCondLst>
                                  <p:childTnLst>
                                    <p:set>
                                      <p:cBhvr>
                                        <p:cTn id="107"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08" fill="hold">
                      <p:stCondLst>
                        <p:cond delay="indefinite"/>
                      </p:stCondLst>
                      <p:childTnLst>
                        <p:par>
                          <p:cTn id="109" fill="hold">
                            <p:stCondLst>
                              <p:cond delay="0"/>
                            </p:stCondLst>
                            <p:childTnLst>
                              <p:par>
                                <p:cTn id="110" presetID="1" presetClass="entr" presetSubtype="0" dur="1" fill="hold" grpId="0" nodeType="clickEffect">
                                  <p:stCondLst>
                                    <p:cond delay="0"/>
                                  </p:stCondLst>
                                  <p:childTnLst>
                                    <p:set>
                                      <p:cBhvr>
                                        <p:cTn id="111" dur="1" fill="hold">
                                          <p:stCondLst>
                                            <p:cond delay="0"/>
                                          </p:stCondLst>
                                        </p:cTn>
                                        <p:tgtEl>
                                          <p:spTgt spid="41"/>
                                        </p:tgtEl>
                                        <p:attrNameLst>
                                          <p:attrName>style.visibility</p:attrName>
                                        </p:attrNameLst>
                                      </p:cBhvr>
                                      <p:to>
                                        <p:strVal val="visible"/>
                                      </p:to>
                                    </p:set>
                                  </p:childTnLst>
                                </p:cTn>
                              </p:par>
                            </p:childTnLst>
                          </p:cTn>
                        </p:par>
                      </p:childTnLst>
                    </p:cTn>
                  </p:par>
                  <p:par>
                    <p:cTn id="112" fill="hold">
                      <p:stCondLst>
                        <p:cond delay="indefinite"/>
                      </p:stCondLst>
                      <p:childTnLst>
                        <p:par>
                          <p:cTn id="113" fill="hold">
                            <p:stCondLst>
                              <p:cond delay="0"/>
                            </p:stCondLst>
                            <p:childTnLst>
                              <p:par>
                                <p:cTn id="114" presetID="1" presetClass="entr" presetSubtype="0" dur="1" fill="hold" nodeType="clickEffect">
                                  <p:stCondLst>
                                    <p:cond delay="0"/>
                                  </p:stCondLst>
                                  <p:childTnLst>
                                    <p:set>
                                      <p:cBhvr>
                                        <p:cTn id="115"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6" fill="hold">
                      <p:stCondLst>
                        <p:cond delay="indefinite"/>
                      </p:stCondLst>
                      <p:childTnLst>
                        <p:par>
                          <p:cTn id="117" fill="hold">
                            <p:stCondLst>
                              <p:cond delay="0"/>
                            </p:stCondLst>
                            <p:childTnLst>
                              <p:par>
                                <p:cTn id="118" presetID="1" presetClass="entr" presetSubtype="0" dur="1" fill="hold" nodeType="clickEffect">
                                  <p:stCondLst>
                                    <p:cond delay="0"/>
                                  </p:stCondLst>
                                  <p:childTnLst>
                                    <p:set>
                                      <p:cBhvr>
                                        <p:cTn id="119"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20" fill="hold">
                      <p:stCondLst>
                        <p:cond delay="indefinite"/>
                      </p:stCondLst>
                      <p:childTnLst>
                        <p:par>
                          <p:cTn id="121" fill="hold">
                            <p:stCondLst>
                              <p:cond delay="0"/>
                            </p:stCondLst>
                            <p:childTnLst>
                              <p:par>
                                <p:cTn id="122" presetID="1" presetClass="entr" presetSubtype="0" dur="1" fill="hold" nodeType="clickEffect">
                                  <p:stCondLst>
                                    <p:cond delay="0"/>
                                  </p:stCondLst>
                                  <p:childTnLst>
                                    <p:set>
                                      <p:cBhvr>
                                        <p:cTn id="123"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dur="1" fill="hold" grpId="0" nodeType="clickEffect">
                                  <p:stCondLst>
                                    <p:cond delay="0"/>
                                  </p:stCondLst>
                                  <p:childTnLst>
                                    <p:set>
                                      <p:cBhvr>
                                        <p:cTn id="127" dur="1" fill="hold">
                                          <p:stCondLst>
                                            <p:cond delay="0"/>
                                          </p:stCondLst>
                                        </p:cTn>
                                        <p:tgtEl>
                                          <p:spTgt spid="43"/>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1" presetClass="entr" presetSubtype="0" dur="1" fill="hold" nodeType="clickEffect">
                                  <p:stCondLst>
                                    <p:cond delay="0"/>
                                  </p:stCondLst>
                                  <p:childTnLst>
                                    <p:set>
                                      <p:cBhvr>
                                        <p:cTn id="131"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132" fill="hold">
                      <p:stCondLst>
                        <p:cond delay="indefinite"/>
                      </p:stCondLst>
                      <p:childTnLst>
                        <p:par>
                          <p:cTn id="133" fill="hold">
                            <p:stCondLst>
                              <p:cond delay="0"/>
                            </p:stCondLst>
                            <p:childTnLst>
                              <p:par>
                                <p:cTn id="134" presetID="1" presetClass="entr" presetSubtype="0" dur="1" fill="hold" nodeType="clickEffect">
                                  <p:stCondLst>
                                    <p:cond delay="0"/>
                                  </p:stCondLst>
                                  <p:childTnLst>
                                    <p:set>
                                      <p:cBhvr>
                                        <p:cTn id="135"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36" fill="hold">
                      <p:stCondLst>
                        <p:cond delay="indefinite"/>
                      </p:stCondLst>
                      <p:childTnLst>
                        <p:par>
                          <p:cTn id="137" fill="hold">
                            <p:stCondLst>
                              <p:cond delay="0"/>
                            </p:stCondLst>
                            <p:childTnLst>
                              <p:par>
                                <p:cTn id="138" presetID="1" presetClass="entr" presetSubtype="0" dur="1" fill="hold" nodeType="clickEffect">
                                  <p:stCondLst>
                                    <p:cond delay="0"/>
                                  </p:stCondLst>
                                  <p:childTnLst>
                                    <p:set>
                                      <p:cBhvr>
                                        <p:cTn id="139"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par>
                    <p:cTn id="140" fill="hold">
                      <p:stCondLst>
                        <p:cond delay="indefinite"/>
                      </p:stCondLst>
                      <p:childTnLst>
                        <p:par>
                          <p:cTn id="141" fill="hold">
                            <p:stCondLst>
                              <p:cond delay="0"/>
                            </p:stCondLst>
                            <p:childTnLst>
                              <p:par>
                                <p:cTn id="142" presetID="1" presetClass="entr" presetSubtype="0" dur="1" fill="hold" nodeType="clickEffect">
                                  <p:stCondLst>
                                    <p:cond delay="0"/>
                                  </p:stCondLst>
                                  <p:childTnLst>
                                    <p:set>
                                      <p:cBhvr>
                                        <p:cTn id="143" dur="1" fill="hold">
                                          <p:stCondLst>
                                            <p:cond delay="0"/>
                                          </p:stCondLst>
                                        </p:cTn>
                                        <p:tgtEl>
                                          <p:spTgt spid="4">
                                            <p:txEl>
                                              <p:pRg st="11" end="11"/>
                                            </p:txEl>
                                          </p:spTgt>
                                        </p:tgtEl>
                                        <p:attrNameLst>
                                          <p:attrName>style.visibility</p:attrName>
                                        </p:attrNameLst>
                                      </p:cBhvr>
                                      <p:to>
                                        <p:strVal val="visible"/>
                                      </p:to>
                                    </p:set>
                                  </p:childTnLst>
                                </p:cTn>
                              </p:par>
                            </p:childTnLst>
                          </p:cTn>
                        </p:par>
                      </p:childTnLst>
                    </p:cTn>
                  </p:par>
                  <p:par>
                    <p:cTn id="144" fill="hold">
                      <p:stCondLst>
                        <p:cond delay="indefinite"/>
                      </p:stCondLst>
                      <p:childTnLst>
                        <p:par>
                          <p:cTn id="145" fill="hold">
                            <p:stCondLst>
                              <p:cond delay="0"/>
                            </p:stCondLst>
                            <p:childTnLst>
                              <p:par>
                                <p:cTn id="146" presetID="1" presetClass="entr" presetSubtype="0" dur="1" fill="hold" nodeType="clickEffect">
                                  <p:stCondLst>
                                    <p:cond delay="0"/>
                                  </p:stCondLst>
                                  <p:childTnLst>
                                    <p:set>
                                      <p:cBhvr>
                                        <p:cTn id="147" dur="1" fill="hold">
                                          <p:stCondLst>
                                            <p:cond delay="0"/>
                                          </p:stCondLst>
                                        </p:cTn>
                                        <p:tgtEl>
                                          <p:spTgt spid="4">
                                            <p:txEl>
                                              <p:pRg st="13" end="13"/>
                                            </p:txEl>
                                          </p:spTgt>
                                        </p:tgtEl>
                                        <p:attrNameLst>
                                          <p:attrName>style.visibility</p:attrName>
                                        </p:attrNameLst>
                                      </p:cBhvr>
                                      <p:to>
                                        <p:strVal val="visible"/>
                                      </p:to>
                                    </p:set>
                                  </p:childTnLst>
                                </p:cTn>
                              </p:par>
                            </p:childTnLst>
                          </p:cTn>
                        </p:par>
                      </p:childTnLst>
                    </p:cTn>
                  </p:par>
                  <p:par>
                    <p:cTn id="148" fill="hold">
                      <p:stCondLst>
                        <p:cond delay="indefinite"/>
                      </p:stCondLst>
                      <p:childTnLst>
                        <p:par>
                          <p:cTn id="149" fill="hold">
                            <p:stCondLst>
                              <p:cond delay="0"/>
                            </p:stCondLst>
                            <p:childTnLst>
                              <p:par>
                                <p:cTn id="150" presetID="1" presetClass="entr" presetSubtype="0" dur="1" fill="hold" grpId="0" nodeType="clickEffect">
                                  <p:stCondLst>
                                    <p:cond delay="0"/>
                                  </p:stCondLst>
                                  <p:childTnLst>
                                    <p:set>
                                      <p:cBhvr>
                                        <p:cTn id="151" dur="1" fill="hold">
                                          <p:stCondLst>
                                            <p:cond delay="0"/>
                                          </p:stCondLst>
                                        </p:cTn>
                                        <p:tgtEl>
                                          <p:spTgt spid="44"/>
                                        </p:tgtEl>
                                        <p:attrNameLst>
                                          <p:attrName>style.visibility</p:attrName>
                                        </p:attrNameLst>
                                      </p:cBhvr>
                                      <p:to>
                                        <p:strVal val="visible"/>
                                      </p:to>
                                    </p:set>
                                  </p:childTnLst>
                                </p:cTn>
                              </p:par>
                            </p:childTnLst>
                          </p:cTn>
                        </p:par>
                      </p:childTnLst>
                    </p:cTn>
                  </p:par>
                  <p:par>
                    <p:cTn id="152" fill="hold">
                      <p:stCondLst>
                        <p:cond delay="indefinite"/>
                      </p:stCondLst>
                      <p:childTnLst>
                        <p:par>
                          <p:cTn id="153" fill="hold">
                            <p:stCondLst>
                              <p:cond delay="0"/>
                            </p:stCondLst>
                            <p:childTnLst>
                              <p:par>
                                <p:cTn id="154" presetID="1" presetClass="entr" presetSubtype="0" dur="1" fill="hold" nodeType="clickEffect">
                                  <p:stCondLst>
                                    <p:cond delay="0"/>
                                  </p:stCondLst>
                                  <p:childTnLst>
                                    <p:set>
                                      <p:cBhvr>
                                        <p:cTn id="155" dur="1" fill="hold">
                                          <p:stCondLst>
                                            <p:cond delay="0"/>
                                          </p:stCondLst>
                                        </p:cTn>
                                        <p:tgtEl>
                                          <p:spTgt spid="4">
                                            <p:txEl>
                                              <p:pRg st="14" end="14"/>
                                            </p:txEl>
                                          </p:spTgt>
                                        </p:tgtEl>
                                        <p:attrNameLst>
                                          <p:attrName>style.visibility</p:attrName>
                                        </p:attrNameLst>
                                      </p:cBhvr>
                                      <p:to>
                                        <p:strVal val="visible"/>
                                      </p:to>
                                    </p:set>
                                  </p:childTnLst>
                                </p:cTn>
                              </p:par>
                            </p:childTnLst>
                          </p:cTn>
                        </p:par>
                      </p:childTnLst>
                    </p:cTn>
                  </p:par>
                  <p:par>
                    <p:cTn id="156" fill="hold">
                      <p:stCondLst>
                        <p:cond delay="indefinite"/>
                      </p:stCondLst>
                      <p:childTnLst>
                        <p:par>
                          <p:cTn id="157" fill="hold">
                            <p:stCondLst>
                              <p:cond delay="0"/>
                            </p:stCondLst>
                            <p:childTnLst>
                              <p:par>
                                <p:cTn id="158" presetID="1" presetClass="entr" presetSubtype="0" dur="1" fill="hold" nodeType="clickEffect">
                                  <p:stCondLst>
                                    <p:cond delay="0"/>
                                  </p:stCondLst>
                                  <p:childTnLst>
                                    <p:set>
                                      <p:cBhvr>
                                        <p:cTn id="159" dur="1" fill="hold">
                                          <p:stCondLst>
                                            <p:cond delay="0"/>
                                          </p:stCondLst>
                                        </p:cTn>
                                        <p:tgtEl>
                                          <p:spTgt spid="4">
                                            <p:txEl>
                                              <p:pRg st="15" end="15"/>
                                            </p:txEl>
                                          </p:spTgt>
                                        </p:tgtEl>
                                        <p:attrNameLst>
                                          <p:attrName>style.visibility</p:attrName>
                                        </p:attrNameLst>
                                      </p:cBhvr>
                                      <p:to>
                                        <p:strVal val="visible"/>
                                      </p:to>
                                    </p:set>
                                  </p:childTnLst>
                                </p:cTn>
                              </p:par>
                            </p:childTnLst>
                          </p:cTn>
                        </p:par>
                      </p:childTnLst>
                    </p:cTn>
                  </p:par>
                  <p:par>
                    <p:cTn id="160" fill="hold">
                      <p:stCondLst>
                        <p:cond delay="indefinite"/>
                      </p:stCondLst>
                      <p:childTnLst>
                        <p:par>
                          <p:cTn id="161" fill="hold">
                            <p:stCondLst>
                              <p:cond delay="0"/>
                            </p:stCondLst>
                            <p:childTnLst>
                              <p:par>
                                <p:cTn id="162" presetID="1" presetClass="entr" presetSubtype="0" dur="1" fill="hold" nodeType="clickEffect">
                                  <p:stCondLst>
                                    <p:cond delay="0"/>
                                  </p:stCondLst>
                                  <p:childTnLst>
                                    <p:set>
                                      <p:cBhvr>
                                        <p:cTn id="163" dur="1" fill="hold">
                                          <p:stCondLst>
                                            <p:cond delay="0"/>
                                          </p:stCondLst>
                                        </p:cTn>
                                        <p:tgtEl>
                                          <p:spTgt spid="4">
                                            <p:txEl>
                                              <p:pRg st="16" end="16"/>
                                            </p:txEl>
                                          </p:spTgt>
                                        </p:tgtEl>
                                        <p:attrNameLst>
                                          <p:attrName>style.visibility</p:attrName>
                                        </p:attrNameLst>
                                      </p:cBhvr>
                                      <p:to>
                                        <p:strVal val="visible"/>
                                      </p:to>
                                    </p:set>
                                  </p:childTnLst>
                                </p:cTn>
                              </p:par>
                            </p:childTnLst>
                          </p:cTn>
                        </p:par>
                      </p:childTnLst>
                    </p:cTn>
                  </p:par>
                  <p:par>
                    <p:cTn id="164" fill="hold">
                      <p:stCondLst>
                        <p:cond delay="indefinite"/>
                      </p:stCondLst>
                      <p:childTnLst>
                        <p:par>
                          <p:cTn id="165" fill="hold">
                            <p:stCondLst>
                              <p:cond delay="0"/>
                            </p:stCondLst>
                            <p:childTnLst>
                              <p:par>
                                <p:cTn id="166" presetID="22" presetClass="entr" presetSubtype="8" dur="500" fill="hold" nodeType="clickEffect">
                                  <p:stCondLst>
                                    <p:cond delay="0"/>
                                  </p:stCondLst>
                                  <p:childTnLst>
                                    <p:set>
                                      <p:cBhvr>
                                        <p:cTn id="167" dur="1" fill="hold">
                                          <p:stCondLst>
                                            <p:cond delay="0"/>
                                          </p:stCondLst>
                                        </p:cTn>
                                        <p:tgtEl>
                                          <p:spTgt spid="8"/>
                                        </p:tgtEl>
                                        <p:attrNameLst>
                                          <p:attrName>style.visibility</p:attrName>
                                        </p:attrNameLst>
                                      </p:cBhvr>
                                      <p:to>
                                        <p:strVal val="visible"/>
                                      </p:to>
                                    </p:set>
                                    <p:animEffect transition="in" filter="wipe(left)">
                                      <p:cBhvr>
                                        <p:cTn id="168" dur="500"/>
                                        <p:tgtEl>
                                          <p:spTgt spid="8"/>
                                        </p:tgtEl>
                                      </p:cBhvr>
                                    </p:animEffect>
                                  </p:childTnLst>
                                </p:cTn>
                              </p:par>
                              <p:par>
                                <p:cTn id="169" presetID="22" presetClass="entr" presetSubtype="4" dur="500" fill="hold" nodeType="withEffect">
                                  <p:stCondLst>
                                    <p:cond delay="0"/>
                                  </p:stCondLst>
                                  <p:childTnLst>
                                    <p:set>
                                      <p:cBhvr>
                                        <p:cTn id="170" dur="1" fill="hold">
                                          <p:stCondLst>
                                            <p:cond delay="0"/>
                                          </p:stCondLst>
                                        </p:cTn>
                                        <p:tgtEl>
                                          <p:spTgt spid="9"/>
                                        </p:tgtEl>
                                        <p:attrNameLst>
                                          <p:attrName>style.visibility</p:attrName>
                                        </p:attrNameLst>
                                      </p:cBhvr>
                                      <p:to>
                                        <p:strVal val="visible"/>
                                      </p:to>
                                    </p:set>
                                    <p:animEffect transition="in" filter="wipe(down)">
                                      <p:cBhvr>
                                        <p:cTn id="171" dur="500"/>
                                        <p:tgtEl>
                                          <p:spTgt spid="9"/>
                                        </p:tgtEl>
                                      </p:cBhvr>
                                    </p:animEffect>
                                  </p:childTnLst>
                                </p:cTn>
                              </p:par>
                              <p:par>
                                <p:cTn id="172" presetID="22" presetClass="entr" presetSubtype="2" dur="500" fill="hold" nodeType="withEffect">
                                  <p:stCondLst>
                                    <p:cond delay="0"/>
                                  </p:stCondLst>
                                  <p:childTnLst>
                                    <p:set>
                                      <p:cBhvr>
                                        <p:cTn id="173" dur="1" fill="hold">
                                          <p:stCondLst>
                                            <p:cond delay="0"/>
                                          </p:stCondLst>
                                        </p:cTn>
                                        <p:tgtEl>
                                          <p:spTgt spid="10"/>
                                        </p:tgtEl>
                                        <p:attrNameLst>
                                          <p:attrName>style.visibility</p:attrName>
                                        </p:attrNameLst>
                                      </p:cBhvr>
                                      <p:to>
                                        <p:strVal val="visible"/>
                                      </p:to>
                                    </p:set>
                                    <p:animEffect transition="in" filter="wipe(right)">
                                      <p:cBhvr>
                                        <p:cTn id="174" dur="500"/>
                                        <p:tgtEl>
                                          <p:spTgt spid="10"/>
                                        </p:tgtEl>
                                      </p:cBhvr>
                                    </p:animEffect>
                                  </p:childTnLst>
                                </p:cTn>
                              </p:par>
                            </p:childTnLst>
                          </p:cTn>
                        </p:par>
                      </p:childTnLst>
                    </p:cTn>
                  </p:par>
                  <p:par>
                    <p:cTn id="175" fill="hold">
                      <p:stCondLst>
                        <p:cond delay="indefinite"/>
                      </p:stCondLst>
                      <p:childTnLst>
                        <p:par>
                          <p:cTn id="176" fill="hold">
                            <p:stCondLst>
                              <p:cond delay="0"/>
                            </p:stCondLst>
                            <p:childTnLst>
                              <p:par>
                                <p:cTn id="177" presetID="10" presetClass="exit" presetSubtype="0" dur="500" fill="hold" nodeType="clickEffect">
                                  <p:stCondLst>
                                    <p:cond delay="0"/>
                                  </p:stCondLst>
                                  <p:childTnLst>
                                    <p:animEffect transition="out" filter="fade">
                                      <p:cBhvr>
                                        <p:cTn id="178" dur="500"/>
                                        <p:tgtEl>
                                          <p:spTgt spid="10"/>
                                        </p:tgtEl>
                                      </p:cBhvr>
                                    </p:animEffect>
                                    <p:set>
                                      <p:cBhvr>
                                        <p:cTn id="179" dur="1" fill="hold">
                                          <p:stCondLst>
                                            <p:cond delay="499"/>
                                          </p:stCondLst>
                                        </p:cTn>
                                        <p:tgtEl>
                                          <p:spTgt spid="10"/>
                                        </p:tgtEl>
                                        <p:attrNameLst>
                                          <p:attrName>style.visibility</p:attrName>
                                        </p:attrNameLst>
                                      </p:cBhvr>
                                      <p:to>
                                        <p:strVal val="hidden"/>
                                      </p:to>
                                    </p:set>
                                  </p:childTnLst>
                                </p:cTn>
                              </p:par>
                              <p:par>
                                <p:cTn id="180" presetID="22" presetClass="entr" presetSubtype="2" dur="500" fill="hold" nodeType="withEffect">
                                  <p:stCondLst>
                                    <p:cond delay="0"/>
                                  </p:stCondLst>
                                  <p:childTnLst>
                                    <p:set>
                                      <p:cBhvr>
                                        <p:cTn id="181" dur="1" fill="hold">
                                          <p:stCondLst>
                                            <p:cond delay="0"/>
                                          </p:stCondLst>
                                        </p:cTn>
                                        <p:tgtEl>
                                          <p:spTgt spid="11"/>
                                        </p:tgtEl>
                                        <p:attrNameLst>
                                          <p:attrName>style.visibility</p:attrName>
                                        </p:attrNameLst>
                                      </p:cBhvr>
                                      <p:to>
                                        <p:strVal val="visible"/>
                                      </p:to>
                                    </p:set>
                                    <p:animEffect transition="in" filter="wipe(right)">
                                      <p:cBhvr>
                                        <p:cTn id="182" dur="500"/>
                                        <p:tgtEl>
                                          <p:spTgt spid="11"/>
                                        </p:tgtEl>
                                      </p:cBhvr>
                                    </p:animEffect>
                                  </p:childTnLst>
                                </p:cTn>
                              </p:par>
                            </p:childTnLst>
                          </p:cTn>
                        </p:par>
                      </p:childTnLst>
                    </p:cTn>
                  </p:par>
                  <p:par>
                    <p:cTn id="183" fill="hold">
                      <p:stCondLst>
                        <p:cond delay="indefinite"/>
                      </p:stCondLst>
                      <p:childTnLst>
                        <p:par>
                          <p:cTn id="184" fill="hold">
                            <p:stCondLst>
                              <p:cond delay="0"/>
                            </p:stCondLst>
                            <p:childTnLst>
                              <p:par>
                                <p:cTn id="185" presetID="10" presetClass="exit" presetSubtype="0" dur="500" fill="hold" nodeType="clickEffect">
                                  <p:stCondLst>
                                    <p:cond delay="0"/>
                                  </p:stCondLst>
                                  <p:childTnLst>
                                    <p:animEffect transition="out" filter="fade">
                                      <p:cBhvr>
                                        <p:cTn id="186" dur="500"/>
                                        <p:tgtEl>
                                          <p:spTgt spid="11"/>
                                        </p:tgtEl>
                                      </p:cBhvr>
                                    </p:animEffect>
                                    <p:set>
                                      <p:cBhvr>
                                        <p:cTn id="187" dur="1" fill="hold">
                                          <p:stCondLst>
                                            <p:cond delay="499"/>
                                          </p:stCondLst>
                                        </p:cTn>
                                        <p:tgtEl>
                                          <p:spTgt spid="11"/>
                                        </p:tgtEl>
                                        <p:attrNameLst>
                                          <p:attrName>style.visibility</p:attrName>
                                        </p:attrNameLst>
                                      </p:cBhvr>
                                      <p:to>
                                        <p:strVal val="hidden"/>
                                      </p:to>
                                    </p:set>
                                  </p:childTnLst>
                                </p:cTn>
                              </p:par>
                              <p:par>
                                <p:cTn id="188" presetID="22" presetClass="entr" presetSubtype="2" dur="500" fill="hold" nodeType="withEffect">
                                  <p:stCondLst>
                                    <p:cond delay="0"/>
                                  </p:stCondLst>
                                  <p:childTnLst>
                                    <p:set>
                                      <p:cBhvr>
                                        <p:cTn id="189" dur="1" fill="hold">
                                          <p:stCondLst>
                                            <p:cond delay="0"/>
                                          </p:stCondLst>
                                        </p:cTn>
                                        <p:tgtEl>
                                          <p:spTgt spid="12"/>
                                        </p:tgtEl>
                                        <p:attrNameLst>
                                          <p:attrName>style.visibility</p:attrName>
                                        </p:attrNameLst>
                                      </p:cBhvr>
                                      <p:to>
                                        <p:strVal val="visible"/>
                                      </p:to>
                                    </p:set>
                                    <p:animEffect transition="in" filter="wipe(right)">
                                      <p:cBhvr>
                                        <p:cTn id="190" dur="500"/>
                                        <p:tgtEl>
                                          <p:spTgt spid="12"/>
                                        </p:tgtEl>
                                      </p:cBhvr>
                                    </p:animEffect>
                                  </p:childTnLst>
                                </p:cTn>
                              </p:par>
                            </p:childTnLst>
                          </p:cTn>
                        </p:par>
                      </p:childTnLst>
                    </p:cTn>
                  </p:par>
                  <p:par>
                    <p:cTn id="191" fill="hold">
                      <p:stCondLst>
                        <p:cond delay="indefinite"/>
                      </p:stCondLst>
                      <p:childTnLst>
                        <p:par>
                          <p:cTn id="192" fill="hold">
                            <p:stCondLst>
                              <p:cond delay="0"/>
                            </p:stCondLst>
                            <p:childTnLst>
                              <p:par>
                                <p:cTn id="193" presetID="10" presetClass="exit" presetSubtype="0" dur="500" fill="hold" nodeType="clickEffect">
                                  <p:stCondLst>
                                    <p:cond delay="0"/>
                                  </p:stCondLst>
                                  <p:childTnLst>
                                    <p:animEffect transition="out" filter="fade">
                                      <p:cBhvr>
                                        <p:cTn id="194" dur="500"/>
                                        <p:tgtEl>
                                          <p:spTgt spid="12"/>
                                        </p:tgtEl>
                                      </p:cBhvr>
                                    </p:animEffect>
                                    <p:set>
                                      <p:cBhvr>
                                        <p:cTn id="195" dur="1" fill="hold">
                                          <p:stCondLst>
                                            <p:cond delay="499"/>
                                          </p:stCondLst>
                                        </p:cTn>
                                        <p:tgtEl>
                                          <p:spTgt spid="12"/>
                                        </p:tgtEl>
                                        <p:attrNameLst>
                                          <p:attrName>style.visibility</p:attrName>
                                        </p:attrNameLst>
                                      </p:cBhvr>
                                      <p:to>
                                        <p:strVal val="hidden"/>
                                      </p:to>
                                    </p:set>
                                  </p:childTnLst>
                                </p:cTn>
                              </p:par>
                              <p:par>
                                <p:cTn id="196" presetID="22" presetClass="entr" presetSubtype="2" dur="500" fill="hold" nodeType="withEffect">
                                  <p:stCondLst>
                                    <p:cond delay="0"/>
                                  </p:stCondLst>
                                  <p:childTnLst>
                                    <p:set>
                                      <p:cBhvr>
                                        <p:cTn id="197" dur="1" fill="hold">
                                          <p:stCondLst>
                                            <p:cond delay="0"/>
                                          </p:stCondLst>
                                        </p:cTn>
                                        <p:tgtEl>
                                          <p:spTgt spid="13"/>
                                        </p:tgtEl>
                                        <p:attrNameLst>
                                          <p:attrName>style.visibility</p:attrName>
                                        </p:attrNameLst>
                                      </p:cBhvr>
                                      <p:to>
                                        <p:strVal val="visible"/>
                                      </p:to>
                                    </p:set>
                                    <p:animEffect transition="in" filter="wipe(right)">
                                      <p:cBhvr>
                                        <p:cTn id="198" dur="500"/>
                                        <p:tgtEl>
                                          <p:spTgt spid="13"/>
                                        </p:tgtEl>
                                      </p:cBhvr>
                                    </p:animEffect>
                                  </p:childTnLst>
                                </p:cTn>
                              </p:par>
                            </p:childTnLst>
                          </p:cTn>
                        </p:par>
                      </p:childTnLst>
                    </p:cTn>
                  </p:par>
                  <p:par>
                    <p:cTn id="199" fill="hold">
                      <p:stCondLst>
                        <p:cond delay="indefinite"/>
                      </p:stCondLst>
                      <p:childTnLst>
                        <p:par>
                          <p:cTn id="200" fill="hold">
                            <p:stCondLst>
                              <p:cond delay="0"/>
                            </p:stCondLst>
                            <p:childTnLst>
                              <p:par>
                                <p:cTn id="201" presetID="10" presetClass="exit" presetSubtype="0" dur="500" fill="hold" nodeType="clickEffect">
                                  <p:stCondLst>
                                    <p:cond delay="0"/>
                                  </p:stCondLst>
                                  <p:childTnLst>
                                    <p:animEffect transition="out" filter="fade">
                                      <p:cBhvr>
                                        <p:cTn id="202" dur="500"/>
                                        <p:tgtEl>
                                          <p:spTgt spid="13"/>
                                        </p:tgtEl>
                                      </p:cBhvr>
                                    </p:animEffect>
                                    <p:set>
                                      <p:cBhvr>
                                        <p:cTn id="203" dur="1" fill="hold">
                                          <p:stCondLst>
                                            <p:cond delay="499"/>
                                          </p:stCondLst>
                                        </p:cTn>
                                        <p:tgtEl>
                                          <p:spTgt spid="13"/>
                                        </p:tgtEl>
                                        <p:attrNameLst>
                                          <p:attrName>style.visibility</p:attrName>
                                        </p:attrNameLst>
                                      </p:cBhvr>
                                      <p:to>
                                        <p:strVal val="hidden"/>
                                      </p:to>
                                    </p:set>
                                  </p:childTnLst>
                                </p:cTn>
                              </p:par>
                              <p:par>
                                <p:cTn id="204" presetID="22" presetClass="entr" presetSubtype="2" dur="500" fill="hold" nodeType="withEffect">
                                  <p:stCondLst>
                                    <p:cond delay="0"/>
                                  </p:stCondLst>
                                  <p:childTnLst>
                                    <p:set>
                                      <p:cBhvr>
                                        <p:cTn id="205" dur="1" fill="hold">
                                          <p:stCondLst>
                                            <p:cond delay="0"/>
                                          </p:stCondLst>
                                        </p:cTn>
                                        <p:tgtEl>
                                          <p:spTgt spid="14"/>
                                        </p:tgtEl>
                                        <p:attrNameLst>
                                          <p:attrName>style.visibility</p:attrName>
                                        </p:attrNameLst>
                                      </p:cBhvr>
                                      <p:to>
                                        <p:strVal val="visible"/>
                                      </p:to>
                                    </p:set>
                                    <p:animEffect transition="in" filter="wipe(right)">
                                      <p:cBhvr>
                                        <p:cTn id="206" dur="500"/>
                                        <p:tgtEl>
                                          <p:spTgt spid="14"/>
                                        </p:tgtEl>
                                      </p:cBhvr>
                                    </p:animEffect>
                                  </p:childTnLst>
                                </p:cTn>
                              </p:par>
                            </p:childTnLst>
                          </p:cTn>
                        </p:par>
                      </p:childTnLst>
                    </p:cTn>
                  </p:par>
                  <p:par>
                    <p:cTn id="207" fill="hold">
                      <p:stCondLst>
                        <p:cond delay="indefinite"/>
                      </p:stCondLst>
                      <p:childTnLst>
                        <p:par>
                          <p:cTn id="208" fill="hold">
                            <p:stCondLst>
                              <p:cond delay="0"/>
                            </p:stCondLst>
                            <p:childTnLst>
                              <p:par>
                                <p:cTn id="209" presetID="10" presetClass="exit" presetSubtype="0" dur="500" fill="hold" nodeType="clickEffect">
                                  <p:stCondLst>
                                    <p:cond delay="0"/>
                                  </p:stCondLst>
                                  <p:childTnLst>
                                    <p:animEffect transition="out" filter="fade">
                                      <p:cBhvr>
                                        <p:cTn id="210" dur="500"/>
                                        <p:tgtEl>
                                          <p:spTgt spid="14"/>
                                        </p:tgtEl>
                                      </p:cBhvr>
                                    </p:animEffect>
                                    <p:set>
                                      <p:cBhvr>
                                        <p:cTn id="211" dur="1" fill="hold">
                                          <p:stCondLst>
                                            <p:cond delay="499"/>
                                          </p:stCondLst>
                                        </p:cTn>
                                        <p:tgtEl>
                                          <p:spTgt spid="14"/>
                                        </p:tgtEl>
                                        <p:attrNameLst>
                                          <p:attrName>style.visibility</p:attrName>
                                        </p:attrNameLst>
                                      </p:cBhvr>
                                      <p:to>
                                        <p:strVal val="hidden"/>
                                      </p:to>
                                    </p:set>
                                  </p:childTnLst>
                                </p:cTn>
                              </p:par>
                              <p:par>
                                <p:cTn id="212" presetID="22" presetClass="entr" presetSubtype="2" dur="500" fill="hold" nodeType="withEffect">
                                  <p:stCondLst>
                                    <p:cond delay="0"/>
                                  </p:stCondLst>
                                  <p:childTnLst>
                                    <p:set>
                                      <p:cBhvr>
                                        <p:cTn id="213" dur="1" fill="hold">
                                          <p:stCondLst>
                                            <p:cond delay="0"/>
                                          </p:stCondLst>
                                        </p:cTn>
                                        <p:tgtEl>
                                          <p:spTgt spid="15"/>
                                        </p:tgtEl>
                                        <p:attrNameLst>
                                          <p:attrName>style.visibility</p:attrName>
                                        </p:attrNameLst>
                                      </p:cBhvr>
                                      <p:to>
                                        <p:strVal val="visible"/>
                                      </p:to>
                                    </p:set>
                                    <p:animEffect transition="in" filter="wipe(right)">
                                      <p:cBhvr>
                                        <p:cTn id="214" dur="500"/>
                                        <p:tgtEl>
                                          <p:spTgt spid="15"/>
                                        </p:tgtEl>
                                      </p:cBhvr>
                                    </p:animEffect>
                                  </p:childTnLst>
                                </p:cTn>
                              </p:par>
                            </p:childTnLst>
                          </p:cTn>
                        </p:par>
                      </p:childTnLst>
                    </p:cTn>
                  </p:par>
                  <p:par>
                    <p:cTn id="215" fill="hold">
                      <p:stCondLst>
                        <p:cond delay="indefinite"/>
                      </p:stCondLst>
                      <p:childTnLst>
                        <p:par>
                          <p:cTn id="216" fill="hold">
                            <p:stCondLst>
                              <p:cond delay="0"/>
                            </p:stCondLst>
                            <p:childTnLst>
                              <p:par>
                                <p:cTn id="217" presetID="10" presetClass="exit" presetSubtype="0" dur="500" fill="hold" nodeType="clickEffect">
                                  <p:stCondLst>
                                    <p:cond delay="0"/>
                                  </p:stCondLst>
                                  <p:childTnLst>
                                    <p:animEffect transition="out" filter="fade">
                                      <p:cBhvr>
                                        <p:cTn id="218" dur="500"/>
                                        <p:tgtEl>
                                          <p:spTgt spid="15"/>
                                        </p:tgtEl>
                                      </p:cBhvr>
                                    </p:animEffect>
                                    <p:set>
                                      <p:cBhvr>
                                        <p:cTn id="219" dur="1" fill="hold">
                                          <p:stCondLst>
                                            <p:cond delay="499"/>
                                          </p:stCondLst>
                                        </p:cTn>
                                        <p:tgtEl>
                                          <p:spTgt spid="15"/>
                                        </p:tgtEl>
                                        <p:attrNameLst>
                                          <p:attrName>style.visibility</p:attrName>
                                        </p:attrNameLst>
                                      </p:cBhvr>
                                      <p:to>
                                        <p:strVal val="hidden"/>
                                      </p:to>
                                    </p:set>
                                  </p:childTnLst>
                                </p:cTn>
                              </p:par>
                              <p:par>
                                <p:cTn id="220" presetID="22" presetClass="entr" presetSubtype="4" dur="500" fill="hold" nodeType="withEffect">
                                  <p:stCondLst>
                                    <p:cond delay="0"/>
                                  </p:stCondLst>
                                  <p:childTnLst>
                                    <p:set>
                                      <p:cBhvr>
                                        <p:cTn id="221" dur="1" fill="hold">
                                          <p:stCondLst>
                                            <p:cond delay="0"/>
                                          </p:stCondLst>
                                        </p:cTn>
                                        <p:tgtEl>
                                          <p:spTgt spid="16"/>
                                        </p:tgtEl>
                                        <p:attrNameLst>
                                          <p:attrName>style.visibility</p:attrName>
                                        </p:attrNameLst>
                                      </p:cBhvr>
                                      <p:to>
                                        <p:strVal val="visible"/>
                                      </p:to>
                                    </p:set>
                                    <p:animEffect transition="in" filter="wipe(down)">
                                      <p:cBhvr>
                                        <p:cTn id="222" dur="500"/>
                                        <p:tgtEl>
                                          <p:spTgt spid="16"/>
                                        </p:tgtEl>
                                      </p:cBhvr>
                                    </p:animEffect>
                                  </p:childTnLst>
                                </p:cTn>
                              </p:par>
                              <p:par>
                                <p:cTn id="223" presetID="10" presetClass="exit" presetSubtype="0" dur="500" fill="hold" nodeType="withEffect">
                                  <p:stCondLst>
                                    <p:cond delay="0"/>
                                  </p:stCondLst>
                                  <p:childTnLst>
                                    <p:animEffect transition="out" filter="fade">
                                      <p:cBhvr>
                                        <p:cTn id="224" dur="500"/>
                                        <p:tgtEl>
                                          <p:spTgt spid="9"/>
                                        </p:tgtEl>
                                      </p:cBhvr>
                                    </p:animEffect>
                                    <p:set>
                                      <p:cBhvr>
                                        <p:cTn id="225" dur="1" fill="hold">
                                          <p:stCondLst>
                                            <p:cond delay="499"/>
                                          </p:stCondLst>
                                        </p:cTn>
                                        <p:tgtEl>
                                          <p:spTgt spid="9"/>
                                        </p:tgtEl>
                                        <p:attrNameLst>
                                          <p:attrName>style.visibility</p:attrName>
                                        </p:attrNameLst>
                                      </p:cBhvr>
                                      <p:to>
                                        <p:strVal val="hidden"/>
                                      </p:to>
                                    </p:set>
                                  </p:childTnLst>
                                </p:cTn>
                              </p:par>
                            </p:childTnLst>
                          </p:cTn>
                        </p:par>
                      </p:childTnLst>
                    </p:cTn>
                  </p:par>
                  <p:par>
                    <p:cTn id="226" fill="hold">
                      <p:stCondLst>
                        <p:cond delay="indefinite"/>
                      </p:stCondLst>
                      <p:childTnLst>
                        <p:par>
                          <p:cTn id="227" fill="hold">
                            <p:stCondLst>
                              <p:cond delay="0"/>
                            </p:stCondLst>
                            <p:childTnLst>
                              <p:par>
                                <p:cTn id="228" presetID="22" presetClass="entr" presetSubtype="2" dur="500" fill="hold" nodeType="clickEffect">
                                  <p:stCondLst>
                                    <p:cond delay="0"/>
                                  </p:stCondLst>
                                  <p:childTnLst>
                                    <p:set>
                                      <p:cBhvr>
                                        <p:cTn id="229" dur="1" fill="hold">
                                          <p:stCondLst>
                                            <p:cond delay="0"/>
                                          </p:stCondLst>
                                        </p:cTn>
                                        <p:tgtEl>
                                          <p:spTgt spid="17"/>
                                        </p:tgtEl>
                                        <p:attrNameLst>
                                          <p:attrName>style.visibility</p:attrName>
                                        </p:attrNameLst>
                                      </p:cBhvr>
                                      <p:to>
                                        <p:strVal val="visible"/>
                                      </p:to>
                                    </p:set>
                                    <p:animEffect transition="in" filter="wipe(right)">
                                      <p:cBhvr>
                                        <p:cTn id="230" dur="500"/>
                                        <p:tgtEl>
                                          <p:spTgt spid="17"/>
                                        </p:tgtEl>
                                      </p:cBhvr>
                                    </p:animEffect>
                                  </p:childTnLst>
                                </p:cTn>
                              </p:par>
                            </p:childTnLst>
                          </p:cTn>
                        </p:par>
                      </p:childTnLst>
                    </p:cTn>
                  </p:par>
                  <p:par>
                    <p:cTn id="231" fill="hold">
                      <p:stCondLst>
                        <p:cond delay="indefinite"/>
                      </p:stCondLst>
                      <p:childTnLst>
                        <p:par>
                          <p:cTn id="232" fill="hold">
                            <p:stCondLst>
                              <p:cond delay="0"/>
                            </p:stCondLst>
                            <p:childTnLst>
                              <p:par>
                                <p:cTn id="233" presetID="10" presetClass="exit" presetSubtype="0" dur="500" fill="hold" nodeType="clickEffect">
                                  <p:stCondLst>
                                    <p:cond delay="0"/>
                                  </p:stCondLst>
                                  <p:childTnLst>
                                    <p:animEffect transition="out" filter="fade">
                                      <p:cBhvr>
                                        <p:cTn id="234" dur="500"/>
                                        <p:tgtEl>
                                          <p:spTgt spid="17"/>
                                        </p:tgtEl>
                                      </p:cBhvr>
                                    </p:animEffect>
                                    <p:set>
                                      <p:cBhvr>
                                        <p:cTn id="235" dur="1" fill="hold">
                                          <p:stCondLst>
                                            <p:cond delay="499"/>
                                          </p:stCondLst>
                                        </p:cTn>
                                        <p:tgtEl>
                                          <p:spTgt spid="17"/>
                                        </p:tgtEl>
                                        <p:attrNameLst>
                                          <p:attrName>style.visibility</p:attrName>
                                        </p:attrNameLst>
                                      </p:cBhvr>
                                      <p:to>
                                        <p:strVal val="hidden"/>
                                      </p:to>
                                    </p:set>
                                  </p:childTnLst>
                                </p:cTn>
                              </p:par>
                              <p:par>
                                <p:cTn id="236" presetID="22" presetClass="entr" presetSubtype="2" dur="500" fill="hold" nodeType="withEffect">
                                  <p:stCondLst>
                                    <p:cond delay="0"/>
                                  </p:stCondLst>
                                  <p:childTnLst>
                                    <p:set>
                                      <p:cBhvr>
                                        <p:cTn id="237" dur="1" fill="hold">
                                          <p:stCondLst>
                                            <p:cond delay="0"/>
                                          </p:stCondLst>
                                        </p:cTn>
                                        <p:tgtEl>
                                          <p:spTgt spid="18"/>
                                        </p:tgtEl>
                                        <p:attrNameLst>
                                          <p:attrName>style.visibility</p:attrName>
                                        </p:attrNameLst>
                                      </p:cBhvr>
                                      <p:to>
                                        <p:strVal val="visible"/>
                                      </p:to>
                                    </p:set>
                                    <p:animEffect transition="in" filter="wipe(right)">
                                      <p:cBhvr>
                                        <p:cTn id="238" dur="500"/>
                                        <p:tgtEl>
                                          <p:spTgt spid="18"/>
                                        </p:tgtEl>
                                      </p:cBhvr>
                                    </p:animEffect>
                                  </p:childTnLst>
                                </p:cTn>
                              </p:par>
                            </p:childTnLst>
                          </p:cTn>
                        </p:par>
                      </p:childTnLst>
                    </p:cTn>
                  </p:par>
                  <p:par>
                    <p:cTn id="239" fill="hold">
                      <p:stCondLst>
                        <p:cond delay="indefinite"/>
                      </p:stCondLst>
                      <p:childTnLst>
                        <p:par>
                          <p:cTn id="240" fill="hold">
                            <p:stCondLst>
                              <p:cond delay="0"/>
                            </p:stCondLst>
                            <p:childTnLst>
                              <p:par>
                                <p:cTn id="241" presetID="10" presetClass="exit" presetSubtype="0" dur="500" fill="hold" nodeType="clickEffect">
                                  <p:stCondLst>
                                    <p:cond delay="0"/>
                                  </p:stCondLst>
                                  <p:childTnLst>
                                    <p:animEffect transition="out" filter="fade">
                                      <p:cBhvr>
                                        <p:cTn id="242" dur="500"/>
                                        <p:tgtEl>
                                          <p:spTgt spid="18"/>
                                        </p:tgtEl>
                                      </p:cBhvr>
                                    </p:animEffect>
                                    <p:set>
                                      <p:cBhvr>
                                        <p:cTn id="243" dur="1" fill="hold">
                                          <p:stCondLst>
                                            <p:cond delay="499"/>
                                          </p:stCondLst>
                                        </p:cTn>
                                        <p:tgtEl>
                                          <p:spTgt spid="18"/>
                                        </p:tgtEl>
                                        <p:attrNameLst>
                                          <p:attrName>style.visibility</p:attrName>
                                        </p:attrNameLst>
                                      </p:cBhvr>
                                      <p:to>
                                        <p:strVal val="hidden"/>
                                      </p:to>
                                    </p:set>
                                  </p:childTnLst>
                                </p:cTn>
                              </p:par>
                              <p:par>
                                <p:cTn id="244" presetID="22" presetClass="entr" presetSubtype="2" dur="500" fill="hold" nodeType="withEffect">
                                  <p:stCondLst>
                                    <p:cond delay="0"/>
                                  </p:stCondLst>
                                  <p:childTnLst>
                                    <p:set>
                                      <p:cBhvr>
                                        <p:cTn id="245" dur="1" fill="hold">
                                          <p:stCondLst>
                                            <p:cond delay="0"/>
                                          </p:stCondLst>
                                        </p:cTn>
                                        <p:tgtEl>
                                          <p:spTgt spid="19"/>
                                        </p:tgtEl>
                                        <p:attrNameLst>
                                          <p:attrName>style.visibility</p:attrName>
                                        </p:attrNameLst>
                                      </p:cBhvr>
                                      <p:to>
                                        <p:strVal val="visible"/>
                                      </p:to>
                                    </p:set>
                                    <p:animEffect transition="in" filter="wipe(right)">
                                      <p:cBhvr>
                                        <p:cTn id="246" dur="500"/>
                                        <p:tgtEl>
                                          <p:spTgt spid="19"/>
                                        </p:tgtEl>
                                      </p:cBhvr>
                                    </p:animEffect>
                                  </p:childTnLst>
                                </p:cTn>
                              </p:par>
                            </p:childTnLst>
                          </p:cTn>
                        </p:par>
                      </p:childTnLst>
                    </p:cTn>
                  </p:par>
                  <p:par>
                    <p:cTn id="247" fill="hold">
                      <p:stCondLst>
                        <p:cond delay="indefinite"/>
                      </p:stCondLst>
                      <p:childTnLst>
                        <p:par>
                          <p:cTn id="248" fill="hold">
                            <p:stCondLst>
                              <p:cond delay="0"/>
                            </p:stCondLst>
                            <p:childTnLst>
                              <p:par>
                                <p:cTn id="249" presetID="10" presetClass="exit" presetSubtype="0" dur="500" fill="hold" nodeType="clickEffect">
                                  <p:stCondLst>
                                    <p:cond delay="0"/>
                                  </p:stCondLst>
                                  <p:childTnLst>
                                    <p:animEffect transition="out" filter="fade">
                                      <p:cBhvr>
                                        <p:cTn id="250" dur="500"/>
                                        <p:tgtEl>
                                          <p:spTgt spid="19"/>
                                        </p:tgtEl>
                                      </p:cBhvr>
                                    </p:animEffect>
                                    <p:set>
                                      <p:cBhvr>
                                        <p:cTn id="251" dur="1" fill="hold">
                                          <p:stCondLst>
                                            <p:cond delay="499"/>
                                          </p:stCondLst>
                                        </p:cTn>
                                        <p:tgtEl>
                                          <p:spTgt spid="19"/>
                                        </p:tgtEl>
                                        <p:attrNameLst>
                                          <p:attrName>style.visibility</p:attrName>
                                        </p:attrNameLst>
                                      </p:cBhvr>
                                      <p:to>
                                        <p:strVal val="hidden"/>
                                      </p:to>
                                    </p:set>
                                  </p:childTnLst>
                                </p:cTn>
                              </p:par>
                              <p:par>
                                <p:cTn id="252" presetID="22" presetClass="entr" presetSubtype="2" dur="500" fill="hold" nodeType="withEffect">
                                  <p:stCondLst>
                                    <p:cond delay="0"/>
                                  </p:stCondLst>
                                  <p:childTnLst>
                                    <p:set>
                                      <p:cBhvr>
                                        <p:cTn id="253" dur="1" fill="hold">
                                          <p:stCondLst>
                                            <p:cond delay="0"/>
                                          </p:stCondLst>
                                        </p:cTn>
                                        <p:tgtEl>
                                          <p:spTgt spid="20"/>
                                        </p:tgtEl>
                                        <p:attrNameLst>
                                          <p:attrName>style.visibility</p:attrName>
                                        </p:attrNameLst>
                                      </p:cBhvr>
                                      <p:to>
                                        <p:strVal val="visible"/>
                                      </p:to>
                                    </p:set>
                                    <p:animEffect transition="in" filter="wipe(right)">
                                      <p:cBhvr>
                                        <p:cTn id="254" dur="500"/>
                                        <p:tgtEl>
                                          <p:spTgt spid="20"/>
                                        </p:tgtEl>
                                      </p:cBhvr>
                                    </p:animEffect>
                                  </p:childTnLst>
                                </p:cTn>
                              </p:par>
                            </p:childTnLst>
                          </p:cTn>
                        </p:par>
                      </p:childTnLst>
                    </p:cTn>
                  </p:par>
                  <p:par>
                    <p:cTn id="255" fill="hold">
                      <p:stCondLst>
                        <p:cond delay="indefinite"/>
                      </p:stCondLst>
                      <p:childTnLst>
                        <p:par>
                          <p:cTn id="256" fill="hold">
                            <p:stCondLst>
                              <p:cond delay="0"/>
                            </p:stCondLst>
                            <p:childTnLst>
                              <p:par>
                                <p:cTn id="257" presetID="10" presetClass="exit" presetSubtype="0" dur="500" fill="hold" nodeType="clickEffect">
                                  <p:stCondLst>
                                    <p:cond delay="0"/>
                                  </p:stCondLst>
                                  <p:childTnLst>
                                    <p:animEffect transition="out" filter="fade">
                                      <p:cBhvr>
                                        <p:cTn id="258" dur="500"/>
                                        <p:tgtEl>
                                          <p:spTgt spid="20"/>
                                        </p:tgtEl>
                                      </p:cBhvr>
                                    </p:animEffect>
                                    <p:set>
                                      <p:cBhvr>
                                        <p:cTn id="259" dur="1" fill="hold">
                                          <p:stCondLst>
                                            <p:cond delay="499"/>
                                          </p:stCondLst>
                                        </p:cTn>
                                        <p:tgtEl>
                                          <p:spTgt spid="20"/>
                                        </p:tgtEl>
                                        <p:attrNameLst>
                                          <p:attrName>style.visibility</p:attrName>
                                        </p:attrNameLst>
                                      </p:cBhvr>
                                      <p:to>
                                        <p:strVal val="hidden"/>
                                      </p:to>
                                    </p:set>
                                  </p:childTnLst>
                                </p:cTn>
                              </p:par>
                              <p:par>
                                <p:cTn id="260" presetID="22" presetClass="entr" presetSubtype="2" dur="500" fill="hold" nodeType="withEffect">
                                  <p:stCondLst>
                                    <p:cond delay="0"/>
                                  </p:stCondLst>
                                  <p:childTnLst>
                                    <p:set>
                                      <p:cBhvr>
                                        <p:cTn id="261" dur="1" fill="hold">
                                          <p:stCondLst>
                                            <p:cond delay="0"/>
                                          </p:stCondLst>
                                        </p:cTn>
                                        <p:tgtEl>
                                          <p:spTgt spid="21"/>
                                        </p:tgtEl>
                                        <p:attrNameLst>
                                          <p:attrName>style.visibility</p:attrName>
                                        </p:attrNameLst>
                                      </p:cBhvr>
                                      <p:to>
                                        <p:strVal val="visible"/>
                                      </p:to>
                                    </p:set>
                                    <p:animEffect transition="in" filter="wipe(right)">
                                      <p:cBhvr>
                                        <p:cTn id="262" dur="500"/>
                                        <p:tgtEl>
                                          <p:spTgt spid="21"/>
                                        </p:tgtEl>
                                      </p:cBhvr>
                                    </p:animEffect>
                                  </p:childTnLst>
                                </p:cTn>
                              </p:par>
                            </p:childTnLst>
                          </p:cTn>
                        </p:par>
                      </p:childTnLst>
                    </p:cTn>
                  </p:par>
                  <p:par>
                    <p:cTn id="263" fill="hold">
                      <p:stCondLst>
                        <p:cond delay="indefinite"/>
                      </p:stCondLst>
                      <p:childTnLst>
                        <p:par>
                          <p:cTn id="264" fill="hold">
                            <p:stCondLst>
                              <p:cond delay="0"/>
                            </p:stCondLst>
                            <p:childTnLst>
                              <p:par>
                                <p:cTn id="265" presetID="10" presetClass="exit" presetSubtype="0" dur="500" fill="hold" nodeType="clickEffect">
                                  <p:stCondLst>
                                    <p:cond delay="0"/>
                                  </p:stCondLst>
                                  <p:childTnLst>
                                    <p:animEffect transition="out" filter="fade">
                                      <p:cBhvr>
                                        <p:cTn id="266" dur="500"/>
                                        <p:tgtEl>
                                          <p:spTgt spid="21"/>
                                        </p:tgtEl>
                                      </p:cBhvr>
                                    </p:animEffect>
                                    <p:set>
                                      <p:cBhvr>
                                        <p:cTn id="267" dur="1" fill="hold">
                                          <p:stCondLst>
                                            <p:cond delay="499"/>
                                          </p:stCondLst>
                                        </p:cTn>
                                        <p:tgtEl>
                                          <p:spTgt spid="21"/>
                                        </p:tgtEl>
                                        <p:attrNameLst>
                                          <p:attrName>style.visibility</p:attrName>
                                        </p:attrNameLst>
                                      </p:cBhvr>
                                      <p:to>
                                        <p:strVal val="hidden"/>
                                      </p:to>
                                    </p:set>
                                  </p:childTnLst>
                                </p:cTn>
                              </p:par>
                              <p:par>
                                <p:cTn id="268" presetID="22" presetClass="entr" presetSubtype="2" dur="500" fill="hold" nodeType="withEffect">
                                  <p:stCondLst>
                                    <p:cond delay="0"/>
                                  </p:stCondLst>
                                  <p:childTnLst>
                                    <p:set>
                                      <p:cBhvr>
                                        <p:cTn id="269" dur="1" fill="hold">
                                          <p:stCondLst>
                                            <p:cond delay="0"/>
                                          </p:stCondLst>
                                        </p:cTn>
                                        <p:tgtEl>
                                          <p:spTgt spid="22"/>
                                        </p:tgtEl>
                                        <p:attrNameLst>
                                          <p:attrName>style.visibility</p:attrName>
                                        </p:attrNameLst>
                                      </p:cBhvr>
                                      <p:to>
                                        <p:strVal val="visible"/>
                                      </p:to>
                                    </p:set>
                                    <p:animEffect transition="in" filter="wipe(right)">
                                      <p:cBhvr>
                                        <p:cTn id="270" dur="500"/>
                                        <p:tgtEl>
                                          <p:spTgt spid="22"/>
                                        </p:tgtEl>
                                      </p:cBhvr>
                                    </p:animEffect>
                                  </p:childTnLst>
                                </p:cTn>
                              </p:par>
                            </p:childTnLst>
                          </p:cTn>
                        </p:par>
                      </p:childTnLst>
                    </p:cTn>
                  </p:par>
                  <p:par>
                    <p:cTn id="271" fill="hold">
                      <p:stCondLst>
                        <p:cond delay="indefinite"/>
                      </p:stCondLst>
                      <p:childTnLst>
                        <p:par>
                          <p:cTn id="272" fill="hold">
                            <p:stCondLst>
                              <p:cond delay="0"/>
                            </p:stCondLst>
                            <p:childTnLst>
                              <p:par>
                                <p:cTn id="273" presetID="10" presetClass="exit" presetSubtype="0" dur="500" fill="hold" nodeType="clickEffect">
                                  <p:stCondLst>
                                    <p:cond delay="0"/>
                                  </p:stCondLst>
                                  <p:childTnLst>
                                    <p:animEffect transition="out" filter="fade">
                                      <p:cBhvr>
                                        <p:cTn id="274" dur="500"/>
                                        <p:tgtEl>
                                          <p:spTgt spid="22"/>
                                        </p:tgtEl>
                                      </p:cBhvr>
                                    </p:animEffect>
                                    <p:set>
                                      <p:cBhvr>
                                        <p:cTn id="275" dur="1" fill="hold">
                                          <p:stCondLst>
                                            <p:cond delay="499"/>
                                          </p:stCondLst>
                                        </p:cTn>
                                        <p:tgtEl>
                                          <p:spTgt spid="22"/>
                                        </p:tgtEl>
                                        <p:attrNameLst>
                                          <p:attrName>style.visibility</p:attrName>
                                        </p:attrNameLst>
                                      </p:cBhvr>
                                      <p:to>
                                        <p:strVal val="hidden"/>
                                      </p:to>
                                    </p:set>
                                  </p:childTnLst>
                                </p:cTn>
                              </p:par>
                              <p:par>
                                <p:cTn id="276" presetID="22" presetClass="entr" presetSubtype="2" dur="500" fill="hold" nodeType="withEffect">
                                  <p:stCondLst>
                                    <p:cond delay="0"/>
                                  </p:stCondLst>
                                  <p:childTnLst>
                                    <p:set>
                                      <p:cBhvr>
                                        <p:cTn id="277" dur="1" fill="hold">
                                          <p:stCondLst>
                                            <p:cond delay="0"/>
                                          </p:stCondLst>
                                        </p:cTn>
                                        <p:tgtEl>
                                          <p:spTgt spid="23"/>
                                        </p:tgtEl>
                                        <p:attrNameLst>
                                          <p:attrName>style.visibility</p:attrName>
                                        </p:attrNameLst>
                                      </p:cBhvr>
                                      <p:to>
                                        <p:strVal val="visible"/>
                                      </p:to>
                                    </p:set>
                                    <p:animEffect transition="in" filter="wipe(right)">
                                      <p:cBhvr>
                                        <p:cTn id="278" dur="500"/>
                                        <p:tgtEl>
                                          <p:spTgt spid="23"/>
                                        </p:tgtEl>
                                      </p:cBhvr>
                                    </p:animEffect>
                                  </p:childTnLst>
                                </p:cTn>
                              </p:par>
                            </p:childTnLst>
                          </p:cTn>
                        </p:par>
                      </p:childTnLst>
                    </p:cTn>
                  </p:par>
                  <p:par>
                    <p:cTn id="279" fill="hold">
                      <p:stCondLst>
                        <p:cond delay="indefinite"/>
                      </p:stCondLst>
                      <p:childTnLst>
                        <p:par>
                          <p:cTn id="280" fill="hold">
                            <p:stCondLst>
                              <p:cond delay="0"/>
                            </p:stCondLst>
                            <p:childTnLst>
                              <p:par>
                                <p:cTn id="281" presetID="10" presetClass="exit" presetSubtype="0" dur="500" fill="hold" nodeType="clickEffect">
                                  <p:stCondLst>
                                    <p:cond delay="0"/>
                                  </p:stCondLst>
                                  <p:childTnLst>
                                    <p:animEffect transition="out" filter="fade">
                                      <p:cBhvr>
                                        <p:cTn id="282" dur="500"/>
                                        <p:tgtEl>
                                          <p:spTgt spid="23"/>
                                        </p:tgtEl>
                                      </p:cBhvr>
                                    </p:animEffect>
                                    <p:set>
                                      <p:cBhvr>
                                        <p:cTn id="283" dur="1" fill="hold">
                                          <p:stCondLst>
                                            <p:cond delay="499"/>
                                          </p:stCondLst>
                                        </p:cTn>
                                        <p:tgtEl>
                                          <p:spTgt spid="23"/>
                                        </p:tgtEl>
                                        <p:attrNameLst>
                                          <p:attrName>style.visibility</p:attrName>
                                        </p:attrNameLst>
                                      </p:cBhvr>
                                      <p:to>
                                        <p:strVal val="hidden"/>
                                      </p:to>
                                    </p:set>
                                  </p:childTnLst>
                                </p:cTn>
                              </p:par>
                              <p:par>
                                <p:cTn id="284" presetID="22" presetClass="entr" presetSubtype="4" dur="500" fill="hold" nodeType="withEffect">
                                  <p:stCondLst>
                                    <p:cond delay="0"/>
                                  </p:stCondLst>
                                  <p:childTnLst>
                                    <p:set>
                                      <p:cBhvr>
                                        <p:cTn id="285" dur="1" fill="hold">
                                          <p:stCondLst>
                                            <p:cond delay="0"/>
                                          </p:stCondLst>
                                        </p:cTn>
                                        <p:tgtEl>
                                          <p:spTgt spid="24"/>
                                        </p:tgtEl>
                                        <p:attrNameLst>
                                          <p:attrName>style.visibility</p:attrName>
                                        </p:attrNameLst>
                                      </p:cBhvr>
                                      <p:to>
                                        <p:strVal val="visible"/>
                                      </p:to>
                                    </p:set>
                                    <p:animEffect transition="in" filter="wipe(down)">
                                      <p:cBhvr>
                                        <p:cTn id="286" dur="500"/>
                                        <p:tgtEl>
                                          <p:spTgt spid="24"/>
                                        </p:tgtEl>
                                      </p:cBhvr>
                                    </p:animEffect>
                                  </p:childTnLst>
                                </p:cTn>
                              </p:par>
                              <p:par>
                                <p:cTn id="287" presetID="10" presetClass="exit" presetSubtype="0" dur="500" fill="hold" nodeType="withEffect">
                                  <p:stCondLst>
                                    <p:cond delay="0"/>
                                  </p:stCondLst>
                                  <p:childTnLst>
                                    <p:animEffect transition="out" filter="fade">
                                      <p:cBhvr>
                                        <p:cTn id="288" dur="500"/>
                                        <p:tgtEl>
                                          <p:spTgt spid="16"/>
                                        </p:tgtEl>
                                      </p:cBhvr>
                                    </p:animEffect>
                                    <p:set>
                                      <p:cBhvr>
                                        <p:cTn id="289" dur="1" fill="hold">
                                          <p:stCondLst>
                                            <p:cond delay="499"/>
                                          </p:stCondLst>
                                        </p:cTn>
                                        <p:tgtEl>
                                          <p:spTgt spid="16"/>
                                        </p:tgtEl>
                                        <p:attrNameLst>
                                          <p:attrName>style.visibility</p:attrName>
                                        </p:attrNameLst>
                                      </p:cBhvr>
                                      <p:to>
                                        <p:strVal val="hidden"/>
                                      </p:to>
                                    </p:set>
                                  </p:childTnLst>
                                </p:cTn>
                              </p:par>
                            </p:childTnLst>
                          </p:cTn>
                        </p:par>
                      </p:childTnLst>
                    </p:cTn>
                  </p:par>
                  <p:par>
                    <p:cTn id="290" fill="hold">
                      <p:stCondLst>
                        <p:cond delay="indefinite"/>
                      </p:stCondLst>
                      <p:childTnLst>
                        <p:par>
                          <p:cTn id="291" fill="hold">
                            <p:stCondLst>
                              <p:cond delay="0"/>
                            </p:stCondLst>
                            <p:childTnLst>
                              <p:par>
                                <p:cTn id="292" presetID="22" presetClass="entr" presetSubtype="2" dur="500" fill="hold" nodeType="clickEffect">
                                  <p:stCondLst>
                                    <p:cond delay="0"/>
                                  </p:stCondLst>
                                  <p:childTnLst>
                                    <p:set>
                                      <p:cBhvr>
                                        <p:cTn id="293" dur="1" fill="hold">
                                          <p:stCondLst>
                                            <p:cond delay="0"/>
                                          </p:stCondLst>
                                        </p:cTn>
                                        <p:tgtEl>
                                          <p:spTgt spid="25"/>
                                        </p:tgtEl>
                                        <p:attrNameLst>
                                          <p:attrName>style.visibility</p:attrName>
                                        </p:attrNameLst>
                                      </p:cBhvr>
                                      <p:to>
                                        <p:strVal val="visible"/>
                                      </p:to>
                                    </p:set>
                                    <p:animEffect transition="in" filter="wipe(right)">
                                      <p:cBhvr>
                                        <p:cTn id="294" dur="500"/>
                                        <p:tgtEl>
                                          <p:spTgt spid="25"/>
                                        </p:tgtEl>
                                      </p:cBhvr>
                                    </p:animEffect>
                                  </p:childTnLst>
                                </p:cTn>
                              </p:par>
                            </p:childTnLst>
                          </p:cTn>
                        </p:par>
                      </p:childTnLst>
                    </p:cTn>
                  </p:par>
                  <p:par>
                    <p:cTn id="295" fill="hold">
                      <p:stCondLst>
                        <p:cond delay="indefinite"/>
                      </p:stCondLst>
                      <p:childTnLst>
                        <p:par>
                          <p:cTn id="296" fill="hold">
                            <p:stCondLst>
                              <p:cond delay="0"/>
                            </p:stCondLst>
                            <p:childTnLst>
                              <p:par>
                                <p:cTn id="297" presetID="10" presetClass="exit" presetSubtype="0" dur="500" fill="hold" nodeType="clickEffect">
                                  <p:stCondLst>
                                    <p:cond delay="0"/>
                                  </p:stCondLst>
                                  <p:childTnLst>
                                    <p:animEffect transition="out" filter="fade">
                                      <p:cBhvr>
                                        <p:cTn id="298" dur="500"/>
                                        <p:tgtEl>
                                          <p:spTgt spid="25"/>
                                        </p:tgtEl>
                                      </p:cBhvr>
                                    </p:animEffect>
                                    <p:set>
                                      <p:cBhvr>
                                        <p:cTn id="299" dur="1" fill="hold">
                                          <p:stCondLst>
                                            <p:cond delay="499"/>
                                          </p:stCondLst>
                                        </p:cTn>
                                        <p:tgtEl>
                                          <p:spTgt spid="25"/>
                                        </p:tgtEl>
                                        <p:attrNameLst>
                                          <p:attrName>style.visibility</p:attrName>
                                        </p:attrNameLst>
                                      </p:cBhvr>
                                      <p:to>
                                        <p:strVal val="hidden"/>
                                      </p:to>
                                    </p:set>
                                  </p:childTnLst>
                                </p:cTn>
                              </p:par>
                              <p:par>
                                <p:cTn id="300" presetID="22" presetClass="entr" presetSubtype="2" dur="500" fill="hold" nodeType="withEffect">
                                  <p:stCondLst>
                                    <p:cond delay="0"/>
                                  </p:stCondLst>
                                  <p:childTnLst>
                                    <p:set>
                                      <p:cBhvr>
                                        <p:cTn id="301" dur="1" fill="hold">
                                          <p:stCondLst>
                                            <p:cond delay="0"/>
                                          </p:stCondLst>
                                        </p:cTn>
                                        <p:tgtEl>
                                          <p:spTgt spid="26"/>
                                        </p:tgtEl>
                                        <p:attrNameLst>
                                          <p:attrName>style.visibility</p:attrName>
                                        </p:attrNameLst>
                                      </p:cBhvr>
                                      <p:to>
                                        <p:strVal val="visible"/>
                                      </p:to>
                                    </p:set>
                                    <p:animEffect transition="in" filter="wipe(right)">
                                      <p:cBhvr>
                                        <p:cTn id="302" dur="500"/>
                                        <p:tgtEl>
                                          <p:spTgt spid="26"/>
                                        </p:tgtEl>
                                      </p:cBhvr>
                                    </p:animEffect>
                                  </p:childTnLst>
                                </p:cTn>
                              </p:par>
                            </p:childTnLst>
                          </p:cTn>
                        </p:par>
                      </p:childTnLst>
                    </p:cTn>
                  </p:par>
                  <p:par>
                    <p:cTn id="303" fill="hold">
                      <p:stCondLst>
                        <p:cond delay="indefinite"/>
                      </p:stCondLst>
                      <p:childTnLst>
                        <p:par>
                          <p:cTn id="304" fill="hold">
                            <p:stCondLst>
                              <p:cond delay="0"/>
                            </p:stCondLst>
                            <p:childTnLst>
                              <p:par>
                                <p:cTn id="305" presetID="10" presetClass="exit" presetSubtype="0" dur="500" fill="hold" nodeType="clickEffect">
                                  <p:stCondLst>
                                    <p:cond delay="0"/>
                                  </p:stCondLst>
                                  <p:childTnLst>
                                    <p:animEffect transition="out" filter="fade">
                                      <p:cBhvr>
                                        <p:cTn id="306" dur="500"/>
                                        <p:tgtEl>
                                          <p:spTgt spid="26"/>
                                        </p:tgtEl>
                                      </p:cBhvr>
                                    </p:animEffect>
                                    <p:set>
                                      <p:cBhvr>
                                        <p:cTn id="307" dur="1" fill="hold">
                                          <p:stCondLst>
                                            <p:cond delay="499"/>
                                          </p:stCondLst>
                                        </p:cTn>
                                        <p:tgtEl>
                                          <p:spTgt spid="26"/>
                                        </p:tgtEl>
                                        <p:attrNameLst>
                                          <p:attrName>style.visibility</p:attrName>
                                        </p:attrNameLst>
                                      </p:cBhvr>
                                      <p:to>
                                        <p:strVal val="hidden"/>
                                      </p:to>
                                    </p:set>
                                  </p:childTnLst>
                                </p:cTn>
                              </p:par>
                              <p:par>
                                <p:cTn id="308" presetID="22" presetClass="entr" presetSubtype="2" dur="500" fill="hold" nodeType="withEffect">
                                  <p:stCondLst>
                                    <p:cond delay="0"/>
                                  </p:stCondLst>
                                  <p:childTnLst>
                                    <p:set>
                                      <p:cBhvr>
                                        <p:cTn id="309" dur="1" fill="hold">
                                          <p:stCondLst>
                                            <p:cond delay="0"/>
                                          </p:stCondLst>
                                        </p:cTn>
                                        <p:tgtEl>
                                          <p:spTgt spid="27"/>
                                        </p:tgtEl>
                                        <p:attrNameLst>
                                          <p:attrName>style.visibility</p:attrName>
                                        </p:attrNameLst>
                                      </p:cBhvr>
                                      <p:to>
                                        <p:strVal val="visible"/>
                                      </p:to>
                                    </p:set>
                                    <p:animEffect transition="in" filter="wipe(right)">
                                      <p:cBhvr>
                                        <p:cTn id="310" dur="500"/>
                                        <p:tgtEl>
                                          <p:spTgt spid="27"/>
                                        </p:tgtEl>
                                      </p:cBhvr>
                                    </p:animEffect>
                                  </p:childTnLst>
                                </p:cTn>
                              </p:par>
                            </p:childTnLst>
                          </p:cTn>
                        </p:par>
                      </p:childTnLst>
                    </p:cTn>
                  </p:par>
                  <p:par>
                    <p:cTn id="311" fill="hold">
                      <p:stCondLst>
                        <p:cond delay="indefinite"/>
                      </p:stCondLst>
                      <p:childTnLst>
                        <p:par>
                          <p:cTn id="312" fill="hold">
                            <p:stCondLst>
                              <p:cond delay="0"/>
                            </p:stCondLst>
                            <p:childTnLst>
                              <p:par>
                                <p:cTn id="313" presetID="10" presetClass="exit" presetSubtype="0" dur="500" fill="hold" nodeType="clickEffect">
                                  <p:stCondLst>
                                    <p:cond delay="0"/>
                                  </p:stCondLst>
                                  <p:childTnLst>
                                    <p:animEffect transition="out" filter="fade">
                                      <p:cBhvr>
                                        <p:cTn id="314" dur="500"/>
                                        <p:tgtEl>
                                          <p:spTgt spid="27"/>
                                        </p:tgtEl>
                                      </p:cBhvr>
                                    </p:animEffect>
                                    <p:set>
                                      <p:cBhvr>
                                        <p:cTn id="315" dur="1" fill="hold">
                                          <p:stCondLst>
                                            <p:cond delay="499"/>
                                          </p:stCondLst>
                                        </p:cTn>
                                        <p:tgtEl>
                                          <p:spTgt spid="27"/>
                                        </p:tgtEl>
                                        <p:attrNameLst>
                                          <p:attrName>style.visibility</p:attrName>
                                        </p:attrNameLst>
                                      </p:cBhvr>
                                      <p:to>
                                        <p:strVal val="hidden"/>
                                      </p:to>
                                    </p:set>
                                  </p:childTnLst>
                                </p:cTn>
                              </p:par>
                              <p:par>
                                <p:cTn id="316" presetID="22" presetClass="entr" presetSubtype="2" dur="500" fill="hold" nodeType="withEffect">
                                  <p:stCondLst>
                                    <p:cond delay="0"/>
                                  </p:stCondLst>
                                  <p:childTnLst>
                                    <p:set>
                                      <p:cBhvr>
                                        <p:cTn id="317" dur="1" fill="hold">
                                          <p:stCondLst>
                                            <p:cond delay="0"/>
                                          </p:stCondLst>
                                        </p:cTn>
                                        <p:tgtEl>
                                          <p:spTgt spid="28"/>
                                        </p:tgtEl>
                                        <p:attrNameLst>
                                          <p:attrName>style.visibility</p:attrName>
                                        </p:attrNameLst>
                                      </p:cBhvr>
                                      <p:to>
                                        <p:strVal val="visible"/>
                                      </p:to>
                                    </p:set>
                                    <p:animEffect transition="in" filter="wipe(right)">
                                      <p:cBhvr>
                                        <p:cTn id="318" dur="500"/>
                                        <p:tgtEl>
                                          <p:spTgt spid="28"/>
                                        </p:tgtEl>
                                      </p:cBhvr>
                                    </p:animEffect>
                                  </p:childTnLst>
                                </p:cTn>
                              </p:par>
                            </p:childTnLst>
                          </p:cTn>
                        </p:par>
                      </p:childTnLst>
                    </p:cTn>
                  </p:par>
                  <p:par>
                    <p:cTn id="319" fill="hold">
                      <p:stCondLst>
                        <p:cond delay="indefinite"/>
                      </p:stCondLst>
                      <p:childTnLst>
                        <p:par>
                          <p:cTn id="320" fill="hold">
                            <p:stCondLst>
                              <p:cond delay="0"/>
                            </p:stCondLst>
                            <p:childTnLst>
                              <p:par>
                                <p:cTn id="321" presetID="10" presetClass="exit" presetSubtype="0" dur="500" fill="hold" nodeType="clickEffect">
                                  <p:stCondLst>
                                    <p:cond delay="0"/>
                                  </p:stCondLst>
                                  <p:childTnLst>
                                    <p:animEffect transition="out" filter="fade">
                                      <p:cBhvr>
                                        <p:cTn id="322" dur="500"/>
                                        <p:tgtEl>
                                          <p:spTgt spid="28"/>
                                        </p:tgtEl>
                                      </p:cBhvr>
                                    </p:animEffect>
                                    <p:set>
                                      <p:cBhvr>
                                        <p:cTn id="323" dur="1" fill="hold">
                                          <p:stCondLst>
                                            <p:cond delay="499"/>
                                          </p:stCondLst>
                                        </p:cTn>
                                        <p:tgtEl>
                                          <p:spTgt spid="28"/>
                                        </p:tgtEl>
                                        <p:attrNameLst>
                                          <p:attrName>style.visibility</p:attrName>
                                        </p:attrNameLst>
                                      </p:cBhvr>
                                      <p:to>
                                        <p:strVal val="hidden"/>
                                      </p:to>
                                    </p:set>
                                  </p:childTnLst>
                                </p:cTn>
                              </p:par>
                              <p:par>
                                <p:cTn id="324" presetID="22" presetClass="entr" presetSubtype="2" dur="500" fill="hold" nodeType="withEffect">
                                  <p:stCondLst>
                                    <p:cond delay="0"/>
                                  </p:stCondLst>
                                  <p:childTnLst>
                                    <p:set>
                                      <p:cBhvr>
                                        <p:cTn id="325" dur="1" fill="hold">
                                          <p:stCondLst>
                                            <p:cond delay="0"/>
                                          </p:stCondLst>
                                        </p:cTn>
                                        <p:tgtEl>
                                          <p:spTgt spid="29"/>
                                        </p:tgtEl>
                                        <p:attrNameLst>
                                          <p:attrName>style.visibility</p:attrName>
                                        </p:attrNameLst>
                                      </p:cBhvr>
                                      <p:to>
                                        <p:strVal val="visible"/>
                                      </p:to>
                                    </p:set>
                                    <p:animEffect transition="in" filter="wipe(right)">
                                      <p:cBhvr>
                                        <p:cTn id="326" dur="500"/>
                                        <p:tgtEl>
                                          <p:spTgt spid="29"/>
                                        </p:tgtEl>
                                      </p:cBhvr>
                                    </p:animEffect>
                                  </p:childTnLst>
                                </p:cTn>
                              </p:par>
                            </p:childTnLst>
                          </p:cTn>
                        </p:par>
                      </p:childTnLst>
                    </p:cTn>
                  </p:par>
                  <p:par>
                    <p:cTn id="327" fill="hold">
                      <p:stCondLst>
                        <p:cond delay="indefinite"/>
                      </p:stCondLst>
                      <p:childTnLst>
                        <p:par>
                          <p:cTn id="328" fill="hold">
                            <p:stCondLst>
                              <p:cond delay="0"/>
                            </p:stCondLst>
                            <p:childTnLst>
                              <p:par>
                                <p:cTn id="329" presetID="10" presetClass="exit" presetSubtype="0" dur="500" fill="hold" nodeType="clickEffect">
                                  <p:stCondLst>
                                    <p:cond delay="0"/>
                                  </p:stCondLst>
                                  <p:childTnLst>
                                    <p:animEffect transition="out" filter="fade">
                                      <p:cBhvr>
                                        <p:cTn id="330" dur="500"/>
                                        <p:tgtEl>
                                          <p:spTgt spid="29"/>
                                        </p:tgtEl>
                                      </p:cBhvr>
                                    </p:animEffect>
                                    <p:set>
                                      <p:cBhvr>
                                        <p:cTn id="331" dur="1" fill="hold">
                                          <p:stCondLst>
                                            <p:cond delay="499"/>
                                          </p:stCondLst>
                                        </p:cTn>
                                        <p:tgtEl>
                                          <p:spTgt spid="29"/>
                                        </p:tgtEl>
                                        <p:attrNameLst>
                                          <p:attrName>style.visibility</p:attrName>
                                        </p:attrNameLst>
                                      </p:cBhvr>
                                      <p:to>
                                        <p:strVal val="hidden"/>
                                      </p:to>
                                    </p:set>
                                  </p:childTnLst>
                                </p:cTn>
                              </p:par>
                              <p:par>
                                <p:cTn id="332" presetID="22" presetClass="entr" presetSubtype="4" dur="500" fill="hold" nodeType="withEffect">
                                  <p:stCondLst>
                                    <p:cond delay="0"/>
                                  </p:stCondLst>
                                  <p:childTnLst>
                                    <p:set>
                                      <p:cBhvr>
                                        <p:cTn id="333" dur="1" fill="hold">
                                          <p:stCondLst>
                                            <p:cond delay="0"/>
                                          </p:stCondLst>
                                        </p:cTn>
                                        <p:tgtEl>
                                          <p:spTgt spid="30"/>
                                        </p:tgtEl>
                                        <p:attrNameLst>
                                          <p:attrName>style.visibility</p:attrName>
                                        </p:attrNameLst>
                                      </p:cBhvr>
                                      <p:to>
                                        <p:strVal val="visible"/>
                                      </p:to>
                                    </p:set>
                                    <p:animEffect transition="in" filter="wipe(down)">
                                      <p:cBhvr>
                                        <p:cTn id="334" dur="500"/>
                                        <p:tgtEl>
                                          <p:spTgt spid="30"/>
                                        </p:tgtEl>
                                      </p:cBhvr>
                                    </p:animEffect>
                                  </p:childTnLst>
                                </p:cTn>
                              </p:par>
                              <p:par>
                                <p:cTn id="335" presetID="10" presetClass="exit" presetSubtype="0" dur="500" fill="hold" nodeType="withEffect">
                                  <p:stCondLst>
                                    <p:cond delay="0"/>
                                  </p:stCondLst>
                                  <p:childTnLst>
                                    <p:animEffect transition="out" filter="fade">
                                      <p:cBhvr>
                                        <p:cTn id="336" dur="500"/>
                                        <p:tgtEl>
                                          <p:spTgt spid="24"/>
                                        </p:tgtEl>
                                      </p:cBhvr>
                                    </p:animEffect>
                                    <p:set>
                                      <p:cBhvr>
                                        <p:cTn id="337" dur="1" fill="hold">
                                          <p:stCondLst>
                                            <p:cond delay="499"/>
                                          </p:stCondLst>
                                        </p:cTn>
                                        <p:tgtEl>
                                          <p:spTgt spid="24"/>
                                        </p:tgtEl>
                                        <p:attrNameLst>
                                          <p:attrName>style.visibility</p:attrName>
                                        </p:attrNameLst>
                                      </p:cBhvr>
                                      <p:to>
                                        <p:strVal val="hidden"/>
                                      </p:to>
                                    </p:set>
                                  </p:childTnLst>
                                </p:cTn>
                              </p:par>
                              <p:par>
                                <p:cTn id="338" presetID="22" presetClass="entr" presetSubtype="2" dur="500" fill="hold" nodeType="withEffect">
                                  <p:stCondLst>
                                    <p:cond delay="0"/>
                                  </p:stCondLst>
                                  <p:childTnLst>
                                    <p:set>
                                      <p:cBhvr>
                                        <p:cTn id="339" dur="1" fill="hold">
                                          <p:stCondLst>
                                            <p:cond delay="0"/>
                                          </p:stCondLst>
                                        </p:cTn>
                                        <p:tgtEl>
                                          <p:spTgt spid="31"/>
                                        </p:tgtEl>
                                        <p:attrNameLst>
                                          <p:attrName>style.visibility</p:attrName>
                                        </p:attrNameLst>
                                      </p:cBhvr>
                                      <p:to>
                                        <p:strVal val="visible"/>
                                      </p:to>
                                    </p:set>
                                    <p:animEffect transition="in" filter="wipe(right)">
                                      <p:cBhvr>
                                        <p:cTn id="340" dur="500"/>
                                        <p:tgtEl>
                                          <p:spTgt spid="31"/>
                                        </p:tgtEl>
                                      </p:cBhvr>
                                    </p:animEffect>
                                  </p:childTnLst>
                                </p:cTn>
                              </p:par>
                            </p:childTnLst>
                          </p:cTn>
                        </p:par>
                      </p:childTnLst>
                    </p:cTn>
                  </p:par>
                  <p:par>
                    <p:cTn id="341" fill="hold">
                      <p:stCondLst>
                        <p:cond delay="indefinite"/>
                      </p:stCondLst>
                      <p:childTnLst>
                        <p:par>
                          <p:cTn id="342" fill="hold">
                            <p:stCondLst>
                              <p:cond delay="0"/>
                            </p:stCondLst>
                            <p:childTnLst>
                              <p:par>
                                <p:cTn id="343" presetID="10" presetClass="exit" presetSubtype="0" dur="500" fill="hold" nodeType="clickEffect">
                                  <p:stCondLst>
                                    <p:cond delay="0"/>
                                  </p:stCondLst>
                                  <p:childTnLst>
                                    <p:animEffect transition="out" filter="fade">
                                      <p:cBhvr>
                                        <p:cTn id="344" dur="500"/>
                                        <p:tgtEl>
                                          <p:spTgt spid="31"/>
                                        </p:tgtEl>
                                      </p:cBhvr>
                                    </p:animEffect>
                                    <p:set>
                                      <p:cBhvr>
                                        <p:cTn id="345" dur="1" fill="hold">
                                          <p:stCondLst>
                                            <p:cond delay="499"/>
                                          </p:stCondLst>
                                        </p:cTn>
                                        <p:tgtEl>
                                          <p:spTgt spid="31"/>
                                        </p:tgtEl>
                                        <p:attrNameLst>
                                          <p:attrName>style.visibility</p:attrName>
                                        </p:attrNameLst>
                                      </p:cBhvr>
                                      <p:to>
                                        <p:strVal val="hidden"/>
                                      </p:to>
                                    </p:set>
                                  </p:childTnLst>
                                </p:cTn>
                              </p:par>
                              <p:par>
                                <p:cTn id="346" presetID="22" presetClass="entr" presetSubtype="2" dur="500" fill="hold" nodeType="withEffect">
                                  <p:stCondLst>
                                    <p:cond delay="0"/>
                                  </p:stCondLst>
                                  <p:childTnLst>
                                    <p:set>
                                      <p:cBhvr>
                                        <p:cTn id="347" dur="1" fill="hold">
                                          <p:stCondLst>
                                            <p:cond delay="0"/>
                                          </p:stCondLst>
                                        </p:cTn>
                                        <p:tgtEl>
                                          <p:spTgt spid="32"/>
                                        </p:tgtEl>
                                        <p:attrNameLst>
                                          <p:attrName>style.visibility</p:attrName>
                                        </p:attrNameLst>
                                      </p:cBhvr>
                                      <p:to>
                                        <p:strVal val="visible"/>
                                      </p:to>
                                    </p:set>
                                    <p:animEffect transition="in" filter="wipe(right)">
                                      <p:cBhvr>
                                        <p:cTn id="348" dur="500"/>
                                        <p:tgtEl>
                                          <p:spTgt spid="32"/>
                                        </p:tgtEl>
                                      </p:cBhvr>
                                    </p:animEffect>
                                  </p:childTnLst>
                                </p:cTn>
                              </p:par>
                            </p:childTnLst>
                          </p:cTn>
                        </p:par>
                      </p:childTnLst>
                    </p:cTn>
                  </p:par>
                  <p:par>
                    <p:cTn id="349" fill="hold">
                      <p:stCondLst>
                        <p:cond delay="indefinite"/>
                      </p:stCondLst>
                      <p:childTnLst>
                        <p:par>
                          <p:cTn id="350" fill="hold">
                            <p:stCondLst>
                              <p:cond delay="0"/>
                            </p:stCondLst>
                            <p:childTnLst>
                              <p:par>
                                <p:cTn id="351" presetID="10" presetClass="exit" presetSubtype="0" dur="500" fill="hold" nodeType="clickEffect">
                                  <p:stCondLst>
                                    <p:cond delay="0"/>
                                  </p:stCondLst>
                                  <p:childTnLst>
                                    <p:animEffect transition="out" filter="fade">
                                      <p:cBhvr>
                                        <p:cTn id="352" dur="500"/>
                                        <p:tgtEl>
                                          <p:spTgt spid="32"/>
                                        </p:tgtEl>
                                      </p:cBhvr>
                                    </p:animEffect>
                                    <p:set>
                                      <p:cBhvr>
                                        <p:cTn id="353" dur="1" fill="hold">
                                          <p:stCondLst>
                                            <p:cond delay="499"/>
                                          </p:stCondLst>
                                        </p:cTn>
                                        <p:tgtEl>
                                          <p:spTgt spid="32"/>
                                        </p:tgtEl>
                                        <p:attrNameLst>
                                          <p:attrName>style.visibility</p:attrName>
                                        </p:attrNameLst>
                                      </p:cBhvr>
                                      <p:to>
                                        <p:strVal val="hidden"/>
                                      </p:to>
                                    </p:set>
                                  </p:childTnLst>
                                </p:cTn>
                              </p:par>
                              <p:par>
                                <p:cTn id="354" presetID="22" presetClass="entr" presetSubtype="2" dur="500" fill="hold" nodeType="withEffect">
                                  <p:stCondLst>
                                    <p:cond delay="0"/>
                                  </p:stCondLst>
                                  <p:childTnLst>
                                    <p:set>
                                      <p:cBhvr>
                                        <p:cTn id="355" dur="1" fill="hold">
                                          <p:stCondLst>
                                            <p:cond delay="0"/>
                                          </p:stCondLst>
                                        </p:cTn>
                                        <p:tgtEl>
                                          <p:spTgt spid="33"/>
                                        </p:tgtEl>
                                        <p:attrNameLst>
                                          <p:attrName>style.visibility</p:attrName>
                                        </p:attrNameLst>
                                      </p:cBhvr>
                                      <p:to>
                                        <p:strVal val="visible"/>
                                      </p:to>
                                    </p:set>
                                    <p:animEffect transition="in" filter="wipe(right)">
                                      <p:cBhvr>
                                        <p:cTn id="356" dur="500"/>
                                        <p:tgtEl>
                                          <p:spTgt spid="33"/>
                                        </p:tgtEl>
                                      </p:cBhvr>
                                    </p:animEffect>
                                  </p:childTnLst>
                                </p:cTn>
                              </p:par>
                            </p:childTnLst>
                          </p:cTn>
                        </p:par>
                      </p:childTnLst>
                    </p:cTn>
                  </p:par>
                  <p:par>
                    <p:cTn id="357" fill="hold">
                      <p:stCondLst>
                        <p:cond delay="indefinite"/>
                      </p:stCondLst>
                      <p:childTnLst>
                        <p:par>
                          <p:cTn id="358" fill="hold">
                            <p:stCondLst>
                              <p:cond delay="0"/>
                            </p:stCondLst>
                            <p:childTnLst>
                              <p:par>
                                <p:cTn id="359" presetID="10" presetClass="exit" presetSubtype="0" dur="500" fill="hold" nodeType="clickEffect">
                                  <p:stCondLst>
                                    <p:cond delay="0"/>
                                  </p:stCondLst>
                                  <p:childTnLst>
                                    <p:animEffect transition="out" filter="fade">
                                      <p:cBhvr>
                                        <p:cTn id="360" dur="500"/>
                                        <p:tgtEl>
                                          <p:spTgt spid="33"/>
                                        </p:tgtEl>
                                      </p:cBhvr>
                                    </p:animEffect>
                                    <p:set>
                                      <p:cBhvr>
                                        <p:cTn id="361" dur="1" fill="hold">
                                          <p:stCondLst>
                                            <p:cond delay="499"/>
                                          </p:stCondLst>
                                        </p:cTn>
                                        <p:tgtEl>
                                          <p:spTgt spid="33"/>
                                        </p:tgtEl>
                                        <p:attrNameLst>
                                          <p:attrName>style.visibility</p:attrName>
                                        </p:attrNameLst>
                                      </p:cBhvr>
                                      <p:to>
                                        <p:strVal val="hidden"/>
                                      </p:to>
                                    </p:set>
                                  </p:childTnLst>
                                </p:cTn>
                              </p:par>
                              <p:par>
                                <p:cTn id="362" presetID="22" presetClass="entr" presetSubtype="2" dur="500" fill="hold" nodeType="withEffect">
                                  <p:stCondLst>
                                    <p:cond delay="0"/>
                                  </p:stCondLst>
                                  <p:childTnLst>
                                    <p:set>
                                      <p:cBhvr>
                                        <p:cTn id="363" dur="1" fill="hold">
                                          <p:stCondLst>
                                            <p:cond delay="0"/>
                                          </p:stCondLst>
                                        </p:cTn>
                                        <p:tgtEl>
                                          <p:spTgt spid="34"/>
                                        </p:tgtEl>
                                        <p:attrNameLst>
                                          <p:attrName>style.visibility</p:attrName>
                                        </p:attrNameLst>
                                      </p:cBhvr>
                                      <p:to>
                                        <p:strVal val="visible"/>
                                      </p:to>
                                    </p:set>
                                    <p:animEffect transition="in" filter="wipe(right)">
                                      <p:cBhvr>
                                        <p:cTn id="364" dur="500"/>
                                        <p:tgtEl>
                                          <p:spTgt spid="34"/>
                                        </p:tgtEl>
                                      </p:cBhvr>
                                    </p:animEffect>
                                  </p:childTnLst>
                                </p:cTn>
                              </p:par>
                            </p:childTnLst>
                          </p:cTn>
                        </p:par>
                      </p:childTnLst>
                    </p:cTn>
                  </p:par>
                  <p:par>
                    <p:cTn id="365" fill="hold">
                      <p:stCondLst>
                        <p:cond delay="indefinite"/>
                      </p:stCondLst>
                      <p:childTnLst>
                        <p:par>
                          <p:cTn id="366" fill="hold">
                            <p:stCondLst>
                              <p:cond delay="0"/>
                            </p:stCondLst>
                            <p:childTnLst>
                              <p:par>
                                <p:cTn id="367" presetID="10" presetClass="exit" presetSubtype="0" dur="500" fill="hold" nodeType="clickEffect">
                                  <p:stCondLst>
                                    <p:cond delay="0"/>
                                  </p:stCondLst>
                                  <p:childTnLst>
                                    <p:animEffect transition="out" filter="fade">
                                      <p:cBhvr>
                                        <p:cTn id="368" dur="500"/>
                                        <p:tgtEl>
                                          <p:spTgt spid="34"/>
                                        </p:tgtEl>
                                      </p:cBhvr>
                                    </p:animEffect>
                                    <p:set>
                                      <p:cBhvr>
                                        <p:cTn id="369" dur="1" fill="hold">
                                          <p:stCondLst>
                                            <p:cond delay="499"/>
                                          </p:stCondLst>
                                        </p:cTn>
                                        <p:tgtEl>
                                          <p:spTgt spid="34"/>
                                        </p:tgtEl>
                                        <p:attrNameLst>
                                          <p:attrName>style.visibility</p:attrName>
                                        </p:attrNameLst>
                                      </p:cBhvr>
                                      <p:to>
                                        <p:strVal val="hidden"/>
                                      </p:to>
                                    </p:set>
                                  </p:childTnLst>
                                </p:cTn>
                              </p:par>
                              <p:par>
                                <p:cTn id="370" presetID="22" presetClass="entr" presetSubtype="2" dur="500" fill="hold" nodeType="withEffect">
                                  <p:stCondLst>
                                    <p:cond delay="0"/>
                                  </p:stCondLst>
                                  <p:childTnLst>
                                    <p:set>
                                      <p:cBhvr>
                                        <p:cTn id="371" dur="1" fill="hold">
                                          <p:stCondLst>
                                            <p:cond delay="0"/>
                                          </p:stCondLst>
                                        </p:cTn>
                                        <p:tgtEl>
                                          <p:spTgt spid="35"/>
                                        </p:tgtEl>
                                        <p:attrNameLst>
                                          <p:attrName>style.visibility</p:attrName>
                                        </p:attrNameLst>
                                      </p:cBhvr>
                                      <p:to>
                                        <p:strVal val="visible"/>
                                      </p:to>
                                    </p:set>
                                    <p:animEffect transition="in" filter="wipe(right)">
                                      <p:cBhvr>
                                        <p:cTn id="372" dur="500"/>
                                        <p:tgtEl>
                                          <p:spTgt spid="35"/>
                                        </p:tgtEl>
                                      </p:cBhvr>
                                    </p:animEffect>
                                  </p:childTnLst>
                                </p:cTn>
                              </p:par>
                            </p:childTnLst>
                          </p:cTn>
                        </p:par>
                      </p:childTnLst>
                    </p:cTn>
                  </p:par>
                  <p:par>
                    <p:cTn id="373" fill="hold">
                      <p:stCondLst>
                        <p:cond delay="indefinite"/>
                      </p:stCondLst>
                      <p:childTnLst>
                        <p:par>
                          <p:cTn id="374" fill="hold">
                            <p:stCondLst>
                              <p:cond delay="0"/>
                            </p:stCondLst>
                            <p:childTnLst>
                              <p:par>
                                <p:cTn id="375" presetID="10" presetClass="exit" presetSubtype="0" dur="500" fill="hold" nodeType="clickEffect">
                                  <p:stCondLst>
                                    <p:cond delay="0"/>
                                  </p:stCondLst>
                                  <p:childTnLst>
                                    <p:animEffect transition="out" filter="fade">
                                      <p:cBhvr>
                                        <p:cTn id="376" dur="500"/>
                                        <p:tgtEl>
                                          <p:spTgt spid="35"/>
                                        </p:tgtEl>
                                      </p:cBhvr>
                                    </p:animEffect>
                                    <p:set>
                                      <p:cBhvr>
                                        <p:cTn id="377" dur="1" fill="hold">
                                          <p:stCondLst>
                                            <p:cond delay="499"/>
                                          </p:stCondLst>
                                        </p:cTn>
                                        <p:tgtEl>
                                          <p:spTgt spid="35"/>
                                        </p:tgtEl>
                                        <p:attrNameLst>
                                          <p:attrName>style.visibility</p:attrName>
                                        </p:attrNameLst>
                                      </p:cBhvr>
                                      <p:to>
                                        <p:strVal val="hidden"/>
                                      </p:to>
                                    </p:set>
                                  </p:childTnLst>
                                </p:cTn>
                              </p:par>
                            </p:childTnLst>
                          </p:cTn>
                        </p:par>
                      </p:childTnLst>
                    </p:cTn>
                  </p:par>
                  <p:par>
                    <p:cTn id="378" fill="hold">
                      <p:stCondLst>
                        <p:cond delay="indefinite"/>
                      </p:stCondLst>
                      <p:childTnLst>
                        <p:par>
                          <p:cTn id="379" fill="hold">
                            <p:stCondLst>
                              <p:cond delay="0"/>
                            </p:stCondLst>
                            <p:childTnLst>
                              <p:par>
                                <p:cTn id="380" presetID="22" presetClass="entr" presetSubtype="2" dur="500" fill="hold" nodeType="clickEffect">
                                  <p:stCondLst>
                                    <p:cond delay="0"/>
                                  </p:stCondLst>
                                  <p:childTnLst>
                                    <p:set>
                                      <p:cBhvr>
                                        <p:cTn id="381" dur="1" fill="hold">
                                          <p:stCondLst>
                                            <p:cond delay="0"/>
                                          </p:stCondLst>
                                        </p:cTn>
                                        <p:tgtEl>
                                          <p:spTgt spid="36"/>
                                        </p:tgtEl>
                                        <p:attrNameLst>
                                          <p:attrName>style.visibility</p:attrName>
                                        </p:attrNameLst>
                                      </p:cBhvr>
                                      <p:to>
                                        <p:strVal val="visible"/>
                                      </p:to>
                                    </p:set>
                                    <p:animEffect transition="in" filter="wipe(right)">
                                      <p:cBhvr>
                                        <p:cTn id="382" dur="500"/>
                                        <p:tgtEl>
                                          <p:spTgt spid="36"/>
                                        </p:tgtEl>
                                      </p:cBhvr>
                                    </p:animEffect>
                                  </p:childTnLst>
                                </p:cTn>
                              </p:par>
                            </p:childTnLst>
                          </p:cTn>
                        </p:par>
                      </p:childTnLst>
                    </p:cTn>
                  </p:par>
                  <p:par>
                    <p:cTn id="383" fill="hold">
                      <p:stCondLst>
                        <p:cond delay="indefinite"/>
                      </p:stCondLst>
                      <p:childTnLst>
                        <p:par>
                          <p:cTn id="384" fill="hold">
                            <p:stCondLst>
                              <p:cond delay="0"/>
                            </p:stCondLst>
                            <p:childTnLst>
                              <p:par>
                                <p:cTn id="385" presetID="1" presetClass="entr" presetSubtype="0" dur="1" fill="hold" nodeType="clickEffect">
                                  <p:stCondLst>
                                    <p:cond delay="0"/>
                                  </p:stCondLst>
                                  <p:childTnLst>
                                    <p:set>
                                      <p:cBhvr>
                                        <p:cTn id="386"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87" fill="hold">
                      <p:stCondLst>
                        <p:cond delay="indefinite"/>
                      </p:stCondLst>
                      <p:childTnLst>
                        <p:par>
                          <p:cTn id="388" fill="hold">
                            <p:stCondLst>
                              <p:cond delay="0"/>
                            </p:stCondLst>
                            <p:childTnLst>
                              <p:par>
                                <p:cTn id="389" presetID="1" presetClass="entr" presetSubtype="0" dur="1" fill="hold" nodeType="clickEffect">
                                  <p:stCondLst>
                                    <p:cond delay="0"/>
                                  </p:stCondLst>
                                  <p:childTnLst>
                                    <p:set>
                                      <p:cBhvr>
                                        <p:cTn id="390"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91" fill="hold">
                      <p:stCondLst>
                        <p:cond delay="indefinite"/>
                      </p:stCondLst>
                      <p:childTnLst>
                        <p:par>
                          <p:cTn id="392" fill="hold">
                            <p:stCondLst>
                              <p:cond delay="0"/>
                            </p:stCondLst>
                            <p:childTnLst>
                              <p:par>
                                <p:cTn id="393" presetID="1" presetClass="entr" presetSubtype="0" dur="1" fill="hold" nodeType="clickEffect">
                                  <p:stCondLst>
                                    <p:cond delay="0"/>
                                  </p:stCondLst>
                                  <p:childTnLst>
                                    <p:set>
                                      <p:cBhvr>
                                        <p:cTn id="394"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5" fill="hold">
                      <p:stCondLst>
                        <p:cond delay="indefinite"/>
                      </p:stCondLst>
                      <p:childTnLst>
                        <p:par>
                          <p:cTn id="396" fill="hold">
                            <p:stCondLst>
                              <p:cond delay="0"/>
                            </p:stCondLst>
                            <p:childTnLst>
                              <p:par>
                                <p:cTn id="397" presetID="1" presetClass="entr" presetSubtype="0" dur="1" fill="hold" nodeType="clickEffect">
                                  <p:stCondLst>
                                    <p:cond delay="0"/>
                                  </p:stCondLst>
                                  <p:childTnLst>
                                    <p:set>
                                      <p:cBhvr>
                                        <p:cTn id="398"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399" fill="hold">
                      <p:stCondLst>
                        <p:cond delay="indefinite"/>
                      </p:stCondLst>
                      <p:childTnLst>
                        <p:par>
                          <p:cTn id="400" fill="hold">
                            <p:stCondLst>
                              <p:cond delay="0"/>
                            </p:stCondLst>
                            <p:childTnLst>
                              <p:par>
                                <p:cTn id="401" presetID="1" presetClass="entr" presetSubtype="0" dur="1" fill="hold" nodeType="clickEffect">
                                  <p:stCondLst>
                                    <p:cond delay="0"/>
                                  </p:stCondLst>
                                  <p:childTnLst>
                                    <p:set>
                                      <p:cBhvr>
                                        <p:cTn id="40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03" fill="hold">
                      <p:stCondLst>
                        <p:cond delay="indefinite"/>
                      </p:stCondLst>
                      <p:childTnLst>
                        <p:par>
                          <p:cTn id="404" fill="hold">
                            <p:stCondLst>
                              <p:cond delay="0"/>
                            </p:stCondLst>
                            <p:childTnLst>
                              <p:par>
                                <p:cTn id="405" presetID="1" presetClass="entr" presetSubtype="0" dur="1" fill="hold" nodeType="clickEffect">
                                  <p:stCondLst>
                                    <p:cond delay="0"/>
                                  </p:stCondLst>
                                  <p:childTnLst>
                                    <p:set>
                                      <p:cBhvr>
                                        <p:cTn id="40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07" fill="hold">
                      <p:stCondLst>
                        <p:cond delay="indefinite"/>
                      </p:stCondLst>
                      <p:childTnLst>
                        <p:par>
                          <p:cTn id="408" fill="hold">
                            <p:stCondLst>
                              <p:cond delay="0"/>
                            </p:stCondLst>
                            <p:childTnLst>
                              <p:par>
                                <p:cTn id="409" presetID="1" presetClass="entr" presetSubtype="0" dur="1" fill="hold" nodeType="clickEffect">
                                  <p:stCondLst>
                                    <p:cond delay="0"/>
                                  </p:stCondLst>
                                  <p:childTnLst>
                                    <p:set>
                                      <p:cBhvr>
                                        <p:cTn id="41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par>
                    <p:cTn id="411" fill="hold">
                      <p:stCondLst>
                        <p:cond delay="indefinite"/>
                      </p:stCondLst>
                      <p:childTnLst>
                        <p:par>
                          <p:cTn id="412" fill="hold">
                            <p:stCondLst>
                              <p:cond delay="0"/>
                            </p:stCondLst>
                            <p:childTnLst>
                              <p:par>
                                <p:cTn id="413" presetID="10" presetClass="exit" presetSubtype="0" dur="500" fill="hold" nodeType="clickEffect">
                                  <p:stCondLst>
                                    <p:cond delay="0"/>
                                  </p:stCondLst>
                                  <p:childTnLst>
                                    <p:animEffect transition="out" filter="fade">
                                      <p:cBhvr>
                                        <p:cTn id="414" dur="500"/>
                                        <p:tgtEl>
                                          <p:spTgt spid="36"/>
                                        </p:tgtEl>
                                      </p:cBhvr>
                                    </p:animEffect>
                                    <p:set>
                                      <p:cBhvr>
                                        <p:cTn id="415" dur="1" fill="hold">
                                          <p:stCondLst>
                                            <p:cond delay="499"/>
                                          </p:stCondLst>
                                        </p:cTn>
                                        <p:tgtEl>
                                          <p:spTgt spid="36"/>
                                        </p:tgtEl>
                                        <p:attrNameLst>
                                          <p:attrName>style.visibility</p:attrName>
                                        </p:attrNameLst>
                                      </p:cBhvr>
                                      <p:to>
                                        <p:strVal val="hidden"/>
                                      </p:to>
                                    </p:set>
                                  </p:childTnLst>
                                </p:cTn>
                              </p:par>
                              <p:par>
                                <p:cTn id="416" presetID="22" presetClass="entr" presetSubtype="2" dur="500" fill="hold" nodeType="withEffect">
                                  <p:stCondLst>
                                    <p:cond delay="0"/>
                                  </p:stCondLst>
                                  <p:childTnLst>
                                    <p:set>
                                      <p:cBhvr>
                                        <p:cTn id="417" dur="1" fill="hold">
                                          <p:stCondLst>
                                            <p:cond delay="0"/>
                                          </p:stCondLst>
                                        </p:cTn>
                                        <p:tgtEl>
                                          <p:spTgt spid="37"/>
                                        </p:tgtEl>
                                        <p:attrNameLst>
                                          <p:attrName>style.visibility</p:attrName>
                                        </p:attrNameLst>
                                      </p:cBhvr>
                                      <p:to>
                                        <p:strVal val="visible"/>
                                      </p:to>
                                    </p:set>
                                    <p:animEffect transition="in" filter="wipe(right)">
                                      <p:cBhvr>
                                        <p:cTn id="418" dur="500"/>
                                        <p:tgtEl>
                                          <p:spTgt spid="37"/>
                                        </p:tgtEl>
                                      </p:cBhvr>
                                    </p:animEffect>
                                  </p:childTnLst>
                                </p:cTn>
                              </p:par>
                            </p:childTnLst>
                          </p:cTn>
                        </p:par>
                      </p:childTnLst>
                    </p:cTn>
                  </p:par>
                  <p:par>
                    <p:cTn id="419" fill="hold">
                      <p:stCondLst>
                        <p:cond delay="indefinite"/>
                      </p:stCondLst>
                      <p:childTnLst>
                        <p:par>
                          <p:cTn id="420" fill="hold">
                            <p:stCondLst>
                              <p:cond delay="0"/>
                            </p:stCondLst>
                            <p:childTnLst>
                              <p:par>
                                <p:cTn id="421" presetID="10" presetClass="exit" presetSubtype="0" dur="500" fill="hold" nodeType="clickEffect">
                                  <p:stCondLst>
                                    <p:cond delay="0"/>
                                  </p:stCondLst>
                                  <p:childTnLst>
                                    <p:animEffect transition="out" filter="fade">
                                      <p:cBhvr>
                                        <p:cTn id="422" dur="500"/>
                                        <p:tgtEl>
                                          <p:spTgt spid="37"/>
                                        </p:tgtEl>
                                      </p:cBhvr>
                                    </p:animEffect>
                                    <p:set>
                                      <p:cBhvr>
                                        <p:cTn id="423" dur="1" fill="hold">
                                          <p:stCondLst>
                                            <p:cond delay="499"/>
                                          </p:stCondLst>
                                        </p:cTn>
                                        <p:tgtEl>
                                          <p:spTgt spid="37"/>
                                        </p:tgtEl>
                                        <p:attrNameLst>
                                          <p:attrName>style.visibility</p:attrName>
                                        </p:attrNameLst>
                                      </p:cBhvr>
                                      <p:to>
                                        <p:strVal val="hidden"/>
                                      </p:to>
                                    </p:set>
                                  </p:childTnLst>
                                </p:cTn>
                              </p:par>
                            </p:childTnLst>
                          </p:cTn>
                        </p:par>
                      </p:childTnLst>
                    </p:cTn>
                  </p:par>
                  <p:par>
                    <p:cTn id="424" fill="hold">
                      <p:stCondLst>
                        <p:cond delay="indefinite"/>
                      </p:stCondLst>
                      <p:childTnLst>
                        <p:par>
                          <p:cTn id="425" fill="hold">
                            <p:stCondLst>
                              <p:cond delay="0"/>
                            </p:stCondLst>
                            <p:childTnLst>
                              <p:par>
                                <p:cTn id="426" presetID="22" presetClass="entr" presetSubtype="8" dur="500" fill="hold" grpId="0" nodeType="clickEffect">
                                  <p:stCondLst>
                                    <p:cond delay="0"/>
                                  </p:stCondLst>
                                  <p:childTnLst>
                                    <p:set>
                                      <p:cBhvr>
                                        <p:cTn id="427" dur="1" fill="hold">
                                          <p:stCondLst>
                                            <p:cond delay="0"/>
                                          </p:stCondLst>
                                        </p:cTn>
                                        <p:tgtEl>
                                          <p:spTgt spid="46"/>
                                        </p:tgtEl>
                                        <p:attrNameLst>
                                          <p:attrName>style.visibility</p:attrName>
                                        </p:attrNameLst>
                                      </p:cBhvr>
                                      <p:to>
                                        <p:strVal val="visible"/>
                                      </p:to>
                                    </p:set>
                                    <p:animEffect transition="in" filter="wipe(left)">
                                      <p:cBhvr>
                                        <p:cTn id="428" dur="500"/>
                                        <p:tgtEl>
                                          <p:spTgt spid="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38" grpId="0" animBg="1"/>
      <p:bldP spid="39" grpId="0"/>
      <p:bldP spid="40" grpId="0"/>
      <p:bldP spid="41" grpId="0"/>
      <p:bldP spid="42" grpId="0"/>
      <p:bldP spid="43" grpId="0"/>
      <p:bldP spid="44" grpId="0"/>
      <p:bldP spid="45" grpId="0" animBg="1"/>
      <p:bldP spid="4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CA7B3EE9-994F-A663-7C5C-0E190C39A23E}"/>
              </a:ext>
            </a:extLst>
          </p:cNvPr>
          <p:cNvSpPr txBox="1">
            <a:spLocks/>
          </p:cNvSpPr>
          <p:nvPr/>
        </p:nvSpPr>
        <p:spPr>
          <a:xfrm>
            <a:off x="78381" y="104505"/>
            <a:ext cx="7391652" cy="711200"/>
          </a:xfrm>
          <a:prstGeom prst="rect">
            <a:avLst/>
          </a:prstGeom>
        </p:spPr>
        <p:txBody>
          <a:bodyPr/>
          <a:lstStyle>
            <a:lvl1pPr algn="l" defTabSz="914400" rtl="0" eaLnBrk="1" latinLnBrk="0" hangingPunct="1">
              <a:lnSpc>
                <a:spcPct val="90000"/>
              </a:lnSpc>
              <a:spcBef>
                <a:spcPct val="0"/>
              </a:spcBef>
              <a:buNone/>
              <a:defRPr sz="4400" kern="1200">
                <a:solidFill>
                  <a:srgbClr val="C00000"/>
                </a:solidFill>
                <a:latin typeface="Palatino Linotype" panose="02040502050505030304" pitchFamily="18" charset="0"/>
                <a:ea typeface="+mj-ea"/>
                <a:cs typeface="+mj-cs"/>
              </a:defRPr>
            </a:lvl1pPr>
          </a:lstStyle>
          <a:p>
            <a:r>
              <a:rPr lang="en-US" sz="3200" b="1" dirty="0"/>
              <a:t>Example: Recursive Descent parsing</a:t>
            </a:r>
          </a:p>
        </p:txBody>
      </p:sp>
      <p:sp>
        <p:nvSpPr>
          <p:cNvPr id="3" name="Rectangle 2">
            <a:extLst>
              <a:ext uri="{FF2B5EF4-FFF2-40B4-BE49-F238E27FC236}">
                <a16:creationId xmlns="" xmlns:a16="http://schemas.microsoft.com/office/drawing/2014/main" id="{7A040A41-8D49-B3C8-FC22-9359FA7EF2EE}"/>
              </a:ext>
            </a:extLst>
          </p:cNvPr>
          <p:cNvSpPr/>
          <p:nvPr/>
        </p:nvSpPr>
        <p:spPr>
          <a:xfrm>
            <a:off x="486954" y="955611"/>
            <a:ext cx="3115270" cy="4905608"/>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a:solidFill>
                  <a:prstClr val="black"/>
                </a:solidFill>
                <a:latin typeface="Calibri Light"/>
              </a:rPr>
              <a:t>Procedure E</a:t>
            </a:r>
          </a:p>
          <a:p>
            <a:r>
              <a:rPr lang="en-US">
                <a:solidFill>
                  <a:prstClr val="black"/>
                </a:solidFill>
                <a:latin typeface="Calibri Light"/>
              </a:rPr>
              <a:t>{</a:t>
            </a:r>
          </a:p>
          <a:p>
            <a:pPr defTabSz="571500"/>
            <a:r>
              <a:rPr lang="en-US">
                <a:solidFill>
                  <a:prstClr val="black"/>
                </a:solidFill>
                <a:latin typeface="Calibri Light"/>
              </a:rPr>
              <a:t>	If lookahead=num </a:t>
            </a:r>
          </a:p>
          <a:p>
            <a:pPr defTabSz="571500"/>
            <a:r>
              <a:rPr lang="en-US">
                <a:solidFill>
                  <a:prstClr val="black"/>
                </a:solidFill>
                <a:latin typeface="Calibri Light"/>
              </a:rPr>
              <a:t>	{</a:t>
            </a:r>
          </a:p>
          <a:p>
            <a:pPr defTabSz="571500"/>
            <a:r>
              <a:rPr lang="en-US">
                <a:solidFill>
                  <a:prstClr val="black"/>
                </a:solidFill>
                <a:latin typeface="Calibri Light"/>
              </a:rPr>
              <a:t>		Match(num);</a:t>
            </a:r>
          </a:p>
          <a:p>
            <a:pPr defTabSz="571500"/>
            <a:r>
              <a:rPr lang="en-US">
                <a:solidFill>
                  <a:prstClr val="black"/>
                </a:solidFill>
                <a:latin typeface="Calibri Light"/>
              </a:rPr>
              <a:t>		T();</a:t>
            </a:r>
          </a:p>
          <a:p>
            <a:pPr defTabSz="571500"/>
            <a:r>
              <a:rPr lang="en-US">
                <a:solidFill>
                  <a:prstClr val="black"/>
                </a:solidFill>
                <a:latin typeface="Calibri Light"/>
              </a:rPr>
              <a:t>	}</a:t>
            </a:r>
          </a:p>
          <a:p>
            <a:pPr defTabSz="571500"/>
            <a:r>
              <a:rPr lang="en-US">
                <a:solidFill>
                  <a:prstClr val="black"/>
                </a:solidFill>
                <a:latin typeface="Calibri Light"/>
              </a:rPr>
              <a:t>	Else</a:t>
            </a:r>
          </a:p>
          <a:p>
            <a:pPr defTabSz="571500"/>
            <a:r>
              <a:rPr lang="en-US">
                <a:solidFill>
                  <a:prstClr val="black"/>
                </a:solidFill>
                <a:latin typeface="Calibri Light"/>
              </a:rPr>
              <a:t>		Error();</a:t>
            </a:r>
          </a:p>
          <a:p>
            <a:pPr defTabSz="571500"/>
            <a:r>
              <a:rPr lang="en-US">
                <a:solidFill>
                  <a:prstClr val="black"/>
                </a:solidFill>
                <a:latin typeface="Calibri Light"/>
              </a:rPr>
              <a:t>	If </a:t>
            </a:r>
            <a:r>
              <a:rPr lang="en-US" err="1">
                <a:solidFill>
                  <a:prstClr val="black"/>
                </a:solidFill>
                <a:latin typeface="Calibri Light"/>
              </a:rPr>
              <a:t>lookahead=$</a:t>
            </a:r>
          </a:p>
          <a:p>
            <a:pPr defTabSz="571500"/>
            <a:r>
              <a:rPr lang="en-US">
                <a:solidFill>
                  <a:prstClr val="black"/>
                </a:solidFill>
                <a:latin typeface="Calibri Light"/>
              </a:rPr>
              <a:t>	{</a:t>
            </a:r>
          </a:p>
          <a:p>
            <a:pPr defTabSz="571500"/>
            <a:r>
              <a:rPr lang="en-US">
                <a:solidFill>
                  <a:prstClr val="black"/>
                </a:solidFill>
                <a:latin typeface="Calibri Light"/>
              </a:rPr>
              <a:t>		Declare success;</a:t>
            </a:r>
          </a:p>
          <a:p>
            <a:pPr defTabSz="571500"/>
            <a:r>
              <a:rPr lang="en-US">
                <a:solidFill>
                  <a:prstClr val="black"/>
                </a:solidFill>
                <a:latin typeface="Calibri Light"/>
              </a:rPr>
              <a:t>	}</a:t>
            </a:r>
          </a:p>
          <a:p>
            <a:pPr defTabSz="571500"/>
            <a:r>
              <a:rPr lang="en-US">
                <a:solidFill>
                  <a:prstClr val="black"/>
                </a:solidFill>
                <a:latin typeface="Calibri Light"/>
              </a:rPr>
              <a:t>	Else</a:t>
            </a:r>
          </a:p>
          <a:p>
            <a:pPr defTabSz="571500"/>
            <a:r>
              <a:rPr lang="en-US">
                <a:solidFill>
                  <a:prstClr val="black"/>
                </a:solidFill>
                <a:latin typeface="Calibri Light"/>
              </a:rPr>
              <a:t>		Error();</a:t>
            </a:r>
          </a:p>
          <a:p>
            <a:r>
              <a:rPr lang="en-US">
                <a:solidFill>
                  <a:prstClr val="black"/>
                </a:solidFill>
                <a:latin typeface="Calibri Light"/>
              </a:rPr>
              <a:t>}</a:t>
            </a:r>
          </a:p>
          <a:p>
            <a:pPr algn="ctr"/>
            <a:endParaRPr lang="en-US">
              <a:solidFill>
                <a:prstClr val="white"/>
              </a:solidFill>
              <a:latin typeface="Calibri Light"/>
            </a:endParaRPr>
          </a:p>
        </p:txBody>
      </p:sp>
      <p:sp>
        <p:nvSpPr>
          <p:cNvPr id="4" name="Rectangle 3">
            <a:extLst>
              <a:ext uri="{FF2B5EF4-FFF2-40B4-BE49-F238E27FC236}">
                <a16:creationId xmlns="" xmlns:a16="http://schemas.microsoft.com/office/drawing/2014/main" id="{B5359FCF-4C42-2432-930D-EE8988AD46DE}"/>
              </a:ext>
            </a:extLst>
          </p:cNvPr>
          <p:cNvSpPr/>
          <p:nvPr/>
        </p:nvSpPr>
        <p:spPr>
          <a:xfrm>
            <a:off x="3602224" y="955657"/>
            <a:ext cx="3123386" cy="4905609"/>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a:solidFill>
                  <a:prstClr val="black"/>
                </a:solidFill>
                <a:latin typeface="Calibri Light"/>
              </a:rPr>
              <a:t>Procedure T</a:t>
            </a:r>
          </a:p>
          <a:p>
            <a:r>
              <a:rPr lang="en-US">
                <a:solidFill>
                  <a:prstClr val="black"/>
                </a:solidFill>
                <a:latin typeface="Calibri Light"/>
              </a:rPr>
              <a:t>{</a:t>
            </a:r>
          </a:p>
          <a:p>
            <a:pPr defTabSz="509588"/>
            <a:r>
              <a:rPr lang="en-US">
                <a:solidFill>
                  <a:prstClr val="black"/>
                </a:solidFill>
                <a:latin typeface="Calibri Light"/>
              </a:rPr>
              <a:t>	If lookahead=’*’ </a:t>
            </a:r>
          </a:p>
          <a:p>
            <a:pPr defTabSz="509588"/>
            <a:r>
              <a:rPr lang="en-US">
                <a:solidFill>
                  <a:prstClr val="black"/>
                </a:solidFill>
                <a:latin typeface="Calibri Light"/>
              </a:rPr>
              <a:t>	{</a:t>
            </a:r>
          </a:p>
          <a:p>
            <a:pPr defTabSz="509588"/>
            <a:r>
              <a:rPr lang="en-US">
                <a:solidFill>
                  <a:prstClr val="black"/>
                </a:solidFill>
                <a:latin typeface="Calibri Light"/>
              </a:rPr>
              <a:t>		Match(‘*’);</a:t>
            </a:r>
          </a:p>
          <a:p>
            <a:pPr defTabSz="509588"/>
            <a:r>
              <a:rPr lang="en-US">
                <a:solidFill>
                  <a:prstClr val="black"/>
                </a:solidFill>
                <a:latin typeface="Calibri Light"/>
              </a:rPr>
              <a:t>		If lookahead=num </a:t>
            </a:r>
          </a:p>
          <a:p>
            <a:pPr defTabSz="509588"/>
            <a:r>
              <a:rPr lang="en-US">
                <a:solidFill>
                  <a:prstClr val="black"/>
                </a:solidFill>
                <a:latin typeface="Calibri Light"/>
              </a:rPr>
              <a:t>		{</a:t>
            </a:r>
          </a:p>
          <a:p>
            <a:pPr defTabSz="509588"/>
            <a:r>
              <a:rPr lang="en-US">
                <a:solidFill>
                  <a:prstClr val="black"/>
                </a:solidFill>
                <a:latin typeface="Calibri Light"/>
              </a:rPr>
              <a:t>			Match(num);</a:t>
            </a:r>
          </a:p>
          <a:p>
            <a:pPr defTabSz="509588"/>
            <a:r>
              <a:rPr lang="en-US">
                <a:solidFill>
                  <a:prstClr val="black"/>
                </a:solidFill>
                <a:latin typeface="Calibri Light"/>
              </a:rPr>
              <a:t>			T();</a:t>
            </a:r>
          </a:p>
          <a:p>
            <a:pPr defTabSz="509588"/>
            <a:r>
              <a:rPr lang="en-US">
                <a:solidFill>
                  <a:prstClr val="black"/>
                </a:solidFill>
                <a:latin typeface="Calibri Light"/>
              </a:rPr>
              <a:t>		}</a:t>
            </a:r>
          </a:p>
          <a:p>
            <a:pPr defTabSz="509588"/>
            <a:r>
              <a:rPr lang="en-US">
                <a:solidFill>
                  <a:prstClr val="black"/>
                </a:solidFill>
                <a:latin typeface="Calibri Light"/>
              </a:rPr>
              <a:t>		Else</a:t>
            </a:r>
          </a:p>
          <a:p>
            <a:pPr defTabSz="509588"/>
            <a:r>
              <a:rPr lang="en-US">
                <a:solidFill>
                  <a:prstClr val="black"/>
                </a:solidFill>
                <a:latin typeface="Calibri Light"/>
              </a:rPr>
              <a:t>			Error();</a:t>
            </a:r>
          </a:p>
          <a:p>
            <a:pPr defTabSz="509588"/>
            <a:r>
              <a:rPr lang="en-US">
                <a:solidFill>
                  <a:prstClr val="black"/>
                </a:solidFill>
                <a:latin typeface="Calibri Light"/>
              </a:rPr>
              <a:t> </a:t>
            </a:r>
          </a:p>
          <a:p>
            <a:pPr defTabSz="509588"/>
            <a:r>
              <a:rPr lang="en-US">
                <a:solidFill>
                  <a:prstClr val="black"/>
                </a:solidFill>
                <a:latin typeface="Calibri Light"/>
              </a:rPr>
              <a:t>	}</a:t>
            </a:r>
          </a:p>
          <a:p>
            <a:pPr defTabSz="509588"/>
            <a:r>
              <a:rPr lang="en-US">
                <a:solidFill>
                  <a:prstClr val="black"/>
                </a:solidFill>
                <a:latin typeface="Calibri Light"/>
              </a:rPr>
              <a:t>	Else</a:t>
            </a:r>
          </a:p>
          <a:p>
            <a:pPr defTabSz="509588"/>
            <a:r>
              <a:rPr lang="en-US">
                <a:solidFill>
                  <a:prstClr val="black"/>
                </a:solidFill>
                <a:latin typeface="Calibri Light"/>
              </a:rPr>
              <a:t>		NULL</a:t>
            </a:r>
          </a:p>
          <a:p>
            <a:r>
              <a:rPr lang="en-US">
                <a:solidFill>
                  <a:prstClr val="black"/>
                </a:solidFill>
                <a:latin typeface="Calibri Light"/>
              </a:rPr>
              <a:t>}</a:t>
            </a:r>
          </a:p>
        </p:txBody>
      </p:sp>
      <p:sp>
        <p:nvSpPr>
          <p:cNvPr id="5" name="Rectangle 4">
            <a:extLst>
              <a:ext uri="{FF2B5EF4-FFF2-40B4-BE49-F238E27FC236}">
                <a16:creationId xmlns="" xmlns:a16="http://schemas.microsoft.com/office/drawing/2014/main" id="{1818B646-39F7-F66F-FF3E-91FAC394B772}"/>
              </a:ext>
            </a:extLst>
          </p:cNvPr>
          <p:cNvSpPr/>
          <p:nvPr/>
        </p:nvSpPr>
        <p:spPr>
          <a:xfrm>
            <a:off x="6717105" y="950150"/>
            <a:ext cx="2738115" cy="2062865"/>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err="1">
                <a:solidFill>
                  <a:prstClr val="black"/>
                </a:solidFill>
                <a:latin typeface="Calibri Light"/>
              </a:rPr>
              <a:t>Proceduce </a:t>
            </a:r>
            <a:r>
              <a:rPr lang="en-US">
                <a:solidFill>
                  <a:prstClr val="black"/>
                </a:solidFill>
                <a:latin typeface="Calibri Light"/>
              </a:rPr>
              <a:t>Match(token t)</a:t>
            </a:r>
          </a:p>
          <a:p>
            <a:r>
              <a:rPr lang="en-US">
                <a:solidFill>
                  <a:prstClr val="black"/>
                </a:solidFill>
                <a:latin typeface="Calibri Light"/>
              </a:rPr>
              <a:t>{</a:t>
            </a:r>
          </a:p>
          <a:p>
            <a:pPr defTabSz="225425"/>
            <a:r>
              <a:rPr lang="en-US">
                <a:solidFill>
                  <a:prstClr val="black"/>
                </a:solidFill>
                <a:latin typeface="Calibri Light"/>
              </a:rPr>
              <a:t>	If lookahead=t</a:t>
            </a:r>
          </a:p>
          <a:p>
            <a:pPr defTabSz="225425"/>
            <a:r>
              <a:rPr lang="en-US">
                <a:solidFill>
                  <a:prstClr val="black"/>
                </a:solidFill>
                <a:latin typeface="Calibri Light"/>
              </a:rPr>
              <a:t>	l</a:t>
            </a:r>
            <a:r>
              <a:rPr lang="en-US" err="1">
                <a:solidFill>
                  <a:prstClr val="black"/>
                </a:solidFill>
                <a:latin typeface="Calibri Light"/>
              </a:rPr>
              <a:t>ookahead=next_token</a:t>
            </a:r>
            <a:r>
              <a:rPr lang="en-US">
                <a:solidFill>
                  <a:prstClr val="black"/>
                </a:solidFill>
                <a:latin typeface="Calibri Light"/>
              </a:rPr>
              <a:t>;</a:t>
            </a:r>
          </a:p>
          <a:p>
            <a:pPr defTabSz="225425"/>
            <a:r>
              <a:rPr lang="en-US">
                <a:solidFill>
                  <a:prstClr val="black"/>
                </a:solidFill>
                <a:latin typeface="Calibri Light"/>
              </a:rPr>
              <a:t>	Else</a:t>
            </a:r>
          </a:p>
          <a:p>
            <a:pPr defTabSz="225425"/>
            <a:r>
              <a:rPr lang="en-US">
                <a:solidFill>
                  <a:prstClr val="black"/>
                </a:solidFill>
                <a:latin typeface="Calibri Light"/>
              </a:rPr>
              <a:t>		Error();</a:t>
            </a:r>
          </a:p>
          <a:p>
            <a:r>
              <a:rPr lang="en-US">
                <a:solidFill>
                  <a:prstClr val="black"/>
                </a:solidFill>
                <a:latin typeface="Calibri Light"/>
              </a:rPr>
              <a:t>}</a:t>
            </a:r>
          </a:p>
        </p:txBody>
      </p:sp>
      <p:sp>
        <p:nvSpPr>
          <p:cNvPr id="6" name="Rectangle 5">
            <a:extLst>
              <a:ext uri="{FF2B5EF4-FFF2-40B4-BE49-F238E27FC236}">
                <a16:creationId xmlns="" xmlns:a16="http://schemas.microsoft.com/office/drawing/2014/main" id="{BEE96D38-D703-D990-4BF6-B7C5D943045E}"/>
              </a:ext>
            </a:extLst>
          </p:cNvPr>
          <p:cNvSpPr/>
          <p:nvPr/>
        </p:nvSpPr>
        <p:spPr>
          <a:xfrm>
            <a:off x="6717105" y="3013012"/>
            <a:ext cx="2738115" cy="175260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r>
              <a:rPr lang="en-US">
                <a:solidFill>
                  <a:prstClr val="black"/>
                </a:solidFill>
                <a:latin typeface="Calibri Light"/>
              </a:rPr>
              <a:t>Procedure Error</a:t>
            </a:r>
          </a:p>
          <a:p>
            <a:r>
              <a:rPr lang="en-US">
                <a:solidFill>
                  <a:prstClr val="black"/>
                </a:solidFill>
                <a:latin typeface="Calibri Light"/>
              </a:rPr>
              <a:t>{</a:t>
            </a:r>
          </a:p>
          <a:p>
            <a:r>
              <a:rPr lang="en-US">
                <a:solidFill>
                  <a:prstClr val="black"/>
                </a:solidFill>
                <a:latin typeface="Calibri Light"/>
              </a:rPr>
              <a:t>	Print(“Error”);</a:t>
            </a:r>
          </a:p>
          <a:p>
            <a:r>
              <a:rPr lang="en-US">
                <a:solidFill>
                  <a:prstClr val="black"/>
                </a:solidFill>
                <a:latin typeface="Calibri Light"/>
              </a:rPr>
              <a:t>}</a:t>
            </a:r>
          </a:p>
        </p:txBody>
      </p:sp>
      <p:sp>
        <p:nvSpPr>
          <p:cNvPr id="7" name="Rectangle 6">
            <a:extLst>
              <a:ext uri="{FF2B5EF4-FFF2-40B4-BE49-F238E27FC236}">
                <a16:creationId xmlns="" xmlns:a16="http://schemas.microsoft.com/office/drawing/2014/main" id="{A40A161F-38BB-4A66-2E63-3AD4B5F02855}"/>
              </a:ext>
            </a:extLst>
          </p:cNvPr>
          <p:cNvSpPr/>
          <p:nvPr/>
        </p:nvSpPr>
        <p:spPr>
          <a:xfrm>
            <a:off x="6725610" y="4765659"/>
            <a:ext cx="2742486" cy="1095607"/>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tIns="0" bIns="0" rtlCol="0" anchor="ctr"/>
          <a:lstStyle/>
          <a:p>
            <a:pPr defTabSz="688975"/>
            <a:r>
              <a:rPr lang="en-US" sz="2200">
                <a:solidFill>
                  <a:srgbClr val="0E47A1"/>
                </a:solidFill>
                <a:latin typeface="Calibri Light"/>
              </a:rPr>
              <a:t>	</a:t>
            </a:r>
          </a:p>
          <a:p>
            <a:pPr defTabSz="688975"/>
            <a:r>
              <a:rPr lang="en-US" sz="2200">
                <a:solidFill>
                  <a:srgbClr val="0E47A1"/>
                </a:solidFill>
                <a:latin typeface="Calibri Light"/>
              </a:rPr>
              <a:t>	E</a:t>
            </a:r>
            <a:r>
              <a:rPr lang="en-US" sz="2200">
                <a:solidFill>
                  <a:srgbClr val="0E47A1"/>
                </a:solidFill>
                <a:latin typeface="Calibri Light"/>
                <a:sym typeface="Wingdings" panose="05000000000000000000" pitchFamily="2" charset="2"/>
              </a:rPr>
              <a:t> </a:t>
            </a:r>
          </a:p>
          <a:p>
            <a:pPr defTabSz="688975"/>
            <a:r>
              <a:rPr lang="en-US" sz="2200">
                <a:solidFill>
                  <a:srgbClr val="0E47A1"/>
                </a:solidFill>
                <a:latin typeface="Calibri Light"/>
                <a:sym typeface="Wingdings" panose="05000000000000000000" pitchFamily="2" charset="2"/>
              </a:rPr>
              <a:t>	T</a:t>
            </a:r>
            <a:endParaRPr lang="en-US" sz="2200">
              <a:solidFill>
                <a:srgbClr val="0E47A1"/>
              </a:solidFill>
              <a:latin typeface="Calibri Light"/>
            </a:endParaRPr>
          </a:p>
        </p:txBody>
      </p:sp>
      <p:cxnSp>
        <p:nvCxnSpPr>
          <p:cNvPr id="8" name="Straight Arrow Connector 7">
            <a:extLst>
              <a:ext uri="{FF2B5EF4-FFF2-40B4-BE49-F238E27FC236}">
                <a16:creationId xmlns="" xmlns:a16="http://schemas.microsoft.com/office/drawing/2014/main" id="{16180675-F752-4C74-FE9E-509FF750E07D}"/>
              </a:ext>
            </a:extLst>
          </p:cNvPr>
          <p:cNvCxnSpPr/>
          <p:nvPr/>
        </p:nvCxnSpPr>
        <p:spPr>
          <a:xfrm flipH="1">
            <a:off x="1711456" y="121544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9" name="Rectangle 8">
            <a:extLst>
              <a:ext uri="{FF2B5EF4-FFF2-40B4-BE49-F238E27FC236}">
                <a16:creationId xmlns="" xmlns:a16="http://schemas.microsoft.com/office/drawing/2014/main" id="{F36345F2-44A4-4C21-3889-04B438690512}"/>
              </a:ext>
            </a:extLst>
          </p:cNvPr>
          <p:cNvSpPr/>
          <p:nvPr/>
        </p:nvSpPr>
        <p:spPr>
          <a:xfrm>
            <a:off x="7721484" y="5070459"/>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err="1">
                <a:solidFill>
                  <a:srgbClr val="0E47A1"/>
                </a:solidFill>
                <a:latin typeface="Calibri Light"/>
              </a:rPr>
              <a:t>num</a:t>
            </a:r>
            <a:endParaRPr lang="en-US" sz="2200">
              <a:solidFill>
                <a:srgbClr val="0E47A1"/>
              </a:solidFill>
              <a:latin typeface="Calibri Light"/>
            </a:endParaRPr>
          </a:p>
        </p:txBody>
      </p:sp>
      <p:sp>
        <p:nvSpPr>
          <p:cNvPr id="10" name="Rectangle 9">
            <a:extLst>
              <a:ext uri="{FF2B5EF4-FFF2-40B4-BE49-F238E27FC236}">
                <a16:creationId xmlns="" xmlns:a16="http://schemas.microsoft.com/office/drawing/2014/main" id="{798D1B1B-FE90-381F-A92E-54FDD4E1F7F6}"/>
              </a:ext>
            </a:extLst>
          </p:cNvPr>
          <p:cNvSpPr/>
          <p:nvPr/>
        </p:nvSpPr>
        <p:spPr>
          <a:xfrm>
            <a:off x="8154123" y="5074830"/>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T</a:t>
            </a:r>
          </a:p>
        </p:txBody>
      </p:sp>
      <p:sp>
        <p:nvSpPr>
          <p:cNvPr id="11" name="Rectangle 10">
            <a:extLst>
              <a:ext uri="{FF2B5EF4-FFF2-40B4-BE49-F238E27FC236}">
                <a16:creationId xmlns="" xmlns:a16="http://schemas.microsoft.com/office/drawing/2014/main" id="{FF695E8C-47E0-C3CF-8F27-7A977A6EEE91}"/>
              </a:ext>
            </a:extLst>
          </p:cNvPr>
          <p:cNvSpPr/>
          <p:nvPr/>
        </p:nvSpPr>
        <p:spPr>
          <a:xfrm>
            <a:off x="7902123" y="5375259"/>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err="1">
                <a:solidFill>
                  <a:srgbClr val="0E47A1"/>
                </a:solidFill>
                <a:latin typeface="Calibri Light"/>
              </a:rPr>
              <a:t>num</a:t>
            </a:r>
            <a:endParaRPr lang="en-US" sz="2200">
              <a:solidFill>
                <a:srgbClr val="0E47A1"/>
              </a:solidFill>
              <a:latin typeface="Calibri Light"/>
            </a:endParaRPr>
          </a:p>
        </p:txBody>
      </p:sp>
      <p:sp>
        <p:nvSpPr>
          <p:cNvPr id="12" name="Rectangle 11">
            <a:extLst>
              <a:ext uri="{FF2B5EF4-FFF2-40B4-BE49-F238E27FC236}">
                <a16:creationId xmlns="" xmlns:a16="http://schemas.microsoft.com/office/drawing/2014/main" id="{8F03FD88-923B-9663-A834-4D11AA5D1C0A}"/>
              </a:ext>
            </a:extLst>
          </p:cNvPr>
          <p:cNvSpPr/>
          <p:nvPr/>
        </p:nvSpPr>
        <p:spPr>
          <a:xfrm>
            <a:off x="7502314" y="5478922"/>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a:t>
            </a:r>
          </a:p>
        </p:txBody>
      </p:sp>
      <p:sp>
        <p:nvSpPr>
          <p:cNvPr id="13" name="Rectangle 12">
            <a:extLst>
              <a:ext uri="{FF2B5EF4-FFF2-40B4-BE49-F238E27FC236}">
                <a16:creationId xmlns="" xmlns:a16="http://schemas.microsoft.com/office/drawing/2014/main" id="{279CFB83-1812-CFF7-3A8A-D205B8C5BE32}"/>
              </a:ext>
            </a:extLst>
          </p:cNvPr>
          <p:cNvSpPr/>
          <p:nvPr/>
        </p:nvSpPr>
        <p:spPr>
          <a:xfrm>
            <a:off x="8261610" y="5379630"/>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T</a:t>
            </a:r>
          </a:p>
        </p:txBody>
      </p:sp>
      <p:sp>
        <p:nvSpPr>
          <p:cNvPr id="14" name="Rectangle 13">
            <a:extLst>
              <a:ext uri="{FF2B5EF4-FFF2-40B4-BE49-F238E27FC236}">
                <a16:creationId xmlns="" xmlns:a16="http://schemas.microsoft.com/office/drawing/2014/main" id="{51C34303-41EF-EEA7-E7B5-C0F83FFD5C7A}"/>
              </a:ext>
            </a:extLst>
          </p:cNvPr>
          <p:cNvSpPr/>
          <p:nvPr/>
        </p:nvSpPr>
        <p:spPr>
          <a:xfrm>
            <a:off x="8523524" y="5360827"/>
            <a:ext cx="1089626" cy="44845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2200">
                <a:solidFill>
                  <a:srgbClr val="0E47A1"/>
                </a:solidFill>
                <a:latin typeface="Calibri Light"/>
              </a:rPr>
              <a:t>| </a:t>
            </a:r>
            <a:r>
              <a:rPr lang="en-US" sz="2200">
                <a:solidFill>
                  <a:srgbClr val="0E47A1"/>
                </a:solidFill>
                <a:latin typeface="Calibri Light"/>
                <a:ea typeface="Cambria Math" panose="02040503050406030204" pitchFamily="18" charset="0"/>
              </a:rPr>
              <a:t>𝜖</a:t>
            </a:r>
            <a:endParaRPr lang="en-US" sz="2200">
              <a:solidFill>
                <a:srgbClr val="0E47A1"/>
              </a:solidFill>
              <a:latin typeface="Calibri Light"/>
            </a:endParaRPr>
          </a:p>
        </p:txBody>
      </p:sp>
      <p:sp>
        <p:nvSpPr>
          <p:cNvPr id="15" name="Rectangle 14">
            <a:extLst>
              <a:ext uri="{FF2B5EF4-FFF2-40B4-BE49-F238E27FC236}">
                <a16:creationId xmlns="" xmlns:a16="http://schemas.microsoft.com/office/drawing/2014/main" id="{2A51A365-ABAC-F1BB-0A58-7CEB55BBCF27}"/>
              </a:ext>
            </a:extLst>
          </p:cNvPr>
          <p:cNvSpPr/>
          <p:nvPr/>
        </p:nvSpPr>
        <p:spPr>
          <a:xfrm>
            <a:off x="4128020" y="5941523"/>
            <a:ext cx="1356257" cy="359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a:solidFill>
                  <a:srgbClr val="00B050"/>
                </a:solidFill>
                <a:latin typeface="Calibri Light"/>
              </a:rPr>
              <a:t>Success</a:t>
            </a:r>
          </a:p>
        </p:txBody>
      </p:sp>
      <p:graphicFrame>
        <p:nvGraphicFramePr>
          <p:cNvPr id="16" name="Table 15">
            <a:extLst>
              <a:ext uri="{FF2B5EF4-FFF2-40B4-BE49-F238E27FC236}">
                <a16:creationId xmlns="" xmlns:a16="http://schemas.microsoft.com/office/drawing/2014/main" id="{363A65FE-6C1E-6DB0-1B63-100586D1A9F1}"/>
              </a:ext>
            </a:extLst>
          </p:cNvPr>
          <p:cNvGraphicFramePr>
            <a:graphicFrameLocks noGrp="1"/>
          </p:cNvGraphicFramePr>
          <p:nvPr>
            <p:extLst>
              <p:ext uri="{D42A27DB-BD31-4B8C-83A1-F6EECF244321}">
                <p14:modId xmlns:p14="http://schemas.microsoft.com/office/powerpoint/2010/main" val="2415755731"/>
              </p:ext>
            </p:extLst>
          </p:nvPr>
        </p:nvGraphicFramePr>
        <p:xfrm>
          <a:off x="5446159" y="5949896"/>
          <a:ext cx="2558904" cy="370840"/>
        </p:xfrm>
        <a:graphic>
          <a:graphicData uri="http://schemas.openxmlformats.org/drawingml/2006/table">
            <a:tbl>
              <a:tblPr firstRow="1" bandRow="1">
                <a:tableStyleId>{D7AC3CCA-C797-4891-BE02-D94E43425B78}</a:tableStyleId>
              </a:tblPr>
              <a:tblGrid>
                <a:gridCol w="639726">
                  <a:extLst>
                    <a:ext uri="{9D8B030D-6E8A-4147-A177-3AD203B41FA5}">
                      <a16:colId xmlns="" xmlns:a16="http://schemas.microsoft.com/office/drawing/2014/main" val="20000"/>
                    </a:ext>
                  </a:extLst>
                </a:gridCol>
                <a:gridCol w="639726">
                  <a:extLst>
                    <a:ext uri="{9D8B030D-6E8A-4147-A177-3AD203B41FA5}">
                      <a16:colId xmlns="" xmlns:a16="http://schemas.microsoft.com/office/drawing/2014/main" val="20001"/>
                    </a:ext>
                  </a:extLst>
                </a:gridCol>
                <a:gridCol w="639726">
                  <a:extLst>
                    <a:ext uri="{9D8B030D-6E8A-4147-A177-3AD203B41FA5}">
                      <a16:colId xmlns="" xmlns:a16="http://schemas.microsoft.com/office/drawing/2014/main" val="20002"/>
                    </a:ext>
                  </a:extLst>
                </a:gridCol>
                <a:gridCol w="639726">
                  <a:extLst>
                    <a:ext uri="{9D8B030D-6E8A-4147-A177-3AD203B41FA5}">
                      <a16:colId xmlns="" xmlns:a16="http://schemas.microsoft.com/office/drawing/2014/main" val="20003"/>
                    </a:ext>
                  </a:extLst>
                </a:gridCol>
              </a:tblGrid>
              <a:tr h="370840">
                <a:tc>
                  <a:txBody>
                    <a:bodyPr/>
                    <a:lstStyle/>
                    <a:p>
                      <a:pPr algn="ctr"/>
                      <a:r>
                        <a:rPr lang="en-US"/>
                        <a:t>3</a:t>
                      </a:r>
                    </a:p>
                  </a:txBody>
                  <a:tcPr marL="91416" marR="91416">
                    <a:noFill/>
                  </a:tcPr>
                </a:tc>
                <a:tc>
                  <a:txBody>
                    <a:bodyPr/>
                    <a:lstStyle/>
                    <a:p>
                      <a:pPr algn="ctr"/>
                      <a:r>
                        <a:rPr lang="en-US"/>
                        <a:t>4</a:t>
                      </a:r>
                    </a:p>
                  </a:txBody>
                  <a:tcPr marL="91416" marR="91416">
                    <a:noFill/>
                  </a:tcPr>
                </a:tc>
                <a:tc>
                  <a:txBody>
                    <a:bodyPr/>
                    <a:lstStyle/>
                    <a:p>
                      <a:pPr algn="ctr"/>
                      <a:r>
                        <a:rPr lang="en-US"/>
                        <a:t>*</a:t>
                      </a:r>
                    </a:p>
                  </a:txBody>
                  <a:tcPr marL="91416" marR="91416">
                    <a:noFill/>
                  </a:tcPr>
                </a:tc>
                <a:tc>
                  <a:txBody>
                    <a:bodyPr/>
                    <a:lstStyle/>
                    <a:p>
                      <a:pPr algn="ctr"/>
                      <a:r>
                        <a:rPr lang="en-US"/>
                        <a:t>$</a:t>
                      </a:r>
                    </a:p>
                  </a:txBody>
                  <a:tcPr marL="91416" marR="91416">
                    <a:noFill/>
                  </a:tcPr>
                </a:tc>
                <a:extLst>
                  <a:ext uri="{0D108BD9-81ED-4DB2-BD59-A6C34878D82A}">
                    <a16:rowId xmlns="" xmlns:a16="http://schemas.microsoft.com/office/drawing/2014/main" val="10000"/>
                  </a:ext>
                </a:extLst>
              </a:tr>
            </a:tbl>
          </a:graphicData>
        </a:graphic>
      </p:graphicFrame>
      <p:cxnSp>
        <p:nvCxnSpPr>
          <p:cNvPr id="17" name="Straight Arrow Connector 16">
            <a:extLst>
              <a:ext uri="{FF2B5EF4-FFF2-40B4-BE49-F238E27FC236}">
                <a16:creationId xmlns="" xmlns:a16="http://schemas.microsoft.com/office/drawing/2014/main" id="{D2F8A263-D1EB-F880-991D-3B9848B16616}"/>
              </a:ext>
            </a:extLst>
          </p:cNvPr>
          <p:cNvCxnSpPr/>
          <p:nvPr/>
        </p:nvCxnSpPr>
        <p:spPr>
          <a:xfrm flipH="1" flipV="1">
            <a:off x="5764614" y="6201558"/>
            <a:ext cx="0" cy="3383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18" name="Straight Arrow Connector 17">
            <a:extLst>
              <a:ext uri="{FF2B5EF4-FFF2-40B4-BE49-F238E27FC236}">
                <a16:creationId xmlns="" xmlns:a16="http://schemas.microsoft.com/office/drawing/2014/main" id="{8AD630F6-A240-157A-1DF9-794AB3D7C383}"/>
              </a:ext>
            </a:extLst>
          </p:cNvPr>
          <p:cNvCxnSpPr/>
          <p:nvPr/>
        </p:nvCxnSpPr>
        <p:spPr>
          <a:xfrm flipH="1" flipV="1">
            <a:off x="6405278" y="6201558"/>
            <a:ext cx="0" cy="338328"/>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
        <p:nvSpPr>
          <p:cNvPr id="19" name="Rectangle 18">
            <a:extLst>
              <a:ext uri="{FF2B5EF4-FFF2-40B4-BE49-F238E27FC236}">
                <a16:creationId xmlns="" xmlns:a16="http://schemas.microsoft.com/office/drawing/2014/main" id="{780AB8A2-824E-BEAD-70BE-29D58F002C52}"/>
              </a:ext>
            </a:extLst>
          </p:cNvPr>
          <p:cNvSpPr/>
          <p:nvPr/>
        </p:nvSpPr>
        <p:spPr>
          <a:xfrm>
            <a:off x="8068475" y="5975389"/>
            <a:ext cx="1356257" cy="35953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200" b="1">
                <a:solidFill>
                  <a:srgbClr val="FF0000"/>
                </a:solidFill>
                <a:latin typeface="Calibri Light"/>
              </a:rPr>
              <a:t>Error</a:t>
            </a:r>
          </a:p>
        </p:txBody>
      </p:sp>
      <p:cxnSp>
        <p:nvCxnSpPr>
          <p:cNvPr id="20" name="Straight Arrow Connector 19">
            <a:extLst>
              <a:ext uri="{FF2B5EF4-FFF2-40B4-BE49-F238E27FC236}">
                <a16:creationId xmlns="" xmlns:a16="http://schemas.microsoft.com/office/drawing/2014/main" id="{6E36FE25-A075-A7A4-F74E-AC16D64370E7}"/>
              </a:ext>
            </a:extLst>
          </p:cNvPr>
          <p:cNvCxnSpPr/>
          <p:nvPr/>
        </p:nvCxnSpPr>
        <p:spPr>
          <a:xfrm flipH="1">
            <a:off x="2930362" y="17938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1" name="Straight Arrow Connector 20">
            <a:extLst>
              <a:ext uri="{FF2B5EF4-FFF2-40B4-BE49-F238E27FC236}">
                <a16:creationId xmlns="" xmlns:a16="http://schemas.microsoft.com/office/drawing/2014/main" id="{8AFE769E-8998-478D-DC89-AC31F9446687}"/>
              </a:ext>
            </a:extLst>
          </p:cNvPr>
          <p:cNvCxnSpPr/>
          <p:nvPr/>
        </p:nvCxnSpPr>
        <p:spPr>
          <a:xfrm flipH="1">
            <a:off x="2930362" y="23272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2" name="Straight Arrow Connector 21">
            <a:extLst>
              <a:ext uri="{FF2B5EF4-FFF2-40B4-BE49-F238E27FC236}">
                <a16:creationId xmlns="" xmlns:a16="http://schemas.microsoft.com/office/drawing/2014/main" id="{6F64CF27-172D-EFA3-3A6E-7ABBA831E734}"/>
              </a:ext>
            </a:extLst>
          </p:cNvPr>
          <p:cNvCxnSpPr/>
          <p:nvPr/>
        </p:nvCxnSpPr>
        <p:spPr>
          <a:xfrm flipH="1">
            <a:off x="9243749" y="121544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 xmlns:a16="http://schemas.microsoft.com/office/drawing/2014/main" id="{B34E7651-0922-7758-1A83-715B19032FFF}"/>
              </a:ext>
            </a:extLst>
          </p:cNvPr>
          <p:cNvCxnSpPr/>
          <p:nvPr/>
        </p:nvCxnSpPr>
        <p:spPr>
          <a:xfrm flipH="1">
            <a:off x="8430232" y="1714976"/>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4" name="Straight Arrow Connector 23">
            <a:extLst>
              <a:ext uri="{FF2B5EF4-FFF2-40B4-BE49-F238E27FC236}">
                <a16:creationId xmlns="" xmlns:a16="http://schemas.microsoft.com/office/drawing/2014/main" id="{D82C17FC-472A-730D-24ED-A59F8228BC5B}"/>
              </a:ext>
            </a:extLst>
          </p:cNvPr>
          <p:cNvCxnSpPr/>
          <p:nvPr/>
        </p:nvCxnSpPr>
        <p:spPr>
          <a:xfrm flipH="1">
            <a:off x="9288312" y="20224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 xmlns:a16="http://schemas.microsoft.com/office/drawing/2014/main" id="{121F6149-82C2-17A2-253C-0ADB4A77AF59}"/>
              </a:ext>
            </a:extLst>
          </p:cNvPr>
          <p:cNvCxnSpPr/>
          <p:nvPr/>
        </p:nvCxnSpPr>
        <p:spPr>
          <a:xfrm flipH="1">
            <a:off x="2092380" y="26320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6" name="Straight Arrow Connector 25">
            <a:extLst>
              <a:ext uri="{FF2B5EF4-FFF2-40B4-BE49-F238E27FC236}">
                <a16:creationId xmlns="" xmlns:a16="http://schemas.microsoft.com/office/drawing/2014/main" id="{B36829D0-48EC-3E55-D4EE-E354C8366EB1}"/>
              </a:ext>
            </a:extLst>
          </p:cNvPr>
          <p:cNvCxnSpPr/>
          <p:nvPr/>
        </p:nvCxnSpPr>
        <p:spPr>
          <a:xfrm flipH="1">
            <a:off x="4911046" y="121544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7" name="Straight Arrow Connector 26">
            <a:extLst>
              <a:ext uri="{FF2B5EF4-FFF2-40B4-BE49-F238E27FC236}">
                <a16:creationId xmlns="" xmlns:a16="http://schemas.microsoft.com/office/drawing/2014/main" id="{B61C9189-7960-5BFC-31D0-2C507059D0BF}"/>
              </a:ext>
            </a:extLst>
          </p:cNvPr>
          <p:cNvCxnSpPr/>
          <p:nvPr/>
        </p:nvCxnSpPr>
        <p:spPr>
          <a:xfrm flipH="1">
            <a:off x="5764614" y="1765775"/>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 xmlns:a16="http://schemas.microsoft.com/office/drawing/2014/main" id="{C77F9335-1BCB-0235-9889-28F2CF82C6D7}"/>
              </a:ext>
            </a:extLst>
          </p:cNvPr>
          <p:cNvCxnSpPr/>
          <p:nvPr/>
        </p:nvCxnSpPr>
        <p:spPr>
          <a:xfrm flipH="1">
            <a:off x="4672722" y="50704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29" name="Straight Arrow Connector 28">
            <a:extLst>
              <a:ext uri="{FF2B5EF4-FFF2-40B4-BE49-F238E27FC236}">
                <a16:creationId xmlns="" xmlns:a16="http://schemas.microsoft.com/office/drawing/2014/main" id="{3FA79D14-CFDF-5D6A-CDB3-55EA7E92001E}"/>
              </a:ext>
            </a:extLst>
          </p:cNvPr>
          <p:cNvCxnSpPr/>
          <p:nvPr/>
        </p:nvCxnSpPr>
        <p:spPr>
          <a:xfrm flipH="1">
            <a:off x="5250155" y="5343847"/>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 xmlns:a16="http://schemas.microsoft.com/office/drawing/2014/main" id="{ED7DDDB3-A608-7EA2-1797-C53A721329B6}"/>
              </a:ext>
            </a:extLst>
          </p:cNvPr>
          <p:cNvCxnSpPr/>
          <p:nvPr/>
        </p:nvCxnSpPr>
        <p:spPr>
          <a:xfrm flipH="1">
            <a:off x="2549461" y="36988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graphicFrame>
        <p:nvGraphicFramePr>
          <p:cNvPr id="31" name="Table 30">
            <a:extLst>
              <a:ext uri="{FF2B5EF4-FFF2-40B4-BE49-F238E27FC236}">
                <a16:creationId xmlns="" xmlns:a16="http://schemas.microsoft.com/office/drawing/2014/main" id="{86B1B5E5-AC2A-18F6-6E7C-CD200620716B}"/>
              </a:ext>
            </a:extLst>
          </p:cNvPr>
          <p:cNvGraphicFramePr>
            <a:graphicFrameLocks noGrp="1"/>
          </p:cNvGraphicFramePr>
          <p:nvPr>
            <p:extLst>
              <p:ext uri="{D42A27DB-BD31-4B8C-83A1-F6EECF244321}">
                <p14:modId xmlns:p14="http://schemas.microsoft.com/office/powerpoint/2010/main" val="2421872565"/>
              </p:ext>
            </p:extLst>
          </p:nvPr>
        </p:nvGraphicFramePr>
        <p:xfrm>
          <a:off x="1482321" y="5930221"/>
          <a:ext cx="2558904" cy="370840"/>
        </p:xfrm>
        <a:graphic>
          <a:graphicData uri="http://schemas.openxmlformats.org/drawingml/2006/table">
            <a:tbl>
              <a:tblPr firstRow="1" bandRow="1">
                <a:tableStyleId>{D7AC3CCA-C797-4891-BE02-D94E43425B78}</a:tableStyleId>
              </a:tblPr>
              <a:tblGrid>
                <a:gridCol w="639726">
                  <a:extLst>
                    <a:ext uri="{9D8B030D-6E8A-4147-A177-3AD203B41FA5}">
                      <a16:colId xmlns="" xmlns:a16="http://schemas.microsoft.com/office/drawing/2014/main" val="20000"/>
                    </a:ext>
                  </a:extLst>
                </a:gridCol>
                <a:gridCol w="639726">
                  <a:extLst>
                    <a:ext uri="{9D8B030D-6E8A-4147-A177-3AD203B41FA5}">
                      <a16:colId xmlns="" xmlns:a16="http://schemas.microsoft.com/office/drawing/2014/main" val="20001"/>
                    </a:ext>
                  </a:extLst>
                </a:gridCol>
                <a:gridCol w="639726">
                  <a:extLst>
                    <a:ext uri="{9D8B030D-6E8A-4147-A177-3AD203B41FA5}">
                      <a16:colId xmlns="" xmlns:a16="http://schemas.microsoft.com/office/drawing/2014/main" val="20002"/>
                    </a:ext>
                  </a:extLst>
                </a:gridCol>
                <a:gridCol w="639726">
                  <a:extLst>
                    <a:ext uri="{9D8B030D-6E8A-4147-A177-3AD203B41FA5}">
                      <a16:colId xmlns="" xmlns:a16="http://schemas.microsoft.com/office/drawing/2014/main" val="20003"/>
                    </a:ext>
                  </a:extLst>
                </a:gridCol>
              </a:tblGrid>
              <a:tr h="370840">
                <a:tc>
                  <a:txBody>
                    <a:bodyPr/>
                    <a:lstStyle/>
                    <a:p>
                      <a:pPr algn="ctr"/>
                      <a:r>
                        <a:rPr lang="en-US"/>
                        <a:t>3</a:t>
                      </a:r>
                    </a:p>
                  </a:txBody>
                  <a:tcPr marL="91416" marR="91416">
                    <a:noFill/>
                  </a:tcPr>
                </a:tc>
                <a:tc>
                  <a:txBody>
                    <a:bodyPr/>
                    <a:lstStyle/>
                    <a:p>
                      <a:pPr algn="ctr"/>
                      <a:r>
                        <a:rPr lang="en-US"/>
                        <a:t>*</a:t>
                      </a:r>
                    </a:p>
                  </a:txBody>
                  <a:tcPr marL="91416" marR="91416">
                    <a:noFill/>
                  </a:tcPr>
                </a:tc>
                <a:tc>
                  <a:txBody>
                    <a:bodyPr/>
                    <a:lstStyle/>
                    <a:p>
                      <a:pPr algn="ctr"/>
                      <a:r>
                        <a:rPr lang="en-US"/>
                        <a:t>4</a:t>
                      </a:r>
                    </a:p>
                  </a:txBody>
                  <a:tcPr marL="91416" marR="91416">
                    <a:noFill/>
                  </a:tcPr>
                </a:tc>
                <a:tc>
                  <a:txBody>
                    <a:bodyPr/>
                    <a:lstStyle/>
                    <a:p>
                      <a:pPr algn="ctr"/>
                      <a:r>
                        <a:rPr lang="en-US"/>
                        <a:t>$</a:t>
                      </a:r>
                    </a:p>
                  </a:txBody>
                  <a:tcPr marL="91416" marR="91416">
                    <a:noFill/>
                  </a:tcPr>
                </a:tc>
                <a:extLst>
                  <a:ext uri="{0D108BD9-81ED-4DB2-BD59-A6C34878D82A}">
                    <a16:rowId xmlns="" xmlns:a16="http://schemas.microsoft.com/office/drawing/2014/main" val="10000"/>
                  </a:ext>
                </a:extLst>
              </a:tr>
            </a:tbl>
          </a:graphicData>
        </a:graphic>
      </p:graphicFrame>
      <p:cxnSp>
        <p:nvCxnSpPr>
          <p:cNvPr id="32" name="Straight Arrow Connector 31">
            <a:extLst>
              <a:ext uri="{FF2B5EF4-FFF2-40B4-BE49-F238E27FC236}">
                <a16:creationId xmlns="" xmlns:a16="http://schemas.microsoft.com/office/drawing/2014/main" id="{D2DD461E-114E-2322-10AE-23AC7B044DA0}"/>
              </a:ext>
            </a:extLst>
          </p:cNvPr>
          <p:cNvCxnSpPr/>
          <p:nvPr/>
        </p:nvCxnSpPr>
        <p:spPr>
          <a:xfrm flipH="1">
            <a:off x="1559118" y="4787383"/>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 xmlns:a16="http://schemas.microsoft.com/office/drawing/2014/main" id="{921BE1EA-D2E7-F72E-676A-1A2ACFDE0244}"/>
              </a:ext>
            </a:extLst>
          </p:cNvPr>
          <p:cNvCxnSpPr/>
          <p:nvPr/>
        </p:nvCxnSpPr>
        <p:spPr>
          <a:xfrm flipH="1">
            <a:off x="2388031" y="5070412"/>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4" name="Straight Arrow Connector 33">
            <a:extLst>
              <a:ext uri="{FF2B5EF4-FFF2-40B4-BE49-F238E27FC236}">
                <a16:creationId xmlns="" xmlns:a16="http://schemas.microsoft.com/office/drawing/2014/main" id="{F7F5334D-68B1-F3E5-EF42-BF3F0042D4B1}"/>
              </a:ext>
            </a:extLst>
          </p:cNvPr>
          <p:cNvCxnSpPr/>
          <p:nvPr/>
        </p:nvCxnSpPr>
        <p:spPr>
          <a:xfrm flipH="1">
            <a:off x="8333073" y="3502870"/>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cxnSp>
        <p:nvCxnSpPr>
          <p:cNvPr id="35" name="Straight Arrow Connector 34">
            <a:extLst>
              <a:ext uri="{FF2B5EF4-FFF2-40B4-BE49-F238E27FC236}">
                <a16:creationId xmlns="" xmlns:a16="http://schemas.microsoft.com/office/drawing/2014/main" id="{B9F097C4-FD03-8CF7-DA0E-3328301DEA87}"/>
              </a:ext>
            </a:extLst>
          </p:cNvPr>
          <p:cNvCxnSpPr/>
          <p:nvPr/>
        </p:nvCxnSpPr>
        <p:spPr>
          <a:xfrm flipH="1">
            <a:off x="9086364" y="4047154"/>
            <a:ext cx="380901" cy="0"/>
          </a:xfrm>
          <a:prstGeom prst="straightConnector1">
            <a:avLst/>
          </a:prstGeom>
          <a:ln w="25400">
            <a:solidFill>
              <a:srgbClr val="FF0000"/>
            </a:solidFill>
            <a:tailEnd type="arrow"/>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37976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dur="50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wipe(right)">
                                      <p:cBhvr>
                                        <p:cTn id="7" dur="500"/>
                                        <p:tgtEl>
                                          <p:spTgt spid="8"/>
                                        </p:tgtEl>
                                      </p:cBhvr>
                                    </p:animEffect>
                                  </p:childTnLst>
                                </p:cTn>
                              </p:par>
                              <p:par>
                                <p:cTn id="8" presetID="22" presetClass="entr" presetSubtype="4" dur="500" fill="hold" nodeType="withEffect">
                                  <p:stCondLst>
                                    <p:cond delay="0"/>
                                  </p:stCondLst>
                                  <p:childTnLst>
                                    <p:set>
                                      <p:cBhvr>
                                        <p:cTn id="9" dur="1" fill="hold">
                                          <p:stCondLst>
                                            <p:cond delay="0"/>
                                          </p:stCondLst>
                                        </p:cTn>
                                        <p:tgtEl>
                                          <p:spTgt spid="17"/>
                                        </p:tgtEl>
                                        <p:attrNameLst>
                                          <p:attrName>style.visibility</p:attrName>
                                        </p:attrNameLst>
                                      </p:cBhvr>
                                      <p:to>
                                        <p:strVal val="visible"/>
                                      </p:to>
                                    </p:set>
                                    <p:animEffect transition="in" filter="wipe(down)">
                                      <p:cBhvr>
                                        <p:cTn id="10" dur="5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2" dur="500" fill="hold" nodeType="clickEffect">
                                  <p:stCondLst>
                                    <p:cond delay="0"/>
                                  </p:stCondLst>
                                  <p:childTnLst>
                                    <p:set>
                                      <p:cBhvr>
                                        <p:cTn id="14" dur="1" fill="hold">
                                          <p:stCondLst>
                                            <p:cond delay="0"/>
                                          </p:stCondLst>
                                        </p:cTn>
                                        <p:tgtEl>
                                          <p:spTgt spid="20"/>
                                        </p:tgtEl>
                                        <p:attrNameLst>
                                          <p:attrName>style.visibility</p:attrName>
                                        </p:attrNameLst>
                                      </p:cBhvr>
                                      <p:to>
                                        <p:strVal val="visible"/>
                                      </p:to>
                                    </p:set>
                                    <p:animEffect transition="in" filter="wipe(right)">
                                      <p:cBhvr>
                                        <p:cTn id="15" dur="500"/>
                                        <p:tgtEl>
                                          <p:spTgt spid="20"/>
                                        </p:tgtEl>
                                      </p:cBhvr>
                                    </p:animEffect>
                                  </p:childTnLst>
                                </p:cTn>
                              </p:par>
                              <p:par>
                                <p:cTn id="16" presetID="10" presetClass="exit" presetSubtype="0" dur="500" fill="hold" nodeType="withEffect">
                                  <p:stCondLst>
                                    <p:cond delay="0"/>
                                  </p:stCondLst>
                                  <p:childTnLst>
                                    <p:animEffect transition="out" filter="fade">
                                      <p:cBhvr>
                                        <p:cTn id="17" dur="500"/>
                                        <p:tgtEl>
                                          <p:spTgt spid="8"/>
                                        </p:tgtEl>
                                      </p:cBhvr>
                                    </p:animEffect>
                                    <p:set>
                                      <p:cBhvr>
                                        <p:cTn id="18" dur="1" fill="hold">
                                          <p:stCondLst>
                                            <p:cond delay="499"/>
                                          </p:stCondLst>
                                        </p:cTn>
                                        <p:tgtEl>
                                          <p:spTgt spid="8"/>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22" presetClass="entr" presetSubtype="2" dur="500"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wipe(right)">
                                      <p:cBhvr>
                                        <p:cTn id="23" dur="500"/>
                                        <p:tgtEl>
                                          <p:spTgt spid="21"/>
                                        </p:tgtEl>
                                      </p:cBhvr>
                                    </p:animEffect>
                                  </p:childTnLst>
                                </p:cTn>
                              </p:par>
                              <p:par>
                                <p:cTn id="24" presetID="10" presetClass="exit" presetSubtype="0" dur="500" fill="hold" nodeType="withEffect">
                                  <p:stCondLst>
                                    <p:cond delay="0"/>
                                  </p:stCondLst>
                                  <p:childTnLst>
                                    <p:animEffect transition="out" filter="fade">
                                      <p:cBhvr>
                                        <p:cTn id="25" dur="500"/>
                                        <p:tgtEl>
                                          <p:spTgt spid="20"/>
                                        </p:tgtEl>
                                      </p:cBhvr>
                                    </p:animEffect>
                                    <p:set>
                                      <p:cBhvr>
                                        <p:cTn id="26" dur="1" fill="hold">
                                          <p:stCondLst>
                                            <p:cond delay="499"/>
                                          </p:stCondLst>
                                        </p:cTn>
                                        <p:tgtEl>
                                          <p:spTgt spid="20"/>
                                        </p:tgtEl>
                                        <p:attrNameLst>
                                          <p:attrName>style.visibility</p:attrName>
                                        </p:attrNameLst>
                                      </p:cBhvr>
                                      <p:to>
                                        <p:strVal val="hidden"/>
                                      </p:to>
                                    </p:set>
                                  </p:childTnLst>
                                </p:cTn>
                              </p:par>
                            </p:childTnLst>
                          </p:cTn>
                        </p:par>
                      </p:childTnLst>
                    </p:cTn>
                  </p:par>
                  <p:par>
                    <p:cTn id="27" fill="hold">
                      <p:stCondLst>
                        <p:cond delay="indefinite"/>
                      </p:stCondLst>
                      <p:childTnLst>
                        <p:par>
                          <p:cTn id="28" fill="hold">
                            <p:stCondLst>
                              <p:cond delay="0"/>
                            </p:stCondLst>
                            <p:childTnLst>
                              <p:par>
                                <p:cTn id="29" presetID="22" presetClass="entr" presetSubtype="2" dur="500" fill="hold" nodeType="clickEffect">
                                  <p:stCondLst>
                                    <p:cond delay="0"/>
                                  </p:stCondLst>
                                  <p:childTnLst>
                                    <p:set>
                                      <p:cBhvr>
                                        <p:cTn id="30" dur="1" fill="hold">
                                          <p:stCondLst>
                                            <p:cond delay="0"/>
                                          </p:stCondLst>
                                        </p:cTn>
                                        <p:tgtEl>
                                          <p:spTgt spid="22"/>
                                        </p:tgtEl>
                                        <p:attrNameLst>
                                          <p:attrName>style.visibility</p:attrName>
                                        </p:attrNameLst>
                                      </p:cBhvr>
                                      <p:to>
                                        <p:strVal val="visible"/>
                                      </p:to>
                                    </p:set>
                                    <p:animEffect transition="in" filter="wipe(right)">
                                      <p:cBhvr>
                                        <p:cTn id="31" dur="500"/>
                                        <p:tgtEl>
                                          <p:spTgt spid="22"/>
                                        </p:tgtEl>
                                      </p:cBhvr>
                                    </p:animEffect>
                                  </p:childTnLst>
                                </p:cTn>
                              </p:par>
                              <p:par>
                                <p:cTn id="32" presetID="10" presetClass="exit" presetSubtype="0" dur="500" fill="hold" nodeType="withEffect">
                                  <p:stCondLst>
                                    <p:cond delay="0"/>
                                  </p:stCondLst>
                                  <p:childTnLst>
                                    <p:animEffect transition="out" filter="fade">
                                      <p:cBhvr>
                                        <p:cTn id="33" dur="500"/>
                                        <p:tgtEl>
                                          <p:spTgt spid="21"/>
                                        </p:tgtEl>
                                      </p:cBhvr>
                                    </p:animEffect>
                                    <p:set>
                                      <p:cBhvr>
                                        <p:cTn id="34" dur="1" fill="hold">
                                          <p:stCondLst>
                                            <p:cond delay="499"/>
                                          </p:stCondLst>
                                        </p:cTn>
                                        <p:tgtEl>
                                          <p:spTgt spid="21"/>
                                        </p:tgtEl>
                                        <p:attrNameLst>
                                          <p:attrName>style.visibility</p:attrName>
                                        </p:attrNameLst>
                                      </p:cBhvr>
                                      <p:to>
                                        <p:strVal val="hidden"/>
                                      </p:to>
                                    </p:set>
                                  </p:childTnLst>
                                </p:cTn>
                              </p:par>
                            </p:childTnLst>
                          </p:cTn>
                        </p:par>
                      </p:childTnLst>
                    </p:cTn>
                  </p:par>
                  <p:par>
                    <p:cTn id="35" fill="hold">
                      <p:stCondLst>
                        <p:cond delay="indefinite"/>
                      </p:stCondLst>
                      <p:childTnLst>
                        <p:par>
                          <p:cTn id="36" fill="hold">
                            <p:stCondLst>
                              <p:cond delay="0"/>
                            </p:stCondLst>
                            <p:childTnLst>
                              <p:par>
                                <p:cTn id="37" presetID="22" presetClass="entr" presetSubtype="2" dur="500" fill="hold" nodeType="clickEffect">
                                  <p:stCondLst>
                                    <p:cond delay="0"/>
                                  </p:stCondLst>
                                  <p:childTnLst>
                                    <p:set>
                                      <p:cBhvr>
                                        <p:cTn id="38" dur="1" fill="hold">
                                          <p:stCondLst>
                                            <p:cond delay="0"/>
                                          </p:stCondLst>
                                        </p:cTn>
                                        <p:tgtEl>
                                          <p:spTgt spid="23"/>
                                        </p:tgtEl>
                                        <p:attrNameLst>
                                          <p:attrName>style.visibility</p:attrName>
                                        </p:attrNameLst>
                                      </p:cBhvr>
                                      <p:to>
                                        <p:strVal val="visible"/>
                                      </p:to>
                                    </p:set>
                                    <p:animEffect transition="in" filter="wipe(right)">
                                      <p:cBhvr>
                                        <p:cTn id="39" dur="500"/>
                                        <p:tgtEl>
                                          <p:spTgt spid="23"/>
                                        </p:tgtEl>
                                      </p:cBhvr>
                                    </p:animEffect>
                                  </p:childTnLst>
                                </p:cTn>
                              </p:par>
                              <p:par>
                                <p:cTn id="40" presetID="10" presetClass="exit" presetSubtype="0" dur="500" fill="hold" nodeType="withEffect">
                                  <p:stCondLst>
                                    <p:cond delay="0"/>
                                  </p:stCondLst>
                                  <p:childTnLst>
                                    <p:animEffect transition="out" filter="fade">
                                      <p:cBhvr>
                                        <p:cTn id="41" dur="500"/>
                                        <p:tgtEl>
                                          <p:spTgt spid="22"/>
                                        </p:tgtEl>
                                      </p:cBhvr>
                                    </p:animEffect>
                                    <p:set>
                                      <p:cBhvr>
                                        <p:cTn id="42" dur="1" fill="hold">
                                          <p:stCondLst>
                                            <p:cond delay="499"/>
                                          </p:stCondLst>
                                        </p:cTn>
                                        <p:tgtEl>
                                          <p:spTgt spid="22"/>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2" presetClass="entr" presetSubtype="2" dur="500" fill="hold" nodeType="clickEffect">
                                  <p:stCondLst>
                                    <p:cond delay="0"/>
                                  </p:stCondLst>
                                  <p:childTnLst>
                                    <p:set>
                                      <p:cBhvr>
                                        <p:cTn id="46" dur="1" fill="hold">
                                          <p:stCondLst>
                                            <p:cond delay="0"/>
                                          </p:stCondLst>
                                        </p:cTn>
                                        <p:tgtEl>
                                          <p:spTgt spid="24"/>
                                        </p:tgtEl>
                                        <p:attrNameLst>
                                          <p:attrName>style.visibility</p:attrName>
                                        </p:attrNameLst>
                                      </p:cBhvr>
                                      <p:to>
                                        <p:strVal val="visible"/>
                                      </p:to>
                                    </p:set>
                                    <p:animEffect transition="in" filter="wipe(right)">
                                      <p:cBhvr>
                                        <p:cTn id="47" dur="500"/>
                                        <p:tgtEl>
                                          <p:spTgt spid="24"/>
                                        </p:tgtEl>
                                      </p:cBhvr>
                                    </p:animEffect>
                                  </p:childTnLst>
                                </p:cTn>
                              </p:par>
                              <p:par>
                                <p:cTn id="48" presetID="10" presetClass="exit" presetSubtype="0" dur="500" fill="hold" nodeType="withEffect">
                                  <p:stCondLst>
                                    <p:cond delay="0"/>
                                  </p:stCondLst>
                                  <p:childTnLst>
                                    <p:animEffect transition="out" filter="fade">
                                      <p:cBhvr>
                                        <p:cTn id="49" dur="500"/>
                                        <p:tgtEl>
                                          <p:spTgt spid="23"/>
                                        </p:tgtEl>
                                      </p:cBhvr>
                                    </p:animEffect>
                                    <p:set>
                                      <p:cBhvr>
                                        <p:cTn id="50" dur="1" fill="hold">
                                          <p:stCondLst>
                                            <p:cond delay="499"/>
                                          </p:stCondLst>
                                        </p:cTn>
                                        <p:tgtEl>
                                          <p:spTgt spid="23"/>
                                        </p:tgtEl>
                                        <p:attrNameLst>
                                          <p:attrName>style.visibility</p:attrName>
                                        </p:attrNameLst>
                                      </p:cBhvr>
                                      <p:to>
                                        <p:strVal val="hidden"/>
                                      </p:to>
                                    </p:set>
                                  </p:childTnLst>
                                </p:cTn>
                              </p:par>
                            </p:childTnLst>
                          </p:cTn>
                        </p:par>
                      </p:childTnLst>
                    </p:cTn>
                  </p:par>
                  <p:par>
                    <p:cTn id="51" fill="hold">
                      <p:stCondLst>
                        <p:cond delay="indefinite"/>
                      </p:stCondLst>
                      <p:childTnLst>
                        <p:par>
                          <p:cTn id="52" fill="hold">
                            <p:stCondLst>
                              <p:cond delay="0"/>
                            </p:stCondLst>
                            <p:childTnLst>
                              <p:par>
                                <p:cTn id="53" presetID="10" presetClass="exit" presetSubtype="0" dur="500" fill="hold" nodeType="clickEffect">
                                  <p:stCondLst>
                                    <p:cond delay="0"/>
                                  </p:stCondLst>
                                  <p:childTnLst>
                                    <p:animEffect transition="out" filter="fade">
                                      <p:cBhvr>
                                        <p:cTn id="54" dur="500"/>
                                        <p:tgtEl>
                                          <p:spTgt spid="17"/>
                                        </p:tgtEl>
                                      </p:cBhvr>
                                    </p:animEffect>
                                    <p:set>
                                      <p:cBhvr>
                                        <p:cTn id="55" dur="1" fill="hold">
                                          <p:stCondLst>
                                            <p:cond delay="499"/>
                                          </p:stCondLst>
                                        </p:cTn>
                                        <p:tgtEl>
                                          <p:spTgt spid="17"/>
                                        </p:tgtEl>
                                        <p:attrNameLst>
                                          <p:attrName>style.visibility</p:attrName>
                                        </p:attrNameLst>
                                      </p:cBhvr>
                                      <p:to>
                                        <p:strVal val="hidden"/>
                                      </p:to>
                                    </p:set>
                                  </p:childTnLst>
                                </p:cTn>
                              </p:par>
                              <p:par>
                                <p:cTn id="56" presetID="22" presetClass="entr" presetSubtype="4" dur="500" fill="hold" nodeType="withEffect">
                                  <p:stCondLst>
                                    <p:cond delay="0"/>
                                  </p:stCondLst>
                                  <p:childTnLst>
                                    <p:set>
                                      <p:cBhvr>
                                        <p:cTn id="57" dur="1" fill="hold">
                                          <p:stCondLst>
                                            <p:cond delay="0"/>
                                          </p:stCondLst>
                                        </p:cTn>
                                        <p:tgtEl>
                                          <p:spTgt spid="18"/>
                                        </p:tgtEl>
                                        <p:attrNameLst>
                                          <p:attrName>style.visibility</p:attrName>
                                        </p:attrNameLst>
                                      </p:cBhvr>
                                      <p:to>
                                        <p:strVal val="visible"/>
                                      </p:to>
                                    </p:set>
                                    <p:animEffect transition="in" filter="wipe(down)">
                                      <p:cBhvr>
                                        <p:cTn id="58" dur="500"/>
                                        <p:tgtEl>
                                          <p:spTgt spid="18"/>
                                        </p:tgtEl>
                                      </p:cBhvr>
                                    </p:animEffect>
                                  </p:childTnLst>
                                </p:cTn>
                              </p:par>
                            </p:childTnLst>
                          </p:cTn>
                        </p:par>
                      </p:childTnLst>
                    </p:cTn>
                  </p:par>
                  <p:par>
                    <p:cTn id="59" fill="hold">
                      <p:stCondLst>
                        <p:cond delay="indefinite"/>
                      </p:stCondLst>
                      <p:childTnLst>
                        <p:par>
                          <p:cTn id="60" fill="hold">
                            <p:stCondLst>
                              <p:cond delay="0"/>
                            </p:stCondLst>
                            <p:childTnLst>
                              <p:par>
                                <p:cTn id="61" presetID="22" presetClass="entr" presetSubtype="2" dur="500" fill="hold" nodeType="clickEffect">
                                  <p:stCondLst>
                                    <p:cond delay="0"/>
                                  </p:stCondLst>
                                  <p:childTnLst>
                                    <p:set>
                                      <p:cBhvr>
                                        <p:cTn id="62" dur="1" fill="hold">
                                          <p:stCondLst>
                                            <p:cond delay="0"/>
                                          </p:stCondLst>
                                        </p:cTn>
                                        <p:tgtEl>
                                          <p:spTgt spid="25"/>
                                        </p:tgtEl>
                                        <p:attrNameLst>
                                          <p:attrName>style.visibility</p:attrName>
                                        </p:attrNameLst>
                                      </p:cBhvr>
                                      <p:to>
                                        <p:strVal val="visible"/>
                                      </p:to>
                                    </p:set>
                                    <p:animEffect transition="in" filter="wipe(right)">
                                      <p:cBhvr>
                                        <p:cTn id="63" dur="500"/>
                                        <p:tgtEl>
                                          <p:spTgt spid="25"/>
                                        </p:tgtEl>
                                      </p:cBhvr>
                                    </p:animEffect>
                                  </p:childTnLst>
                                </p:cTn>
                              </p:par>
                              <p:par>
                                <p:cTn id="64" presetID="10" presetClass="exit" presetSubtype="0" dur="500" fill="hold" nodeType="withEffect">
                                  <p:stCondLst>
                                    <p:cond delay="0"/>
                                  </p:stCondLst>
                                  <p:childTnLst>
                                    <p:animEffect transition="out" filter="fade">
                                      <p:cBhvr>
                                        <p:cTn id="65" dur="500"/>
                                        <p:tgtEl>
                                          <p:spTgt spid="24"/>
                                        </p:tgtEl>
                                      </p:cBhvr>
                                    </p:animEffect>
                                    <p:set>
                                      <p:cBhvr>
                                        <p:cTn id="66" dur="1" fill="hold">
                                          <p:stCondLst>
                                            <p:cond delay="499"/>
                                          </p:stCondLst>
                                        </p:cTn>
                                        <p:tgtEl>
                                          <p:spTgt spid="24"/>
                                        </p:tgtEl>
                                        <p:attrNameLst>
                                          <p:attrName>style.visibility</p:attrName>
                                        </p:attrNameLst>
                                      </p:cBhvr>
                                      <p:to>
                                        <p:strVal val="hidden"/>
                                      </p:to>
                                    </p:set>
                                  </p:childTnLst>
                                </p:cTn>
                              </p:par>
                            </p:childTnLst>
                          </p:cTn>
                        </p:par>
                      </p:childTnLst>
                    </p:cTn>
                  </p:par>
                  <p:par>
                    <p:cTn id="67" fill="hold">
                      <p:stCondLst>
                        <p:cond delay="indefinite"/>
                      </p:stCondLst>
                      <p:childTnLst>
                        <p:par>
                          <p:cTn id="68" fill="hold">
                            <p:stCondLst>
                              <p:cond delay="0"/>
                            </p:stCondLst>
                            <p:childTnLst>
                              <p:par>
                                <p:cTn id="69" presetID="22" presetClass="entr" presetSubtype="2" dur="500" fill="hold" nodeType="click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wipe(right)">
                                      <p:cBhvr>
                                        <p:cTn id="71" dur="500"/>
                                        <p:tgtEl>
                                          <p:spTgt spid="26"/>
                                        </p:tgtEl>
                                      </p:cBhvr>
                                    </p:animEffect>
                                  </p:childTnLst>
                                </p:cTn>
                              </p:par>
                              <p:par>
                                <p:cTn id="72" presetID="10" presetClass="exit" presetSubtype="0" dur="500" fill="hold" nodeType="withEffect">
                                  <p:stCondLst>
                                    <p:cond delay="0"/>
                                  </p:stCondLst>
                                  <p:childTnLst>
                                    <p:animEffect transition="out" filter="fade">
                                      <p:cBhvr>
                                        <p:cTn id="73" dur="500"/>
                                        <p:tgtEl>
                                          <p:spTgt spid="25"/>
                                        </p:tgtEl>
                                      </p:cBhvr>
                                    </p:animEffect>
                                    <p:set>
                                      <p:cBhvr>
                                        <p:cTn id="74" dur="1" fill="hold">
                                          <p:stCondLst>
                                            <p:cond delay="499"/>
                                          </p:stCondLst>
                                        </p:cTn>
                                        <p:tgtEl>
                                          <p:spTgt spid="25"/>
                                        </p:tgtEl>
                                        <p:attrNameLst>
                                          <p:attrName>style.visibility</p:attrName>
                                        </p:attrNameLst>
                                      </p:cBhvr>
                                      <p:to>
                                        <p:strVal val="hidden"/>
                                      </p:to>
                                    </p:set>
                                  </p:childTnLst>
                                </p:cTn>
                              </p:par>
                            </p:childTnLst>
                          </p:cTn>
                        </p:par>
                      </p:childTnLst>
                    </p:cTn>
                  </p:par>
                  <p:par>
                    <p:cTn id="75" fill="hold">
                      <p:stCondLst>
                        <p:cond delay="indefinite"/>
                      </p:stCondLst>
                      <p:childTnLst>
                        <p:par>
                          <p:cTn id="76" fill="hold">
                            <p:stCondLst>
                              <p:cond delay="0"/>
                            </p:stCondLst>
                            <p:childTnLst>
                              <p:par>
                                <p:cTn id="77" presetID="22" presetClass="entr" presetSubtype="2" dur="500" fill="hold" nodeType="click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wipe(right)">
                                      <p:cBhvr>
                                        <p:cTn id="79" dur="500"/>
                                        <p:tgtEl>
                                          <p:spTgt spid="27"/>
                                        </p:tgtEl>
                                      </p:cBhvr>
                                    </p:animEffect>
                                  </p:childTnLst>
                                </p:cTn>
                              </p:par>
                              <p:par>
                                <p:cTn id="80" presetID="10" presetClass="exit" presetSubtype="0" dur="500" fill="hold" nodeType="withEffect">
                                  <p:stCondLst>
                                    <p:cond delay="0"/>
                                  </p:stCondLst>
                                  <p:childTnLst>
                                    <p:animEffect transition="out" filter="fade">
                                      <p:cBhvr>
                                        <p:cTn id="81" dur="500"/>
                                        <p:tgtEl>
                                          <p:spTgt spid="26"/>
                                        </p:tgtEl>
                                      </p:cBhvr>
                                    </p:animEffect>
                                    <p:set>
                                      <p:cBhvr>
                                        <p:cTn id="82" dur="1" fill="hold">
                                          <p:stCondLst>
                                            <p:cond delay="499"/>
                                          </p:stCondLst>
                                        </p:cTn>
                                        <p:tgtEl>
                                          <p:spTgt spid="26"/>
                                        </p:tgtEl>
                                        <p:attrNameLst>
                                          <p:attrName>style.visibility</p:attrName>
                                        </p:attrNameLst>
                                      </p:cBhvr>
                                      <p:to>
                                        <p:strVal val="hidden"/>
                                      </p:to>
                                    </p:set>
                                  </p:childTnLst>
                                </p:cTn>
                              </p:par>
                            </p:childTnLst>
                          </p:cTn>
                        </p:par>
                      </p:childTnLst>
                    </p:cTn>
                  </p:par>
                  <p:par>
                    <p:cTn id="83" fill="hold">
                      <p:stCondLst>
                        <p:cond delay="indefinite"/>
                      </p:stCondLst>
                      <p:childTnLst>
                        <p:par>
                          <p:cTn id="84" fill="hold">
                            <p:stCondLst>
                              <p:cond delay="0"/>
                            </p:stCondLst>
                            <p:childTnLst>
                              <p:par>
                                <p:cTn id="85" presetID="22" presetClass="entr" presetSubtype="2" dur="500" fill="hold" nodeType="click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wipe(right)">
                                      <p:cBhvr>
                                        <p:cTn id="87" dur="500"/>
                                        <p:tgtEl>
                                          <p:spTgt spid="28"/>
                                        </p:tgtEl>
                                      </p:cBhvr>
                                    </p:animEffect>
                                  </p:childTnLst>
                                </p:cTn>
                              </p:par>
                              <p:par>
                                <p:cTn id="88" presetID="10" presetClass="exit" presetSubtype="0" dur="500" fill="hold" nodeType="withEffect">
                                  <p:stCondLst>
                                    <p:cond delay="0"/>
                                  </p:stCondLst>
                                  <p:childTnLst>
                                    <p:animEffect transition="out" filter="fade">
                                      <p:cBhvr>
                                        <p:cTn id="89" dur="500"/>
                                        <p:tgtEl>
                                          <p:spTgt spid="27"/>
                                        </p:tgtEl>
                                      </p:cBhvr>
                                    </p:animEffect>
                                    <p:set>
                                      <p:cBhvr>
                                        <p:cTn id="90" dur="1" fill="hold">
                                          <p:stCondLst>
                                            <p:cond delay="499"/>
                                          </p:stCondLst>
                                        </p:cTn>
                                        <p:tgtEl>
                                          <p:spTgt spid="27"/>
                                        </p:tgtEl>
                                        <p:attrNameLst>
                                          <p:attrName>style.visibility</p:attrName>
                                        </p:attrNameLst>
                                      </p:cBhvr>
                                      <p:to>
                                        <p:strVal val="hidden"/>
                                      </p:to>
                                    </p:set>
                                  </p:childTnLst>
                                </p:cTn>
                              </p:par>
                            </p:childTnLst>
                          </p:cTn>
                        </p:par>
                      </p:childTnLst>
                    </p:cTn>
                  </p:par>
                  <p:par>
                    <p:cTn id="91" fill="hold">
                      <p:stCondLst>
                        <p:cond delay="indefinite"/>
                      </p:stCondLst>
                      <p:childTnLst>
                        <p:par>
                          <p:cTn id="92" fill="hold">
                            <p:stCondLst>
                              <p:cond delay="0"/>
                            </p:stCondLst>
                            <p:childTnLst>
                              <p:par>
                                <p:cTn id="93" presetID="22" presetClass="entr" presetSubtype="2" dur="500" fill="hold" nodeType="clickEffect">
                                  <p:stCondLst>
                                    <p:cond delay="0"/>
                                  </p:stCondLst>
                                  <p:childTnLst>
                                    <p:set>
                                      <p:cBhvr>
                                        <p:cTn id="94" dur="1" fill="hold">
                                          <p:stCondLst>
                                            <p:cond delay="0"/>
                                          </p:stCondLst>
                                        </p:cTn>
                                        <p:tgtEl>
                                          <p:spTgt spid="29"/>
                                        </p:tgtEl>
                                        <p:attrNameLst>
                                          <p:attrName>style.visibility</p:attrName>
                                        </p:attrNameLst>
                                      </p:cBhvr>
                                      <p:to>
                                        <p:strVal val="visible"/>
                                      </p:to>
                                    </p:set>
                                    <p:animEffect transition="in" filter="wipe(right)">
                                      <p:cBhvr>
                                        <p:cTn id="95" dur="500"/>
                                        <p:tgtEl>
                                          <p:spTgt spid="29"/>
                                        </p:tgtEl>
                                      </p:cBhvr>
                                    </p:animEffect>
                                  </p:childTnLst>
                                </p:cTn>
                              </p:par>
                              <p:par>
                                <p:cTn id="96" presetID="10" presetClass="exit" presetSubtype="0" dur="500" fill="hold" nodeType="withEffect">
                                  <p:stCondLst>
                                    <p:cond delay="0"/>
                                  </p:stCondLst>
                                  <p:childTnLst>
                                    <p:animEffect transition="out" filter="fade">
                                      <p:cBhvr>
                                        <p:cTn id="97" dur="500"/>
                                        <p:tgtEl>
                                          <p:spTgt spid="28"/>
                                        </p:tgtEl>
                                      </p:cBhvr>
                                    </p:animEffect>
                                    <p:set>
                                      <p:cBhvr>
                                        <p:cTn id="98" dur="1" fill="hold">
                                          <p:stCondLst>
                                            <p:cond delay="499"/>
                                          </p:stCondLst>
                                        </p:cTn>
                                        <p:tgtEl>
                                          <p:spTgt spid="2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22" presetClass="entr" presetSubtype="2" dur="500" fill="hold" nodeType="clickEffect">
                                  <p:stCondLst>
                                    <p:cond delay="0"/>
                                  </p:stCondLst>
                                  <p:childTnLst>
                                    <p:set>
                                      <p:cBhvr>
                                        <p:cTn id="102" dur="1" fill="hold">
                                          <p:stCondLst>
                                            <p:cond delay="0"/>
                                          </p:stCondLst>
                                        </p:cTn>
                                        <p:tgtEl>
                                          <p:spTgt spid="30"/>
                                        </p:tgtEl>
                                        <p:attrNameLst>
                                          <p:attrName>style.visibility</p:attrName>
                                        </p:attrNameLst>
                                      </p:cBhvr>
                                      <p:to>
                                        <p:strVal val="visible"/>
                                      </p:to>
                                    </p:set>
                                    <p:animEffect transition="in" filter="wipe(right)">
                                      <p:cBhvr>
                                        <p:cTn id="103" dur="500"/>
                                        <p:tgtEl>
                                          <p:spTgt spid="30"/>
                                        </p:tgtEl>
                                      </p:cBhvr>
                                    </p:animEffect>
                                  </p:childTnLst>
                                </p:cTn>
                              </p:par>
                              <p:par>
                                <p:cTn id="104" presetID="10" presetClass="exit" presetSubtype="0" dur="500" fill="hold" nodeType="withEffect">
                                  <p:stCondLst>
                                    <p:cond delay="0"/>
                                  </p:stCondLst>
                                  <p:childTnLst>
                                    <p:animEffect transition="out" filter="fade">
                                      <p:cBhvr>
                                        <p:cTn id="105" dur="500"/>
                                        <p:tgtEl>
                                          <p:spTgt spid="29"/>
                                        </p:tgtEl>
                                      </p:cBhvr>
                                    </p:animEffect>
                                    <p:set>
                                      <p:cBhvr>
                                        <p:cTn id="106" dur="1" fill="hold">
                                          <p:stCondLst>
                                            <p:cond delay="499"/>
                                          </p:stCondLst>
                                        </p:cTn>
                                        <p:tgtEl>
                                          <p:spTgt spid="29"/>
                                        </p:tgtEl>
                                        <p:attrNameLst>
                                          <p:attrName>style.visibility</p:attrName>
                                        </p:attrNameLst>
                                      </p:cBhvr>
                                      <p:to>
                                        <p:strVal val="hidden"/>
                                      </p:to>
                                    </p:set>
                                  </p:childTnLst>
                                </p:cTn>
                              </p:par>
                            </p:childTnLst>
                          </p:cTn>
                        </p:par>
                      </p:childTnLst>
                    </p:cTn>
                  </p:par>
                  <p:par>
                    <p:cTn id="107" fill="hold">
                      <p:stCondLst>
                        <p:cond delay="indefinite"/>
                      </p:stCondLst>
                      <p:childTnLst>
                        <p:par>
                          <p:cTn id="108" fill="hold">
                            <p:stCondLst>
                              <p:cond delay="0"/>
                            </p:stCondLst>
                            <p:childTnLst>
                              <p:par>
                                <p:cTn id="109" presetID="22" presetClass="entr" presetSubtype="2" dur="500" fill="hold" nodeType="clickEffect">
                                  <p:stCondLst>
                                    <p:cond delay="0"/>
                                  </p:stCondLst>
                                  <p:childTnLst>
                                    <p:set>
                                      <p:cBhvr>
                                        <p:cTn id="110" dur="1" fill="hold">
                                          <p:stCondLst>
                                            <p:cond delay="0"/>
                                          </p:stCondLst>
                                        </p:cTn>
                                        <p:tgtEl>
                                          <p:spTgt spid="32"/>
                                        </p:tgtEl>
                                        <p:attrNameLst>
                                          <p:attrName>style.visibility</p:attrName>
                                        </p:attrNameLst>
                                      </p:cBhvr>
                                      <p:to>
                                        <p:strVal val="visible"/>
                                      </p:to>
                                    </p:set>
                                    <p:animEffect transition="in" filter="wipe(right)">
                                      <p:cBhvr>
                                        <p:cTn id="111" dur="500"/>
                                        <p:tgtEl>
                                          <p:spTgt spid="32"/>
                                        </p:tgtEl>
                                      </p:cBhvr>
                                    </p:animEffect>
                                  </p:childTnLst>
                                </p:cTn>
                              </p:par>
                              <p:par>
                                <p:cTn id="112" presetID="10" presetClass="exit" presetSubtype="0" dur="500" fill="hold" nodeType="withEffect">
                                  <p:stCondLst>
                                    <p:cond delay="0"/>
                                  </p:stCondLst>
                                  <p:childTnLst>
                                    <p:animEffect transition="out" filter="fade">
                                      <p:cBhvr>
                                        <p:cTn id="113" dur="500"/>
                                        <p:tgtEl>
                                          <p:spTgt spid="30"/>
                                        </p:tgtEl>
                                      </p:cBhvr>
                                    </p:animEffect>
                                    <p:set>
                                      <p:cBhvr>
                                        <p:cTn id="114" dur="1" fill="hold">
                                          <p:stCondLst>
                                            <p:cond delay="499"/>
                                          </p:stCondLst>
                                        </p:cTn>
                                        <p:tgtEl>
                                          <p:spTgt spid="30"/>
                                        </p:tgtEl>
                                        <p:attrNameLst>
                                          <p:attrName>style.visibility</p:attrName>
                                        </p:attrNameLst>
                                      </p:cBhvr>
                                      <p:to>
                                        <p:strVal val="hidden"/>
                                      </p:to>
                                    </p:set>
                                  </p:childTnLst>
                                </p:cTn>
                              </p:par>
                            </p:childTnLst>
                          </p:cTn>
                        </p:par>
                      </p:childTnLst>
                    </p:cTn>
                  </p:par>
                  <p:par>
                    <p:cTn id="115" fill="hold">
                      <p:stCondLst>
                        <p:cond delay="indefinite"/>
                      </p:stCondLst>
                      <p:childTnLst>
                        <p:par>
                          <p:cTn id="116" fill="hold">
                            <p:stCondLst>
                              <p:cond delay="0"/>
                            </p:stCondLst>
                            <p:childTnLst>
                              <p:par>
                                <p:cTn id="117" presetID="22" presetClass="entr" presetSubtype="2" dur="500" fill="hold" nodeType="clickEffect">
                                  <p:stCondLst>
                                    <p:cond delay="0"/>
                                  </p:stCondLst>
                                  <p:childTnLst>
                                    <p:set>
                                      <p:cBhvr>
                                        <p:cTn id="118" dur="1" fill="hold">
                                          <p:stCondLst>
                                            <p:cond delay="0"/>
                                          </p:stCondLst>
                                        </p:cTn>
                                        <p:tgtEl>
                                          <p:spTgt spid="33"/>
                                        </p:tgtEl>
                                        <p:attrNameLst>
                                          <p:attrName>style.visibility</p:attrName>
                                        </p:attrNameLst>
                                      </p:cBhvr>
                                      <p:to>
                                        <p:strVal val="visible"/>
                                      </p:to>
                                    </p:set>
                                    <p:animEffect transition="in" filter="wipe(right)">
                                      <p:cBhvr>
                                        <p:cTn id="119" dur="500"/>
                                        <p:tgtEl>
                                          <p:spTgt spid="33"/>
                                        </p:tgtEl>
                                      </p:cBhvr>
                                    </p:animEffect>
                                  </p:childTnLst>
                                </p:cTn>
                              </p:par>
                              <p:par>
                                <p:cTn id="120" presetID="10" presetClass="exit" presetSubtype="0" dur="500" fill="hold" nodeType="withEffect">
                                  <p:stCondLst>
                                    <p:cond delay="0"/>
                                  </p:stCondLst>
                                  <p:childTnLst>
                                    <p:animEffect transition="out" filter="fade">
                                      <p:cBhvr>
                                        <p:cTn id="121" dur="500"/>
                                        <p:tgtEl>
                                          <p:spTgt spid="32"/>
                                        </p:tgtEl>
                                      </p:cBhvr>
                                    </p:animEffect>
                                    <p:set>
                                      <p:cBhvr>
                                        <p:cTn id="122" dur="1" fill="hold">
                                          <p:stCondLst>
                                            <p:cond delay="499"/>
                                          </p:stCondLst>
                                        </p:cTn>
                                        <p:tgtEl>
                                          <p:spTgt spid="32"/>
                                        </p:tgtEl>
                                        <p:attrNameLst>
                                          <p:attrName>style.visibility</p:attrName>
                                        </p:attrNameLst>
                                      </p:cBhvr>
                                      <p:to>
                                        <p:strVal val="hidden"/>
                                      </p:to>
                                    </p:set>
                                  </p:childTnLst>
                                </p:cTn>
                              </p:par>
                            </p:childTnLst>
                          </p:cTn>
                        </p:par>
                      </p:childTnLst>
                    </p:cTn>
                  </p:par>
                  <p:par>
                    <p:cTn id="123" fill="hold">
                      <p:stCondLst>
                        <p:cond delay="indefinite"/>
                      </p:stCondLst>
                      <p:childTnLst>
                        <p:par>
                          <p:cTn id="124" fill="hold">
                            <p:stCondLst>
                              <p:cond delay="0"/>
                            </p:stCondLst>
                            <p:childTnLst>
                              <p:par>
                                <p:cTn id="125" presetID="22" presetClass="entr" presetSubtype="2" dur="500" fill="hold" nodeType="clickEffect">
                                  <p:stCondLst>
                                    <p:cond delay="0"/>
                                  </p:stCondLst>
                                  <p:childTnLst>
                                    <p:set>
                                      <p:cBhvr>
                                        <p:cTn id="126" dur="1" fill="hold">
                                          <p:stCondLst>
                                            <p:cond delay="0"/>
                                          </p:stCondLst>
                                        </p:cTn>
                                        <p:tgtEl>
                                          <p:spTgt spid="34"/>
                                        </p:tgtEl>
                                        <p:attrNameLst>
                                          <p:attrName>style.visibility</p:attrName>
                                        </p:attrNameLst>
                                      </p:cBhvr>
                                      <p:to>
                                        <p:strVal val="visible"/>
                                      </p:to>
                                    </p:set>
                                    <p:animEffect transition="in" filter="wipe(right)">
                                      <p:cBhvr>
                                        <p:cTn id="127" dur="500"/>
                                        <p:tgtEl>
                                          <p:spTgt spid="34"/>
                                        </p:tgtEl>
                                      </p:cBhvr>
                                    </p:animEffect>
                                  </p:childTnLst>
                                </p:cTn>
                              </p:par>
                              <p:par>
                                <p:cTn id="128" presetID="10" presetClass="exit" presetSubtype="0" dur="500" fill="hold" nodeType="withEffect">
                                  <p:stCondLst>
                                    <p:cond delay="0"/>
                                  </p:stCondLst>
                                  <p:childTnLst>
                                    <p:animEffect transition="out" filter="fade">
                                      <p:cBhvr>
                                        <p:cTn id="129" dur="500"/>
                                        <p:tgtEl>
                                          <p:spTgt spid="33"/>
                                        </p:tgtEl>
                                      </p:cBhvr>
                                    </p:animEffect>
                                    <p:set>
                                      <p:cBhvr>
                                        <p:cTn id="130" dur="1" fill="hold">
                                          <p:stCondLst>
                                            <p:cond delay="499"/>
                                          </p:stCondLst>
                                        </p:cTn>
                                        <p:tgtEl>
                                          <p:spTgt spid="33"/>
                                        </p:tgtEl>
                                        <p:attrNameLst>
                                          <p:attrName>style.visibility</p:attrName>
                                        </p:attrNameLst>
                                      </p:cBhvr>
                                      <p:to>
                                        <p:strVal val="hidden"/>
                                      </p:to>
                                    </p:set>
                                  </p:childTnLst>
                                </p:cTn>
                              </p:par>
                            </p:childTnLst>
                          </p:cTn>
                        </p:par>
                      </p:childTnLst>
                    </p:cTn>
                  </p:par>
                  <p:par>
                    <p:cTn id="131" fill="hold">
                      <p:stCondLst>
                        <p:cond delay="indefinite"/>
                      </p:stCondLst>
                      <p:childTnLst>
                        <p:par>
                          <p:cTn id="132" fill="hold">
                            <p:stCondLst>
                              <p:cond delay="0"/>
                            </p:stCondLst>
                            <p:childTnLst>
                              <p:par>
                                <p:cTn id="133" presetID="22" presetClass="entr" presetSubtype="2" dur="500" fill="hold" nodeType="clickEffect">
                                  <p:stCondLst>
                                    <p:cond delay="0"/>
                                  </p:stCondLst>
                                  <p:childTnLst>
                                    <p:set>
                                      <p:cBhvr>
                                        <p:cTn id="134" dur="1" fill="hold">
                                          <p:stCondLst>
                                            <p:cond delay="0"/>
                                          </p:stCondLst>
                                        </p:cTn>
                                        <p:tgtEl>
                                          <p:spTgt spid="35"/>
                                        </p:tgtEl>
                                        <p:attrNameLst>
                                          <p:attrName>style.visibility</p:attrName>
                                        </p:attrNameLst>
                                      </p:cBhvr>
                                      <p:to>
                                        <p:strVal val="visible"/>
                                      </p:to>
                                    </p:set>
                                    <p:animEffect transition="in" filter="wipe(right)">
                                      <p:cBhvr>
                                        <p:cTn id="135" dur="500"/>
                                        <p:tgtEl>
                                          <p:spTgt spid="35"/>
                                        </p:tgtEl>
                                      </p:cBhvr>
                                    </p:animEffect>
                                  </p:childTnLst>
                                </p:cTn>
                              </p:par>
                              <p:par>
                                <p:cTn id="136" presetID="10" presetClass="exit" presetSubtype="0" dur="500" fill="hold" nodeType="withEffect">
                                  <p:stCondLst>
                                    <p:cond delay="0"/>
                                  </p:stCondLst>
                                  <p:childTnLst>
                                    <p:animEffect transition="out" filter="fade">
                                      <p:cBhvr>
                                        <p:cTn id="137" dur="500"/>
                                        <p:tgtEl>
                                          <p:spTgt spid="34"/>
                                        </p:tgtEl>
                                      </p:cBhvr>
                                    </p:animEffect>
                                    <p:set>
                                      <p:cBhvr>
                                        <p:cTn id="138" dur="1" fill="hold">
                                          <p:stCondLst>
                                            <p:cond delay="499"/>
                                          </p:stCondLst>
                                        </p:cTn>
                                        <p:tgtEl>
                                          <p:spTgt spid="34"/>
                                        </p:tgtEl>
                                        <p:attrNameLst>
                                          <p:attrName>style.visibility</p:attrName>
                                        </p:attrNameLst>
                                      </p:cBhvr>
                                      <p:to>
                                        <p:strVal val="hidden"/>
                                      </p:to>
                                    </p:set>
                                  </p:childTnLst>
                                </p:cTn>
                              </p:par>
                            </p:childTnLst>
                          </p:cTn>
                        </p:par>
                      </p:childTnLst>
                    </p:cTn>
                  </p:par>
                  <p:par>
                    <p:cTn id="139" fill="hold">
                      <p:stCondLst>
                        <p:cond delay="indefinite"/>
                      </p:stCondLst>
                      <p:childTnLst>
                        <p:par>
                          <p:cTn id="140" fill="hold">
                            <p:stCondLst>
                              <p:cond delay="0"/>
                            </p:stCondLst>
                            <p:childTnLst>
                              <p:par>
                                <p:cTn id="141" presetID="22" presetClass="entr" presetSubtype="8" dur="500" fill="hold" grpId="0" nodeType="clickEffect">
                                  <p:stCondLst>
                                    <p:cond delay="0"/>
                                  </p:stCondLst>
                                  <p:childTnLst>
                                    <p:set>
                                      <p:cBhvr>
                                        <p:cTn id="142" dur="1" fill="hold">
                                          <p:stCondLst>
                                            <p:cond delay="0"/>
                                          </p:stCondLst>
                                        </p:cTn>
                                        <p:tgtEl>
                                          <p:spTgt spid="19"/>
                                        </p:tgtEl>
                                        <p:attrNameLst>
                                          <p:attrName>style.visibility</p:attrName>
                                        </p:attrNameLst>
                                      </p:cBhvr>
                                      <p:to>
                                        <p:strVal val="visible"/>
                                      </p:to>
                                    </p:set>
                                    <p:animEffect transition="in" filter="wipe(left)">
                                      <p:cBhvr>
                                        <p:cTn id="143"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 xmlns:a16="http://schemas.microsoft.com/office/drawing/2014/main" id="{2685E40C-6635-F25D-AEED-511B39E445A3}"/>
              </a:ext>
            </a:extLst>
          </p:cNvPr>
          <p:cNvSpPr>
            <a:spLocks noGrp="1"/>
          </p:cNvSpPr>
          <p:nvPr>
            <p:ph type="title"/>
          </p:nvPr>
        </p:nvSpPr>
        <p:spPr>
          <a:xfrm>
            <a:off x="41353" y="104505"/>
            <a:ext cx="12025584" cy="522514"/>
          </a:xfrm>
        </p:spPr>
        <p:txBody>
          <a:bodyPr>
            <a:noAutofit/>
          </a:bodyPr>
          <a:lstStyle/>
          <a:p>
            <a:r>
              <a:rPr lang="en-IN" sz="2200" b="1" dirty="0"/>
              <a:t>Example </a:t>
            </a:r>
            <a:r>
              <a:rPr lang="en-IN" sz="2200" b="1" dirty="0" smtClean="0"/>
              <a:t>2 : </a:t>
            </a:r>
            <a:r>
              <a:rPr lang="en-IN" sz="2200" dirty="0">
                <a:solidFill>
                  <a:srgbClr val="000000"/>
                </a:solidFill>
              </a:rPr>
              <a:t>Write down the algorithm using Recursive procedures to implement the following Grammar</a:t>
            </a:r>
            <a:endParaRPr lang="en-IN" sz="2200" b="1" dirty="0"/>
          </a:p>
        </p:txBody>
      </p:sp>
      <p:pic>
        <p:nvPicPr>
          <p:cNvPr id="4" name="Picture 3">
            <a:extLst>
              <a:ext uri="{FF2B5EF4-FFF2-40B4-BE49-F238E27FC236}">
                <a16:creationId xmlns="" xmlns:a16="http://schemas.microsoft.com/office/drawing/2014/main" id="{FEC226D4-6D71-B1C6-5BEF-0D9413468922}"/>
              </a:ext>
            </a:extLst>
          </p:cNvPr>
          <p:cNvPicPr>
            <a:picLocks noChangeAspect="1"/>
          </p:cNvPicPr>
          <p:nvPr/>
        </p:nvPicPr>
        <p:blipFill>
          <a:blip r:embed="rId2"/>
          <a:stretch>
            <a:fillRect/>
          </a:stretch>
        </p:blipFill>
        <p:spPr>
          <a:xfrm>
            <a:off x="202901" y="2645726"/>
            <a:ext cx="1742983" cy="1756455"/>
          </a:xfrm>
          <a:prstGeom prst="rect">
            <a:avLst/>
          </a:prstGeom>
          <a:ln>
            <a:solidFill>
              <a:schemeClr val="tx1"/>
            </a:solidFill>
          </a:ln>
        </p:spPr>
      </p:pic>
      <p:pic>
        <p:nvPicPr>
          <p:cNvPr id="5" name="Picture 4">
            <a:extLst>
              <a:ext uri="{FF2B5EF4-FFF2-40B4-BE49-F238E27FC236}">
                <a16:creationId xmlns="" xmlns:a16="http://schemas.microsoft.com/office/drawing/2014/main" id="{E85E0DF1-A57B-E3F8-3C2C-8B700711596C}"/>
              </a:ext>
            </a:extLst>
          </p:cNvPr>
          <p:cNvPicPr>
            <a:picLocks noChangeAspect="1"/>
          </p:cNvPicPr>
          <p:nvPr/>
        </p:nvPicPr>
        <p:blipFill>
          <a:blip r:embed="rId3"/>
          <a:stretch>
            <a:fillRect/>
          </a:stretch>
        </p:blipFill>
        <p:spPr>
          <a:xfrm>
            <a:off x="178131" y="4525025"/>
            <a:ext cx="1767753" cy="1733613"/>
          </a:xfrm>
          <a:prstGeom prst="rect">
            <a:avLst/>
          </a:prstGeom>
          <a:ln>
            <a:solidFill>
              <a:schemeClr val="tx1"/>
            </a:solidFill>
          </a:ln>
        </p:spPr>
      </p:pic>
      <p:pic>
        <p:nvPicPr>
          <p:cNvPr id="1028" name="Picture 4"/>
          <p:cNvPicPr>
            <a:picLocks noChangeAspect="1" noChangeArrowheads="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2500614" y="546719"/>
            <a:ext cx="2799621" cy="2562225"/>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9" name="Picture 5"/>
          <p:cNvPicPr>
            <a:picLocks noChangeAspect="1" noChangeArrowheads="1"/>
          </p:cNvPicPr>
          <p:nvPr/>
        </p:nvPicPr>
        <p:blipFill rotWithShape="1">
          <a:blip r:embed="rId6">
            <a:extLst>
              <a:ext uri="{BEBA8EAE-BF5A-486C-A8C5-ECC9F3942E4B}">
                <a14:imgProps xmlns:a14="http://schemas.microsoft.com/office/drawing/2010/main">
                  <a14:imgLayer r:embed="rId7">
                    <a14:imgEffect>
                      <a14:brightnessContrast bright="20000" contrast="-40000"/>
                    </a14:imgEffect>
                  </a14:imgLayer>
                </a14:imgProps>
              </a:ext>
              <a:ext uri="{28A0092B-C50C-407E-A947-70E740481C1C}">
                <a14:useLocalDpi xmlns:a14="http://schemas.microsoft.com/office/drawing/2010/main" val="0"/>
              </a:ext>
            </a:extLst>
          </a:blip>
          <a:srcRect b="4016"/>
          <a:stretch/>
        </p:blipFill>
        <p:spPr bwMode="auto">
          <a:xfrm>
            <a:off x="2439694" y="3256017"/>
            <a:ext cx="2951981" cy="330955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0" name="Picture 6"/>
          <p:cNvPicPr>
            <a:picLocks noChangeAspect="1" noChangeArrowheads="1"/>
          </p:cNvPicPr>
          <p:nvPr/>
        </p:nvPicPr>
        <p:blipFill>
          <a:blip r:embed="rId8">
            <a:extLst>
              <a:ext uri="{BEBA8EAE-BF5A-486C-A8C5-ECC9F3942E4B}">
                <a14:imgProps xmlns:a14="http://schemas.microsoft.com/office/drawing/2010/main">
                  <a14:imgLayer r:embed="rId9">
                    <a14:imgEffect>
                      <a14:brightnessContrast bright="20000" contrast="-40000"/>
                    </a14:imgEffect>
                  </a14:imgLayer>
                </a14:imgProps>
              </a:ext>
              <a:ext uri="{28A0092B-C50C-407E-A947-70E740481C1C}">
                <a14:useLocalDpi xmlns:a14="http://schemas.microsoft.com/office/drawing/2010/main" val="0"/>
              </a:ext>
            </a:extLst>
          </a:blip>
          <a:srcRect/>
          <a:stretch>
            <a:fillRect/>
          </a:stretch>
        </p:blipFill>
        <p:spPr bwMode="auto">
          <a:xfrm>
            <a:off x="5526617" y="571482"/>
            <a:ext cx="3628080" cy="26289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1" name="Picture 7"/>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40000" contrast="-40000"/>
                    </a14:imgEffect>
                  </a14:imgLayer>
                </a14:imgProps>
              </a:ext>
              <a:ext uri="{28A0092B-C50C-407E-A947-70E740481C1C}">
                <a14:useLocalDpi xmlns:a14="http://schemas.microsoft.com/office/drawing/2010/main" val="0"/>
              </a:ext>
            </a:extLst>
          </a:blip>
          <a:srcRect/>
          <a:stretch>
            <a:fillRect/>
          </a:stretch>
        </p:blipFill>
        <p:spPr bwMode="auto">
          <a:xfrm>
            <a:off x="5657213" y="3764318"/>
            <a:ext cx="2599648" cy="1219200"/>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32" name="Picture 8"/>
          <p:cNvPicPr>
            <a:picLocks noChangeAspect="1" noChangeArrowheads="1"/>
          </p:cNvPicPr>
          <p:nvPr/>
        </p:nvPicPr>
        <p:blipFill rotWithShape="1">
          <a:blip r:embed="rId12">
            <a:extLst>
              <a:ext uri="{BEBA8EAE-BF5A-486C-A8C5-ECC9F3942E4B}">
                <a14:imgProps xmlns:a14="http://schemas.microsoft.com/office/drawing/2010/main">
                  <a14:imgLayer r:embed="rId13">
                    <a14:imgEffect>
                      <a14:brightnessContrast bright="20000" contrast="-40000"/>
                    </a14:imgEffect>
                  </a14:imgLayer>
                </a14:imgProps>
              </a:ext>
              <a:ext uri="{28A0092B-C50C-407E-A947-70E740481C1C}">
                <a14:useLocalDpi xmlns:a14="http://schemas.microsoft.com/office/drawing/2010/main" val="0"/>
              </a:ext>
            </a:extLst>
          </a:blip>
          <a:srcRect l="29251" t="10982" r="48662" b="5319"/>
          <a:stretch/>
        </p:blipFill>
        <p:spPr bwMode="auto">
          <a:xfrm>
            <a:off x="9237388" y="495109"/>
            <a:ext cx="2873080" cy="6122714"/>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8" name="Rectangle 7"/>
          <p:cNvSpPr/>
          <p:nvPr/>
        </p:nvSpPr>
        <p:spPr>
          <a:xfrm>
            <a:off x="165072" y="715175"/>
            <a:ext cx="1872227" cy="1785104"/>
          </a:xfrm>
          <a:prstGeom prst="rect">
            <a:avLst/>
          </a:prstGeom>
          <a:ln>
            <a:solidFill>
              <a:schemeClr val="tx1"/>
            </a:solidFill>
          </a:ln>
        </p:spPr>
        <p:txBody>
          <a:bodyPr wrap="square">
            <a:spAutoFit/>
          </a:bodyPr>
          <a:lstStyle/>
          <a:p>
            <a:pPr algn="just"/>
            <a:r>
              <a:rPr lang="en-IN" sz="2200" b="1" dirty="0">
                <a:solidFill>
                  <a:srgbClr val="000000"/>
                </a:solidFill>
                <a:latin typeface="Palatino Linotype" panose="02040502050505030304" pitchFamily="18" charset="0"/>
              </a:rPr>
              <a:t>E → TE′</a:t>
            </a:r>
          </a:p>
          <a:p>
            <a:pPr algn="just"/>
            <a:r>
              <a:rPr lang="en-IN" sz="2200" b="1" dirty="0">
                <a:solidFill>
                  <a:srgbClr val="000000"/>
                </a:solidFill>
                <a:latin typeface="Palatino Linotype" panose="02040502050505030304" pitchFamily="18" charset="0"/>
              </a:rPr>
              <a:t>E′ → +TE′</a:t>
            </a:r>
          </a:p>
          <a:p>
            <a:pPr algn="just"/>
            <a:r>
              <a:rPr lang="en-IN" sz="2200" b="1" dirty="0">
                <a:solidFill>
                  <a:srgbClr val="000000"/>
                </a:solidFill>
                <a:latin typeface="Palatino Linotype" panose="02040502050505030304" pitchFamily="18" charset="0"/>
              </a:rPr>
              <a:t>T → FT′</a:t>
            </a:r>
          </a:p>
          <a:p>
            <a:pPr algn="just"/>
            <a:r>
              <a:rPr lang="en-IN" sz="2200" b="1" dirty="0">
                <a:solidFill>
                  <a:srgbClr val="000000"/>
                </a:solidFill>
                <a:latin typeface="Palatino Linotype" panose="02040502050505030304" pitchFamily="18" charset="0"/>
              </a:rPr>
              <a:t>T′ →∗ FT′|</a:t>
            </a:r>
            <a:r>
              <a:rPr lang="el-GR" sz="2200" b="1" dirty="0">
                <a:solidFill>
                  <a:srgbClr val="000000"/>
                </a:solidFill>
                <a:latin typeface="Palatino Linotype" panose="02040502050505030304" pitchFamily="18" charset="0"/>
              </a:rPr>
              <a:t>ε</a:t>
            </a:r>
          </a:p>
          <a:p>
            <a:pPr algn="just"/>
            <a:r>
              <a:rPr lang="en-IN" sz="2200" b="1" dirty="0">
                <a:solidFill>
                  <a:srgbClr val="000000"/>
                </a:solidFill>
                <a:latin typeface="Palatino Linotype" panose="02040502050505030304" pitchFamily="18" charset="0"/>
              </a:rPr>
              <a:t>F → (E)|id</a:t>
            </a:r>
          </a:p>
        </p:txBody>
      </p:sp>
    </p:spTree>
    <p:extLst>
      <p:ext uri="{BB962C8B-B14F-4D97-AF65-F5344CB8AC3E}">
        <p14:creationId xmlns:p14="http://schemas.microsoft.com/office/powerpoint/2010/main" val="108882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1259" y="260649"/>
            <a:ext cx="2637252" cy="469452"/>
          </a:xfrm>
          <a:prstGeom prst="rect">
            <a:avLst/>
          </a:prstGeom>
        </p:spPr>
        <p:txBody>
          <a:bodyPr wrap="none" lIns="114391" tIns="57196" rIns="114391" bIns="57196">
            <a:spAutoFit/>
          </a:bodyPr>
          <a:lstStyle/>
          <a:p>
            <a:pPr defTabSz="1143914"/>
            <a:r>
              <a:rPr lang="en-IN" sz="2300" dirty="0">
                <a:solidFill>
                  <a:prstClr val="black"/>
                </a:solidFill>
              </a:rPr>
              <a:t> </a:t>
            </a:r>
            <a:r>
              <a:rPr lang="en-IN" sz="2300" dirty="0">
                <a:solidFill>
                  <a:prstClr val="black"/>
                </a:solidFill>
              </a:rPr>
              <a:t>Transition </a:t>
            </a:r>
            <a:r>
              <a:rPr lang="en-IN" sz="2300" dirty="0">
                <a:solidFill>
                  <a:prstClr val="black"/>
                </a:solidFill>
              </a:rPr>
              <a:t>diagrams</a:t>
            </a:r>
          </a:p>
        </p:txBody>
      </p:sp>
      <p:pic>
        <p:nvPicPr>
          <p:cNvPr id="1026" name="Picture 2" descr="Recursive Descent Parser,Predictive Parser definition, Left factoring problems, design of predictive parser,examples of predictive parser,examples of recursive descent parser,advantages of predictive parser,disadvantages of predictive parser,estudies4you, jntuh r16 compiler design notes, r16 jntuh compiler design not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14748" y="44627"/>
            <a:ext cx="6242851" cy="2740634"/>
          </a:xfrm>
          <a:prstGeom prst="rect">
            <a:avLst/>
          </a:prstGeom>
          <a:noFill/>
          <a:ln>
            <a:solidFill>
              <a:schemeClr val="tx1"/>
            </a:solidFill>
          </a:ln>
          <a:extLst>
            <a:ext uri="{909E8E84-426E-40DD-AFC4-6F175D3DCCD1}">
              <a14:hiddenFill xmlns:a14="http://schemas.microsoft.com/office/drawing/2010/main">
                <a:solidFill>
                  <a:srgbClr val="FFFFFF"/>
                </a:solidFill>
              </a14:hiddenFill>
            </a:ext>
          </a:extLst>
        </p:spPr>
      </p:pic>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8543" y="2925009"/>
            <a:ext cx="11537413" cy="3816423"/>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Rectangle 4"/>
          <p:cNvSpPr/>
          <p:nvPr/>
        </p:nvSpPr>
        <p:spPr>
          <a:xfrm>
            <a:off x="388544" y="2132857"/>
            <a:ext cx="2114481" cy="469452"/>
          </a:xfrm>
          <a:prstGeom prst="rect">
            <a:avLst/>
          </a:prstGeom>
        </p:spPr>
        <p:txBody>
          <a:bodyPr wrap="none" lIns="114391" tIns="57196" rIns="114391" bIns="57196">
            <a:spAutoFit/>
          </a:bodyPr>
          <a:lstStyle/>
          <a:p>
            <a:pPr defTabSz="1143914"/>
            <a:r>
              <a:rPr lang="en-IN" sz="2300" b="1" dirty="0">
                <a:solidFill>
                  <a:prstClr val="black"/>
                </a:solidFill>
              </a:rPr>
              <a:t>C</a:t>
            </a:r>
            <a:r>
              <a:rPr lang="en-IN" sz="2300" b="1" dirty="0">
                <a:solidFill>
                  <a:prstClr val="black"/>
                </a:solidFill>
              </a:rPr>
              <a:t>ode </a:t>
            </a:r>
            <a:r>
              <a:rPr lang="en-IN" sz="2300" b="1" dirty="0">
                <a:solidFill>
                  <a:prstClr val="black"/>
                </a:solidFill>
              </a:rPr>
              <a:t>for parser</a:t>
            </a:r>
          </a:p>
        </p:txBody>
      </p:sp>
    </p:spTree>
    <p:extLst>
      <p:ext uri="{BB962C8B-B14F-4D97-AF65-F5344CB8AC3E}">
        <p14:creationId xmlns:p14="http://schemas.microsoft.com/office/powerpoint/2010/main" val="245892334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3_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TotalTime>
  <Words>348</Words>
  <Application>Microsoft Office PowerPoint</Application>
  <PresentationFormat>Custom</PresentationFormat>
  <Paragraphs>202</Paragraphs>
  <Slides>8</Slides>
  <Notes>0</Notes>
  <HiddenSlides>0</HiddenSlides>
  <MMClips>0</MMClips>
  <ScaleCrop>false</ScaleCrop>
  <HeadingPairs>
    <vt:vector size="4" baseType="variant">
      <vt:variant>
        <vt:lpstr>Theme</vt:lpstr>
      </vt:variant>
      <vt:variant>
        <vt:i4>3</vt:i4>
      </vt:variant>
      <vt:variant>
        <vt:lpstr>Slide Titles</vt:lpstr>
      </vt:variant>
      <vt:variant>
        <vt:i4>8</vt:i4>
      </vt:variant>
    </vt:vector>
  </HeadingPairs>
  <TitlesOfParts>
    <vt:vector size="11" baseType="lpstr">
      <vt:lpstr>Office Theme</vt:lpstr>
      <vt:lpstr>3_Office Theme</vt:lpstr>
      <vt:lpstr>1_Office Theme</vt:lpstr>
      <vt:lpstr>SYNTAX ANALYSIS</vt:lpstr>
      <vt:lpstr>PowerPoint Presentation</vt:lpstr>
      <vt:lpstr>PowerPoint Presentation</vt:lpstr>
      <vt:lpstr>PowerPoint Presentation</vt:lpstr>
      <vt:lpstr>PowerPoint Presentation</vt:lpstr>
      <vt:lpstr>PowerPoint Presentation</vt:lpstr>
      <vt:lpstr>Example 2 : Write down the algorithm using Recursive procedures to implement the following Grammar</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SYNTAX ANALYSIS</dc:title>
  <dc:creator>Baiju</dc:creator>
  <cp:lastModifiedBy>Baiju</cp:lastModifiedBy>
  <cp:revision>1</cp:revision>
  <dcterms:created xsi:type="dcterms:W3CDTF">2024-08-21T14:30:11Z</dcterms:created>
  <dcterms:modified xsi:type="dcterms:W3CDTF">2024-08-21T14:35:26Z</dcterms:modified>
</cp:coreProperties>
</file>