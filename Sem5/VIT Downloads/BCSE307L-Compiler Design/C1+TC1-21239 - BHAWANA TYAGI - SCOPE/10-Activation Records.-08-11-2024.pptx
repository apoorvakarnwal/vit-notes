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3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3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2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5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9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4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0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0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12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242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71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4050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9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71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0506D-7BF2-4F9A-A4FE-9EB429378424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1BA2FE9-29DE-4AA4-AFEB-27FBC0B38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9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Activation Record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27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3" r="10551"/>
          <a:stretch/>
        </p:blipFill>
        <p:spPr>
          <a:xfrm>
            <a:off x="923278" y="363984"/>
            <a:ext cx="10727735" cy="6187736"/>
          </a:xfrm>
        </p:spPr>
      </p:pic>
    </p:spTree>
    <p:extLst>
      <p:ext uri="{BB962C8B-B14F-4D97-AF65-F5344CB8AC3E}">
        <p14:creationId xmlns:p14="http://schemas.microsoft.com/office/powerpoint/2010/main" val="121859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914400"/>
            <a:ext cx="10481300" cy="575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1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4" y="92655"/>
            <a:ext cx="11351642" cy="654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1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5" y="417250"/>
            <a:ext cx="11425869" cy="62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2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4" y="320011"/>
            <a:ext cx="11000696" cy="59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2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61" y="500385"/>
            <a:ext cx="11037535" cy="60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66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46" y="133165"/>
            <a:ext cx="11224053" cy="656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1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11" y="177552"/>
            <a:ext cx="10653203" cy="648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8393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1515</TotalTime>
  <Words>2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Activation Record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Generation</dc:title>
  <dc:creator>dell</dc:creator>
  <cp:lastModifiedBy>dell</cp:lastModifiedBy>
  <cp:revision>23</cp:revision>
  <dcterms:created xsi:type="dcterms:W3CDTF">2024-11-05T07:01:27Z</dcterms:created>
  <dcterms:modified xsi:type="dcterms:W3CDTF">2024-11-12T02:09:20Z</dcterms:modified>
</cp:coreProperties>
</file>