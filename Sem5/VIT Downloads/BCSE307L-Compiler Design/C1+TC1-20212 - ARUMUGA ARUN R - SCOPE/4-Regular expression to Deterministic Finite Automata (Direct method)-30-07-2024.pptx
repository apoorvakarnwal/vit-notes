
<file path=[Content_Types].xml><?xml version="1.0" encoding="utf-8"?>
<Types xmlns="http://schemas.openxmlformats.org/package/2006/content-types">
  <Default Extension="emf" ContentType="image/x-emf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84" r:id="rId2"/>
    <p:sldId id="708" r:id="rId3"/>
    <p:sldId id="497" r:id="rId4"/>
    <p:sldId id="498" r:id="rId5"/>
    <p:sldId id="839" r:id="rId6"/>
    <p:sldId id="815" r:id="rId7"/>
    <p:sldId id="816" r:id="rId8"/>
    <p:sldId id="817" r:id="rId9"/>
    <p:sldId id="818" r:id="rId10"/>
    <p:sldId id="819" r:id="rId11"/>
    <p:sldId id="820" r:id="rId12"/>
    <p:sldId id="821" r:id="rId13"/>
    <p:sldId id="822" r:id="rId14"/>
    <p:sldId id="823" r:id="rId15"/>
    <p:sldId id="824" r:id="rId16"/>
    <p:sldId id="825" r:id="rId17"/>
    <p:sldId id="826" r:id="rId18"/>
    <p:sldId id="827" r:id="rId19"/>
    <p:sldId id="828" r:id="rId20"/>
    <p:sldId id="858" r:id="rId21"/>
    <p:sldId id="859" r:id="rId22"/>
    <p:sldId id="860" r:id="rId23"/>
    <p:sldId id="861" r:id="rId24"/>
    <p:sldId id="862" r:id="rId25"/>
    <p:sldId id="865" r:id="rId26"/>
    <p:sldId id="866" r:id="rId27"/>
    <p:sldId id="867" r:id="rId28"/>
    <p:sldId id="82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842" autoAdjust="0"/>
  </p:normalViewPr>
  <p:slideViewPr>
    <p:cSldViewPr snapToGrid="0">
      <p:cViewPr varScale="1">
        <p:scale>
          <a:sx n="74" d="100"/>
          <a:sy n="74" d="100"/>
        </p:scale>
        <p:origin x="96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30-07-2024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250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B192C4-1362-4BBE-9949-F6525E953936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540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13" Type="http://schemas.openxmlformats.org/officeDocument/2006/relationships/image" Target="../media/image142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12" Type="http://schemas.openxmlformats.org/officeDocument/2006/relationships/image" Target="../media/image14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5" Type="http://schemas.openxmlformats.org/officeDocument/2006/relationships/image" Target="../media/image14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Relationship Id="rId14" Type="http://schemas.openxmlformats.org/officeDocument/2006/relationships/image" Target="../media/image14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135.png"/><Relationship Id="rId3" Type="http://schemas.openxmlformats.org/officeDocument/2006/relationships/image" Target="../media/image132.png"/><Relationship Id="rId21" Type="http://schemas.openxmlformats.org/officeDocument/2006/relationships/image" Target="../media/image140.png"/><Relationship Id="rId7" Type="http://schemas.openxmlformats.org/officeDocument/2006/relationships/image" Target="../media/image146.pn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5" Type="http://schemas.openxmlformats.org/officeDocument/2006/relationships/image" Target="../media/image160.png"/><Relationship Id="rId2" Type="http://schemas.openxmlformats.org/officeDocument/2006/relationships/image" Target="../media/image131.png"/><Relationship Id="rId16" Type="http://schemas.openxmlformats.org/officeDocument/2006/relationships/image" Target="../media/image154.png"/><Relationship Id="rId20" Type="http://schemas.openxmlformats.org/officeDocument/2006/relationships/image" Target="../media/image139.png"/><Relationship Id="rId29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49.png"/><Relationship Id="rId24" Type="http://schemas.openxmlformats.org/officeDocument/2006/relationships/image" Target="../media/image159.png"/><Relationship Id="rId5" Type="http://schemas.openxmlformats.org/officeDocument/2006/relationships/image" Target="../media/image134.png"/><Relationship Id="rId15" Type="http://schemas.openxmlformats.org/officeDocument/2006/relationships/image" Target="../media/image153.png"/><Relationship Id="rId23" Type="http://schemas.openxmlformats.org/officeDocument/2006/relationships/image" Target="../media/image158.png"/><Relationship Id="rId28" Type="http://schemas.openxmlformats.org/officeDocument/2006/relationships/image" Target="../media/image141.png"/><Relationship Id="rId10" Type="http://schemas.openxmlformats.org/officeDocument/2006/relationships/image" Target="../media/image137.png"/><Relationship Id="rId19" Type="http://schemas.openxmlformats.org/officeDocument/2006/relationships/image" Target="../media/image138.png"/><Relationship Id="rId31" Type="http://schemas.openxmlformats.org/officeDocument/2006/relationships/image" Target="../media/image144.png"/><Relationship Id="rId4" Type="http://schemas.openxmlformats.org/officeDocument/2006/relationships/image" Target="../media/image133.png"/><Relationship Id="rId9" Type="http://schemas.openxmlformats.org/officeDocument/2006/relationships/image" Target="../media/image148.png"/><Relationship Id="rId14" Type="http://schemas.openxmlformats.org/officeDocument/2006/relationships/image" Target="../media/image152.png"/><Relationship Id="rId22" Type="http://schemas.openxmlformats.org/officeDocument/2006/relationships/image" Target="../media/image157.png"/><Relationship Id="rId27" Type="http://schemas.openxmlformats.org/officeDocument/2006/relationships/image" Target="../media/image136.png"/><Relationship Id="rId30" Type="http://schemas.openxmlformats.org/officeDocument/2006/relationships/image" Target="../media/image143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image" Target="../media/image166.png"/><Relationship Id="rId26" Type="http://schemas.openxmlformats.org/officeDocument/2006/relationships/image" Target="../media/image170.png"/><Relationship Id="rId39" Type="http://schemas.openxmlformats.org/officeDocument/2006/relationships/image" Target="../media/image178.png"/><Relationship Id="rId21" Type="http://schemas.openxmlformats.org/officeDocument/2006/relationships/image" Target="../media/image152.png"/><Relationship Id="rId34" Type="http://schemas.openxmlformats.org/officeDocument/2006/relationships/image" Target="../media/image173.png"/><Relationship Id="rId42" Type="http://schemas.openxmlformats.org/officeDocument/2006/relationships/image" Target="../media/image181.png"/><Relationship Id="rId7" Type="http://schemas.openxmlformats.org/officeDocument/2006/relationships/image" Target="../media/image161.png"/><Relationship Id="rId2" Type="http://schemas.openxmlformats.org/officeDocument/2006/relationships/image" Target="../media/image131.png"/><Relationship Id="rId16" Type="http://schemas.openxmlformats.org/officeDocument/2006/relationships/image" Target="../media/image165.png"/><Relationship Id="rId20" Type="http://schemas.openxmlformats.org/officeDocument/2006/relationships/image" Target="../media/image167.png"/><Relationship Id="rId29" Type="http://schemas.openxmlformats.org/officeDocument/2006/relationships/image" Target="../media/image156.png"/><Relationship Id="rId41" Type="http://schemas.openxmlformats.org/officeDocument/2006/relationships/image" Target="../media/image18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63.png"/><Relationship Id="rId24" Type="http://schemas.openxmlformats.org/officeDocument/2006/relationships/image" Target="../media/image169.png"/><Relationship Id="rId32" Type="http://schemas.openxmlformats.org/officeDocument/2006/relationships/image" Target="../media/image139.png"/><Relationship Id="rId37" Type="http://schemas.openxmlformats.org/officeDocument/2006/relationships/image" Target="../media/image176.png"/><Relationship Id="rId40" Type="http://schemas.openxmlformats.org/officeDocument/2006/relationships/image" Target="../media/image179.png"/><Relationship Id="rId5" Type="http://schemas.openxmlformats.org/officeDocument/2006/relationships/image" Target="../media/image134.png"/><Relationship Id="rId15" Type="http://schemas.openxmlformats.org/officeDocument/2006/relationships/image" Target="../media/image149.png"/><Relationship Id="rId23" Type="http://schemas.openxmlformats.org/officeDocument/2006/relationships/image" Target="../media/image153.png"/><Relationship Id="rId28" Type="http://schemas.openxmlformats.org/officeDocument/2006/relationships/image" Target="../media/image171.png"/><Relationship Id="rId36" Type="http://schemas.openxmlformats.org/officeDocument/2006/relationships/image" Target="../media/image175.png"/><Relationship Id="rId10" Type="http://schemas.openxmlformats.org/officeDocument/2006/relationships/image" Target="../media/image147.png"/><Relationship Id="rId19" Type="http://schemas.openxmlformats.org/officeDocument/2006/relationships/image" Target="../media/image151.png"/><Relationship Id="rId31" Type="http://schemas.openxmlformats.org/officeDocument/2006/relationships/image" Target="../media/image138.png"/><Relationship Id="rId4" Type="http://schemas.openxmlformats.org/officeDocument/2006/relationships/image" Target="../media/image133.png"/><Relationship Id="rId9" Type="http://schemas.openxmlformats.org/officeDocument/2006/relationships/image" Target="../media/image162.png"/><Relationship Id="rId14" Type="http://schemas.openxmlformats.org/officeDocument/2006/relationships/image" Target="../media/image137.png"/><Relationship Id="rId22" Type="http://schemas.openxmlformats.org/officeDocument/2006/relationships/image" Target="../media/image168.png"/><Relationship Id="rId27" Type="http://schemas.openxmlformats.org/officeDocument/2006/relationships/image" Target="../media/image155.png"/><Relationship Id="rId30" Type="http://schemas.openxmlformats.org/officeDocument/2006/relationships/image" Target="../media/image172.png"/><Relationship Id="rId35" Type="http://schemas.openxmlformats.org/officeDocument/2006/relationships/image" Target="../media/image174.png"/><Relationship Id="rId43" Type="http://schemas.openxmlformats.org/officeDocument/2006/relationships/image" Target="../media/image182.png"/><Relationship Id="rId8" Type="http://schemas.openxmlformats.org/officeDocument/2006/relationships/image" Target="../media/image146.png"/><Relationship Id="rId3" Type="http://schemas.openxmlformats.org/officeDocument/2006/relationships/image" Target="../media/image132.png"/><Relationship Id="rId12" Type="http://schemas.openxmlformats.org/officeDocument/2006/relationships/image" Target="../media/image148.png"/><Relationship Id="rId17" Type="http://schemas.openxmlformats.org/officeDocument/2006/relationships/image" Target="../media/image150.png"/><Relationship Id="rId25" Type="http://schemas.openxmlformats.org/officeDocument/2006/relationships/image" Target="../media/image154.png"/><Relationship Id="rId33" Type="http://schemas.openxmlformats.org/officeDocument/2006/relationships/image" Target="../media/image140.png"/><Relationship Id="rId38" Type="http://schemas.openxmlformats.org/officeDocument/2006/relationships/image" Target="../media/image177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image" Target="../media/image166.png"/><Relationship Id="rId26" Type="http://schemas.openxmlformats.org/officeDocument/2006/relationships/image" Target="../media/image170.png"/><Relationship Id="rId39" Type="http://schemas.openxmlformats.org/officeDocument/2006/relationships/image" Target="../media/image178.png"/><Relationship Id="rId21" Type="http://schemas.openxmlformats.org/officeDocument/2006/relationships/image" Target="../media/image152.png"/><Relationship Id="rId34" Type="http://schemas.openxmlformats.org/officeDocument/2006/relationships/image" Target="../media/image173.png"/><Relationship Id="rId42" Type="http://schemas.openxmlformats.org/officeDocument/2006/relationships/image" Target="../media/image185.png"/><Relationship Id="rId7" Type="http://schemas.openxmlformats.org/officeDocument/2006/relationships/image" Target="../media/image161.png"/><Relationship Id="rId2" Type="http://schemas.openxmlformats.org/officeDocument/2006/relationships/image" Target="../media/image131.png"/><Relationship Id="rId16" Type="http://schemas.openxmlformats.org/officeDocument/2006/relationships/image" Target="../media/image165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63.png"/><Relationship Id="rId24" Type="http://schemas.openxmlformats.org/officeDocument/2006/relationships/image" Target="../media/image169.png"/><Relationship Id="rId32" Type="http://schemas.openxmlformats.org/officeDocument/2006/relationships/image" Target="../media/image139.png"/><Relationship Id="rId37" Type="http://schemas.openxmlformats.org/officeDocument/2006/relationships/image" Target="../media/image176.png"/><Relationship Id="rId40" Type="http://schemas.openxmlformats.org/officeDocument/2006/relationships/image" Target="../media/image183.png"/><Relationship Id="rId45" Type="http://schemas.openxmlformats.org/officeDocument/2006/relationships/image" Target="../media/image188.png"/><Relationship Id="rId5" Type="http://schemas.openxmlformats.org/officeDocument/2006/relationships/image" Target="../media/image134.png"/><Relationship Id="rId15" Type="http://schemas.openxmlformats.org/officeDocument/2006/relationships/image" Target="../media/image149.png"/><Relationship Id="rId23" Type="http://schemas.openxmlformats.org/officeDocument/2006/relationships/image" Target="../media/image153.png"/><Relationship Id="rId28" Type="http://schemas.openxmlformats.org/officeDocument/2006/relationships/image" Target="../media/image171.png"/><Relationship Id="rId36" Type="http://schemas.openxmlformats.org/officeDocument/2006/relationships/image" Target="../media/image175.png"/><Relationship Id="rId10" Type="http://schemas.openxmlformats.org/officeDocument/2006/relationships/image" Target="../media/image147.png"/><Relationship Id="rId19" Type="http://schemas.openxmlformats.org/officeDocument/2006/relationships/image" Target="../media/image151.png"/><Relationship Id="rId31" Type="http://schemas.openxmlformats.org/officeDocument/2006/relationships/image" Target="../media/image138.png"/><Relationship Id="rId44" Type="http://schemas.openxmlformats.org/officeDocument/2006/relationships/image" Target="../media/image187.png"/><Relationship Id="rId4" Type="http://schemas.openxmlformats.org/officeDocument/2006/relationships/image" Target="../media/image133.png"/><Relationship Id="rId9" Type="http://schemas.openxmlformats.org/officeDocument/2006/relationships/image" Target="../media/image162.png"/><Relationship Id="rId14" Type="http://schemas.openxmlformats.org/officeDocument/2006/relationships/image" Target="../media/image137.png"/><Relationship Id="rId22" Type="http://schemas.openxmlformats.org/officeDocument/2006/relationships/image" Target="../media/image168.png"/><Relationship Id="rId27" Type="http://schemas.openxmlformats.org/officeDocument/2006/relationships/image" Target="../media/image155.png"/><Relationship Id="rId30" Type="http://schemas.openxmlformats.org/officeDocument/2006/relationships/image" Target="../media/image172.png"/><Relationship Id="rId35" Type="http://schemas.openxmlformats.org/officeDocument/2006/relationships/image" Target="../media/image174.png"/><Relationship Id="rId43" Type="http://schemas.openxmlformats.org/officeDocument/2006/relationships/image" Target="../media/image186.png"/><Relationship Id="rId8" Type="http://schemas.openxmlformats.org/officeDocument/2006/relationships/image" Target="../media/image146.png"/><Relationship Id="rId3" Type="http://schemas.openxmlformats.org/officeDocument/2006/relationships/image" Target="../media/image132.png"/><Relationship Id="rId12" Type="http://schemas.openxmlformats.org/officeDocument/2006/relationships/image" Target="../media/image148.png"/><Relationship Id="rId17" Type="http://schemas.openxmlformats.org/officeDocument/2006/relationships/image" Target="../media/image150.png"/><Relationship Id="rId25" Type="http://schemas.openxmlformats.org/officeDocument/2006/relationships/image" Target="../media/image154.png"/><Relationship Id="rId33" Type="http://schemas.openxmlformats.org/officeDocument/2006/relationships/image" Target="../media/image140.png"/><Relationship Id="rId38" Type="http://schemas.openxmlformats.org/officeDocument/2006/relationships/image" Target="../media/image177.png"/><Relationship Id="rId46" Type="http://schemas.openxmlformats.org/officeDocument/2006/relationships/image" Target="../media/image189.png"/><Relationship Id="rId20" Type="http://schemas.openxmlformats.org/officeDocument/2006/relationships/image" Target="../media/image167.png"/><Relationship Id="rId41" Type="http://schemas.openxmlformats.org/officeDocument/2006/relationships/image" Target="../media/image184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image" Target="../media/image166.png"/><Relationship Id="rId26" Type="http://schemas.openxmlformats.org/officeDocument/2006/relationships/image" Target="../media/image170.png"/><Relationship Id="rId39" Type="http://schemas.openxmlformats.org/officeDocument/2006/relationships/image" Target="../media/image178.png"/><Relationship Id="rId21" Type="http://schemas.openxmlformats.org/officeDocument/2006/relationships/image" Target="../media/image152.png"/><Relationship Id="rId34" Type="http://schemas.openxmlformats.org/officeDocument/2006/relationships/image" Target="../media/image173.png"/><Relationship Id="rId42" Type="http://schemas.openxmlformats.org/officeDocument/2006/relationships/image" Target="../media/image191.png"/><Relationship Id="rId7" Type="http://schemas.openxmlformats.org/officeDocument/2006/relationships/image" Target="../media/image161.png"/><Relationship Id="rId2" Type="http://schemas.openxmlformats.org/officeDocument/2006/relationships/image" Target="../media/image131.png"/><Relationship Id="rId16" Type="http://schemas.openxmlformats.org/officeDocument/2006/relationships/image" Target="../media/image165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63.png"/><Relationship Id="rId24" Type="http://schemas.openxmlformats.org/officeDocument/2006/relationships/image" Target="../media/image169.png"/><Relationship Id="rId32" Type="http://schemas.openxmlformats.org/officeDocument/2006/relationships/image" Target="../media/image139.png"/><Relationship Id="rId37" Type="http://schemas.openxmlformats.org/officeDocument/2006/relationships/image" Target="../media/image176.png"/><Relationship Id="rId40" Type="http://schemas.openxmlformats.org/officeDocument/2006/relationships/image" Target="../media/image183.png"/><Relationship Id="rId45" Type="http://schemas.openxmlformats.org/officeDocument/2006/relationships/image" Target="../media/image188.png"/><Relationship Id="rId5" Type="http://schemas.openxmlformats.org/officeDocument/2006/relationships/image" Target="../media/image134.png"/><Relationship Id="rId15" Type="http://schemas.openxmlformats.org/officeDocument/2006/relationships/image" Target="../media/image149.png"/><Relationship Id="rId23" Type="http://schemas.openxmlformats.org/officeDocument/2006/relationships/image" Target="../media/image153.png"/><Relationship Id="rId28" Type="http://schemas.openxmlformats.org/officeDocument/2006/relationships/image" Target="../media/image171.png"/><Relationship Id="rId36" Type="http://schemas.openxmlformats.org/officeDocument/2006/relationships/image" Target="../media/image175.png"/><Relationship Id="rId10" Type="http://schemas.openxmlformats.org/officeDocument/2006/relationships/image" Target="../media/image147.png"/><Relationship Id="rId19" Type="http://schemas.openxmlformats.org/officeDocument/2006/relationships/image" Target="../media/image151.png"/><Relationship Id="rId31" Type="http://schemas.openxmlformats.org/officeDocument/2006/relationships/image" Target="../media/image138.png"/><Relationship Id="rId44" Type="http://schemas.openxmlformats.org/officeDocument/2006/relationships/image" Target="../media/image187.png"/><Relationship Id="rId4" Type="http://schemas.openxmlformats.org/officeDocument/2006/relationships/image" Target="../media/image133.png"/><Relationship Id="rId9" Type="http://schemas.openxmlformats.org/officeDocument/2006/relationships/image" Target="../media/image162.png"/><Relationship Id="rId14" Type="http://schemas.openxmlformats.org/officeDocument/2006/relationships/image" Target="../media/image137.png"/><Relationship Id="rId22" Type="http://schemas.openxmlformats.org/officeDocument/2006/relationships/image" Target="../media/image168.png"/><Relationship Id="rId27" Type="http://schemas.openxmlformats.org/officeDocument/2006/relationships/image" Target="../media/image155.png"/><Relationship Id="rId30" Type="http://schemas.openxmlformats.org/officeDocument/2006/relationships/image" Target="../media/image172.png"/><Relationship Id="rId35" Type="http://schemas.openxmlformats.org/officeDocument/2006/relationships/image" Target="../media/image174.png"/><Relationship Id="rId43" Type="http://schemas.openxmlformats.org/officeDocument/2006/relationships/image" Target="../media/image192.png"/><Relationship Id="rId8" Type="http://schemas.openxmlformats.org/officeDocument/2006/relationships/image" Target="../media/image146.png"/><Relationship Id="rId3" Type="http://schemas.openxmlformats.org/officeDocument/2006/relationships/image" Target="../media/image132.png"/><Relationship Id="rId12" Type="http://schemas.openxmlformats.org/officeDocument/2006/relationships/image" Target="../media/image148.png"/><Relationship Id="rId17" Type="http://schemas.openxmlformats.org/officeDocument/2006/relationships/image" Target="../media/image150.png"/><Relationship Id="rId25" Type="http://schemas.openxmlformats.org/officeDocument/2006/relationships/image" Target="../media/image154.png"/><Relationship Id="rId33" Type="http://schemas.openxmlformats.org/officeDocument/2006/relationships/image" Target="../media/image140.png"/><Relationship Id="rId38" Type="http://schemas.openxmlformats.org/officeDocument/2006/relationships/image" Target="../media/image177.png"/><Relationship Id="rId46" Type="http://schemas.openxmlformats.org/officeDocument/2006/relationships/image" Target="../media/image193.png"/><Relationship Id="rId20" Type="http://schemas.openxmlformats.org/officeDocument/2006/relationships/image" Target="../media/image167.png"/><Relationship Id="rId41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image" Target="../media/image166.png"/><Relationship Id="rId26" Type="http://schemas.openxmlformats.org/officeDocument/2006/relationships/image" Target="../media/image170.png"/><Relationship Id="rId39" Type="http://schemas.openxmlformats.org/officeDocument/2006/relationships/image" Target="../media/image178.png"/><Relationship Id="rId21" Type="http://schemas.openxmlformats.org/officeDocument/2006/relationships/image" Target="../media/image152.png"/><Relationship Id="rId34" Type="http://schemas.openxmlformats.org/officeDocument/2006/relationships/image" Target="../media/image173.png"/><Relationship Id="rId42" Type="http://schemas.openxmlformats.org/officeDocument/2006/relationships/image" Target="../media/image195.png"/><Relationship Id="rId7" Type="http://schemas.openxmlformats.org/officeDocument/2006/relationships/image" Target="../media/image161.png"/><Relationship Id="rId2" Type="http://schemas.openxmlformats.org/officeDocument/2006/relationships/image" Target="../media/image131.png"/><Relationship Id="rId16" Type="http://schemas.openxmlformats.org/officeDocument/2006/relationships/image" Target="../media/image165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63.png"/><Relationship Id="rId24" Type="http://schemas.openxmlformats.org/officeDocument/2006/relationships/image" Target="../media/image169.png"/><Relationship Id="rId32" Type="http://schemas.openxmlformats.org/officeDocument/2006/relationships/image" Target="../media/image139.png"/><Relationship Id="rId37" Type="http://schemas.openxmlformats.org/officeDocument/2006/relationships/image" Target="../media/image176.png"/><Relationship Id="rId40" Type="http://schemas.openxmlformats.org/officeDocument/2006/relationships/image" Target="../media/image183.png"/><Relationship Id="rId45" Type="http://schemas.openxmlformats.org/officeDocument/2006/relationships/image" Target="../media/image188.png"/><Relationship Id="rId5" Type="http://schemas.openxmlformats.org/officeDocument/2006/relationships/image" Target="../media/image134.png"/><Relationship Id="rId15" Type="http://schemas.openxmlformats.org/officeDocument/2006/relationships/image" Target="../media/image149.png"/><Relationship Id="rId23" Type="http://schemas.openxmlformats.org/officeDocument/2006/relationships/image" Target="../media/image153.png"/><Relationship Id="rId28" Type="http://schemas.openxmlformats.org/officeDocument/2006/relationships/image" Target="../media/image171.png"/><Relationship Id="rId36" Type="http://schemas.openxmlformats.org/officeDocument/2006/relationships/image" Target="../media/image175.png"/><Relationship Id="rId10" Type="http://schemas.openxmlformats.org/officeDocument/2006/relationships/image" Target="../media/image147.png"/><Relationship Id="rId19" Type="http://schemas.openxmlformats.org/officeDocument/2006/relationships/image" Target="../media/image151.png"/><Relationship Id="rId31" Type="http://schemas.openxmlformats.org/officeDocument/2006/relationships/image" Target="../media/image138.png"/><Relationship Id="rId44" Type="http://schemas.openxmlformats.org/officeDocument/2006/relationships/image" Target="../media/image187.png"/><Relationship Id="rId4" Type="http://schemas.openxmlformats.org/officeDocument/2006/relationships/image" Target="../media/image133.png"/><Relationship Id="rId9" Type="http://schemas.openxmlformats.org/officeDocument/2006/relationships/image" Target="../media/image162.png"/><Relationship Id="rId14" Type="http://schemas.openxmlformats.org/officeDocument/2006/relationships/image" Target="../media/image137.png"/><Relationship Id="rId22" Type="http://schemas.openxmlformats.org/officeDocument/2006/relationships/image" Target="../media/image168.png"/><Relationship Id="rId27" Type="http://schemas.openxmlformats.org/officeDocument/2006/relationships/image" Target="../media/image155.png"/><Relationship Id="rId30" Type="http://schemas.openxmlformats.org/officeDocument/2006/relationships/image" Target="../media/image172.png"/><Relationship Id="rId35" Type="http://schemas.openxmlformats.org/officeDocument/2006/relationships/image" Target="../media/image174.png"/><Relationship Id="rId43" Type="http://schemas.openxmlformats.org/officeDocument/2006/relationships/image" Target="../media/image196.png"/><Relationship Id="rId8" Type="http://schemas.openxmlformats.org/officeDocument/2006/relationships/image" Target="../media/image146.png"/><Relationship Id="rId3" Type="http://schemas.openxmlformats.org/officeDocument/2006/relationships/image" Target="../media/image132.png"/><Relationship Id="rId12" Type="http://schemas.openxmlformats.org/officeDocument/2006/relationships/image" Target="../media/image148.png"/><Relationship Id="rId17" Type="http://schemas.openxmlformats.org/officeDocument/2006/relationships/image" Target="../media/image150.png"/><Relationship Id="rId25" Type="http://schemas.openxmlformats.org/officeDocument/2006/relationships/image" Target="../media/image154.png"/><Relationship Id="rId33" Type="http://schemas.openxmlformats.org/officeDocument/2006/relationships/image" Target="../media/image140.png"/><Relationship Id="rId38" Type="http://schemas.openxmlformats.org/officeDocument/2006/relationships/image" Target="../media/image177.png"/><Relationship Id="rId46" Type="http://schemas.openxmlformats.org/officeDocument/2006/relationships/image" Target="../media/image197.png"/><Relationship Id="rId20" Type="http://schemas.openxmlformats.org/officeDocument/2006/relationships/image" Target="../media/image167.png"/><Relationship Id="rId41" Type="http://schemas.openxmlformats.org/officeDocument/2006/relationships/image" Target="../media/image194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image" Target="../media/image166.png"/><Relationship Id="rId26" Type="http://schemas.openxmlformats.org/officeDocument/2006/relationships/image" Target="../media/image170.png"/><Relationship Id="rId39" Type="http://schemas.openxmlformats.org/officeDocument/2006/relationships/image" Target="../media/image178.png"/><Relationship Id="rId21" Type="http://schemas.openxmlformats.org/officeDocument/2006/relationships/image" Target="../media/image152.png"/><Relationship Id="rId34" Type="http://schemas.openxmlformats.org/officeDocument/2006/relationships/image" Target="../media/image173.png"/><Relationship Id="rId42" Type="http://schemas.openxmlformats.org/officeDocument/2006/relationships/image" Target="../media/image200.png"/><Relationship Id="rId7" Type="http://schemas.openxmlformats.org/officeDocument/2006/relationships/image" Target="../media/image161.png"/><Relationship Id="rId2" Type="http://schemas.openxmlformats.org/officeDocument/2006/relationships/image" Target="../media/image131.png"/><Relationship Id="rId16" Type="http://schemas.openxmlformats.org/officeDocument/2006/relationships/image" Target="../media/image165.png"/><Relationship Id="rId29" Type="http://schemas.openxmlformats.org/officeDocument/2006/relationships/image" Target="../media/image1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63.png"/><Relationship Id="rId24" Type="http://schemas.openxmlformats.org/officeDocument/2006/relationships/image" Target="../media/image169.png"/><Relationship Id="rId32" Type="http://schemas.openxmlformats.org/officeDocument/2006/relationships/image" Target="../media/image139.png"/><Relationship Id="rId37" Type="http://schemas.openxmlformats.org/officeDocument/2006/relationships/image" Target="../media/image176.png"/><Relationship Id="rId40" Type="http://schemas.openxmlformats.org/officeDocument/2006/relationships/image" Target="../media/image198.png"/><Relationship Id="rId45" Type="http://schemas.openxmlformats.org/officeDocument/2006/relationships/image" Target="../media/image188.png"/><Relationship Id="rId5" Type="http://schemas.openxmlformats.org/officeDocument/2006/relationships/image" Target="../media/image134.png"/><Relationship Id="rId15" Type="http://schemas.openxmlformats.org/officeDocument/2006/relationships/image" Target="../media/image149.png"/><Relationship Id="rId23" Type="http://schemas.openxmlformats.org/officeDocument/2006/relationships/image" Target="../media/image153.png"/><Relationship Id="rId28" Type="http://schemas.openxmlformats.org/officeDocument/2006/relationships/image" Target="../media/image171.png"/><Relationship Id="rId36" Type="http://schemas.openxmlformats.org/officeDocument/2006/relationships/image" Target="../media/image175.png"/><Relationship Id="rId10" Type="http://schemas.openxmlformats.org/officeDocument/2006/relationships/image" Target="../media/image147.png"/><Relationship Id="rId19" Type="http://schemas.openxmlformats.org/officeDocument/2006/relationships/image" Target="../media/image151.png"/><Relationship Id="rId31" Type="http://schemas.openxmlformats.org/officeDocument/2006/relationships/image" Target="../media/image138.png"/><Relationship Id="rId44" Type="http://schemas.openxmlformats.org/officeDocument/2006/relationships/image" Target="../media/image187.png"/><Relationship Id="rId4" Type="http://schemas.openxmlformats.org/officeDocument/2006/relationships/image" Target="../media/image133.png"/><Relationship Id="rId9" Type="http://schemas.openxmlformats.org/officeDocument/2006/relationships/image" Target="../media/image162.png"/><Relationship Id="rId14" Type="http://schemas.openxmlformats.org/officeDocument/2006/relationships/image" Target="../media/image137.png"/><Relationship Id="rId22" Type="http://schemas.openxmlformats.org/officeDocument/2006/relationships/image" Target="../media/image168.png"/><Relationship Id="rId27" Type="http://schemas.openxmlformats.org/officeDocument/2006/relationships/image" Target="../media/image155.png"/><Relationship Id="rId30" Type="http://schemas.openxmlformats.org/officeDocument/2006/relationships/image" Target="../media/image172.png"/><Relationship Id="rId35" Type="http://schemas.openxmlformats.org/officeDocument/2006/relationships/image" Target="../media/image174.png"/><Relationship Id="rId43" Type="http://schemas.openxmlformats.org/officeDocument/2006/relationships/image" Target="../media/image201.png"/><Relationship Id="rId8" Type="http://schemas.openxmlformats.org/officeDocument/2006/relationships/image" Target="../media/image146.png"/><Relationship Id="rId3" Type="http://schemas.openxmlformats.org/officeDocument/2006/relationships/image" Target="../media/image132.png"/><Relationship Id="rId12" Type="http://schemas.openxmlformats.org/officeDocument/2006/relationships/image" Target="../media/image148.png"/><Relationship Id="rId17" Type="http://schemas.openxmlformats.org/officeDocument/2006/relationships/image" Target="../media/image150.png"/><Relationship Id="rId25" Type="http://schemas.openxmlformats.org/officeDocument/2006/relationships/image" Target="../media/image154.png"/><Relationship Id="rId33" Type="http://schemas.openxmlformats.org/officeDocument/2006/relationships/image" Target="../media/image140.png"/><Relationship Id="rId38" Type="http://schemas.openxmlformats.org/officeDocument/2006/relationships/image" Target="../media/image177.png"/><Relationship Id="rId46" Type="http://schemas.openxmlformats.org/officeDocument/2006/relationships/image" Target="../media/image202.png"/><Relationship Id="rId20" Type="http://schemas.openxmlformats.org/officeDocument/2006/relationships/image" Target="../media/image167.png"/><Relationship Id="rId41" Type="http://schemas.openxmlformats.org/officeDocument/2006/relationships/image" Target="../media/image199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4.png"/><Relationship Id="rId18" Type="http://schemas.openxmlformats.org/officeDocument/2006/relationships/image" Target="../media/image166.png"/><Relationship Id="rId26" Type="http://schemas.openxmlformats.org/officeDocument/2006/relationships/image" Target="../media/image170.png"/><Relationship Id="rId39" Type="http://schemas.openxmlformats.org/officeDocument/2006/relationships/image" Target="../media/image178.png"/><Relationship Id="rId21" Type="http://schemas.openxmlformats.org/officeDocument/2006/relationships/image" Target="../media/image152.png"/><Relationship Id="rId34" Type="http://schemas.openxmlformats.org/officeDocument/2006/relationships/image" Target="../media/image173.png"/><Relationship Id="rId42" Type="http://schemas.openxmlformats.org/officeDocument/2006/relationships/image" Target="../media/image205.png"/><Relationship Id="rId7" Type="http://schemas.openxmlformats.org/officeDocument/2006/relationships/image" Target="../media/image161.png"/><Relationship Id="rId2" Type="http://schemas.openxmlformats.org/officeDocument/2006/relationships/image" Target="../media/image131.png"/><Relationship Id="rId16" Type="http://schemas.openxmlformats.org/officeDocument/2006/relationships/image" Target="../media/image165.png"/><Relationship Id="rId20" Type="http://schemas.openxmlformats.org/officeDocument/2006/relationships/image" Target="../media/image167.png"/><Relationship Id="rId29" Type="http://schemas.openxmlformats.org/officeDocument/2006/relationships/image" Target="../media/image156.png"/><Relationship Id="rId41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5.png"/><Relationship Id="rId11" Type="http://schemas.openxmlformats.org/officeDocument/2006/relationships/image" Target="../media/image163.png"/><Relationship Id="rId24" Type="http://schemas.openxmlformats.org/officeDocument/2006/relationships/image" Target="../media/image169.png"/><Relationship Id="rId32" Type="http://schemas.openxmlformats.org/officeDocument/2006/relationships/image" Target="../media/image139.png"/><Relationship Id="rId37" Type="http://schemas.openxmlformats.org/officeDocument/2006/relationships/image" Target="../media/image176.png"/><Relationship Id="rId40" Type="http://schemas.openxmlformats.org/officeDocument/2006/relationships/image" Target="../media/image203.png"/><Relationship Id="rId5" Type="http://schemas.openxmlformats.org/officeDocument/2006/relationships/image" Target="../media/image134.png"/><Relationship Id="rId15" Type="http://schemas.openxmlformats.org/officeDocument/2006/relationships/image" Target="../media/image149.png"/><Relationship Id="rId23" Type="http://schemas.openxmlformats.org/officeDocument/2006/relationships/image" Target="../media/image153.png"/><Relationship Id="rId28" Type="http://schemas.openxmlformats.org/officeDocument/2006/relationships/image" Target="../media/image171.png"/><Relationship Id="rId36" Type="http://schemas.openxmlformats.org/officeDocument/2006/relationships/image" Target="../media/image175.png"/><Relationship Id="rId10" Type="http://schemas.openxmlformats.org/officeDocument/2006/relationships/image" Target="../media/image147.png"/><Relationship Id="rId19" Type="http://schemas.openxmlformats.org/officeDocument/2006/relationships/image" Target="../media/image151.png"/><Relationship Id="rId31" Type="http://schemas.openxmlformats.org/officeDocument/2006/relationships/image" Target="../media/image138.png"/><Relationship Id="rId4" Type="http://schemas.openxmlformats.org/officeDocument/2006/relationships/image" Target="../media/image133.png"/><Relationship Id="rId9" Type="http://schemas.openxmlformats.org/officeDocument/2006/relationships/image" Target="../media/image162.png"/><Relationship Id="rId14" Type="http://schemas.openxmlformats.org/officeDocument/2006/relationships/image" Target="../media/image137.png"/><Relationship Id="rId22" Type="http://schemas.openxmlformats.org/officeDocument/2006/relationships/image" Target="../media/image168.png"/><Relationship Id="rId27" Type="http://schemas.openxmlformats.org/officeDocument/2006/relationships/image" Target="../media/image155.png"/><Relationship Id="rId30" Type="http://schemas.openxmlformats.org/officeDocument/2006/relationships/image" Target="../media/image172.png"/><Relationship Id="rId35" Type="http://schemas.openxmlformats.org/officeDocument/2006/relationships/image" Target="../media/image174.png"/><Relationship Id="rId43" Type="http://schemas.openxmlformats.org/officeDocument/2006/relationships/image" Target="../media/image206.png"/><Relationship Id="rId8" Type="http://schemas.openxmlformats.org/officeDocument/2006/relationships/image" Target="../media/image146.png"/><Relationship Id="rId3" Type="http://schemas.openxmlformats.org/officeDocument/2006/relationships/image" Target="../media/image132.png"/><Relationship Id="rId12" Type="http://schemas.openxmlformats.org/officeDocument/2006/relationships/image" Target="../media/image148.png"/><Relationship Id="rId17" Type="http://schemas.openxmlformats.org/officeDocument/2006/relationships/image" Target="../media/image150.png"/><Relationship Id="rId25" Type="http://schemas.openxmlformats.org/officeDocument/2006/relationships/image" Target="../media/image154.png"/><Relationship Id="rId33" Type="http://schemas.openxmlformats.org/officeDocument/2006/relationships/image" Target="../media/image140.png"/><Relationship Id="rId38" Type="http://schemas.openxmlformats.org/officeDocument/2006/relationships/image" Target="../media/image17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06879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BCSE307L – COMPILER DESIGN</a:t>
            </a:r>
          </a:p>
        </p:txBody>
      </p:sp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15808-A4D0-1DCE-4975-C31A5D20E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335"/>
            <a:ext cx="10515600" cy="893404"/>
          </a:xfrm>
        </p:spPr>
        <p:txBody>
          <a:bodyPr/>
          <a:lstStyle/>
          <a:p>
            <a:r>
              <a:rPr lang="en-US" dirty="0"/>
              <a:t>Course Outcomes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C7AFF-9422-C088-BBE7-58F38C518F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8528"/>
            <a:ext cx="10515600" cy="4518817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US" dirty="0"/>
              <a:t>Apply the skills on devising, selecting, and using tools and techniques towards compiler design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Develop language specifications using context free grammars (CFG).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Apply the ideas, the techniques, and the knowledge acquired for the purpose of developing software systems.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Constructing symbol tables and generating intermediate code. 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Obtain insights on compiler optimization and code generation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66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4CFE-7D5D-803D-11F0-E00E70B8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4"/>
            <a:ext cx="10515600" cy="736088"/>
          </a:xfrm>
        </p:spPr>
        <p:txBody>
          <a:bodyPr/>
          <a:lstStyle/>
          <a:p>
            <a:r>
              <a:rPr lang="en-IN" dirty="0"/>
              <a:t>Syllabus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FEACA-8421-C39E-AFD4-95A3CEED5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5072"/>
            <a:ext cx="10515600" cy="5982928"/>
          </a:xfrm>
        </p:spPr>
        <p:txBody>
          <a:bodyPr>
            <a:normAutofit/>
          </a:bodyPr>
          <a:lstStyle/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1 Introduction to Compilation and Lexical Analysis </a:t>
            </a:r>
            <a:r>
              <a:rPr lang="en-IN" sz="2000" b="1" i="0" u="none" strike="noStrike" baseline="0" dirty="0">
                <a:solidFill>
                  <a:srgbClr val="0070C0"/>
                </a:solidFill>
              </a:rPr>
              <a:t>7 hours </a:t>
            </a:r>
            <a:endParaRPr lang="en-US" sz="2000" b="1" i="0" u="none" strike="noStrike" baseline="0" dirty="0">
              <a:solidFill>
                <a:srgbClr val="0070C0"/>
              </a:solidFill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Introduction to LLVM - Structure and Phases of a Compiler-Design Issues-Patterns Lexemes-Tokens-Attributes-Specification of Tokens-Extended Regular Expression- Regular expression to Deterministic Finite Automata (Direct method) - Lex - A Lexical Analyzer Generator</a:t>
            </a:r>
          </a:p>
          <a:p>
            <a:r>
              <a:rPr lang="en-IN" sz="2000" b="1" i="0" u="none" strike="noStrike" baseline="0" dirty="0">
                <a:solidFill>
                  <a:srgbClr val="0070C0"/>
                </a:solidFill>
              </a:rPr>
              <a:t>Module: 2 Syntax Analysis 8 hours </a:t>
            </a:r>
            <a:endParaRPr lang="en-IN" sz="2000" dirty="0">
              <a:solidFill>
                <a:srgbClr val="0070C0"/>
              </a:solidFill>
            </a:endParaRPr>
          </a:p>
          <a:p>
            <a:pPr lvl="1"/>
            <a:r>
              <a:rPr lang="it-IT" sz="2000" b="0" i="0" u="none" strike="noStrike" baseline="0" dirty="0">
                <a:solidFill>
                  <a:srgbClr val="000000"/>
                </a:solidFill>
              </a:rPr>
              <a:t>Role of Parser- Parse Tree - Elimination of Ambiguity – Top Down Parsing – Recursive Descent Parsing - LL (1) Grammars – Shift Reduce Parsers- Operator Precedence Parsing - LR Parsers, Construction of SLR Parser Tables and Parsing- CLR Parsing- LALR Parsing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3 Semantic Analysis 5 hours </a:t>
            </a:r>
            <a:endParaRPr lang="en-US" sz="2000" dirty="0">
              <a:solidFill>
                <a:srgbClr val="0070C0"/>
              </a:solidFill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Syntax Directed Definition – Evaluation Order - Applications of Syntax Directed Translation - Syntax Directed Translation Schemes - Implementation of L-attributed Syntax Directed Definition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4 Intermediate Code Generation 5 hours 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Variants of Syntax trees - Three Address Code- Types – Declarations - Procedures - Assignment Statements - Translation of Expressions - Control Flow - Back Patching- Switch Case Statements.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17727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24CFE-7D5D-803D-11F0-E00E70B8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984"/>
            <a:ext cx="10515600" cy="736088"/>
          </a:xfrm>
        </p:spPr>
        <p:txBody>
          <a:bodyPr/>
          <a:lstStyle/>
          <a:p>
            <a:r>
              <a:rPr lang="en-IN" dirty="0"/>
              <a:t>Cont..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FEACA-8421-C39E-AFD4-95A3CEED5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5072"/>
            <a:ext cx="10515600" cy="5982928"/>
          </a:xfrm>
        </p:spPr>
        <p:txBody>
          <a:bodyPr>
            <a:normAutofit/>
          </a:bodyPr>
          <a:lstStyle/>
          <a:p>
            <a:r>
              <a:rPr lang="en-US" sz="2000" b="0" i="0" u="none" strike="noStrike" baseline="0" dirty="0">
                <a:solidFill>
                  <a:srgbClr val="0070C0"/>
                </a:solidFill>
              </a:rPr>
              <a:t> </a:t>
            </a:r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5 Code Optimization 6 hours </a:t>
            </a:r>
            <a:endParaRPr lang="en-US" sz="2000" dirty="0">
              <a:solidFill>
                <a:srgbClr val="0070C0"/>
              </a:solidFill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Loop optimizations- Principal Sources of Optimization -Introduction to Data Flow Analysis - Basic Blocks - Optimization of Basic Blocks - Peephole Optimization- The DAG Representation of Basic Blocks -Loops in Flow Graphs - Machine Independent Optimization Implementation of a naïve code generator for a virtual Machine- Security checking of virtual machine code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6 Code Generation 5 hours 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Issues in the design of a code generator- Target Machine- Next-Use Information – Register Allocation and Assignment- Runtime Organization- Activation Records.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7 </a:t>
            </a:r>
            <a:r>
              <a:rPr lang="en-IN" sz="2000" b="1" i="0" u="none" strike="noStrike" baseline="0" dirty="0">
                <a:solidFill>
                  <a:srgbClr val="0070C0"/>
                </a:solidFill>
              </a:rPr>
              <a:t>Parallelism 7 hours </a:t>
            </a:r>
            <a:endParaRPr lang="en-IN" sz="2000" dirty="0">
              <a:solidFill>
                <a:srgbClr val="0070C0"/>
              </a:solidFill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000000"/>
                </a:solidFill>
              </a:rPr>
              <a:t>Parallelization- Automatic Parallelization- Optimizations for Cache Locality and Vectorization- Domain Specific Languages-Compilation- Instruction Scheduling and Software Pipelining- Impact of Language Design and Architecture Evolution on Compilers Static Single Assignment</a:t>
            </a:r>
          </a:p>
          <a:p>
            <a:r>
              <a:rPr lang="en-US" sz="2000" b="1" i="0" u="none" strike="noStrike" baseline="0" dirty="0">
                <a:solidFill>
                  <a:srgbClr val="0070C0"/>
                </a:solidFill>
              </a:rPr>
              <a:t>Module: 8 Contemporary Issues 2 hours </a:t>
            </a:r>
            <a:endParaRPr lang="en-IN" sz="2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0058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A4B17-7A71-3C70-98CB-3EBEDCB472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Conversion from regular expression to DFA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4807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178C1-3809-2F10-624B-081D1F1D4F4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altLang="zh-TW"/>
              <a:t>Rules to compute nullable, firstpos, lastpos</a:t>
            </a:r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FFF093-DE02-42BF-5B16-8ACF4C5DE8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4000"/>
                  </a:lnSpc>
                </a:pPr>
                <a:r>
                  <a:rPr lang="en-US" altLang="zh-TW" sz="2600" dirty="0">
                    <a:solidFill>
                      <a:srgbClr val="0E47A1"/>
                    </a:solidFill>
                  </a:rPr>
                  <a:t>nullable(n)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 dirty="0"/>
                  <a:t>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TW" sz="2200" dirty="0"/>
                  <a:t> generates languages including the empty string.</a:t>
                </a:r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dirty="0" err="1">
                    <a:solidFill>
                      <a:srgbClr val="0E47A1"/>
                    </a:solidFill>
                  </a:rPr>
                  <a:t>firstpos</a:t>
                </a:r>
                <a:r>
                  <a:rPr lang="en-US" altLang="zh-TW" sz="2600" dirty="0">
                    <a:solidFill>
                      <a:srgbClr val="0E47A1"/>
                    </a:solidFill>
                  </a:rPr>
                  <a:t>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 dirty="0"/>
                  <a:t>The set of positions that can match the first symbol of a string generated by 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200" dirty="0"/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dirty="0" err="1">
                    <a:solidFill>
                      <a:srgbClr val="0E47A1"/>
                    </a:solidFill>
                  </a:rPr>
                  <a:t>lastpos</a:t>
                </a:r>
                <a:r>
                  <a:rPr lang="en-US" altLang="zh-TW" sz="2600" dirty="0">
                    <a:solidFill>
                      <a:srgbClr val="0E47A1"/>
                    </a:solidFill>
                  </a:rPr>
                  <a:t>(n)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 dirty="0"/>
                  <a:t>The set of positions that can match the last symbol of a string generated be the subtree at node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TW" sz="22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TW" sz="2200" dirty="0"/>
              </a:p>
              <a:p>
                <a:pPr>
                  <a:lnSpc>
                    <a:spcPct val="114000"/>
                  </a:lnSpc>
                </a:pPr>
                <a:r>
                  <a:rPr lang="en-US" altLang="zh-TW" sz="2600" dirty="0" err="1">
                    <a:solidFill>
                      <a:srgbClr val="0E47A1"/>
                    </a:solidFill>
                  </a:rPr>
                  <a:t>followpos</a:t>
                </a:r>
                <a:r>
                  <a:rPr lang="en-US" altLang="zh-TW" sz="2600" dirty="0">
                    <a:solidFill>
                      <a:srgbClr val="0E47A1"/>
                    </a:solidFill>
                  </a:rPr>
                  <a:t>(</a:t>
                </a:r>
                <a:r>
                  <a:rPr lang="en-US" altLang="zh-TW" sz="2600" dirty="0" err="1">
                    <a:solidFill>
                      <a:srgbClr val="0E47A1"/>
                    </a:solidFill>
                  </a:rPr>
                  <a:t>i</a:t>
                </a:r>
                <a:r>
                  <a:rPr lang="en-US" altLang="zh-TW" sz="2600" dirty="0">
                    <a:solidFill>
                      <a:srgbClr val="0E47A1"/>
                    </a:solidFill>
                  </a:rPr>
                  <a:t>)</a:t>
                </a:r>
              </a:p>
              <a:p>
                <a:pPr lvl="1">
                  <a:lnSpc>
                    <a:spcPct val="114000"/>
                  </a:lnSpc>
                </a:pPr>
                <a:r>
                  <a:rPr lang="en-US" altLang="zh-TW" sz="2200" dirty="0"/>
                  <a:t> The set of positions that can follow position </a:t>
                </a:r>
                <a14:m>
                  <m:oMath xmlns:m="http://schemas.openxmlformats.org/officeDocument/2006/math">
                    <m:r>
                      <a:rPr lang="en-US" altLang="zh-TW" sz="2200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TW" sz="2200" dirty="0"/>
                  <a:t> in the tree.</a:t>
                </a:r>
                <a:endParaRPr lang="en-US" altLang="zh-TW" sz="2200" i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FFF093-DE02-42BF-5B16-8ACF4C5DE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0" y="863444"/>
                <a:ext cx="11929641" cy="5590565"/>
              </a:xfrm>
              <a:prstGeom prst="rect">
                <a:avLst/>
              </a:prstGeom>
              <a:blipFill>
                <a:blip r:embed="rId2"/>
                <a:stretch>
                  <a:fillRect l="-818" t="-545" r="-7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048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187EC-32AF-E2D4-2A07-22ED688707D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altLang="zh-TW"/>
              <a:t>Rules to compute nullable, firstpos, lastpos</a:t>
            </a:r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0F6C726-7DB7-7970-DD40-1DD160F60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702573"/>
              </p:ext>
            </p:extLst>
          </p:nvPr>
        </p:nvGraphicFramePr>
        <p:xfrm>
          <a:off x="1054769" y="1062789"/>
          <a:ext cx="8458200" cy="39624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Node n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lastpos(n)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B0D3D24-DD46-79F8-0EFA-A124839998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5531619"/>
                  </p:ext>
                </p:extLst>
              </p:nvPr>
            </p:nvGraphicFramePr>
            <p:xfrm>
              <a:off x="1054769" y="1455231"/>
              <a:ext cx="8458200" cy="3962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A leaf labeled by</a:t>
                          </a: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sz="2000" b="1" i="1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itchFamily="18" charset="-120"/>
                                  <a:sym typeface="Symbol" pitchFamily="18" charset="2"/>
                                </a:rPr>
                                <m:t></m:t>
                              </m:r>
                            </m:oMath>
                          </a14:m>
                          <a:endParaRPr kumimoji="1" lang="en-US" altLang="zh-TW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  <a:sym typeface="Symbol" pitchFamily="18" charset="2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true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1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Symbol" pitchFamily="18" charset="2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kern="1200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AB0D3D24-DD46-79F8-0EFA-A124839998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35531619"/>
                  </p:ext>
                </p:extLst>
              </p:nvPr>
            </p:nvGraphicFramePr>
            <p:xfrm>
              <a:off x="1054769" y="1455231"/>
              <a:ext cx="8458200" cy="3962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962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2"/>
                          <a:stretch>
                            <a:fillRect l="-865" t="-7576" r="-300576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true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2"/>
                          <a:stretch>
                            <a:fillRect l="-179893" t="-7576" r="-93566" b="-2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2"/>
                          <a:stretch>
                            <a:fillRect l="-300865" t="-7576" r="-576" b="-2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AB349CA-2C34-87BE-7E7F-1EAF037230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264701"/>
                  </p:ext>
                </p:extLst>
              </p:nvPr>
            </p:nvGraphicFramePr>
            <p:xfrm>
              <a:off x="1054769" y="1854352"/>
              <a:ext cx="8458200" cy="7010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8381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0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A leaf with position</a:t>
                          </a: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zh-TW" sz="2000" b="1" i="0" u="none" strike="noStrike" cap="none" normalizeH="0" baseline="0" smtClean="0">
                                  <a:ln>
                                    <a:noFill/>
                                  </a:ln>
                                  <a:solidFill>
                                    <a:schemeClr val="tx2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itchFamily="18" charset="-120"/>
                                </a:rPr>
                                <m:t>𝐢</m:t>
                              </m:r>
                            </m:oMath>
                          </a14:m>
                          <a:endParaRPr kumimoji="1" lang="en-US" altLang="zh-TW" sz="2000" b="1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2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false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TW" sz="2000" b="0" i="0" u="none" strike="noStrike" cap="none" normalizeH="0" baseline="0" err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i</m:t>
                                </m:r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{</m:t>
                                </m:r>
                                <m:r>
                                  <m:rPr>
                                    <m:sty m:val="p"/>
                                  </m:rPr>
                                  <a:rPr kumimoji="1" lang="en-US" altLang="zh-TW" sz="2000" b="0" i="0" u="none" strike="noStrike" cap="none" normalizeH="0" baseline="0" err="1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i</m:t>
                                </m:r>
                                <m:r>
                                  <a:rPr kumimoji="1" lang="en-US" altLang="zh-TW" sz="2000" b="0" i="0" u="none" strike="noStrike" cap="none" normalizeH="0" baseline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新細明體" pitchFamily="18" charset="-120"/>
                                  </a:rPr>
                                  <m:t>}</m:t>
                                </m:r>
                              </m:oMath>
                            </m:oMathPara>
                          </a14:m>
                          <a:endParaRPr kumimoji="1" lang="en-US" altLang="zh-TW" sz="2000" b="0" i="0" u="none" strike="noStrike" cap="none" normalizeH="0" baseline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+mj-lt"/>
                            <a:ea typeface="新細明體" panose="02020500000000000000" pitchFamily="18" charset="-120"/>
                          </a:endParaRP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AB349CA-2C34-87BE-7E7F-1EAF037230E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2264701"/>
                  </p:ext>
                </p:extLst>
              </p:nvPr>
            </p:nvGraphicFramePr>
            <p:xfrm>
              <a:off x="1054769" y="1854352"/>
              <a:ext cx="8458200" cy="701046"/>
            </p:xfrm>
            <a:graphic>
              <a:graphicData uri="http://schemas.openxmlformats.org/drawingml/2006/table">
                <a:tbl>
                  <a:tblPr firstRow="1" bandRow="1">
                    <a:tableStyleId>{D7AC3CCA-C797-4891-BE02-D94E43425B78}</a:tableStyleId>
                  </a:tblPr>
                  <a:tblGrid>
                    <a:gridCol w="2114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5791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7118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455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70104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3"/>
                          <a:stretch>
                            <a:fillRect l="-576" t="-4310" r="-300576" b="-14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00000"/>
                            </a:lnSpc>
                            <a:spcBef>
                              <a:spcPct val="20000"/>
                            </a:spcBef>
                            <a:spcAft>
                              <a:spcPct val="0"/>
                            </a:spcAft>
                            <a:buClr>
                              <a:schemeClr val="accent1"/>
                            </a:buClr>
                            <a:buSzPct val="65000"/>
                            <a:buFont typeface="Wingdings" panose="05000000000000000000" pitchFamily="2" charset="2"/>
                            <a:buNone/>
                          </a:pPr>
                          <a:r>
                            <a:rPr kumimoji="1" lang="en-US" altLang="zh-TW" sz="2000" b="1" i="0" u="none" strike="noStrike" cap="none" normalizeH="0" baseline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+mj-lt"/>
                              <a:ea typeface="新細明體" panose="02020500000000000000" pitchFamily="18" charset="-120"/>
                            </a:rPr>
                            <a:t>false</a:t>
                          </a:r>
                        </a:p>
                      </a:txBody>
                      <a:tcPr marT="45723" marB="45723" anchor="ctr" horzOverflow="overflow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3"/>
                          <a:stretch>
                            <a:fillRect l="-179625" t="-4310" r="-93566" b="-146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45723" marB="45723" anchor="ctr" horzOverflow="overflow">
                        <a:blipFill>
                          <a:blip r:embed="rId3"/>
                          <a:stretch>
                            <a:fillRect l="-300576" t="-4310" r="-576" b="-146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D4A7BE9-A4BE-4A04-49D3-7A0E988F2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19078"/>
              </p:ext>
            </p:extLst>
          </p:nvPr>
        </p:nvGraphicFramePr>
        <p:xfrm>
          <a:off x="1054769" y="2555398"/>
          <a:ext cx="8458200" cy="1341123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1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or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0AE9CA-A9F8-5BC9-E9C7-42230D326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594260"/>
              </p:ext>
            </p:extLst>
          </p:nvPr>
        </p:nvGraphicFramePr>
        <p:xfrm>
          <a:off x="1054769" y="3895109"/>
          <a:ext cx="8458200" cy="13716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411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and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if  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))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then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else 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if  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(nullable(c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))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then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 </a:t>
                      </a: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sym typeface="Symbol" pitchFamily="18" charset="2"/>
                        </a:rPr>
                        <a:t>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  <a:b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</a:b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else </a:t>
                      </a: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2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94F92C-A15B-10A7-2DE9-2D02208F4C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398361"/>
              </p:ext>
            </p:extLst>
          </p:nvPr>
        </p:nvGraphicFramePr>
        <p:xfrm>
          <a:off x="1054769" y="5266715"/>
          <a:ext cx="8458200" cy="10951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114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11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951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endParaRPr kumimoji="1" lang="en-US" altLang="zh-TW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true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firstpos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lastpos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(c</a:t>
                      </a:r>
                      <a:r>
                        <a:rPr kumimoji="1" lang="en-US" altLang="zh-TW" sz="20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1</a:t>
                      </a:r>
                      <a:r>
                        <a:rPr kumimoji="1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)</a:t>
                      </a:r>
                    </a:p>
                  </a:txBody>
                  <a:tcPr marT="45723" marB="45723" anchor="ctr" horzOverflow="overflow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0D8A8D8-1719-7752-5168-53BC70B83BDA}"/>
                  </a:ext>
                </a:extLst>
              </p:cNvPr>
              <p:cNvSpPr/>
              <p:nvPr/>
            </p:nvSpPr>
            <p:spPr>
              <a:xfrm>
                <a:off x="1898795" y="2794862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 i="1">
                  <a:latin typeface="+mj-lt"/>
                </a:endParaRPr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D0D8A8D8-1719-7752-5168-53BC70B83B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95" y="2794862"/>
                <a:ext cx="552716" cy="396326"/>
              </a:xfrm>
              <a:prstGeom prst="ellipse">
                <a:avLst/>
              </a:prstGeom>
              <a:blipFill>
                <a:blip r:embed="rId4"/>
                <a:stretch>
                  <a:fillRect b="-74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38">
            <a:extLst>
              <a:ext uri="{FF2B5EF4-FFF2-40B4-BE49-F238E27FC236}">
                <a16:creationId xmlns:a16="http://schemas.microsoft.com/office/drawing/2014/main" id="{EB408148-0390-D926-F775-25EC336B6026}"/>
              </a:ext>
            </a:extLst>
          </p:cNvPr>
          <p:cNvSpPr txBox="1"/>
          <p:nvPr/>
        </p:nvSpPr>
        <p:spPr>
          <a:xfrm>
            <a:off x="1599893" y="2750959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204F929-15E8-3DC5-33CF-C55D9D654B58}"/>
              </a:ext>
            </a:extLst>
          </p:cNvPr>
          <p:cNvSpPr/>
          <p:nvPr/>
        </p:nvSpPr>
        <p:spPr>
          <a:xfrm>
            <a:off x="1370387" y="335507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latin typeface="+mj-lt"/>
              </a:rPr>
              <a:t>c</a:t>
            </a:r>
            <a:r>
              <a:rPr lang="en-US" b="0" i="1" baseline="-25000">
                <a:latin typeface="+mj-lt"/>
              </a:rPr>
              <a:t>1</a:t>
            </a:r>
            <a:endParaRPr lang="en-US" i="1" baseline="-25000">
              <a:latin typeface="+mj-lt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0C6FBF-4FED-1084-72E5-B0AF8B974A66}"/>
              </a:ext>
            </a:extLst>
          </p:cNvPr>
          <p:cNvCxnSpPr>
            <a:stCxn id="9" idx="5"/>
            <a:endCxn id="14" idx="0"/>
          </p:cNvCxnSpPr>
          <p:nvPr/>
        </p:nvCxnSpPr>
        <p:spPr>
          <a:xfrm>
            <a:off x="2370568" y="3133147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E53CD1-5980-62B0-2407-34DC65156316}"/>
              </a:ext>
            </a:extLst>
          </p:cNvPr>
          <p:cNvCxnSpPr>
            <a:stCxn id="9" idx="3"/>
            <a:endCxn id="11" idx="0"/>
          </p:cNvCxnSpPr>
          <p:nvPr/>
        </p:nvCxnSpPr>
        <p:spPr>
          <a:xfrm flipH="1">
            <a:off x="1638387" y="3133147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C827A7C6-C40F-3EA8-F9D8-594C8BAC304A}"/>
              </a:ext>
            </a:extLst>
          </p:cNvPr>
          <p:cNvSpPr/>
          <p:nvPr/>
        </p:nvSpPr>
        <p:spPr>
          <a:xfrm>
            <a:off x="2437007" y="338579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latin typeface="+mj-lt"/>
              </a:rPr>
              <a:t>c</a:t>
            </a:r>
            <a:r>
              <a:rPr lang="en-US" i="1" baseline="-25000">
                <a:latin typeface="+mj-lt"/>
              </a:rPr>
              <a:t>2</a:t>
            </a:r>
          </a:p>
        </p:txBody>
      </p:sp>
      <p:sp>
        <p:nvSpPr>
          <p:cNvPr id="15" name="TextBox 38">
            <a:extLst>
              <a:ext uri="{FF2B5EF4-FFF2-40B4-BE49-F238E27FC236}">
                <a16:creationId xmlns:a16="http://schemas.microsoft.com/office/drawing/2014/main" id="{30D944D4-4A33-B1F3-95A2-6DD1C06712AB}"/>
              </a:ext>
            </a:extLst>
          </p:cNvPr>
          <p:cNvSpPr txBox="1"/>
          <p:nvPr/>
        </p:nvSpPr>
        <p:spPr>
          <a:xfrm>
            <a:off x="1632373" y="4057592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3A8D9E7-C708-DF6A-FEBE-07C819A545B5}"/>
                  </a:ext>
                </a:extLst>
              </p:cNvPr>
              <p:cNvSpPr/>
              <p:nvPr/>
            </p:nvSpPr>
            <p:spPr>
              <a:xfrm>
                <a:off x="1991724" y="5321410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 i="1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C3A8D9E7-C708-DF6A-FEBE-07C819A545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724" y="5321410"/>
                <a:ext cx="498464" cy="403720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38">
            <a:extLst>
              <a:ext uri="{FF2B5EF4-FFF2-40B4-BE49-F238E27FC236}">
                <a16:creationId xmlns:a16="http://schemas.microsoft.com/office/drawing/2014/main" id="{E7ACAA6A-B5BB-10F5-FD4F-8FD2333CCAD1}"/>
              </a:ext>
            </a:extLst>
          </p:cNvPr>
          <p:cNvSpPr txBox="1"/>
          <p:nvPr/>
        </p:nvSpPr>
        <p:spPr>
          <a:xfrm>
            <a:off x="1639419" y="5361223"/>
            <a:ext cx="29367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>
                <a:latin typeface="+mj-lt"/>
              </a:rPr>
              <a:t>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E82C526-538F-E519-1983-4E90A1ADFD75}"/>
              </a:ext>
            </a:extLst>
          </p:cNvPr>
          <p:cNvCxnSpPr>
            <a:stCxn id="16" idx="4"/>
          </p:cNvCxnSpPr>
          <p:nvPr/>
        </p:nvCxnSpPr>
        <p:spPr>
          <a:xfrm>
            <a:off x="2240956" y="5725130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E2CE9FB-0866-4A8E-A489-DC7DF8B5DACB}"/>
                  </a:ext>
                </a:extLst>
              </p:cNvPr>
              <p:cNvSpPr/>
              <p:nvPr/>
            </p:nvSpPr>
            <p:spPr>
              <a:xfrm>
                <a:off x="1946267" y="4086510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b="1" i="1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E2CE9FB-0866-4A8E-A489-DC7DF8B5DA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6267" y="4086510"/>
                <a:ext cx="552716" cy="396326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val 19">
            <a:extLst>
              <a:ext uri="{FF2B5EF4-FFF2-40B4-BE49-F238E27FC236}">
                <a16:creationId xmlns:a16="http://schemas.microsoft.com/office/drawing/2014/main" id="{23A1CBF7-EE64-592D-236B-1C8D350AD044}"/>
              </a:ext>
            </a:extLst>
          </p:cNvPr>
          <p:cNvSpPr/>
          <p:nvPr/>
        </p:nvSpPr>
        <p:spPr>
          <a:xfrm>
            <a:off x="1417859" y="4646724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b="0" i="1" baseline="-25000">
                <a:solidFill>
                  <a:schemeClr val="bg1"/>
                </a:solidFill>
                <a:latin typeface="+mj-lt"/>
              </a:rPr>
              <a:t>1</a:t>
            </a:r>
            <a:endParaRPr lang="en-US" i="1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C717FD4-1FE3-86A9-EC93-AAF9D8C513C6}"/>
              </a:ext>
            </a:extLst>
          </p:cNvPr>
          <p:cNvCxnSpPr>
            <a:stCxn id="19" idx="5"/>
            <a:endCxn id="23" idx="0"/>
          </p:cNvCxnSpPr>
          <p:nvPr/>
        </p:nvCxnSpPr>
        <p:spPr>
          <a:xfrm>
            <a:off x="2418040" y="4424795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9659883-4DA1-0907-8443-650D82D6C71F}"/>
              </a:ext>
            </a:extLst>
          </p:cNvPr>
          <p:cNvCxnSpPr>
            <a:stCxn id="19" idx="3"/>
            <a:endCxn id="20" idx="0"/>
          </p:cNvCxnSpPr>
          <p:nvPr/>
        </p:nvCxnSpPr>
        <p:spPr>
          <a:xfrm flipH="1">
            <a:off x="1685859" y="4424795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EB86CBBC-68F3-C602-4508-0FDD2B76F2E1}"/>
              </a:ext>
            </a:extLst>
          </p:cNvPr>
          <p:cNvSpPr/>
          <p:nvPr/>
        </p:nvSpPr>
        <p:spPr>
          <a:xfrm>
            <a:off x="2484479" y="4677444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i="1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013D478-104F-4860-8E47-0B722EC59C28}"/>
              </a:ext>
            </a:extLst>
          </p:cNvPr>
          <p:cNvSpPr/>
          <p:nvPr/>
        </p:nvSpPr>
        <p:spPr>
          <a:xfrm>
            <a:off x="1986797" y="5924379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 i="1">
                <a:solidFill>
                  <a:schemeClr val="bg1"/>
                </a:solidFill>
                <a:latin typeface="+mj-lt"/>
              </a:rPr>
              <a:t>c</a:t>
            </a:r>
            <a:r>
              <a:rPr lang="en-US" b="0" i="1" baseline="-25000">
                <a:solidFill>
                  <a:schemeClr val="bg1"/>
                </a:solidFill>
                <a:latin typeface="+mj-lt"/>
              </a:rPr>
              <a:t>1</a:t>
            </a:r>
            <a:endParaRPr lang="en-US" i="1" baseline="-2500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3214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  <p:bldP spid="14" grpId="0" animBg="1"/>
      <p:bldP spid="15" grpId="0"/>
      <p:bldP spid="16" grpId="0" animBg="1"/>
      <p:bldP spid="17" grpId="0"/>
      <p:bldP spid="19" grpId="0" animBg="1"/>
      <p:bldP spid="20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03A15-2324-ECEC-5C59-08A59CC231A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Rules to compute followpos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CAD53-7EEA-A3F9-D2D1-2138CBD66783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ct val="0"/>
              </a:spcBef>
              <a:buFont typeface="+mj-lt"/>
              <a:buAutoNum type="arabicPeriod"/>
            </a:pPr>
            <a:r>
              <a:rPr lang="en-US" altLang="zh-TW"/>
              <a:t>If n is </a:t>
            </a:r>
            <a:r>
              <a:rPr lang="en-US" altLang="zh-TW" b="1"/>
              <a:t>concatenation</a:t>
            </a:r>
            <a:r>
              <a:rPr lang="en-US" altLang="zh-TW"/>
              <a:t> node with left child c1 and right child c2 and </a:t>
            </a:r>
            <a:r>
              <a:rPr lang="en-US" altLang="zh-TW" b="1" i="1"/>
              <a:t>i</a:t>
            </a:r>
            <a:r>
              <a:rPr lang="en-US" altLang="zh-TW"/>
              <a:t> is a position in </a:t>
            </a:r>
            <a:r>
              <a:rPr lang="en-US" altLang="zh-TW">
                <a:solidFill>
                  <a:srgbClr val="0E47A1"/>
                </a:solidFill>
              </a:rPr>
              <a:t>lastpos(c1)</a:t>
            </a:r>
            <a:r>
              <a:rPr lang="en-US" altLang="zh-TW"/>
              <a:t>, then all position in </a:t>
            </a:r>
            <a:r>
              <a:rPr lang="en-US" altLang="zh-TW">
                <a:solidFill>
                  <a:srgbClr val="0E47A1"/>
                </a:solidFill>
              </a:rPr>
              <a:t>firstpos(c2)</a:t>
            </a:r>
            <a:r>
              <a:rPr lang="en-US" altLang="zh-TW"/>
              <a:t> are in </a:t>
            </a:r>
            <a:r>
              <a:rPr lang="en-US" altLang="zh-TW">
                <a:solidFill>
                  <a:srgbClr val="C00000"/>
                </a:solidFill>
              </a:rPr>
              <a:t>followpos(i)</a:t>
            </a:r>
          </a:p>
          <a:p>
            <a:pPr marL="0" indent="0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zh-TW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spcBef>
                <a:spcPct val="0"/>
              </a:spcBef>
              <a:buFont typeface="+mj-lt"/>
              <a:buAutoNum type="arabicPeriod" startAt="2"/>
            </a:pPr>
            <a:r>
              <a:rPr lang="en-US" altLang="zh-TW"/>
              <a:t>If n is </a:t>
            </a:r>
            <a:r>
              <a:rPr lang="en-US" altLang="zh-TW" b="1"/>
              <a:t>*</a:t>
            </a:r>
            <a:r>
              <a:rPr lang="en-US" altLang="zh-TW"/>
              <a:t> node and </a:t>
            </a:r>
            <a:r>
              <a:rPr lang="en-US" altLang="zh-TW" b="1" i="1"/>
              <a:t>i</a:t>
            </a:r>
            <a:r>
              <a:rPr lang="en-US" altLang="zh-TW"/>
              <a:t> is position in </a:t>
            </a:r>
            <a:r>
              <a:rPr lang="en-US" altLang="zh-TW">
                <a:solidFill>
                  <a:srgbClr val="0E47A1"/>
                </a:solidFill>
              </a:rPr>
              <a:t>lastpos(n)</a:t>
            </a:r>
            <a:r>
              <a:rPr lang="en-US" altLang="zh-TW"/>
              <a:t>, then all position in </a:t>
            </a:r>
            <a:r>
              <a:rPr lang="en-US" altLang="zh-TW">
                <a:solidFill>
                  <a:srgbClr val="0E47A1"/>
                </a:solidFill>
              </a:rPr>
              <a:t>firstpos(n)</a:t>
            </a:r>
            <a:r>
              <a:rPr lang="en-US" altLang="zh-TW"/>
              <a:t> are in </a:t>
            </a:r>
            <a:r>
              <a:rPr lang="en-US" altLang="zh-TW">
                <a:solidFill>
                  <a:srgbClr val="C00000"/>
                </a:solidFill>
              </a:rPr>
              <a:t>followpos(i)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219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9B52B-BAA8-69B6-A105-1C3A56E76BA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38A469-9F38-26A3-2E9E-CEA7A2BD778B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D38A469-9F38-26A3-2E9E-CEA7A2BD77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84344C-2DA2-A37D-FC1E-9BF8A245B390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84344C-2DA2-A37D-FC1E-9BF8A245B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6A88AC-0F4E-A1AF-BD59-28DFF1354533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6A88AC-0F4E-A1AF-BD59-28DFF1354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9A314D4-557D-0332-A604-F4CFD1076306}"/>
              </a:ext>
            </a:extLst>
          </p:cNvPr>
          <p:cNvCxnSpPr>
            <a:stCxn id="3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711067D-3713-70C6-F646-FD40FD456B11}"/>
              </a:ext>
            </a:extLst>
          </p:cNvPr>
          <p:cNvCxnSpPr>
            <a:endCxn id="4" idx="0"/>
          </p:cNvCxnSpPr>
          <p:nvPr/>
        </p:nvCxnSpPr>
        <p:spPr>
          <a:xfrm>
            <a:off x="1485900" y="5272142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05FE44-91A1-D4BA-3071-77655BAD3B90}"/>
              </a:ext>
            </a:extLst>
          </p:cNvPr>
          <p:cNvCxnSpPr>
            <a:stCxn id="11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367EB8-F704-BE57-863E-78CB2F82E6BB}"/>
              </a:ext>
            </a:extLst>
          </p:cNvPr>
          <p:cNvCxnSpPr/>
          <p:nvPr/>
        </p:nvCxnSpPr>
        <p:spPr>
          <a:xfrm>
            <a:off x="2025185" y="3705087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84064A-A2C8-3831-1F90-86DF86CDCC2A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B0D10-7C49-493C-D61E-F76556CDD6CC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3CB0D10-7C49-493C-D61E-F76556CDD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CC32A3C-B1AC-4A72-BB74-07CFCFBFC57D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91858A-FCC8-4F7D-0603-C24D3C4D08E8}"/>
                  </a:ext>
                </a:extLst>
              </p:cNvPr>
              <p:cNvSpPr txBox="1"/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B91858A-FCC8-4F7D-0603-C24D3C4D08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88500A-8646-68F6-DE27-580A55ECAF36}"/>
                  </a:ext>
                </a:extLst>
              </p:cNvPr>
              <p:cNvSpPr txBox="1"/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388500A-8646-68F6-DE27-580A55ECA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22BE1A-3A2E-DCB9-5FCE-E4A809EE92A3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22BE1A-3A2E-DCB9-5FCE-E4A809EE9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05C77F3-3384-8C53-648E-8A35FE98E134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44727BF-EED0-ABEA-C87F-30CE0A349149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ECD8955-61AA-5FF2-0720-1409917C76E6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164186C-33AA-A9B0-7B14-8B0F25AE44E8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D5FB185-2FB6-0941-87B6-5E69A132604C}"/>
              </a:ext>
            </a:extLst>
          </p:cNvPr>
          <p:cNvCxnSpPr/>
          <p:nvPr/>
        </p:nvCxnSpPr>
        <p:spPr>
          <a:xfrm>
            <a:off x="3315879" y="2623916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3884AB3-0228-A982-A042-7FE397A254E0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BC6F7B-CA37-9F2D-481B-9B69E3D06DC6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B7C82F-7529-BAC8-2FF9-74A6D0501A89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hlinkClick r:id="" action="ppaction://noaction"/>
            <a:extLst>
              <a:ext uri="{FF2B5EF4-FFF2-40B4-BE49-F238E27FC236}">
                <a16:creationId xmlns:a16="http://schemas.microsoft.com/office/drawing/2014/main" id="{F8FF8D04-10EC-CB80-979F-CFBFFDDBC508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D52DB3-7542-2EBC-7BF4-31BECD32B546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ED52DB3-7542-2EBC-7BF4-31BECD32B5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8571809-EEBA-04F8-633D-3D36A2314085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8571809-EEBA-04F8-633D-3D36A23140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B4BFBE-417A-7BE4-A582-E065338F4F2C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1B4BFBE-417A-7BE4-A582-E065338F4F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27">
            <a:extLst>
              <a:ext uri="{FF2B5EF4-FFF2-40B4-BE49-F238E27FC236}">
                <a16:creationId xmlns:a16="http://schemas.microsoft.com/office/drawing/2014/main" id="{D12075A2-E30E-46B5-B880-F99944CDF0D1}"/>
              </a:ext>
            </a:extLst>
          </p:cNvPr>
          <p:cNvSpPr/>
          <p:nvPr/>
        </p:nvSpPr>
        <p:spPr>
          <a:xfrm>
            <a:off x="533400" y="1143000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(a|b)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B321B4-3AA4-CB97-2FF4-9EF31B0A7C90}"/>
              </a:ext>
            </a:extLst>
          </p:cNvPr>
          <p:cNvSpPr/>
          <p:nvPr/>
        </p:nvSpPr>
        <p:spPr>
          <a:xfrm>
            <a:off x="1247776" y="1143000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1DF4C53-FAF3-8C83-C72A-84983DFFADE1}"/>
              </a:ext>
            </a:extLst>
          </p:cNvPr>
          <p:cNvSpPr/>
          <p:nvPr/>
        </p:nvSpPr>
        <p:spPr>
          <a:xfrm>
            <a:off x="1423992" y="1142999"/>
            <a:ext cx="6858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>
                <a:solidFill>
                  <a:schemeClr val="tx1"/>
                </a:solidFill>
              </a:rPr>
              <a:t>abb</a:t>
            </a:r>
            <a:endParaRPr lang="en-US" sz="2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9C504E-6BBF-2F2D-0B87-417786CC211F}"/>
                  </a:ext>
                </a:extLst>
              </p:cNvPr>
              <p:cNvSpPr txBox="1"/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9C504E-6BBF-2F2D-0B87-417786CC2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FB78783-863D-E045-A60E-30EBD6EADFCE}"/>
                  </a:ext>
                </a:extLst>
              </p:cNvPr>
              <p:cNvSpPr txBox="1"/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FB78783-863D-E045-A60E-30EBD6EADF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183706-1CED-E9FF-1931-EE3B2C674300}"/>
                  </a:ext>
                </a:extLst>
              </p:cNvPr>
              <p:cNvSpPr txBox="1"/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9183706-1CED-E9FF-1931-EE3B2C674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8BA060-A520-B8D8-48DD-BB7A60D34319}"/>
                  </a:ext>
                </a:extLst>
              </p:cNvPr>
              <p:cNvSpPr txBox="1"/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8BA060-A520-B8D8-48DD-BB7A60D34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>
            <a:extLst>
              <a:ext uri="{FF2B5EF4-FFF2-40B4-BE49-F238E27FC236}">
                <a16:creationId xmlns:a16="http://schemas.microsoft.com/office/drawing/2014/main" id="{4223C207-54E3-6F14-8825-7F431D3E8AF0}"/>
              </a:ext>
            </a:extLst>
          </p:cNvPr>
          <p:cNvSpPr/>
          <p:nvPr/>
        </p:nvSpPr>
        <p:spPr>
          <a:xfrm>
            <a:off x="1990776" y="1152554"/>
            <a:ext cx="338138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#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EF0015-EFF0-B6A7-28C8-288B35A8A2DD}"/>
              </a:ext>
            </a:extLst>
          </p:cNvPr>
          <p:cNvSpPr txBox="1"/>
          <p:nvPr/>
        </p:nvSpPr>
        <p:spPr>
          <a:xfrm>
            <a:off x="6316377" y="1794948"/>
            <a:ext cx="376004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2: Nullable node</a:t>
            </a:r>
          </a:p>
          <a:p>
            <a:endParaRPr lang="en-US" sz="2400"/>
          </a:p>
          <a:p>
            <a:r>
              <a:rPr lang="en-US" sz="2400"/>
              <a:t>Here, </a:t>
            </a:r>
            <a:r>
              <a:rPr lang="en-US" sz="2400">
                <a:solidFill>
                  <a:srgbClr val="C00000"/>
                </a:solidFill>
              </a:rPr>
              <a:t>*</a:t>
            </a:r>
            <a:r>
              <a:rPr lang="en-US" sz="2400"/>
              <a:t> is only nullable node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FF7800E-9C2A-FFE6-A56E-6F478D7114E9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F4B68C9-3B59-DBCD-E89C-2CBFA8EEC1B9}"/>
              </a:ext>
            </a:extLst>
          </p:cNvPr>
          <p:cNvSpPr txBox="1"/>
          <p:nvPr/>
        </p:nvSpPr>
        <p:spPr>
          <a:xfrm>
            <a:off x="6343140" y="1136512"/>
            <a:ext cx="38217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1: Construct Syntax Tree</a:t>
            </a:r>
          </a:p>
        </p:txBody>
      </p:sp>
    </p:spTree>
    <p:extLst>
      <p:ext uri="{BB962C8B-B14F-4D97-AF65-F5344CB8AC3E}">
        <p14:creationId xmlns:p14="http://schemas.microsoft.com/office/powerpoint/2010/main" val="193281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mph" presetSubtype="0" dur="5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mph" presetSubtype="0" dur="5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mph" presetSubtype="0" dur="5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8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mph" presetSubtype="0" dur="5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1" grpId="0"/>
      <p:bldP spid="12" grpId="0"/>
      <p:bldP spid="13" grpId="0"/>
      <p:bldP spid="14" grpId="0"/>
      <p:bldP spid="15" grpId="0"/>
      <p:bldP spid="18" grpId="0"/>
      <p:bldP spid="21" grpId="0"/>
      <p:bldP spid="24" grpId="0"/>
      <p:bldP spid="25" grpId="0"/>
      <p:bldP spid="26" grpId="0"/>
      <p:bldP spid="27" grpId="0"/>
      <p:bldP spid="29" grpId="0"/>
      <p:bldP spid="31" grpId="0"/>
      <p:bldP spid="32" grpId="0"/>
      <p:bldP spid="33" grpId="0"/>
      <p:bldP spid="34" grpId="0"/>
      <p:bldP spid="35" grpId="0"/>
      <p:bldP spid="3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D27D6-8E79-BA58-7B96-AB37CFD0077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4193C3-157D-E040-8372-85835597C033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A4193C3-157D-E040-8372-85835597C0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9816A2-8429-EF12-016C-AA16C13BFE32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49816A2-8429-EF12-016C-AA16C13BFE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5B3176-04CC-8EE8-7561-B35E32151F67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45B3176-04CC-8EE8-7561-B35E32151F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A346F69-61D4-0816-8183-CA542C07020F}"/>
              </a:ext>
            </a:extLst>
          </p:cNvPr>
          <p:cNvCxnSpPr>
            <a:stCxn id="3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FA0401-64E8-8EA9-02BD-AE891E0713AA}"/>
              </a:ext>
            </a:extLst>
          </p:cNvPr>
          <p:cNvCxnSpPr/>
          <p:nvPr/>
        </p:nvCxnSpPr>
        <p:spPr>
          <a:xfrm>
            <a:off x="1476122" y="5259038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D68C700-F5AC-9C78-9CA4-FA1EEFE87B15}"/>
              </a:ext>
            </a:extLst>
          </p:cNvPr>
          <p:cNvCxnSpPr>
            <a:stCxn id="11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ADC8FAA-0A8B-C0D8-DBA1-89D9434044B2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9A04E6-2B59-880B-60A6-CBE03E2C9EE2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8DE7D8-4CC3-5C25-9D67-2691608B69BA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8DE7D8-4CC3-5C25-9D67-2691608B6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9BE61C86-1588-D2A6-B0CE-276BEC6FD127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7E691A-DD24-1F02-0F31-617DFE210FDB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A7E691A-DD24-1F02-0F31-617DFE210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6360E0-784B-2148-8406-D77F45FB266D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B6360E0-784B-2148-8406-D77F45FB2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B68759-C54A-C1EC-059F-5C7ED344EF87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2B68759-C54A-C1EC-059F-5C7ED344E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3E1764-1735-122D-6CC2-7CEE21C4ADBA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D3E1764-1735-122D-6CC2-7CEE21C4A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33E23E-6B46-1EB4-9909-15D9BF1FECC7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533E23E-6B46-1EB4-9909-15D9BF1FE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30375E-F093-F792-E35F-D7393479B2C6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30375E-F093-F792-E35F-D7393479B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>
                <a:blip r:embed="rId11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EB668E-BAD0-5768-15E0-8177A01DE5E8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7EB668E-BAD0-5768-15E0-8177A01DE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>
                <a:blip r:embed="rId12"/>
                <a:stretch>
                  <a:fillRect l="-4762" r="-125397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7E68345-C73C-C6E4-9927-4CA49A873DFD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9BAA72-C909-2969-E079-8947610DB79C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C10D5FB-ED3D-C109-7EAE-615C5813B47F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929A6F-7FFF-7971-7B30-28A462FAAA56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1B929A6F-7FFF-7971-7B30-28A462FAA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>
                <a:blip r:embed="rId13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332CF0-63CE-0E67-1D0B-257F6DA6B57F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332CF0-63CE-0E67-1D0B-257F6DA6B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>
                <a:blip r:embed="rId14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B659C2A-92D9-1BCD-222D-F90705438125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1DEFC7E-FF1A-CD71-B741-36538FB52BF3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80C9154-A47D-7881-A125-25DCCA8F8AE0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2702DC-A58E-7260-11AE-7770B11DFFFC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12702DC-A58E-7260-11AE-7770B11DF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>
                <a:blip r:embed="rId15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E900076-2157-FABD-EFB4-6816255FDD8E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E900076-2157-FABD-EFB4-6816255FDD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>
                <a:blip r:embed="rId16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A09D107-119E-EEFD-6EE7-43911DC655D0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7402C6B-1A08-ADF4-2465-EC6DC1CDA20E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F82F89E-B522-11D5-0C17-56F7C9A16ACF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8EDA17-407B-DE19-37FC-750F0982A038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98EDA17-407B-DE19-37FC-750F0982A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>
                <a:blip r:embed="rId1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209B9B8-C098-E23B-7462-C6F2F49CEF89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209B9B8-C098-E23B-7462-C6F2F49CE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>
                <a:blip r:embed="rId18"/>
                <a:stretch>
                  <a:fillRect l="-4762" r="-12539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62C77B-258E-237A-D20F-8CFAE65273C0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B62C77B-258E-237A-D20F-8CFAE65273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F41934-4830-411E-5A49-8B0583F63A74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1F41934-4830-411E-5A49-8B0583F63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94DB21-FC6B-C401-63DA-C51FF643D9BB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94DB21-FC6B-C401-63DA-C51FF643D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Oval 37">
            <a:extLst>
              <a:ext uri="{FF2B5EF4-FFF2-40B4-BE49-F238E27FC236}">
                <a16:creationId xmlns:a16="http://schemas.microsoft.com/office/drawing/2014/main" id="{00DF98A1-E2D9-40D0-FB89-8E6DFD5813AB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0503CD-0C6F-E4F4-C9C6-C8842505A546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3: Calculate firstpos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9AE2835-FDD5-CDF0-E5DF-5E0C744FA975}"/>
              </a:ext>
            </a:extLst>
          </p:cNvPr>
          <p:cNvSpPr/>
          <p:nvPr/>
        </p:nvSpPr>
        <p:spPr>
          <a:xfrm>
            <a:off x="6549590" y="1154872"/>
            <a:ext cx="2140820" cy="633971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</a:rPr>
              <a:t>Firstpos</a:t>
            </a:r>
            <a:r>
              <a:rPr lang="en-US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9C93C38-03D4-11A6-A7BD-8DD7241E2DA8}"/>
              </a:ext>
            </a:extLst>
          </p:cNvPr>
          <p:cNvCxnSpPr/>
          <p:nvPr/>
        </p:nvCxnSpPr>
        <p:spPr>
          <a:xfrm>
            <a:off x="8101762" y="1477683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228FD73-BF87-BE37-3FB6-61DCE9C55301}"/>
                  </a:ext>
                </a:extLst>
              </p:cNvPr>
              <p:cNvSpPr/>
              <p:nvPr/>
            </p:nvSpPr>
            <p:spPr>
              <a:xfrm>
                <a:off x="6432370" y="2321220"/>
                <a:ext cx="27561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</a:pPr>
                <a:r>
                  <a:rPr kumimoji="1" lang="en-US" altLang="zh-TW">
                    <a:latin typeface="+mj-lt"/>
                  </a:rPr>
                  <a:t>A leaf with position</a:t>
                </a:r>
                <a:r>
                  <a:rPr kumimoji="1" lang="en-US" altLang="zh-TW" b="1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TW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1" lang="en-US" altLang="zh-TW" b="1">
                  <a:solidFill>
                    <a:schemeClr val="tx2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9228FD73-BF87-BE37-3FB6-61DCE9C553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370" y="2321220"/>
                <a:ext cx="2756139" cy="369332"/>
              </a:xfrm>
              <a:prstGeom prst="rect">
                <a:avLst/>
              </a:prstGeom>
              <a:blipFill>
                <a:blip r:embed="rId22"/>
                <a:stretch>
                  <a:fillRect l="-885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9A7FA1C-992A-28CA-1628-ECAF12D2CEFA}"/>
                  </a:ext>
                </a:extLst>
              </p:cNvPr>
              <p:cNvSpPr/>
              <p:nvPr/>
            </p:nvSpPr>
            <p:spPr>
              <a:xfrm>
                <a:off x="6777535" y="3104973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C9A7FA1C-992A-28CA-1628-ECAF12D2CE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7535" y="3104973"/>
                <a:ext cx="552716" cy="396326"/>
              </a:xfrm>
              <a:prstGeom prst="ellipse">
                <a:avLst/>
              </a:prstGeom>
              <a:blipFill>
                <a:blip r:embed="rId23"/>
                <a:stretch>
                  <a:fillRect b="-74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38">
            <a:extLst>
              <a:ext uri="{FF2B5EF4-FFF2-40B4-BE49-F238E27FC236}">
                <a16:creationId xmlns:a16="http://schemas.microsoft.com/office/drawing/2014/main" id="{E37FBEB4-096A-8340-45D2-BF3DCA603ED1}"/>
              </a:ext>
            </a:extLst>
          </p:cNvPr>
          <p:cNvSpPr txBox="1"/>
          <p:nvPr/>
        </p:nvSpPr>
        <p:spPr>
          <a:xfrm>
            <a:off x="6500388" y="299169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1DA5478-D186-717F-D696-F496C0F919CC}"/>
              </a:ext>
            </a:extLst>
          </p:cNvPr>
          <p:cNvSpPr/>
          <p:nvPr/>
        </p:nvSpPr>
        <p:spPr>
          <a:xfrm>
            <a:off x="6249127" y="366518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BF32959-DB19-29E2-015D-87FBAA8578C7}"/>
              </a:ext>
            </a:extLst>
          </p:cNvPr>
          <p:cNvCxnSpPr>
            <a:stCxn id="43" idx="5"/>
            <a:endCxn id="48" idx="0"/>
          </p:cNvCxnSpPr>
          <p:nvPr/>
        </p:nvCxnSpPr>
        <p:spPr>
          <a:xfrm>
            <a:off x="7249308" y="3443258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F807BE2-ECEF-4ADA-3168-9DE4FED84346}"/>
              </a:ext>
            </a:extLst>
          </p:cNvPr>
          <p:cNvCxnSpPr>
            <a:stCxn id="43" idx="3"/>
            <a:endCxn id="45" idx="0"/>
          </p:cNvCxnSpPr>
          <p:nvPr/>
        </p:nvCxnSpPr>
        <p:spPr>
          <a:xfrm flipH="1">
            <a:off x="6517127" y="3443258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91AE2D42-8DDD-A16A-FA93-CD6BC0DABC83}"/>
              </a:ext>
            </a:extLst>
          </p:cNvPr>
          <p:cNvSpPr/>
          <p:nvPr/>
        </p:nvSpPr>
        <p:spPr>
          <a:xfrm>
            <a:off x="7315747" y="369590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2B6A53B-5EDE-8427-D6AD-871921C5F5FB}"/>
              </a:ext>
            </a:extLst>
          </p:cNvPr>
          <p:cNvSpPr/>
          <p:nvPr/>
        </p:nvSpPr>
        <p:spPr>
          <a:xfrm>
            <a:off x="7830717" y="3283418"/>
            <a:ext cx="25843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1</a:t>
            </a:r>
            <a:r>
              <a:rPr kumimoji="1" lang="en-US" altLang="zh-TW">
                <a:latin typeface="+mj-lt"/>
              </a:rPr>
              <a:t>) </a:t>
            </a:r>
            <a:r>
              <a:rPr kumimoji="1" lang="en-US" altLang="zh-TW" b="1">
                <a:latin typeface="+mj-lt"/>
                <a:sym typeface="Symbol" pitchFamily="18" charset="2"/>
              </a:rPr>
              <a:t></a:t>
            </a:r>
            <a:r>
              <a:rPr kumimoji="1" lang="en-US" altLang="zh-TW">
                <a:latin typeface="+mj-lt"/>
              </a:rPr>
              <a:t> </a:t>
            </a: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2</a:t>
            </a:r>
            <a:r>
              <a:rPr kumimoji="1" lang="en-US" altLang="zh-TW">
                <a:latin typeface="+mj-lt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CEA9304-AB20-99B0-996D-8B37D586B681}"/>
                  </a:ext>
                </a:extLst>
              </p:cNvPr>
              <p:cNvSpPr/>
              <p:nvPr/>
            </p:nvSpPr>
            <p:spPr>
              <a:xfrm>
                <a:off x="6785127" y="4167924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6CEA9304-AB20-99B0-996D-8B37D586B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127" y="4167924"/>
                <a:ext cx="498464" cy="403720"/>
              </a:xfrm>
              <a:prstGeom prst="ellipse">
                <a:avLst/>
              </a:prstGeom>
              <a:blipFill>
                <a:blip r:embed="rId2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38">
            <a:extLst>
              <a:ext uri="{FF2B5EF4-FFF2-40B4-BE49-F238E27FC236}">
                <a16:creationId xmlns:a16="http://schemas.microsoft.com/office/drawing/2014/main" id="{1AE342A8-F876-99DC-C728-05E6DDE1DA0A}"/>
              </a:ext>
            </a:extLst>
          </p:cNvPr>
          <p:cNvSpPr txBox="1"/>
          <p:nvPr/>
        </p:nvSpPr>
        <p:spPr>
          <a:xfrm>
            <a:off x="6509561" y="4194082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D423A99-2C54-73F1-CC2D-0311ADD63C19}"/>
              </a:ext>
            </a:extLst>
          </p:cNvPr>
          <p:cNvCxnSpPr>
            <a:stCxn id="50" idx="4"/>
          </p:cNvCxnSpPr>
          <p:nvPr/>
        </p:nvCxnSpPr>
        <p:spPr>
          <a:xfrm>
            <a:off x="7034359" y="4571644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C2651510-71A5-5182-6E08-F366466266DD}"/>
              </a:ext>
            </a:extLst>
          </p:cNvPr>
          <p:cNvSpPr/>
          <p:nvPr/>
        </p:nvSpPr>
        <p:spPr>
          <a:xfrm>
            <a:off x="6780200" y="4770893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52F3461-2ADD-2854-BA09-4EA4649EB3C2}"/>
              </a:ext>
            </a:extLst>
          </p:cNvPr>
          <p:cNvSpPr/>
          <p:nvPr/>
        </p:nvSpPr>
        <p:spPr>
          <a:xfrm>
            <a:off x="7591766" y="4430156"/>
            <a:ext cx="2262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latin typeface="+mj-lt"/>
              </a:rPr>
              <a:t>firstpos</a:t>
            </a:r>
            <a:r>
              <a:rPr kumimoji="1" lang="en-US" altLang="zh-TW">
                <a:latin typeface="+mj-lt"/>
              </a:rPr>
              <a:t>(</a:t>
            </a:r>
            <a:r>
              <a:rPr kumimoji="1" lang="en-US" altLang="zh-TW" i="1">
                <a:latin typeface="+mj-lt"/>
              </a:rPr>
              <a:t>c</a:t>
            </a:r>
            <a:r>
              <a:rPr kumimoji="1" lang="en-US" altLang="zh-TW" baseline="-25000">
                <a:latin typeface="+mj-lt"/>
              </a:rPr>
              <a:t>1</a:t>
            </a:r>
            <a:r>
              <a:rPr kumimoji="1" lang="en-US" altLang="zh-TW">
                <a:latin typeface="+mj-lt"/>
              </a:rPr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B768A88-0324-FA7F-9F96-948F42BCAE4A}"/>
                  </a:ext>
                </a:extLst>
              </p:cNvPr>
              <p:cNvSpPr/>
              <p:nvPr/>
            </p:nvSpPr>
            <p:spPr>
              <a:xfrm>
                <a:off x="6735112" y="5355524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.</m:t>
                      </m:r>
                    </m:oMath>
                  </m:oMathPara>
                </a14:m>
                <a:endParaRPr lang="en-US">
                  <a:solidFill>
                    <a:schemeClr val="bg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9B768A88-0324-FA7F-9F96-948F42BCAE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112" y="5355524"/>
                <a:ext cx="552716" cy="396326"/>
              </a:xfrm>
              <a:prstGeom prst="ellipse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38">
            <a:extLst>
              <a:ext uri="{FF2B5EF4-FFF2-40B4-BE49-F238E27FC236}">
                <a16:creationId xmlns:a16="http://schemas.microsoft.com/office/drawing/2014/main" id="{9FA343A4-0C04-2DCF-CDD2-7FE4ADC1B8D7}"/>
              </a:ext>
            </a:extLst>
          </p:cNvPr>
          <p:cNvSpPr txBox="1"/>
          <p:nvPr/>
        </p:nvSpPr>
        <p:spPr>
          <a:xfrm>
            <a:off x="6457965" y="524224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+mj-lt"/>
              </a:rPr>
              <a:t>n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53C2B5A-77A0-0A6D-356D-ECD591E7F419}"/>
              </a:ext>
            </a:extLst>
          </p:cNvPr>
          <p:cNvSpPr/>
          <p:nvPr/>
        </p:nvSpPr>
        <p:spPr>
          <a:xfrm>
            <a:off x="6206704" y="5915738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="0" baseline="-25000">
                <a:solidFill>
                  <a:schemeClr val="bg1"/>
                </a:solidFill>
                <a:latin typeface="+mj-lt"/>
              </a:rPr>
              <a:t>1</a:t>
            </a:r>
            <a:endParaRPr lang="en-US" baseline="-2500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EE5251F-7AD7-4D8F-1C11-5E284BECB1FE}"/>
              </a:ext>
            </a:extLst>
          </p:cNvPr>
          <p:cNvCxnSpPr>
            <a:stCxn id="55" idx="5"/>
            <a:endCxn id="60" idx="0"/>
          </p:cNvCxnSpPr>
          <p:nvPr/>
        </p:nvCxnSpPr>
        <p:spPr>
          <a:xfrm>
            <a:off x="7206885" y="5693809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F203DC1E-CA88-C6E8-208F-73124F5486C8}"/>
              </a:ext>
            </a:extLst>
          </p:cNvPr>
          <p:cNvCxnSpPr>
            <a:stCxn id="55" idx="3"/>
            <a:endCxn id="57" idx="0"/>
          </p:cNvCxnSpPr>
          <p:nvPr/>
        </p:nvCxnSpPr>
        <p:spPr>
          <a:xfrm flipH="1">
            <a:off x="6474704" y="5693809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8DEB971E-F6FB-F517-969D-24F298C320EF}"/>
              </a:ext>
            </a:extLst>
          </p:cNvPr>
          <p:cNvSpPr/>
          <p:nvPr/>
        </p:nvSpPr>
        <p:spPr>
          <a:xfrm>
            <a:off x="7273324" y="5946458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>
                <a:solidFill>
                  <a:schemeClr val="bg1"/>
                </a:solidFill>
                <a:latin typeface="+mj-lt"/>
              </a:rPr>
              <a:t>c</a:t>
            </a:r>
            <a:r>
              <a:rPr lang="en-US" baseline="-2500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82BF278-E55B-9A5D-2BF9-2002F1B39073}"/>
                  </a:ext>
                </a:extLst>
              </p:cNvPr>
              <p:cNvSpPr txBox="1"/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082BF278-E55B-9A5D-2BF9-2002F1B39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886814"/>
                <a:ext cx="38100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4487F53-D2FB-AC7E-A463-42A63ECDF79C}"/>
                  </a:ext>
                </a:extLst>
              </p:cNvPr>
              <p:cNvSpPr txBox="1"/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4487F53-D2FB-AC7E-A463-42A63ECDF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870621"/>
                <a:ext cx="381000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749E16C-D610-944E-22C6-B42DA102EC9B}"/>
                  </a:ext>
                </a:extLst>
              </p:cNvPr>
              <p:cNvSpPr txBox="1"/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7749E16C-D610-944E-22C6-B42DA102E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02008"/>
                <a:ext cx="381000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63C1F3C-7A05-13C8-27A4-F44D090EA95B}"/>
                  </a:ext>
                </a:extLst>
              </p:cNvPr>
              <p:cNvSpPr txBox="1"/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263C1F3C-7A05-13C8-27A4-F44D090EA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382950"/>
                <a:ext cx="381000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702A417-6313-B398-1AE3-541D18831706}"/>
                  </a:ext>
                </a:extLst>
              </p:cNvPr>
              <p:cNvSpPr txBox="1"/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702A417-6313-B398-1AE3-541D18831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285655"/>
                <a:ext cx="381000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B5C8FC0-8AE9-DBF1-4B48-BB2ABBB22D6F}"/>
                  </a:ext>
                </a:extLst>
              </p:cNvPr>
              <p:cNvSpPr txBox="1"/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B5C8FC0-8AE9-DBF1-4B48-BB2ABBB22D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42439"/>
                <a:ext cx="38100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3D39EE63-1C96-5D70-527C-A6F8BD5A59EE}"/>
              </a:ext>
            </a:extLst>
          </p:cNvPr>
          <p:cNvSpPr/>
          <p:nvPr/>
        </p:nvSpPr>
        <p:spPr>
          <a:xfrm>
            <a:off x="7558101" y="5167300"/>
            <a:ext cx="2551938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>
                <a:ea typeface="新細明體" panose="02020500000000000000" pitchFamily="18" charset="-120"/>
              </a:rPr>
              <a:t>if  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 err="1">
                <a:ea typeface="新細明體" panose="02020500000000000000" pitchFamily="18" charset="-120"/>
              </a:rPr>
              <a:t>nullable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)) </a:t>
            </a:r>
          </a:p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 err="1"/>
              <a:t>then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br>
              <a:rPr kumimoji="1" lang="en-US" altLang="zh-TW">
                <a:ea typeface="新細明體" panose="02020500000000000000" pitchFamily="18" charset="-120"/>
              </a:rPr>
            </a:br>
            <a:r>
              <a:rPr kumimoji="1" lang="en-US" altLang="zh-TW" b="1">
                <a:ea typeface="新細明體" panose="02020500000000000000" pitchFamily="18" charset="-120"/>
              </a:rPr>
              <a:t>else  </a:t>
            </a:r>
            <a:r>
              <a:rPr kumimoji="1" lang="en-US" altLang="zh-TW" i="1" err="1">
                <a:ea typeface="新細明體" panose="02020500000000000000" pitchFamily="18" charset="-120"/>
              </a:rPr>
              <a:t>firstpos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140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8" grpId="0"/>
      <p:bldP spid="19" grpId="0"/>
      <p:bldP spid="23" grpId="0"/>
      <p:bldP spid="24" grpId="0"/>
      <p:bldP spid="28" grpId="0"/>
      <p:bldP spid="29" grpId="0"/>
      <p:bldP spid="33" grpId="0"/>
      <p:bldP spid="40" grpId="0" animBg="1"/>
      <p:bldP spid="42" grpId="0"/>
      <p:bldP spid="43" grpId="0" animBg="1"/>
      <p:bldP spid="44" grpId="0"/>
      <p:bldP spid="45" grpId="0" animBg="1"/>
      <p:bldP spid="48" grpId="0" animBg="1"/>
      <p:bldP spid="49" grpId="0"/>
      <p:bldP spid="50" grpId="0" animBg="1"/>
      <p:bldP spid="51" grpId="0"/>
      <p:bldP spid="53" grpId="0" animBg="1"/>
      <p:bldP spid="54" grpId="0"/>
      <p:bldP spid="55" grpId="0" animBg="1"/>
      <p:bldP spid="56" grpId="0"/>
      <p:bldP spid="57" grpId="0" animBg="1"/>
      <p:bldP spid="60" grpId="0" animBg="1"/>
      <p:bldP spid="6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098F8-C61F-A16D-FE75-CB02E1F808E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FC7A8C-3BB8-6EA7-B6E6-90D9F7D89E9C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DFC7A8C-3BB8-6EA7-B6E6-90D9F7D89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20CFAD-21F4-6D69-69B3-6860D35E23BD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A20CFAD-21F4-6D69-69B3-6860D35E2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852EAD-11C6-24A1-4A05-97A09F4CCB3E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5852EAD-11C6-24A1-4A05-97A09F4CC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9037D3-211D-6682-B8ED-CEC11815DB04}"/>
              </a:ext>
            </a:extLst>
          </p:cNvPr>
          <p:cNvCxnSpPr>
            <a:stCxn id="3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AD6A6E-0203-3E9C-67C1-A7674826B471}"/>
              </a:ext>
            </a:extLst>
          </p:cNvPr>
          <p:cNvCxnSpPr/>
          <p:nvPr/>
        </p:nvCxnSpPr>
        <p:spPr>
          <a:xfrm>
            <a:off x="1471298" y="5258643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EA9F8F-0654-8AC8-AE7A-F9DA6109F42B}"/>
              </a:ext>
            </a:extLst>
          </p:cNvPr>
          <p:cNvCxnSpPr>
            <a:stCxn id="11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E06FC8-0727-BD93-FF51-DDD820F391AB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FFFBB7-3046-6A8E-8252-B58B8BF5E7A3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B50587-9C7F-54CE-1316-1897DE80A524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B50587-9C7F-54CE-1316-1897DE80A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D0ECEF5-A54D-6757-CFAD-4772370D2CCA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BBC86B-09EA-B3A9-8F3B-3D52B98D813F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8BBC86B-09EA-B3A9-8F3B-3D52B98D8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3031A0-3B2F-CEBC-1A13-12E7F4DBD45B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3031A0-3B2F-CEBC-1A13-12E7F4DBD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B228D8-FEB2-1458-3160-061FF925B23C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8B228D8-FEB2-1458-3160-061FF925B2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964F76-31BE-913F-9482-41304C528420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964F76-31BE-913F-9482-41304C528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448E89-D518-591E-A49B-ECDE13B5DB2F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448E89-D518-591E-A49B-ECDE13B5D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>
                <a:blip r:embed="rId10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6C9819-4E0D-6270-EFCB-77F551E60C81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06C9819-4E0D-6270-EFCB-77F551E60C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>
                <a:blip r:embed="rId11"/>
                <a:stretch>
                  <a:fillRect l="-6452" r="-82258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589597A-5B6E-7973-F733-18D44EE254DD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589597A-5B6E-7973-F733-18D44EE25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>
                <a:blip r:embed="rId12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9B7D75-2D3E-5E86-3937-A00165557E18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B9B7D75-2D3E-5E86-3937-A00165557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>
                <a:blip r:embed="rId13"/>
                <a:stretch>
                  <a:fillRect l="-4478" r="-70149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7323F3-0AE1-DDEE-2E99-FACFAA1BF14E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17323F3-0AE1-DDEE-2E99-FACFAA1BF1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3EB836-D66A-FD3C-1F35-189EB3D6C87F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3EB836-D66A-FD3C-1F35-189EB3D6C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>
                <a:blip r:embed="rId15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89A27D-CEDA-EDB6-E04E-0B266A954426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A89A27D-CEDA-EDB6-E04E-0B266A954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>
                <a:blip r:embed="rId1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3B0965-BF77-918E-93C6-E7D392A6968D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73B0965-BF77-918E-93C6-E7D392A69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>
                <a:blip r:embed="rId17"/>
                <a:stretch>
                  <a:fillRect l="-4762" r="-125397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7219C7-1E49-34D4-9A33-9EC60244EC09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7219C7-1E49-34D4-9A33-9EC60244EC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>
                <a:blip r:embed="rId1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B04F3B1-FCD6-C3F1-5A7E-5C650A7B509F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7EF9410-7848-9873-DDDA-E3E36E411393}"/>
              </a:ext>
            </a:extLst>
          </p:cNvPr>
          <p:cNvCxnSpPr/>
          <p:nvPr/>
        </p:nvCxnSpPr>
        <p:spPr>
          <a:xfrm>
            <a:off x="2652699" y="3135762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6A9E95B-8291-9612-5314-EBB37C15F536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AF5219-399A-52BA-F510-DBA3316CEB04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AF5219-399A-52BA-F510-DBA3316CE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>
                <a:blip r:embed="rId1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5AFECD-71AA-A2A4-68D0-F0F3FC7A238A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C5AFECD-71AA-A2A4-68D0-F0F3FC7A2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>
                <a:blip r:embed="rId20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9FF94C-4044-9454-5D67-B2AE5548C5CA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9FF94C-4044-9454-5D67-B2AE5548C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>
                <a:blip r:embed="rId21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BAD556-4FA6-7966-5DF1-7AC810B2C899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9BAD556-4FA6-7966-5DF1-7AC810B2C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>
                <a:blip r:embed="rId22"/>
                <a:stretch>
                  <a:fillRect l="-6452" r="-35484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B1B798-B32B-1DA6-C899-09B131B158B4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FBEF54E-6423-AE70-7F9E-A0997C1678AE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EE1D22F-A5A3-BCD3-CB7E-6A9D7C873E38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D5DC92E-770F-4DEE-8BDD-806AF2DBBF9A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D5DC92E-770F-4DEE-8BDD-806AF2DBB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>
                <a:blip r:embed="rId2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E50283C-2C75-5712-9C00-D6C3D9027EE8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E50283C-2C75-5712-9C00-D6C3D9027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>
                <a:blip r:embed="rId24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3D31219-7B6B-F4BD-E0FE-8671AB6816AA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3D31219-7B6B-F4BD-E0FE-8671AB6816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>
                <a:blip r:embed="rId25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7C4E86-2122-4731-B09D-D8A083CFC1DE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877C4E86-2122-4731-B09D-D8A083CFC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>
                <a:blip r:embed="rId2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0C75935-6399-52BB-2E62-6BC9B0DE3444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8A6AF16-3588-4D0A-2588-CC9C8E25D547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4A1B1A6D-663B-92EF-8B72-618E73444A2E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3C80F8-68C6-7C24-4922-757C656E89C8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3C80F8-68C6-7C24-4922-757C656E89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>
                <a:blip r:embed="rId2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1FCC10C-9FDE-E98B-593E-7927A151DE9D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91FCC10C-9FDE-E98B-593E-7927A151D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>
                <a:blip r:embed="rId2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004AFAF-AA0C-FE79-C816-547EB307AEC8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004AFAF-AA0C-FE79-C816-547EB307AE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>
                <a:blip r:embed="rId29"/>
                <a:stretch>
                  <a:fillRect l="-4762" r="-12539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E0644F9-0187-E5C4-AF1F-423CA66F2005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E0644F9-0187-E5C4-AF1F-423CA66F2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>
                <a:blip r:embed="rId30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DFE4E7-26B8-C98E-C7EA-11DC2CF9A9AA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6DFE4E7-26B8-C98E-C7EA-11DC2CF9A9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3F5273-4F2D-7A26-0973-069128A755A6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73F5273-4F2D-7A26-0973-069128A7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668259-5629-0213-4217-08558EDD587F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0668259-5629-0213-4217-08558EDD5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>
            <a:extLst>
              <a:ext uri="{FF2B5EF4-FFF2-40B4-BE49-F238E27FC236}">
                <a16:creationId xmlns:a16="http://schemas.microsoft.com/office/drawing/2014/main" id="{7E78B7BA-E0E9-B8EF-5CBF-21F23299213E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124F09B-7949-E2A9-21FF-EA909587E9A4}"/>
              </a:ext>
            </a:extLst>
          </p:cNvPr>
          <p:cNvSpPr txBox="1"/>
          <p:nvPr/>
        </p:nvSpPr>
        <p:spPr>
          <a:xfrm>
            <a:off x="384551" y="1038503"/>
            <a:ext cx="44100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Step 3: Calculate lastpos</a:t>
            </a:r>
          </a:p>
          <a:p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1895470-F30E-B884-02D6-3842F5730527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1895470-F30E-B884-02D6-3842F5730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BB7E6A-FBE8-EC16-E973-DC9A411E75C0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DBB7E6A-FBE8-EC16-E973-DC9A411E75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435BF9F-A72E-9C8B-09C1-6FDDE8166A63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435BF9F-A72E-9C8B-09C1-6FDDE8166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B547267-574B-1AF8-1467-4BBCD6B8AA2D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EB547267-574B-1AF8-1467-4BBCD6B8A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6CB75E-3EF3-B319-2ABC-2B62F9734EBD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E76CB75E-3EF3-B319-2ABC-2B62F9734E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6689474-875F-5F4B-4F9F-B5CFA85E45BB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6689474-875F-5F4B-4F9F-B5CFA85E4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>
            <a:extLst>
              <a:ext uri="{FF2B5EF4-FFF2-40B4-BE49-F238E27FC236}">
                <a16:creationId xmlns:a16="http://schemas.microsoft.com/office/drawing/2014/main" id="{31017826-17E1-FDA3-1E12-6426B1A998BB}"/>
              </a:ext>
            </a:extLst>
          </p:cNvPr>
          <p:cNvSpPr/>
          <p:nvPr/>
        </p:nvSpPr>
        <p:spPr>
          <a:xfrm>
            <a:off x="6613945" y="1215510"/>
            <a:ext cx="2140820" cy="714628"/>
          </a:xfrm>
          <a:prstGeom prst="rect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009644"/>
                </a:solidFill>
              </a:rPr>
              <a:t>Lastpos</a:t>
            </a:r>
            <a:r>
              <a:rPr lang="en-US">
                <a:solidFill>
                  <a:srgbClr val="FF0000"/>
                </a:solidFill>
              </a:rPr>
              <a:t>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E2F9AC0-F5C3-9716-0882-2ED7D0B53719}"/>
              </a:ext>
            </a:extLst>
          </p:cNvPr>
          <p:cNvCxnSpPr/>
          <p:nvPr/>
        </p:nvCxnSpPr>
        <p:spPr>
          <a:xfrm>
            <a:off x="8206984" y="1588558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241D83F-C09B-5DFF-7F98-23BE95849C6F}"/>
                  </a:ext>
                </a:extLst>
              </p:cNvPr>
              <p:cNvSpPr/>
              <p:nvPr/>
            </p:nvSpPr>
            <p:spPr>
              <a:xfrm>
                <a:off x="6613945" y="2387986"/>
                <a:ext cx="27561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</a:pPr>
                <a:r>
                  <a:rPr kumimoji="1" lang="en-US" altLang="zh-TW"/>
                  <a:t>A leaf with position</a:t>
                </a:r>
                <a:r>
                  <a:rPr kumimoji="1" lang="en-US" altLang="zh-TW" b="1"/>
                  <a:t> </a:t>
                </a:r>
                <a14:m>
                  <m:oMath xmlns:m="http://schemas.openxmlformats.org/officeDocument/2006/math">
                    <m:r>
                      <a:rPr kumimoji="1" lang="en-US" altLang="zh-TW" b="1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kumimoji="1" lang="en-US" altLang="zh-TW" b="1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endParaRPr kumimoji="1" lang="en-US" altLang="zh-TW" b="1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A241D83F-C09B-5DFF-7F98-23BE95849C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945" y="2387986"/>
                <a:ext cx="2756139" cy="369332"/>
              </a:xfrm>
              <a:prstGeom prst="rect">
                <a:avLst/>
              </a:prstGeom>
              <a:blipFill>
                <a:blip r:embed="rId40"/>
                <a:stretch>
                  <a:fillRect l="-1327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D5469095-5BA8-AF5B-2E0C-8DDD2D92C5EE}"/>
                  </a:ext>
                </a:extLst>
              </p:cNvPr>
              <p:cNvSpPr/>
              <p:nvPr/>
            </p:nvSpPr>
            <p:spPr>
              <a:xfrm>
                <a:off x="6936903" y="3068062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|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D5469095-5BA8-AF5B-2E0C-8DDD2D92C5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903" y="3068062"/>
                <a:ext cx="552716" cy="396326"/>
              </a:xfrm>
              <a:prstGeom prst="ellipse">
                <a:avLst/>
              </a:prstGeom>
              <a:blipFill>
                <a:blip r:embed="rId41"/>
                <a:stretch>
                  <a:fillRect b="-74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TextBox 38">
            <a:extLst>
              <a:ext uri="{FF2B5EF4-FFF2-40B4-BE49-F238E27FC236}">
                <a16:creationId xmlns:a16="http://schemas.microsoft.com/office/drawing/2014/main" id="{F6A4F018-36E4-85AB-DD6E-990A2DAD74CB}"/>
              </a:ext>
            </a:extLst>
          </p:cNvPr>
          <p:cNvSpPr txBox="1"/>
          <p:nvPr/>
        </p:nvSpPr>
        <p:spPr>
          <a:xfrm>
            <a:off x="6659756" y="29547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45902EE5-8A96-B32D-11A9-3DED6BD2403F}"/>
              </a:ext>
            </a:extLst>
          </p:cNvPr>
          <p:cNvSpPr/>
          <p:nvPr/>
        </p:nvSpPr>
        <p:spPr>
          <a:xfrm>
            <a:off x="6408495" y="362827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A87DA36B-3D86-0C48-EA4A-1001A8F96DEB}"/>
              </a:ext>
            </a:extLst>
          </p:cNvPr>
          <p:cNvCxnSpPr>
            <a:stCxn id="61" idx="5"/>
            <a:endCxn id="66" idx="0"/>
          </p:cNvCxnSpPr>
          <p:nvPr/>
        </p:nvCxnSpPr>
        <p:spPr>
          <a:xfrm>
            <a:off x="7408676" y="3406347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2EE9BBC-50F3-3E7F-DF9D-F2A7C5A53180}"/>
              </a:ext>
            </a:extLst>
          </p:cNvPr>
          <p:cNvCxnSpPr>
            <a:stCxn id="61" idx="3"/>
            <a:endCxn id="63" idx="0"/>
          </p:cNvCxnSpPr>
          <p:nvPr/>
        </p:nvCxnSpPr>
        <p:spPr>
          <a:xfrm flipH="1">
            <a:off x="6676495" y="3406347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CC85F8A1-96AB-D629-B5AF-2A36E4892917}"/>
              </a:ext>
            </a:extLst>
          </p:cNvPr>
          <p:cNvSpPr/>
          <p:nvPr/>
        </p:nvSpPr>
        <p:spPr>
          <a:xfrm>
            <a:off x="7475115" y="3658996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aseline="-25000"/>
              <a:t>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B72EE57-CC81-EF4E-A162-F18EBBCDC437}"/>
              </a:ext>
            </a:extLst>
          </p:cNvPr>
          <p:cNvSpPr/>
          <p:nvPr/>
        </p:nvSpPr>
        <p:spPr>
          <a:xfrm>
            <a:off x="7585731" y="5208377"/>
            <a:ext cx="258432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b="1">
                <a:ea typeface="新細明體" panose="02020500000000000000" pitchFamily="18" charset="-120"/>
              </a:rPr>
              <a:t>if  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sz="2000" i="1" err="1">
                <a:ea typeface="新細明體" panose="02020500000000000000" pitchFamily="18" charset="-120"/>
              </a:rPr>
              <a:t>nullable</a:t>
            </a:r>
            <a:r>
              <a:rPr kumimoji="1" lang="en-US" altLang="zh-TW" sz="2000">
                <a:ea typeface="新細明體" panose="02020500000000000000" pitchFamily="18" charset="-120"/>
              </a:rPr>
              <a:t>(</a:t>
            </a:r>
            <a:r>
              <a:rPr kumimoji="1" lang="en-US" altLang="zh-TW" sz="2000" i="1">
                <a:ea typeface="新細明體" panose="02020500000000000000" pitchFamily="18" charset="-120"/>
              </a:rPr>
              <a:t>c</a:t>
            </a:r>
            <a:r>
              <a:rPr kumimoji="1" lang="en-US" altLang="zh-TW" sz="2000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)) </a:t>
            </a:r>
            <a:r>
              <a:rPr kumimoji="1" lang="en-US" altLang="zh-TW" b="1">
                <a:ea typeface="新細明體" panose="02020500000000000000" pitchFamily="18" charset="-120"/>
              </a:rPr>
              <a:t>then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b="1" i="1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  <a:br>
              <a:rPr kumimoji="1" lang="en-US" altLang="zh-TW">
                <a:ea typeface="新細明體" panose="02020500000000000000" pitchFamily="18" charset="-120"/>
              </a:rPr>
            </a:br>
            <a:r>
              <a:rPr kumimoji="1" lang="en-US" altLang="zh-TW" b="1">
                <a:ea typeface="新細明體" panose="02020500000000000000" pitchFamily="18" charset="-120"/>
              </a:rPr>
              <a:t>else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9A3CC0FC-EAAF-E830-4296-016E76443676}"/>
                  </a:ext>
                </a:extLst>
              </p:cNvPr>
              <p:cNvSpPr/>
              <p:nvPr/>
            </p:nvSpPr>
            <p:spPr>
              <a:xfrm>
                <a:off x="6944495" y="4131013"/>
                <a:ext cx="498464" cy="403720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∗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9A3CC0FC-EAAF-E830-4296-016E7644367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4495" y="4131013"/>
                <a:ext cx="498464" cy="403720"/>
              </a:xfrm>
              <a:prstGeom prst="ellipse">
                <a:avLst/>
              </a:prstGeom>
              <a:blipFill>
                <a:blip r:embed="rId4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Box 38">
            <a:extLst>
              <a:ext uri="{FF2B5EF4-FFF2-40B4-BE49-F238E27FC236}">
                <a16:creationId xmlns:a16="http://schemas.microsoft.com/office/drawing/2014/main" id="{87C0D99A-4A69-A2FA-E26D-FEC58FEE4A95}"/>
              </a:ext>
            </a:extLst>
          </p:cNvPr>
          <p:cNvSpPr txBox="1"/>
          <p:nvPr/>
        </p:nvSpPr>
        <p:spPr>
          <a:xfrm>
            <a:off x="6668929" y="415717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B5733AA-F393-677A-8EA3-997F1F52E398}"/>
              </a:ext>
            </a:extLst>
          </p:cNvPr>
          <p:cNvCxnSpPr>
            <a:stCxn id="68" idx="4"/>
          </p:cNvCxnSpPr>
          <p:nvPr/>
        </p:nvCxnSpPr>
        <p:spPr>
          <a:xfrm>
            <a:off x="7193727" y="4534733"/>
            <a:ext cx="1528" cy="19746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Oval 70">
            <a:extLst>
              <a:ext uri="{FF2B5EF4-FFF2-40B4-BE49-F238E27FC236}">
                <a16:creationId xmlns:a16="http://schemas.microsoft.com/office/drawing/2014/main" id="{D6A25640-71B4-B537-E84F-9E8EDCC69945}"/>
              </a:ext>
            </a:extLst>
          </p:cNvPr>
          <p:cNvSpPr/>
          <p:nvPr/>
        </p:nvSpPr>
        <p:spPr>
          <a:xfrm>
            <a:off x="6939568" y="4733982"/>
            <a:ext cx="536000" cy="374705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FA5FDA5-CA4B-9E3B-39D4-9EEEF0D2FCB9}"/>
              </a:ext>
            </a:extLst>
          </p:cNvPr>
          <p:cNvSpPr/>
          <p:nvPr/>
        </p:nvSpPr>
        <p:spPr>
          <a:xfrm>
            <a:off x="7563115" y="4381197"/>
            <a:ext cx="2262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/>
              <a:t>lastpos</a:t>
            </a:r>
            <a:r>
              <a:rPr kumimoji="1" lang="en-US" altLang="zh-TW"/>
              <a:t>(</a:t>
            </a:r>
            <a:r>
              <a:rPr kumimoji="1" lang="en-US" altLang="zh-TW" i="1"/>
              <a:t>c</a:t>
            </a:r>
            <a:r>
              <a:rPr kumimoji="1" lang="en-US" altLang="zh-TW" baseline="-25000"/>
              <a:t>1</a:t>
            </a:r>
            <a:r>
              <a:rPr kumimoji="1" lang="en-US" altLang="zh-TW"/>
              <a:t>)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9902877A-0D47-2AE1-99AA-F068A43C5527}"/>
                  </a:ext>
                </a:extLst>
              </p:cNvPr>
              <p:cNvSpPr/>
              <p:nvPr/>
            </p:nvSpPr>
            <p:spPr>
              <a:xfrm>
                <a:off x="6894480" y="5318613"/>
                <a:ext cx="552716" cy="396326"/>
              </a:xfrm>
              <a:prstGeom prst="ellipse">
                <a:avLst/>
              </a:prstGeom>
              <a:solidFill>
                <a:srgbClr val="0E47A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.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9902877A-0D47-2AE1-99AA-F068A43C55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4480" y="5318613"/>
                <a:ext cx="552716" cy="396326"/>
              </a:xfrm>
              <a:prstGeom prst="ellipse">
                <a:avLst/>
              </a:prstGeom>
              <a:blipFill>
                <a:blip r:embed="rId4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TextBox 38">
            <a:extLst>
              <a:ext uri="{FF2B5EF4-FFF2-40B4-BE49-F238E27FC236}">
                <a16:creationId xmlns:a16="http://schemas.microsoft.com/office/drawing/2014/main" id="{ED68D83F-53FC-2677-B1DA-F4383E1DB153}"/>
              </a:ext>
            </a:extLst>
          </p:cNvPr>
          <p:cNvSpPr txBox="1"/>
          <p:nvPr/>
        </p:nvSpPr>
        <p:spPr>
          <a:xfrm>
            <a:off x="6617333" y="520533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n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B6908D54-7721-DB5C-5B3E-39F4ADB65E8B}"/>
              </a:ext>
            </a:extLst>
          </p:cNvPr>
          <p:cNvSpPr/>
          <p:nvPr/>
        </p:nvSpPr>
        <p:spPr>
          <a:xfrm>
            <a:off x="6366072" y="587882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="0" baseline="-25000"/>
              <a:t>1</a:t>
            </a:r>
            <a:endParaRPr lang="en-US" baseline="-2500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93624159-A7BC-C536-7331-27B5E34E0064}"/>
              </a:ext>
            </a:extLst>
          </p:cNvPr>
          <p:cNvCxnSpPr>
            <a:stCxn id="73" idx="5"/>
            <a:endCxn id="78" idx="0"/>
          </p:cNvCxnSpPr>
          <p:nvPr/>
        </p:nvCxnSpPr>
        <p:spPr>
          <a:xfrm>
            <a:off x="7366253" y="5656898"/>
            <a:ext cx="334439" cy="25264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2132B7F6-5E00-F609-8E66-D5270E92C2E4}"/>
              </a:ext>
            </a:extLst>
          </p:cNvPr>
          <p:cNvCxnSpPr>
            <a:stCxn id="73" idx="3"/>
            <a:endCxn id="75" idx="0"/>
          </p:cNvCxnSpPr>
          <p:nvPr/>
        </p:nvCxnSpPr>
        <p:spPr>
          <a:xfrm flipH="1">
            <a:off x="6634072" y="5656898"/>
            <a:ext cx="341351" cy="22192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Oval 77">
            <a:extLst>
              <a:ext uri="{FF2B5EF4-FFF2-40B4-BE49-F238E27FC236}">
                <a16:creationId xmlns:a16="http://schemas.microsoft.com/office/drawing/2014/main" id="{93201CA0-4188-B002-7BAB-22804C360A37}"/>
              </a:ext>
            </a:extLst>
          </p:cNvPr>
          <p:cNvSpPr/>
          <p:nvPr/>
        </p:nvSpPr>
        <p:spPr>
          <a:xfrm>
            <a:off x="7432692" y="5909547"/>
            <a:ext cx="536000" cy="422526"/>
          </a:xfrm>
          <a:prstGeom prst="ellipse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0"/>
              <a:t>c</a:t>
            </a:r>
            <a:r>
              <a:rPr lang="en-US" baseline="-25000"/>
              <a:t>2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6FEE14D-6C09-E26A-19CB-BA39E70D2E03}"/>
              </a:ext>
            </a:extLst>
          </p:cNvPr>
          <p:cNvSpPr/>
          <p:nvPr/>
        </p:nvSpPr>
        <p:spPr>
          <a:xfrm>
            <a:off x="8056756" y="3302130"/>
            <a:ext cx="26266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</a:pP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1</a:t>
            </a:r>
            <a:r>
              <a:rPr kumimoji="1" lang="en-US" altLang="zh-TW">
                <a:ea typeface="新細明體" panose="02020500000000000000" pitchFamily="18" charset="-120"/>
              </a:rPr>
              <a:t>) </a:t>
            </a:r>
            <a:r>
              <a:rPr kumimoji="1" lang="en-US" altLang="zh-TW" b="1">
                <a:ea typeface="新細明體" panose="02020500000000000000" pitchFamily="18" charset="-120"/>
                <a:sym typeface="Symbol" pitchFamily="18" charset="2"/>
              </a:rPr>
              <a:t></a:t>
            </a:r>
            <a:r>
              <a:rPr kumimoji="1" lang="en-US" altLang="zh-TW">
                <a:ea typeface="新細明體" panose="02020500000000000000" pitchFamily="18" charset="-120"/>
              </a:rPr>
              <a:t> </a:t>
            </a:r>
            <a:r>
              <a:rPr kumimoji="1" lang="en-US" altLang="zh-TW" i="1" err="1">
                <a:ea typeface="新細明體" panose="02020500000000000000" pitchFamily="18" charset="-120"/>
              </a:rPr>
              <a:t>lastpos</a:t>
            </a:r>
            <a:r>
              <a:rPr kumimoji="1" lang="en-US" altLang="zh-TW">
                <a:ea typeface="新細明體" panose="02020500000000000000" pitchFamily="18" charset="-120"/>
              </a:rPr>
              <a:t>(</a:t>
            </a:r>
            <a:r>
              <a:rPr kumimoji="1" lang="en-US" altLang="zh-TW" i="1">
                <a:ea typeface="新細明體" panose="02020500000000000000" pitchFamily="18" charset="-120"/>
              </a:rPr>
              <a:t>c</a:t>
            </a:r>
            <a:r>
              <a:rPr kumimoji="1" lang="en-US" altLang="zh-TW" baseline="-25000">
                <a:ea typeface="新細明體" panose="02020500000000000000" pitchFamily="18" charset="-120"/>
              </a:rPr>
              <a:t>2</a:t>
            </a:r>
            <a:r>
              <a:rPr kumimoji="1" lang="en-US" altLang="zh-TW">
                <a:ea typeface="新細明體" panose="02020500000000000000" pitchFamily="18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9603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dur="1" fill="hold" grpId="0" nodeType="click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dur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3" grpId="0"/>
      <p:bldP spid="25" grpId="0"/>
      <p:bldP spid="30" grpId="0"/>
      <p:bldP spid="32" grpId="0"/>
      <p:bldP spid="37" grpId="0"/>
      <p:bldP spid="44" grpId="0"/>
      <p:bldP spid="46" grpId="0"/>
      <p:bldP spid="58" grpId="0" animBg="1"/>
      <p:bldP spid="60" grpId="0"/>
      <p:bldP spid="61" grpId="0" animBg="1"/>
      <p:bldP spid="62" grpId="0"/>
      <p:bldP spid="63" grpId="0" animBg="1"/>
      <p:bldP spid="66" grpId="0" animBg="1"/>
      <p:bldP spid="67" grpId="0"/>
      <p:bldP spid="68" grpId="0" animBg="1"/>
      <p:bldP spid="69" grpId="0"/>
      <p:bldP spid="71" grpId="0" animBg="1"/>
      <p:bldP spid="72" grpId="0"/>
      <p:bldP spid="73" grpId="0" animBg="1"/>
      <p:bldP spid="74" grpId="0"/>
      <p:bldP spid="75" grpId="0" animBg="1"/>
      <p:bldP spid="78" grpId="0" animBg="1"/>
      <p:bldP spid="7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9198-C1E8-9533-15A1-50CF4092E42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BEBFFD32-8A8F-06C5-F33A-6658E2E5FC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3686310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E124FC-7168-DAEC-5D30-13A2B9400918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E124FC-7168-DAEC-5D30-13A2B9400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3BA177-A91F-CFCB-89F3-BB2C4B498C4C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3BA177-A91F-CFCB-89F3-BB2C4B498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84EF45-F090-4304-9877-08312298FB8D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84EF45-F090-4304-9877-08312298F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938FE8-4189-C03A-20DF-ABBAE71D0C4C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2F4FAAD-98D3-1D16-7DB3-DFBEAB76B2F8}"/>
              </a:ext>
            </a:extLst>
          </p:cNvPr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094DC0B-B628-8368-8E1E-6DC54F721C93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BF539-E9AD-9390-B811-793CF5A254B3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BBE6B36-B740-ACE7-354E-A0A781E27637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3D0EC6-AF44-D230-D793-6C3BD5F99FC0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43D0EC6-AF44-D230-D793-6C3BD5F99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21E6A15-9F67-2881-4D41-3C395AFF03F3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9A952A-6CF5-0B62-EFEB-FCF950F44F30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9A952A-6CF5-0B62-EFEB-FCF950F44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680C32-DCC0-C21B-918E-CB26DFD1386F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7680C32-DCC0-C21B-918E-CB26DFD13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662299-B1DB-A261-BA5A-C2657440F697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662299-B1DB-A261-BA5A-C2657440F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8C3CBB-335A-3040-3A61-F36D6D58AC83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8C3CBB-335A-3040-3A61-F36D6D58A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9B0645-62DC-3D44-15E2-9BCDCE0F64FB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9B0645-62DC-3D44-15E2-9BCDCE0F6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>
                <a:blip r:embed="rId10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6E36E8-DDA1-2405-6B5B-4F830EF39A73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96E36E8-DDA1-2405-6B5B-4F830EF39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>
                <a:blip r:embed="rId11"/>
                <a:stretch>
                  <a:fillRect l="-6452" r="-82258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6E10EC1-49B5-8B7E-58B0-A86CD784B938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6E10EC1-49B5-8B7E-58B0-A86CD784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>
                <a:blip r:embed="rId12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3EDD23-091E-92A0-5286-9437EAF7EDF0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A3EDD23-091E-92A0-5286-9437EAF7E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>
                <a:blip r:embed="rId13"/>
                <a:stretch>
                  <a:fillRect l="-4478" r="-70149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241452-DCD9-3D6C-8CCF-C03084A6E8E5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241452-DCD9-3D6C-8CCF-C03084A6E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03CC6AF-A4E1-7AD1-8E05-B38A2D19D803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03CC6AF-A4E1-7AD1-8E05-B38A2D19D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>
                <a:blip r:embed="rId15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B7F09E-4D6B-2C9F-8446-AE3960AD7C9C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4B7F09E-4D6B-2C9F-8446-AE3960AD7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>
                <a:blip r:embed="rId1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097768D-98AB-0D68-F54A-7EDBF8221A2D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097768D-98AB-0D68-F54A-7EDBF8221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>
                <a:blip r:embed="rId17"/>
                <a:stretch>
                  <a:fillRect l="-4762" r="-125397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EA61A1-117F-9226-E4A6-2C1B319756E3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EA61A1-117F-9226-E4A6-2C1B31975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>
                <a:blip r:embed="rId1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7B00B95-EBAC-D2B1-68C3-CA0468F3249B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21CBC4B-394A-3BEB-0259-5147360097F2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29C198C-A65D-47B8-1D42-624C74265C6E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8EDA36-D723-F24A-502A-A044DA5BFA47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88EDA36-D723-F24A-502A-A044DA5BF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>
                <a:blip r:embed="rId1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E3DE77-CC1E-0FE6-DC8D-9E5DD5332ED2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4E3DE77-CC1E-0FE6-DC8D-9E5DD5332E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>
                <a:blip r:embed="rId20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A61B4F3-49D9-82A2-1733-B04D8DC8650F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A61B4F3-49D9-82A2-1733-B04D8DC86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>
                <a:blip r:embed="rId21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69E0A2-F018-C494-4B07-BE2A0228B28D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F69E0A2-F018-C494-4B07-BE2A0228B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>
                <a:blip r:embed="rId22"/>
                <a:stretch>
                  <a:fillRect l="-6452" r="-35484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719C08-A19C-71A6-3A98-A9000DA48832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A29840-885B-A38F-2CD4-75FA2636A177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588F9BE-8F2B-073D-7078-4AB1A8AF202C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29585A8-04C2-BD83-80FC-7DEBAE466B4C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429585A8-04C2-BD83-80FC-7DEBAE466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>
                <a:blip r:embed="rId2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F0889F-3FA8-29EF-9CD7-C4B935D0F865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1F0889F-3FA8-29EF-9CD7-C4B935D0F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>
                <a:blip r:embed="rId24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A7B663-DFB5-A525-F6EC-0F901E637527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0A7B663-DFB5-A525-F6EC-0F901E637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>
                <a:blip r:embed="rId25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C61D962-EB2F-9A87-AC87-B639D75A4CC4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C61D962-EB2F-9A87-AC87-B639D75A4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>
                <a:blip r:embed="rId2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40EFB89-B964-2844-B0AB-09736DD7329B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46FB6F46-D0D4-8463-1E9D-BDC837834C8B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7C3ED5E-9B14-5F60-984F-980FDE30EDDA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DC3A88-14BB-2AF9-44B5-BBB08D309081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3DC3A88-14BB-2AF9-44B5-BBB08D309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>
                <a:blip r:embed="rId2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57D6F5-BBB7-0302-36CD-E062F1411D39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957D6F5-BBB7-0302-36CD-E062F1411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>
                <a:blip r:embed="rId2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DB391FC-09E1-5089-F80D-03C2BB2B7BCB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DB391FC-09E1-5089-F80D-03C2BB2B7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>
                <a:blip r:embed="rId29"/>
                <a:stretch>
                  <a:fillRect l="-4762" r="-12539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1B05CEA-CFCD-60A7-FF2E-777C6F737ED0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1B05CEA-CFCD-60A7-FF2E-777C6F737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>
                <a:blip r:embed="rId30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FD37D45-6F7C-E023-09AB-C6F46BCD7F88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FD37D45-6F7C-E023-09AB-C6F46BCD7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85CC00B-64FE-494D-B765-C0E43E06636E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85CC00B-64FE-494D-B765-C0E43E066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986FDD-EF7A-AA86-3F1B-DBFFF96F147F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DA986FDD-EF7A-AA86-3F1B-DBFFF96F14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FE8F742E-F5ED-8EB1-79CE-7B76379D3E11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2878ED8-974B-D07D-953B-B32FFB3B846E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C9C3D55-0467-5FAC-9C30-C8F6E5369B60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C9C3D55-0467-5FAC-9C30-C8F6E5369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B384275-8B6B-C498-F4C8-2A0286A320E7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B384275-8B6B-C498-F4C8-2A0286A32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43926A9-517E-F921-1FE9-BBB4E4CD15EA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43926A9-517E-F921-1FE9-BBB4E4CD1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00BFAB-71E2-E4B5-E7FE-658945E1E414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600BFAB-71E2-E4B5-E7FE-658945E1E4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7B4835-822A-DFB7-AB14-350B213B0863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B7B4835-822A-DFB7-AB14-350B213B0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4CD7CC9-B1D9-38CB-0830-C6F5F8FF0E61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4CD7CC9-B1D9-38CB-0830-C6F5F8FF0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0D4FA20D-341C-DFC2-BA95-BFC66AF5964E}"/>
              </a:ext>
            </a:extLst>
          </p:cNvPr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id="{EE932ADF-21FF-8479-7B9F-F3BD821F8B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1209442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0442FE7-5D55-361B-2DF3-9F9B65438FDD}"/>
                  </a:ext>
                </a:extLst>
              </p:cNvPr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0442FE7-5D55-361B-2DF3-9F9B65438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>
                <a:blip r:embed="rId40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37FB55B-7227-6F52-B1AC-7CC20B2BC548}"/>
                  </a:ext>
                </a:extLst>
              </p:cNvPr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437FB55B-7227-6F52-B1AC-7CC20B2BC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>
                <a:blip r:embed="rId41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116CA61-C29C-D995-CCC1-68F0F5484B01}"/>
              </a:ext>
            </a:extLst>
          </p:cNvPr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B5C3F44-4895-29D3-489E-58730C778244}"/>
              </a:ext>
            </a:extLst>
          </p:cNvPr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B6DBE1B-D9AB-9B07-E983-0C9897E89CFA}"/>
              </a:ext>
            </a:extLst>
          </p:cNvPr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DCD7F8A-7CAD-98C8-6AD6-B63ED9CA351C}"/>
                  </a:ext>
                </a:extLst>
              </p:cNvPr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DCD7F8A-7CAD-98C8-6AD6-B63ED9CA3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>
                <a:blip r:embed="rId42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BDFACC-D327-A8C3-9B19-8FC6C5F40EF5}"/>
                  </a:ext>
                </a:extLst>
              </p:cNvPr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BBDFACC-D327-A8C3-9B19-8FC6C5F40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>
                <a:blip r:embed="rId4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806D8FB-C731-E82E-C85C-9705639C7161}"/>
                  </a:ext>
                </a:extLst>
              </p:cNvPr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806D8FB-C731-E82E-C85C-9705639C7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33F6006-0209-8AFA-2E95-09FB876B72D7}"/>
                  </a:ext>
                </a:extLst>
              </p:cNvPr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33F6006-0209-8AFA-2E95-09FB876B7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1E897D1-F162-0768-1FB5-AC7EBBF9E093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 smtClean="0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) = {5}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 smtClean="0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1E897D1-F162-0768-1FB5-AC7EBBF9E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>
                <a:blip r:embed="rId46"/>
                <a:stretch>
                  <a:fillRect b="-4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angle 70">
            <a:extLst>
              <a:ext uri="{FF2B5EF4-FFF2-40B4-BE49-F238E27FC236}">
                <a16:creationId xmlns:a16="http://schemas.microsoft.com/office/drawing/2014/main" id="{F2C50AF4-CB7E-2821-D3AF-0C826D412A0D}"/>
              </a:ext>
            </a:extLst>
          </p:cNvPr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8E13632-8AA2-F1D4-24D4-E90139082E8B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9B58B046-6FDF-9FEE-70DF-10A72142D78A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urved Connector 74">
            <a:extLst>
              <a:ext uri="{FF2B5EF4-FFF2-40B4-BE49-F238E27FC236}">
                <a16:creationId xmlns:a16="http://schemas.microsoft.com/office/drawing/2014/main" id="{DB8EBB97-E14B-6C16-B826-A0CC6215DE54}"/>
              </a:ext>
            </a:extLst>
          </p:cNvPr>
          <p:cNvCxnSpPr/>
          <p:nvPr/>
        </p:nvCxnSpPr>
        <p:spPr>
          <a:xfrm rot="5400000" flipH="1">
            <a:off x="3933206" y="2402197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775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5" grpId="0"/>
      <p:bldP spid="66" grpId="0"/>
      <p:bldP spid="67" grpId="0"/>
      <p:bldP spid="68" grpId="0"/>
      <p:bldP spid="6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72F5E-1DC3-80ED-B40C-C9D5AAC7AFE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071179A-7844-EA29-B4E8-0B35CFC228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6391602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D9988-A388-943B-8F98-9AD45F704422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6AD9988-A388-943B-8F98-9AD45F704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E767BB-9D4F-C549-058B-6C7BD49276D8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CE767BB-9D4F-C549-058B-6C7BD4927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2F4670-947C-D5AE-DD60-080B16B2E346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2F4670-947C-D5AE-DD60-080B16B2E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638405-333F-33F7-45CC-AFDD4B45F31C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7091F0-42EC-7598-8F8B-36A4FED278C7}"/>
              </a:ext>
            </a:extLst>
          </p:cNvPr>
          <p:cNvCxnSpPr/>
          <p:nvPr/>
        </p:nvCxnSpPr>
        <p:spPr>
          <a:xfrm>
            <a:off x="1467972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B5B4405-CF33-5ACF-5601-AF55DF436408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E4F4DC-B8BD-2F14-0154-0643479E7D45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672A84-700E-0134-5F61-070D32F44725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41D3BB-B1FD-73D4-0606-EB018E0ECF36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141D3BB-B1FD-73D4-0606-EB018E0EC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6579F42D-FADE-1DA0-7090-17FC1B9B972B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A9361C-1473-BA5E-35FA-59459BA45393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DA9361C-1473-BA5E-35FA-59459BA45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4ED28D-5A68-6ECD-7589-174E749BF93F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C4ED28D-5A68-6ECD-7589-174E749BF9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A3A6A4-B702-7FAE-195A-A80575A44974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0A3A6A4-B702-7FAE-195A-A80575A44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C265BF-59B3-8FDC-91D7-D6347AEFDBDC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C265BF-59B3-8FDC-91D7-D6347AEFD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3716F1-A2E1-727D-B656-561C063D193D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3716F1-A2E1-727D-B656-561C063D1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>
                <a:blip r:embed="rId10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33AF1B-0A59-C845-4BF2-0C215AD5DC69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A33AF1B-0A59-C845-4BF2-0C215AD5D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>
                <a:blip r:embed="rId11"/>
                <a:stretch>
                  <a:fillRect l="-6452" r="-82258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DACE83-1F31-34BA-EE86-9615546038EF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FDACE83-1F31-34BA-EE86-9615546038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>
                <a:blip r:embed="rId12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2AC603-DCBA-9107-3274-ACE941D44230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F2AC603-DCBA-9107-3274-ACE941D44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>
                <a:blip r:embed="rId13"/>
                <a:stretch>
                  <a:fillRect l="-4478" r="-70149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7E5A37C-FD22-3B35-02ED-242DAA09B463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7E5A37C-FD22-3B35-02ED-242DAA09B4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3B84DA-5ACB-D569-96FA-18DB2B0A0041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D3B84DA-5ACB-D569-96FA-18DB2B0A0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>
                <a:blip r:embed="rId15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F98E1D1-FE49-620E-AE64-40B3664FDBD6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F98E1D1-FE49-620E-AE64-40B3664FD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>
                <a:blip r:embed="rId1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F7549D-FE62-73DF-D1D8-18D7862363A4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4F7549D-FE62-73DF-D1D8-18D7862363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>
                <a:blip r:embed="rId17"/>
                <a:stretch>
                  <a:fillRect l="-4762" r="-125397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D96B9B-F4D9-D7CB-E15B-2C593C38AB44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7D96B9B-F4D9-D7CB-E15B-2C593C38A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>
                <a:blip r:embed="rId1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BD73963-8250-A8F9-F262-298FA9FC9840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BDBC5CF-CC9D-B5B0-C689-7EF795E16696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D70E133-2910-F92F-8456-BAE60BC415B0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653AE8-DAD6-ED3C-7951-5140634A9ABA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E653AE8-DAD6-ED3C-7951-5140634A9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>
                <a:blip r:embed="rId1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DC48932-C555-9756-F235-A0B26DB84636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DC48932-C555-9756-F235-A0B26DB846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>
                <a:blip r:embed="rId20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56963F5-5637-6DD5-0816-5D491D1FEDA9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756963F5-5637-6DD5-0816-5D491D1FE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>
                <a:blip r:embed="rId21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E818A9-7396-0A67-AE2E-DEE96E912926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DE818A9-7396-0A67-AE2E-DEE96E912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>
                <a:blip r:embed="rId22"/>
                <a:stretch>
                  <a:fillRect l="-6452" r="-35484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D05FEEA-F71E-DC33-248D-5CE6C3E602F1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9EAC75-9F85-ACF0-3152-A890E089D0C4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B2131D1-C6A0-2F22-0105-906900DEFEB2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7FF6B3A-5CFD-8799-468C-BA46F9CB506C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7FF6B3A-5CFD-8799-468C-BA46F9CB5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>
                <a:blip r:embed="rId2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D2098B-41BA-82C2-0684-09B3154FEEFE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3D2098B-41BA-82C2-0684-09B3154FE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>
                <a:blip r:embed="rId24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41742D7-6939-A6E3-8713-EECE2F8D4893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41742D7-6939-A6E3-8713-EECE2F8D4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>
                <a:blip r:embed="rId25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E55935-C25B-A114-AD6B-CF1343477090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DE55935-C25B-A114-AD6B-CF1343477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>
                <a:blip r:embed="rId2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D3F26DE-9938-FF37-994C-CC9A969CDB24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F3E4183-33A0-FF87-30F9-335B9E6DD99F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8F75348-3E58-3D3D-851D-3E03A80A3BCC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15B1FE-EE73-698E-4F4A-9F798885CCDB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E515B1FE-EE73-698E-4F4A-9F798885C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>
                <a:blip r:embed="rId2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983C6B-3B0D-1275-E072-C722CEECF609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5983C6B-3B0D-1275-E072-C722CEECF6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>
                <a:blip r:embed="rId2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6A2090-75BC-D7D2-7070-BA901D1308F8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6A2090-75BC-D7D2-7070-BA901D130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>
                <a:blip r:embed="rId29"/>
                <a:stretch>
                  <a:fillRect l="-4762" r="-12539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06E8E7-BE26-6C5D-C05E-BCF79B0D7644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E06E8E7-BE26-6C5D-C05E-BCF79B0D7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>
                <a:blip r:embed="rId30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0286FCD-B096-CC3C-95E8-8E9A67992B92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0286FCD-B096-CC3C-95E8-8E9A67992B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3C4CD0-EABD-4295-A6DF-3752CED4A5DC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B3C4CD0-EABD-4295-A6DF-3752CED4A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2CACFB-C22C-20BA-90CA-FCA135ED26FA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A92CACFB-C22C-20BA-90CA-FCA135ED2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153ACDEB-347A-1428-1491-FFD4C18A5C61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F84E15-F7D0-D78D-D3F2-DC42086B47DD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7975146-B5C8-0654-61DF-837A0169B291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7975146-B5C8-0654-61DF-837A0169B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99A4E6F-2ED0-D0AD-1D4E-2D668562D4D6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B99A4E6F-2ED0-D0AD-1D4E-2D668562D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25C1683-DF3D-FE91-00FE-0AF693F70B96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25C1683-DF3D-FE91-00FE-0AF693F70B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80E4717-31B7-8B9F-4F14-73735CE64FF8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80E4717-31B7-8B9F-4F14-73735CE64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7ECCC40-51D4-772A-DD38-13E569933996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7ECCC40-51D4-772A-DD38-13E569933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B907BF8-C014-ABD7-1634-43C1F46F5B07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B907BF8-C014-ABD7-1634-43C1F46F5B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52E4FF1C-AFBF-6EF4-3A05-FE0210A20AA1}"/>
              </a:ext>
            </a:extLst>
          </p:cNvPr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id="{2E6C73BC-80DF-BAA7-6DD4-7EC920AAA2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8597018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9EAC126-AAFE-87D6-CDBC-07584AA251FE}"/>
                  </a:ext>
                </a:extLst>
              </p:cNvPr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9EAC126-AAFE-87D6-CDBC-07584AA25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>
                <a:blip r:embed="rId40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802728B-260D-242A-7F96-83E2D316E9E1}"/>
                  </a:ext>
                </a:extLst>
              </p:cNvPr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802728B-260D-242A-7F96-83E2D316E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>
                <a:blip r:embed="rId41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00B2568-EE47-F361-6BFE-B291CA8147FA}"/>
              </a:ext>
            </a:extLst>
          </p:cNvPr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5B9AC5FE-891D-8410-DB66-00954B726426}"/>
              </a:ext>
            </a:extLst>
          </p:cNvPr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3017F32-8AAD-15FB-DD51-65B52448EB69}"/>
              </a:ext>
            </a:extLst>
          </p:cNvPr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E9C6C9F-434F-6067-F0DC-031CFF1344A3}"/>
                  </a:ext>
                </a:extLst>
              </p:cNvPr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E9C6C9F-434F-6067-F0DC-031CFF134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>
                <a:blip r:embed="rId42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6962482-7702-4DA5-BAAD-514F80C9D2BE}"/>
                  </a:ext>
                </a:extLst>
              </p:cNvPr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6962482-7702-4DA5-BAAD-514F80C9D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>
                <a:blip r:embed="rId4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5138D53-E1E8-B621-F0A2-1A2CA5519CD3}"/>
                  </a:ext>
                </a:extLst>
              </p:cNvPr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5138D53-E1E8-B621-F0A2-1A2CA5519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435944E-9592-27D4-3797-D6630C608220}"/>
                  </a:ext>
                </a:extLst>
              </p:cNvPr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B435944E-9592-27D4-3797-D6630C6082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0E496A-B26F-738F-8614-04C9ED371F8B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1D0E496A-B26F-738F-8614-04C9ED371F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>
                <a:blip r:embed="rId46"/>
                <a:stretch>
                  <a:fillRect b="-4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Content Placeholder 3">
            <a:extLst>
              <a:ext uri="{FF2B5EF4-FFF2-40B4-BE49-F238E27FC236}">
                <a16:creationId xmlns:a16="http://schemas.microsoft.com/office/drawing/2014/main" id="{70CEC7C7-DC43-50C0-7F5F-8C52D8541C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5082785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B52CCCA5-DA75-3CA4-431A-9BA539CCB728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5C328C5-7D11-2ED2-5CD9-CD4EAFAEB290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urved Connector 74">
            <a:extLst>
              <a:ext uri="{FF2B5EF4-FFF2-40B4-BE49-F238E27FC236}">
                <a16:creationId xmlns:a16="http://schemas.microsoft.com/office/drawing/2014/main" id="{87976F90-1F6C-196C-F9D2-F7C19FFA45E5}"/>
              </a:ext>
            </a:extLst>
          </p:cNvPr>
          <p:cNvCxnSpPr/>
          <p:nvPr/>
        </p:nvCxnSpPr>
        <p:spPr>
          <a:xfrm rot="5400000" flipH="1">
            <a:off x="3303526" y="2931294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546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5" grpId="0"/>
      <p:bldP spid="66" grpId="0"/>
      <p:bldP spid="67" grpId="0"/>
      <p:bldP spid="68" grpId="0"/>
      <p:bldP spid="6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F7A6-402A-1489-3CE3-22A57A1A66B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7EC6FF6-3FA3-F26E-E9DC-34DD816C09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9719414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DDBC88-7B5D-4B01-AE89-8C33E81F6A70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DDBC88-7B5D-4B01-AE89-8C33E81F6A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4A32A5-1FF5-47F4-9D45-ADFE8D551963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B4A32A5-1FF5-47F4-9D45-ADFE8D551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936AB9-C637-8249-E6C7-110F4C21E3A8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3936AB9-C637-8249-E6C7-110F4C21E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3377C80-21D8-A40D-ADCB-9C25B33C078E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324C38-091A-1AAE-8A82-A111245C4890}"/>
              </a:ext>
            </a:extLst>
          </p:cNvPr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EA4273-2EBD-25E8-7A04-BC497B7D6BC7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2FFD0E-EF8D-281C-8DB1-A12D48DEBABF}"/>
              </a:ext>
            </a:extLst>
          </p:cNvPr>
          <p:cNvCxnSpPr/>
          <p:nvPr/>
        </p:nvCxnSpPr>
        <p:spPr>
          <a:xfrm>
            <a:off x="2028825" y="3705924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5B6CEB2-D31B-083A-C71E-35131BBE8609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4AD20B-53AF-46E0-9562-51073A713DE7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24AD20B-53AF-46E0-9562-51073A713D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17AB9F6-10CF-D3DA-61CB-3817B36B0C43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2F9721-BF38-F992-FDD8-B2CC3598AD78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C2F9721-BF38-F992-FDD8-B2CC3598AD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155EA7-C9E2-F000-1610-81304C6BD36F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D155EA7-C9E2-F000-1610-81304C6BD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C1A734-F049-912B-36A0-08FB36EA7F0C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6C1A734-F049-912B-36A0-08FB36EA7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8DAEC4-612E-E804-29AE-E1125B05E406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D8DAEC4-612E-E804-29AE-E1125B05E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88ACFF-CCED-F00C-931D-2A1BB78FBA6E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888ACFF-CCED-F00C-931D-2A1BB78FBA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>
                <a:blip r:embed="rId10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5EE851-1DF1-D4B1-274D-6A9D264FB690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5EE851-1DF1-D4B1-274D-6A9D264FB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>
                <a:blip r:embed="rId11"/>
                <a:stretch>
                  <a:fillRect l="-6452" r="-82258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6B1618-DEB8-47BD-A417-AB0B32F22DEE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D6B1618-DEB8-47BD-A417-AB0B32F22D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>
                <a:blip r:embed="rId12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03B24A-5E72-C396-1280-BF872F86A811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603B24A-5E72-C396-1280-BF872F86A8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>
                <a:blip r:embed="rId13"/>
                <a:stretch>
                  <a:fillRect l="-4478" r="-70149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F1C13B-FEA7-1194-0A18-39E97CAC59F0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DF1C13B-FEA7-1194-0A18-39E97CAC5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6C2DE4-4867-B40B-6A6E-5CB7D5C8D679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6C2DE4-4867-B40B-6A6E-5CB7D5C8D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>
                <a:blip r:embed="rId15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E0777F-D389-786C-5808-FA93C2913DC2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9E0777F-D389-786C-5808-FA93C2913D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>
                <a:blip r:embed="rId1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CEBDDE-7EB5-3303-92F7-B2C856D7B34B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4CEBDDE-7EB5-3303-92F7-B2C856D7B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>
                <a:blip r:embed="rId17"/>
                <a:stretch>
                  <a:fillRect l="-4762" r="-125397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E3CEF5-B70C-4E2C-AFE9-460F2B6C86F5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E3CEF5-B70C-4E2C-AFE9-460F2B6C8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>
                <a:blip r:embed="rId1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3D4FF47-2030-6FF2-3364-B2844A327220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A37DD66-C4F8-3B33-E7B8-3203AE7C1217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2F0BB43-795B-7898-720A-BA9D199AC409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D16992-9A95-D7BD-48DA-161695F93DD1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1D16992-9A95-D7BD-48DA-161695F93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>
                <a:blip r:embed="rId1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EA44E2-B27F-598B-8A37-339456940436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EA44E2-B27F-598B-8A37-339456940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>
                <a:blip r:embed="rId20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5BFB1C0-0429-589B-6137-8D35368D4533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5BFB1C0-0429-589B-6137-8D35368D4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>
                <a:blip r:embed="rId21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14578F-9227-03AD-99DF-26493E7C51AB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F14578F-9227-03AD-99DF-26493E7C5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>
                <a:blip r:embed="rId22"/>
                <a:stretch>
                  <a:fillRect l="-6452" r="-35484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0D7C96-8559-F143-1271-BD9062DDC7D0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F6448A4-8BF5-D2D3-A38E-009AEAC3E897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9454487-6A46-B5ED-35E2-38B7F5A4C2DA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C9FA3D-7B4A-D548-4FE4-0473523067C4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9C9FA3D-7B4A-D548-4FE4-0473523067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>
                <a:blip r:embed="rId2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9BE60F-41EA-A90D-8897-37D9888A2DD1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C9BE60F-41EA-A90D-8897-37D9888A2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>
                <a:blip r:embed="rId24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EF355A-8FCC-47FC-C5A7-FFAEF751B472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EEF355A-8FCC-47FC-C5A7-FFAEF751B4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>
                <a:blip r:embed="rId25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938CA2D-9EDA-8459-7A8E-0136C0C0A45A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938CA2D-9EDA-8459-7A8E-0136C0C0A4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>
                <a:blip r:embed="rId2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35AB74C-B622-7996-0AAD-CB4C3E92BE2B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3F8100A-44E6-7D1B-FEAD-8D4CFC6FFEB3}"/>
              </a:ext>
            </a:extLst>
          </p:cNvPr>
          <p:cNvCxnSpPr/>
          <p:nvPr/>
        </p:nvCxnSpPr>
        <p:spPr>
          <a:xfrm>
            <a:off x="3956506" y="2110987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892BCC58-33E8-276B-D77C-B70628B916BC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5D56B7-A387-2046-86DA-DD94F9821D6A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D5D56B7-A387-2046-86DA-DD94F9821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>
                <a:blip r:embed="rId2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04E27B8-CB0A-7479-CB4E-2862D6E3F3CC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04E27B8-CB0A-7479-CB4E-2862D6E3F3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>
                <a:blip r:embed="rId2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D2BA8C8-5042-57DE-AE24-6EA3A2F3C8E7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D2BA8C8-5042-57DE-AE24-6EA3A2F3C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>
                <a:blip r:embed="rId29"/>
                <a:stretch>
                  <a:fillRect l="-4762" r="-12539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A7D6085-ACE6-8071-5662-2729C739A66E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A7D6085-ACE6-8071-5662-2729C739A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>
                <a:blip r:embed="rId30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26D427-D185-8BF9-3F69-BB58D9B9B223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26D427-D185-8BF9-3F69-BB58D9B9B2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475D015-2917-297A-E6D8-539AD2E035C3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475D015-2917-297A-E6D8-539AD2E03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38493D3-1744-803B-056A-21BE0D5D1A4F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38493D3-1744-803B-056A-21BE0D5D1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FAB4C45B-DC35-F571-AADD-C88EE341EE91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73DDC6-C843-76D1-1125-61F5DE954B87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83B1B4A-E4BE-8D8C-DA1D-B58809E5373C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83B1B4A-E4BE-8D8C-DA1D-B58809E53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314C1D9-6934-D630-DD60-6B5D41476CAD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314C1D9-6934-D630-DD60-6B5D41476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BAC94E1-4989-97A1-C5BC-5CCA5F1A39B5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BAC94E1-4989-97A1-C5BC-5CCA5F1A39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995A803-F30B-186D-59F1-08DE34E5A2F2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D995A803-F30B-186D-59F1-08DE34E5A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1B1CFBA-AA4F-79EF-8723-04F92504E20C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1B1CFBA-AA4F-79EF-8723-04F92504E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7752F03-1A83-DFE2-EE9B-B79318CCE34C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7752F03-1A83-DFE2-EE9B-B79318CCE3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30A18D0A-AA0B-CB46-2AA4-C69A083DF499}"/>
              </a:ext>
            </a:extLst>
          </p:cNvPr>
          <p:cNvSpPr/>
          <p:nvPr/>
        </p:nvSpPr>
        <p:spPr>
          <a:xfrm>
            <a:off x="4443390" y="3430275"/>
            <a:ext cx="4306722" cy="2945336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id="{A7B9D554-A08E-380E-4F38-1B2B0C4ED8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621221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1FC8889-1796-A0A2-04A7-50A32CD03141}"/>
                  </a:ext>
                </a:extLst>
              </p:cNvPr>
              <p:cNvSpPr txBox="1"/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1FC8889-1796-A0A2-04A7-50A32CD03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437" y="4040373"/>
                <a:ext cx="381000" cy="369332"/>
              </a:xfrm>
              <a:prstGeom prst="rect">
                <a:avLst/>
              </a:prstGeom>
              <a:blipFill>
                <a:blip r:embed="rId40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4FA0E85-1191-54D9-E733-44BA1D21ECF4}"/>
                  </a:ext>
                </a:extLst>
              </p:cNvPr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4FA0E85-1191-54D9-E733-44BA1D21E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>
                <a:blip r:embed="rId41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8B79759-9EBA-6209-B1C6-F479F5CF8A67}"/>
              </a:ext>
            </a:extLst>
          </p:cNvPr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2F32E3E-B305-4856-AFBB-90F18F7FA877}"/>
              </a:ext>
            </a:extLst>
          </p:cNvPr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8B611178-099C-D872-E2BE-0C81E16B58B9}"/>
              </a:ext>
            </a:extLst>
          </p:cNvPr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AC66D95-1442-B2B2-A181-743052B7B81E}"/>
                  </a:ext>
                </a:extLst>
              </p:cNvPr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8AC66D95-1442-B2B2-A181-743052B7B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>
                <a:blip r:embed="rId42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9354203-0704-3DFC-B74F-0DCE46D30A78}"/>
                  </a:ext>
                </a:extLst>
              </p:cNvPr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9354203-0704-3DFC-B74F-0DCE46D30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>
                <a:blip r:embed="rId4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FE6322D-2ACD-00D7-59AA-61BADE98E4BB}"/>
                  </a:ext>
                </a:extLst>
              </p:cNvPr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FE6322D-2ACD-00D7-59AA-61BADE98E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C94D0D4-4555-AB6A-2257-54FE9EBD19AD}"/>
                  </a:ext>
                </a:extLst>
              </p:cNvPr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C94D0D4-4555-AB6A-2257-54FE9EBD19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201A2BF-C064-A437-CB51-4BB0BBF841C7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US" sz="2000">
                  <a:latin typeface="+mj-lt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201A2BF-C064-A437-CB51-4BB0BBF84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015663"/>
              </a:xfrm>
              <a:prstGeom prst="rect">
                <a:avLst/>
              </a:prstGeom>
              <a:blipFill>
                <a:blip r:embed="rId46"/>
                <a:stretch>
                  <a:fillRect b="-47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1" name="Content Placeholder 3">
            <a:extLst>
              <a:ext uri="{FF2B5EF4-FFF2-40B4-BE49-F238E27FC236}">
                <a16:creationId xmlns:a16="http://schemas.microsoft.com/office/drawing/2014/main" id="{51FC5272-8798-139E-1706-478117FC53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861943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Content Placeholder 3">
            <a:extLst>
              <a:ext uri="{FF2B5EF4-FFF2-40B4-BE49-F238E27FC236}">
                <a16:creationId xmlns:a16="http://schemas.microsoft.com/office/drawing/2014/main" id="{A274B94F-F2A1-50A1-FBC6-95A424EF17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8443796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" name="Rectangle 72">
            <a:extLst>
              <a:ext uri="{FF2B5EF4-FFF2-40B4-BE49-F238E27FC236}">
                <a16:creationId xmlns:a16="http://schemas.microsoft.com/office/drawing/2014/main" id="{BFAFC4B0-65A1-5F31-947F-AB63D8E0A16F}"/>
              </a:ext>
            </a:extLst>
          </p:cNvPr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797A3EAD-02D5-ABDA-5E4C-AA069710B7C1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716FB9AB-97B9-651B-12F9-99E2515C4DA1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6">
            <a:extLst>
              <a:ext uri="{FF2B5EF4-FFF2-40B4-BE49-F238E27FC236}">
                <a16:creationId xmlns:a16="http://schemas.microsoft.com/office/drawing/2014/main" id="{36014B83-A688-E3CF-AF4C-46FC4391DD87}"/>
              </a:ext>
            </a:extLst>
          </p:cNvPr>
          <p:cNvCxnSpPr/>
          <p:nvPr/>
        </p:nvCxnSpPr>
        <p:spPr>
          <a:xfrm rot="5400000" flipH="1">
            <a:off x="2659380" y="3457904"/>
            <a:ext cx="148898" cy="628681"/>
          </a:xfrm>
          <a:prstGeom prst="curvedConnector3">
            <a:avLst>
              <a:gd name="adj1" fmla="val -86360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166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5" grpId="0"/>
      <p:bldP spid="66" grpId="0"/>
      <p:bldP spid="67" grpId="0"/>
      <p:bldP spid="68" grpId="0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5311-044C-16E5-FD2E-E638DDDC882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082242EA-99E5-305F-ADB5-007ADFA4F3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5058423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4796C1-ABBE-597A-2D5D-BA6140635D93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04796C1-ABBE-597A-2D5D-BA6140635D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00C063-E4D0-361F-5BE2-F0B9EB3C8E59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800C063-E4D0-361F-5BE2-F0B9EB3C8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A16723-ADDE-163D-0266-F93FCB0C486D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3A16723-ADDE-163D-0266-F93FCB0C4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4C7103-E3E4-C16D-A0A3-FBDB58E3F9B0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4DED68-FCAF-B3CF-3406-0996B67C56FD}"/>
              </a:ext>
            </a:extLst>
          </p:cNvPr>
          <p:cNvCxnSpPr/>
          <p:nvPr/>
        </p:nvCxnSpPr>
        <p:spPr>
          <a:xfrm>
            <a:off x="1473948" y="5266166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852E79-BFA3-367E-7F72-820D37F163C8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055D06-90A6-F86D-7104-9CE9068D5DAC}"/>
              </a:ext>
            </a:extLst>
          </p:cNvPr>
          <p:cNvCxnSpPr/>
          <p:nvPr/>
        </p:nvCxnSpPr>
        <p:spPr>
          <a:xfrm>
            <a:off x="2028825" y="3711900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436E0-3976-90D2-3FE8-41CB553A1D35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BA02C8-9138-8F6B-B246-E2A62A815F95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BA02C8-9138-8F6B-B246-E2A62A815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A6D8245-0BC1-53C9-277D-A9AFAA3EB4E3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CA3037-9913-AF7A-F20B-A7F8A6A144CD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ACA3037-9913-AF7A-F20B-A7F8A6A144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F7505A-1DE1-BC39-9DBD-08A8A2B3C042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F7505A-1DE1-BC39-9DBD-08A8A2B3C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51C493-2CA4-71FF-2D6E-920949219B41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751C493-2CA4-71FF-2D6E-920949219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62A6E-B518-B1EF-9593-EEFE4CA8A926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62A6E-B518-B1EF-9593-EEFE4CA8A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5D40B3-11EC-5550-8032-448D7A60FCE2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45D40B3-11EC-5550-8032-448D7A60F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>
                <a:blip r:embed="rId10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942838-DE6E-2B0B-1F3C-28432115895C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942838-DE6E-2B0B-1F3C-284321158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>
                <a:blip r:embed="rId11"/>
                <a:stretch>
                  <a:fillRect l="-6452" r="-82258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4BFE78-0860-FD77-ED10-EE0F14F7B31D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34BFE78-0860-FD77-ED10-EE0F14F7B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>
                <a:blip r:embed="rId12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68AD329-EC50-19D8-7F8E-BD3E389F12EF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68AD329-EC50-19D8-7F8E-BD3E389F1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>
                <a:blip r:embed="rId13"/>
                <a:stretch>
                  <a:fillRect l="-4478" r="-70149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D2E2AE-E941-371F-BD06-8DE06F9D73BF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FD2E2AE-E941-371F-BD06-8DE06F9D73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FA349C-3869-647B-B448-8B820DDE9D52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0FA349C-3869-647B-B448-8B820DDE9D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>
                <a:blip r:embed="rId15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67C8C6-83C5-606D-2E67-AF90300E4F15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067C8C6-83C5-606D-2E67-AF90300E4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>
                <a:blip r:embed="rId1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65A377E-F3EC-C1FF-19FC-0A34A5E8F323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65A377E-F3EC-C1FF-19FC-0A34A5E8F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>
                <a:blip r:embed="rId17"/>
                <a:stretch>
                  <a:fillRect l="-4762" r="-125397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E8FC6BD-7AE2-5770-5DD2-C8803B433E9D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E8FC6BD-7AE2-5770-5DD2-C8803B433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>
                <a:blip r:embed="rId1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089F339-A661-F1A0-0D0B-68FAAF16C83E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6EA925C-61F7-3AAD-C933-FB2BAB266FA6}"/>
              </a:ext>
            </a:extLst>
          </p:cNvPr>
          <p:cNvCxnSpPr/>
          <p:nvPr/>
        </p:nvCxnSpPr>
        <p:spPr>
          <a:xfrm>
            <a:off x="2652699" y="3141738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82D81A4-3C69-B7CC-1C4B-94C8F4BC71B1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B37E921-ADA2-D2CA-7EE3-BA30FD89C4DF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B37E921-ADA2-D2CA-7EE3-BA30FD89C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>
                <a:blip r:embed="rId1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64D240-8F13-45EE-6031-3BA407CF73B7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64D240-8F13-45EE-6031-3BA407CF7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>
                <a:blip r:embed="rId20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BB14331-B1B7-17EB-BFDD-A8C7634B59EF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BB14331-B1B7-17EB-BFDD-A8C7634B59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>
                <a:blip r:embed="rId21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D24F09-C961-0E16-60AB-B53C1FF72194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7D24F09-C961-0E16-60AB-B53C1FF72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>
                <a:blip r:embed="rId22"/>
                <a:stretch>
                  <a:fillRect l="-6452" r="-35484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2F7E02-C1A0-A3C6-7AE6-6320D5F3D2ED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3D4F3C-7A07-9305-1FA7-2075461F6C97}"/>
              </a:ext>
            </a:extLst>
          </p:cNvPr>
          <p:cNvCxnSpPr/>
          <p:nvPr/>
        </p:nvCxnSpPr>
        <p:spPr>
          <a:xfrm>
            <a:off x="3315879" y="2617940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C1F58B8-CB03-B0FB-B176-7CE1AD4ABEB4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6AD7293-904A-455A-FB4E-D4F455BCBFCD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6AD7293-904A-455A-FB4E-D4F455BCB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>
                <a:blip r:embed="rId2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2680FB8-4D10-D1C2-709C-D98890C4240E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2680FB8-4D10-D1C2-709C-D98890C42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>
                <a:blip r:embed="rId24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95301A-EB7B-E178-AA48-D6C51B0FB8E9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795301A-EB7B-E178-AA48-D6C51B0FB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>
                <a:blip r:embed="rId25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7B3528B-D65A-5691-AFA9-3508FBCC3BA7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7B3528B-D65A-5691-AFA9-3508FBCC3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>
                <a:blip r:embed="rId2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AAF5837-B073-6305-81C8-592AD42CDB1B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88BF11B-6CEE-EE80-1770-F65298AC7D22}"/>
              </a:ext>
            </a:extLst>
          </p:cNvPr>
          <p:cNvCxnSpPr/>
          <p:nvPr/>
        </p:nvCxnSpPr>
        <p:spPr>
          <a:xfrm>
            <a:off x="3956506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12AF020-F943-6DE3-38AC-590BDF8979F5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49F763A-1579-357D-1AAF-34A2FBB40993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49F763A-1579-357D-1AAF-34A2FBB40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>
                <a:blip r:embed="rId2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4182E93-9161-D1B8-964D-7C28A7FBA31C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4182E93-9161-D1B8-964D-7C28A7FBA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>
                <a:blip r:embed="rId2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94AAE15-A7E2-4859-D917-7DDE2EDC005E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94AAE15-A7E2-4859-D917-7DDE2EDC0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>
                <a:blip r:embed="rId29"/>
                <a:stretch>
                  <a:fillRect l="-4762" r="-12539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65B201C-3AD6-DAAE-E426-838ECDE124E7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65B201C-3AD6-DAAE-E426-838ECDE12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>
                <a:blip r:embed="rId30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F37BC13-3488-6AE2-6A84-5E62E1182FA5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8F37BC13-3488-6AE2-6A84-5E62E1182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F2BBA69-8EBA-561C-9A32-C10AFD68FE64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F2BBA69-8EBA-561C-9A32-C10AFD68F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BACD426-0AB5-2C91-160F-87340EAEED6A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0BACD426-0AB5-2C91-160F-87340EAEED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1FB05F53-D554-DA48-E885-12E8E06ECAC0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BE4A80-383F-6655-6CE7-D5B5CEA263EB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0CA72C-C1AB-98FE-32D5-9161A0E82719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C0CA72C-C1AB-98FE-32D5-9161A0E82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24DF0DA-875C-7213-A263-ACBED2200778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24DF0DA-875C-7213-A263-ACBED2200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85B820-4615-5086-5144-3E062F49BC0F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B85B820-4615-5086-5144-3E062F49B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8E6F396-EB9C-2225-A398-C49F74B1E36A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8E6F396-EB9C-2225-A398-C49F74B1E3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54FD4AB-80C9-E7B2-48DE-16D992F4E415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54FD4AB-80C9-E7B2-48DE-16D992F4E4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CAB885E-CA90-4C0C-05AD-FE1171896B8B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8CAB885E-CA90-4C0C-05AD-FE1171896B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727AC66F-1DFC-2B71-A527-839EC7B4FE8C}"/>
              </a:ext>
            </a:extLst>
          </p:cNvPr>
          <p:cNvSpPr/>
          <p:nvPr/>
        </p:nvSpPr>
        <p:spPr>
          <a:xfrm>
            <a:off x="4443390" y="3520951"/>
            <a:ext cx="4306722" cy="285466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id="{5446CC3B-7EE1-88C8-0BB4-4E6DB4D55E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0474547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E2EF70F-B5DF-8632-385F-67A43E9FDF50}"/>
                  </a:ext>
                </a:extLst>
              </p:cNvPr>
              <p:cNvSpPr txBox="1"/>
              <p:nvPr/>
            </p:nvSpPr>
            <p:spPr>
              <a:xfrm>
                <a:off x="5358802" y="406735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E2EF70F-B5DF-8632-385F-67A43E9FD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802" y="4067355"/>
                <a:ext cx="381000" cy="369332"/>
              </a:xfrm>
              <a:prstGeom prst="rect">
                <a:avLst/>
              </a:prstGeom>
              <a:blipFill>
                <a:blip r:embed="rId40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43D3F2A-FE6F-537F-0D0C-D56AEE9B6F34}"/>
                  </a:ext>
                </a:extLst>
              </p:cNvPr>
              <p:cNvSpPr txBox="1"/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743D3F2A-FE6F-537F-0D0C-D56AEE9B6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6119" y="4056057"/>
                <a:ext cx="381000" cy="369332"/>
              </a:xfrm>
              <a:prstGeom prst="rect">
                <a:avLst/>
              </a:prstGeom>
              <a:blipFill>
                <a:blip r:embed="rId41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D5A1B6F-1D5B-3527-91E5-6DBA4E0AAB6E}"/>
              </a:ext>
            </a:extLst>
          </p:cNvPr>
          <p:cNvCxnSpPr/>
          <p:nvPr/>
        </p:nvCxnSpPr>
        <p:spPr>
          <a:xfrm flipV="1">
            <a:off x="6115080" y="3757610"/>
            <a:ext cx="547692" cy="366642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EE30F969-772B-8CF0-A525-E3C10E8124B7}"/>
              </a:ext>
            </a:extLst>
          </p:cNvPr>
          <p:cNvCxnSpPr/>
          <p:nvPr/>
        </p:nvCxnSpPr>
        <p:spPr>
          <a:xfrm>
            <a:off x="6658066" y="3757610"/>
            <a:ext cx="615488" cy="376217"/>
          </a:xfrm>
          <a:prstGeom prst="line">
            <a:avLst/>
          </a:prstGeom>
          <a:ln w="25400">
            <a:solidFill>
              <a:srgbClr val="9C1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08A21487-EE87-C374-88EB-D37D68A93A29}"/>
              </a:ext>
            </a:extLst>
          </p:cNvPr>
          <p:cNvSpPr txBox="1"/>
          <p:nvPr/>
        </p:nvSpPr>
        <p:spPr>
          <a:xfrm>
            <a:off x="6539537" y="334910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666842-BFAD-2CFE-90CB-25C9F5A337E4}"/>
                  </a:ext>
                </a:extLst>
              </p:cNvPr>
              <p:cNvSpPr txBox="1"/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666842-BFAD-2CFE-90CB-25C9F5A33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811" y="4074918"/>
                <a:ext cx="381000" cy="369332"/>
              </a:xfrm>
              <a:prstGeom prst="rect">
                <a:avLst/>
              </a:prstGeom>
              <a:blipFill>
                <a:blip r:embed="rId42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8DA6003-C8A8-9604-7CE1-DF420D11D511}"/>
                  </a:ext>
                </a:extLst>
              </p:cNvPr>
              <p:cNvSpPr txBox="1"/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A8DA6003-C8A8-9604-7CE1-DF420D11D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69" y="4059037"/>
                <a:ext cx="381000" cy="369332"/>
              </a:xfrm>
              <a:prstGeom prst="rect">
                <a:avLst/>
              </a:prstGeom>
              <a:blipFill>
                <a:blip r:embed="rId4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C765F73-D12A-991E-1508-4E5EB386FC0B}"/>
                  </a:ext>
                </a:extLst>
              </p:cNvPr>
              <p:cNvSpPr txBox="1"/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C765F73-D12A-991E-1508-4E5EB386F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8993" y="4124252"/>
                <a:ext cx="381000" cy="3693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2227580-3128-59A7-7F0A-AD94985D83D5}"/>
                  </a:ext>
                </a:extLst>
              </p:cNvPr>
              <p:cNvSpPr txBox="1"/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n-US" b="1" i="1" baseline="-25000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2227580-3128-59A7-7F0A-AD94985D83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3850" y="4124252"/>
                <a:ext cx="381000" cy="3693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" name="Content Placeholder 3">
            <a:extLst>
              <a:ext uri="{FF2B5EF4-FFF2-40B4-BE49-F238E27FC236}">
                <a16:creationId xmlns:a16="http://schemas.microsoft.com/office/drawing/2014/main" id="{F4A22C98-C28A-A450-6FD9-8D5B8938CA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332608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1" name="Content Placeholder 3">
            <a:extLst>
              <a:ext uri="{FF2B5EF4-FFF2-40B4-BE49-F238E27FC236}">
                <a16:creationId xmlns:a16="http://schemas.microsoft.com/office/drawing/2014/main" id="{EB87E30E-FC1B-0EE6-AB46-04972C4391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3698593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2" name="Content Placeholder 3">
            <a:extLst>
              <a:ext uri="{FF2B5EF4-FFF2-40B4-BE49-F238E27FC236}">
                <a16:creationId xmlns:a16="http://schemas.microsoft.com/office/drawing/2014/main" id="{8118ED1E-6DF9-A1D1-A027-595D0E90C5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2692894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" name="Content Placeholder 3">
            <a:extLst>
              <a:ext uri="{FF2B5EF4-FFF2-40B4-BE49-F238E27FC236}">
                <a16:creationId xmlns:a16="http://schemas.microsoft.com/office/drawing/2014/main" id="{98EDEA9C-DE4C-A07B-30B6-3845F682EF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96312418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4" name="Rectangle 73">
            <a:extLst>
              <a:ext uri="{FF2B5EF4-FFF2-40B4-BE49-F238E27FC236}">
                <a16:creationId xmlns:a16="http://schemas.microsoft.com/office/drawing/2014/main" id="{587CC7AB-6148-BC01-C6F3-FFB35DC34651}"/>
              </a:ext>
            </a:extLst>
          </p:cNvPr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97C8A45-42AE-EA76-5AC1-551672BDFEFB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B98CEA3-DE57-B772-44E5-F5FBA9E07962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urved Connector 77">
            <a:extLst>
              <a:ext uri="{FF2B5EF4-FFF2-40B4-BE49-F238E27FC236}">
                <a16:creationId xmlns:a16="http://schemas.microsoft.com/office/drawing/2014/main" id="{43D5FD57-AC81-D1B8-F101-8F3A248E73FC}"/>
              </a:ext>
            </a:extLst>
          </p:cNvPr>
          <p:cNvCxnSpPr>
            <a:stCxn id="23" idx="2"/>
          </p:cNvCxnSpPr>
          <p:nvPr/>
        </p:nvCxnSpPr>
        <p:spPr>
          <a:xfrm rot="5400000" flipH="1">
            <a:off x="2040595" y="4151377"/>
            <a:ext cx="45311" cy="512249"/>
          </a:xfrm>
          <a:prstGeom prst="curvedConnector4">
            <a:avLst>
              <a:gd name="adj1" fmla="val -504513"/>
              <a:gd name="adj2" fmla="val 90907"/>
            </a:avLst>
          </a:prstGeom>
          <a:ln w="22225">
            <a:solidFill>
              <a:schemeClr val="accent2">
                <a:lumMod val="7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E3A8975-A119-3635-C677-9EC6B04CF54E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000" i="1" baseline="-2500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1,2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 baseline="-250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:endParaRPr lang="en-US" sz="200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DE3A8975-A119-3635-C677-9EC6B04CF5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3857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dur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1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2" presetClass="emph" presetSubtype="0" dur="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1" grpId="0"/>
      <p:bldP spid="62" grpId="0"/>
      <p:bldP spid="65" grpId="0"/>
      <p:bldP spid="66" grpId="0"/>
      <p:bldP spid="67" grpId="0"/>
      <p:bldP spid="68" grpId="0"/>
      <p:bldP spid="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F6911-9AFC-F2F3-82F8-55C63371948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9FC5B28-E40E-B1AE-98B3-D9FE09571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0234400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1365D-6400-1837-208D-38539D552911}"/>
                  </a:ext>
                </a:extLst>
              </p:cNvPr>
              <p:cNvSpPr txBox="1"/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F1365D-6400-1837-208D-38539D552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89" y="5559972"/>
                <a:ext cx="38100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497C56-5367-5C9A-EB40-C2D6568482E8}"/>
                  </a:ext>
                </a:extLst>
              </p:cNvPr>
              <p:cNvSpPr txBox="1"/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497C56-5367-5C9A-EB40-C2D6568482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574260"/>
                <a:ext cx="3810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ABC9DD-2719-837A-6FAA-8E46A5942F89}"/>
                  </a:ext>
                </a:extLst>
              </p:cNvPr>
              <p:cNvSpPr txBox="1"/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ABC9DD-2719-837A-6FAA-8E46A5942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857744"/>
                <a:ext cx="381000" cy="400110"/>
              </a:xfrm>
              <a:prstGeom prst="rect">
                <a:avLst/>
              </a:prstGeom>
              <a:blipFill>
                <a:blip r:embed="rId4"/>
                <a:stretch>
                  <a:fillRect b="-136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8758D3-0568-98E4-891C-451BFD4AFF36}"/>
              </a:ext>
            </a:extLst>
          </p:cNvPr>
          <p:cNvCxnSpPr>
            <a:stCxn id="4" idx="0"/>
          </p:cNvCxnSpPr>
          <p:nvPr/>
        </p:nvCxnSpPr>
        <p:spPr>
          <a:xfrm flipV="1">
            <a:off x="928689" y="5260797"/>
            <a:ext cx="557211" cy="29917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47A8134-27EC-6ECD-3599-32EA36BAEC21}"/>
              </a:ext>
            </a:extLst>
          </p:cNvPr>
          <p:cNvCxnSpPr>
            <a:endCxn id="5" idx="0"/>
          </p:cNvCxnSpPr>
          <p:nvPr/>
        </p:nvCxnSpPr>
        <p:spPr>
          <a:xfrm>
            <a:off x="1485900" y="5272142"/>
            <a:ext cx="542925" cy="302118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3E3D376-B219-1455-48DF-8CB63088BB89}"/>
              </a:ext>
            </a:extLst>
          </p:cNvPr>
          <p:cNvCxnSpPr>
            <a:stCxn id="12" idx="0"/>
          </p:cNvCxnSpPr>
          <p:nvPr/>
        </p:nvCxnSpPr>
        <p:spPr>
          <a:xfrm flipV="1">
            <a:off x="1485900" y="3700464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3FFC5E7-707D-F31D-5662-39E20A4112EC}"/>
              </a:ext>
            </a:extLst>
          </p:cNvPr>
          <p:cNvCxnSpPr/>
          <p:nvPr/>
        </p:nvCxnSpPr>
        <p:spPr>
          <a:xfrm>
            <a:off x="2028825" y="3712483"/>
            <a:ext cx="609586" cy="36055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64B2198-86F9-29AF-A3F0-FCD2CCE3BBDE}"/>
              </a:ext>
            </a:extLst>
          </p:cNvPr>
          <p:cNvCxnSpPr/>
          <p:nvPr/>
        </p:nvCxnSpPr>
        <p:spPr>
          <a:xfrm flipH="1" flipV="1">
            <a:off x="1485900" y="4452936"/>
            <a:ext cx="0" cy="361944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B6489E-B647-BA3F-EDEC-CD8E4B6CDC44}"/>
                  </a:ext>
                </a:extLst>
              </p:cNvPr>
              <p:cNvSpPr txBox="1"/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</m:oMath>
                  </m:oMathPara>
                </a14:m>
                <a:endParaRPr lang="en-US" sz="2000" b="1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9B6489E-B647-BA3F-EDEC-CD8E4B6CD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067106"/>
                <a:ext cx="381000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79ED7028-9678-C6FF-FDBA-807DAB35E838}"/>
              </a:ext>
            </a:extLst>
          </p:cNvPr>
          <p:cNvSpPr txBox="1"/>
          <p:nvPr/>
        </p:nvSpPr>
        <p:spPr>
          <a:xfrm>
            <a:off x="1947914" y="328919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70EE12-4DBC-BB12-C45E-772C945A0A80}"/>
                  </a:ext>
                </a:extLst>
              </p:cNvPr>
              <p:cNvSpPr txBox="1"/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B70EE12-4DBC-BB12-C45E-772C945A0A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14" y="5784876"/>
                <a:ext cx="381000" cy="369332"/>
              </a:xfrm>
              <a:prstGeom prst="rect">
                <a:avLst/>
              </a:prstGeom>
              <a:blipFill>
                <a:blip r:embed="rId6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CD9E36-DEE4-5EF3-2551-B598BDDE1DFC}"/>
                  </a:ext>
                </a:extLst>
              </p:cNvPr>
              <p:cNvSpPr txBox="1"/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3CD9E36-DEE4-5EF3-2551-B598BDDE1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968" y="5784876"/>
                <a:ext cx="381000" cy="369332"/>
              </a:xfrm>
              <a:prstGeom prst="rect">
                <a:avLst/>
              </a:prstGeom>
              <a:blipFill>
                <a:blip r:embed="rId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B9F28C-EF8A-DB51-F531-74CFF4F90065}"/>
                  </a:ext>
                </a:extLst>
              </p:cNvPr>
              <p:cNvSpPr txBox="1"/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5B9F28C-EF8A-DB51-F531-74CFF4F90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872" y="5780108"/>
                <a:ext cx="381000" cy="369332"/>
              </a:xfrm>
              <a:prstGeom prst="rect">
                <a:avLst/>
              </a:prstGeom>
              <a:blipFill>
                <a:blip r:embed="rId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6F20FD-AA2D-0716-EC1A-422BC7A4290A}"/>
                  </a:ext>
                </a:extLst>
              </p:cNvPr>
              <p:cNvSpPr txBox="1"/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9644"/>
                          </a:solidFill>
                          <a:latin typeface="Cambria Math" panose="02040503050406030204" pitchFamily="18" charset="0"/>
                        </a:rPr>
                        <m:t>{2}</m:t>
                      </m:r>
                    </m:oMath>
                  </m:oMathPara>
                </a14:m>
                <a:endParaRPr lang="en-US">
                  <a:solidFill>
                    <a:srgbClr val="009644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76F20FD-AA2D-0716-EC1A-422BC7A429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926" y="5780108"/>
                <a:ext cx="381000" cy="369332"/>
              </a:xfrm>
              <a:prstGeom prst="rect">
                <a:avLst/>
              </a:prstGeom>
              <a:blipFill>
                <a:blip r:embed="rId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E06E0E-7D13-1886-673D-D4F271BF8C01}"/>
                  </a:ext>
                </a:extLst>
              </p:cNvPr>
              <p:cNvSpPr txBox="1"/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FE06E0E-7D13-1886-673D-D4F271BF8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14" y="4908567"/>
                <a:ext cx="381000" cy="369332"/>
              </a:xfrm>
              <a:prstGeom prst="rect">
                <a:avLst/>
              </a:prstGeom>
              <a:blipFill>
                <a:blip r:embed="rId10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C9627D-1B8D-AC5D-917C-41BB19C3A957}"/>
                  </a:ext>
                </a:extLst>
              </p:cNvPr>
              <p:cNvSpPr txBox="1"/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0C9627D-1B8D-AC5D-917C-41BB19C3A9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3996" y="4908567"/>
                <a:ext cx="381000" cy="369332"/>
              </a:xfrm>
              <a:prstGeom prst="rect">
                <a:avLst/>
              </a:prstGeom>
              <a:blipFill>
                <a:blip r:embed="rId11"/>
                <a:stretch>
                  <a:fillRect l="-6452" r="-82258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932AC5-5CBB-498F-80D7-18836F5F100A}"/>
                  </a:ext>
                </a:extLst>
              </p:cNvPr>
              <p:cNvSpPr txBox="1"/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932AC5-5CBB-498F-80D7-18836F5F1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16" y="4074918"/>
                <a:ext cx="381000" cy="369332"/>
              </a:xfrm>
              <a:prstGeom prst="rect">
                <a:avLst/>
              </a:prstGeom>
              <a:blipFill>
                <a:blip r:embed="rId12"/>
                <a:stretch>
                  <a:fillRect l="-4762" r="-80952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948DAA-580E-B5CA-917B-7236857E6F0A}"/>
                  </a:ext>
                </a:extLst>
              </p:cNvPr>
              <p:cNvSpPr txBox="1"/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2948DAA-580E-B5CA-917B-7236857E6F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691" y="4090038"/>
                <a:ext cx="407191" cy="369332"/>
              </a:xfrm>
              <a:prstGeom prst="rect">
                <a:avLst/>
              </a:prstGeom>
              <a:blipFill>
                <a:blip r:embed="rId13"/>
                <a:stretch>
                  <a:fillRect l="-4478" r="-70149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514D877-79E0-C6C8-757B-58D0B4FD2893}"/>
                  </a:ext>
                </a:extLst>
              </p:cNvPr>
              <p:cNvSpPr txBox="1"/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514D877-79E0-C6C8-757B-58D0B4FD2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7911" y="4040373"/>
                <a:ext cx="38100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03C4EF-8B15-7375-997B-EF225D2B7467}"/>
                  </a:ext>
                </a:extLst>
              </p:cNvPr>
              <p:cNvSpPr txBox="1"/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03C4EF-8B15-7375-997B-EF225D2B7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875" y="4060824"/>
                <a:ext cx="381000" cy="369332"/>
              </a:xfrm>
              <a:prstGeom prst="rect">
                <a:avLst/>
              </a:prstGeom>
              <a:blipFill>
                <a:blip r:embed="rId15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A30331-B337-3536-7905-957ADFE53F6F}"/>
                  </a:ext>
                </a:extLst>
              </p:cNvPr>
              <p:cNvSpPr txBox="1"/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A30331-B337-3536-7905-957ADFE53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0822" y="4060824"/>
                <a:ext cx="381000" cy="369332"/>
              </a:xfrm>
              <a:prstGeom prst="rect">
                <a:avLst/>
              </a:prstGeom>
              <a:blipFill>
                <a:blip r:embed="rId1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9A1AEB7-817B-AA91-E116-BF5484B63979}"/>
                  </a:ext>
                </a:extLst>
              </p:cNvPr>
              <p:cNvSpPr txBox="1"/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9A1AEB7-817B-AA91-E116-BF5484B63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554" y="3400656"/>
                <a:ext cx="381000" cy="369332"/>
              </a:xfrm>
              <a:prstGeom prst="rect">
                <a:avLst/>
              </a:prstGeom>
              <a:blipFill>
                <a:blip r:embed="rId17"/>
                <a:stretch>
                  <a:fillRect l="-4762" r="-125397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D0D0BB-A89A-C923-67A0-1821AAB07E3C}"/>
                  </a:ext>
                </a:extLst>
              </p:cNvPr>
              <p:cNvSpPr txBox="1"/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{3}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ED0D0BB-A89A-C923-67A0-1821AAB07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777" y="3425739"/>
                <a:ext cx="381000" cy="369332"/>
              </a:xfrm>
              <a:prstGeom prst="rect">
                <a:avLst/>
              </a:prstGeom>
              <a:blipFill>
                <a:blip r:embed="rId1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9B9DA1B-E1D6-886E-9714-FD8B4E06FDE3}"/>
              </a:ext>
            </a:extLst>
          </p:cNvPr>
          <p:cNvCxnSpPr/>
          <p:nvPr/>
        </p:nvCxnSpPr>
        <p:spPr>
          <a:xfrm flipV="1">
            <a:off x="2124085" y="3138482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2E507E-E97E-0B70-2C2D-DB294DA158CF}"/>
              </a:ext>
            </a:extLst>
          </p:cNvPr>
          <p:cNvCxnSpPr/>
          <p:nvPr/>
        </p:nvCxnSpPr>
        <p:spPr>
          <a:xfrm>
            <a:off x="2652699" y="3147714"/>
            <a:ext cx="642975" cy="365416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E44513C-78D0-ED3E-22ED-455E4466527F}"/>
              </a:ext>
            </a:extLst>
          </p:cNvPr>
          <p:cNvSpPr txBox="1"/>
          <p:nvPr/>
        </p:nvSpPr>
        <p:spPr>
          <a:xfrm>
            <a:off x="2589585" y="274243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61D76D-1791-4B2A-9C70-979E1C20B4DA}"/>
                  </a:ext>
                </a:extLst>
              </p:cNvPr>
              <p:cNvSpPr txBox="1"/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61D76D-1791-4B2A-9C70-979E1C20B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7060" y="3498842"/>
                <a:ext cx="381000" cy="369332"/>
              </a:xfrm>
              <a:prstGeom prst="rect">
                <a:avLst/>
              </a:prstGeom>
              <a:blipFill>
                <a:blip r:embed="rId19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EEAF80-7D92-2534-A632-87F699AB0EB8}"/>
                  </a:ext>
                </a:extLst>
              </p:cNvPr>
              <p:cNvSpPr txBox="1"/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61EEAF80-7D92-2534-A632-87F699AB0E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007" y="3498842"/>
                <a:ext cx="381000" cy="369332"/>
              </a:xfrm>
              <a:prstGeom prst="rect">
                <a:avLst/>
              </a:prstGeom>
              <a:blipFill>
                <a:blip r:embed="rId20"/>
                <a:stretch>
                  <a:fillRect l="-6452" r="-35484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903106-C716-7548-4555-76D0C82ED75F}"/>
                  </a:ext>
                </a:extLst>
              </p:cNvPr>
              <p:cNvSpPr txBox="1"/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7903106-C716-7548-4555-76D0C82ED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97" y="2850892"/>
                <a:ext cx="381000" cy="369332"/>
              </a:xfrm>
              <a:prstGeom prst="rect">
                <a:avLst/>
              </a:prstGeom>
              <a:blipFill>
                <a:blip r:embed="rId21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321B96-EF73-2BFC-F973-D4370FBAEF99}"/>
                  </a:ext>
                </a:extLst>
              </p:cNvPr>
              <p:cNvSpPr txBox="1"/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{4}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8321B96-EF73-2BFC-F973-D4370FBAE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5623" y="2892754"/>
                <a:ext cx="381000" cy="369332"/>
              </a:xfrm>
              <a:prstGeom prst="rect">
                <a:avLst/>
              </a:prstGeom>
              <a:blipFill>
                <a:blip r:embed="rId22"/>
                <a:stretch>
                  <a:fillRect l="-6452" r="-35484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8034F1A-712D-A65F-D551-D2E2B4350E23}"/>
              </a:ext>
            </a:extLst>
          </p:cNvPr>
          <p:cNvCxnSpPr/>
          <p:nvPr/>
        </p:nvCxnSpPr>
        <p:spPr>
          <a:xfrm flipV="1">
            <a:off x="2790846" y="2619367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DD95C6-523E-4446-7F34-1B4CBF1B56B1}"/>
              </a:ext>
            </a:extLst>
          </p:cNvPr>
          <p:cNvCxnSpPr/>
          <p:nvPr/>
        </p:nvCxnSpPr>
        <p:spPr>
          <a:xfrm>
            <a:off x="3309903" y="2611964"/>
            <a:ext cx="652579" cy="370050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86F2D35-AF62-DFA1-8942-D6738A5A8C9B}"/>
              </a:ext>
            </a:extLst>
          </p:cNvPr>
          <p:cNvSpPr txBox="1"/>
          <p:nvPr/>
        </p:nvSpPr>
        <p:spPr>
          <a:xfrm>
            <a:off x="3240817" y="2223048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69F3AAF-7441-2649-07B5-D0B2AEF722B7}"/>
                  </a:ext>
                </a:extLst>
              </p:cNvPr>
              <p:cNvSpPr txBox="1"/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69F3AAF-7441-2649-07B5-D0B2AEF72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821" y="2979727"/>
                <a:ext cx="381000" cy="369332"/>
              </a:xfrm>
              <a:prstGeom prst="rect">
                <a:avLst/>
              </a:prstGeom>
              <a:blipFill>
                <a:blip r:embed="rId23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5C52B0-F334-EF8A-3EEB-18C23447980F}"/>
                  </a:ext>
                </a:extLst>
              </p:cNvPr>
              <p:cNvSpPr txBox="1"/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5C52B0-F334-EF8A-3EEB-18C234479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768" y="2979727"/>
                <a:ext cx="381000" cy="369332"/>
              </a:xfrm>
              <a:prstGeom prst="rect">
                <a:avLst/>
              </a:prstGeom>
              <a:blipFill>
                <a:blip r:embed="rId24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B0F45C-5E29-A102-67F0-FBC9B61A0C47}"/>
                  </a:ext>
                </a:extLst>
              </p:cNvPr>
              <p:cNvSpPr txBox="1"/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B0F45C-5E29-A102-67F0-FBC9B61A0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063" y="2303199"/>
                <a:ext cx="381000" cy="369332"/>
              </a:xfrm>
              <a:prstGeom prst="rect">
                <a:avLst/>
              </a:prstGeom>
              <a:blipFill>
                <a:blip r:embed="rId25"/>
                <a:stretch>
                  <a:fillRect l="-6452" r="-127419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FF97958-DBA3-9E13-9F85-714453EA0206}"/>
                  </a:ext>
                </a:extLst>
              </p:cNvPr>
              <p:cNvSpPr txBox="1"/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{5}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FF97958-DBA3-9E13-9F85-714453EA0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790" y="2316473"/>
                <a:ext cx="381000" cy="369332"/>
              </a:xfrm>
              <a:prstGeom prst="rect">
                <a:avLst/>
              </a:prstGeom>
              <a:blipFill>
                <a:blip r:embed="rId26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CA95C1D-75AA-3B39-C060-EA64B53682B9}"/>
              </a:ext>
            </a:extLst>
          </p:cNvPr>
          <p:cNvCxnSpPr/>
          <p:nvPr/>
        </p:nvCxnSpPr>
        <p:spPr>
          <a:xfrm flipV="1">
            <a:off x="3419496" y="2105011"/>
            <a:ext cx="547692" cy="366642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D5B89C8-9FE4-0A7B-3F65-1E74AB5647D0}"/>
              </a:ext>
            </a:extLst>
          </p:cNvPr>
          <p:cNvCxnSpPr>
            <a:endCxn id="50" idx="0"/>
          </p:cNvCxnSpPr>
          <p:nvPr/>
        </p:nvCxnSpPr>
        <p:spPr>
          <a:xfrm>
            <a:off x="3962482" y="2105011"/>
            <a:ext cx="615488" cy="37621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04292C8E-5D05-E1F6-65F5-84D2C0B63800}"/>
              </a:ext>
            </a:extLst>
          </p:cNvPr>
          <p:cNvSpPr txBox="1"/>
          <p:nvPr/>
        </p:nvSpPr>
        <p:spPr>
          <a:xfrm>
            <a:off x="3843953" y="169651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tx1"/>
                </a:solidFill>
                <a:latin typeface="+mj-lt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3353AA3-D993-851E-53C8-C5D6AC8D8150}"/>
                  </a:ext>
                </a:extLst>
              </p:cNvPr>
              <p:cNvSpPr txBox="1"/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3353AA3-D993-851E-53C8-C5D6AC8D8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71" y="2465371"/>
                <a:ext cx="381000" cy="369332"/>
              </a:xfrm>
              <a:prstGeom prst="rect">
                <a:avLst/>
              </a:prstGeom>
              <a:blipFill>
                <a:blip r:embed="rId27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046BA7A-B158-B983-CFCA-CC3CBF631A84}"/>
                  </a:ext>
                </a:extLst>
              </p:cNvPr>
              <p:cNvSpPr txBox="1"/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046BA7A-B158-B983-CFCA-CC3CBF631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418" y="2465371"/>
                <a:ext cx="381000" cy="369332"/>
              </a:xfrm>
              <a:prstGeom prst="rect">
                <a:avLst/>
              </a:prstGeom>
              <a:blipFill>
                <a:blip r:embed="rId28"/>
                <a:stretch>
                  <a:fillRect l="-4762" r="-34921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7FE753-067A-4029-A274-8C8543B4A4E9}"/>
                  </a:ext>
                </a:extLst>
              </p:cNvPr>
              <p:cNvSpPr txBox="1"/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{1,2,3}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27FE753-067A-4029-A274-8C8543B4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13" y="1788843"/>
                <a:ext cx="381000" cy="369332"/>
              </a:xfrm>
              <a:prstGeom prst="rect">
                <a:avLst/>
              </a:prstGeom>
              <a:blipFill>
                <a:blip r:embed="rId29"/>
                <a:stretch>
                  <a:fillRect l="-4762" r="-125397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513206F-EE3E-F49A-8034-524F4004AFA7}"/>
                  </a:ext>
                </a:extLst>
              </p:cNvPr>
              <p:cNvSpPr txBox="1"/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{6}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513206F-EE3E-F49A-8034-524F4004A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440" y="1802117"/>
                <a:ext cx="381000" cy="369332"/>
              </a:xfrm>
              <a:prstGeom prst="rect">
                <a:avLst/>
              </a:prstGeom>
              <a:blipFill>
                <a:blip r:embed="rId30"/>
                <a:stretch>
                  <a:fillRect l="-4762" r="-34921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1A086B-14E4-19FA-1B9D-A96F6B25D323}"/>
                  </a:ext>
                </a:extLst>
              </p:cNvPr>
              <p:cNvSpPr txBox="1"/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4E1A086B-14E4-19FA-1B9D-A96F6B25D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0886" y="3498842"/>
                <a:ext cx="381000" cy="3693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0D766C-6262-1943-6214-013512E7436E}"/>
                  </a:ext>
                </a:extLst>
              </p:cNvPr>
              <p:cNvSpPr txBox="1"/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0D766C-6262-1943-6214-013512E74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7694" y="2996302"/>
                <a:ext cx="381000" cy="3693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FB8E71E-51DC-1CB6-A80A-49DC986DCE1C}"/>
                  </a:ext>
                </a:extLst>
              </p:cNvPr>
              <p:cNvSpPr txBox="1"/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#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FB8E71E-51DC-1CB6-A80A-49DC986DC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470" y="2481228"/>
                <a:ext cx="381000" cy="3693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0E7DB0FB-FF3C-4AA9-9AB7-AFC3FED30F41}"/>
              </a:ext>
            </a:extLst>
          </p:cNvPr>
          <p:cNvSpPr/>
          <p:nvPr/>
        </p:nvSpPr>
        <p:spPr>
          <a:xfrm>
            <a:off x="1364032" y="4072764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CE2635-6A99-682B-B9AF-47F645F91031}"/>
              </a:ext>
            </a:extLst>
          </p:cNvPr>
          <p:cNvSpPr txBox="1"/>
          <p:nvPr/>
        </p:nvSpPr>
        <p:spPr>
          <a:xfrm>
            <a:off x="384551" y="1038503"/>
            <a:ext cx="44100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+mj-lt"/>
              </a:rPr>
              <a:t>Step 4: Calculate followpos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9D8D126-5C35-A24D-E90A-53FBCD35752C}"/>
                  </a:ext>
                </a:extLst>
              </p:cNvPr>
              <p:cNvSpPr txBox="1"/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9D8D126-5C35-A24D-E90A-53FBCD3575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045" y="5916794"/>
                <a:ext cx="381000" cy="3693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2A6CE2-EE83-18AE-783E-B3AEC1AF0833}"/>
                  </a:ext>
                </a:extLst>
              </p:cNvPr>
              <p:cNvSpPr txBox="1"/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A32A6CE2-EE83-18AE-783E-B3AEC1AF08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25" y="5900601"/>
                <a:ext cx="381000" cy="3693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4939645-2656-E5D1-72D0-2F7C6304C315}"/>
                  </a:ext>
                </a:extLst>
              </p:cNvPr>
              <p:cNvSpPr txBox="1"/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4939645-2656-E5D1-72D0-2F7C6304C3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4683" y="3831988"/>
                <a:ext cx="381000" cy="3693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1DC413C-E7DA-40F8-7900-4457291DF017}"/>
                  </a:ext>
                </a:extLst>
              </p:cNvPr>
              <p:cNvSpPr txBox="1"/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1DC413C-E7DA-40F8-7900-4457291DF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2199" y="4412930"/>
                <a:ext cx="381000" cy="3693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6EF3592-A826-F3F4-80B1-D1D725252E23}"/>
                  </a:ext>
                </a:extLst>
              </p:cNvPr>
              <p:cNvSpPr txBox="1"/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n-US" b="1">
                  <a:latin typeface="+mj-lt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6EF3592-A826-F3F4-80B1-D1D725252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7138" y="3315635"/>
                <a:ext cx="381000" cy="3693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6F6B83-EC87-15D7-D3B2-EEA21C1D018D}"/>
                  </a:ext>
                </a:extLst>
              </p:cNvPr>
              <p:cNvSpPr txBox="1"/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en-US">
                  <a:latin typeface="+mj-lt"/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66F6B83-EC87-15D7-D3B2-EEA21C1D01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4564" y="2772419"/>
                <a:ext cx="381000" cy="3693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Rectangle 58">
            <a:extLst>
              <a:ext uri="{FF2B5EF4-FFF2-40B4-BE49-F238E27FC236}">
                <a16:creationId xmlns:a16="http://schemas.microsoft.com/office/drawing/2014/main" id="{2367F2DA-100A-C542-0F60-7E25303C3A03}"/>
              </a:ext>
            </a:extLst>
          </p:cNvPr>
          <p:cNvSpPr/>
          <p:nvPr/>
        </p:nvSpPr>
        <p:spPr>
          <a:xfrm>
            <a:off x="4443390" y="3520951"/>
            <a:ext cx="4306722" cy="2854660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graphicFrame>
        <p:nvGraphicFramePr>
          <p:cNvPr id="60" name="Content Placeholder 3">
            <a:extLst>
              <a:ext uri="{FF2B5EF4-FFF2-40B4-BE49-F238E27FC236}">
                <a16:creationId xmlns:a16="http://schemas.microsoft.com/office/drawing/2014/main" id="{96C83FBB-E095-AA95-514D-CAC76F1AEF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5163056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4076CF1-DBDF-B2BB-616D-6CB84052DBC4}"/>
                  </a:ext>
                </a:extLst>
              </p:cNvPr>
              <p:cNvSpPr txBox="1"/>
              <p:nvPr/>
            </p:nvSpPr>
            <p:spPr>
              <a:xfrm>
                <a:off x="6392542" y="4153981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b="1" baseline="-25000">
                  <a:latin typeface="+mj-lt"/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4076CF1-DBDF-B2BB-616D-6CB84052D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42" y="4153981"/>
                <a:ext cx="381000" cy="3693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2" name="Content Placeholder 3">
            <a:extLst>
              <a:ext uri="{FF2B5EF4-FFF2-40B4-BE49-F238E27FC236}">
                <a16:creationId xmlns:a16="http://schemas.microsoft.com/office/drawing/2014/main" id="{E80A1F1B-8FB6-C125-A920-EA2C69213A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4353409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3" name="Content Placeholder 3">
            <a:extLst>
              <a:ext uri="{FF2B5EF4-FFF2-40B4-BE49-F238E27FC236}">
                <a16:creationId xmlns:a16="http://schemas.microsoft.com/office/drawing/2014/main" id="{2035F6D5-6BED-ED90-2387-9C97586131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9350642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" name="Content Placeholder 3">
            <a:extLst>
              <a:ext uri="{FF2B5EF4-FFF2-40B4-BE49-F238E27FC236}">
                <a16:creationId xmlns:a16="http://schemas.microsoft.com/office/drawing/2014/main" id="{51FC7D84-402A-3916-8CD7-F9ACBDDA3F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6335565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" name="Content Placeholder 3">
            <a:extLst>
              <a:ext uri="{FF2B5EF4-FFF2-40B4-BE49-F238E27FC236}">
                <a16:creationId xmlns:a16="http://schemas.microsoft.com/office/drawing/2014/main" id="{F439BF8C-38E7-0A86-B822-762B9D43B9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342322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4903267-B0C4-8FC0-0DFD-067ABDD4FECB}"/>
                  </a:ext>
                </a:extLst>
              </p:cNvPr>
              <p:cNvSpPr txBox="1"/>
              <p:nvPr/>
            </p:nvSpPr>
            <p:spPr>
              <a:xfrm>
                <a:off x="5854098" y="3826219"/>
                <a:ext cx="381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B4903267-B0C4-8FC0-0DFD-067ABDD4F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4098" y="3826219"/>
                <a:ext cx="381000" cy="369332"/>
              </a:xfrm>
              <a:prstGeom prst="rect">
                <a:avLst/>
              </a:prstGeom>
              <a:blipFill>
                <a:blip r:embed="rId41"/>
                <a:stretch>
                  <a:fillRect l="-4762" r="-80952" b="-1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50FD48A-DD4A-AA2E-2F00-5F9F8ADCCC96}"/>
                  </a:ext>
                </a:extLst>
              </p:cNvPr>
              <p:cNvSpPr txBox="1"/>
              <p:nvPr/>
            </p:nvSpPr>
            <p:spPr>
              <a:xfrm>
                <a:off x="6687573" y="3841339"/>
                <a:ext cx="4071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{1,2}</m:t>
                      </m:r>
                    </m:oMath>
                  </m:oMathPara>
                </a14:m>
                <a:endParaRPr lang="en-US">
                  <a:solidFill>
                    <a:srgbClr val="00B050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50FD48A-DD4A-AA2E-2F00-5F9F8ADCC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7573" y="3841339"/>
                <a:ext cx="407191" cy="369332"/>
              </a:xfrm>
              <a:prstGeom prst="rect">
                <a:avLst/>
              </a:prstGeom>
              <a:blipFill>
                <a:blip r:embed="rId42"/>
                <a:stretch>
                  <a:fillRect l="-4478" r="-70149" b="-147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Oval 67">
            <a:extLst>
              <a:ext uri="{FF2B5EF4-FFF2-40B4-BE49-F238E27FC236}">
                <a16:creationId xmlns:a16="http://schemas.microsoft.com/office/drawing/2014/main" id="{F67D69D5-96E6-872F-8BD1-85C18F29D402}"/>
              </a:ext>
            </a:extLst>
          </p:cNvPr>
          <p:cNvSpPr/>
          <p:nvPr/>
        </p:nvSpPr>
        <p:spPr>
          <a:xfrm>
            <a:off x="6459914" y="3824065"/>
            <a:ext cx="252408" cy="379462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*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68EBA1-1764-5FB1-B513-DB134E15FFB1}"/>
              </a:ext>
            </a:extLst>
          </p:cNvPr>
          <p:cNvSpPr txBox="1"/>
          <p:nvPr/>
        </p:nvSpPr>
        <p:spPr>
          <a:xfrm>
            <a:off x="7594506" y="2686573"/>
            <a:ext cx="63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1,2,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A6C268-36BF-D26A-4FCA-786A70D279E1}"/>
              </a:ext>
            </a:extLst>
          </p:cNvPr>
          <p:cNvSpPr txBox="1"/>
          <p:nvPr/>
        </p:nvSpPr>
        <p:spPr>
          <a:xfrm>
            <a:off x="7594506" y="3079752"/>
            <a:ext cx="63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+mj-lt"/>
              </a:rPr>
              <a:t>1,2,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600BAC3-2531-EC4F-DC8C-8F94E69DD337}"/>
              </a:ext>
            </a:extLst>
          </p:cNvPr>
          <p:cNvSpPr/>
          <p:nvPr/>
        </p:nvSpPr>
        <p:spPr>
          <a:xfrm>
            <a:off x="-285030" y="1494750"/>
            <a:ext cx="2140820" cy="111022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err="1">
                <a:solidFill>
                  <a:srgbClr val="FF0000"/>
                </a:solidFill>
                <a:latin typeface="+mj-lt"/>
              </a:rPr>
              <a:t>Firstpos</a:t>
            </a:r>
            <a:endParaRPr lang="en-US" sz="2000" b="1">
              <a:solidFill>
                <a:srgbClr val="FF0000"/>
              </a:solidFill>
              <a:latin typeface="+mj-lt"/>
            </a:endParaRPr>
          </a:p>
          <a:p>
            <a:pPr algn="ctr"/>
            <a:r>
              <a:rPr lang="en-US" sz="2000" b="1" err="1">
                <a:solidFill>
                  <a:srgbClr val="009644"/>
                </a:solidFill>
                <a:latin typeface="+mj-lt"/>
              </a:rPr>
              <a:t>Lastpos</a:t>
            </a:r>
            <a:r>
              <a:rPr lang="en-US">
                <a:solidFill>
                  <a:srgbClr val="FF0000"/>
                </a:solidFill>
                <a:latin typeface="+mj-lt"/>
              </a:rPr>
              <a:t> 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01E7434-6810-ADD5-2A5E-3B5C7BCCECE9}"/>
              </a:ext>
            </a:extLst>
          </p:cNvPr>
          <p:cNvCxnSpPr/>
          <p:nvPr/>
        </p:nvCxnSpPr>
        <p:spPr>
          <a:xfrm>
            <a:off x="1246190" y="1928449"/>
            <a:ext cx="304800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2CD45F9-CF94-F095-CDEA-E87643CAC47F}"/>
              </a:ext>
            </a:extLst>
          </p:cNvPr>
          <p:cNvCxnSpPr/>
          <p:nvPr/>
        </p:nvCxnSpPr>
        <p:spPr>
          <a:xfrm>
            <a:off x="1246190" y="2244617"/>
            <a:ext cx="304800" cy="0"/>
          </a:xfrm>
          <a:prstGeom prst="line">
            <a:avLst/>
          </a:prstGeom>
          <a:ln w="25400">
            <a:solidFill>
              <a:srgbClr val="00964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055EF5F-6013-01C7-5E74-06C8A3DF918F}"/>
                  </a:ext>
                </a:extLst>
              </p:cNvPr>
              <p:cNvSpPr txBox="1"/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𝑙𝑎𝑠𝑡𝑝𝑜𝑠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) = {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1,2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err="1">
                          <a:latin typeface="Cambria Math" panose="02040503050406030204" pitchFamily="18" charset="0"/>
                        </a:rPr>
                        <m:t>𝑓𝑖𝑟𝑠𝑡𝑝𝑜𝑠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rgbClr val="0E47A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𝑓𝑜𝑙𝑙𝑜𝑤𝑝𝑜𝑠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sz="2000" i="1">
                          <a:solidFill>
                            <a:srgbClr val="0E47A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E47A1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sz="200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algn="ctr"/>
                <a:endParaRPr lang="en-US" sz="2000"/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1055EF5F-6013-01C7-5E74-06C8A3DF9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534" y="5011295"/>
                <a:ext cx="4299578" cy="1631216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8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9C107E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dur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1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9" grpId="0" animBg="1"/>
      <p:bldP spid="61" grpId="0"/>
      <p:bldP spid="66" grpId="0"/>
      <p:bldP spid="67" grpId="0"/>
      <p:bldP spid="68" grpId="0" animBg="1"/>
      <p:bldP spid="69" grpId="0"/>
      <p:bldP spid="7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EC1A-7EB4-BB8A-9253-C092D8541A6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E41EB0-CF09-6283-4255-AA710B305A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1181" y="863444"/>
                <a:ext cx="6285662" cy="5590565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just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1pPr>
                <a:lvl2pPr marL="6858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2pPr>
                <a:lvl3pPr marL="11430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3pPr>
                <a:lvl4pPr marL="16002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4pPr>
                <a:lvl5pPr marL="2057400" indent="-228600" algn="just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Palatino Linotype" panose="02040502050505030304" pitchFamily="18" charset="0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>
                    <a:latin typeface="+mj-lt"/>
                  </a:rPr>
                  <a:t>Initial state 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err="1">
                        <a:latin typeface="Cambria Math" panose="02040503050406030204" pitchFamily="18" charset="0"/>
                      </a:rPr>
                      <m:t>𝑖𝑟𝑠𝑡𝑝𝑜𝑠</m:t>
                    </m:r>
                  </m:oMath>
                </a14:m>
                <a:r>
                  <a:rPr lang="en-US">
                    <a:latin typeface="+mj-lt"/>
                  </a:rPr>
                  <a:t> of root = {1,2,3} ----- A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b="1" u="sng">
                    <a:latin typeface="+mj-lt"/>
                  </a:rPr>
                  <a:t>State A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l-GR">
                    <a:latin typeface="+mj-lt"/>
                  </a:rPr>
                  <a:t>δ</a:t>
                </a:r>
                <a:r>
                  <a:rPr lang="en-US">
                    <a:latin typeface="+mj-lt"/>
                  </a:rPr>
                  <a:t>( (1,2,3),a) = followpos(1) U followpos(3)</a:t>
                </a:r>
              </a:p>
              <a:p>
                <a:pPr marL="0" indent="0" defTabSz="742950">
                  <a:buFont typeface="Arial" panose="020B0604020202020204" pitchFamily="34" charset="0"/>
                  <a:buNone/>
                </a:pPr>
                <a:r>
                  <a:rPr lang="en-US">
                    <a:latin typeface="+mj-lt"/>
                  </a:rPr>
                  <a:t>		=(1,2,3) U (4) = {1,2,3,4} ----- B</a:t>
                </a:r>
              </a:p>
              <a:p>
                <a:pPr marL="0" indent="0" defTabSz="742950">
                  <a:buFont typeface="Arial" panose="020B0604020202020204" pitchFamily="34" charset="0"/>
                  <a:buNone/>
                </a:pPr>
                <a:endParaRPr lang="en-US">
                  <a:latin typeface="+mj-lt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l-GR">
                    <a:latin typeface="+mj-lt"/>
                  </a:rPr>
                  <a:t>δ</a:t>
                </a:r>
                <a:r>
                  <a:rPr lang="en-US">
                    <a:latin typeface="+mj-lt"/>
                  </a:rPr>
                  <a:t>( (1,2,3),b) = followpos(2) </a:t>
                </a:r>
              </a:p>
              <a:p>
                <a:pPr marL="0" indent="0" defTabSz="742950">
                  <a:buFont typeface="Arial" panose="020B0604020202020204" pitchFamily="34" charset="0"/>
                  <a:buNone/>
                </a:pPr>
                <a:r>
                  <a:rPr lang="en-US">
                    <a:latin typeface="+mj-lt"/>
                  </a:rPr>
                  <a:t>		=(1,2,3) ----- A</a:t>
                </a:r>
              </a:p>
              <a:p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E41EB0-CF09-6283-4255-AA710B305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81" y="863444"/>
                <a:ext cx="6285662" cy="5590565"/>
              </a:xfrm>
              <a:prstGeom prst="rect">
                <a:avLst/>
              </a:prstGeom>
              <a:blipFill>
                <a:blip r:embed="rId2"/>
                <a:stretch>
                  <a:fillRect l="-2037" t="-1854" r="-19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215DCEF-86B3-A038-F15F-6E108B57FB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1443922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31CE973D-F9B8-94F4-948F-4FF05282ED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6571004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3F31F04C-2434-9F23-E9F8-1ACE049E34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4434233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286ACCA-466D-3CDE-091F-55394AF9EB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1136467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963B1838-786D-7AF1-ECF6-C19D9E1A48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0044628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5E71E73B-64BF-B987-CE75-E566779F75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89955132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3E5762B-B291-1938-A68D-23CCE99F3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934976"/>
              </p:ext>
            </p:extLst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F5529B7-1ECE-1CC5-7578-3BB31B738C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300025"/>
              </p:ext>
            </p:extLst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B380305-2841-D4E4-38DB-AC0C1AB45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292758"/>
              </p:ext>
            </p:extLst>
          </p:nvPr>
        </p:nvGraphicFramePr>
        <p:xfrm>
          <a:off x="6419371" y="4711284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32AC0A9B-3A18-A52B-A127-F760E5768473}"/>
              </a:ext>
            </a:extLst>
          </p:cNvPr>
          <p:cNvSpPr/>
          <p:nvPr/>
        </p:nvSpPr>
        <p:spPr>
          <a:xfrm>
            <a:off x="7913077" y="4441582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456E3A6-C047-C64D-BE4D-4FE44962B351}"/>
              </a:ext>
            </a:extLst>
          </p:cNvPr>
          <p:cNvSpPr/>
          <p:nvPr/>
        </p:nvSpPr>
        <p:spPr>
          <a:xfrm>
            <a:off x="8599534" y="4434541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46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2030-7C90-8C54-5AB1-165F3E2D35E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9D46A-D8A5-C3D6-F798-8B29A911D7F0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u="sng" dirty="0"/>
              <a:t>State B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(1,2,3,4),a) = </a:t>
            </a:r>
            <a:r>
              <a:rPr lang="en-US" sz="2400" dirty="0" err="1"/>
              <a:t>followpos</a:t>
            </a:r>
            <a:r>
              <a:rPr lang="en-US" sz="2400" dirty="0"/>
              <a:t>(1) U </a:t>
            </a:r>
            <a:r>
              <a:rPr lang="en-US" sz="2400" dirty="0" err="1"/>
              <a:t>followpos</a:t>
            </a:r>
            <a:r>
              <a:rPr lang="en-US" sz="2400" dirty="0"/>
              <a:t>(3)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		=(1,2,3) U (4) = {1,2,3,4} ----- B</a:t>
            </a:r>
          </a:p>
          <a:p>
            <a:pPr marL="0" indent="0" defTabSz="74295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(1,2,3,4),b) = </a:t>
            </a:r>
            <a:r>
              <a:rPr lang="en-US" sz="2400" dirty="0" err="1"/>
              <a:t>followpos</a:t>
            </a:r>
            <a:r>
              <a:rPr lang="en-US" sz="2400" dirty="0"/>
              <a:t>(2) U </a:t>
            </a:r>
            <a:r>
              <a:rPr lang="en-US" sz="2400" dirty="0" err="1"/>
              <a:t>followpos</a:t>
            </a:r>
            <a:r>
              <a:rPr lang="en-US" sz="2400" dirty="0"/>
              <a:t>(4)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 		=(1,2,3) U (5) = {1,2,3,5} ----- C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b="1" u="sng" dirty="0"/>
              <a:t>State C</a:t>
            </a: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(1,2,3,5),a) = </a:t>
            </a:r>
            <a:r>
              <a:rPr lang="en-US" sz="2400" dirty="0" err="1"/>
              <a:t>followpos</a:t>
            </a:r>
            <a:r>
              <a:rPr lang="en-US" sz="2400" dirty="0"/>
              <a:t>(1) U </a:t>
            </a:r>
            <a:r>
              <a:rPr lang="en-US" sz="2400" dirty="0" err="1"/>
              <a:t>followpos</a:t>
            </a:r>
            <a:r>
              <a:rPr lang="en-US" sz="2400" dirty="0"/>
              <a:t>(3)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		=(1,2,3) U (4) = {1,2,3,4} ----- B</a:t>
            </a:r>
          </a:p>
          <a:p>
            <a:pPr marL="0" indent="0" defTabSz="74295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(1,2,3,5),b) = </a:t>
            </a:r>
            <a:r>
              <a:rPr lang="en-US" sz="2400" dirty="0" err="1"/>
              <a:t>followpos</a:t>
            </a:r>
            <a:r>
              <a:rPr lang="en-US" sz="2400" dirty="0"/>
              <a:t>(2) U </a:t>
            </a:r>
            <a:r>
              <a:rPr lang="en-US" sz="2400" dirty="0" err="1"/>
              <a:t>followpos</a:t>
            </a:r>
            <a:r>
              <a:rPr lang="en-US" sz="2400" dirty="0"/>
              <a:t>(5)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 		=(1,2,3) U (6) = {1,2,3,6} ----- D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3BEA79-091A-42E3-2111-95BFB49277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8616711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27169B43-2ABE-4619-357E-CFFF521BFD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321104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B5C9129A-AB96-2CC9-7B72-101B0EFB8D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6796278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5BBB96C-3809-8059-CC5A-B5F48D6892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354730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5F434426-87D4-77CA-CACA-7438066FB6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4128629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04C73F4B-CA44-867A-14F2-2D69CD36CA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969155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3B6D53-AA0D-96AF-9C5B-D88CB9BAB4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466557"/>
              </p:ext>
            </p:extLst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A809AF4-5C3C-4B5A-453D-A12302990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781996"/>
              </p:ext>
            </p:extLst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658090D-DA42-3C62-31B2-A63EB7A53F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531122"/>
              </p:ext>
            </p:extLst>
          </p:nvPr>
        </p:nvGraphicFramePr>
        <p:xfrm>
          <a:off x="6419371" y="471348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8AC0322-467C-7559-6D51-792B077F1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9030629"/>
              </p:ext>
            </p:extLst>
          </p:nvPr>
        </p:nvGraphicFramePr>
        <p:xfrm>
          <a:off x="6419371" y="507924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C={1,2,3,5}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C83A63EE-51A4-EE7C-5FB5-B685AC6AAE82}"/>
              </a:ext>
            </a:extLst>
          </p:cNvPr>
          <p:cNvSpPr/>
          <p:nvPr/>
        </p:nvSpPr>
        <p:spPr>
          <a:xfrm>
            <a:off x="7867648" y="4810505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017AE0-7CE6-3D70-8E03-8AA2E8660F5D}"/>
              </a:ext>
            </a:extLst>
          </p:cNvPr>
          <p:cNvSpPr/>
          <p:nvPr/>
        </p:nvSpPr>
        <p:spPr>
          <a:xfrm>
            <a:off x="8542382" y="4791741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F1E725-A9B7-E3A1-2B76-F952FC393006}"/>
              </a:ext>
            </a:extLst>
          </p:cNvPr>
          <p:cNvSpPr/>
          <p:nvPr/>
        </p:nvSpPr>
        <p:spPr>
          <a:xfrm>
            <a:off x="7877168" y="5174659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96DA8B-2325-67D6-57A4-A4756AE56CCF}"/>
              </a:ext>
            </a:extLst>
          </p:cNvPr>
          <p:cNvSpPr/>
          <p:nvPr/>
        </p:nvSpPr>
        <p:spPr>
          <a:xfrm>
            <a:off x="8551902" y="5172748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C3EABD34-746A-1FC2-369D-051B59A14E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2582084"/>
              </p:ext>
            </p:extLst>
          </p:nvPr>
        </p:nvGraphicFramePr>
        <p:xfrm>
          <a:off x="6419371" y="544500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D={1,2,3,6}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19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69B8-357D-B1F6-CF67-56F22541AE03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9B9E3-8AC1-82A6-75C8-7940E5424F22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u="sng" dirty="0"/>
              <a:t>State D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(1,2,3,6),a) = </a:t>
            </a:r>
            <a:r>
              <a:rPr lang="en-US" sz="2400" dirty="0" err="1"/>
              <a:t>followpos</a:t>
            </a:r>
            <a:r>
              <a:rPr lang="en-US" sz="2400" dirty="0"/>
              <a:t>(1) U </a:t>
            </a:r>
            <a:r>
              <a:rPr lang="en-US" sz="2400" dirty="0" err="1"/>
              <a:t>followpos</a:t>
            </a:r>
            <a:r>
              <a:rPr lang="en-US" sz="2400" dirty="0"/>
              <a:t>(3)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		=(1,2,3) U (4) = {1,2,3,4} ----- B</a:t>
            </a:r>
          </a:p>
          <a:p>
            <a:pPr marL="0" indent="0" defTabSz="742950">
              <a:buFont typeface="Arial" panose="020B0604020202020204" pitchFamily="34" charset="0"/>
              <a:buNone/>
            </a:pPr>
            <a:endParaRPr lang="en-US" sz="24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l-GR" sz="2400" dirty="0"/>
              <a:t>δ</a:t>
            </a:r>
            <a:r>
              <a:rPr lang="en-US" sz="2400" dirty="0"/>
              <a:t>( (1,2,3,6),b) = </a:t>
            </a:r>
            <a:r>
              <a:rPr lang="en-US" sz="2400" dirty="0" err="1"/>
              <a:t>followpos</a:t>
            </a:r>
            <a:r>
              <a:rPr lang="en-US" sz="2400" dirty="0"/>
              <a:t>(2) </a:t>
            </a:r>
          </a:p>
          <a:p>
            <a:pPr marL="0" indent="0" defTabSz="857250">
              <a:buFont typeface="Arial" panose="020B0604020202020204" pitchFamily="34" charset="0"/>
              <a:buNone/>
            </a:pPr>
            <a:r>
              <a:rPr lang="en-US" sz="2400" dirty="0"/>
              <a:t> 		=(1,2,3)  ----- A</a:t>
            </a:r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1BD449-4905-AB24-C79C-6463BEA780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5951761"/>
              </p:ext>
            </p:extLst>
          </p:nvPr>
        </p:nvGraphicFramePr>
        <p:xfrm>
          <a:off x="6400800" y="1141245"/>
          <a:ext cx="2349312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/>
                        <a:t>Position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err="1"/>
                        <a:t>followpos</a:t>
                      </a:r>
                      <a:endParaRPr lang="en-US" sz="18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0146CABE-56C4-4AB7-E87C-4401BF86A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8304354"/>
              </p:ext>
            </p:extLst>
          </p:nvPr>
        </p:nvGraphicFramePr>
        <p:xfrm>
          <a:off x="6400800" y="1510275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43F2498-03B8-C6CA-67FB-DC5A315F21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3449922"/>
              </p:ext>
            </p:extLst>
          </p:nvPr>
        </p:nvGraphicFramePr>
        <p:xfrm>
          <a:off x="6400800" y="1905214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5A4D74F-BB26-8AE8-DD0A-6D00524DFA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3862726"/>
              </p:ext>
            </p:extLst>
          </p:nvPr>
        </p:nvGraphicFramePr>
        <p:xfrm>
          <a:off x="6400800" y="2290502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A83AAEB-0DD1-FB94-9940-BDE6E53FD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6105419"/>
              </p:ext>
            </p:extLst>
          </p:nvPr>
        </p:nvGraphicFramePr>
        <p:xfrm>
          <a:off x="6400800" y="2684713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D95E5DC6-244F-B634-E3F9-121CBB900C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9105606"/>
              </p:ext>
            </p:extLst>
          </p:nvPr>
        </p:nvGraphicFramePr>
        <p:xfrm>
          <a:off x="6400800" y="3078406"/>
          <a:ext cx="2349312" cy="3947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053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4725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1,2,3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A2539F8-93DF-7AEB-E958-EB7D1CE73D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79699"/>
              </p:ext>
            </p:extLst>
          </p:nvPr>
        </p:nvGraphicFramePr>
        <p:xfrm>
          <a:off x="6419371" y="398196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States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  <a:endParaRPr lang="en-US" sz="1800" b="1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32B7CD5-8F01-C608-2E81-23D18F8D3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07564"/>
              </p:ext>
            </p:extLst>
          </p:nvPr>
        </p:nvGraphicFramePr>
        <p:xfrm>
          <a:off x="6419371" y="434772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A={1,2,3}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809F2EF9-CA77-C656-8A4D-8B001BC9C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8952608"/>
              </p:ext>
            </p:extLst>
          </p:nvPr>
        </p:nvGraphicFramePr>
        <p:xfrm>
          <a:off x="6419371" y="471348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B={1,2,3,4}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1126C9A-A135-E7A7-5762-A5A660A65F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11514"/>
              </p:ext>
            </p:extLst>
          </p:nvPr>
        </p:nvGraphicFramePr>
        <p:xfrm>
          <a:off x="6419371" y="507924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C={1,2,3,5}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  <a:endParaRPr lang="en-US" sz="1800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109B087-F244-0E87-9F26-545855D67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830325"/>
              </p:ext>
            </p:extLst>
          </p:nvPr>
        </p:nvGraphicFramePr>
        <p:xfrm>
          <a:off x="6419371" y="5445001"/>
          <a:ext cx="2606995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35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3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817"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D={1,2,3,6}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/>
                        <a:t>A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B01F5C9-9E2A-FD87-B72B-41037837DC14}"/>
              </a:ext>
            </a:extLst>
          </p:cNvPr>
          <p:cNvSpPr/>
          <p:nvPr/>
        </p:nvSpPr>
        <p:spPr>
          <a:xfrm>
            <a:off x="7862880" y="5531859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433A00-73FE-F594-610E-8A4FB7EC45A0}"/>
              </a:ext>
            </a:extLst>
          </p:cNvPr>
          <p:cNvSpPr/>
          <p:nvPr/>
        </p:nvSpPr>
        <p:spPr>
          <a:xfrm>
            <a:off x="8537614" y="5529948"/>
            <a:ext cx="376111" cy="1921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C98A0C8-144B-07FB-C4AD-A09015EC0C60}"/>
              </a:ext>
            </a:extLst>
          </p:cNvPr>
          <p:cNvSpPr/>
          <p:nvPr/>
        </p:nvSpPr>
        <p:spPr>
          <a:xfrm>
            <a:off x="2011878" y="47756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E60BAC4-8CB0-1F32-4A6B-1169E733EED5}"/>
              </a:ext>
            </a:extLst>
          </p:cNvPr>
          <p:cNvSpPr/>
          <p:nvPr/>
        </p:nvSpPr>
        <p:spPr>
          <a:xfrm>
            <a:off x="3034367" y="4775679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0E1BCBF-DDFF-3EA8-FFAF-5E605F98661E}"/>
              </a:ext>
            </a:extLst>
          </p:cNvPr>
          <p:cNvSpPr/>
          <p:nvPr/>
        </p:nvSpPr>
        <p:spPr>
          <a:xfrm>
            <a:off x="4060695" y="4785661"/>
            <a:ext cx="457200" cy="45720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8D9CA33-40C6-4B2D-77B3-F7920DFF14F9}"/>
              </a:ext>
            </a:extLst>
          </p:cNvPr>
          <p:cNvSpPr/>
          <p:nvPr/>
        </p:nvSpPr>
        <p:spPr>
          <a:xfrm>
            <a:off x="5080823" y="4775679"/>
            <a:ext cx="548640" cy="54864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D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72D6E34-697A-B9CB-368A-BA2E892C1CDE}"/>
              </a:ext>
            </a:extLst>
          </p:cNvPr>
          <p:cNvCxnSpPr/>
          <p:nvPr/>
        </p:nvCxnSpPr>
        <p:spPr>
          <a:xfrm>
            <a:off x="1452362" y="5004279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06B480-59A8-D8D9-58D8-F2CC8198A060}"/>
              </a:ext>
            </a:extLst>
          </p:cNvPr>
          <p:cNvCxnSpPr/>
          <p:nvPr/>
        </p:nvCxnSpPr>
        <p:spPr>
          <a:xfrm>
            <a:off x="2461752" y="5014261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63A5FED-0644-0995-3B9D-E04F4361BF4A}"/>
              </a:ext>
            </a:extLst>
          </p:cNvPr>
          <p:cNvSpPr/>
          <p:nvPr/>
        </p:nvSpPr>
        <p:spPr>
          <a:xfrm>
            <a:off x="2541708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A0C5319-1BC6-B1C2-E0FF-9327240296C0}"/>
              </a:ext>
            </a:extLst>
          </p:cNvPr>
          <p:cNvCxnSpPr/>
          <p:nvPr/>
        </p:nvCxnSpPr>
        <p:spPr>
          <a:xfrm>
            <a:off x="3489258" y="4990447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6692605-8304-BCFD-B929-74F20C14F8E3}"/>
              </a:ext>
            </a:extLst>
          </p:cNvPr>
          <p:cNvSpPr/>
          <p:nvPr/>
        </p:nvSpPr>
        <p:spPr>
          <a:xfrm>
            <a:off x="3605855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2C6DF7C-DEE8-BFB2-2C46-304BD8CAE3E2}"/>
              </a:ext>
            </a:extLst>
          </p:cNvPr>
          <p:cNvCxnSpPr/>
          <p:nvPr/>
        </p:nvCxnSpPr>
        <p:spPr>
          <a:xfrm>
            <a:off x="4525452" y="4989466"/>
            <a:ext cx="559516" cy="981"/>
          </a:xfrm>
          <a:prstGeom prst="straightConnector1">
            <a:avLst/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014DF248-0B37-6DD5-E433-E3181DB07869}"/>
              </a:ext>
            </a:extLst>
          </p:cNvPr>
          <p:cNvSpPr/>
          <p:nvPr/>
        </p:nvSpPr>
        <p:spPr>
          <a:xfrm>
            <a:off x="4602458" y="4660120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EA8D88F-09CA-AA3F-B9BB-9C469BB33840}"/>
              </a:ext>
            </a:extLst>
          </p:cNvPr>
          <p:cNvSpPr/>
          <p:nvPr/>
        </p:nvSpPr>
        <p:spPr>
          <a:xfrm>
            <a:off x="5149403" y="4844259"/>
            <a:ext cx="411480" cy="411480"/>
          </a:xfrm>
          <a:prstGeom prst="ellipse">
            <a:avLst/>
          </a:prstGeom>
          <a:noFill/>
          <a:ln w="25400"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j-lt"/>
            </a:endParaRPr>
          </a:p>
        </p:txBody>
      </p:sp>
      <p:cxnSp>
        <p:nvCxnSpPr>
          <p:cNvPr id="29" name="Curved Connector 28">
            <a:extLst>
              <a:ext uri="{FF2B5EF4-FFF2-40B4-BE49-F238E27FC236}">
                <a16:creationId xmlns:a16="http://schemas.microsoft.com/office/drawing/2014/main" id="{3D22FECD-B8DF-EA1F-AD70-2F68EECCAAB6}"/>
              </a:ext>
            </a:extLst>
          </p:cNvPr>
          <p:cNvCxnSpPr/>
          <p:nvPr/>
        </p:nvCxnSpPr>
        <p:spPr>
          <a:xfrm rot="5400000" flipV="1">
            <a:off x="2222698" y="4991379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EFCD1B7-4A61-119A-EB7C-35FA9C27B078}"/>
              </a:ext>
            </a:extLst>
          </p:cNvPr>
          <p:cNvSpPr/>
          <p:nvPr/>
        </p:nvSpPr>
        <p:spPr>
          <a:xfrm>
            <a:off x="2068239" y="5649911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</a:rPr>
              <a:t>b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8CE8192-F3D0-65D1-F74E-1BEA18515024}"/>
              </a:ext>
            </a:extLst>
          </p:cNvPr>
          <p:cNvSpPr/>
          <p:nvPr/>
        </p:nvSpPr>
        <p:spPr>
          <a:xfrm>
            <a:off x="4127332" y="527177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73E99C9-001C-2765-21B4-CFA5A66AC017}"/>
              </a:ext>
            </a:extLst>
          </p:cNvPr>
          <p:cNvSpPr/>
          <p:nvPr/>
        </p:nvSpPr>
        <p:spPr>
          <a:xfrm>
            <a:off x="4904484" y="5400837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84DF8AB-E62F-319B-4C2B-313ED0493988}"/>
              </a:ext>
            </a:extLst>
          </p:cNvPr>
          <p:cNvSpPr/>
          <p:nvPr/>
        </p:nvSpPr>
        <p:spPr>
          <a:xfrm>
            <a:off x="4844097" y="3852636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b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76C77C40-9E32-439A-D3E1-FAD7A94052E2}"/>
              </a:ext>
            </a:extLst>
          </p:cNvPr>
          <p:cNvCxnSpPr/>
          <p:nvPr/>
        </p:nvCxnSpPr>
        <p:spPr>
          <a:xfrm rot="5400000" flipH="1">
            <a:off x="3783930" y="4749473"/>
            <a:ext cx="76937" cy="881308"/>
          </a:xfrm>
          <a:prstGeom prst="curvedConnector3">
            <a:avLst>
              <a:gd name="adj1" fmla="val -445692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13B84A59-4844-2BFA-9F47-FA8F6B460273}"/>
              </a:ext>
            </a:extLst>
          </p:cNvPr>
          <p:cNvCxnSpPr/>
          <p:nvPr/>
        </p:nvCxnSpPr>
        <p:spPr>
          <a:xfrm rot="5400000" flipH="1">
            <a:off x="4220891" y="4262638"/>
            <a:ext cx="66955" cy="2011247"/>
          </a:xfrm>
          <a:prstGeom prst="curvedConnector3">
            <a:avLst>
              <a:gd name="adj1" fmla="val -1258998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8C7F2D1E-39CF-224C-013E-263AA5965554}"/>
              </a:ext>
            </a:extLst>
          </p:cNvPr>
          <p:cNvCxnSpPr/>
          <p:nvPr/>
        </p:nvCxnSpPr>
        <p:spPr>
          <a:xfrm rot="16200000" flipV="1">
            <a:off x="3261161" y="4702758"/>
            <a:ext cx="12700" cy="32329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0E24BB25-9BC6-CB7C-667F-2992B7779C53}"/>
              </a:ext>
            </a:extLst>
          </p:cNvPr>
          <p:cNvSpPr/>
          <p:nvPr/>
        </p:nvSpPr>
        <p:spPr>
          <a:xfrm>
            <a:off x="3105866" y="4037095"/>
            <a:ext cx="357176" cy="3095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+mj-lt"/>
                <a:ea typeface="Cambria Math" panose="02040503050406030204" pitchFamily="18" charset="0"/>
              </a:rPr>
              <a:t>a</a:t>
            </a:r>
            <a:endParaRPr lang="en-US">
              <a:solidFill>
                <a:schemeClr val="tx1"/>
              </a:solidFill>
              <a:latin typeface="+mj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4FA8494-88B1-AA6F-DB03-FE207AB95E7F}"/>
              </a:ext>
            </a:extLst>
          </p:cNvPr>
          <p:cNvSpPr/>
          <p:nvPr/>
        </p:nvSpPr>
        <p:spPr>
          <a:xfrm>
            <a:off x="2746997" y="6058715"/>
            <a:ext cx="2523418" cy="5844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C00000"/>
                </a:solidFill>
                <a:latin typeface="+mj-lt"/>
              </a:rPr>
              <a:t>DFA</a:t>
            </a:r>
          </a:p>
        </p:txBody>
      </p: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309E92C9-1818-165A-0BA6-49A92471B371}"/>
              </a:ext>
            </a:extLst>
          </p:cNvPr>
          <p:cNvCxnSpPr/>
          <p:nvPr/>
        </p:nvCxnSpPr>
        <p:spPr>
          <a:xfrm rot="16200000" flipV="1">
            <a:off x="3838169" y="3177986"/>
            <a:ext cx="12700" cy="3195381"/>
          </a:xfrm>
          <a:prstGeom prst="curvedConnector3">
            <a:avLst>
              <a:gd name="adj1" fmla="val 6524969"/>
            </a:avLst>
          </a:prstGeom>
          <a:ln w="25400">
            <a:solidFill>
              <a:srgbClr val="0E47A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158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dur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2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2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2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/>
      <p:bldP spid="25" grpId="0"/>
      <p:bldP spid="27" grpId="0"/>
      <p:bldP spid="28" grpId="0" animBg="1"/>
      <p:bldP spid="30" grpId="0"/>
      <p:bldP spid="31" grpId="0"/>
      <p:bldP spid="32" grpId="0"/>
      <p:bldP spid="33" grpId="0"/>
      <p:bldP spid="37" grpId="0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EB86261-5F54-7726-2C8D-0A4188EAE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/>
          <a:lstStyle/>
          <a:p>
            <a:r>
              <a:rPr lang="en-IN" dirty="0"/>
              <a:t> Example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A0A63-CB84-EB52-FAD6-C4A245A526BF}"/>
              </a:ext>
            </a:extLst>
          </p:cNvPr>
          <p:cNvSpPr txBox="1"/>
          <p:nvPr/>
        </p:nvSpPr>
        <p:spPr>
          <a:xfrm>
            <a:off x="838201" y="1152940"/>
            <a:ext cx="40995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Convert the following RE to DFA (Direct Method): </a:t>
            </a:r>
          </a:p>
          <a:p>
            <a:pPr marL="0" indent="0">
              <a:buNone/>
            </a:pPr>
            <a:endParaRPr lang="en-IN" sz="2400" dirty="0">
              <a:solidFill>
                <a:srgbClr val="FF0000"/>
              </a:solidFill>
              <a:latin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en-IN" sz="24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ba</a:t>
            </a:r>
            <a:r>
              <a:rPr lang="en-IN" sz="24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(</a:t>
            </a:r>
            <a:r>
              <a:rPr lang="en-IN" sz="2400" b="1" dirty="0" err="1">
                <a:solidFill>
                  <a:srgbClr val="FF0000"/>
                </a:solidFill>
                <a:latin typeface="Palatino Linotype" panose="02040502050505030304" pitchFamily="18" charset="0"/>
              </a:rPr>
              <a:t>a+b</a:t>
            </a:r>
            <a:r>
              <a:rPr lang="en-IN" sz="2400" b="1" dirty="0">
                <a:solidFill>
                  <a:srgbClr val="FF0000"/>
                </a:solidFill>
                <a:latin typeface="Palatino Linotype" panose="02040502050505030304" pitchFamily="18" charset="0"/>
              </a:rPr>
              <a:t>)*ab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FE60FCD-1FDD-16D5-31F5-1DD1188AB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1471" y="356293"/>
            <a:ext cx="5891917" cy="614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1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275D5-0BBA-4B2A-67C4-432AB68B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18D538D-0149-F262-5755-1BC7126066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9283" y="1185302"/>
            <a:ext cx="8203458" cy="5307573"/>
          </a:xfrm>
        </p:spPr>
      </p:pic>
    </p:spTree>
    <p:extLst>
      <p:ext uri="{BB962C8B-B14F-4D97-AF65-F5344CB8AC3E}">
        <p14:creationId xmlns:p14="http://schemas.microsoft.com/office/powerpoint/2010/main" val="6885686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C9FA5-9868-27E0-69C3-26D20CA22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13205-4378-CDD5-9495-3926F0743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AE901-017C-9A56-5F35-CF361B1C29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457"/>
          <a:stretch/>
        </p:blipFill>
        <p:spPr>
          <a:xfrm>
            <a:off x="380520" y="1612912"/>
            <a:ext cx="3700274" cy="41932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F3E7824-CB59-6674-0AF2-7567D9E52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265" y="3423742"/>
            <a:ext cx="17470" cy="105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2F0C98-3C35-119F-EF70-63034EBF6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0778" y="1498437"/>
            <a:ext cx="6980860" cy="511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61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29F0B-F9E8-C1F6-B900-556D7061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5E2D9-8E90-23E4-C66A-7E1FF4E26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5291" y="798795"/>
            <a:ext cx="9122622" cy="5786016"/>
          </a:xfrm>
        </p:spPr>
      </p:pic>
    </p:spTree>
    <p:extLst>
      <p:ext uri="{BB962C8B-B14F-4D97-AF65-F5344CB8AC3E}">
        <p14:creationId xmlns:p14="http://schemas.microsoft.com/office/powerpoint/2010/main" val="1582392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4E97B-360A-2087-E2FA-905A4FC5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D4E47-0721-22D1-F722-850DD0BC8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A3EF7-3949-FC27-01A7-F3CD6D60B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762" y="2074035"/>
            <a:ext cx="3726159" cy="3428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FCE334-B786-C95B-2932-7F6C6458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4593" y="2515957"/>
            <a:ext cx="6148644" cy="298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14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EA47A03-10A6-6328-3707-148707B7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Practice Problems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73E2CB-6461-47CA-9ABB-11179C6863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sz="2800" dirty="0">
                <a:latin typeface="Palatino Linotype" panose="02040502050505030304" pitchFamily="18" charset="0"/>
              </a:rPr>
              <a:t>Convert the following regular expressions to deterministic finite automata: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>
                <a:latin typeface="Palatino Linotype" panose="02040502050505030304" pitchFamily="18" charset="0"/>
              </a:rPr>
              <a:t>(</a:t>
            </a:r>
            <a:r>
              <a:rPr lang="en-IN" sz="2800" dirty="0" err="1">
                <a:latin typeface="Palatino Linotype" panose="02040502050505030304" pitchFamily="18" charset="0"/>
              </a:rPr>
              <a:t>a|b</a:t>
            </a:r>
            <a:r>
              <a:rPr lang="en-IN" sz="2800" dirty="0">
                <a:latin typeface="Palatino Linotype" panose="02040502050505030304" pitchFamily="18" charset="0"/>
              </a:rPr>
              <a:t>)*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>
                <a:latin typeface="Palatino Linotype" panose="02040502050505030304" pitchFamily="18" charset="0"/>
              </a:rPr>
              <a:t>(a*|b*)*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>
                <a:latin typeface="Palatino Linotype" panose="02040502050505030304" pitchFamily="18" charset="0"/>
              </a:rPr>
              <a:t>((</a:t>
            </a:r>
            <a:r>
              <a:rPr lang="el-GR" sz="2800" dirty="0">
                <a:latin typeface="Palatino Linotype" panose="02040502050505030304" pitchFamily="18" charset="0"/>
              </a:rPr>
              <a:t>ε</a:t>
            </a:r>
            <a:r>
              <a:rPr lang="en-IN" sz="2800" dirty="0">
                <a:latin typeface="Palatino Linotype" panose="02040502050505030304" pitchFamily="18" charset="0"/>
              </a:rPr>
              <a:t>|a)|b*)*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IN" sz="2800" dirty="0">
                <a:latin typeface="Palatino Linotype" panose="02040502050505030304" pitchFamily="18" charset="0"/>
              </a:rPr>
              <a:t>(</a:t>
            </a:r>
            <a:r>
              <a:rPr lang="en-IN" sz="2800" dirty="0" err="1">
                <a:latin typeface="Palatino Linotype" panose="02040502050505030304" pitchFamily="18" charset="0"/>
              </a:rPr>
              <a:t>a|b</a:t>
            </a:r>
            <a:r>
              <a:rPr lang="en-IN" sz="2800" dirty="0">
                <a:latin typeface="Palatino Linotype" panose="02040502050505030304" pitchFamily="18" charset="0"/>
              </a:rPr>
              <a:t>)*abb(</a:t>
            </a:r>
            <a:r>
              <a:rPr lang="en-IN" sz="2800" dirty="0" err="1">
                <a:latin typeface="Palatino Linotype" panose="02040502050505030304" pitchFamily="18" charset="0"/>
              </a:rPr>
              <a:t>a|b</a:t>
            </a:r>
            <a:r>
              <a:rPr lang="en-IN" sz="2800" dirty="0">
                <a:latin typeface="Palatino Linotype" panose="02040502050505030304" pitchFamily="18" charset="0"/>
              </a:rPr>
              <a:t>)*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79491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456F-ED4D-AB7F-4488-01979E9E0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Solutions to practice problems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5A654-388A-ED3E-E16D-807B1455E2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8787" y="2080067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a|b</a:t>
            </a:r>
            <a:r>
              <a:rPr lang="en-IN" dirty="0">
                <a:solidFill>
                  <a:srgbClr val="FF0000"/>
                </a:solidFill>
              </a:rPr>
              <a:t>)*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15C69EF-2B83-DE44-7148-2C252587FA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>
                <a:solidFill>
                  <a:srgbClr val="FF0000"/>
                </a:solidFill>
                <a:latin typeface="Palatino Linotype" panose="02040502050505030304" pitchFamily="18" charset="0"/>
              </a:rPr>
              <a:t>(a*|b*)*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635D8C-9484-5181-1055-6E47B5C4D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948" y="2491160"/>
            <a:ext cx="4340718" cy="3685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2B03A5A-574E-D7E1-EABE-329982E87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7190" y="2359321"/>
            <a:ext cx="4865157" cy="413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23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B3B12-C2EC-933B-CC4D-6C2A3758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09CAB-400D-2A0C-A491-ED5C78363E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09E169-47D3-79B1-3187-58A00D643A3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BEA28-4FBA-7952-9313-ABD0262BE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153" y="2827814"/>
            <a:ext cx="9934735" cy="3349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40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3F7AF-E861-F1E9-3DE1-59A03FC5280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Conversion from regular expression to DFA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38B5C-E60A-1CF4-9756-42654696C64F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Construct DFA for following regular expression: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(c | d)*c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 (</a:t>
            </a:r>
            <a:r>
              <a:rPr lang="en-US" dirty="0" err="1"/>
              <a:t>a+b</a:t>
            </a:r>
            <a:r>
              <a:rPr lang="en-US" dirty="0"/>
              <a:t>)*+(</a:t>
            </a:r>
            <a:r>
              <a:rPr lang="en-US" dirty="0" err="1"/>
              <a:t>a.c</a:t>
            </a:r>
            <a:r>
              <a:rPr lang="en-US" dirty="0"/>
              <a:t>)*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92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22825</TotalTime>
  <Words>2234</Words>
  <Application>Microsoft Office PowerPoint</Application>
  <PresentationFormat>Widescreen</PresentationFormat>
  <Paragraphs>664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新細明體</vt:lpstr>
      <vt:lpstr>Arial</vt:lpstr>
      <vt:lpstr>Calibri</vt:lpstr>
      <vt:lpstr>Cambria Math</vt:lpstr>
      <vt:lpstr>Palatino Linotype</vt:lpstr>
      <vt:lpstr>Wingdings</vt:lpstr>
      <vt:lpstr>Office Theme</vt:lpstr>
      <vt:lpstr>PowerPoint Presentation</vt:lpstr>
      <vt:lpstr>Course Outcomes</vt:lpstr>
      <vt:lpstr>Syllabus</vt:lpstr>
      <vt:lpstr>Cont..</vt:lpstr>
      <vt:lpstr>Conversion from regular expression to DFA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Example 2</vt:lpstr>
      <vt:lpstr>PowerPoint Presentation</vt:lpstr>
      <vt:lpstr>PowerPoint Presentation</vt:lpstr>
      <vt:lpstr>PowerPoint Presentation</vt:lpstr>
      <vt:lpstr>PowerPoint Presentation</vt:lpstr>
      <vt:lpstr>Practice Problems</vt:lpstr>
      <vt:lpstr>Solutions to practice problems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Arumuga Arun R</cp:lastModifiedBy>
  <cp:revision>698</cp:revision>
  <dcterms:created xsi:type="dcterms:W3CDTF">2020-07-30T09:53:05Z</dcterms:created>
  <dcterms:modified xsi:type="dcterms:W3CDTF">2024-07-30T12:18:30Z</dcterms:modified>
</cp:coreProperties>
</file>