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4" r:id="rId2"/>
    <p:sldId id="382" r:id="rId3"/>
    <p:sldId id="388" r:id="rId4"/>
    <p:sldId id="376" r:id="rId5"/>
    <p:sldId id="323" r:id="rId6"/>
    <p:sldId id="324" r:id="rId7"/>
    <p:sldId id="389" r:id="rId8"/>
    <p:sldId id="325" r:id="rId9"/>
    <p:sldId id="326" r:id="rId10"/>
    <p:sldId id="390" r:id="rId11"/>
    <p:sldId id="327" r:id="rId12"/>
    <p:sldId id="383" r:id="rId13"/>
    <p:sldId id="328" r:id="rId14"/>
    <p:sldId id="329" r:id="rId15"/>
    <p:sldId id="330" r:id="rId16"/>
    <p:sldId id="377" r:id="rId17"/>
    <p:sldId id="332" r:id="rId18"/>
    <p:sldId id="391" r:id="rId19"/>
    <p:sldId id="393" r:id="rId20"/>
    <p:sldId id="392" r:id="rId21"/>
    <p:sldId id="394" r:id="rId22"/>
    <p:sldId id="395" r:id="rId23"/>
    <p:sldId id="396" r:id="rId24"/>
    <p:sldId id="397" r:id="rId25"/>
    <p:sldId id="398" r:id="rId26"/>
    <p:sldId id="399" r:id="rId27"/>
    <p:sldId id="400" r:id="rId28"/>
    <p:sldId id="333" r:id="rId29"/>
    <p:sldId id="334" r:id="rId30"/>
    <p:sldId id="385" r:id="rId31"/>
    <p:sldId id="335" r:id="rId32"/>
    <p:sldId id="387" r:id="rId33"/>
    <p:sldId id="38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10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kumar Paulraj" userId="fba6c5ed4cacd2a1" providerId="LiveId" clId="{5559EC47-DA6D-4CF9-9FF4-D36D8CA06360}"/>
    <pc:docChg chg="undo custSel addSld delSld modSld">
      <pc:chgData name="Sivakumar Paulraj" userId="fba6c5ed4cacd2a1" providerId="LiveId" clId="{5559EC47-DA6D-4CF9-9FF4-D36D8CA06360}" dt="2023-02-15T07:55:07.619" v="72" actId="20577"/>
      <pc:docMkLst>
        <pc:docMk/>
      </pc:docMkLst>
      <pc:sldChg chg="modSp mod">
        <pc:chgData name="Sivakumar Paulraj" userId="fba6c5ed4cacd2a1" providerId="LiveId" clId="{5559EC47-DA6D-4CF9-9FF4-D36D8CA06360}" dt="2023-02-08T06:21:38.455" v="28" actId="20577"/>
        <pc:sldMkLst>
          <pc:docMk/>
          <pc:sldMk cId="4262036992" sldId="284"/>
        </pc:sldMkLst>
        <pc:spChg chg="mod">
          <ac:chgData name="Sivakumar Paulraj" userId="fba6c5ed4cacd2a1" providerId="LiveId" clId="{5559EC47-DA6D-4CF9-9FF4-D36D8CA06360}" dt="2023-02-08T06:21:38.455" v="28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23838703" sldId="285"/>
        </pc:sldMkLst>
      </pc:sldChg>
      <pc:sldChg chg="modSp new mod">
        <pc:chgData name="Sivakumar Paulraj" userId="fba6c5ed4cacd2a1" providerId="LiveId" clId="{5559EC47-DA6D-4CF9-9FF4-D36D8CA06360}" dt="2023-02-08T06:22:19.650" v="36"/>
        <pc:sldMkLst>
          <pc:docMk/>
          <pc:sldMk cId="1691459119" sldId="285"/>
        </pc:sldMkLst>
        <pc:spChg chg="mod">
          <ac:chgData name="Sivakumar Paulraj" userId="fba6c5ed4cacd2a1" providerId="LiveId" clId="{5559EC47-DA6D-4CF9-9FF4-D36D8CA06360}" dt="2023-02-08T06:22:10.512" v="33" actId="20577"/>
          <ac:spMkLst>
            <pc:docMk/>
            <pc:sldMk cId="1691459119" sldId="285"/>
            <ac:spMk id="2" creationId="{6325D459-2F0C-B803-1342-451F757C93D9}"/>
          </ac:spMkLst>
        </pc:spChg>
        <pc:spChg chg="mod">
          <ac:chgData name="Sivakumar Paulraj" userId="fba6c5ed4cacd2a1" providerId="LiveId" clId="{5559EC47-DA6D-4CF9-9FF4-D36D8CA06360}" dt="2023-02-08T06:22:19.650" v="36"/>
          <ac:spMkLst>
            <pc:docMk/>
            <pc:sldMk cId="1691459119" sldId="285"/>
            <ac:spMk id="3" creationId="{14D62A62-3EA6-3B26-5242-C01727E045C8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863399395" sldId="286"/>
        </pc:sldMkLst>
      </pc:sldChg>
      <pc:sldChg chg="addSp modSp new modAnim">
        <pc:chgData name="Sivakumar Paulraj" userId="fba6c5ed4cacd2a1" providerId="LiveId" clId="{5559EC47-DA6D-4CF9-9FF4-D36D8CA06360}" dt="2023-02-08T06:22:34.123" v="38"/>
        <pc:sldMkLst>
          <pc:docMk/>
          <pc:sldMk cId="1938757692" sldId="286"/>
        </pc:sldMkLst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" creationId="{FC8FBD82-E4CA-68F4-C2B7-6F8CC16709B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" creationId="{C08F1475-8830-3C13-2624-DE46A0AA5ED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" creationId="{AFAE8A84-4A11-3D3D-7FE8-CB05918BFDE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7" creationId="{D8F66A56-9247-0D0B-314C-FE98ACD0644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9" creationId="{ABFABC7E-0D73-F6BF-137D-5CCC2868D6EA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2" creationId="{8C81C9DF-FFBE-1DD0-B4A2-6EF200B1AE33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3" creationId="{BCD653D4-3225-FA64-2268-5BF407F5FAF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4" creationId="{A781F6FA-F43A-7572-18D4-6E6009D6ECA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6" creationId="{C52BCDD7-C443-D875-3265-822C6E8D63DB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9" creationId="{48B3DEBE-D873-B5E9-6AB8-36113140813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0" creationId="{53DC6CB2-03E8-08A0-36EA-A292E2CF1E5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3" creationId="{7DE243F8-CFB8-263A-B080-E4F218F296B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4" creationId="{29BC52F8-7029-3251-634F-2D31D9787B8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5" creationId="{BB1C664C-CDAA-AC0B-DB87-014C6A88152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7" creationId="{E6BB637C-7B46-9DCC-C349-813A0336CA7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0" creationId="{5BF49B42-7013-BA25-1EE0-A0BEF9AB6912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1" creationId="{54B6D139-78E0-1AD7-9AD8-B9AEAF661D3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2" creationId="{0319A363-5178-F570-49E5-C6CAB03300B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5" creationId="{B17FABD5-A650-2A1B-1519-17793BC34B6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6" creationId="{92CFC6D8-3461-90C6-924F-1F4682ED80F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9" creationId="{D216BCBC-2CB2-7A9F-EE79-75A45F8AF1A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0" creationId="{3940502E-60EA-EA12-94DB-EE4A7F4454B8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1" creationId="{6AA4A7ED-4875-3720-EBD3-A23CD98A1DC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2" creationId="{49CD3689-B67E-750B-A6C7-338CBDDAAD2F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3" creationId="{D7172AC2-5E07-EDA3-BBEB-37BC14479E26}"/>
          </ac:spMkLst>
        </pc:sp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5" creationId="{68831401-5DB6-8695-257B-8DFBE7584E5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6" creationId="{48138FF6-0A55-597B-2C2D-169AFE74005C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8" creationId="{52380358-6A32-1CCC-87AE-15C9DE0CBB2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0" creationId="{1C8ABB28-CC67-888B-C84F-9F8F41A4C08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1" creationId="{83B01C0F-B2AA-56AF-09BA-BD8727FF173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5" creationId="{D451E67D-6246-229E-AC12-8B47B75BE09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7" creationId="{2AA19D1B-4DF9-680B-1162-B340EA629A3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8" creationId="{C45B8F42-0866-EE46-049F-0CE55401FA2B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1" creationId="{6D4D4C2D-B7F3-A837-11E5-4AF6BD2CA702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2" creationId="{A89BA565-54CA-F76D-5811-712EE1406FC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6" creationId="{C0BCA241-50F8-D4A3-2008-937A74791DE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8" creationId="{3BB19540-C920-D29B-3244-35933DBB72A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9" creationId="{5BE2742F-1E6E-DCFD-65B7-FCFE047684C8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3" creationId="{C5F14501-7016-8968-5C4C-AB844A6FBA7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4" creationId="{8608084F-6FFF-8428-1069-5EF6381A43D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7" creationId="{FB3F6AE2-F267-FCCB-A49A-0E963EFF0B89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8" creationId="{77F6DC42-A622-04D0-18A0-C9942F15DDDE}"/>
          </ac:cxnSpMkLst>
        </pc:cxnChg>
      </pc:sldChg>
      <pc:sldChg chg="addSp modSp new modAnim">
        <pc:chgData name="Sivakumar Paulraj" userId="fba6c5ed4cacd2a1" providerId="LiveId" clId="{5559EC47-DA6D-4CF9-9FF4-D36D8CA06360}" dt="2023-02-08T06:22:58.643" v="42" actId="6549"/>
        <pc:sldMkLst>
          <pc:docMk/>
          <pc:sldMk cId="965065915" sldId="287"/>
        </pc:sldMkLst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2" creationId="{DB3E365F-00A4-CD72-ED5E-B3A9FC89061D}"/>
          </ac:spMkLst>
        </pc:spChg>
        <pc:spChg chg="add mod">
          <ac:chgData name="Sivakumar Paulraj" userId="fba6c5ed4cacd2a1" providerId="LiveId" clId="{5559EC47-DA6D-4CF9-9FF4-D36D8CA06360}" dt="2023-02-08T06:22:58.643" v="42" actId="6549"/>
          <ac:spMkLst>
            <pc:docMk/>
            <pc:sldMk cId="965065915" sldId="287"/>
            <ac:spMk id="3" creationId="{F3A39018-D19F-849F-0324-F84CC7C084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4" creationId="{C183637F-44B2-AABF-27BE-CA54654D2F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5" creationId="{0E485F42-E342-218A-E100-B813B3444F1E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6" creationId="{B7A8621F-64EC-01C9-22C3-22EE88A76B6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262744319" sldId="28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77753995" sldId="288"/>
        </pc:sldMkLst>
      </pc:sldChg>
      <pc:sldChg chg="addSp modSp new modAnim">
        <pc:chgData name="Sivakumar Paulraj" userId="fba6c5ed4cacd2a1" providerId="LiveId" clId="{5559EC47-DA6D-4CF9-9FF4-D36D8CA06360}" dt="2023-02-08T06:23:09.194" v="44"/>
        <pc:sldMkLst>
          <pc:docMk/>
          <pc:sldMk cId="2960527099" sldId="288"/>
        </pc:sldMkLst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2" creationId="{39936939-8959-A5D7-75B9-54E927DEFD9D}"/>
          </ac:spMkLst>
        </pc:spChg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3" creationId="{40D8402E-9DEA-2DB0-57A5-C1B5AAF4EEF4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043064935" sldId="289"/>
        </pc:sldMkLst>
      </pc:sldChg>
      <pc:sldChg chg="addSp modSp new mod modAnim">
        <pc:chgData name="Sivakumar Paulraj" userId="fba6c5ed4cacd2a1" providerId="LiveId" clId="{5559EC47-DA6D-4CF9-9FF4-D36D8CA06360}" dt="2023-02-14T06:09:53.223" v="68" actId="1076"/>
        <pc:sldMkLst>
          <pc:docMk/>
          <pc:sldMk cId="2158704550" sldId="289"/>
        </pc:sldMkLst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" creationId="{9D6FFBA9-A768-D0B6-AF47-09F0F443491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" creationId="{DF073550-38D2-D4CD-DCF6-E9ECA841230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4" creationId="{98654FBC-39AD-B935-89F5-F96D1F44DEF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2" creationId="{7CB64E96-E4DC-3B7E-2356-96F08F636D3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3" creationId="{9FD1FB8D-DCD6-4D85-4D38-036E807DBE5D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4" creationId="{374CD2DC-F473-928B-2E1C-C8AE117C859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5" creationId="{38E0F6A9-EBB5-5E0D-9BBE-9B9A4BA7F799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6" creationId="{C0248687-25D5-F235-2718-0BE9596CEA4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7" creationId="{61C095E3-09A8-FD64-F2DB-AA47B8C87AA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8" creationId="{9D4B996F-992E-D274-4A37-2B0EF2CB677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9" creationId="{50B6B2F9-5BAC-5955-453F-4F427E293F35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0" creationId="{2680855B-8119-389A-26B3-4C96386656F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1" creationId="{08BF795A-30BC-4B07-583A-365E74A060A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2" creationId="{FDF0AE19-161E-38C5-D309-006E12632F6A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3" creationId="{40EAD390-0EC6-A0BB-8198-B7144374534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4" creationId="{D483A0F8-7066-73A2-14F2-1811AD772440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5" creationId="{01596396-0450-3913-8267-C7ED7106ECB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6" creationId="{24A65849-7649-EAA4-969C-1F501575DB9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7" creationId="{2FA2DA55-C414-E8A4-887E-2364CF22886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8" creationId="{7A87121D-B1A5-748F-4166-FCF74984827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9" creationId="{3182AFD1-12A7-6B2F-B32B-502D1711EC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0" creationId="{158D16D0-9C56-3C37-F527-9FEABD9D02F7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1" creationId="{33B9A412-56BE-65E3-E2AC-1CDD9651887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2" creationId="{ABD507F0-8E17-C3F4-A29F-BE6F45F132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3" creationId="{740EA21C-DE6B-FE0E-77C8-7674BCE627DA}"/>
          </ac:spMkLst>
        </pc:sp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5" creationId="{4C2FF977-4A06-3E68-C68A-087C37C85778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6" creationId="{64C6ECDE-66BE-F7AC-6065-E6FB31DC547F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7" creationId="{1325F231-BEE3-BB86-F264-ACF4A1A1779C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8" creationId="{C0589AA9-2B2A-CA29-D00E-F1BCC245B256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9" creationId="{DBE50057-CA88-EC8D-F2B2-840AA1E25435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0" creationId="{F842443F-30AF-E3DF-0A77-53425E50138A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1" creationId="{C8685542-8D27-56F7-E309-4CAC6A82B7DD}"/>
          </ac:graphicFrameMkLst>
        </pc:graphicFrameChg>
        <pc:cxnChg chg="add mod">
          <ac:chgData name="Sivakumar Paulraj" userId="fba6c5ed4cacd2a1" providerId="LiveId" clId="{5559EC47-DA6D-4CF9-9FF4-D36D8CA06360}" dt="2023-02-14T06:09:53.223" v="68" actId="1076"/>
          <ac:cxnSpMkLst>
            <pc:docMk/>
            <pc:sldMk cId="2158704550" sldId="289"/>
            <ac:cxnSpMk id="34" creationId="{6ECF2775-C766-476E-BD2B-ED2C2E2CA8E0}"/>
          </ac:cxnSpMkLst>
        </pc:cxn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1013251" sldId="290"/>
        </pc:sldMkLst>
      </pc:sldChg>
      <pc:sldChg chg="addSp delSp modSp new mod modAnim">
        <pc:chgData name="Sivakumar Paulraj" userId="fba6c5ed4cacd2a1" providerId="LiveId" clId="{5559EC47-DA6D-4CF9-9FF4-D36D8CA06360}" dt="2023-02-08T06:24:10.029" v="60" actId="14100"/>
        <pc:sldMkLst>
          <pc:docMk/>
          <pc:sldMk cId="3501251536" sldId="290"/>
        </pc:sldMkLst>
        <pc:spChg chg="mod">
          <ac:chgData name="Sivakumar Paulraj" userId="fba6c5ed4cacd2a1" providerId="LiveId" clId="{5559EC47-DA6D-4CF9-9FF4-D36D8CA06360}" dt="2023-02-08T06:24:05.747" v="59" actId="1076"/>
          <ac:spMkLst>
            <pc:docMk/>
            <pc:sldMk cId="3501251536" sldId="290"/>
            <ac:spMk id="2" creationId="{F91F9345-8D94-2EDC-8FCF-D25FA3EDF895}"/>
          </ac:spMkLst>
        </pc:spChg>
        <pc:spChg chg="del">
          <ac:chgData name="Sivakumar Paulraj" userId="fba6c5ed4cacd2a1" providerId="LiveId" clId="{5559EC47-DA6D-4CF9-9FF4-D36D8CA06360}" dt="2023-02-08T06:23:43.850" v="49"/>
          <ac:spMkLst>
            <pc:docMk/>
            <pc:sldMk cId="3501251536" sldId="290"/>
            <ac:spMk id="3" creationId="{05837684-FF70-7BE9-4629-11A4F7A7946B}"/>
          </ac:spMkLst>
        </pc:spChg>
        <pc:spChg chg="add mod">
          <ac:chgData name="Sivakumar Paulraj" userId="fba6c5ed4cacd2a1" providerId="LiveId" clId="{5559EC47-DA6D-4CF9-9FF4-D36D8CA06360}" dt="2023-02-08T06:24:10.029" v="60" actId="14100"/>
          <ac:spMkLst>
            <pc:docMk/>
            <pc:sldMk cId="3501251536" sldId="290"/>
            <ac:spMk id="4" creationId="{FEB06DE6-E366-1AA8-2D8E-83478695D1C4}"/>
          </ac:spMkLst>
        </pc:spChg>
      </pc:sldChg>
      <pc:sldChg chg="addSp modSp new modAnim">
        <pc:chgData name="Sivakumar Paulraj" userId="fba6c5ed4cacd2a1" providerId="LiveId" clId="{5559EC47-DA6D-4CF9-9FF4-D36D8CA06360}" dt="2023-02-08T06:24:24.392" v="63"/>
        <pc:sldMkLst>
          <pc:docMk/>
          <pc:sldMk cId="1371056932" sldId="291"/>
        </pc:sldMkLst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" creationId="{E058E578-BD46-D01F-06F5-9AE59703971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" creationId="{C8622038-2CA6-9760-B894-106BF958C423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8" creationId="{DB428041-F15F-FC6A-AB98-F6557CF54B3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9" creationId="{CDB3B47B-9140-1498-17ED-3FD0E875E4B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0" creationId="{16777E1E-1907-527F-53C6-7046F2C7E222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1" creationId="{77FFC976-BC58-9097-1603-C3E8652554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2" creationId="{45C8A5B3-800A-BACE-F9D6-6A076178B74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3" creationId="{FD110615-1009-6DF1-F3FD-0A714784264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4" creationId="{BF85133C-8CD1-6632-3744-04B3E03B670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5" creationId="{4729F7EF-1D2D-9D33-8DFF-7BDEC2B4AC4E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6" creationId="{CFB04187-416E-A324-1860-571DF9EA0B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7" creationId="{6EAB004C-2A9C-76FB-C0BB-356B90FF537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8" creationId="{A2A80FFF-E263-49EB-00DF-9B6FF1A309BC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9" creationId="{CD1D1349-6069-4B4A-183C-1F2BEF13A7A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0" creationId="{0C39DB33-DF0A-9743-C951-A439D8A0E665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1" creationId="{F1D9E915-830E-93DC-E01D-F5325F5B7F16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2" creationId="{3EA879EA-41FF-BE3E-689B-2A2AE531D02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3" creationId="{7F17143C-5215-1250-2DAB-520EA2C6B4EB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4" creationId="{5E57DC5C-C792-0A6A-E76F-97D7582B644A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5" creationId="{1D82CFFD-50B7-F8F0-C5F7-16A0BD9F9A43}"/>
          </ac:spMkLst>
        </pc:sp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4" creationId="{F400EFC2-FEDF-970A-4CBB-423AFEF353B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5" creationId="{3B195FB5-64D9-2B37-60E2-6A05C26C2F3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6" creationId="{A5E7AAAD-861B-99E5-1D89-99574F74EBA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7" creationId="{324ACE6A-C219-452E-3B3C-5475B9DD0E2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8" creationId="{5FF0DFDB-6E6B-E13E-3BD7-8E07589490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9" creationId="{BB49E40E-E047-FF49-325A-2418C348305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0" creationId="{F8A6A1ED-98BA-5D9C-5490-30270B3E26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1" creationId="{88EA2481-858C-10DA-9CF7-650C1FECEDA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2" creationId="{14CB76AA-77BF-1503-9BC7-B8EF9ECDFCE6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3" creationId="{BBBAFED1-E930-B8A6-7750-27048A02D5E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4" creationId="{BE01398C-42C5-275F-963E-D0411768001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5" creationId="{9549C646-C52A-DC9A-A31E-FD68ADCF3F8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6" creationId="{52D575EB-A627-6A0A-18F1-6A8AD78DF71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7" creationId="{0FC4049C-E88C-A529-7602-F45D65971F1C}"/>
          </ac:graphicFrameMkLst>
        </pc:graphicFrameChg>
        <pc:cxnChg chg="add mod">
          <ac:chgData name="Sivakumar Paulraj" userId="fba6c5ed4cacd2a1" providerId="LiveId" clId="{5559EC47-DA6D-4CF9-9FF4-D36D8CA06360}" dt="2023-02-08T06:24:24.392" v="63"/>
          <ac:cxnSpMkLst>
            <pc:docMk/>
            <pc:sldMk cId="1371056932" sldId="291"/>
            <ac:cxnSpMk id="36" creationId="{3CB3A743-BFDD-5EE8-4565-3A4ADF60FB96}"/>
          </ac:cxnSpMkLst>
        </pc:cxnChg>
      </pc:sldChg>
      <pc:sldChg chg="addSp modSp new modAnim">
        <pc:chgData name="Sivakumar Paulraj" userId="fba6c5ed4cacd2a1" providerId="LiveId" clId="{5559EC47-DA6D-4CF9-9FF4-D36D8CA06360}" dt="2023-02-08T06:24:32.651" v="65"/>
        <pc:sldMkLst>
          <pc:docMk/>
          <pc:sldMk cId="3745212572" sldId="292"/>
        </pc:sldMkLst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" creationId="{3A69A5F2-2910-DEBB-8DFB-5F1A50C7D440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" creationId="{5261D61A-42AA-7FAA-F6BC-C5D9C3269CB1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5" creationId="{F8623AF0-976D-D3D5-F8C4-E2593C321DF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6" creationId="{3E4CFF30-3657-3E0E-A2E5-57C932D45A44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7" creationId="{E8376AD0-78CE-6DB7-9760-5DE4329F52E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8" creationId="{FF1E7DE6-4FCE-2DF6-8A24-AAC8D6B3ECE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9" creationId="{3890EFBB-D3A3-A154-B9E3-7DB101DAD24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0" creationId="{D2EFE17B-C909-A65A-6A44-27A986957907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1" creationId="{07A6EF4C-83A6-3A97-7B6A-1AFDF51F40A9}"/>
          </ac:spMkLst>
        </pc:sp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4" creationId="{8ABF4E1F-ADB0-F00F-97A6-699DE93B21D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5" creationId="{2D2A0EE8-9CD8-7F83-7223-88EC81896B5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6" creationId="{1D996967-4EAD-900C-73D8-E3F553C442DA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7" creationId="{A048EF07-423D-7867-C84C-5DF75FE2346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8" creationId="{C43D5CC1-C130-A8F7-0316-A0CBC127954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9" creationId="{57E9D1D3-2773-004E-22D7-6FAA52B7A55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0" creationId="{46FCD346-9EBF-F9D5-429D-63D05008B5A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1" creationId="{9701CC9D-C32E-DCDE-2A05-2CD8778C674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2" creationId="{1EECA641-870B-7E3D-5F9E-69CCF7F2791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3" creationId="{7A843AF1-498F-8F70-EA26-1E31A756752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4" creationId="{A02E54D6-D7B1-7FBE-E643-CC615AD451E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5" creationId="{C837BDD9-B4C9-D269-1679-8637956538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6" creationId="{A0E2252E-2808-400E-90AA-BAF5F9EF709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7" creationId="{3601113E-10D4-1202-4A10-310E3635124D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8" creationId="{EE646D19-49FF-2D18-C628-00FF60472835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9" creationId="{FC770503-B9DA-FB6D-6841-19234781B0B3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0" creationId="{38F982CB-500D-31D2-CE7F-69D3ACE5DF4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1" creationId="{8C9CE220-6A91-EF05-7468-8B65EB99DC17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2" creationId="{6F8C88C2-7CFD-7F54-11FF-9BD93C5DF2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3" creationId="{225DB444-ED5D-B466-8FE4-86D4F2C88DC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4" creationId="{ACB793B1-B4B8-20FC-D7AA-B39E0FB72251}"/>
          </ac:graphicFrameMkLst>
        </pc:graphicFrameChg>
        <pc:cxnChg chg="add mod">
          <ac:chgData name="Sivakumar Paulraj" userId="fba6c5ed4cacd2a1" providerId="LiveId" clId="{5559EC47-DA6D-4CF9-9FF4-D36D8CA06360}" dt="2023-02-08T06:24:32.651" v="65"/>
          <ac:cxnSpMkLst>
            <pc:docMk/>
            <pc:sldMk cId="3745212572" sldId="292"/>
            <ac:cxnSpMk id="32" creationId="{10A9556B-B5A5-35BE-BC2E-56A4BD000C55}"/>
          </ac:cxnSpMkLst>
        </pc:cxnChg>
      </pc:sldChg>
      <pc:sldChg chg="addSp modSp new mod">
        <pc:chgData name="Sivakumar Paulraj" userId="fba6c5ed4cacd2a1" providerId="LiveId" clId="{5559EC47-DA6D-4CF9-9FF4-D36D8CA06360}" dt="2023-02-15T07:55:07.619" v="72" actId="20577"/>
        <pc:sldMkLst>
          <pc:docMk/>
          <pc:sldMk cId="168635335" sldId="293"/>
        </pc:sldMkLst>
        <pc:spChg chg="add mod">
          <ac:chgData name="Sivakumar Paulraj" userId="fba6c5ed4cacd2a1" providerId="LiveId" clId="{5559EC47-DA6D-4CF9-9FF4-D36D8CA06360}" dt="2023-02-08T06:24:43.849" v="67"/>
          <ac:spMkLst>
            <pc:docMk/>
            <pc:sldMk cId="168635335" sldId="293"/>
            <ac:spMk id="2" creationId="{83AB72AD-1BF8-5522-C41B-5C9769E7CDF6}"/>
          </ac:spMkLst>
        </pc:spChg>
        <pc:spChg chg="add mod">
          <ac:chgData name="Sivakumar Paulraj" userId="fba6c5ed4cacd2a1" providerId="LiveId" clId="{5559EC47-DA6D-4CF9-9FF4-D36D8CA06360}" dt="2023-02-15T07:55:07.619" v="72" actId="20577"/>
          <ac:spMkLst>
            <pc:docMk/>
            <pc:sldMk cId="168635335" sldId="293"/>
            <ac:spMk id="3" creationId="{3F9C06EF-B60A-00FE-C0F4-B4F07C5E748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826240209" sldId="29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42197187" sldId="29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5226433" sldId="29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945763898" sldId="29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51406713" sldId="29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122523886" sldId="29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98681483" sldId="30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85732444" sldId="30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22109078" sldId="30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507373985" sldId="31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578310909" sldId="31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08476768" sldId="313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176719619" sldId="31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90442481" sldId="31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35786093" sldId="31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853420895" sldId="31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9679334" sldId="31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26694461" sldId="31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092328699" sldId="32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2027628" sldId="32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350779397" sldId="32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149459726" sldId="324"/>
        </pc:sldMkLst>
      </pc:sldChg>
    </pc:docChg>
  </pc:docChgLst>
  <pc:docChgLst>
    <pc:chgData name="Sivakumar Paulraj" userId="fba6c5ed4cacd2a1" providerId="LiveId" clId="{7FB8F761-45DB-45CC-A369-E1801AD04E24}"/>
    <pc:docChg chg="delSld modSld">
      <pc:chgData name="Sivakumar Paulraj" userId="fba6c5ed4cacd2a1" providerId="LiveId" clId="{7FB8F761-45DB-45CC-A369-E1801AD04E24}" dt="2023-03-20T09:02:15.611" v="15" actId="47"/>
      <pc:docMkLst>
        <pc:docMk/>
      </pc:docMkLst>
      <pc:sldChg chg="modSp mod">
        <pc:chgData name="Sivakumar Paulraj" userId="fba6c5ed4cacd2a1" providerId="LiveId" clId="{7FB8F761-45DB-45CC-A369-E1801AD04E24}" dt="2023-03-20T08:48:02.124" v="10" actId="20577"/>
        <pc:sldMkLst>
          <pc:docMk/>
          <pc:sldMk cId="4262036992" sldId="284"/>
        </pc:sldMkLst>
        <pc:spChg chg="mod">
          <ac:chgData name="Sivakumar Paulraj" userId="fba6c5ed4cacd2a1" providerId="LiveId" clId="{7FB8F761-45DB-45CC-A369-E1801AD04E24}" dt="2023-03-20T08:48:02.124" v="10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4009087332" sldId="286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2305769135" sldId="287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989114422" sldId="288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296941513" sldId="289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614734372" sldId="290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119563180" sldId="291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551407288" sldId="292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2570192775" sldId="293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4136809157" sldId="294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2784956914" sldId="295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722691295" sldId="296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175314643" sldId="297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2340500492" sldId="298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815390927" sldId="299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4138938246" sldId="300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614248639" sldId="301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320144709" sldId="302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732683960" sldId="303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810560926" sldId="304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630918393" sldId="305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238578664" sldId="306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550873224" sldId="307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992200115" sldId="308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4029327044" sldId="309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339069332" sldId="310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3784908392" sldId="311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192322438" sldId="318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4152977879" sldId="319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453652095" sldId="321"/>
        </pc:sldMkLst>
      </pc:sldChg>
      <pc:sldChg chg="del">
        <pc:chgData name="Sivakumar Paulraj" userId="fba6c5ed4cacd2a1" providerId="LiveId" clId="{7FB8F761-45DB-45CC-A369-E1801AD04E24}" dt="2023-03-20T08:48:12.220" v="11" actId="47"/>
        <pc:sldMkLst>
          <pc:docMk/>
          <pc:sldMk cId="1793377958" sldId="322"/>
        </pc:sldMkLst>
      </pc:sldChg>
      <pc:sldChg chg="del">
        <pc:chgData name="Sivakumar Paulraj" userId="fba6c5ed4cacd2a1" providerId="LiveId" clId="{7FB8F761-45DB-45CC-A369-E1801AD04E24}" dt="2023-03-20T09:01:27.606" v="12" actId="47"/>
        <pc:sldMkLst>
          <pc:docMk/>
          <pc:sldMk cId="907365212" sldId="337"/>
        </pc:sldMkLst>
      </pc:sldChg>
      <pc:sldChg chg="del">
        <pc:chgData name="Sivakumar Paulraj" userId="fba6c5ed4cacd2a1" providerId="LiveId" clId="{7FB8F761-45DB-45CC-A369-E1801AD04E24}" dt="2023-03-20T09:01:27.606" v="12" actId="47"/>
        <pc:sldMkLst>
          <pc:docMk/>
          <pc:sldMk cId="676179122" sldId="338"/>
        </pc:sldMkLst>
      </pc:sldChg>
      <pc:sldChg chg="del">
        <pc:chgData name="Sivakumar Paulraj" userId="fba6c5ed4cacd2a1" providerId="LiveId" clId="{7FB8F761-45DB-45CC-A369-E1801AD04E24}" dt="2023-03-20T09:01:27.606" v="12" actId="47"/>
        <pc:sldMkLst>
          <pc:docMk/>
          <pc:sldMk cId="2548374287" sldId="339"/>
        </pc:sldMkLst>
      </pc:sldChg>
      <pc:sldChg chg="del">
        <pc:chgData name="Sivakumar Paulraj" userId="fba6c5ed4cacd2a1" providerId="LiveId" clId="{7FB8F761-45DB-45CC-A369-E1801AD04E24}" dt="2023-03-20T09:01:27.606" v="12" actId="47"/>
        <pc:sldMkLst>
          <pc:docMk/>
          <pc:sldMk cId="982439944" sldId="340"/>
        </pc:sldMkLst>
      </pc:sldChg>
      <pc:sldChg chg="del">
        <pc:chgData name="Sivakumar Paulraj" userId="fba6c5ed4cacd2a1" providerId="LiveId" clId="{7FB8F761-45DB-45CC-A369-E1801AD04E24}" dt="2023-03-20T09:01:50.020" v="13" actId="47"/>
        <pc:sldMkLst>
          <pc:docMk/>
          <pc:sldMk cId="4089237303" sldId="342"/>
        </pc:sldMkLst>
      </pc:sldChg>
      <pc:sldChg chg="del">
        <pc:chgData name="Sivakumar Paulraj" userId="fba6c5ed4cacd2a1" providerId="LiveId" clId="{7FB8F761-45DB-45CC-A369-E1801AD04E24}" dt="2023-03-20T09:01:50.020" v="13" actId="47"/>
        <pc:sldMkLst>
          <pc:docMk/>
          <pc:sldMk cId="517493947" sldId="343"/>
        </pc:sldMkLst>
      </pc:sldChg>
      <pc:sldChg chg="del">
        <pc:chgData name="Sivakumar Paulraj" userId="fba6c5ed4cacd2a1" providerId="LiveId" clId="{7FB8F761-45DB-45CC-A369-E1801AD04E24}" dt="2023-03-20T09:01:50.020" v="13" actId="47"/>
        <pc:sldMkLst>
          <pc:docMk/>
          <pc:sldMk cId="3552911364" sldId="344"/>
        </pc:sldMkLst>
      </pc:sldChg>
      <pc:sldChg chg="del">
        <pc:chgData name="Sivakumar Paulraj" userId="fba6c5ed4cacd2a1" providerId="LiveId" clId="{7FB8F761-45DB-45CC-A369-E1801AD04E24}" dt="2023-03-20T09:01:50.020" v="13" actId="47"/>
        <pc:sldMkLst>
          <pc:docMk/>
          <pc:sldMk cId="2421072715" sldId="345"/>
        </pc:sldMkLst>
      </pc:sldChg>
      <pc:sldChg chg="del">
        <pc:chgData name="Sivakumar Paulraj" userId="fba6c5ed4cacd2a1" providerId="LiveId" clId="{7FB8F761-45DB-45CC-A369-E1801AD04E24}" dt="2023-03-20T09:01:50.020" v="13" actId="47"/>
        <pc:sldMkLst>
          <pc:docMk/>
          <pc:sldMk cId="1808980343" sldId="346"/>
        </pc:sldMkLst>
      </pc:sldChg>
      <pc:sldChg chg="del">
        <pc:chgData name="Sivakumar Paulraj" userId="fba6c5ed4cacd2a1" providerId="LiveId" clId="{7FB8F761-45DB-45CC-A369-E1801AD04E24}" dt="2023-03-20T09:01:50.020" v="13" actId="47"/>
        <pc:sldMkLst>
          <pc:docMk/>
          <pc:sldMk cId="2464554482" sldId="347"/>
        </pc:sldMkLst>
      </pc:sldChg>
      <pc:sldChg chg="del">
        <pc:chgData name="Sivakumar Paulraj" userId="fba6c5ed4cacd2a1" providerId="LiveId" clId="{7FB8F761-45DB-45CC-A369-E1801AD04E24}" dt="2023-03-20T09:01:50.020" v="13" actId="47"/>
        <pc:sldMkLst>
          <pc:docMk/>
          <pc:sldMk cId="4284671213" sldId="348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2088755026" sldId="360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581439374" sldId="361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2168830461" sldId="362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1943784626" sldId="364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1065263559" sldId="365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2472996876" sldId="366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2275672723" sldId="367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1989657972" sldId="368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2804169479" sldId="369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3090750446" sldId="370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3651283907" sldId="371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2293205240" sldId="372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1828758938" sldId="373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387264906" sldId="374"/>
        </pc:sldMkLst>
      </pc:sldChg>
      <pc:sldChg chg="del">
        <pc:chgData name="Sivakumar Paulraj" userId="fba6c5ed4cacd2a1" providerId="LiveId" clId="{7FB8F761-45DB-45CC-A369-E1801AD04E24}" dt="2023-03-20T09:01:27.606" v="12" actId="47"/>
        <pc:sldMkLst>
          <pc:docMk/>
          <pc:sldMk cId="196787259" sldId="378"/>
        </pc:sldMkLst>
      </pc:sldChg>
      <pc:sldChg chg="del">
        <pc:chgData name="Sivakumar Paulraj" userId="fba6c5ed4cacd2a1" providerId="LiveId" clId="{7FB8F761-45DB-45CC-A369-E1801AD04E24}" dt="2023-03-20T09:01:52.974" v="14" actId="47"/>
        <pc:sldMkLst>
          <pc:docMk/>
          <pc:sldMk cId="1321943395" sldId="379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180577506" sldId="382"/>
        </pc:sldMkLst>
      </pc:sldChg>
      <pc:sldChg chg="del">
        <pc:chgData name="Sivakumar Paulraj" userId="fba6c5ed4cacd2a1" providerId="LiveId" clId="{7FB8F761-45DB-45CC-A369-E1801AD04E24}" dt="2023-03-20T09:02:15.611" v="15" actId="47"/>
        <pc:sldMkLst>
          <pc:docMk/>
          <pc:sldMk cId="3010672776" sldId="383"/>
        </pc:sldMkLst>
      </pc:sldChg>
    </pc:docChg>
  </pc:docChgLst>
  <pc:docChgLst>
    <pc:chgData name="Sivakumar Paulraj" userId="fba6c5ed4cacd2a1" providerId="LiveId" clId="{366FA9A5-5B71-4D2B-A5F2-FE72B623A614}"/>
    <pc:docChg chg="undo custSel addSld delSld modSld">
      <pc:chgData name="Sivakumar Paulraj" userId="fba6c5ed4cacd2a1" providerId="LiveId" clId="{366FA9A5-5B71-4D2B-A5F2-FE72B623A614}" dt="2023-01-30T08:41:54.518" v="140" actId="729"/>
      <pc:docMkLst>
        <pc:docMk/>
      </pc:docMkLst>
      <pc:sldChg chg="modSp mod">
        <pc:chgData name="Sivakumar Paulraj" userId="fba6c5ed4cacd2a1" providerId="LiveId" clId="{366FA9A5-5B71-4D2B-A5F2-FE72B623A614}" dt="2023-01-30T08:26:01.427" v="17" actId="20577"/>
        <pc:sldMkLst>
          <pc:docMk/>
          <pc:sldMk cId="4262036992" sldId="284"/>
        </pc:sldMkLst>
        <pc:spChg chg="mod">
          <ac:chgData name="Sivakumar Paulraj" userId="fba6c5ed4cacd2a1" providerId="LiveId" clId="{366FA9A5-5B71-4D2B-A5F2-FE72B623A614}" dt="2023-01-30T08:26:01.427" v="17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966952" sldId="285"/>
        </pc:sldMkLst>
      </pc:sldChg>
      <pc:sldChg chg="addSp modSp new modAnim">
        <pc:chgData name="Sivakumar Paulraj" userId="fba6c5ed4cacd2a1" providerId="LiveId" clId="{366FA9A5-5B71-4D2B-A5F2-FE72B623A614}" dt="2023-01-30T08:27:01.171" v="43"/>
        <pc:sldMkLst>
          <pc:docMk/>
          <pc:sldMk cId="1543857491" sldId="285"/>
        </pc:sldMkLst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" creationId="{0D729739-BCDC-7A25-90F9-8DD9E8FAD690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3" creationId="{82249F88-836B-CD12-B28A-7410A7C2A645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4" creationId="{18906901-B3D2-27D2-B1BA-83C44DD8062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5" creationId="{DDC71B27-62B9-B125-9E47-8432709E712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6" creationId="{BA0EBDFE-3EDF-AFC8-079D-6B78DF3C0E1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7" creationId="{7BF9E8B0-AE71-8F55-A20E-69E99A78FE0C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8" creationId="{B8A1C5EC-2BA5-D711-F041-87E77F8F05C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9" creationId="{1F3CAA2E-0187-C250-3EDB-3AFD897E823A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0" creationId="{D7358248-F113-E82A-81A7-F2EA95EF81E8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1" creationId="{0E52816E-F2DD-F8D0-2E4D-281FEEFB3BD6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2" creationId="{0FC87318-D80F-AC98-1E65-DC9798D1135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7" creationId="{88A59A0C-0395-D655-FA6D-B24F3627825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8" creationId="{0D274BF6-9CF1-D586-148B-8C3E7AA9740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9" creationId="{45B0D79A-9244-8718-37FF-70639E26759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0" creationId="{6BB2DF5D-B69B-FBB7-ECB4-DF3BD6C24ED4}"/>
          </ac:spMkLst>
        </pc:sp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3" creationId="{91444726-E232-7EBE-8DA5-77A83106AD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4" creationId="{10D1EE9C-A88F-B05F-66FF-F1F03230DCFC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5" creationId="{DB2A4A54-8474-94EA-65E8-967E92D4BDA8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6" creationId="{29D3A14E-5E65-3479-65FE-B93D0BC427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1" creationId="{FD27DB78-06D4-FDF7-9DFD-655FABEE0F9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2" creationId="{8C7D88FA-E98D-031D-9068-75BD297AFB2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3" creationId="{EA95232E-B3F1-3310-FD1D-6191C07DE2B1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4" creationId="{063087B9-79D1-622B-2BB9-0CDE02319396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5" creationId="{38D0A6ED-D177-A43A-2656-C888D97B64E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6" creationId="{40FDA1F5-D1B8-2823-4965-9825FE6121A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7" creationId="{40050DB8-AD5B-93F8-2407-836C3CAE012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8" creationId="{42161D4D-EAF5-CB00-8320-8F11276F9B3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9" creationId="{7F044D4A-AD40-C778-5B6A-C9E22BE8BB4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0" creationId="{D625DE2E-504A-81BB-2688-B262157D76B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1" creationId="{F9E88130-18CE-5D20-BB94-F33618471E7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97677522" sldId="286"/>
        </pc:sldMkLst>
      </pc:sldChg>
      <pc:sldChg chg="addSp modSp new mod modAnim">
        <pc:chgData name="Sivakumar Paulraj" userId="fba6c5ed4cacd2a1" providerId="LiveId" clId="{366FA9A5-5B71-4D2B-A5F2-FE72B623A614}" dt="2023-01-30T08:27:27.704" v="46" actId="14100"/>
        <pc:sldMkLst>
          <pc:docMk/>
          <pc:sldMk cId="3177940565" sldId="286"/>
        </pc:sldMkLst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" creationId="{0299F512-33C4-E9C4-240B-ECD68B8CEF8C}"/>
          </ac:spMkLst>
        </pc:spChg>
        <pc:spChg chg="add mod">
          <ac:chgData name="Sivakumar Paulraj" userId="fba6c5ed4cacd2a1" providerId="LiveId" clId="{366FA9A5-5B71-4D2B-A5F2-FE72B623A614}" dt="2023-01-30T08:27:27.704" v="46" actId="14100"/>
          <ac:spMkLst>
            <pc:docMk/>
            <pc:sldMk cId="3177940565" sldId="286"/>
            <ac:spMk id="3" creationId="{51A77E7A-F32C-179F-B8F8-A40534827590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4" creationId="{C8B1F8FF-06AA-C544-4F4E-16AB7FDDAE0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5" creationId="{DC5FEC2C-C3BB-3143-568F-E233A851572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3" creationId="{77F58DD2-82A0-C89C-6456-492CB749E6C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4" creationId="{B764E6B4-E54D-A344-D68E-53A9D138AC4F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5" creationId="{433923AA-C8D5-B61E-8C6B-E7E2427B8BF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6" creationId="{7A9665FA-C26E-AFDD-9732-0840BFCE6AF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7" creationId="{DE7358DE-EDF7-CCDE-8FB0-8D2413F4829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8" creationId="{2C3E029F-4952-2149-7273-C6A8CC09991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9" creationId="{7034C169-C8E6-C399-2B2C-4EF3D06A6A9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0" creationId="{B0180C39-1120-FEB5-0D8D-BE3D1FE57F8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1" creationId="{D96C9D00-F240-1AB6-3AFB-574DFF1E222A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2" creationId="{BF5ADA46-52C4-B267-965D-69CCC82156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3" creationId="{33218D74-2065-916D-43C9-BA92E13E1C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4" creationId="{6C0838C7-0528-C3E7-28B2-B8DC35AD6B66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5" creationId="{75465AE5-F335-0F08-EFF1-4CD94250E71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6" creationId="{F674DD9D-37D3-0D60-1B00-9F38D1E7BFA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7" creationId="{C94AB814-70D9-1759-24BE-631E821369F4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8" creationId="{0AD52060-01A5-B0F2-B440-3EE5A2DF6B83}"/>
          </ac:spMkLst>
        </pc:sp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6" creationId="{FA5A5631-0ACE-4601-A070-DE8E1D5489CD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7" creationId="{E4F8663F-4C73-11DE-3B06-7CA9C6CC0F54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8" creationId="{52A9A657-EB63-E75C-3877-C7F76F808F76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9" creationId="{D068FE1F-54D5-A15E-DAC4-18E6C24B095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0" creationId="{E5945A0A-1AE4-7466-78EA-7193A9876B1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1" creationId="{999F3163-4E76-3E2C-D18B-6F26D3D48683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2" creationId="{FB9FB67F-D1BE-BA0F-BF54-EE71CF074EF9}"/>
          </ac:graphicFrameMkLst>
        </pc:graphicFrame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29" creationId="{4B187A90-1A9B-9275-7D93-2A9A67995280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0" creationId="{C47499A6-7226-0F15-916C-D181F99E1DEE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1" creationId="{826F4830-3570-C115-6C9E-7EDE9F65082C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2" creationId="{8210E22C-EDA8-2123-9D4C-09E22D0EB7E9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3" creationId="{CA40ADCE-28B6-E0E1-4793-E56B2B031FCF}"/>
          </ac:cxnSpMkLst>
        </pc:cxnChg>
      </pc:sldChg>
      <pc:sldChg chg="addSp modSp new modAnim">
        <pc:chgData name="Sivakumar Paulraj" userId="fba6c5ed4cacd2a1" providerId="LiveId" clId="{366FA9A5-5B71-4D2B-A5F2-FE72B623A614}" dt="2023-01-30T08:27:36.893" v="47"/>
        <pc:sldMkLst>
          <pc:docMk/>
          <pc:sldMk cId="2544870390" sldId="287"/>
        </pc:sldMkLst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2" creationId="{BEFFF887-5223-E976-19F0-9250906462D7}"/>
          </ac:spMkLst>
        </pc:spChg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3" creationId="{70A32694-7267-5711-EFBB-D94A9C35AAB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82843864" sldId="28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31431125" sldId="288"/>
        </pc:sldMkLst>
      </pc:sldChg>
      <pc:sldChg chg="addSp modSp new modAnim">
        <pc:chgData name="Sivakumar Paulraj" userId="fba6c5ed4cacd2a1" providerId="LiveId" clId="{366FA9A5-5B71-4D2B-A5F2-FE72B623A614}" dt="2023-01-30T08:27:44.032" v="48"/>
        <pc:sldMkLst>
          <pc:docMk/>
          <pc:sldMk cId="3077930312" sldId="288"/>
        </pc:sldMkLst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" creationId="{95EF5F66-6AF6-369E-E428-EA4658CA315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" creationId="{AB363B8C-3B3A-DA28-9F32-F1732A700C8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19" creationId="{E82BE8DE-A154-C75C-A2BE-6A084016EB0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0" creationId="{2E179A47-7266-3944-CFBC-36AB9C998E3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1" creationId="{C8D62F02-8EEC-F39D-51AD-0F4AB9ABBE2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2" creationId="{57F6BBA4-88EA-D865-CF44-6F1EEC8831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3" creationId="{635EA905-CB67-A4F7-90BA-4305F0FC252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4" creationId="{C1879E8D-B6FA-2085-921F-F7D79A962E5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5" creationId="{4B12CA6A-CE7D-35E2-A97D-4EB96C723B1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6" creationId="{9F019D8F-FA38-EF7A-EF0B-4D65D09B647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7" creationId="{14DD01B5-97AC-B8A9-475D-E4588CB4206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8" creationId="{47DB3196-5E9B-B82A-21AC-D848868F8DA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9" creationId="{436CED9C-955F-4EA3-F7AA-3B18E411951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0" creationId="{46D62471-DB9F-38A9-57E7-8F2F7E06CA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1" creationId="{0478EC47-E806-5006-9204-4C51621ADC9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2" creationId="{4D458A10-61D5-57A0-E950-BA4502A7AA1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3" creationId="{9F575E54-AF0C-40EA-F27A-053DFD23915E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4" creationId="{C903DEB7-FF75-9FEB-5D1E-232560B24DC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5" creationId="{4E8B7158-EB7E-5192-57A5-CA53D33CA9A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6" creationId="{F47DDEAB-E244-812D-A2A3-B463B6CEBB9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7" creationId="{7B97275B-746F-5F3A-4691-3162DA715B0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8" creationId="{168FA585-DD97-4CEF-7AB0-C3461052206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9" creationId="{CE672089-2A13-E45D-5A99-161E29A1D78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0" creationId="{0C51354C-4AD1-4CFE-493A-F92CCEB1A33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1" creationId="{A41700F7-53B4-0EA5-7654-D6886C9DD1F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2" creationId="{34616448-40E3-5A73-1622-048AC9F3A6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3" creationId="{0A730388-D754-EAF5-887D-E20CBAEE140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4" creationId="{8A715708-527A-4FC2-D827-F00667A03F7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5" creationId="{B7F046E0-ABC9-AB9B-4CA2-6D4BE5AC7EF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6" creationId="{7E860449-D015-38EF-3C45-BD8A790E50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7" creationId="{DF28D509-7B6C-1007-D526-E25975C0FAF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8" creationId="{B9496454-5048-4FF4-EBA4-F240D6252C1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9" creationId="{D96FEC5E-5F65-5644-FEB8-EF736E8D4F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0" creationId="{26477522-9ED6-6DD2-C084-369A957F13F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1" creationId="{068128DC-30CA-19E7-2B45-BE4D27DF72A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2" creationId="{571AB742-FE1D-6714-5D8B-A34E57EFAAB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3" creationId="{CF034154-7CE0-7FB1-A5D7-9860017B3B7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4" creationId="{956BEED2-AE69-5A8F-2D8F-930D5B7FC29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5" creationId="{93BA3D7B-51B9-FD66-255A-8AB8A4E3F65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6" creationId="{3CA9D140-4ACF-E6E4-5348-8247EC115113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7" creationId="{4EA84A70-3525-A4B2-02A2-5A7B9D861F6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8" creationId="{3C7612B4-E028-A319-D1E7-FF8EA206BC25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9" creationId="{8F2867BE-8F29-9F90-D52B-D15A46899D8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0" creationId="{168BE4AF-AEDD-DD48-5DB5-5E3A6F768D2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1" creationId="{6FB11FFE-6C8F-3AA0-CF02-85A952ED2A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2" creationId="{B302C264-67B3-3376-55DA-B4CCE075443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3" creationId="{DF97252D-BFF5-3B1F-039D-228139B22E26}"/>
          </ac:spMkLst>
        </pc:sp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3" creationId="{A67FFF04-777A-3328-ABA4-B69E2A2FE1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4" creationId="{D5AF396F-3724-C7F6-1575-F20DC8669EC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6" creationId="{DFD7615F-5542-1BBA-1BCE-0401BB75DD35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7" creationId="{93510810-313D-EC2E-A58B-4DDD60A9642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8" creationId="{AE198259-680B-BBD7-021C-47B4D4CAD87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9" creationId="{0DB2E87D-6E89-76A6-F504-D574533A5B3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0" creationId="{F052435A-90EC-740F-8215-076A2878AABF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1" creationId="{75C49450-7CC6-22CC-896B-7E10F72D69F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2" creationId="{1B5757FC-4DC1-132A-BB25-07FCAB205B5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3" creationId="{95FB3893-7EC9-2B21-22DE-343ED95057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4" creationId="{C2DB772A-1921-360B-8F4F-047A52E42FD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5" creationId="{F8320997-D86E-ED84-BB6E-349AA0AC883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6" creationId="{71C60AAF-5D96-37FB-35D2-A7B9617F9FD1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7" creationId="{2774B426-0996-C4AC-966A-61CA79A924D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8" creationId="{840F083A-76AA-E75E-3B25-ED809F1B4049}"/>
          </ac:graphicFrameMkLst>
        </pc:graphicFrameChg>
      </pc:sldChg>
      <pc:sldChg chg="addSp modSp new mod modShow">
        <pc:chgData name="Sivakumar Paulraj" userId="fba6c5ed4cacd2a1" providerId="LiveId" clId="{366FA9A5-5B71-4D2B-A5F2-FE72B623A614}" dt="2023-01-30T08:41:54.518" v="140" actId="729"/>
        <pc:sldMkLst>
          <pc:docMk/>
          <pc:sldMk cId="1396610316" sldId="289"/>
        </pc:sldMkLst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2" creationId="{FB2728FB-D97C-24A9-8724-30C9D2BA2883}"/>
          </ac:spMkLst>
        </pc:spChg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3" creationId="{CBD02B36-5915-3CB7-41A9-7F5576E9DCE5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3561598" sldId="28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54316245" sldId="290"/>
        </pc:sldMkLst>
      </pc:sldChg>
      <pc:sldChg chg="addSp modSp new mod modShow">
        <pc:chgData name="Sivakumar Paulraj" userId="fba6c5ed4cacd2a1" providerId="LiveId" clId="{366FA9A5-5B71-4D2B-A5F2-FE72B623A614}" dt="2023-01-30T08:39:31.204" v="139" actId="729"/>
        <pc:sldMkLst>
          <pc:docMk/>
          <pc:sldMk cId="3839462848" sldId="290"/>
        </pc:sldMkLst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" creationId="{48AD1842-B1E0-1460-1E16-B5FFA111FD3F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3" creationId="{2F2F8CFF-B74E-C682-FE5C-18EE4D1B10A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4" creationId="{651ABF46-FA50-8E82-A828-AA55D75558C0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5" creationId="{68BBA62D-8961-1536-02CE-529C07DECF52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6" creationId="{3F94AFE7-C91E-23A9-E1C0-5C9C4433A558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7" creationId="{CC0B6F60-1271-5581-3C5A-1433868232A4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8" creationId="{2E3F42CA-CA81-FA78-9C2E-0124F81D637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9" creationId="{FD138DCC-AE91-4474-F240-F8289934106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0" creationId="{5A5AB7C3-0A2A-83DC-FFB9-4E627E31FC9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1" creationId="{70499219-C9E2-3E81-11F9-0BD88ACCA8C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2" creationId="{74C0C808-3397-9CCA-A476-E563AEBF7C2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7" creationId="{3DA28DA9-7AF4-14A2-AC18-C47D518DF481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8" creationId="{69C41200-90DE-E95D-49E3-B5242C67CCF9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9" creationId="{173C4232-B1E7-730A-2CCD-BB373EF5F6D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0" creationId="{7B036EDA-DAA9-11BA-E3D1-21678C6D4B32}"/>
          </ac:spMkLst>
        </pc:sp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3" creationId="{2C68AB53-7DFB-DBB6-A0D7-C7FA46075936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4" creationId="{43230562-5F5C-A042-BD0B-BBDA31293441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5" creationId="{C2973A9C-6391-14EA-3C48-27083E4DBB3B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6" creationId="{4278EA37-7D36-6E3F-6118-33D9829FE4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1" creationId="{CC52ECA1-9AB0-79DB-10C3-60E0B2E975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2" creationId="{E321C0C2-2ABD-6137-80AC-6F266362E610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3" creationId="{12FAFE10-0454-E3A7-F870-6B3311EF484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4" creationId="{F314B954-7A8B-B7F0-E242-D9EBBA37B2C9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5" creationId="{E707CA6A-20D8-DE3D-FED5-632BEC89662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6" creationId="{F2F76800-69D6-8A55-290E-E4A15E4DAB25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7" creationId="{75828209-6304-1C07-6CF7-D4C8B9C4DC93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8" creationId="{8C5BA0E1-B351-0F75-2286-C6E540CF0F7A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9" creationId="{B504497A-8C72-D6A7-8B6B-8E5D0E885E7D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0" creationId="{452B61E9-48BB-A9BA-D1B7-CFFDDCD1C8B4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1" creationId="{C82AB213-89A3-9877-FA22-096C5BD834A4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17404054" sldId="29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636447166" sldId="291"/>
        </pc:sldMkLst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2" creationId="{91D6B5D2-680B-6F77-EF3D-8F1B7823B17F}"/>
          </ac:spMkLst>
        </pc:spChg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3" creationId="{F7D18656-B5AE-4243-C0DC-571A864709FB}"/>
          </ac:spMkLst>
        </pc:sp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6" creationId="{F43690C3-CABD-D6C3-4F8F-49C0309970E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7" creationId="{40608FEF-1261-C717-907D-36D09B1A0AF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8" creationId="{46507404-1532-A297-035B-6C1966CB4C66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9" creationId="{E726256B-C5BC-7EE4-AEDE-214834DA29D8}"/>
          </ac:graphicFrameMkLst>
        </pc:graphicFrameChg>
        <pc:cxnChg chg="add mod">
          <ac:chgData name="Sivakumar Paulraj" userId="fba6c5ed4cacd2a1" providerId="LiveId" clId="{366FA9A5-5B71-4D2B-A5F2-FE72B623A614}" dt="2023-01-30T08:30:45.238" v="58" actId="14100"/>
          <ac:cxnSpMkLst>
            <pc:docMk/>
            <pc:sldMk cId="2636447166" sldId="291"/>
            <ac:cxnSpMk id="4" creationId="{E9C251A7-4C6A-255B-97BF-5CF50D2EEFAE}"/>
          </ac:cxnSpMkLst>
        </pc:cxnChg>
        <pc:cxnChg chg="add mod">
          <ac:chgData name="Sivakumar Paulraj" userId="fba6c5ed4cacd2a1" providerId="LiveId" clId="{366FA9A5-5B71-4D2B-A5F2-FE72B623A614}" dt="2023-01-30T08:30:57.469" v="60" actId="14100"/>
          <ac:cxnSpMkLst>
            <pc:docMk/>
            <pc:sldMk cId="2636447166" sldId="291"/>
            <ac:cxnSpMk id="5" creationId="{A2F84254-B9E6-8C2F-966A-34650526D9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08312362" sldId="29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701933503" sldId="292"/>
        </pc:sldMkLst>
        <pc:spChg chg="add mod">
          <ac:chgData name="Sivakumar Paulraj" userId="fba6c5ed4cacd2a1" providerId="LiveId" clId="{366FA9A5-5B71-4D2B-A5F2-FE72B623A614}" dt="2023-01-30T08:31:30.450" v="61"/>
          <ac:spMkLst>
            <pc:docMk/>
            <pc:sldMk cId="2701933503" sldId="292"/>
            <ac:spMk id="2" creationId="{2081B84A-2529-A1F0-C933-C6E5AE344ADE}"/>
          </ac:spMkLst>
        </pc:spChg>
        <pc:graphicFrameChg chg="add mod">
          <ac:chgData name="Sivakumar Paulraj" userId="fba6c5ed4cacd2a1" providerId="LiveId" clId="{366FA9A5-5B71-4D2B-A5F2-FE72B623A614}" dt="2023-01-30T08:31:30.450" v="61"/>
          <ac:graphicFrameMkLst>
            <pc:docMk/>
            <pc:sldMk cId="2701933503" sldId="292"/>
            <ac:graphicFrameMk id="3" creationId="{01F0D072-3D9D-A4DF-5FC0-BC5DB2348562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430360297" sldId="29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40732523" sldId="293"/>
        </pc:sldMkLst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2" creationId="{8AF65C37-F7F2-78C6-D4E0-24084C26AFD4}"/>
          </ac:spMkLst>
        </pc:spChg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3" creationId="{535FB569-707A-B0A4-B0E5-F9276BF23F3D}"/>
          </ac:spMkLst>
        </pc:sp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904696191" sldId="294"/>
        </pc:sldMkLst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2" creationId="{39F7D4AE-3663-13B8-E360-83B38849A82F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3" creationId="{ADBAA3B9-55FD-3162-0797-59D3A309D7C5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8" creationId="{C943FA3A-A3AD-61C4-6BE5-C1127154F270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9" creationId="{ACAF76E7-D0E2-624D-5CE0-3166DD64FA89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0" creationId="{3F04E8FF-1C1C-D510-6F0C-405028F59C2E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1" creationId="{DFA1A989-EAD5-5B09-52C6-9FA5F5FDC063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2" creationId="{C82C22B1-0FF3-79D3-81DB-065BCBB5BBDD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3" creationId="{A89CAA30-3737-3ADB-3DD2-47E699FEC361}"/>
          </ac:spMkLst>
        </pc:sp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4" creationId="{914C6B96-0018-AE9A-68D0-B486A0C6A12B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5" creationId="{595911C5-CC97-A9B5-C299-19D5106BBEDC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6" creationId="{BA4519E5-BC88-5E0F-95F6-03AC45E399EF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7" creationId="{15383DA1-49FE-683F-AC0D-EA4DDD2A4B2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24152370" sldId="29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0949753" sldId="29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681589936" sldId="295"/>
        </pc:sldMkLst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2" creationId="{E92C1572-3B50-2817-4F60-204500EBF1A0}"/>
          </ac:spMkLst>
        </pc:spChg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3" creationId="{898D54E0-859B-6589-20A9-F0714DA440E3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339377" sldId="29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60461749" sldId="296"/>
        </pc:sldMkLst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" creationId="{BB272138-C70E-2EEE-7B8A-85EFC61DAABF}"/>
          </ac:spMkLst>
        </pc:spChg>
        <pc:spChg chg="add mod">
          <ac:chgData name="Sivakumar Paulraj" userId="fba6c5ed4cacd2a1" providerId="LiveId" clId="{366FA9A5-5B71-4D2B-A5F2-FE72B623A614}" dt="2023-01-30T08:32:12.864" v="67" actId="255"/>
          <ac:spMkLst>
            <pc:docMk/>
            <pc:sldMk cId="1660461749" sldId="296"/>
            <ac:spMk id="3" creationId="{D4721441-9C5B-74FA-78BC-263B4979950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8" creationId="{A78B9485-4FC6-732F-B7F1-6A45B275807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9" creationId="{EE03AC19-5320-412E-0510-57D9C4A30B8F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0" creationId="{3568C17D-2FA9-DC84-05C6-141C152B392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1" creationId="{E380EE95-4F0C-6834-A86A-ADF9C645E3DE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7" creationId="{7A7CDCF1-505F-B755-ACFF-E79486C6899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8" creationId="{A6E8F626-5042-830D-3C4A-EEDDFA8C35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9" creationId="{D7807718-33E6-BCFE-63C3-FEDC9D8E7F9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0" creationId="{52FAB774-8EC6-4DF5-B5B8-5423EF9D027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1" creationId="{CD6A3FF8-64C8-966F-00D1-3A8FA97BCB3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2" creationId="{A44ECDCB-856E-323F-1113-040C70B71D0D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3" creationId="{7C75B8A5-D71C-8EA0-9493-2726A432B4D6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4" creationId="{27604784-AC00-E53B-B266-8D8A3A2F26F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5" creationId="{73060109-C55D-D26A-AFF5-1F0D535A539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6" creationId="{66277832-CAF7-68ED-8A27-D6B9A5231A6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7" creationId="{EDB89CF0-BEFD-9934-0B52-B6E4194B25C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8" creationId="{B5A2B065-2031-2C84-7133-4C4E418DC6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9" creationId="{4B95523B-5010-A59A-C387-ECA0F9202DF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0" creationId="{A05E1044-9FB7-B555-FD30-115F5BC2362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1" creationId="{C9F620F8-BA01-17D3-876F-9242AA1C8AA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2" creationId="{EA6BD029-EA26-350D-0A11-57BAC281B1A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3" creationId="{01010942-F939-2393-3EBA-563415F24E4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4" creationId="{174672B9-75CE-B17E-5C78-B5E9B0D99E7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5" creationId="{FDA7D1DA-0BD3-92D2-3E55-796F08C0C83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6" creationId="{8A2FE609-B4FF-3565-C51E-687228CA69F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7" creationId="{88957CC4-FA7E-6272-F9AB-ECBA10D6443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8" creationId="{19C6B30C-C9A0-CDED-507A-EECF04205D21}"/>
          </ac:spMkLst>
        </pc:sp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4" creationId="{5B976C1B-18BE-37FA-F9DA-A9525EBF20F7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5" creationId="{76C04947-ECEB-C8DC-7AF3-E4E74C5C0F21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6" creationId="{9B9C2B9A-B574-E4A7-F758-553032325F39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7" creationId="{575D6D74-4814-801B-9098-DA30A36E1638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2" creationId="{39498AF3-5E86-3C58-5F2B-5C51C3C42C6D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3" creationId="{B942083C-7170-5A5E-C76B-7789BAA1C050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4" creationId="{D566FBA8-0C8F-0A9B-A9AD-2C61B8608912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5" creationId="{B9690863-37A3-F913-CFBA-470800E6ED65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6" creationId="{141180F1-C6B0-0331-FD2A-96D80A55B40B}"/>
          </ac:graphicFrameMkLst>
        </pc:graphicFrameChg>
        <pc:cxnChg chg="add mod">
          <ac:chgData name="Sivakumar Paulraj" userId="fba6c5ed4cacd2a1" providerId="LiveId" clId="{366FA9A5-5B71-4D2B-A5F2-FE72B623A614}" dt="2023-01-30T08:32:05.087" v="66" actId="1076"/>
          <ac:cxnSpMkLst>
            <pc:docMk/>
            <pc:sldMk cId="1660461749" sldId="296"/>
            <ac:cxnSpMk id="39" creationId="{0B289243-C853-2D93-2DDD-6D0AB50F06D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29560838" sldId="297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66705115" sldId="297"/>
        </pc:sldMkLst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" creationId="{C9DBE62E-466C-1751-1169-1ECC691B911A}"/>
          </ac:spMkLst>
        </pc:spChg>
        <pc:spChg chg="add mod">
          <ac:chgData name="Sivakumar Paulraj" userId="fba6c5ed4cacd2a1" providerId="LiveId" clId="{366FA9A5-5B71-4D2B-A5F2-FE72B623A614}" dt="2023-01-30T08:32:33.187" v="70" actId="255"/>
          <ac:spMkLst>
            <pc:docMk/>
            <pc:sldMk cId="3466705115" sldId="297"/>
            <ac:spMk id="3" creationId="{DD10733B-F802-B2BD-2E38-7F139A219A5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8" creationId="{257185BA-8654-DA4C-D7C6-F2E6AD9D9FFC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9" creationId="{FE691F11-3686-6E39-412C-A61742C4486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0" creationId="{010150C3-44B4-702F-2274-F21FC6EF0387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6" creationId="{15257D71-3C31-FC67-8193-B6D621EE0B9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7" creationId="{61EE1292-52B2-B0AB-1B2D-1457DE963FC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8" creationId="{78BD3A4F-15EA-FCB9-5361-AD35D5EACFD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9" creationId="{33E6B439-AE62-F703-5806-82E3FF8DB445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0" creationId="{D8C0C233-9BFB-0778-FE7C-3D43F35BA98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1" creationId="{70C245A4-34FF-E87B-C8AF-E4D0424D22B4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2" creationId="{FE05640B-9B17-696A-4B5B-5005E56729B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3" creationId="{AEF31CFA-73BA-CF08-C7BC-80F80C5D03FA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4" creationId="{54E17327-E798-D2AD-F2FE-0BB66B75715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5" creationId="{4881A512-5EB9-78B9-F931-7C6999CAFE01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6" creationId="{8E16F9C1-B73E-7D9F-FB6C-D54D85601B3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7" creationId="{11A2BB0E-A1C8-EC23-9C55-5DB3DE9EA9E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8" creationId="{54269304-4E64-EAC1-52C4-DD9F801C7EA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9" creationId="{B123EF27-A85B-6D22-8D99-243A1A59F58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0" creationId="{C13A2274-52EA-32F9-2D20-2871F2A1A2A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1" creationId="{1D686E70-5F66-5D86-8922-3B17BF05A36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2" creationId="{25DAE65F-6BE8-553D-ABF6-08041DB407D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3" creationId="{15D99216-99F0-A3A7-3674-FA694969C92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4" creationId="{29A6DC19-744A-374F-7A27-BA7E16AEEF4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6" creationId="{E2F7D40F-0A00-B793-5009-DC5732A7771A}"/>
          </ac:spMkLst>
        </pc:sp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4" creationId="{7C5C5FE5-3A11-8E1A-DEFE-590A4AD6577F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5" creationId="{B7B7FCDC-D7F2-C837-1419-487AC8B2F1F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6" creationId="{B2FF2FBD-48E9-B148-9ED7-001F56FAEA6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7" creationId="{D73576D2-065D-C874-38C5-85DC7EF0B3E8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1" creationId="{FC638AD2-A0C0-E07E-3D49-B0A8D9C1D5D4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2" creationId="{8C1AE466-F74E-F452-EC66-A36D89CAEBA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3" creationId="{6156985F-96D9-CF28-6B28-AC041283968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4" creationId="{21349845-5189-0B6B-4E40-535C671134E6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5" creationId="{67A1A759-96C2-F45C-1392-A972F300004B}"/>
          </ac:graphicFrameMkLst>
        </pc:graphicFrameChg>
        <pc:cxnChg chg="add mod">
          <ac:chgData name="Sivakumar Paulraj" userId="fba6c5ed4cacd2a1" providerId="LiveId" clId="{366FA9A5-5B71-4D2B-A5F2-FE72B623A614}" dt="2023-01-30T08:32:28.433" v="69" actId="1076"/>
          <ac:cxnSpMkLst>
            <pc:docMk/>
            <pc:sldMk cId="3466705115" sldId="297"/>
            <ac:cxnSpMk id="35" creationId="{E5F00B86-B06B-BA26-11E1-00688827B2E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13827711" sldId="29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51288122" sldId="298"/>
        </pc:sldMkLst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" creationId="{1AADC846-8DBD-3979-3BFC-7AACDF0C9AB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7" creationId="{E7D45548-AFF6-015E-5EDB-3C22C7BAFD07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8" creationId="{9D8D3BF8-93FA-A7CB-123B-5D1E56C7F8E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9" creationId="{E88A292D-B98B-BD04-13A8-91DDDDA586B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5" creationId="{E7D1DCB9-61AA-0DD3-D579-D633FE675AE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6" creationId="{FAF2B415-87FD-2648-EB02-1E22F80C10C8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7" creationId="{B5C483C2-8FF3-F38D-EC6C-D7C96069080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8" creationId="{ECF3D462-0F02-4A16-9C34-4826819F66D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9" creationId="{E65A2C27-B207-A2A3-C35D-CF500DC26C13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0" creationId="{D04ACC23-44CC-F470-F20A-1A9ECD3F297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1" creationId="{8740C23F-6FDA-65AE-14A0-63E5124F94C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2" creationId="{743BAA8A-96D1-A321-7A7A-B3056570CC9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3" creationId="{1E9AA266-B69B-2B17-F677-8DEFFFF3361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4" creationId="{ECCC13B5-765B-22AF-33A4-BE6B0FE4231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5" creationId="{F5EA5516-8023-35A3-9C46-861304760BDB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6" creationId="{54E6D1E9-447D-3FE8-11FE-601EEBCF44A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7" creationId="{F953A6F0-B3A2-416B-9EFA-7D5A5799FBF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8" creationId="{C831B88A-99C7-20AB-B35A-62AD02C456C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9" creationId="{6A532BDA-46BE-E5FE-6C46-391EF41B09F6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30" creationId="{65C4748E-FFEA-A5C2-08A3-569CDA065404}"/>
          </ac:spMkLst>
        </pc:sp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3" creationId="{5FCF3696-7798-CD2E-6BAC-BA9E6E7C467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4" creationId="{14F6922C-F314-D6E2-D901-65768154DAAA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5" creationId="{EF73F691-6716-7E46-A32C-56A5146D051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6" creationId="{91A98E9A-E65E-9F8C-302A-A65D91D779CC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0" creationId="{C5E70984-15A6-7A3E-604B-2E8C792B788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1" creationId="{A3255018-CDE0-89A9-60B3-AE54D4CE9D3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2" creationId="{FAC5B29B-0DDB-0C28-B96A-15BCC603F628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3" creationId="{94C01CB9-CB46-FB3C-DC51-DA153AE7321F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4" creationId="{D900667E-E1DA-C7BD-6B79-0B76C3C2D3A3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75735434" sldId="299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83392761" sldId="299"/>
        </pc:sldMkLst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2" creationId="{798D319C-7979-FC91-731B-6CC69C909CC4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3" creationId="{42309B94-D3FE-CD7E-2093-C4E3A619EECD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12" creationId="{CA62D1D8-1B14-E7B3-E4B8-0764BC607A20}"/>
          </ac:spMkLst>
        </pc:sp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4" creationId="{62615146-597F-3BAF-1712-3B4D277BCE5C}"/>
          </ac:graphicFrameMkLst>
        </pc:graphicFrame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5" creationId="{1BBF41F7-C8BA-28A2-518C-CCD7DB7CB538}"/>
          </ac:graphicFrameMkLst>
        </pc:graphicFrame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6" creationId="{F9DAEEFE-81C9-388A-E396-F083161AD089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7" creationId="{70C19E2D-2F4F-9D93-BB3E-9F3D256318CF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8" creationId="{A845FE05-EF60-4904-C0DD-5FE64F1F043E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9" creationId="{511293B8-C5FD-9433-E7EB-7E12817CABC3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0" creationId="{DF2D3584-06E6-F97B-7DF6-2ED4F703C05D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1" creationId="{111FCE10-EB2C-6769-80FF-7F982E80C3FF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56572509" sldId="300"/>
        </pc:sldMkLst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" creationId="{44B4C785-344D-856B-18A4-BD300CEFD4F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2" creationId="{44219BA1-EEA2-F525-B99C-FEE93ED3698D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3" creationId="{C878EEB3-C0CE-AD00-E1A5-53CF1DA11222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4" creationId="{C73E3082-E033-A3C5-10AA-148B2CB96AB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5" creationId="{985F1461-1303-3618-2869-23B9171082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6" creationId="{105FDC90-9459-B03F-5A1D-B894CF32D2F7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7" creationId="{EEC7C050-D628-BAD0-12EC-2D516D018665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8" creationId="{BA07B4D0-5BF7-B215-FBDA-654611B6644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9" creationId="{9A02D81C-DDDC-E0F2-4E25-AEF9ABFA4EF9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0" creationId="{E2E149E7-2714-C3B3-F164-54051FEABC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1" creationId="{1227678D-2DE3-0F86-704A-85EC4A59A51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2" creationId="{62F9AF23-CDB3-FFED-101A-577B23949F9C}"/>
          </ac:spMkLst>
        </pc:sp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3" creationId="{90D8364F-A93B-FBEF-ABFF-2217CDD009DB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6" creationId="{C31C7E50-DE90-4B1F-5637-1A0AC9A35D92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7" creationId="{03C1697F-72B8-099D-979E-7E22C1E9C20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8" creationId="{99951687-E5A2-9D4C-345F-C69640638043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3" creationId="{B7B110E4-794F-7F47-AEB5-348A9EC07A2E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4" creationId="{CC0A94BE-E91F-534F-9653-823F11623A39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5" creationId="{06050B58-FF95-D956-74D8-9E5A4CC2AD76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6" creationId="{D5C1CC47-CEA3-C756-6FDB-2625B27F22A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21" creationId="{7F14E79E-CB96-A58C-6FD0-CF9A67CE0E32}"/>
          </ac:graphicFrameMkLst>
        </pc:graphicFrame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4" creationId="{4802BFC3-C799-C6BE-2920-5A907F1C8390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5" creationId="{2DC39F8B-288C-1D57-527C-57F8FF2552E4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9" creationId="{BE7479FB-AABA-773E-7492-FED1A414528F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0" creationId="{52960858-FA0D-F969-6C44-5E13867C02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1" creationId="{D488497A-B256-7BDA-9234-E3C516EC2AB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2" creationId="{7D9A2107-8EB5-FBDB-1746-EC1F072520C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7" creationId="{24C012ED-9D90-3130-7C07-5D50FC7D9052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8" creationId="{1CD44A87-E2E8-49D8-1AEB-EE14AD86136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9" creationId="{16ED66DC-0CB6-4034-1B4A-DF7A4CB179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20" creationId="{A1E05797-CB68-B203-5C40-E19823D6243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41372092" sldId="30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91130160" sldId="30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77616911" sldId="301"/>
        </pc:sldMkLst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2" creationId="{5E867C6B-2960-119E-5A71-999688DD35D7}"/>
          </ac:spMkLst>
        </pc:spChg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3" creationId="{38AD8B9F-9B76-788A-D9DA-11AA0653CD0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9964588" sldId="30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47597179" sldId="302"/>
        </pc:sldMkLst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2" creationId="{90AB7C16-3B2E-B0D4-8F82-9B1F4B84AC87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3" creationId="{EC7B1038-7540-4B4C-A150-37B7FF01FFE8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4" creationId="{126318C7-C26A-E3C9-3C40-BE169CCE7861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5" creationId="{5F70ABDF-851E-6D8C-AF28-621587083D2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6" creationId="{86FEBF3E-3874-3323-D871-772AF9611A7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7" creationId="{AAB36633-9E97-F312-A0AF-C9BF1A0D681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8" creationId="{F9DE0127-D6CA-A294-E030-6BFD81CD5DCA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9" creationId="{AFE26E8B-8D88-F523-5FDE-84DA0F23E07E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0" creationId="{E921226F-4A05-B315-675E-E90155EFA93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1" creationId="{006340EC-AC41-3AE7-7B25-A5958EF01984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2" creationId="{83EBCE2F-E44C-E34D-4F57-AD40A01C332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209497363" sldId="30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372038951" sldId="303"/>
        </pc:sldMkLst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2" creationId="{2B2D1EA4-5608-25F7-8B22-0BDAE8003214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3" creationId="{5CA88100-E002-669B-E434-17FFC3F2E648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4" creationId="{86A66656-458F-85D7-3062-9F3AE5703710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5" creationId="{ABA18456-2F71-6C53-5829-5C22B4EB698A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6" creationId="{B513164C-E868-6F35-3AF6-9D49978C2E3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7" creationId="{08EE6C08-9401-DDD3-167C-37484A4B385C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8" creationId="{C9E9B872-846C-8053-DCDE-16250CBFD5C7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9" creationId="{083FC8FB-9749-960B-183F-1778CFF69025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0" creationId="{0170CABF-2696-61CA-D59C-77DF7BC7D10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1" creationId="{BF22BDC3-C7C8-C9DC-0267-80B98E33E35B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7" creationId="{66607D80-4BF9-2584-C34A-C755DD025189}"/>
          </ac:spMkLst>
        </pc:sp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2" creationId="{1CEA92D6-7D70-9C56-0442-0BDE6E734B2B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3" creationId="{B088C66A-D5E0-71CA-8A64-9AE257ED5662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4" creationId="{ABF5E35D-8A37-8885-A1AE-EBCA08ED5F19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5" creationId="{D72750FD-AC11-0F5F-15BD-3EEEC83A82AA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6" creationId="{150E1110-2586-3EAA-6D2C-BABCD15BB6F0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4966469" sldId="304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385763387" sldId="304"/>
        </pc:sldMkLst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" creationId="{16DF9B5D-C28E-6D09-C9C6-2B1265C70A1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" creationId="{DA190925-30E4-01D7-8581-D080DFC7706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4" creationId="{DD33287A-8799-71BF-242F-8DFBF85F464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5" creationId="{AA7EF4D9-90BC-CAA4-6A85-B84F87DD145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6" creationId="{81F96373-80E8-5371-D132-EEAC0943168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7" creationId="{609D0E1A-C20F-C359-A107-64374C0A5D5C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8" creationId="{09673C70-A995-180F-52DA-2EE531D97565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9" creationId="{F8C6158D-DBF3-8B42-BE20-9F3C4F02DDF9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0" creationId="{C171642E-19CE-3DAF-885B-F161CBF8015A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1" creationId="{4F203FDA-214E-0288-6C92-33C43193453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2" creationId="{653F97AC-B6CD-F149-2DCA-8963D73C4104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3" creationId="{ED621905-D71A-192A-019E-8C33A743E59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4" creationId="{265C0338-7B71-B5C1-3D01-2B632F96DAA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5" creationId="{528C70BD-FD10-9D2E-C4EF-13705C67F0A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6" creationId="{53D7F7F5-4E03-9257-362F-F4257D07AD4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7" creationId="{AE0F36AD-B805-5B87-EE38-769F4090E31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8" creationId="{B647BB9D-72CD-414B-F44D-E09A06071B6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9" creationId="{44735943-8BAC-232D-50DB-95D99F4A464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9" creationId="{713B56E1-D2C6-9863-A40E-2BF1E7B74BDE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0" creationId="{F3DEA6AC-BA5F-E2C7-12DB-EFB94386A5B8}"/>
          </ac:spMkLst>
        </pc:sp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4" creationId="{B5523F4B-CDF8-78F4-6CAD-96CEAB377C6F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5" creationId="{84D888D1-081C-20C7-49F1-4BD874DC76FB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6" creationId="{7855D477-9BCB-C70A-AE73-591A1A98B01E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7" creationId="{ACA0E0BB-2AD2-547B-3337-CF9FC034CCB2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8" creationId="{8A7B3FB1-6308-029E-50F9-C5C0BE63739D}"/>
          </ac:graphicFrameMkLst>
        </pc:graphicFrame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0" creationId="{B5F40E82-5F78-03E2-EB2F-B20601EAA17D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1" creationId="{14D42A2E-7763-C620-666C-A0E6914127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2" creationId="{9B0AF831-46B7-63A4-5262-3FF1D44CE4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3" creationId="{57C748C4-F506-F11E-8D66-D177F30D0D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59127720" sldId="30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817780682" sldId="305"/>
        </pc:sldMkLst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2" creationId="{94233353-5BD5-AEA5-7E14-133E5DE663D6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" creationId="{85586FF5-863A-C651-DBB7-70952B9CC48E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4" creationId="{9FC313A9-0364-DA22-DCCE-D471BF980F2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5" creationId="{DB290BAE-9741-4D75-30EA-3C31ACB2CB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6" creationId="{4633375E-4F4D-FE2A-89FA-ECE79873CC7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7" creationId="{9AEE4F5C-8099-BA6F-FD08-6D67C95B3B7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8" creationId="{B4EC029D-F54E-7DE3-4704-D71B4606619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9" creationId="{B734CBA7-164F-4CD8-BE99-A326B032DF1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0" creationId="{E74720F9-5F77-4C0C-013A-45A2FCFBC380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1" creationId="{CCF2A07D-71C4-7C73-EB6A-603B0FAAAC4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2" creationId="{A68AA766-0A19-C370-3563-E0D32E67F27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3" creationId="{2410328C-5754-2822-BC85-93A6B11796C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4" creationId="{A40B02B6-41B6-0FF2-D3C4-0CF1CB47FF0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5" creationId="{5449B9A7-EDE8-737A-0249-DAC09000354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6" creationId="{CB0E1E12-3D56-1B3A-E92A-E55DE94C13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7" creationId="{26F0C56E-174C-DEFF-D469-D18CFDF1512F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8" creationId="{FF16644B-39FC-872D-7F83-4BA3BAED4D1D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9" creationId="{A4A10D16-2CD3-98E6-58B6-7508AE0E641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3" creationId="{349C44A9-266E-DE8F-E122-C6829C6F7FB5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4" creationId="{A101A1E7-C347-1663-D8D5-9C9C1EC41B3A}"/>
          </ac:spMkLst>
        </pc:sp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8" creationId="{188F098B-FD5B-8E8C-89A6-B9A70A597D22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9" creationId="{72FEF7D2-C2DB-33EC-5D25-2346E3F543B5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0" creationId="{14883D27-B687-5950-052A-6B987214F991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1" creationId="{E0A43C00-255C-DC6D-AE3C-7744E5E8926E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2" creationId="{90690485-42AB-D605-4376-F62B772408A3}"/>
          </ac:graphicFrameMkLst>
        </pc:graphicFrame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0" creationId="{E8F4449A-1AE2-7E2A-E96E-81486926ACEB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1" creationId="{1B07D881-83DD-81D0-2687-5F6ED9F1B11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2" creationId="{AA33CF4F-ED9F-9E09-6E55-99857B2332C7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3" creationId="{650C1355-161D-6586-496F-0D34950BB42F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4" creationId="{FD296B60-0969-A442-62F8-1183A6D827A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5" creationId="{EA18AF01-DFF5-573D-8900-CD8F5F1823D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6" creationId="{85A4EEBA-1278-51B0-8FD3-E6D2BF30A1D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7" creationId="{DB04D00F-B409-AA6A-D351-CC0DFC94719D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1366184" sldId="30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9277232" sldId="306"/>
        </pc:sldMkLst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2" creationId="{A5505505-4D2D-4842-411D-ADCA45C27C6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" creationId="{16752E72-7F7E-9F74-97E8-1F1C5EB9DE04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4" creationId="{9704864C-3957-4F8F-2809-B833A2DED0E8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5" creationId="{14B1FBC7-F6D2-176F-0372-FE149B602F5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6" creationId="{586BAFE5-B4F0-2168-6A91-16DFE052FD2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7" creationId="{C0F4E2DC-0677-1580-4225-DAB1966D8D2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8" creationId="{D72A5BED-C9DD-31AF-87FD-A42B48BB773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9" creationId="{FCB81EF6-C4D5-36EE-5CA0-CE3A19CBF32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0" creationId="{F9BB78D1-D0BA-EAA3-64CB-1B98F05E672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1" creationId="{E9769AEF-5479-0B57-5486-026DB4F62A45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2" creationId="{55415CA4-3728-7E11-F572-BFE953EE3F3C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3" creationId="{63CA0AF9-E04F-301A-4339-7CB4F0833500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4" creationId="{DDF12D06-8491-53AD-857B-EDF2030EC573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5" creationId="{0E50E94D-0EEE-46D7-2A7B-EDC4511A898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6" creationId="{656D8C88-F9FA-CD02-EEC7-68F1BC8CD6AD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7" creationId="{F8F28047-D1B0-1D1A-C107-CA2F7D90F0D6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4" creationId="{FA84FFCB-ADF2-A6EC-EA00-6E5A5BA7F76B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5" creationId="{6DAB19F6-AC65-20BB-719E-DBA0469DC0E5}"/>
          </ac:spMkLst>
        </pc:sp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29" creationId="{BC22953E-F9A2-C60C-F376-3CD3A89F8835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0" creationId="{E95BB200-4C60-1156-673A-D56125F81B92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1" creationId="{5248AA79-C985-B3D2-906E-2CE71D1D414F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2" creationId="{2D0826C9-6437-6EF6-4FA7-F2ECF9AABE98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3" creationId="{FDEB1258-2DAE-ED98-70D1-7D0DF059FBAD}"/>
          </ac:graphicFrameMkLst>
        </pc:graphicFrame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8" creationId="{4BB40FE3-2BA5-618E-6486-C1EC5FAA03A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9" creationId="{485F2B1E-9679-FEC9-1661-C7671753C96B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0" creationId="{04B52327-2E3D-0542-2409-802138E816A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1" creationId="{65370469-AF97-7735-96F4-2D6819301DD3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2" creationId="{7182D9B3-8865-5A4A-C506-03C5E7FD0360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3" creationId="{DEBAD337-98D9-B8DF-A698-68D5B3AD5239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4" creationId="{8D686FD3-3C98-F210-BF49-4CDFCAE5FD1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5" creationId="{6186407C-8B79-7061-F508-C6DE9E144F4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6" creationId="{33D915AF-1A82-6490-5DF5-AC7DF6EB2F68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7" creationId="{D1256F28-31C5-9793-9EEB-E2028EF3AAA7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8" creationId="{5D3B899E-E902-5BE4-86EF-9FA2D3F1DB56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963243954" sldId="307"/>
        </pc:sldMkLst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" creationId="{86DC896A-F1A4-5D4B-A1FE-EE246B42EB7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" creationId="{B0FEDD83-419A-55C0-48C8-FAE41D1F026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4" creationId="{644AB6FB-BE4D-F428-9C5F-7C616FB77BE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5" creationId="{EADF00A2-D181-BEBF-79A5-2B31E81B0FF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6" creationId="{7CAD33F2-5B83-AE6C-324E-DD10A46DEC4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7" creationId="{2804A68D-5061-65FC-526E-ECC69247180C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8" creationId="{463FFCF6-6211-32D6-7CFB-B34CB7C41C8E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9" creationId="{AC885537-AD53-6B87-B561-9D62D0D4198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5" creationId="{DF474633-4324-565E-C566-DF3120035AC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6" creationId="{31D94526-F28E-3B27-992C-86057CDB9FA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7" creationId="{A28ECC9E-FDCC-7FEC-DD27-9B89CD952B2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8" creationId="{E2C5E8D5-041D-C8E1-6F77-A17D18945F0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9" creationId="{5ACF8BE3-3B47-8829-EEB9-3C579D7FB09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0" creationId="{1158E3BC-53C3-0E49-B505-52ACE2EE035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5" creationId="{C890AF07-271D-13C4-8135-65519E5D0C47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6" creationId="{52CC05EE-6EA9-34E7-66CA-693B80E8CBF9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7" creationId="{381311CE-35F2-E601-9CE1-226B3CE173F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8" creationId="{6A94ADCE-8BC6-D136-8DD3-8198782ACAEE}"/>
          </ac:spMkLst>
        </pc:sp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0" creationId="{5F4F3447-3387-69BC-9B14-B7DE3DCB7203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1" creationId="{EE2D9471-CCDE-0F22-0268-9628E2DFBF1D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2" creationId="{A715EDB2-57E0-6715-71B7-2088913A89C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3" creationId="{84153500-9405-3154-20D7-1910729CB77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4" creationId="{DFAF5A2C-BA59-9725-E270-BC5EC465D8A6}"/>
          </ac:graphicFrameMkLst>
        </pc:graphicFrame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1" creationId="{67650FC2-0C52-3AFA-1137-A3D7F3BC877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2" creationId="{C823829D-F0C1-6525-D901-199BE02CBF8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3" creationId="{2BA2958E-FD20-6635-F78E-856CA01392A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4" creationId="{A3377F21-5B24-8B7E-19E9-FE49EB947D0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5" creationId="{B4F495DE-F54E-651E-F9BA-BDFBBA70C77E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6" creationId="{DB80DC9E-C2DC-EE5D-BF6F-BDB4B120801F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7" creationId="{A55445A4-AF7B-18E3-968A-B7C10B37BC17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8" creationId="{35150594-2973-EDB8-44FF-846764711B76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9" creationId="{B6429E89-1516-1867-24F0-4EED22DF5D3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0" creationId="{6ACB677B-8C47-7FA2-089E-F56AF380598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1" creationId="{EF5EF8D9-AAE9-A0C4-0B6A-77E7E7E114F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2" creationId="{EB1CB138-BF21-D0D4-7A16-A1AE8A0D77C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3" creationId="{36F5420E-6667-CE29-C015-67513A9B0FB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4" creationId="{ED2613B0-D248-3FA0-40F0-317C4D28E2C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64959275" sldId="30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6020170" sldId="30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20055477" sldId="308"/>
        </pc:sldMkLst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" creationId="{941582C2-EA48-D6F5-702B-3D251E355A03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6" creationId="{3BAED834-BE92-B9FC-2431-19CC4C3CD9D5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7" creationId="{AC2D2C39-69DC-75E1-9658-38A1AE3B291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8" creationId="{4512ACB6-9860-7C65-7B22-C5AC2DCA1BA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9" creationId="{4CE5DA6D-14CF-D82F-9CA4-428216F9A6C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0" creationId="{BAF7C1A2-235B-775F-8DE8-AE98F1E89416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1" creationId="{54A64D3F-5A53-CD43-B2A8-424B3D040802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2" creationId="{1CE31944-2A72-8F59-88C4-9C109B6F450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3" creationId="{8F74DABE-E6A7-8748-E558-416A9C8B7D7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4" creationId="{B77CCF47-0C4B-B599-9EE1-2D3454FDCB0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9" creationId="{36A1E61B-6E05-BEFC-D6BB-FBC1E7410424}"/>
          </ac:spMkLst>
        </pc:sp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3" creationId="{13B0F130-22F0-A653-1557-FC7058D433CC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4" creationId="{E960BDC7-714F-4FB9-B0AA-AEE0E62C4A8D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5" creationId="{244F1CB7-0CD1-60DA-BAB4-F7D31B73CC30}"/>
          </ac:graphicFrameMkLst>
        </pc:graphicFrame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5" creationId="{D3A8BB49-8522-DB34-1C24-44FD7040DE4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6" creationId="{BD21FF7F-87CE-4013-ABC2-42C890FE5A5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7" creationId="{823D3AAB-1630-2D6D-B00B-381607C1ADF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8" creationId="{F900BB56-4683-088D-4E90-8E25583B22FC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9" creationId="{3E1D0AE7-E796-55AA-28D0-84530244581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0" creationId="{12C4C769-F733-48A8-771A-0A1F571CD17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1" creationId="{3FF4509A-8F59-E401-5551-77157FB1308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2" creationId="{86A8C4EB-20E4-97BD-81C7-6552E5D2353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3" creationId="{0AD92A1A-19D4-CE13-860E-7E482C8295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4" creationId="{A2E4525B-2043-3B8E-6C72-C1FDFBDA2BE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5" creationId="{AC3D7A3F-CE75-9E07-8036-7556C59CA9B2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6" creationId="{09ACBE08-71C6-3B59-E333-C2F183660AD6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7" creationId="{D4AB5E82-4C0A-BFEE-0AF5-29F879095C9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8" creationId="{7991B660-820D-6BB9-11FC-C1BCA3BB04A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0" creationId="{F45941FB-752B-C3F4-38F1-014732F720C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1" creationId="{667E220A-A3EE-510E-118A-4596651F34C3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2" creationId="{DA3E02CE-6778-4219-EF01-E5A9C06B37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3" creationId="{94CA6276-23E0-0E84-F02E-322E1EFF3E28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4" creationId="{C7B3DA04-63E0-1F99-1199-A266FF67AD7B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913220165" sldId="309"/>
        </pc:sldMkLst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2" creationId="{FD65565C-F632-467E-23E8-FEA9947F2E1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6" creationId="{D4B7A004-B44D-A5EA-CDA8-5174AD0E13B8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7" creationId="{0E2B3ABE-4073-8A15-16CB-33532C56535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8" creationId="{F92020D8-3CCE-7FC7-C914-F4BAF469281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9" creationId="{37564BE8-8D5B-A77D-2B43-D8DD5C2061D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0" creationId="{676E3111-CC34-0C9F-5B3B-E2CD4BD3210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1" creationId="{B46C00D1-D282-77ED-0A9E-EE8219FAC3B1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2" creationId="{71FD19F7-C09C-6295-D668-C2698F6AD3F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3" creationId="{1647DFE1-1955-C3F5-487B-EC762050D043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4" creationId="{29EF9587-31C7-84B3-3E41-ECBAA2803C8C}"/>
          </ac:spMkLst>
        </pc:sp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3" creationId="{376C3862-959A-A80B-9315-F2B55EBF8104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4" creationId="{9ABF162E-0A0C-BC6F-FA67-37A667A9D11A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5" creationId="{D0322090-889E-3123-4754-997E7A409132}"/>
          </ac:graphicFrameMkLst>
        </pc:graphicFrame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5" creationId="{63D96D59-67A2-B8F8-61DE-B5285C7C0B42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6" creationId="{085B782A-7E29-0F80-FCC7-44100E33D7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7" creationId="{DF1966AB-65CA-682C-CDD4-7AF917D4C2CA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8" creationId="{9B949DD0-7DC1-4151-0E9F-144791CB538B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9" creationId="{E9E61D39-6574-D3AE-B41B-9A86DE3C60CD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0" creationId="{96488BE4-671E-49A9-B6F5-52B3A9AD031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1" creationId="{DADB7018-1C8A-7B82-9694-ADC04E5AE849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2" creationId="{883895CE-B09E-C8EA-DFDA-C8E813ECAA08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3" creationId="{08748DC5-15B2-5B51-2134-0FFA63C75A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4" creationId="{55091990-1BF2-7609-B8BC-B943DB8B0546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5" creationId="{D6A7387A-1A60-8155-83EC-823220BF07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6" creationId="{5FB1CB64-3030-CDAA-AC79-2198D66FC0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7" creationId="{B51523CC-C410-0949-6CD7-7DCDE2FDB001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8" creationId="{0F2E6391-C947-AAA0-99EC-37B874339EB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2357316" sldId="30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49976774" sldId="310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752216906" sldId="310"/>
        </pc:sldMkLst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2" creationId="{C0DD17FB-013D-CE84-0DBC-06B8972F7CC5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6" creationId="{DBC8F3EB-F2A2-F248-EFE9-745E82E9B66D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7" creationId="{6520341E-C81C-462F-8E0F-69AC9541B69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8" creationId="{4D135465-AA6D-1EEA-8E12-AD90A157BDF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9" creationId="{AAC658E8-57D1-8118-A18E-815B5139722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0" creationId="{F839AB7B-3DF0-26DB-E6A4-35DE26543516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1" creationId="{6E2A762D-D28E-628C-E867-2DD15C8FD38A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2" creationId="{4C0935EB-EECC-425B-0D95-884205E7083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3" creationId="{85329D84-F4AB-AED9-4DDF-967C7DC6014F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4" creationId="{8AACE5DC-8497-7F34-13A4-6233C1B0CD32}"/>
          </ac:spMkLst>
        </pc:sp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3" creationId="{026C685D-BF3C-66E7-EB18-E7D40EB894B7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4" creationId="{8AF6ACFE-C26D-C38D-8758-EF52E1B17393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5" creationId="{4E712E0F-B95E-DFD9-C82A-B5349352F6FD}"/>
          </ac:graphicFrameMkLst>
        </pc:graphicFrame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5" creationId="{1C6F362E-9BF2-0B14-EA77-FA06E0BA2D6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6" creationId="{6B4B5059-0825-0A81-467A-3B8688185DC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7" creationId="{7BCF4276-92C5-240F-BD80-CBADEF84DEE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8" creationId="{95F92333-25F7-3F07-9B8E-86FA4B80A4C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9" creationId="{8568AB24-CC42-77B3-4109-7968A7C7C8E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0" creationId="{D1F0F930-77B6-3192-45DD-CA22EACDEDD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1" creationId="{5CD90E63-D5A6-AB38-946A-A29AB870319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2" creationId="{D2AA3FAF-0726-2FE5-4344-05DCCBDE7097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3" creationId="{8D962178-B40F-1FF1-63E3-86B26F70DD22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4" creationId="{3412E2B5-70D3-04B2-22C5-EFF75113164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5" creationId="{E3DACCC7-27E8-3BDC-D433-40521EED41B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6" creationId="{E0CF913B-CBDA-992D-2424-6107ADF3264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7" creationId="{5F803FB7-D2E9-4D60-8110-9530059D998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8" creationId="{392AA67C-C6E9-CB87-7EC2-0849B69E4D3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8418221" sldId="31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893790168" sldId="311"/>
        </pc:sldMkLst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2" creationId="{3693C260-153A-3084-B860-31D90342820C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6" creationId="{BAFF0D37-AFA8-E8BC-99C3-8D1AED88E203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7" creationId="{FA88D0EE-068F-FEC2-D6D9-6CFF8E5148F2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8" creationId="{FCF1FBB5-D037-3D1A-048F-C122D5D37BD5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9" creationId="{3D24ADC4-2038-E62A-84AA-846134D5779D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0" creationId="{75BFCBBC-4E63-2E4B-55E0-6B9DFCBAAA16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1" creationId="{693A9D7E-FFF8-C498-C21C-A8531AACC9FB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2" creationId="{3E9C644E-D296-6767-07A2-9750EC783A37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3" creationId="{183183CD-3DE3-2086-9908-4AE3EE21CD09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4" creationId="{180F7F70-1298-ED56-2484-1D70D0AED211}"/>
          </ac:spMkLst>
        </pc:sp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3" creationId="{81D99C86-145C-9E71-1AAD-DBB1AF7AD403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4" creationId="{9FBBBA6D-3087-8265-EDE6-A28E27B684E8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5" creationId="{C4C531A0-DD7B-025E-AD7D-9D010448ABAA}"/>
          </ac:graphicFrameMkLst>
        </pc:graphicFrame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5" creationId="{E37703BA-4735-7CB3-CE73-38BD4537019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6" creationId="{98336168-6C09-16D3-3056-295B43C077A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7" creationId="{655011AA-799A-E787-6A37-CF539664306E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8" creationId="{FA559675-AAB3-37E5-18DA-E9CA5CB9BAD1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9" creationId="{7FA1B155-1C0D-2E5E-73EE-D89A9957801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0" creationId="{A67EE75F-DF13-D838-0F74-3C380D59E8A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1" creationId="{3E7A3F35-DB05-E192-F61E-83E8A210610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2" creationId="{435DEEA2-05BD-9708-8361-19F79C745057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3" creationId="{E8F171B7-7E1E-531D-F324-D531C9ABDC83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4" creationId="{0CD38CF0-FB86-C2E1-8B3B-63E95431AFAF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5" creationId="{48CC86B5-3F9A-5C2D-AF1A-253C46BF1C9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6" creationId="{F2903175-B1B8-93C2-45F9-DCA7D9A6BE4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7" creationId="{2B813C7E-E7E1-B2C8-F4EF-56ECFC62FB0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8" creationId="{A387C631-C699-4F41-8687-37C904132EB0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4066978" sldId="312"/>
        </pc:sldMkLst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2" creationId="{0D7B12D8-8A9E-C46D-3996-FFE14FD6F2B8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6" creationId="{3B941491-C7C7-F99F-C797-4563B8E592E4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7" creationId="{874EDB7A-CF27-C485-A338-416B15F965E0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8" creationId="{B6BB9E33-FD51-9FBD-91ED-15F3F4C6C19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9" creationId="{11B3FB74-FEC7-F050-1FBB-856C166A493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0" creationId="{3137F65B-0228-2EB5-1EA7-4A2CD82A2E2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1" creationId="{CFA92416-84D9-3D1F-8634-BC6C5105CDF5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2" creationId="{C0E6FD0B-993C-1632-1ACE-921C11F0607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3" creationId="{C26649D0-41CC-88B8-425F-48164BD4E7CC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4" creationId="{65A200D5-D8D1-B00C-8D78-05B07E609885}"/>
          </ac:spMkLst>
        </pc:sp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3" creationId="{57CA24B1-9A45-99F0-9ED6-E4A682FCF7C6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4" creationId="{E0AB5084-0BD7-6B10-7BB0-7CAAE31CDF1F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5" creationId="{8940498A-7F7E-2D00-79F9-96DA80869187}"/>
          </ac:graphicFrameMkLst>
        </pc:graphicFrame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5" creationId="{86C31CCE-F6CB-8DFB-08BB-BD529E81BF83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6" creationId="{2C380292-E1B4-7C21-4833-A61CB71FAC59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7" creationId="{2F6F43B8-2CE0-9FCF-3CE3-FE7EE92C743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8" creationId="{17F4508B-BDE0-C653-1B19-DB4790E846A6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9" creationId="{525553F5-D675-CF2A-6F72-CC20057102F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0" creationId="{4D3FC198-616E-2175-A65B-BDCA662941BC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1" creationId="{3CB80D24-B744-B9EF-3FC6-E4F0032567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2" creationId="{B8888BA6-59EB-C70E-EF31-F3D7AE7B5367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3" creationId="{232724B8-542C-F427-9FC9-FA7E70F89A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4" creationId="{79A92716-8DFE-7F6A-309E-6DC1860A4242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5" creationId="{AEC23DEF-9954-AAF3-272E-27CC85F379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6" creationId="{D9F24B6B-8DBA-331B-5F7A-AD7DB5E2A6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7" creationId="{41C76666-D7DF-6516-B49F-469B0AE0C31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8" creationId="{7384F4C1-347D-B86A-753D-77605E7039E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02682952" sldId="31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886031739" sldId="313"/>
        </pc:sldMkLst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2" creationId="{C86C33B1-8953-50AC-6EDD-63271699B0DB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6" creationId="{0E6CC64F-ACDB-9E8F-DD10-39CA4E499C5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7" creationId="{FCEF63BE-FF49-0C80-E470-97AB3B3671E7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8" creationId="{9282A3FB-163B-C79D-94FE-4C6514927B9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9" creationId="{60E2DF31-09BB-182B-1F5E-19A61D137C8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0" creationId="{F6A230D8-EDC1-987A-7198-20FBA7C563BD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1" creationId="{9FECB201-C972-2F11-E9D7-1FD9C3A77555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2" creationId="{5BB05F9F-6386-2121-B551-4F39EF00282E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3" creationId="{34983FF4-09E2-CCC1-FDE7-EF233D69019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4" creationId="{A3628D99-A5DE-451A-7D7B-B991FD7DADF0}"/>
          </ac:spMkLst>
        </pc:sp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3" creationId="{F5DD3556-564B-3553-29E5-95183C4F54A8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4" creationId="{FD9DE04F-CC85-4817-CB7D-86D0095ACCC0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5" creationId="{B4A7BCFB-2393-83CD-3245-14BDBD77E62E}"/>
          </ac:graphicFrameMkLst>
        </pc:graphicFrame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5" creationId="{E51D4390-F491-7FB9-84E5-E6899850E25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6" creationId="{70164E6C-E415-CDB9-8486-315CB4364950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7" creationId="{4C325CD8-16F7-4814-046A-29A0B426758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8" creationId="{1CA6A92B-3A86-0A75-5B84-552E3233829E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9" creationId="{FB1A5FEC-DDAA-4B27-6970-075C02871A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0" creationId="{04C2A248-00F1-3289-7051-0DBE195C60A1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1" creationId="{870991C5-217F-B302-B644-F9984A7020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2" creationId="{05CB1B34-78EA-3D7B-1710-5FC40557993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3" creationId="{6A7FC0FF-DDE7-CE4A-BB6F-1650C07AC0B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4" creationId="{7C6C5A16-0647-FB83-9FAE-65EC2E4F9B8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5" creationId="{4E5C9FB5-1C0B-AFD8-3CE9-A30D55EABB9D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6" creationId="{A7F031FD-B37B-00C2-205C-358C5F28C41F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7" creationId="{A58B3B1A-C1D3-24FA-9A8D-C703FFFBAA3C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8" creationId="{C1BF69D2-215A-800E-3F1D-816D08D8B3C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037250936" sldId="31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39993569" sldId="314"/>
        </pc:sldMkLst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" creationId="{B6E42801-3BE7-7068-5A49-47BE4AE70874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6" creationId="{2C928F72-373E-E81A-BA48-AF1EF28BB193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7" creationId="{84230057-8C8F-1C21-0A6B-64274DE2E72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8" creationId="{914DC2B4-F99A-F9D8-8304-72E42D471A00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9" creationId="{42CB0609-24ED-12B0-5A06-0CC240E68179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0" creationId="{3ADE0392-5D73-FBAD-9452-A3AD4BC1926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1" creationId="{A96CA4B2-7FBA-C533-1ADF-D2D296003F5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2" creationId="{3D407F09-CCAA-2F63-9854-DAB261AA71BC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3" creationId="{14FC55A3-3349-DEE3-B9A7-424A46680051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8" creationId="{DC11187D-A701-68F3-9DCF-3B5501F395B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9" creationId="{202E0846-932C-1267-6707-D3CAA3E4802B}"/>
          </ac:spMkLst>
        </pc:sp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3" creationId="{17F5B214-FED4-90EA-C450-BA3FC577E1CE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4" creationId="{7B3E6F36-EB58-CDA3-C776-46F12E976F91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5" creationId="{AA7C0580-723A-4F5E-3CBB-19C6CE0609C1}"/>
          </ac:graphicFrameMkLst>
        </pc:graphicFrame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4" creationId="{F99DB175-F886-71F7-C612-D260E0C07AC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5" creationId="{8F5132BA-CE9C-E040-0682-0DCD3453B224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6" creationId="{B813F490-0081-6019-88C1-AE3E0DA90BA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7" creationId="{B3522CB2-B731-DC32-6AC0-CA60090A487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8" creationId="{63ED85A3-6603-36B4-20E2-249CF4345BA8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9" creationId="{AC5C103B-D875-3386-6E93-89F92177931B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0" creationId="{048ACA79-9928-1B29-BBF4-70D7C85ED25F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1" creationId="{C12E53FD-0DCE-2173-D02C-05BA541B42B5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2" creationId="{81D87F1A-CB36-A284-1559-3BB4FB5F68A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3" creationId="{E33E6D83-B440-1363-5185-047BE74D14D6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4" creationId="{D1DA5B5C-AFBA-1B24-8C56-BFDA3C7116A3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5" creationId="{E261E462-E18D-D226-8D12-5605A903DCC9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6" creationId="{037C7961-0F6E-BE9B-DA6E-295EC05B41D7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7" creationId="{9B5B7CF3-6AE4-6350-0FF9-4E8B6E512E98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51799315" sldId="31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97101768" sldId="315"/>
        </pc:sldMkLst>
      </pc:sldChg>
      <pc:sldChg chg="addSp modSp new modAnim">
        <pc:chgData name="Sivakumar Paulraj" userId="fba6c5ed4cacd2a1" providerId="LiveId" clId="{366FA9A5-5B71-4D2B-A5F2-FE72B623A614}" dt="2023-01-30T08:35:17.235" v="113"/>
        <pc:sldMkLst>
          <pc:docMk/>
          <pc:sldMk cId="2075366732" sldId="315"/>
        </pc:sldMkLst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" creationId="{10DAA35C-F381-6747-72F1-677D4D696BEA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3" creationId="{F0045F7D-BA78-9A2F-2A6D-431BC54CE317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4" creationId="{CF3DE66B-984A-4BA4-0ABA-8B007C033A6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5" creationId="{CBE22852-F814-E2E0-22DA-4758C5357A5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6" creationId="{80CF570E-9522-1EF1-6A23-49D8D67C405E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7" creationId="{B08A9B3A-C88D-043D-F3D5-26FD87682A6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8" creationId="{89649713-7AB4-BB0F-3CEF-DB61CFAAAF6B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9" creationId="{BA2EA92F-58A3-A0AD-FCEC-95BE8E4BD8B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0" creationId="{77096389-425F-0EE9-F65D-0E9286EB2C4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1" creationId="{930DF4F7-5AE8-AAC7-67DF-0F3F9E48FA66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2" creationId="{B69DC6BF-E487-EADE-9B7E-92BD4A0DA29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7" creationId="{53F43E39-EF04-D84D-B326-D865756C35B8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8" creationId="{5B7C648F-33D0-47A8-8098-C6B6AF2BEB09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9" creationId="{F616D892-A97B-6719-1D06-153864ABCF7F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0" creationId="{8603A995-74C8-BD60-5E00-85E5C7BE3BCF}"/>
          </ac:spMkLst>
        </pc:sp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3" creationId="{FDF64BB8-6AF9-97BD-004B-E2B5FECA0B6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4" creationId="{C7145455-7227-AB44-A36B-91618EA88382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5" creationId="{52DC18DB-1835-DE05-D149-6ED43096E32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6" creationId="{CAE74930-4A6A-5BC8-6F1D-507D678A683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1" creationId="{34DB6816-D08B-2EAF-54CD-D65C9CAC7D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2" creationId="{A42FEB1F-DF19-4F8B-1F0A-3B242A7D6F84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3" creationId="{7159D76F-3216-C22C-8E9A-AEECD72124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4" creationId="{2127A052-90D8-86F4-8B00-E2AB94090920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5" creationId="{F834380B-EB09-AA4D-4499-7A59BE6CD5BC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6" creationId="{0A3EFDF2-50E8-146A-17C3-3B6E14ABD3D7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7" creationId="{F41D77AE-448C-E42C-C923-261D2C3F50A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8" creationId="{84FEC23F-84EA-314C-3313-1238878B9CC1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9" creationId="{315BC718-C763-42BE-22B0-98E09152267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0" creationId="{E5826BA1-BAF2-4574-F594-8342143B281E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1" creationId="{8B4FD042-CE23-14ED-0FD5-FBE46CAEC20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426562" sldId="316"/>
        </pc:sldMkLst>
      </pc:sldChg>
      <pc:sldChg chg="addSp modSp new modAnim">
        <pc:chgData name="Sivakumar Paulraj" userId="fba6c5ed4cacd2a1" providerId="LiveId" clId="{366FA9A5-5B71-4D2B-A5F2-FE72B623A614}" dt="2023-01-30T08:35:33.550" v="116" actId="255"/>
        <pc:sldMkLst>
          <pc:docMk/>
          <pc:sldMk cId="1098221075" sldId="316"/>
        </pc:sldMkLst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2" creationId="{F0925A14-36DA-CAB9-D6DF-B998D3F7F142}"/>
          </ac:spMkLst>
        </pc:spChg>
        <pc:spChg chg="add mod">
          <ac:chgData name="Sivakumar Paulraj" userId="fba6c5ed4cacd2a1" providerId="LiveId" clId="{366FA9A5-5B71-4D2B-A5F2-FE72B623A614}" dt="2023-01-30T08:35:33.550" v="116" actId="255"/>
          <ac:spMkLst>
            <pc:docMk/>
            <pc:sldMk cId="1098221075" sldId="316"/>
            <ac:spMk id="3" creationId="{7CC03589-A1C0-CCF5-CDB0-9DE0A1BBE48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4" creationId="{EFBF42AB-F1B1-FC1F-1F03-7CDFCB48B5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5" creationId="{E8059DDC-7827-0D46-F963-73094B2C517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6" creationId="{E5FC167A-59E4-9520-8399-18396A0C397B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3" creationId="{57E4E46C-FB53-A91E-9C7E-128F8E4600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4" creationId="{4AC71E2F-8287-0A15-F430-8B435F216DE5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5" creationId="{23843F2F-83A6-AA4D-DB0B-E5A87292B16A}"/>
          </ac:spMkLst>
        </pc:sp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0" creationId="{50F82297-65B5-75D5-FAB2-2C43AB28A9FA}"/>
          </ac:graphicFrameMkLst>
        </pc:graphicFrame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1" creationId="{4B411CB6-68A7-6F47-D5D4-62E39EB8EC92}"/>
          </ac:graphicFrameMkLst>
        </pc:graphicFrame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7" creationId="{E28B8E7C-F6A4-7E98-1B79-264717A1DEF2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8" creationId="{AA1268C2-0419-109E-6BAD-B28EC8FE299A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9" creationId="{C726C085-5DC7-9234-80D3-950EF9EF5CEC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12" creationId="{1D9B61FA-FC69-CCBC-7491-B6207965131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409113264" sldId="317"/>
        </pc:sldMkLst>
      </pc:sldChg>
      <pc:sldChg chg="addSp modSp new modAnim">
        <pc:chgData name="Sivakumar Paulraj" userId="fba6c5ed4cacd2a1" providerId="LiveId" clId="{366FA9A5-5B71-4D2B-A5F2-FE72B623A614}" dt="2023-01-30T08:35:42.908" v="117"/>
        <pc:sldMkLst>
          <pc:docMk/>
          <pc:sldMk cId="3425256085" sldId="317"/>
        </pc:sldMkLst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" creationId="{ADA3ABE6-333A-07A9-8A81-DDF736BD072C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3" creationId="{FD32EB63-36BE-F3EA-4EDE-EA36441AFE1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4" creationId="{9AA179BC-88D0-2BD6-8E1D-E65B049F6BD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5" creationId="{7516B68D-FF06-320E-8865-7D856DC4F31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6" creationId="{E21BF42B-EA36-5F0C-2F52-72542BEC24F4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7" creationId="{51020ABE-F177-DEF5-0672-5FB1F407C72F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8" creationId="{DB9BB56F-0F70-66C0-5283-E2CD7CE0A1E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9" creationId="{8AB43CD8-C364-96FF-E8F5-5C31ED90FB1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0" creationId="{DF472AC5-9ECC-C8A4-340C-2059B88089E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1" creationId="{7F508320-9173-0B14-D72F-804805C1EFD0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2" creationId="{5882B1E3-A11E-41A3-4E2B-19F8E626455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7" creationId="{D5207C8E-F2E3-5F35-2E9F-BF22408D5F62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8" creationId="{0A1FEE61-F4D3-4E00-C4E2-CE99B674ADA7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9" creationId="{66B45E92-8309-21F0-ED57-0CC8A04FB203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0" creationId="{16DB0CCB-6DED-4E85-074E-7AFD547ECDF3}"/>
          </ac:spMkLst>
        </pc:sp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3" creationId="{E848181E-8347-214F-16B5-CB3163C3BA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4" creationId="{5ED857B2-1F93-77D9-7F75-D33C659CCF68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5" creationId="{84B80DAA-51E5-F21F-0D7C-A802C28B6A1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6" creationId="{6EAA360B-1F8F-2939-9F68-5D7A5F29DA42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1" creationId="{D2284A6F-3966-B292-3775-BD51687286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2" creationId="{EB0CA853-2788-1C44-9F4D-CAD3402501E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3" creationId="{73238F4D-09A5-00DC-0BEB-B2ED632A600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4" creationId="{1031B2D0-5827-2D72-1E11-FA338DEF771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5" creationId="{7D113779-B182-C505-F9B9-493D925EDDEA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6" creationId="{5ABF24D4-9CE7-22D2-682A-3FFB9E06D4F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7" creationId="{83F30A62-CE1A-1A0F-D1D6-F9566CE3753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8" creationId="{5884F7C9-93DA-DC8F-7300-FABB8896CA5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9" creationId="{C39690DD-100D-895E-EB26-D3C30A9917D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0" creationId="{CF12C2F8-351B-01AF-08E5-89B28C7F3F2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1" creationId="{F371A632-7DA8-7F39-1617-9D7330263D20}"/>
          </ac:cxnSpMkLst>
        </pc:cxnChg>
      </pc:sldChg>
      <pc:sldChg chg="addSp modSp new mod modAnim">
        <pc:chgData name="Sivakumar Paulraj" userId="fba6c5ed4cacd2a1" providerId="LiveId" clId="{366FA9A5-5B71-4D2B-A5F2-FE72B623A614}" dt="2023-01-30T08:36:04.301" v="120" actId="1076"/>
        <pc:sldMkLst>
          <pc:docMk/>
          <pc:sldMk cId="1734286126" sldId="318"/>
        </pc:sldMkLst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2" creationId="{ACDC29AF-A253-6341-C61A-7787B3518AAE}"/>
          </ac:spMkLst>
        </pc:spChg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3" creationId="{A05CDB3C-C6C8-194D-ECB2-00139216E458}"/>
          </ac:spMkLst>
        </pc:spChg>
        <pc:spChg chg="add mod">
          <ac:chgData name="Sivakumar Paulraj" userId="fba6c5ed4cacd2a1" providerId="LiveId" clId="{366FA9A5-5B71-4D2B-A5F2-FE72B623A614}" dt="2023-01-30T08:35:59.117" v="119" actId="1076"/>
          <ac:spMkLst>
            <pc:docMk/>
            <pc:sldMk cId="1734286126" sldId="318"/>
            <ac:spMk id="4" creationId="{9E208378-022B-45D4-C137-BE74D3EA0119}"/>
          </ac:spMkLst>
        </pc:spChg>
        <pc:spChg chg="add mod">
          <ac:chgData name="Sivakumar Paulraj" userId="fba6c5ed4cacd2a1" providerId="LiveId" clId="{366FA9A5-5B71-4D2B-A5F2-FE72B623A614}" dt="2023-01-30T08:36:04.301" v="120" actId="1076"/>
          <ac:spMkLst>
            <pc:docMk/>
            <pc:sldMk cId="1734286126" sldId="318"/>
            <ac:spMk id="5" creationId="{7F03674B-D870-5380-6392-0A2122D89166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2807795" sldId="318"/>
        </pc:sldMkLst>
      </pc:sldChg>
      <pc:sldChg chg="addSp modSp new modAnim">
        <pc:chgData name="Sivakumar Paulraj" userId="fba6c5ed4cacd2a1" providerId="LiveId" clId="{366FA9A5-5B71-4D2B-A5F2-FE72B623A614}" dt="2023-01-30T08:36:15.455" v="121"/>
        <pc:sldMkLst>
          <pc:docMk/>
          <pc:sldMk cId="799051036" sldId="319"/>
        </pc:sldMkLst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2" creationId="{F80DE4B9-5585-70ED-3232-2ABDDF598B16}"/>
          </ac:spMkLst>
        </pc:spChg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3" creationId="{F82BEF09-0E9D-6291-0D83-23A869FB5D7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337514068" sldId="319"/>
        </pc:sldMkLst>
      </pc:sldChg>
      <pc:sldChg chg="addSp modSp new modAnim">
        <pc:chgData name="Sivakumar Paulraj" userId="fba6c5ed4cacd2a1" providerId="LiveId" clId="{366FA9A5-5B71-4D2B-A5F2-FE72B623A614}" dt="2023-01-30T08:36:22.221" v="122"/>
        <pc:sldMkLst>
          <pc:docMk/>
          <pc:sldMk cId="13425534" sldId="320"/>
        </pc:sldMkLst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" creationId="{0A2AF868-2548-C12D-BE0B-6E68C12C20C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" creationId="{61D3ED6F-8BEF-C71E-1F4B-E0FC00A1525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" creationId="{F705BF3C-9734-9BA4-79E7-E5EF0B5588C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" creationId="{9085FC1D-5BD2-FCE2-0442-4664AEE8D19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" creationId="{C79D4B22-E3A4-AD03-D496-8EC63549191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" creationId="{3A67927D-527A-0C50-1FF9-914E67F5212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8" creationId="{7317E5F3-E8C6-3801-9FC5-B68CD540E82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9" creationId="{87FF72D8-1A1C-801F-466B-464EF0D4FC1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0" creationId="{50A96642-7A65-8DAF-FDC5-596B066474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1" creationId="{236DF2A0-20AD-0A4C-1F50-AF29BD02292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2" creationId="{589C5A35-BB82-88FE-DED2-23E9403C9A0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3" creationId="{8A4C30C9-C8DC-444A-B33B-D6EE2729F6B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4" creationId="{F2F965C7-3BB8-A2B6-64EC-B4F5930FD22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5" creationId="{6EA45F62-E879-E331-5E3A-91C4CB229C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6" creationId="{11C49086-E323-6E90-85AB-47A8BF6A3A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7" creationId="{569C818E-B951-06DF-1E7A-392DD5A4FA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8" creationId="{4F238124-A54B-478A-137F-AA7DD47F5E7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9" creationId="{DC13F7AB-CABC-FC9B-6B0F-92221095075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0" creationId="{5335752E-A96E-7C5D-5CCE-7A2391BA51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1" creationId="{49498CF3-955A-5279-2A67-469DA72C56A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2" creationId="{96B7E878-67C6-960E-F132-57B3AB8392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3" creationId="{1873978A-A45B-9E1E-6978-3883BA675FD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4" creationId="{45DAD958-FA0F-9A21-FDA5-74F8FE17AAC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5" creationId="{86B4B2C0-7DB7-E797-C39B-16E0833F9CA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6" creationId="{990D4972-25E2-6006-E3EB-8711E10E07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7" creationId="{6486CCCC-EC4E-B53C-2462-0C29DFE5F9E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8" creationId="{F81D4B00-A8F2-6BBD-0A4A-640C574D9C2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9" creationId="{12E794E2-7A9F-5CB1-9163-6A8A717C814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0" creationId="{4D1CECD1-8C58-C946-CAF9-616489D586D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1" creationId="{D523BC88-1367-CF8E-6DB4-DA6F8917CD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2" creationId="{40F9A2D1-A2FA-EEF8-3674-2235C86C11D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3" creationId="{64B45EF3-8CB3-80E3-F5B8-9F581CD51419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4" creationId="{91C72F23-9C12-29F5-FC32-C2EF6F410C5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5" creationId="{624776FF-0ACF-0628-FDC3-3BE6341CA96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6" creationId="{70FB8C96-1430-6801-5375-E4CED5532A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7" creationId="{076946FF-BA13-5A5B-B241-AA88583F5F8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8" creationId="{01E77103-BA5F-9506-CE85-72C94B1839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9" creationId="{5D203DA3-665F-6EA1-01E2-48528D91A70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0" creationId="{3319002D-F914-895E-FFAE-85B4818C51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1" creationId="{F1AA1000-7329-88CC-3710-528BA10DB27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2" creationId="{073D5052-1699-8680-2D1B-5E96F240BE7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3" creationId="{41228BCF-8DF9-E7B2-A6D1-E51C384AC11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4" creationId="{A683E27A-52E1-2C11-4418-045CADA3FD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5" creationId="{AE25E414-CE4A-CFC2-77AB-53E37C2393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6" creationId="{B1134995-409C-0E6C-9CF1-575AD2646D9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7" creationId="{3AF3E1E7-98F4-F8DA-23A6-EF3CFDB4741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8" creationId="{3977742B-848D-FD6C-A451-D1961CB9F07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9" creationId="{C2C5037F-F540-F24A-5652-3AF8F8E2CF9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0" creationId="{18DD6285-54B1-653A-3BAA-FDE450C5522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1" creationId="{2DCE12D0-C017-CADC-4838-DEDE7378788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2" creationId="{BFE911F9-BF56-C19E-DAA5-0AF73306316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3" creationId="{8B70E2CD-1D9B-9644-FEA2-17425C5029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4" creationId="{792313DD-BC47-B724-92D5-D9B90E77640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5" creationId="{493F8BE4-E49C-2AC6-D4F6-7DCBFAED951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6" creationId="{24789230-E991-53C0-6767-8698FE76005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7" creationId="{D474D397-F5A0-11A1-971C-D6FE226030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8" creationId="{C84586C4-B35A-EB98-9A63-227E919237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9" creationId="{FC604F0A-223A-8A0B-543A-FAE81B9D57D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0" creationId="{C598ABE9-8DC3-E3C1-0A56-F2AABDE0226E}"/>
          </ac:spMkLst>
        </pc:sp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7" creationId="{22E7C618-A2AF-6A34-2353-01D6D2A7051B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8" creationId="{65EEA7AF-7026-9FBF-0052-DA1EFC80374D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9" creationId="{ABD50D3C-B5E0-C263-90F5-7EDEEADD446C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0" creationId="{60ACFECA-6BEA-2070-4404-89B65267949A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1" creationId="{DFDA406D-E7C4-712E-20F1-8DE4ED3C74D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2" creationId="{EAE60C1C-0070-3A87-6F89-87E28328F877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3" creationId="{9AF1596D-B974-926D-4D7E-12CEEE31B58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4" creationId="{20F88C76-D1B7-D00A-0B66-51FCC79E909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5" creationId="{8FA62029-26DC-7D3F-1A12-102740322BD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6" creationId="{B769743B-F7DA-5541-A993-D0EE55E6C297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94889016" sldId="32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287261676" sldId="321"/>
        </pc:sldMkLst>
      </pc:sldChg>
      <pc:sldChg chg="addSp modSp new modAnim">
        <pc:chgData name="Sivakumar Paulraj" userId="fba6c5ed4cacd2a1" providerId="LiveId" clId="{366FA9A5-5B71-4D2B-A5F2-FE72B623A614}" dt="2023-01-30T08:36:30.671" v="123"/>
        <pc:sldMkLst>
          <pc:docMk/>
          <pc:sldMk cId="3870466912" sldId="321"/>
        </pc:sldMkLst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2" creationId="{4A1DC6A6-CAB3-925B-0DB6-114EE03FD783}"/>
          </ac:spMkLst>
        </pc:spChg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3" creationId="{2758D1E4-3A8C-76DE-CE73-2E379325A64E}"/>
          </ac:spMkLst>
        </pc:spChg>
      </pc:sldChg>
      <pc:sldChg chg="addSp modSp new modAnim">
        <pc:chgData name="Sivakumar Paulraj" userId="fba6c5ed4cacd2a1" providerId="LiveId" clId="{366FA9A5-5B71-4D2B-A5F2-FE72B623A614}" dt="2023-01-30T08:36:37.326" v="124"/>
        <pc:sldMkLst>
          <pc:docMk/>
          <pc:sldMk cId="736551307" sldId="322"/>
        </pc:sldMkLst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" creationId="{59651CA4-18DE-BC79-A515-C1BFBB29750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" creationId="{FD9C7CF6-F3FD-847F-2328-E1D52F77CE4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" creationId="{6E5C9894-BE92-E619-7D31-CF94F44E99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" creationId="{1F3AAFE7-417D-D68E-231B-B1B942577FF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" creationId="{9752F8A4-8488-5335-2517-AB2C81B9945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" creationId="{D558525F-222B-CD90-403F-8904B226A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9" creationId="{840E94F6-D56E-389A-F61C-34AF54E0136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0" creationId="{1EC2CA32-F89F-BF6D-1F07-BEB531FF71C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1" creationId="{BCEB81C4-403A-9CF8-0F65-A1EF49375F3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2" creationId="{CF153B35-899F-4498-6FF7-1DB05F1D926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3" creationId="{42078FFF-1872-C61B-822E-84F396A010E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4" creationId="{17A03FFB-A956-7E8D-BD9F-26EDC1B33BB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5" creationId="{7530D3E7-1D82-3352-D52E-1D6F9C0819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6" creationId="{97A15507-FD94-7D15-CE24-63F64D21967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7" creationId="{08DC7793-F7E2-6088-CCAD-4F2F4DEDFBF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8" creationId="{B8001F5D-64CC-BFEC-75D1-92B70D32AC3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9" creationId="{15DB56BD-BAFF-8050-D005-9DEC5362B20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0" creationId="{3B90649A-3525-B997-E261-F5245F20CDC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1" creationId="{E8A2DA7B-1551-32CE-8D00-768FB074C60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2" creationId="{6A236825-1B7C-A81E-02A7-7E8D5146D7A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3" creationId="{49FAC080-D245-1911-0818-B7CDFA1EAE0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4" creationId="{3EB98963-12E0-1FE9-1FAC-4CAC844A05C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5" creationId="{83582759-75ED-2BA9-7E78-FD94B34D80C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6" creationId="{942E9624-45CD-4948-EB94-B2C1D8691E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7" creationId="{AE5048C0-9C1D-60BF-9E7A-F621C7F93A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8" creationId="{23E2C6F7-C547-6D66-37B6-73C4044B70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9" creationId="{5621FBCD-CFB0-0088-C489-D1E773BDA32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0" creationId="{CF08880C-8117-DCF5-6891-082368B5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1" creationId="{C762AD5D-CD68-A29D-4509-B244969BEB6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2" creationId="{DB9C71A2-9353-C99F-B957-B1CA1C3D163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3" creationId="{1399EC9D-3244-9BEC-CFF2-19EC5807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4" creationId="{ED4845C7-B032-9C2F-3A97-4B7EE63F7FC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5" creationId="{15D766C8-8155-314F-0006-BE8654EE54B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6" creationId="{178E65BE-3BBD-6B1C-1B0B-56029E65D1A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7" creationId="{206FDD63-15DD-8250-7865-C39A526928C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8" creationId="{E5B28955-DFD0-20DA-4248-18446EA6514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9" creationId="{C8B438DA-8A6D-7B84-902C-A4D7944064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0" creationId="{ACF57706-8559-3B1F-9087-8E05D1800D7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1" creationId="{297C39D5-A53B-5BB5-88E9-7020B21026C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2" creationId="{1863B578-5291-C724-E0CA-96DADCCD959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3" creationId="{CDE8A77F-3815-914C-2792-527B7812EC7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4" creationId="{33911B60-430F-72A6-BD48-446E95EDA0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5" creationId="{79F9E9B0-7261-8646-336B-617E9E72A6D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6" creationId="{9E9851A1-37B6-562B-A053-748C3BEFAAF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7" creationId="{D51CAFD0-D56E-A4DD-8D24-E967ECCABD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8" creationId="{ACF83111-FE40-58B7-51AE-F503AB63781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9" creationId="{43C4243C-523A-897D-5CDC-BF5E304BCB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0" creationId="{7D610F9C-E7EB-5E0F-B188-3E9538BB6EF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1" creationId="{C15C9919-A5E7-E366-D6ED-0ADA706DD95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2" creationId="{EE0C0400-BA2F-969C-5931-D64FFDC18E1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3" creationId="{24AEFB38-2FF6-4F7E-8C70-A696E02CDD5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4" creationId="{275B9B84-257C-20EF-C18C-929C4ABB50F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5" creationId="{7B7CE671-392E-FAF8-BFA3-891D58E2B26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6" creationId="{AFC1F821-3CF5-A8F0-E9BE-1211A9252A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7" creationId="{5A5308C1-FBB8-4A6F-6FCE-BF80EFBDE04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8" creationId="{9F596427-D39F-1430-01F5-122DDCCDE07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9" creationId="{283B13B8-1D33-C984-DED8-6B251845A8E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0" creationId="{A41D7052-29C6-F494-F0AD-6913B622657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1" creationId="{23423BD6-3D47-71DF-841F-6CAE7F32319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2" creationId="{967455F7-4037-1C46-4899-E13C0F8CF71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3" creationId="{D2A4195E-BF04-8BC1-01AF-27DCDBB343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4" creationId="{351B04DF-4CC3-8D53-F74B-B94730A73CD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5" creationId="{B5A03894-1A8E-F575-03A7-5893041DBDA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6" creationId="{26EB9E05-1B37-3010-F602-EA7A0D5DB96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7" creationId="{134A5E51-EF89-05DF-BF72-0679301740E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8" creationId="{D28B629C-0D5F-24BE-F7DD-8430ADC5493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9" creationId="{E4E40F22-E6E0-5485-B409-647A8F5669E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0" creationId="{EF23F965-37C3-40A8-59E5-B4664A9497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1" creationId="{8126212C-4ABC-D359-1B68-EF0621DDF7E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2" creationId="{AD3B75EB-E9D2-2C5C-BFEF-448F64C86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3" creationId="{31462E89-20ED-F3CF-DD8F-FF8F7426909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4" creationId="{E086DDD1-7DC0-4048-6A52-1D9A3AB1E44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5" creationId="{88106869-B33D-68FE-79FC-5652DDF2C4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6" creationId="{B72289D4-8A94-5C29-B7BC-3D69A13715B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7" creationId="{2ED161AA-5B3A-D6D3-95AD-63525902E17F}"/>
          </ac:spMkLst>
        </pc:spChg>
        <pc:graphicFrameChg chg="add mod">
          <ac:chgData name="Sivakumar Paulraj" userId="fba6c5ed4cacd2a1" providerId="LiveId" clId="{366FA9A5-5B71-4D2B-A5F2-FE72B623A614}" dt="2023-01-30T08:36:37.326" v="124"/>
          <ac:graphicFrameMkLst>
            <pc:docMk/>
            <pc:sldMk cId="736551307" sldId="322"/>
            <ac:graphicFrameMk id="3" creationId="{638F7EF7-7B71-2B80-7F97-64C9D7CC37B0}"/>
          </ac:graphicFrameMkLst>
        </pc:graphicFrame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7" creationId="{4BA55ECB-0122-05B6-8A99-9EAA3191DA76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8" creationId="{3B4277B7-F7C4-DE4B-4852-5207DB7B1B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9" creationId="{D477F666-B508-6A5E-7CE9-6A0458C02F44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0" creationId="{853B94DA-8C76-C7E0-00B5-089726A6EAB3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1" creationId="{54057E06-A20E-4F26-26AD-C1A5EF14D2A8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2" creationId="{9A6DF990-616C-FF1F-A824-4C71E30FD31B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3" creationId="{71778B34-283C-097F-C850-3543D1791A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4" creationId="{CAFAA40D-85E4-3E80-3B25-95CBDA74A069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5" creationId="{BB72BDC8-1A7E-E1A8-D098-D113AC03E9C0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6" creationId="{7F4A8FE4-9A34-C79D-5850-5DB6C8C8840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21126937" sldId="322"/>
        </pc:sldMkLst>
      </pc:sldChg>
      <pc:sldChg chg="addSp modSp new modAnim">
        <pc:chgData name="Sivakumar Paulraj" userId="fba6c5ed4cacd2a1" providerId="LiveId" clId="{366FA9A5-5B71-4D2B-A5F2-FE72B623A614}" dt="2023-01-30T08:36:59.074" v="125"/>
        <pc:sldMkLst>
          <pc:docMk/>
          <pc:sldMk cId="567915941" sldId="323"/>
        </pc:sldMkLst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" creationId="{F1ECCA68-81C3-6CF2-47C2-B387C80F6B9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3" creationId="{02B0F1DC-C9B3-79EE-4F19-719BCEEF7C74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4" creationId="{16734934-B972-E423-7B7B-E432ADB2AA0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5" creationId="{217C1B66-9881-F524-991A-36DC19876AF3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6" creationId="{6DB98657-4E31-A5C7-3CA2-10723325B4A1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7" creationId="{1D63AEB8-7903-B8E0-2C4D-D63EA2DBCEE2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8" creationId="{B9E5EADB-C4B3-CC4A-917D-44718F0C362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9" creationId="{D9374A2C-2178-847E-3284-E21A377FA41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0" creationId="{600B2B13-3BAA-2F30-3900-89567445A470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1" creationId="{51CDCACE-8BF6-F015-ED95-A70C7B8B6E16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2" creationId="{80613D91-B34B-F777-C41F-7EA11F04D01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7" creationId="{BB495740-CF2E-E721-CF35-DB23B607412B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8" creationId="{F2899256-938E-F006-3558-41A20EE452DC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9" creationId="{02FFE5CD-429C-88B1-7806-C9F07CAA55A8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0" creationId="{1F317F5B-046D-4658-00C5-A9C09388E0BB}"/>
          </ac:spMkLst>
        </pc:sp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3" creationId="{2E478196-3FF8-8703-543A-3CCD1D30E71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4" creationId="{000C0F86-E01C-55B6-ACAF-A759EAF01B57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5" creationId="{75BC1944-8B45-92C0-0428-26D989E1886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6" creationId="{2F9E10A2-D293-2884-818B-761A607EFC4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1" creationId="{77552FBA-86B7-4839-0B2E-4425F0CFDDE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2" creationId="{D7D975A2-3F53-D81C-97E1-57C6EEBE015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3" creationId="{1E3CE723-9142-327D-59B8-91A21C85C4F8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4" creationId="{B3435AE8-FF68-1D2D-662E-7F2BB7031FEE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5" creationId="{4864AC9A-41AA-1DF9-9ED7-00F3EEC99012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6" creationId="{9683388B-5428-763A-3A02-A04D7870891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7" creationId="{A5F1F1C9-3BE9-DEC5-1C0B-6C3C795D813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8" creationId="{DA06842C-6863-E319-F2BA-3DF25322640B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9" creationId="{1DB67CDF-18F0-7AEE-4ECF-4C771966116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0" creationId="{955D6932-B5DE-669C-43A6-866236E545BF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1" creationId="{C21FD165-29AF-6496-7065-77A47C5FAE5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983003" sldId="32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851669860" sldId="324"/>
        </pc:sldMkLst>
      </pc:sldChg>
      <pc:sldChg chg="addSp modSp new mod modAnim">
        <pc:chgData name="Sivakumar Paulraj" userId="fba6c5ed4cacd2a1" providerId="LiveId" clId="{366FA9A5-5B71-4D2B-A5F2-FE72B623A614}" dt="2023-01-30T08:37:48.791" v="132" actId="1076"/>
        <pc:sldMkLst>
          <pc:docMk/>
          <pc:sldMk cId="3673179994" sldId="324"/>
        </pc:sldMkLst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2" creationId="{41C5C8F1-CE7F-34A6-8E8B-315805B80FF4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3" creationId="{EDBED948-45F7-9E62-AB5F-61A6ECC0B053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5" creationId="{A7B49578-AC28-A772-DF87-15D7435ABA2E}"/>
          </ac:spMkLst>
        </pc:spChg>
        <pc:spChg chg="add mod">
          <ac:chgData name="Sivakumar Paulraj" userId="fba6c5ed4cacd2a1" providerId="LiveId" clId="{366FA9A5-5B71-4D2B-A5F2-FE72B623A614}" dt="2023-01-30T08:37:48.791" v="132" actId="1076"/>
          <ac:spMkLst>
            <pc:docMk/>
            <pc:sldMk cId="3673179994" sldId="324"/>
            <ac:spMk id="6" creationId="{8079A6A8-35A9-4798-30BC-59AA5332DDA6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8" creationId="{A87E1587-B8CC-9C91-6AF5-709D9BF39016}"/>
          </ac:spMkLst>
        </pc:spChg>
        <pc:spChg chg="add mod">
          <ac:chgData name="Sivakumar Paulraj" userId="fba6c5ed4cacd2a1" providerId="LiveId" clId="{366FA9A5-5B71-4D2B-A5F2-FE72B623A614}" dt="2023-01-30T08:37:43.528" v="131" actId="1076"/>
          <ac:spMkLst>
            <pc:docMk/>
            <pc:sldMk cId="3673179994" sldId="324"/>
            <ac:spMk id="9" creationId="{4659B303-0075-E680-07F5-AD2A39E63797}"/>
          </ac:spMkLst>
        </pc:spChg>
        <pc:spChg chg="add mod">
          <ac:chgData name="Sivakumar Paulraj" userId="fba6c5ed4cacd2a1" providerId="LiveId" clId="{366FA9A5-5B71-4D2B-A5F2-FE72B623A614}" dt="2023-01-30T08:37:38.426" v="130" actId="1076"/>
          <ac:spMkLst>
            <pc:docMk/>
            <pc:sldMk cId="3673179994" sldId="324"/>
            <ac:spMk id="10" creationId="{A9FBB540-C8C2-6457-A72D-D16496A85D26}"/>
          </ac:spMkLst>
        </pc:sp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4" creationId="{8C04B5AF-57F8-68E4-2DDF-66E20741C36F}"/>
          </ac:graphicFrameMkLst>
        </pc:graphicFrame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7" creationId="{491526C0-502D-9A5F-9ADB-A97B1E56AD8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87935863" sldId="325"/>
        </pc:sldMkLst>
      </pc:sldChg>
      <pc:sldChg chg="addSp modSp new modAnim">
        <pc:chgData name="Sivakumar Paulraj" userId="fba6c5ed4cacd2a1" providerId="LiveId" clId="{366FA9A5-5B71-4D2B-A5F2-FE72B623A614}" dt="2023-01-30T08:37:58.082" v="133"/>
        <pc:sldMkLst>
          <pc:docMk/>
          <pc:sldMk cId="3603801567" sldId="325"/>
        </pc:sldMkLst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" creationId="{821FA64F-1A07-ADB8-07C0-801DBFC0217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" creationId="{3DF0D8F8-1EAF-B618-2232-5DBBB868A2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" creationId="{D5D49EC3-C052-7677-5368-7EE8FE70146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" creationId="{C6788209-BD32-6DCD-7D34-0E287F827B4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" creationId="{06FCBFD0-64C5-B8E1-B4F2-02D91D5564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" creationId="{107A5D4F-9076-6192-0E62-9FE2CECB38E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" creationId="{A60CBD9D-1F08-791B-3552-DF40E31A05A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9" creationId="{46C93C03-7B6D-0873-612A-EE1683BD0A7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0" creationId="{0828BCDF-56D9-9558-3026-C5ED382CC78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1" creationId="{EFA02327-7B4D-E785-2A0F-07DC7688EB9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2" creationId="{A8850821-7390-55D0-3172-480DDD634DE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3" creationId="{FE5F67A5-498C-D9B3-F347-B120E856876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4" creationId="{5EFBA0F1-243C-E0BC-7D40-40E3C924164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5" creationId="{6F7C06E0-B8D8-3723-D897-FFBB404E777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6" creationId="{75EB896A-FA56-45DC-8608-C10411200CD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7" creationId="{8D89845B-6709-DF18-A4FB-7E8A52F69E7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8" creationId="{214B4F57-5E10-F4F9-7EAC-8A2BC1D4822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9" creationId="{51B4F3A4-E79F-5F97-EFC0-AA9B3CAE118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0" creationId="{86864C2B-7422-9C42-E913-B452C8FD17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1" creationId="{CC9BBE07-19BE-8282-E1A2-D1A2CCA393F6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2" creationId="{0AD055C8-5039-674B-13A4-590E7E72282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3" creationId="{095974F4-0A8D-39A5-CB18-926BE51AAB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4" creationId="{21E7ADE5-AA89-2B3F-CE37-D6B0B0A6B65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5" creationId="{061C0DB1-BD4C-7F83-F263-ADEE4FA48B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6" creationId="{D1C42769-5025-8202-B3DB-E157A74CB9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7" creationId="{B1E1C1A9-6B71-8E76-AECF-39930B9EE55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8" creationId="{2E92A846-36ED-AFF3-5E7A-A57F24FAFDD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9" creationId="{207568B4-8803-933D-59B0-26CEBCD461F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0" creationId="{5BF360D7-F5F0-714D-9E07-538EC33E8EA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1" creationId="{16F7D754-B124-5F21-39BE-2ACD1391AA0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2" creationId="{A85B2A20-88EE-A8A8-8A02-EFA8068F5BC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3" creationId="{DB8F8614-AFD4-F532-6EBF-CF15E7C08C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4" creationId="{27F7328C-37BE-4F48-13C0-CBA496BF8A3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5" creationId="{1A5C1322-4565-2EDE-2D03-BCC5A5DF9BE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6" creationId="{7747ACD5-30F7-E99D-7976-0675915745C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7" creationId="{6AF7A8DD-0D96-6579-92B2-425EC52505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8" creationId="{A5156A3B-C1E7-E758-330D-F097FF91411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9" creationId="{5FED4CE1-0493-394F-1657-433646C47B9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0" creationId="{21DCFCB7-439F-8085-C525-BE1F6459752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1" creationId="{3C04040F-7656-107C-38AE-BEA70BF7F32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2" creationId="{A3BEB3C2-973A-5B95-F8CF-521D6FD243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3" creationId="{2677D351-EC7C-FE34-5D5B-B761B2B3541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4" creationId="{D173CAA7-6949-30CA-BD04-AE380A56615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5" creationId="{E5F83CD7-F394-BA5D-86BD-AE35980648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6" creationId="{E1D51299-E7AA-25B1-5D34-DC596BE1861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7" creationId="{8AC32B67-F387-CB97-8817-C9D3326ECB3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8" creationId="{3DB03A4D-B29C-72DE-6641-9A4AB847A40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9" creationId="{E892DC71-07DF-4393-7518-1EA63484925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0" creationId="{B80C29E6-F9CB-3A62-73C6-EAEADD693C0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1" creationId="{5B3CCB3F-044C-AF2D-82D8-D743A44A99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2" creationId="{197BE733-D08A-7078-2E3D-5F8C371991D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3" creationId="{6E12D6AC-CFEA-400B-A01D-195551BC93B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4" creationId="{25E65ECC-D494-6738-4BCF-2C4E39640FA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5" creationId="{4475B209-75E7-6938-09F5-ED6C6F562A6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6" creationId="{02A252E9-5053-C8AB-FFC6-EFE9B915C18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7" creationId="{8190752E-7FE2-12A3-16AB-384D11A7173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8" creationId="{6B21FB75-D471-CB47-76BF-782E1F40EBD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9" creationId="{73C5AB4E-E5D1-F490-31C6-475C5F83AEA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0" creationId="{6FC63967-6D68-D999-F180-67013509673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1" creationId="{AE1E3B99-1136-FAD8-C18C-B3AC9B04AFF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2" creationId="{A3AEF7DA-9000-988B-4FF9-BF20ED000D3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3" creationId="{3E09589C-0E4F-BB90-3D0E-71B698EF50A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4" creationId="{62C11F10-FF50-2C87-8758-043FE022CA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5" creationId="{F22B724F-AE7F-57DA-593A-03FF6A860BA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6" creationId="{85AA3A63-5D23-D1C9-9E3C-1F62715DC4D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7" creationId="{D73D5C83-3AFD-0BE5-0644-2239726E2A3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8" creationId="{078C1D4D-507D-ABA8-13F7-6A60BB14E08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9" creationId="{022EEC64-65D1-61AB-A3F8-C1AFFD6FB28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1" creationId="{CE7131B7-AA2E-0EEE-4BF9-8A19B531C9B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3" creationId="{F776AF63-B612-C671-2AAB-C0CD156100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5" creationId="{2216DDF7-ADA8-EE3C-51F0-2C7EDF048B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6" creationId="{658F6F37-BC93-B1FF-9414-02A41C2DC809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7" creationId="{4CE85E7D-4B80-1CAB-29CF-14739CC20BB0}"/>
          </ac:spMkLst>
        </pc:sp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7" creationId="{2F5547B9-2BAE-016B-ED5B-C87CF47D1295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8" creationId="{BCA7E324-6CCA-B4FD-28F3-4FC79F96A3BB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9" creationId="{7C31C190-1160-2F76-E583-0EABC7B1499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0" creationId="{D8193F55-10B4-506F-25BA-CE3F402AA337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1" creationId="{A3772DBD-EA77-E267-5270-5D90149F80D4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2" creationId="{BFA00CCA-217D-7610-FBCD-0190CE93914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3" creationId="{69B361D5-ABBA-13CC-A62B-C6395977963C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4" creationId="{74840214-05F5-5A97-64E1-E0C29079F0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5" creationId="{7721B53E-0224-5FA2-927A-896C2783BC03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6" creationId="{60B49157-787B-94BD-7F7B-17354C83C6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0" creationId="{797CDA5E-FF22-CFC4-95B0-7BDCD9B852E9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2" creationId="{97C5C7A2-4FC9-ADAB-A3EC-D13D79947066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4" creationId="{D5497B5E-BB82-EFF2-7EE3-E83E856F05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356578899" sldId="326"/>
        </pc:sldMkLst>
      </pc:sldChg>
      <pc:sldChg chg="addSp modSp new modAnim">
        <pc:chgData name="Sivakumar Paulraj" userId="fba6c5ed4cacd2a1" providerId="LiveId" clId="{366FA9A5-5B71-4D2B-A5F2-FE72B623A614}" dt="2023-01-30T08:38:04.359" v="134"/>
        <pc:sldMkLst>
          <pc:docMk/>
          <pc:sldMk cId="3975361050" sldId="326"/>
        </pc:sldMkLst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" creationId="{1269DB88-7FC0-2819-47FE-B941B1EDAEF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" creationId="{FC776A3C-1556-4ED2-D224-CCAA3638E13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" creationId="{EF5F7162-BECB-4D21-30E1-4C06F022FC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" creationId="{47CF201C-E8C9-4C74-F7F7-EB2FEAA4B87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" creationId="{E0550C68-6707-0EF5-52F4-38B174F5801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" creationId="{F26412C6-A7C2-B2FE-2001-3607FCC4386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" creationId="{0AEC0BD8-0BA7-0BEA-E5AA-CBA38B0D7A6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" creationId="{D0BD9CE4-8E31-C5C0-C2F4-94DC09C1C8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" creationId="{99B724A3-9A86-915B-7704-59D1CD0926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1" creationId="{4D8A1D94-B251-BB65-15CB-2487E4E9EBB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2" creationId="{397863AE-428A-9806-53A3-F56C40007F2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3" creationId="{40E40B8F-EC01-F2C3-1CEE-57F360465A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4" creationId="{EAA9702C-63FB-05AE-7B34-0E125B77A5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5" creationId="{9A106389-2A87-349E-F48D-3444F4FF5AE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6" creationId="{6D1BD072-5B48-CE75-4BA7-74673E9D164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7" creationId="{006EDFCC-D1A6-D0CE-572A-5EEA3219D0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8" creationId="{B150B7C2-693C-3A6C-A1E5-598D15306F5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9" creationId="{C39FB963-2A82-465B-9AA6-90FFDE50830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0" creationId="{3FDFE597-E722-BD99-F144-3F7E0ADC5B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1" creationId="{6110B33C-76AB-3EB1-36FE-3F1605A3BF3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2" creationId="{950E562B-3377-0B81-9D14-FFD6B03F971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3" creationId="{444DD671-CE67-C5ED-7BF1-E7B3C04ED7D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4" creationId="{4334F054-76DD-B7B1-9684-41F4709B92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5" creationId="{08F04051-8B2B-1C1C-FC39-363D32FF415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6" creationId="{29A1A66E-5E03-6BA9-39E1-79ECD3497DF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7" creationId="{7923C3CC-C175-60A5-B9B2-5E402A5E5EF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8" creationId="{D2B34518-C5D1-DA49-04C0-5C273C11BE8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9" creationId="{C9B8237A-1B51-B584-90A1-9B08FBED5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0" creationId="{298C3683-0528-2FA0-8850-AED060EC84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1" creationId="{24ABA8A2-56CB-C93A-8E88-6AE348E9E5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2" creationId="{A530871C-2B35-32D7-DC24-2541AC393B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3" creationId="{21BCE014-5421-A756-9569-168FA3E4C24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4" creationId="{D6EF6988-9F34-DAA1-E822-E91BA4772C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5" creationId="{EFC8FC43-2C04-AADC-0192-09F218C064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6" creationId="{9BD2D84E-CB11-9117-5D55-8D5FA306BA8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7" creationId="{3647CA42-AA39-19E5-1C24-0C922610E4F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8" creationId="{23CFE02B-8B82-395D-EB6D-EED1475874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9" creationId="{3EA11FB5-266F-ED77-B263-50FE004A470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0" creationId="{1BD33B5C-DA55-F1E4-DC40-2467479AE50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1" creationId="{A14005E2-104B-11E1-73B2-8205A352E6E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2" creationId="{93066653-D93C-EF72-2CDC-8CAA8CC07A9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3" creationId="{24D8CD18-F12B-F04E-370E-96C04111719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4" creationId="{4B5A0AFE-71D4-4BD3-6FD7-17F111208B0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5" creationId="{C293C8C1-4E58-0F03-06CD-D9143B346DA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6" creationId="{DD0A9758-DB38-8284-8914-9A10D5CA73A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7" creationId="{EA84B90F-C359-AA90-2B01-191A5B685DA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8" creationId="{87622667-8D62-4ABD-68C4-0F4AAF9CDCC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9" creationId="{7A4B5429-598A-AACE-C636-B33C3E7669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0" creationId="{47A447BA-D3E7-C3DA-B845-328CCE8FF0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1" creationId="{4317DEBA-5E3C-2FB7-7334-96DE579A446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2" creationId="{F012D43B-13C8-263D-AAD2-CBC6FDFDAB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3" creationId="{8E22773E-9BC3-6E01-F951-F746A73712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4" creationId="{8BB8AE94-22A4-0942-074D-7CA25BA673F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5" creationId="{DBEC2B87-DEAD-985D-1BAA-75B3A9AD18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6" creationId="{0103743F-C04F-DA2E-88A5-680201C150D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7" creationId="{52CD5C2D-5C05-59A0-2FD9-0AE9DE14F71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8" creationId="{ABAC1431-73EC-B0FF-754B-41F2F1CA46E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9" creationId="{B338F423-BF74-CB8C-36C5-2E28BA4FE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0" creationId="{9B76A1C9-0E36-CB80-0447-1321330CAE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2" creationId="{08E0205A-10B3-CAB5-11D3-EA1041AB674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3" creationId="{12667843-45E2-7E39-0656-74BE1E9C394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4" creationId="{B2CBD3F9-0B40-8941-5CFC-E2F81AF6068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5" creationId="{EF882EA0-866E-47FC-DE48-0D04135E497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6" creationId="{C8A10608-A533-8E3B-BC6F-96A9D0F7B4F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7" creationId="{6B327945-C55A-F901-DBDC-4883438B4A9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8" creationId="{25D7346A-D7B4-8231-E4F5-35998255B6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9" creationId="{8F707E53-0EE8-DD44-AB99-F880C3A638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1" creationId="{AC487D32-D2A7-904D-A925-A2926636ED9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3" creationId="{197181FC-F79C-A5B2-2473-2615610740E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5" creationId="{2FDF795B-CDB2-9A33-76B6-0AA0780B028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6" creationId="{7A1BC7AE-AA42-5D5F-8A2A-E375C4A3DDB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7" creationId="{3C0E0151-64DE-0321-F0AE-CF9CEE1A27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8" creationId="{45D8673B-4444-7A10-6815-1B1FFDEB468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9" creationId="{E8FE32A3-BCA8-63D8-5876-B96C151D7BA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0" creationId="{A937D414-B70C-E74E-A282-A72C3409D16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1" creationId="{D5C9E711-BF3D-3A5B-0F08-15EACB24302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2" creationId="{4E593775-3790-F39A-35AC-38CF0DCAC4D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3" creationId="{9921F780-46E7-1F87-56A1-DA9D345418D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4" creationId="{68313FF8-DD63-61DB-0491-8ECB846EB4D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5" creationId="{66952E03-46E8-9BA0-EAB9-BC4B47970EE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6" creationId="{C51F974E-1538-7649-D1D7-8897E401031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7" creationId="{C6731FF6-EEA3-E31B-DF6F-29CBD5FD1B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8" creationId="{962B0A84-EF2D-D7D3-BFEC-52A02840F7D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9" creationId="{544E25A3-5112-780B-B35C-84EC6FC0932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0" creationId="{04E5508E-89DF-032C-BF47-C2D86EB45AB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1" creationId="{9E48E8BC-BB35-B90D-9B19-ED356BCE927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2" creationId="{6A59DED5-5385-90F3-1534-776CF34418A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3" creationId="{52493260-B015-273A-80E8-3B9BC719A11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4" creationId="{7F5D3B81-AAB4-D920-AEE8-8A15177B283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5" creationId="{32734ED6-D9C6-395F-ACEA-6E2CDFCE7F6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6" creationId="{7E48D167-B267-D3D5-B8B3-561E64E80935}"/>
          </ac:spMkLst>
        </pc:spChg>
        <pc:graphicFrameChg chg="add mod">
          <ac:chgData name="Sivakumar Paulraj" userId="fba6c5ed4cacd2a1" providerId="LiveId" clId="{366FA9A5-5B71-4D2B-A5F2-FE72B623A614}" dt="2023-01-30T08:38:04.359" v="134"/>
          <ac:graphicFrameMkLst>
            <pc:docMk/>
            <pc:sldMk cId="3975361050" sldId="326"/>
            <ac:graphicFrameMk id="71" creationId="{EF2442DC-6C26-F3A7-4155-474F99364498}"/>
          </ac:graphicFrameMkLst>
        </pc:graphicFrame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7" creationId="{969286AF-757D-38C4-5382-BCEC1979BA1B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8" creationId="{3A2F2A0E-6A37-F95E-4B48-6BCACF113A7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9" creationId="{1465D747-A2CF-F138-7AAF-41203262479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0" creationId="{0EF17240-BA1C-F6DB-B89A-08EC3AE94A0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1" creationId="{2D9EE32B-88C5-6576-6551-ADAC008223D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2" creationId="{983716E6-7293-7937-F5E0-6A1A2D97B23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3" creationId="{5BA6279F-B9AF-5B61-D9E9-3B71BEC0CB5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4" creationId="{ABDC3590-DCB4-9527-36E0-CFB7EF9E947E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5" creationId="{D46BF229-2D60-C858-4A8A-A25F5F67E59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6" creationId="{1B4F949E-CB63-8377-09C6-5DFEDB82422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0" creationId="{D0F2E091-B45F-C837-563A-3CB9509E4E29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2" creationId="{ADE3E5E2-027B-BC8D-8947-AFCC03E1539F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4" creationId="{F8F9FD14-5951-BB50-FD7E-C9C2E65FA06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87983796" sldId="327"/>
        </pc:sldMkLst>
      </pc:sldChg>
      <pc:sldChg chg="addSp modSp new modAnim">
        <pc:chgData name="Sivakumar Paulraj" userId="fba6c5ed4cacd2a1" providerId="LiveId" clId="{366FA9A5-5B71-4D2B-A5F2-FE72B623A614}" dt="2023-01-30T08:38:11.707" v="135"/>
        <pc:sldMkLst>
          <pc:docMk/>
          <pc:sldMk cId="3115575386" sldId="327"/>
        </pc:sldMkLst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" creationId="{1D83DAE5-F994-4388-A156-80B426A406F7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3" creationId="{7B941621-3B54-9D81-3D97-C390BEE4B062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4" creationId="{2F9C2504-C4D3-9657-1372-9A53A3A539D3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5" creationId="{6FA06368-E5DA-06CF-B100-926441B118E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6" creationId="{CDCF3CB7-C29E-3CA6-41CE-D2D8957EC09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7" creationId="{6D127F09-C054-1572-4425-C6859D50373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8" creationId="{08713080-5C38-2EDD-6BF3-FC6C6614EE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9" creationId="{190A3F1B-F599-92AF-4509-BF5D917E201C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0" creationId="{EB00E072-B70B-940B-88AC-6A7F46C9D37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1" creationId="{EAD2E092-A7F3-D441-F9CB-B9615F92C5F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2" creationId="{3E4DC9AA-A80A-A1F4-DA9B-364701BC6784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7" creationId="{4667B493-F30D-7DD6-37EA-8B96CDD479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8" creationId="{46236CA0-46F5-F72C-480E-5EEE53BDD109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9" creationId="{480AB818-BB6F-4874-2A68-DC6E3A8610C6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0" creationId="{E24C20EC-54F3-7B79-E8A7-19699861C12E}"/>
          </ac:spMkLst>
        </pc:sp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3" creationId="{42535E51-C00D-B175-0F14-4DD1B225C75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4" creationId="{AB9DBE5C-BDD5-25AC-D63C-D8E3CC39796C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5" creationId="{1CD83FEF-5723-AE9C-214A-ADD68BECF5D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6" creationId="{45FEEFAD-3C3D-B36B-2B0B-95211CDCF58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1" creationId="{799C58C0-00BD-253E-FC95-36EFADB5909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2" creationId="{EFD18B72-29EB-A7C0-0123-4281EBCD3BA9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3" creationId="{EAF50836-EB92-AC67-59A4-D17ED20430B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4" creationId="{58164C24-BB1A-2257-1D00-B4CDD5E65560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5" creationId="{77AD5977-F1F6-AA4A-763E-755BDD4162D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6" creationId="{BE4D03F5-F67B-0D85-B102-30F04DE9D94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7" creationId="{BBF63A85-008E-2073-AA58-A91B8FE9C3B3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8" creationId="{6FB67E01-B806-5453-6F5C-F4265761A05F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9" creationId="{70113C4B-A9FE-2CB9-6889-840F9C78189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0" creationId="{7E4F85DE-2DE9-2E5F-7C56-9B32C3FD18A5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1" creationId="{1C66348F-8E04-190E-3FAF-5CFF3C2C392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50842235" sldId="328"/>
        </pc:sldMkLst>
      </pc:sldChg>
      <pc:sldChg chg="addSp modSp new modAnim">
        <pc:chgData name="Sivakumar Paulraj" userId="fba6c5ed4cacd2a1" providerId="LiveId" clId="{366FA9A5-5B71-4D2B-A5F2-FE72B623A614}" dt="2023-01-30T08:38:22.825" v="136"/>
        <pc:sldMkLst>
          <pc:docMk/>
          <pc:sldMk cId="937498443" sldId="328"/>
        </pc:sldMkLst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" creationId="{62A74F6B-E512-0E63-4100-5BF3A63D9A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" creationId="{11F3F50B-D5F8-1A7D-B60E-9BDFC037EE4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" creationId="{20FC0F17-2DF4-4957-D351-1F5D858F0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" creationId="{CDA50ACB-3098-DA87-366B-B7E920A778A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" creationId="{D7D35065-4081-1477-C1AD-D330842D5EB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" creationId="{D8C00005-8945-5D47-C9A3-1AF6C8F9639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" creationId="{8F7E7611-8EE5-3E95-6BDD-63B12539A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" creationId="{C2ECAB9E-28C9-7D34-F911-D1239BEAC34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" creationId="{B7BF8BAF-85B9-4809-A8EA-361E881E163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" creationId="{0A56D0BB-3FE1-C46D-C90D-E589A79463B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2" creationId="{23DA8878-AB3E-1CD5-60EA-1FF9391B2F0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3" creationId="{50F75762-1A50-7219-8887-69874F5CFBD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4" creationId="{A3B6752D-1EA6-270B-4BB5-0CFC657D84F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5" creationId="{A61839D3-12B7-78BB-5C02-52247F3DFFB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6" creationId="{66CB3C06-25B1-CBC7-E192-8DA068933C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7" creationId="{7452424F-F1A8-634D-EE66-B1A7145F355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8" creationId="{D1C4874B-115A-57DB-C181-68C22896B07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9" creationId="{D56C64BC-5DCD-D7DF-3FBD-1729435C20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0" creationId="{455E2875-9EB1-4EC1-D54A-B93983FAAE1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1" creationId="{A29B307A-75B9-C9CF-B293-E1F4343DF8C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2" creationId="{17B23DD3-0D6C-8794-6B6F-7F4A3C34F7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3" creationId="{F6631468-2185-7807-C857-7FA0063D1B2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4" creationId="{2C6F6230-84EC-6CB2-C4E9-D2D11928FD4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5" creationId="{209777E9-3838-BB41-2DD8-A4536545C3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6" creationId="{E1F698A2-F6B5-7297-C82D-AC5AD42F8E0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7" creationId="{8C835C31-1832-AF22-8B28-489670D4E77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8" creationId="{C9CE583B-15C4-DB04-C8DA-7B65F6FE11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9" creationId="{D771EEF5-0C4D-C8DD-B56F-B4BDDF1458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0" creationId="{B832C950-11B4-E78A-BECF-CF4A775DD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1" creationId="{9FA6BEDE-B9A7-7815-B85E-DFEAF9B0F92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2" creationId="{1389CA16-2CD1-03CA-3C9B-584A65183C5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3" creationId="{C2E420C1-EBE1-0648-9986-2416E64015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4" creationId="{ABB4ACDA-359B-CE6D-6582-F39F5E38BF1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5" creationId="{A0C7E3AE-8AFC-B63A-6A31-2E8345B3CE1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6" creationId="{6B1A06BC-55B2-32BC-D952-37269DAF1F3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7" creationId="{4A302054-A35D-5B89-782D-10A14390A79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8" creationId="{77C8FEDD-91BA-DA88-47A1-94B301B263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9" creationId="{A29F9B0C-BFA7-9447-1B96-6EDE95E0C5C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0" creationId="{108EC703-0109-4A94-461F-2E21EDAC7B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1" creationId="{61AB771B-C821-6016-7228-0EDE768FB20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2" creationId="{F52C57BB-156B-6C10-C2A3-8848EDE1C46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3" creationId="{6736245E-71D1-AF92-5F1E-FABB7104D6F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4" creationId="{0F1D93A7-5F57-8306-3CC3-B29CA7707DC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5" creationId="{8938A336-59F4-5E20-3526-137FD26A9E7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6" creationId="{5B9C25A1-46B4-3F97-0EB4-77E498CE44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7" creationId="{EF0ED89A-D5DD-D639-281A-D42C3844531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8" creationId="{2DB8A740-DF87-680B-85CE-E65F888EC15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9" creationId="{963922A1-C100-D2F0-3922-D6341FB70EE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0" creationId="{EF05CE0D-4768-F07B-AFC9-92C507AAE8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1" creationId="{F134B0D5-4152-A056-9093-774D55DD628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2" creationId="{DE6A1FE2-2633-3A29-E5C1-22EC1015ED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3" creationId="{B46BE676-D93E-47D4-CEA2-C6003D5B437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4" creationId="{F8959171-9B21-E689-304D-AEF59646370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5" creationId="{94097D2B-136B-F97E-C463-1D9D26B3D15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6" creationId="{EC9130EA-2492-5C7B-1EB5-CDE359C166E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7" creationId="{91620F73-24DD-B0F2-726D-0C2CE55338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8" creationId="{1D75555E-085E-CD81-8124-B7940801CA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9" creationId="{84214A0B-9506-2729-A504-9983AC6C5C3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0" creationId="{32F55BC3-DEA6-117A-7E67-15DFEF85A83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1" creationId="{147DD267-9CE0-B3A2-AA5B-83C6166D8EF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2" creationId="{B1F9685E-D456-7071-C1E4-5D83F99702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3" creationId="{7B9818EF-4492-FB2B-2467-F5226136E2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4" creationId="{2AD34A42-A287-D537-7CAD-6185FD22766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5" creationId="{18F05BA6-28AF-44A8-0F15-EB944C1DEDC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6" creationId="{A7E3C433-EDDD-F656-C538-21DB9D17294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7" creationId="{E72B7128-6BC4-2183-09AD-E95B8435D20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8" creationId="{2327F6B0-CC50-CF4B-9807-C4065B88FC2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0" creationId="{563F6034-8A07-4C8C-5801-5A12FD39F44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2" creationId="{C1A27F93-4DEC-6531-C931-B7F8D68888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4" creationId="{156516E2-3C47-EC9D-8174-94426B5B9EF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5" creationId="{5E63B81B-2B92-9E4A-4CE7-8FE2C4F1865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6" creationId="{0ADAF979-706A-CBF9-1256-F9888F60FE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7" creationId="{D2EDB646-9068-8C89-E8FF-3D2A28F1031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8" creationId="{C700BD35-A889-E0E6-121A-0266E3AA88D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9" creationId="{89CC77FC-1FE6-0C66-722D-C0186336E7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0" creationId="{CDFAFA3D-FDAB-C395-4719-216651E57D1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1" creationId="{7D1F71A1-15A4-A169-0726-D3D6C9E0229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2" creationId="{CD3571B8-36B0-9BDC-8081-03E47FA87F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3" creationId="{414B1BF1-F3BC-77E8-F6EF-05F154CCB7E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4" creationId="{B3945BEA-C026-6C65-E009-F7C01294849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5" creationId="{E98654B4-F233-ED59-3240-1F14AF02BF6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6" creationId="{EA3E060E-8E80-98A5-8EB2-B7764A8B40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7" creationId="{6D3F3A6C-3BF2-25C4-CDC6-B4BA1B597CA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8" creationId="{ECB63DC8-8775-949E-3EE0-F1DA5BBC583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9" creationId="{C94A2334-6075-59B5-AF8C-2260F92487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0" creationId="{68577C99-D2E1-4853-DECA-E797319DC5F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1" creationId="{5B254E37-A9BC-A0E0-4FFC-E097D9954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2" creationId="{24F01B23-06DC-BC66-18F2-8A737203B80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3" creationId="{D216F9DA-DB3E-B6E5-9E2D-2B6F03397A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4" creationId="{B3025427-CC5C-50A0-42A1-EDFFD1DDE1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5" creationId="{41A4B11A-F4B5-7F96-DF88-1A78D69A6B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6" creationId="{CD9BF1FF-9A70-DC7E-A890-F4BF93B94C1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7" creationId="{0179C21A-346F-F492-66FD-6FE762ED5BF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8" creationId="{4C23F130-280A-A7BA-36D1-BE669B88B6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9" creationId="{266DABB6-9D97-D4FD-C9D3-CA2A5D9A106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0" creationId="{D09B49AB-B451-618F-9258-F9011DED313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1" creationId="{3C457575-B081-E10F-8719-F6FC5DFEC7A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2" creationId="{07E9C663-4AA3-A6DB-A4A6-C2FD1CEB912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3" creationId="{CADDF7EE-828F-1265-CBA6-EDEF040ED9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4" creationId="{75AA2D8D-701A-7FDF-69DF-8D344B3963D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5" creationId="{E2034734-8063-CCA0-6C02-6040AEA20DD3}"/>
          </ac:spMkLst>
        </pc:sp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7" creationId="{D877AD56-1A58-26C5-9D19-FF822064905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8" creationId="{69FF0365-0EE5-B465-2940-167FE40514E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9" creationId="{5B58C9FF-B6A7-603F-D42A-07B6A2C9CD0E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0" creationId="{6053AD7D-443C-77C4-72A1-15C5F22C7CBB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1" creationId="{362722A8-2137-0E48-CE97-5B7417B93B25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2" creationId="{5CD8AF66-1BD2-F27B-C5FA-178530C9D427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3" creationId="{218F40DE-794D-B278-69B3-E2ADCFC72388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4" creationId="{FC3DDE57-167E-C0F2-789E-7E6EFE9082B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5" creationId="{3915DF88-15BD-CB94-72A3-04571FE6039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6" creationId="{278034F1-6B1A-7CA6-471F-FAAF9493A71F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79" creationId="{2A4137CD-2E49-FFA2-9708-37090AA62EA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1" creationId="{3E60D315-72BB-158C-236B-D266437BD059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3" creationId="{46981B40-2236-2BB6-CD8D-49BA85E7AC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86566993" sldId="329"/>
        </pc:sldMkLst>
      </pc:sldChg>
      <pc:sldChg chg="addSp modSp new modAnim">
        <pc:chgData name="Sivakumar Paulraj" userId="fba6c5ed4cacd2a1" providerId="LiveId" clId="{366FA9A5-5B71-4D2B-A5F2-FE72B623A614}" dt="2023-01-30T08:38:32.740" v="137"/>
        <pc:sldMkLst>
          <pc:docMk/>
          <pc:sldMk cId="3949984172" sldId="329"/>
        </pc:sldMkLst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2" creationId="{27241E02-28C1-CC03-974D-E8A3245518FA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7" creationId="{F7846B5C-A430-A806-0985-19FD59626546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9" creationId="{F2D3D462-6E83-88F7-505F-8243242F0027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0" creationId="{511BFDB3-C90F-9F98-C2DA-019C6A684781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1" creationId="{74BEA138-4D87-C77C-B224-3F9E0193BD5F}"/>
          </ac:spMkLst>
        </pc:sp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3" creationId="{CA76581F-A061-9CEB-D8C2-FB2E4FAE9357}"/>
          </ac:graphicFrameMkLst>
        </pc:graphicFrame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8" creationId="{717B1437-91C9-9D99-40FB-99CC1B859FE6}"/>
          </ac:graphicFrameMkLst>
        </pc:graphicFrame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4" creationId="{2D22705B-9199-1BD6-4B32-8F524F46F431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5" creationId="{54E7103B-701F-B850-042E-F4C5EA460DF7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6" creationId="{5846331E-9E2C-221E-3512-68E430FD7960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6922015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784823893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266852697" sldId="33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36116285" sldId="331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596098022" sldId="33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56883529" sldId="332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47091440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82227272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25225010" sldId="33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6385325" sldId="33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35393591" sldId="33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65462627" sldId="33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816310955" sldId="33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29507502" sldId="33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24917170" sldId="34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71091892" sldId="34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76943086" sldId="34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8605235" sldId="34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44926934" sldId="34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20593444" sldId="34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00180553" sldId="34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19875413" sldId="34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181810713" sldId="34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50059853" sldId="34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35013240" sldId="35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605992768" sldId="35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377988774" sldId="35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35604312" sldId="35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2382949" sldId="35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3108948" sldId="35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30329775" sldId="35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00303603" sldId="35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85864323" sldId="359"/>
        </pc:sldMkLst>
      </pc:sldChg>
    </pc:docChg>
  </pc:docChgLst>
  <pc:docChgLst>
    <pc:chgData name="Sivakumar Paulraj" userId="fba6c5ed4cacd2a1" providerId="LiveId" clId="{09459438-1D40-4FB0-B696-ABB8F786AA31}"/>
    <pc:docChg chg="undo custSel addSld delSld modSld">
      <pc:chgData name="Sivakumar Paulraj" userId="fba6c5ed4cacd2a1" providerId="LiveId" clId="{09459438-1D40-4FB0-B696-ABB8F786AA31}" dt="2023-02-07T09:10:58.484" v="843" actId="20577"/>
      <pc:docMkLst>
        <pc:docMk/>
      </pc:docMkLst>
      <pc:sldChg chg="modSp mod">
        <pc:chgData name="Sivakumar Paulraj" userId="fba6c5ed4cacd2a1" providerId="LiveId" clId="{09459438-1D40-4FB0-B696-ABB8F786AA31}" dt="2023-02-02T04:23:49.668" v="63" actId="20577"/>
        <pc:sldMkLst>
          <pc:docMk/>
          <pc:sldMk cId="4262036992" sldId="284"/>
        </pc:sldMkLst>
        <pc:spChg chg="mod">
          <ac:chgData name="Sivakumar Paulraj" userId="fba6c5ed4cacd2a1" providerId="LiveId" clId="{09459438-1D40-4FB0-B696-ABB8F786AA31}" dt="2023-02-02T04:23:49.668" v="63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addSp modSp new modAnim">
        <pc:chgData name="Sivakumar Paulraj" userId="fba6c5ed4cacd2a1" providerId="LiveId" clId="{09459438-1D40-4FB0-B696-ABB8F786AA31}" dt="2023-02-02T04:19:54.621" v="37"/>
        <pc:sldMkLst>
          <pc:docMk/>
          <pc:sldMk cId="1323838703" sldId="285"/>
        </pc:sldMkLst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2" creationId="{7D3DFEC0-BF6B-159E-B1D0-6055750771BC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3" creationId="{5DEF2829-9538-B527-E366-4DA8FDC3DD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4" creationId="{AF70A95B-2941-2D38-BB8A-60FC587BC4AA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5" creationId="{C713C538-AEEF-7315-4A24-5EE871AF7182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6" creationId="{85C11129-0C9E-ADCB-CC31-7C673CFF08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7" creationId="{4EE7401B-BE46-29A8-C813-C0D2135C383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8" creationId="{658E5CC9-9C41-5610-6F71-3578FDC6DB84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543857491" sldId="285"/>
        </pc:sldMkLst>
      </pc:sldChg>
      <pc:sldChg chg="new del">
        <pc:chgData name="Sivakumar Paulraj" userId="fba6c5ed4cacd2a1" providerId="LiveId" clId="{09459438-1D40-4FB0-B696-ABB8F786AA31}" dt="2023-02-02T04:18:36.072" v="11" actId="47"/>
        <pc:sldMkLst>
          <pc:docMk/>
          <pc:sldMk cId="2751053239" sldId="285"/>
        </pc:sldMkLst>
      </pc:sldChg>
      <pc:sldChg chg="addSp modSp new modAnim">
        <pc:chgData name="Sivakumar Paulraj" userId="fba6c5ed4cacd2a1" providerId="LiveId" clId="{09459438-1D40-4FB0-B696-ABB8F786AA31}" dt="2023-02-02T04:20:27.927" v="42"/>
        <pc:sldMkLst>
          <pc:docMk/>
          <pc:sldMk cId="863399395" sldId="286"/>
        </pc:sldMkLst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" creationId="{6BFEEBC7-AE07-AC4A-E097-89F6C2B02CBF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" creationId="{57B29649-0858-198A-A1A6-C32D4DA0A3E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4" creationId="{127C6D54-E50E-009C-F1C4-8CB50A4E1F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5" creationId="{5FE005C9-E756-BF14-D8B0-1DCC16DE221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6" creationId="{556A0401-2022-D63F-E90A-3575B376F71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2" creationId="{75C3F8BE-002C-162A-E3D7-CEAB3A771C1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3" creationId="{6B736F7D-45A9-EDEA-70F4-BE0374A315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4" creationId="{D9294727-06D4-E1F1-401C-CE355D30FB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9" creationId="{99B69FC7-0610-857F-C23D-CDD48A1320E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0" creationId="{17319B10-D5BA-B7E2-FBF0-9F6BC0FAA86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1" creationId="{ADF6EF52-B629-02F6-E8A2-C885C6F1E0E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4" creationId="{42A2E208-3F1D-0FFD-ABBF-AD7970D99279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5" creationId="{F70D6213-A32D-ED1C-D284-28D3641B1EA7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6" creationId="{09CEE455-363E-FCED-0369-B9A814EDD755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9" creationId="{A811733C-31C3-C7BC-85E7-BA57BC00A4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0" creationId="{2C771F89-0390-5C9D-8985-A8E0663CDE2B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3" creationId="{3EA09D1D-8C3C-B6F2-CFFC-C263461F70C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4" creationId="{3CE3CFB8-5860-562A-3956-88C1AFFA2946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5" creationId="{BA003887-83AF-8683-B382-C30555A95EB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6" creationId="{88B682ED-361E-CCE3-1EB5-C08174D4803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7" creationId="{61D91F53-1AF5-F9AE-97DA-4F707FDAACF4}"/>
          </ac:spMkLst>
        </pc:spChg>
        <pc:graphicFrameChg chg="add mod">
          <ac:chgData name="Sivakumar Paulraj" userId="fba6c5ed4cacd2a1" providerId="LiveId" clId="{09459438-1D40-4FB0-B696-ABB8F786AA31}" dt="2023-02-02T04:20:27.927" v="42"/>
          <ac:graphicFrameMkLst>
            <pc:docMk/>
            <pc:sldMk cId="863399395" sldId="286"/>
            <ac:graphicFrameMk id="32" creationId="{D8D9BF0C-DD17-1C93-4CA6-DD4A0C507F8E}"/>
          </ac:graphicFrameMkLst>
        </pc:graphicFrame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7" creationId="{8066F8EE-1186-0CA5-BD38-C971C4EB9AA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8" creationId="{D9C74936-3381-FEDF-8942-803DE976429A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9" creationId="{9FA84469-9380-F42C-4A6A-1E131E6E1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0" creationId="{8CB54096-9747-634E-F8E4-B8B65134A3B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1" creationId="{86A54DF6-8C19-1467-1160-B418A06F74E0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5" creationId="{BA374E49-7A7A-2015-39C7-658553EAA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6" creationId="{9D0A8697-F7E9-9F0D-A737-BD61AD9E4707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7" creationId="{F37B5B7A-2988-4F15-4EEB-88DBBDEE54D4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8" creationId="{3D9CF448-F4F9-EB36-2D41-1E50DC51DD7F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2" creationId="{4B93A514-4696-0EF5-4E29-474E3AD21771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3" creationId="{ED8501E6-E597-D9C0-C93A-566775F7D85B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7" creationId="{3264A7DD-DA72-AB66-B0B5-7070CCB66093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8" creationId="{CFA4B771-AD06-2F3A-2A57-5100AFB5E246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31" creationId="{2BAF3800-8740-9D83-7B4F-142DAF98851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77940565" sldId="28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4870390" sldId="287"/>
        </pc:sldMkLst>
      </pc:sldChg>
      <pc:sldChg chg="addSp modSp new">
        <pc:chgData name="Sivakumar Paulraj" userId="fba6c5ed4cacd2a1" providerId="LiveId" clId="{09459438-1D40-4FB0-B696-ABB8F786AA31}" dt="2023-02-02T04:20:36.454" v="43"/>
        <pc:sldMkLst>
          <pc:docMk/>
          <pc:sldMk cId="4262744319" sldId="287"/>
        </pc:sldMkLst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2" creationId="{C622B4B1-9C3A-05D6-B323-44B7F2BBF8F4}"/>
          </ac:spMkLst>
        </pc:spChg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3" creationId="{3BEE7BE1-A6D8-36E4-6F8E-9481C3FC0368}"/>
          </ac:spMkLst>
        </pc:spChg>
      </pc:sldChg>
      <pc:sldChg chg="addSp modSp new modAnim">
        <pc:chgData name="Sivakumar Paulraj" userId="fba6c5ed4cacd2a1" providerId="LiveId" clId="{09459438-1D40-4FB0-B696-ABB8F786AA31}" dt="2023-02-02T04:20:44.539" v="44"/>
        <pc:sldMkLst>
          <pc:docMk/>
          <pc:sldMk cId="1377753995" sldId="288"/>
        </pc:sldMkLst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2" creationId="{410E1930-C63F-9E4C-E874-E1101EF3649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4" creationId="{50F717D3-DEFD-8FC7-2AC8-9B1B4149BA66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5" creationId="{5C5AFFF7-22EB-4E41-5C57-7E2A41B6FDDA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6" creationId="{98A98142-B6A5-17B8-C1BB-264A9079F2E9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7" creationId="{BDB28431-D071-1E93-CAFB-C94DB9A8176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8" creationId="{0ECEB386-E8C7-CC87-CF89-4E8932B4A02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9" creationId="{1947BF4E-08E9-475D-BDAE-F5D788B544DB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0" creationId="{364155BC-7958-FF15-83FE-4DD9EE1A5117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1" creationId="{7EE2BCFF-062C-1B0C-DDE1-424EF94C8C9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2" creationId="{B90DD9C1-C4FB-9562-4D18-E5B3D5E316D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3" creationId="{6232CEA9-A646-F261-7B18-B0D23C58E92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4" creationId="{4B1F7B31-2997-4EC3-D8EA-6B1FA0E310F2}"/>
          </ac:spMkLst>
        </pc:spChg>
        <pc:graphicFrameChg chg="add mod">
          <ac:chgData name="Sivakumar Paulraj" userId="fba6c5ed4cacd2a1" providerId="LiveId" clId="{09459438-1D40-4FB0-B696-ABB8F786AA31}" dt="2023-02-02T04:20:44.539" v="44"/>
          <ac:graphicFrameMkLst>
            <pc:docMk/>
            <pc:sldMk cId="1377753995" sldId="288"/>
            <ac:graphicFrameMk id="3" creationId="{0F7F3706-B6AE-98B9-1BD6-6AAC9B5F0999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077930312" sldId="28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96610316" sldId="289"/>
        </pc:sldMkLst>
      </pc:sldChg>
      <pc:sldChg chg="addSp modSp new modAnim">
        <pc:chgData name="Sivakumar Paulraj" userId="fba6c5ed4cacd2a1" providerId="LiveId" clId="{09459438-1D40-4FB0-B696-ABB8F786AA31}" dt="2023-02-02T04:20:54.061" v="45"/>
        <pc:sldMkLst>
          <pc:docMk/>
          <pc:sldMk cId="2043064935" sldId="289"/>
        </pc:sldMkLst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2" creationId="{6DC9F2D3-80A1-EC3B-3DC5-8E3D80BEEAD5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3" creationId="{CD16376F-BBD2-ADDD-A66F-22C1135FAF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5" creationId="{F6E27475-4257-7F5B-33C2-612CC30B5E91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6" creationId="{383184C8-E9A4-2E41-E8D3-31F9DAB8FC2A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7" creationId="{31856059-6EA7-9616-D7CB-CAE0C093391B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8" creationId="{74AB038F-A8D5-6DB9-2636-B2776FEC168D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9" creationId="{BF7D7FC4-D298-F609-F5B9-D4358033FA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10" creationId="{7F0DAE52-7E85-F990-5FE3-4A934C01CE5B}"/>
          </ac:spMkLst>
        </pc:spChg>
        <pc:graphicFrameChg chg="add mod">
          <ac:chgData name="Sivakumar Paulraj" userId="fba6c5ed4cacd2a1" providerId="LiveId" clId="{09459438-1D40-4FB0-B696-ABB8F786AA31}" dt="2023-02-02T04:20:54.061" v="45"/>
          <ac:graphicFrameMkLst>
            <pc:docMk/>
            <pc:sldMk cId="2043064935" sldId="289"/>
            <ac:graphicFrameMk id="4" creationId="{E65619EC-2986-2213-BEAF-BE187844A450}"/>
          </ac:graphicFrameMkLst>
        </pc:graphicFrameChg>
      </pc:sldChg>
      <pc:sldChg chg="addSp modSp new modAnim">
        <pc:chgData name="Sivakumar Paulraj" userId="fba6c5ed4cacd2a1" providerId="LiveId" clId="{09459438-1D40-4FB0-B696-ABB8F786AA31}" dt="2023-02-02T04:21:02.249" v="46"/>
        <pc:sldMkLst>
          <pc:docMk/>
          <pc:sldMk cId="1781013251" sldId="290"/>
        </pc:sldMkLst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" creationId="{64F42038-A113-B888-51AD-8A382BE1CBC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" creationId="{3FA9D8F1-9830-5EE5-D70B-05A590DB2F5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5" creationId="{1557735D-CB91-2EEC-870B-0C1E68044B98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8" creationId="{3A73CDE2-329C-670E-3DDD-8CEA64AB4135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9" creationId="{3B7F4ED7-4FF4-F26B-2F7C-124858C3BA1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0" creationId="{1BBC846C-F467-E39E-9FA6-89F02A0FB86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2" creationId="{67B3215F-9B8B-FE22-0A31-AC133493148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3" creationId="{1799593E-6F2A-A1DD-9B36-81C9FD19579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8" creationId="{935A6951-A67B-C5C2-CFFC-B50CB2204C6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0" creationId="{AB9293C2-DCF6-EC22-A16D-75203D23EE5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1" creationId="{46BAE0AF-8005-17EB-C195-174F141E470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2" creationId="{A72A8E0A-D7A2-A78E-F23B-F0663C7E2B2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5" creationId="{E0270CF8-44AC-70A1-D4C2-FC8C1DDF4004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7" creationId="{2AD183AD-A873-4CCC-D1FA-C451FEB34D61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8" creationId="{3BDBA50A-672E-6EE8-977E-A70CC3B65D3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9" creationId="{2D7DDDE5-8F91-7045-F3E1-9E67E86B56D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0" creationId="{8BFF1FFE-7D1B-56B8-4B61-B9E2DC54372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7" creationId="{D4A0904B-F70F-1B37-C56D-83639863B9C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8" creationId="{D98FBDF7-EF8D-9B00-C4D7-94F919566E42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9" creationId="{9C1EC636-557E-98CD-E014-FAB916E764D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0" creationId="{FF2570E3-C05F-C8D2-7A25-EE0D4FF1633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1" creationId="{5EF501C5-0F70-266D-0DE2-DEBC2F83895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2" creationId="{DF9AC8B0-55CF-1C9F-C6C2-3F26E4A2384C}"/>
          </ac:spMkLst>
        </pc:spChg>
        <pc:graphicFrameChg chg="add mod">
          <ac:chgData name="Sivakumar Paulraj" userId="fba6c5ed4cacd2a1" providerId="LiveId" clId="{09459438-1D40-4FB0-B696-ABB8F786AA31}" dt="2023-02-02T04:21:02.249" v="46"/>
          <ac:graphicFrameMkLst>
            <pc:docMk/>
            <pc:sldMk cId="1781013251" sldId="290"/>
            <ac:graphicFrameMk id="4" creationId="{050FBDFC-1417-DB89-D834-2827F2453BCF}"/>
          </ac:graphicFrameMkLst>
        </pc:graphicFrame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6" creationId="{1D26ACEB-4E11-192F-9934-448A17E9CCCF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7" creationId="{8ED84725-1E9E-9DC0-0DD0-04CF063F1A5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1" creationId="{4A9E6FE7-AD5D-B41B-B633-AC775C893B8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4" creationId="{93E83063-A4D0-4FDD-8CE8-ADC237477C1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5" creationId="{60209BBB-31D5-9BD4-0E1B-4ED88231F089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6" creationId="{1F09675E-BBBE-3403-7BAD-20FE1D3611A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7" creationId="{987ADEB9-3767-6131-5766-F1CEA5FEFFEE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9" creationId="{460E9BB1-EF25-FAC5-5F70-5FF51CD5073A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3" creationId="{E6E82DC9-6B54-AF8B-15AB-8D55731F7AF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4" creationId="{B945DA0C-F057-03C9-6912-9931EFFBD4C7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6" creationId="{1BEB7A5B-1DA0-7927-A274-76CA3C59F22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1" creationId="{90B0B83E-9AB1-A529-A82C-864D8AF07B7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2" creationId="{57ACC325-7134-6A24-D222-6C8137F9BC6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3" creationId="{05A0DF38-3621-F8C7-78B9-95CFC62CF0E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4" creationId="{944970D8-1156-4203-C181-54408E314448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5" creationId="{0D12EB1C-4145-32D6-B927-20AACFE4953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6" creationId="{6B7C988C-AB67-647D-4ACD-D2AF77B7D90D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39462848" sldId="290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855769506" sldId="291"/>
        </pc:sldMkLst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2" creationId="{7A6F1149-295F-86CB-013B-B49B44869931}"/>
          </ac:spMkLst>
        </pc:spChg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3" creationId="{328A4E2B-32BB-1B36-ACBD-8361356F496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636447166" sldId="291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1853092854" sldId="292"/>
        </pc:sldMkLst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2" creationId="{E336C92B-918D-0A5B-FF0D-B18F0AF5899F}"/>
          </ac:spMkLst>
        </pc:spChg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3" creationId="{D22BE402-8C6E-FCD5-3BC8-4ED8C9EAA5C7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701933503" sldId="292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0732523" sldId="293"/>
        </pc:sldMkLst>
      </pc:sldChg>
      <pc:sldChg chg="addSp modSp new del mod modAnim">
        <pc:chgData name="Sivakumar Paulraj" userId="fba6c5ed4cacd2a1" providerId="LiveId" clId="{09459438-1D40-4FB0-B696-ABB8F786AA31}" dt="2023-02-07T09:08:11.561" v="535" actId="47"/>
        <pc:sldMkLst>
          <pc:docMk/>
          <pc:sldMk cId="3432359778" sldId="293"/>
        </pc:sldMkLst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" creationId="{1BF988DC-ABAB-A1EC-771D-7EDEFFC3E340}"/>
          </ac:spMkLst>
        </pc:spChg>
        <pc:spChg chg="add mod">
          <ac:chgData name="Sivakumar Paulraj" userId="fba6c5ed4cacd2a1" providerId="LiveId" clId="{09459438-1D40-4FB0-B696-ABB8F786AA31}" dt="2023-02-02T04:21:38.329" v="51" actId="14100"/>
          <ac:spMkLst>
            <pc:docMk/>
            <pc:sldMk cId="3432359778" sldId="293"/>
            <ac:spMk id="3" creationId="{835EBBB9-5C2A-ADF7-FABE-042DFF94D56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5" creationId="{1EC72979-5E8B-6368-5604-B63893B2F79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6" creationId="{B76EDDEC-E7C3-3994-BD57-7672A1D7EA60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7" creationId="{456F52AD-CBB8-2628-DBF7-304B5C7CFE41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0" creationId="{50EF6782-AC40-8912-F26B-3DF033FC8905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1" creationId="{A39165D4-7E9B-F882-BB23-181E011D4C4D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2" creationId="{95517F2F-4FC8-0A3B-963D-8EB3F080E9D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3" creationId="{1189448E-81B2-BEE1-B548-4BDC5797541B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4" creationId="{096ECB59-71F1-DAE9-D0DC-688F11414F92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5" creationId="{5F8B5E68-7D9B-022C-473B-F4B723071CE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9" creationId="{D6BBD9F4-7CD1-D7FF-C941-2FE91318960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0" creationId="{2FA7D1EC-A084-09DC-CC13-DF3DA7BE3176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1" creationId="{0E0CB6D5-F200-D3F7-E89C-2BF0C52AD71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3" creationId="{2740D728-A50C-A677-6A0A-7B22CABBF08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5" creationId="{9ECE561C-6894-E23B-1419-97A20B930890}"/>
          </ac:spMkLst>
        </pc:spChg>
        <pc:graphicFrameChg chg="add mod">
          <ac:chgData name="Sivakumar Paulraj" userId="fba6c5ed4cacd2a1" providerId="LiveId" clId="{09459438-1D40-4FB0-B696-ABB8F786AA31}" dt="2023-02-02T04:21:22.715" v="49"/>
          <ac:graphicFrameMkLst>
            <pc:docMk/>
            <pc:sldMk cId="3432359778" sldId="293"/>
            <ac:graphicFrameMk id="4" creationId="{88956A88-6976-3F5A-F00C-68E56E7B55EE}"/>
          </ac:graphicFrameMkLst>
        </pc:graphicFrame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8" creationId="{DF704CB9-3AFF-8501-B333-5FFBFB6DDA8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9" creationId="{2032C4AC-5884-E2A7-92D3-35271BFCCA08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6" creationId="{DE3FEB45-100A-1DF8-197B-121B151981C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7" creationId="{212084F9-3EAE-819B-E407-2530EB470622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8" creationId="{6BC6E870-BB4D-B150-A5C2-639863F17D9D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2" creationId="{B2967121-4065-9498-37F5-401C903268B3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4" creationId="{24E5BFCC-3EA9-CE8A-9433-0723677CE3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904696191" sldId="294"/>
        </pc:sldMkLst>
      </pc:sldChg>
      <pc:sldChg chg="addSp modSp new modAnim">
        <pc:chgData name="Sivakumar Paulraj" userId="fba6c5ed4cacd2a1" providerId="LiveId" clId="{09459438-1D40-4FB0-B696-ABB8F786AA31}" dt="2023-02-02T04:21:31.141" v="50"/>
        <pc:sldMkLst>
          <pc:docMk/>
          <pc:sldMk cId="3826240209" sldId="294"/>
        </pc:sldMkLst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" creationId="{F931D38D-720E-DF96-AC9A-E5F4C709AD1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" creationId="{07B7366F-8610-E486-8B42-0EBAE13FAD0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4" creationId="{89F1C23F-710D-EDB1-1AE9-17A755C17D0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7" creationId="{A15D9957-1C8E-DF7A-62DE-E43DD049C0C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8" creationId="{016632EA-EDC4-E453-E934-C76AD982D6F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0" creationId="{E672DDB5-E171-BA74-4F31-15C888D6517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3" creationId="{A60290E0-2C5C-9C54-EA7B-F7735383948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5" creationId="{1799C78E-D334-8F50-1448-B7670F587DA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9" creationId="{84C8894D-F67E-6180-2132-41C3B9D550F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1" creationId="{BD41F1A5-1567-03DC-31A7-848AB6CB346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2" creationId="{47AC639C-DE26-773A-4704-C5D81EF44DE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3" creationId="{5DD82D21-E54E-08B2-9327-BD4D0E46DFE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0" creationId="{0B4F683E-9A4B-CD17-C8F0-22C3857FBC4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1" creationId="{30695C9D-7A00-8F6F-B747-60A9880580D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2" creationId="{32604AB9-5EB1-D163-1B9F-FC31FB5C0DF5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3" creationId="{E4A502FE-5761-37BE-0B08-CCB4886C2BB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4" creationId="{B8D64FB0-AB93-80EF-9A79-BCBA96DBC2A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5" creationId="{26E05374-3680-36EA-6746-C0CCFBFA0F8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6" creationId="{93F7D87D-422C-95AB-B1E6-9BDDDF55C50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7" creationId="{6C1C5CB6-76BB-9D5F-40BE-922C9C3054CB}"/>
          </ac:spMkLst>
        </pc:sp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5" creationId="{9673E081-8245-95ED-DEA5-01FF5F27784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6" creationId="{1AB20337-97A7-0E35-E704-C2184C191C63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9" creationId="{1AA544E4-9C9E-8E09-9214-974C1254870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1" creationId="{5F07E4C6-A310-9876-9F6E-C8F769AFA4E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2" creationId="{79FD7528-CBA7-1619-8297-500711B5754B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4" creationId="{98203991-2DD9-167E-1FBB-FEE17575A4F2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6" creationId="{2D9C100B-7904-B02C-8C59-7E28991FF92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7" creationId="{1BA7C90A-EDCA-5623-3311-1236BD3C8AC1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8" creationId="{009D3C36-3841-C5D6-3651-94F5B342E5E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0" creationId="{40159E98-5F01-D112-3153-0FCB13BAAB8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4" creationId="{1315E13E-B499-D7DF-D06A-6B0AE1B12B8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5" creationId="{0BF4E62C-E161-F6BA-30FC-2530544BC32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6" creationId="{55EE7232-D085-A439-88DE-89BDD484F356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7" creationId="{9EB1A7FB-C440-7F7A-EE27-DE063701889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8" creationId="{ECAC8B66-ED04-2724-DEDA-BEEBBDA927D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9" creationId="{CD02C690-06BB-207F-4834-340928547E3E}"/>
          </ac:cxnSpMkLst>
        </pc:cxnChg>
      </pc:sldChg>
      <pc:sldChg chg="addSp modSp new modAnim">
        <pc:chgData name="Sivakumar Paulraj" userId="fba6c5ed4cacd2a1" providerId="LiveId" clId="{09459438-1D40-4FB0-B696-ABB8F786AA31}" dt="2023-02-02T04:21:48.810" v="52"/>
        <pc:sldMkLst>
          <pc:docMk/>
          <pc:sldMk cId="3442197187" sldId="295"/>
        </pc:sldMkLst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2" creationId="{9D6A50E3-8B0A-741D-2D43-82C6A87DC2A1}"/>
          </ac:spMkLst>
        </pc:spChg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3" creationId="{11E9D9EF-77BA-2454-B9FB-3FC0C1E34912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81589936" sldId="29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60461749" sldId="296"/>
        </pc:sldMkLst>
      </pc:sldChg>
      <pc:sldChg chg="addSp modSp new modAnim">
        <pc:chgData name="Sivakumar Paulraj" userId="fba6c5ed4cacd2a1" providerId="LiveId" clId="{09459438-1D40-4FB0-B696-ABB8F786AA31}" dt="2023-02-02T04:21:56.492" v="53"/>
        <pc:sldMkLst>
          <pc:docMk/>
          <pc:sldMk cId="2215226433" sldId="296"/>
        </pc:sldMkLst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2" creationId="{42BAD33B-6142-E864-638F-57832A0BEF4C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3" creationId="{9504D935-6E04-0290-F064-469F5B66565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8" creationId="{159C4B5C-F1F5-79A1-8B64-652FF8EF7FD8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9" creationId="{00DD1ED5-E644-051D-BDA6-58220315C552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0" creationId="{BC916C51-987F-260D-A87F-1B3283ABD9CA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1" creationId="{232BD560-455C-95F8-BE43-F0B54B52C7C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2" creationId="{67A8EDCE-EF9C-97BD-C1E6-B729F5D0608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5" creationId="{BD53E877-B3F1-2886-963B-6D3C87278F6F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7" creationId="{93CF6BBA-DC96-C1DA-CA1C-DB5B81F0B2CB}"/>
          </ac:spMkLst>
        </pc:sp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4" creationId="{508D8B72-8BE5-92C8-3AE5-6541C2398019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5" creationId="{72AA8725-080F-EB26-F72B-4EE2731C590D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6" creationId="{8EB3BA6D-6F07-9016-1FD9-2AB9EEFB700F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7" creationId="{5642E037-D404-B41F-894E-054D4DA2F9EE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13" creationId="{48F3742F-5436-5513-1FE9-2BE1237BA2EE}"/>
          </ac:graphicFrameMkLst>
        </pc:graphicFrame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4" creationId="{5B9476F7-CD77-DDF0-9994-6888B4F06A0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6" creationId="{12990B06-DA6E-7934-BA27-E34901ABCE5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8" creationId="{F777049B-2225-72AD-C39A-7CA9F437423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9" creationId="{7FA5DA95-5D33-3B62-D2CF-AE4ED9EA9FCD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0" creationId="{990B7738-042F-CF30-A44E-543EA73C392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1" creationId="{27C7CFE9-36B3-6712-4A8A-EC6B00A21108}"/>
          </ac:cxnSpMkLst>
        </pc:cxnChg>
      </pc:sldChg>
      <pc:sldChg chg="addSp modSp new modAnim">
        <pc:chgData name="Sivakumar Paulraj" userId="fba6c5ed4cacd2a1" providerId="LiveId" clId="{09459438-1D40-4FB0-B696-ABB8F786AA31}" dt="2023-02-02T04:22:07.529" v="54"/>
        <pc:sldMkLst>
          <pc:docMk/>
          <pc:sldMk cId="1945763898" sldId="297"/>
        </pc:sldMkLst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2" creationId="{C93E2999-240D-9F3F-A25B-73459A485B9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3" creationId="{2A383D49-1B67-799A-9770-9D2E1DA1A5CB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6" creationId="{3FBC1776-3780-5333-208E-5CB6070067A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7" creationId="{D27AEEEA-DA23-0135-6E23-0A3ACBC9E1F0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0" creationId="{F96B7F5F-30A9-8BBD-ED0C-96C6AC4AF60C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1" creationId="{049D6615-CA2F-2D89-6B3A-79EE8A12793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3" creationId="{8A385340-F160-1736-BAF9-6966E8646B76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5" creationId="{0B673017-4C67-5B5A-9EAA-C908DC5E5AC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6" creationId="{4D676CC7-D075-10F8-7AE8-B379269C02C1}"/>
          </ac:spMkLst>
        </pc:sp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4" creationId="{AE343794-280F-2510-DA89-0A4FB5BE7071}"/>
          </ac:graphicFrameMkLst>
        </pc:graphicFrame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8" creationId="{1EC0FC3F-226F-3A30-ED3A-681ED434D948}"/>
          </ac:graphicFrameMkLst>
        </pc:graphicFrame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5" creationId="{B136278B-4EB6-7D6B-0EF2-6E19FC4D53A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9" creationId="{B5D7B66F-C15D-36A3-CC9F-54AB645B6746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2" creationId="{96D10F1A-4D18-7D2B-E09C-5B5DB37D936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4" creationId="{CF22AF0A-715B-9696-4870-EFFEB169FF25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66705115" sldId="29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51288122" sldId="298"/>
        </pc:sldMkLst>
      </pc:sldChg>
      <pc:sldChg chg="addSp modSp new modAnim">
        <pc:chgData name="Sivakumar Paulraj" userId="fba6c5ed4cacd2a1" providerId="LiveId" clId="{09459438-1D40-4FB0-B696-ABB8F786AA31}" dt="2023-02-02T04:22:19.581" v="55"/>
        <pc:sldMkLst>
          <pc:docMk/>
          <pc:sldMk cId="2851406713" sldId="298"/>
        </pc:sldMkLst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" creationId="{DF8D8619-B231-D215-C000-318B773B288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6" creationId="{C015EE6C-23A2-8D44-F42D-BDB2390BC3D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7" creationId="{64DEB3C0-3E97-8012-7410-C54F705F5B0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8" creationId="{F8ED375C-0D71-89A5-0CFB-6EE6B942F3D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9" creationId="{F6DC9F0B-B3FE-F747-A9BC-F646742D423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0" creationId="{89130BEA-397B-31A8-64E4-E130DEBA812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1" creationId="{15D2FDF8-7A9B-25FA-7EBE-B48A9D60678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2" creationId="{B1EEFD2B-751A-26FF-12F7-82132353E48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3" creationId="{8E449903-4BFE-C25E-AF43-B51383E5B2E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4" creationId="{DBFCED16-832C-4A1A-0224-46C8F5AB58C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5" creationId="{B99B818E-5099-87EB-8035-1E010921F49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6" creationId="{BE68C8BF-7F8A-088F-F2FA-FC9D6B06E147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7" creationId="{2DC4D896-4C54-CBB5-074A-F6086F8C617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8" creationId="{2A22D4F9-A83D-3E3F-DDBE-0E9DE64625B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9" creationId="{F0A229A2-1DB0-6661-9C39-E3CCD10CC98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0" creationId="{06B39977-5FE2-6DDC-4149-B7B4751B4E5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1" creationId="{B803E509-29BC-FED8-CF18-81023DBF701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2" creationId="{0A94E120-8C4A-A882-1DA8-2E3CB1F601B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3" creationId="{98FCD107-6265-DE26-801C-5412B09A4B7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4" creationId="{36280206-C175-C413-A44D-D21ECF64FDAE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5" creationId="{697B9757-2429-0873-571D-C1E00E0F4BB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6" creationId="{02E2804C-05AB-D24F-3AA7-29549BEF093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7" creationId="{470A2AD2-BA5D-1042-8B9C-8DD2A13B09F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8" creationId="{4B4BD84E-00BD-457C-213A-79D8BC17E0D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9" creationId="{F578DD24-3E2C-684E-791F-1F521CA7734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0" creationId="{8D668463-6269-16CD-2185-87494BD3DA4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1" creationId="{BBAA8AE4-A3E3-45B4-3BAC-5FA6E1B5AC6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2" creationId="{4BA64232-219A-2D11-6A0F-8AF357A7F40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3" creationId="{DC249215-26C1-548F-C4B3-4F3EB40E93F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4" creationId="{FDECF813-2603-1917-EF87-4D417A8B20F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5" creationId="{786C0033-96C5-594A-F2C2-8FBF5562784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6" creationId="{D4E7FE9E-8A47-F637-627E-AC2D7475197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7" creationId="{7D65B060-29CB-5A39-17FE-CFC0D891CE8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8" creationId="{CA3D161B-71A1-4A90-124F-C7E1953FA471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9" creationId="{48E7F106-F109-08C4-E9C4-80BE07CFBB1A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3" creationId="{7916A8AE-6FDE-4649-730C-650BC64D1E0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4" creationId="{03C4EF12-1D78-FC7A-52ED-874B4608E745}"/>
          </ac:spMkLst>
        </pc:sp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3" creationId="{7FCEB8E1-B80F-6698-0A17-BEFFA04EA9B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4" creationId="{8DA9751A-CD55-60F9-19C1-BD118465803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5" creationId="{45A178DF-5F90-3BF2-9FE5-D7516619315B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6" creationId="{69883FAF-0F2D-EC38-E739-1FFF92653ED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7" creationId="{97C04A81-0CEE-ECC0-FBBD-DB26BCD4556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8" creationId="{C7BEB67F-7E37-4EBD-3992-1EC195B7339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9" creationId="{14DE5CB3-AD29-DE9A-BB79-1D315913F514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0" creationId="{C4126B78-5109-D284-036A-52B31E783A23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1" creationId="{8D83FF0A-0C43-58A6-ADE6-370016706E6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2" creationId="{25D537BC-3979-3401-3960-4040D860E127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3" creationId="{5D3CFB73-D72D-B655-BEE0-5E1996BBEB8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4" creationId="{487C8974-D8FA-492B-DADA-EC57A95BC3F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5" creationId="{883F3FC6-3CCF-96BB-BEF5-C040E5D724EB}"/>
          </ac:graphicFrameMkLst>
        </pc:graphicFrame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0" creationId="{E6C8AC1B-48BA-4CAB-15A6-3E9EF003B86C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1" creationId="{24FBA678-9926-31A0-712C-11D878BD15CE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2" creationId="{20A68C85-9593-F63D-E4B7-5A6A2A3AC067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83392761" sldId="299"/>
        </pc:sldMkLst>
      </pc:sldChg>
      <pc:sldChg chg="addSp modSp new modAnim">
        <pc:chgData name="Sivakumar Paulraj" userId="fba6c5ed4cacd2a1" providerId="LiveId" clId="{09459438-1D40-4FB0-B696-ABB8F786AA31}" dt="2023-02-02T04:22:27.027" v="56"/>
        <pc:sldMkLst>
          <pc:docMk/>
          <pc:sldMk cId="4122523886" sldId="299"/>
        </pc:sldMkLst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2" creationId="{278C6161-8392-6F80-41C8-E3CE79A18F70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3" creationId="{E02E0799-0694-AC51-FF3A-B18E631799F9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1" creationId="{1610F38D-F731-F9B2-8520-41BB2FCC04DB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2" creationId="{A52696DA-887F-1BF8-9DD1-A1FBDAE0E45D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3" creationId="{F3ED4B84-B985-35C4-3C57-2CDADBDA2954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4" creationId="{23EB6FB6-17A9-998E-0A0A-ED1C3DD38FD3}"/>
          </ac:spMkLst>
        </pc:spChg>
        <pc:graphicFrameChg chg="add mod">
          <ac:chgData name="Sivakumar Paulraj" userId="fba6c5ed4cacd2a1" providerId="LiveId" clId="{09459438-1D40-4FB0-B696-ABB8F786AA31}" dt="2023-02-02T04:22:27.027" v="56"/>
          <ac:graphicFrameMkLst>
            <pc:docMk/>
            <pc:sldMk cId="4122523886" sldId="299"/>
            <ac:graphicFrameMk id="4" creationId="{2831D38E-B6C5-BF95-67C0-93F8928C3B97}"/>
          </ac:graphicFrameMkLst>
        </pc:graphicFrame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5" creationId="{3717A5BB-00A1-AD58-6A40-DFD6B63D3402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6" creationId="{1189F877-D46E-4727-EED9-78A1F03B75F8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7" creationId="{6DA2D39F-8E6A-D8B5-EA40-60264C48946D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8" creationId="{6D35B558-FD2D-C881-8B5B-9C301290514E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9" creationId="{F9D59EA0-E35B-AE75-7C82-4B0EC06CC626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10" creationId="{BE2B0F24-32DA-9FD0-B4F4-86E4178D4013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56572509" sldId="300"/>
        </pc:sldMkLst>
      </pc:sldChg>
      <pc:sldChg chg="addSp modSp new modAnim">
        <pc:chgData name="Sivakumar Paulraj" userId="fba6c5ed4cacd2a1" providerId="LiveId" clId="{09459438-1D40-4FB0-B696-ABB8F786AA31}" dt="2023-02-02T04:22:36.929" v="57"/>
        <pc:sldMkLst>
          <pc:docMk/>
          <pc:sldMk cId="3698681483" sldId="300"/>
        </pc:sldMkLst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2" creationId="{79B6F3C7-7F75-F9CC-BD4C-9D64C8B5D9A9}"/>
          </ac:spMkLst>
        </pc:spChg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3" creationId="{543C28BA-C339-E985-BC78-05A4E260C593}"/>
          </ac:spMkLst>
        </pc:spChg>
      </pc:sldChg>
      <pc:sldChg chg="addSp modSp new mod modAnim">
        <pc:chgData name="Sivakumar Paulraj" userId="fba6c5ed4cacd2a1" providerId="LiveId" clId="{09459438-1D40-4FB0-B696-ABB8F786AA31}" dt="2023-02-02T04:23:05.371" v="61" actId="14100"/>
        <pc:sldMkLst>
          <pc:docMk/>
          <pc:sldMk cId="485732444" sldId="301"/>
        </pc:sldMkLst>
        <pc:spChg chg="add mod">
          <ac:chgData name="Sivakumar Paulraj" userId="fba6c5ed4cacd2a1" providerId="LiveId" clId="{09459438-1D40-4FB0-B696-ABB8F786AA31}" dt="2023-02-02T04:22:55.547" v="60" actId="255"/>
          <ac:spMkLst>
            <pc:docMk/>
            <pc:sldMk cId="485732444" sldId="301"/>
            <ac:spMk id="2" creationId="{2A9296F3-94E2-5820-A6B6-55199559F3A8}"/>
          </ac:spMkLst>
        </pc:spChg>
        <pc:spChg chg="add mod">
          <ac:chgData name="Sivakumar Paulraj" userId="fba6c5ed4cacd2a1" providerId="LiveId" clId="{09459438-1D40-4FB0-B696-ABB8F786AA31}" dt="2023-02-02T04:23:05.371" v="61" actId="14100"/>
          <ac:spMkLst>
            <pc:docMk/>
            <pc:sldMk cId="485732444" sldId="301"/>
            <ac:spMk id="3" creationId="{B06D34B2-9C5A-BEBC-8821-83B8C23302F4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" creationId="{C9F71792-F47D-F572-AED1-FCB52AB71A2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5" creationId="{D902AE76-C7D5-E663-A62A-F0C683DC573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8" creationId="{12745057-64FF-68B5-2868-DD7B0A7EEA7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9" creationId="{0CD04F51-FBE6-D39D-C9AC-A0A8061DAD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2" creationId="{5B0C3115-4255-94E1-3788-4622855EE2B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3" creationId="{CDF0458C-F2E0-9CA2-8ECB-497E8853E4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5" creationId="{95C904E3-5520-7F45-4CC2-32385027FA2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8" creationId="{AF419D67-E366-DE60-864E-32FBC71AC739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9" creationId="{18159AD7-D3B2-61A0-938E-751078D580F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1" creationId="{89FA7E3A-CA86-E264-34EE-78DF1140FEE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3" creationId="{3BB7B3DD-62A5-A436-7738-A0BF6479556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6" creationId="{83356C52-5887-33BC-F032-67720519014F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7" creationId="{224EFB16-5AF4-ECF9-D3C9-8269ACCEAB7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0" creationId="{15222252-38B1-C3EC-93EC-1F941EF4C5D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1" creationId="{A3B22F96-AB94-8E6D-82BD-C65DD5F6C44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3" creationId="{6EFAB4CC-A558-C696-7511-F578790404F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5" creationId="{797EF118-492D-485E-E9C5-D0367842E84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8" creationId="{1914D235-A750-0D6F-867F-7737B69EE48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9" creationId="{96F2B956-C39D-BFAF-36CC-60BC298F862D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0" creationId="{D228AAA8-E59A-649D-0166-E0F8F101142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1" creationId="{061619C9-0CA8-45CA-31D7-550684B779BA}"/>
          </ac:spMkLst>
        </pc:sp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6" creationId="{0D805F48-FD7D-3615-B226-955B30283017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7" creationId="{228A6B49-1EE5-E786-63A5-6420309887B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0" creationId="{704D4142-8541-69E9-BD27-3D5601F8FEB6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1" creationId="{4F2D5C53-05AC-C2E6-51A3-45895170C03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4" creationId="{7B444D87-DC39-02D1-44A9-11122DBC160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6" creationId="{A4521D42-81ED-1313-6EB3-1B2E521F141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7" creationId="{075C5791-A3C7-6145-B922-8B9D38A59584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0" creationId="{BBB5E7F5-A962-7647-C62E-5909089BB10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2" creationId="{6B734812-9E44-3E4A-4DD1-C64802E0E06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4" creationId="{542CB685-E6D8-A4BB-79C4-ACA12B1D335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5" creationId="{38365827-31C6-98AD-9128-AEBF07F891A9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8" creationId="{A265E395-0DC3-09E4-1D09-48FFC3BDF78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9" creationId="{0E82D94A-10D7-E89D-932E-12918D6F1FC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2" creationId="{F73A3E85-76F2-3922-AACC-0ECFF14D971C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4" creationId="{0686B129-7EBE-ED68-4226-E14585477CDB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6" creationId="{A4942EF9-8429-5CC4-19D9-36996EC2792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7" creationId="{CFC63DD8-CD0A-EC9D-F880-37E913DFFD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77616911" sldId="30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4759717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32689786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90776008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37203895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85763387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561247358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882883640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817780682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92772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2632620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676482316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963243954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20055477" sldId="308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606232284" sldId="308"/>
        </pc:sldMkLst>
      </pc:sldChg>
      <pc:sldChg chg="addSp modSp add mod modAnim">
        <pc:chgData name="Sivakumar Paulraj" userId="fba6c5ed4cacd2a1" providerId="LiveId" clId="{09459438-1D40-4FB0-B696-ABB8F786AA31}" dt="2023-02-02T04:20:17.801" v="41" actId="14100"/>
        <pc:sldMkLst>
          <pc:docMk/>
          <pc:sldMk cId="3622109078" sldId="309"/>
        </pc:sldMkLst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2" creationId="{815DA792-F674-E015-4E06-7F0B3D7BB15B}"/>
          </ac:spMkLst>
        </pc:spChg>
        <pc:spChg chg="add mod">
          <ac:chgData name="Sivakumar Paulraj" userId="fba6c5ed4cacd2a1" providerId="LiveId" clId="{09459438-1D40-4FB0-B696-ABB8F786AA31}" dt="2023-02-02T04:20:17.801" v="41" actId="14100"/>
          <ac:spMkLst>
            <pc:docMk/>
            <pc:sldMk cId="3622109078" sldId="309"/>
            <ac:spMk id="3" creationId="{820F59A9-26D6-49CB-8C47-861D0AF4A776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5" creationId="{F7B49040-EE12-A5B1-89ED-44DAEA5C50C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6" creationId="{71F07A84-8400-4A05-64E0-DD356A9C0625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7" creationId="{779E84F3-2A16-ACB0-9E82-2E7E12DFB03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8" creationId="{C7A89789-5972-7079-61EB-3B64F85AF962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9" creationId="{E4221C08-F4C7-4F45-05DC-D806353FEC73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0" creationId="{59744F89-49E4-1215-4BFC-57046E26DCDA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1" creationId="{7A260E63-DD84-837A-1862-C2CC90C82D26}"/>
          </ac:spMkLst>
        </pc:spChg>
        <pc:graphicFrameChg chg="add mod">
          <ac:chgData name="Sivakumar Paulraj" userId="fba6c5ed4cacd2a1" providerId="LiveId" clId="{09459438-1D40-4FB0-B696-ABB8F786AA31}" dt="2023-02-02T04:20:05.141" v="38"/>
          <ac:graphicFrameMkLst>
            <pc:docMk/>
            <pc:sldMk cId="3622109078" sldId="309"/>
            <ac:graphicFrameMk id="4" creationId="{173DBF71-106E-9C30-79BB-7B27A22DF10B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13220165" sldId="309"/>
        </pc:sldMkLst>
      </pc:sldChg>
      <pc:sldChg chg="new del">
        <pc:chgData name="Sivakumar Paulraj" userId="fba6c5ed4cacd2a1" providerId="LiveId" clId="{09459438-1D40-4FB0-B696-ABB8F786AA31}" dt="2023-02-07T08:05:31.625" v="66" actId="47"/>
        <pc:sldMkLst>
          <pc:docMk/>
          <pc:sldMk cId="524771999" sldId="310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752216906" sldId="310"/>
        </pc:sldMkLst>
      </pc:sldChg>
      <pc:sldChg chg="modSp new mod">
        <pc:chgData name="Sivakumar Paulraj" userId="fba6c5ed4cacd2a1" providerId="LiveId" clId="{09459438-1D40-4FB0-B696-ABB8F786AA31}" dt="2023-02-07T08:17:29.768" v="499" actId="20577"/>
        <pc:sldMkLst>
          <pc:docMk/>
          <pc:sldMk cId="1507373985" sldId="311"/>
        </pc:sldMkLst>
        <pc:spChg chg="mod">
          <ac:chgData name="Sivakumar Paulraj" userId="fba6c5ed4cacd2a1" providerId="LiveId" clId="{09459438-1D40-4FB0-B696-ABB8F786AA31}" dt="2023-02-07T08:16:37.403" v="391" actId="1076"/>
          <ac:spMkLst>
            <pc:docMk/>
            <pc:sldMk cId="1507373985" sldId="311"/>
            <ac:spMk id="2" creationId="{E89B5EBA-D7D2-D52A-A3BE-1793652E5693}"/>
          </ac:spMkLst>
        </pc:spChg>
        <pc:spChg chg="mod">
          <ac:chgData name="Sivakumar Paulraj" userId="fba6c5ed4cacd2a1" providerId="LiveId" clId="{09459438-1D40-4FB0-B696-ABB8F786AA31}" dt="2023-02-07T08:17:29.768" v="499" actId="20577"/>
          <ac:spMkLst>
            <pc:docMk/>
            <pc:sldMk cId="1507373985" sldId="311"/>
            <ac:spMk id="3" creationId="{82C1F18B-F347-9631-1F3C-5A8DC682ABB6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93790168" sldId="31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4066978" sldId="312"/>
        </pc:sldMkLst>
      </pc:sldChg>
      <pc:sldChg chg="addSp modSp new modAnim">
        <pc:chgData name="Sivakumar Paulraj" userId="fba6c5ed4cacd2a1" providerId="LiveId" clId="{09459438-1D40-4FB0-B696-ABB8F786AA31}" dt="2023-02-07T08:26:56.957" v="503"/>
        <pc:sldMkLst>
          <pc:docMk/>
          <pc:sldMk cId="3578310909" sldId="312"/>
        </pc:sldMkLst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2" creationId="{9B6D0593-DB7C-4A64-7A8B-0B19DEE1AF86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3" creationId="{3A606F38-715F-942B-B789-3D74BAD843E9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6" creationId="{E4F8F33C-2176-F6CE-0C8B-7F2D6B781EB5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7" creationId="{B9563130-57B2-3A63-4BBC-796631857EFF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1" creationId="{E39CCA40-B4FE-33F6-FF91-82A9BB755AD1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2" creationId="{54EEB334-5E90-AAF8-0A13-183D5099DE1B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3" creationId="{2F432192-A429-AFAF-0421-D1B4394F1DD9}"/>
          </ac:spMkLst>
        </pc:sp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4" creationId="{D0B82FD9-CB49-E8AE-B997-E66EA20A222E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5" creationId="{C339D76F-252D-CF63-40CE-51675386B3A7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8" creationId="{E7111658-3C13-0B76-D8AB-13040EC62C91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9" creationId="{D404F15C-0243-5203-7874-D8B01ED3903C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10" creationId="{4A5F1D80-9D50-C185-337A-D2FB04A8009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886031739" sldId="313"/>
        </pc:sldMkLst>
      </pc:sldChg>
      <pc:sldChg chg="modSp new mod">
        <pc:chgData name="Sivakumar Paulraj" userId="fba6c5ed4cacd2a1" providerId="LiveId" clId="{09459438-1D40-4FB0-B696-ABB8F786AA31}" dt="2023-02-07T08:26:48.422" v="502"/>
        <pc:sldMkLst>
          <pc:docMk/>
          <pc:sldMk cId="3608476768" sldId="313"/>
        </pc:sldMkLst>
        <pc:spChg chg="mod">
          <ac:chgData name="Sivakumar Paulraj" userId="fba6c5ed4cacd2a1" providerId="LiveId" clId="{09459438-1D40-4FB0-B696-ABB8F786AA31}" dt="2023-02-07T08:26:48.422" v="502"/>
          <ac:spMkLst>
            <pc:docMk/>
            <pc:sldMk cId="3608476768" sldId="313"/>
            <ac:spMk id="2" creationId="{93DE2D03-14D9-84D9-32AC-66883DEF10CB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9993569" sldId="314"/>
        </pc:sldMkLst>
      </pc:sldChg>
      <pc:sldChg chg="addSp modSp new modAnim">
        <pc:chgData name="Sivakumar Paulraj" userId="fba6c5ed4cacd2a1" providerId="LiveId" clId="{09459438-1D40-4FB0-B696-ABB8F786AA31}" dt="2023-02-07T08:27:19.996" v="512" actId="255"/>
        <pc:sldMkLst>
          <pc:docMk/>
          <pc:sldMk cId="2176719619" sldId="314"/>
        </pc:sldMkLst>
        <pc:spChg chg="add mod">
          <ac:chgData name="Sivakumar Paulraj" userId="fba6c5ed4cacd2a1" providerId="LiveId" clId="{09459438-1D40-4FB0-B696-ABB8F786AA31}" dt="2023-02-07T08:27:12.064" v="511"/>
          <ac:spMkLst>
            <pc:docMk/>
            <pc:sldMk cId="2176719619" sldId="314"/>
            <ac:spMk id="2" creationId="{384C9867-0AA5-928C-C120-C607696818A9}"/>
          </ac:spMkLst>
        </pc:spChg>
        <pc:spChg chg="add mod">
          <ac:chgData name="Sivakumar Paulraj" userId="fba6c5ed4cacd2a1" providerId="LiveId" clId="{09459438-1D40-4FB0-B696-ABB8F786AA31}" dt="2023-02-07T08:27:19.996" v="512" actId="255"/>
          <ac:spMkLst>
            <pc:docMk/>
            <pc:sldMk cId="2176719619" sldId="314"/>
            <ac:spMk id="3" creationId="{CA18DA29-EBA6-0E86-DFF1-5B8838C69769}"/>
          </ac:spMkLst>
        </pc:spChg>
      </pc:sldChg>
      <pc:sldChg chg="addSp modSp new mod modAnim">
        <pc:chgData name="Sivakumar Paulraj" userId="fba6c5ed4cacd2a1" providerId="LiveId" clId="{09459438-1D40-4FB0-B696-ABB8F786AA31}" dt="2023-02-07T08:27:42.877" v="515" actId="1076"/>
        <pc:sldMkLst>
          <pc:docMk/>
          <pc:sldMk cId="490442481" sldId="315"/>
        </pc:sldMkLst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2" creationId="{8A4ADC9C-5B6F-2EEC-F864-C52D36A9106F}"/>
          </ac:spMkLst>
        </pc:spChg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3" creationId="{55F13DA0-3F2C-C8B6-5DB2-7DBAF7DC80D9}"/>
          </ac:spMkLst>
        </pc:spChg>
        <pc:spChg chg="add mod">
          <ac:chgData name="Sivakumar Paulraj" userId="fba6c5ed4cacd2a1" providerId="LiveId" clId="{09459438-1D40-4FB0-B696-ABB8F786AA31}" dt="2023-02-07T08:27:36.869" v="514" actId="1076"/>
          <ac:spMkLst>
            <pc:docMk/>
            <pc:sldMk cId="490442481" sldId="315"/>
            <ac:spMk id="4" creationId="{321CA38F-4E22-F206-A3FF-FF26C76D03C7}"/>
          </ac:spMkLst>
        </pc:spChg>
        <pc:spChg chg="add mod">
          <ac:chgData name="Sivakumar Paulraj" userId="fba6c5ed4cacd2a1" providerId="LiveId" clId="{09459438-1D40-4FB0-B696-ABB8F786AA31}" dt="2023-02-07T08:27:42.877" v="515" actId="1076"/>
          <ac:spMkLst>
            <pc:docMk/>
            <pc:sldMk cId="490442481" sldId="315"/>
            <ac:spMk id="5" creationId="{531DBC20-909F-4B6D-E5D4-CE331442BCF3}"/>
          </ac:spMkLst>
        </pc:spChg>
        <pc:cxnChg chg="add mod">
          <ac:chgData name="Sivakumar Paulraj" userId="fba6c5ed4cacd2a1" providerId="LiveId" clId="{09459438-1D40-4FB0-B696-ABB8F786AA31}" dt="2023-02-07T08:27:42.877" v="515" actId="1076"/>
          <ac:cxnSpMkLst>
            <pc:docMk/>
            <pc:sldMk cId="490442481" sldId="315"/>
            <ac:cxnSpMk id="6" creationId="{5B6B2053-6F37-DE49-8CE3-4FD3CA02B3CE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075366732" sldId="31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098221075" sldId="316"/>
        </pc:sldMkLst>
      </pc:sldChg>
      <pc:sldChg chg="addSp modSp new mod modAnim">
        <pc:chgData name="Sivakumar Paulraj" userId="fba6c5ed4cacd2a1" providerId="LiveId" clId="{09459438-1D40-4FB0-B696-ABB8F786AA31}" dt="2023-02-07T08:28:05.380" v="519" actId="1076"/>
        <pc:sldMkLst>
          <pc:docMk/>
          <pc:sldMk cId="2835786093" sldId="316"/>
        </pc:sldMkLst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2" creationId="{9A0D8204-DE57-C06C-DB4A-D2A020E1DF30}"/>
          </ac:spMkLst>
        </pc:spChg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3" creationId="{13604383-1104-AC08-7DC7-5EB9632A2B7B}"/>
          </ac:spMkLst>
        </pc:spChg>
        <pc:cxnChg chg="add mod">
          <ac:chgData name="Sivakumar Paulraj" userId="fba6c5ed4cacd2a1" providerId="LiveId" clId="{09459438-1D40-4FB0-B696-ABB8F786AA31}" dt="2023-02-07T08:28:05.380" v="519" actId="1076"/>
          <ac:cxnSpMkLst>
            <pc:docMk/>
            <pc:sldMk cId="2835786093" sldId="316"/>
            <ac:cxnSpMk id="4" creationId="{8BCDF88C-DABD-BCF4-63CD-50F36488C104}"/>
          </ac:cxnSpMkLst>
        </pc:cxnChg>
      </pc:sldChg>
      <pc:sldChg chg="addSp delSp modSp new mod modAnim">
        <pc:chgData name="Sivakumar Paulraj" userId="fba6c5ed4cacd2a1" providerId="LiveId" clId="{09459438-1D40-4FB0-B696-ABB8F786AA31}" dt="2023-02-07T08:28:43.291" v="525"/>
        <pc:sldMkLst>
          <pc:docMk/>
          <pc:sldMk cId="1853420895" sldId="317"/>
        </pc:sldMkLst>
        <pc:spChg chg="add del">
          <ac:chgData name="Sivakumar Paulraj" userId="fba6c5ed4cacd2a1" providerId="LiveId" clId="{09459438-1D40-4FB0-B696-ABB8F786AA31}" dt="2023-02-07T08:28:32.188" v="521" actId="22"/>
          <ac:spMkLst>
            <pc:docMk/>
            <pc:sldMk cId="1853420895" sldId="317"/>
            <ac:spMk id="3" creationId="{9A847756-D490-9A3B-7591-6AE95D6CF472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4" creationId="{58744348-422B-44A9-A78D-7560E8DE2ED8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5" creationId="{97A60E21-9551-5104-781A-C6D2FE8D4883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25256085" sldId="31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734286126" sldId="318"/>
        </pc:sldMkLst>
      </pc:sldChg>
      <pc:sldChg chg="addSp modSp new mod modAnim">
        <pc:chgData name="Sivakumar Paulraj" userId="fba6c5ed4cacd2a1" providerId="LiveId" clId="{09459438-1D40-4FB0-B696-ABB8F786AA31}" dt="2023-02-07T08:29:25.644" v="530" actId="1076"/>
        <pc:sldMkLst>
          <pc:docMk/>
          <pc:sldMk cId="2219679334" sldId="318"/>
        </pc:sldMkLst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2" creationId="{4D6182A3-CD0B-A185-C740-EF8D71BD665F}"/>
          </ac:spMkLst>
        </pc:spChg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3" creationId="{CD6F5E5A-4B42-14A5-27B0-AF510AF0A91E}"/>
          </ac:spMkLst>
        </pc:spChg>
        <pc:spChg chg="add mod">
          <ac:chgData name="Sivakumar Paulraj" userId="fba6c5ed4cacd2a1" providerId="LiveId" clId="{09459438-1D40-4FB0-B696-ABB8F786AA31}" dt="2023-02-07T08:28:56.187" v="527" actId="1076"/>
          <ac:spMkLst>
            <pc:docMk/>
            <pc:sldMk cId="2219679334" sldId="318"/>
            <ac:spMk id="4" creationId="{E70C0BC1-0D27-F661-B61E-815BC9016A5C}"/>
          </ac:spMkLst>
        </pc:spChg>
        <pc:spChg chg="add mod">
          <ac:chgData name="Sivakumar Paulraj" userId="fba6c5ed4cacd2a1" providerId="LiveId" clId="{09459438-1D40-4FB0-B696-ABB8F786AA31}" dt="2023-02-07T08:29:25.644" v="530" actId="1076"/>
          <ac:spMkLst>
            <pc:docMk/>
            <pc:sldMk cId="2219679334" sldId="318"/>
            <ac:spMk id="5" creationId="{4B3511A0-875E-871A-E64E-24FC39226690}"/>
          </ac:spMkLst>
        </pc:spChg>
        <pc:cxnChg chg="add mod">
          <ac:chgData name="Sivakumar Paulraj" userId="fba6c5ed4cacd2a1" providerId="LiveId" clId="{09459438-1D40-4FB0-B696-ABB8F786AA31}" dt="2023-02-07T08:29:23.561" v="529" actId="1076"/>
          <ac:cxnSpMkLst>
            <pc:docMk/>
            <pc:sldMk cId="2219679334" sldId="318"/>
            <ac:cxnSpMk id="6" creationId="{879802AA-9AFE-5355-7FA4-0FE0A9F88E7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99051036" sldId="319"/>
        </pc:sldMkLst>
      </pc:sldChg>
      <pc:sldChg chg="addSp modSp new modAnim">
        <pc:chgData name="Sivakumar Paulraj" userId="fba6c5ed4cacd2a1" providerId="LiveId" clId="{09459438-1D40-4FB0-B696-ABB8F786AA31}" dt="2023-02-07T08:29:50.127" v="531"/>
        <pc:sldMkLst>
          <pc:docMk/>
          <pc:sldMk cId="3426694461" sldId="319"/>
        </pc:sldMkLst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2" creationId="{E1B87C7E-7271-8BE8-504F-6B27FBB7263A}"/>
          </ac:spMkLst>
        </pc:spChg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3" creationId="{02B961A0-F948-2131-DACE-32BACF4AE67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425534" sldId="320"/>
        </pc:sldMkLst>
      </pc:sldChg>
      <pc:sldChg chg="addSp modSp new modAnim">
        <pc:chgData name="Sivakumar Paulraj" userId="fba6c5ed4cacd2a1" providerId="LiveId" clId="{09459438-1D40-4FB0-B696-ABB8F786AA31}" dt="2023-02-07T08:29:56.795" v="532"/>
        <pc:sldMkLst>
          <pc:docMk/>
          <pc:sldMk cId="1092328699" sldId="320"/>
        </pc:sldMkLst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2" creationId="{2DD6C83D-68C4-57A4-060E-A0F920ED333A}"/>
          </ac:spMkLst>
        </pc:spChg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3" creationId="{2578BC4F-AE5F-AC66-1007-E52B6CC21BCB}"/>
          </ac:spMkLst>
        </pc:spChg>
      </pc:sldChg>
      <pc:sldChg chg="modSp new mod">
        <pc:chgData name="Sivakumar Paulraj" userId="fba6c5ed4cacd2a1" providerId="LiveId" clId="{09459438-1D40-4FB0-B696-ABB8F786AA31}" dt="2023-02-07T08:28:37.174" v="524" actId="27636"/>
        <pc:sldMkLst>
          <pc:docMk/>
          <pc:sldMk cId="1782027628" sldId="321"/>
        </pc:sldMkLst>
        <pc:spChg chg="mod">
          <ac:chgData name="Sivakumar Paulraj" userId="fba6c5ed4cacd2a1" providerId="LiveId" clId="{09459438-1D40-4FB0-B696-ABB8F786AA31}" dt="2023-02-07T08:28:37.174" v="524" actId="27636"/>
          <ac:spMkLst>
            <pc:docMk/>
            <pc:sldMk cId="1782027628" sldId="321"/>
            <ac:spMk id="2" creationId="{CE943DB3-459B-9BBD-F4A4-D3CB261140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70466912" sldId="32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6551307" sldId="322"/>
        </pc:sldMkLst>
      </pc:sldChg>
      <pc:sldChg chg="addSp modSp new modAnim">
        <pc:chgData name="Sivakumar Paulraj" userId="fba6c5ed4cacd2a1" providerId="LiveId" clId="{09459438-1D40-4FB0-B696-ABB8F786AA31}" dt="2023-02-07T08:30:08.776" v="534"/>
        <pc:sldMkLst>
          <pc:docMk/>
          <pc:sldMk cId="3350779397" sldId="322"/>
        </pc:sldMkLst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2" creationId="{A8BB7D9F-2302-B429-BD88-5124F20622DD}"/>
          </ac:spMkLst>
        </pc:spChg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3" creationId="{5C098C9D-28FE-C26F-75D6-918BAB6E67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567915941" sldId="323"/>
        </pc:sldMkLst>
      </pc:sldChg>
      <pc:sldChg chg="new del">
        <pc:chgData name="Sivakumar Paulraj" userId="fba6c5ed4cacd2a1" providerId="LiveId" clId="{09459438-1D40-4FB0-B696-ABB8F786AA31}" dt="2023-02-07T09:09:08.597" v="538" actId="47"/>
        <pc:sldMkLst>
          <pc:docMk/>
          <pc:sldMk cId="2638650645" sldId="323"/>
        </pc:sldMkLst>
      </pc:sldChg>
      <pc:sldChg chg="modSp new mod">
        <pc:chgData name="Sivakumar Paulraj" userId="fba6c5ed4cacd2a1" providerId="LiveId" clId="{09459438-1D40-4FB0-B696-ABB8F786AA31}" dt="2023-02-07T09:10:58.484" v="843" actId="20577"/>
        <pc:sldMkLst>
          <pc:docMk/>
          <pc:sldMk cId="1149459726" sldId="324"/>
        </pc:sldMkLst>
        <pc:spChg chg="mod">
          <ac:chgData name="Sivakumar Paulraj" userId="fba6c5ed4cacd2a1" providerId="LiveId" clId="{09459438-1D40-4FB0-B696-ABB8F786AA31}" dt="2023-02-07T09:09:16.866" v="561" actId="20577"/>
          <ac:spMkLst>
            <pc:docMk/>
            <pc:sldMk cId="1149459726" sldId="324"/>
            <ac:spMk id="2" creationId="{F8A674A8-E8D1-3F86-DFF3-ED7604949F99}"/>
          </ac:spMkLst>
        </pc:spChg>
        <pc:spChg chg="mod">
          <ac:chgData name="Sivakumar Paulraj" userId="fba6c5ed4cacd2a1" providerId="LiveId" clId="{09459438-1D40-4FB0-B696-ABB8F786AA31}" dt="2023-02-07T09:10:58.484" v="843" actId="20577"/>
          <ac:spMkLst>
            <pc:docMk/>
            <pc:sldMk cId="1149459726" sldId="324"/>
            <ac:spMk id="3" creationId="{ABD475D0-13AB-0880-DE8A-CAE4ABF42079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73179994" sldId="324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03801567" sldId="32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75361050" sldId="32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15575386" sldId="32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937498443" sldId="32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49984172" sldId="329"/>
        </pc:sldMkLst>
      </pc:sldChg>
    </pc:docChg>
  </pc:docChgLst>
  <pc:docChgLst>
    <pc:chgData name="Sivakumar Paulraj" userId="fba6c5ed4cacd2a1" providerId="LiveId" clId="{DC4B0805-5D64-4268-90C4-92DFC5A20224}"/>
    <pc:docChg chg="undo custSel addSld delSld modSld sldOrd">
      <pc:chgData name="Sivakumar Paulraj" userId="fba6c5ed4cacd2a1" providerId="LiveId" clId="{DC4B0805-5D64-4268-90C4-92DFC5A20224}" dt="2023-03-20T08:46:14.656" v="551" actId="1076"/>
      <pc:docMkLst>
        <pc:docMk/>
      </pc:docMkLst>
      <pc:sldChg chg="modSp mod">
        <pc:chgData name="Sivakumar Paulraj" userId="fba6c5ed4cacd2a1" providerId="LiveId" clId="{DC4B0805-5D64-4268-90C4-92DFC5A20224}" dt="2023-03-06T08:19:04.538" v="6"/>
        <pc:sldMkLst>
          <pc:docMk/>
          <pc:sldMk cId="4262036992" sldId="284"/>
        </pc:sldMkLst>
        <pc:spChg chg="mod">
          <ac:chgData name="Sivakumar Paulraj" userId="fba6c5ed4cacd2a1" providerId="LiveId" clId="{DC4B0805-5D64-4268-90C4-92DFC5A20224}" dt="2023-03-06T08:19:04.538" v="6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1691459119" sldId="285"/>
        </pc:sldMkLst>
      </pc:sldChg>
      <pc:sldChg chg="new del">
        <pc:chgData name="Sivakumar Paulraj" userId="fba6c5ed4cacd2a1" providerId="LiveId" clId="{DC4B0805-5D64-4268-90C4-92DFC5A20224}" dt="2023-03-06T08:26:48.107" v="113" actId="47"/>
        <pc:sldMkLst>
          <pc:docMk/>
          <pc:sldMk cId="2879526807" sldId="285"/>
        </pc:sldMkLst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1938757692" sldId="286"/>
        </pc:sldMkLst>
      </pc:sldChg>
      <pc:sldChg chg="addSp modSp new modAnim">
        <pc:chgData name="Sivakumar Paulraj" userId="fba6c5ed4cacd2a1" providerId="LiveId" clId="{DC4B0805-5D64-4268-90C4-92DFC5A20224}" dt="2023-03-06T08:19:46.490" v="41"/>
        <pc:sldMkLst>
          <pc:docMk/>
          <pc:sldMk cId="4009087332" sldId="286"/>
        </pc:sldMkLst>
        <pc:spChg chg="add mod">
          <ac:chgData name="Sivakumar Paulraj" userId="fba6c5ed4cacd2a1" providerId="LiveId" clId="{DC4B0805-5D64-4268-90C4-92DFC5A20224}" dt="2023-03-06T08:19:46.490" v="41"/>
          <ac:spMkLst>
            <pc:docMk/>
            <pc:sldMk cId="4009087332" sldId="286"/>
            <ac:spMk id="2" creationId="{374209B3-C547-AEF7-D9F2-BD28E3F0EB2F}"/>
          </ac:spMkLst>
        </pc:spChg>
        <pc:spChg chg="add mod">
          <ac:chgData name="Sivakumar Paulraj" userId="fba6c5ed4cacd2a1" providerId="LiveId" clId="{DC4B0805-5D64-4268-90C4-92DFC5A20224}" dt="2023-03-06T08:19:46.490" v="41"/>
          <ac:spMkLst>
            <pc:docMk/>
            <pc:sldMk cId="4009087332" sldId="286"/>
            <ac:spMk id="3" creationId="{0AEA2481-9015-1CEE-769A-619B645E7916}"/>
          </ac:spMkLst>
        </pc:spChg>
        <pc:spChg chg="add mod">
          <ac:chgData name="Sivakumar Paulraj" userId="fba6c5ed4cacd2a1" providerId="LiveId" clId="{DC4B0805-5D64-4268-90C4-92DFC5A20224}" dt="2023-03-06T08:19:46.490" v="41"/>
          <ac:spMkLst>
            <pc:docMk/>
            <pc:sldMk cId="4009087332" sldId="286"/>
            <ac:spMk id="4" creationId="{BA19F93B-A7F2-DB88-4C88-03EBA737236B}"/>
          </ac:spMkLst>
        </pc:spChg>
        <pc:spChg chg="add mod">
          <ac:chgData name="Sivakumar Paulraj" userId="fba6c5ed4cacd2a1" providerId="LiveId" clId="{DC4B0805-5D64-4268-90C4-92DFC5A20224}" dt="2023-03-06T08:19:46.490" v="41"/>
          <ac:spMkLst>
            <pc:docMk/>
            <pc:sldMk cId="4009087332" sldId="286"/>
            <ac:spMk id="5" creationId="{F329B4AF-6611-2344-8E21-8EFDF2BFA522}"/>
          </ac:spMkLst>
        </pc:spChg>
        <pc:spChg chg="add mod">
          <ac:chgData name="Sivakumar Paulraj" userId="fba6c5ed4cacd2a1" providerId="LiveId" clId="{DC4B0805-5D64-4268-90C4-92DFC5A20224}" dt="2023-03-06T08:19:46.490" v="41"/>
          <ac:spMkLst>
            <pc:docMk/>
            <pc:sldMk cId="4009087332" sldId="286"/>
            <ac:spMk id="9" creationId="{2ECD076B-E3B9-5A31-2779-4631575B7C56}"/>
          </ac:spMkLst>
        </pc:spChg>
        <pc:spChg chg="add mod">
          <ac:chgData name="Sivakumar Paulraj" userId="fba6c5ed4cacd2a1" providerId="LiveId" clId="{DC4B0805-5D64-4268-90C4-92DFC5A20224}" dt="2023-03-06T08:19:46.490" v="41"/>
          <ac:spMkLst>
            <pc:docMk/>
            <pc:sldMk cId="4009087332" sldId="286"/>
            <ac:spMk id="10" creationId="{44DC02B4-E322-88D2-3C6E-45CAA267F3BF}"/>
          </ac:spMkLst>
        </pc:spChg>
        <pc:spChg chg="add mod">
          <ac:chgData name="Sivakumar Paulraj" userId="fba6c5ed4cacd2a1" providerId="LiveId" clId="{DC4B0805-5D64-4268-90C4-92DFC5A20224}" dt="2023-03-06T08:19:46.490" v="41"/>
          <ac:spMkLst>
            <pc:docMk/>
            <pc:sldMk cId="4009087332" sldId="286"/>
            <ac:spMk id="11" creationId="{B2DA8B9D-ACCB-D324-F32F-5F80EF27939D}"/>
          </ac:spMkLst>
        </pc:spChg>
        <pc:grpChg chg="add mod">
          <ac:chgData name="Sivakumar Paulraj" userId="fba6c5ed4cacd2a1" providerId="LiveId" clId="{DC4B0805-5D64-4268-90C4-92DFC5A20224}" dt="2023-03-06T08:19:46.490" v="41"/>
          <ac:grpSpMkLst>
            <pc:docMk/>
            <pc:sldMk cId="4009087332" sldId="286"/>
            <ac:grpSpMk id="13" creationId="{78EA2ED9-1C0D-F1CE-BAD0-402F14FA6B25}"/>
          </ac:grpSpMkLst>
        </pc:grpChg>
        <pc:grpChg chg="add mod">
          <ac:chgData name="Sivakumar Paulraj" userId="fba6c5ed4cacd2a1" providerId="LiveId" clId="{DC4B0805-5D64-4268-90C4-92DFC5A20224}" dt="2023-03-06T08:19:46.490" v="41"/>
          <ac:grpSpMkLst>
            <pc:docMk/>
            <pc:sldMk cId="4009087332" sldId="286"/>
            <ac:grpSpMk id="16" creationId="{52BDD2DB-79A9-C8F5-D327-B1C1DA5C9CDD}"/>
          </ac:grpSpMkLst>
        </pc:grpChg>
        <pc:cxnChg chg="add 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6" creationId="{5DE2C4F8-1BFC-2C5A-9323-D17788CAF363}"/>
          </ac:cxnSpMkLst>
        </pc:cxnChg>
        <pc:cxnChg chg="add 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7" creationId="{22A09D4F-DD35-FEBE-98CC-151EFBF9809A}"/>
          </ac:cxnSpMkLst>
        </pc:cxnChg>
        <pc:cxnChg chg="add 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8" creationId="{3E6FAFCF-C211-663B-39A9-C66E5D2DF856}"/>
          </ac:cxnSpMkLst>
        </pc:cxnChg>
        <pc:cxnChg chg="add 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12" creationId="{B18F9D6C-61F2-4E8E-9667-ED4D715FF0BD}"/>
          </ac:cxnSpMkLst>
        </pc:cxnChg>
        <pc:cxnChg chg="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14" creationId="{61D1708B-DD46-F934-6214-AD39E92AE869}"/>
          </ac:cxnSpMkLst>
        </pc:cxnChg>
        <pc:cxnChg chg="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15" creationId="{99F11552-8BBC-8A86-C740-ACD86B074A93}"/>
          </ac:cxnSpMkLst>
        </pc:cxnChg>
        <pc:cxnChg chg="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17" creationId="{7D2ECEF4-EB8C-AF96-419E-9370E831FFB5}"/>
          </ac:cxnSpMkLst>
        </pc:cxnChg>
        <pc:cxnChg chg="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18" creationId="{0ACD977E-A854-E5BD-7923-D1D4746CEBDF}"/>
          </ac:cxnSpMkLst>
        </pc:cxnChg>
        <pc:cxnChg chg="add mod">
          <ac:chgData name="Sivakumar Paulraj" userId="fba6c5ed4cacd2a1" providerId="LiveId" clId="{DC4B0805-5D64-4268-90C4-92DFC5A20224}" dt="2023-03-06T08:19:46.490" v="41"/>
          <ac:cxnSpMkLst>
            <pc:docMk/>
            <pc:sldMk cId="4009087332" sldId="286"/>
            <ac:cxnSpMk id="19" creationId="{EAB6F1E5-768F-5DCB-5D1A-0EFCFD55E9A2}"/>
          </ac:cxnSpMkLst>
        </pc:cxnChg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965065915" sldId="287"/>
        </pc:sldMkLst>
      </pc:sldChg>
      <pc:sldChg chg="addSp modSp add mod modAnim">
        <pc:chgData name="Sivakumar Paulraj" userId="fba6c5ed4cacd2a1" providerId="LiveId" clId="{DC4B0805-5D64-4268-90C4-92DFC5A20224}" dt="2023-03-06T08:20:42.103" v="56" actId="255"/>
        <pc:sldMkLst>
          <pc:docMk/>
          <pc:sldMk cId="2305769135" sldId="287"/>
        </pc:sldMkLst>
        <pc:spChg chg="add mod">
          <ac:chgData name="Sivakumar Paulraj" userId="fba6c5ed4cacd2a1" providerId="LiveId" clId="{DC4B0805-5D64-4268-90C4-92DFC5A20224}" dt="2023-03-06T08:20:06.751" v="42"/>
          <ac:spMkLst>
            <pc:docMk/>
            <pc:sldMk cId="2305769135" sldId="287"/>
            <ac:spMk id="2" creationId="{3545FFC4-3711-3EF8-753C-E0EAE0F9C0FA}"/>
          </ac:spMkLst>
        </pc:spChg>
        <pc:spChg chg="add mod">
          <ac:chgData name="Sivakumar Paulraj" userId="fba6c5ed4cacd2a1" providerId="LiveId" clId="{DC4B0805-5D64-4268-90C4-92DFC5A20224}" dt="2023-03-06T08:20:42.103" v="56" actId="255"/>
          <ac:spMkLst>
            <pc:docMk/>
            <pc:sldMk cId="2305769135" sldId="287"/>
            <ac:spMk id="3" creationId="{87E71BBF-6B73-FA33-7487-FC6781B8401C}"/>
          </ac:spMkLst>
        </pc:spChg>
      </pc:sldChg>
      <pc:sldChg chg="addSp delSp modSp add mod ord modAnim">
        <pc:chgData name="Sivakumar Paulraj" userId="fba6c5ed4cacd2a1" providerId="LiveId" clId="{DC4B0805-5D64-4268-90C4-92DFC5A20224}" dt="2023-03-06T09:54:11.225" v="224"/>
        <pc:sldMkLst>
          <pc:docMk/>
          <pc:sldMk cId="989114422" sldId="288"/>
        </pc:sldMkLst>
        <pc:spChg chg="add del">
          <ac:chgData name="Sivakumar Paulraj" userId="fba6c5ed4cacd2a1" providerId="LiveId" clId="{DC4B0805-5D64-4268-90C4-92DFC5A20224}" dt="2023-03-06T08:20:27.664" v="47" actId="22"/>
          <ac:spMkLst>
            <pc:docMk/>
            <pc:sldMk cId="989114422" sldId="288"/>
            <ac:spMk id="3" creationId="{9FAAE3DF-CCA4-D822-E0F3-F1B57A0FD29F}"/>
          </ac:spMkLst>
        </pc:spChg>
        <pc:spChg chg="add mod">
          <ac:chgData name="Sivakumar Paulraj" userId="fba6c5ed4cacd2a1" providerId="LiveId" clId="{DC4B0805-5D64-4268-90C4-92DFC5A20224}" dt="2023-03-06T08:20:58.593" v="59" actId="1076"/>
          <ac:spMkLst>
            <pc:docMk/>
            <pc:sldMk cId="989114422" sldId="288"/>
            <ac:spMk id="4" creationId="{8B405930-7D66-9D0D-0EC1-2E9270E78EE4}"/>
          </ac:spMkLst>
        </pc:spChg>
        <pc:spChg chg="add mod">
          <ac:chgData name="Sivakumar Paulraj" userId="fba6c5ed4cacd2a1" providerId="LiveId" clId="{DC4B0805-5D64-4268-90C4-92DFC5A20224}" dt="2023-03-06T08:20:58.593" v="59" actId="1076"/>
          <ac:spMkLst>
            <pc:docMk/>
            <pc:sldMk cId="989114422" sldId="288"/>
            <ac:spMk id="5" creationId="{904D4B9A-B79D-BA54-316F-6CDBBF515CE0}"/>
          </ac:spMkLst>
        </pc:spChg>
        <pc:spChg chg="add mod">
          <ac:chgData name="Sivakumar Paulraj" userId="fba6c5ed4cacd2a1" providerId="LiveId" clId="{DC4B0805-5D64-4268-90C4-92DFC5A20224}" dt="2023-03-06T09:50:05.645" v="217" actId="255"/>
          <ac:spMkLst>
            <pc:docMk/>
            <pc:sldMk cId="989114422" sldId="288"/>
            <ac:spMk id="8" creationId="{F967E930-64FD-C6A1-8F7C-E167A0E918E8}"/>
          </ac:spMkLst>
        </pc:spChg>
        <pc:spChg chg="add mod">
          <ac:chgData name="Sivakumar Paulraj" userId="fba6c5ed4cacd2a1" providerId="LiveId" clId="{DC4B0805-5D64-4268-90C4-92DFC5A20224}" dt="2023-03-06T09:50:10.048" v="218" actId="255"/>
          <ac:spMkLst>
            <pc:docMk/>
            <pc:sldMk cId="989114422" sldId="288"/>
            <ac:spMk id="9" creationId="{43D2E81A-EF98-3AFE-ECB3-5EC8294458FF}"/>
          </ac:spMkLst>
        </pc:spChg>
        <pc:spChg chg="add mod">
          <ac:chgData name="Sivakumar Paulraj" userId="fba6c5ed4cacd2a1" providerId="LiveId" clId="{DC4B0805-5D64-4268-90C4-92DFC5A20224}" dt="2023-03-06T09:47:11.939" v="182" actId="1076"/>
          <ac:spMkLst>
            <pc:docMk/>
            <pc:sldMk cId="989114422" sldId="288"/>
            <ac:spMk id="10" creationId="{4BCD36F2-470D-665F-956E-AD449B4992B7}"/>
          </ac:spMkLst>
        </pc:spChg>
        <pc:graphicFrameChg chg="add mod">
          <ac:chgData name="Sivakumar Paulraj" userId="fba6c5ed4cacd2a1" providerId="LiveId" clId="{DC4B0805-5D64-4268-90C4-92DFC5A20224}" dt="2023-03-06T08:21:03.230" v="60" actId="1076"/>
          <ac:graphicFrameMkLst>
            <pc:docMk/>
            <pc:sldMk cId="989114422" sldId="288"/>
            <ac:graphicFrameMk id="6" creationId="{C2873F60-B5BC-5E6D-9FCF-84D956F379BE}"/>
          </ac:graphicFrameMkLst>
        </pc:graphicFrameChg>
        <pc:cxnChg chg="add mod">
          <ac:chgData name="Sivakumar Paulraj" userId="fba6c5ed4cacd2a1" providerId="LiveId" clId="{DC4B0805-5D64-4268-90C4-92DFC5A20224}" dt="2023-03-06T08:21:05.091" v="61" actId="1076"/>
          <ac:cxnSpMkLst>
            <pc:docMk/>
            <pc:sldMk cId="989114422" sldId="288"/>
            <ac:cxnSpMk id="7" creationId="{ED1CDEC9-D69B-ECC7-2410-30CBEC9B21A0}"/>
          </ac:cxnSpMkLst>
        </pc:cxnChg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2960527099" sldId="288"/>
        </pc:sldMkLst>
      </pc:sldChg>
      <pc:sldChg chg="addSp modSp add mod ord modAnim">
        <pc:chgData name="Sivakumar Paulraj" userId="fba6c5ed4cacd2a1" providerId="LiveId" clId="{DC4B0805-5D64-4268-90C4-92DFC5A20224}" dt="2023-03-06T09:54:13.508" v="226"/>
        <pc:sldMkLst>
          <pc:docMk/>
          <pc:sldMk cId="1296941513" sldId="289"/>
        </pc:sldMkLst>
        <pc:spChg chg="add mod">
          <ac:chgData name="Sivakumar Paulraj" userId="fba6c5ed4cacd2a1" providerId="LiveId" clId="{DC4B0805-5D64-4268-90C4-92DFC5A20224}" dt="2023-03-06T08:21:23.871" v="64" actId="1076"/>
          <ac:spMkLst>
            <pc:docMk/>
            <pc:sldMk cId="1296941513" sldId="289"/>
            <ac:spMk id="2" creationId="{687C7288-8038-79EA-5377-7252FA1D539F}"/>
          </ac:spMkLst>
        </pc:spChg>
        <pc:spChg chg="add mod">
          <ac:chgData name="Sivakumar Paulraj" userId="fba6c5ed4cacd2a1" providerId="LiveId" clId="{DC4B0805-5D64-4268-90C4-92DFC5A20224}" dt="2023-03-06T08:21:23.871" v="64" actId="1076"/>
          <ac:spMkLst>
            <pc:docMk/>
            <pc:sldMk cId="1296941513" sldId="289"/>
            <ac:spMk id="3" creationId="{2413D728-6A3C-15F3-D68D-5822DF11EC0A}"/>
          </ac:spMkLst>
        </pc:spChg>
        <pc:spChg chg="add mod">
          <ac:chgData name="Sivakumar Paulraj" userId="fba6c5ed4cacd2a1" providerId="LiveId" clId="{DC4B0805-5D64-4268-90C4-92DFC5A20224}" dt="2023-03-06T08:21:36.841" v="66" actId="1076"/>
          <ac:spMkLst>
            <pc:docMk/>
            <pc:sldMk cId="1296941513" sldId="289"/>
            <ac:spMk id="4" creationId="{942A6131-639F-6641-07D5-B3AC7C72D58C}"/>
          </ac:spMkLst>
        </pc:spChg>
        <pc:spChg chg="add mod">
          <ac:chgData name="Sivakumar Paulraj" userId="fba6c5ed4cacd2a1" providerId="LiveId" clId="{DC4B0805-5D64-4268-90C4-92DFC5A20224}" dt="2023-03-06T09:50:36.666" v="220" actId="20577"/>
          <ac:spMkLst>
            <pc:docMk/>
            <pc:sldMk cId="1296941513" sldId="289"/>
            <ac:spMk id="6" creationId="{B6DA6BF6-FF44-46E7-C473-9633F9E3104B}"/>
          </ac:spMkLst>
        </pc:spChg>
        <pc:spChg chg="add mod">
          <ac:chgData name="Sivakumar Paulraj" userId="fba6c5ed4cacd2a1" providerId="LiveId" clId="{DC4B0805-5D64-4268-90C4-92DFC5A20224}" dt="2023-03-06T09:50:39.736" v="222" actId="20577"/>
          <ac:spMkLst>
            <pc:docMk/>
            <pc:sldMk cId="1296941513" sldId="289"/>
            <ac:spMk id="7" creationId="{1F9B090E-D3C9-0E99-15AE-2E1F5C783DC0}"/>
          </ac:spMkLst>
        </pc:spChg>
        <pc:spChg chg="add mod">
          <ac:chgData name="Sivakumar Paulraj" userId="fba6c5ed4cacd2a1" providerId="LiveId" clId="{DC4B0805-5D64-4268-90C4-92DFC5A20224}" dt="2023-03-06T09:49:47.892" v="215" actId="1076"/>
          <ac:spMkLst>
            <pc:docMk/>
            <pc:sldMk cId="1296941513" sldId="289"/>
            <ac:spMk id="8" creationId="{EC2C7453-EB45-842B-4E51-AEF83A1723AC}"/>
          </ac:spMkLst>
        </pc:spChg>
        <pc:cxnChg chg="add mod">
          <ac:chgData name="Sivakumar Paulraj" userId="fba6c5ed4cacd2a1" providerId="LiveId" clId="{DC4B0805-5D64-4268-90C4-92DFC5A20224}" dt="2023-03-06T08:21:27.923" v="65" actId="1076"/>
          <ac:cxnSpMkLst>
            <pc:docMk/>
            <pc:sldMk cId="1296941513" sldId="289"/>
            <ac:cxnSpMk id="5" creationId="{415CCF15-A194-CFD7-1DA8-C2983560FE20}"/>
          </ac:cxnSpMkLst>
        </pc:cxnChg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2158704550" sldId="289"/>
        </pc:sldMkLst>
      </pc:sldChg>
      <pc:sldChg chg="addSp delSp modSp add mod ord delAnim modAnim">
        <pc:chgData name="Sivakumar Paulraj" userId="fba6c5ed4cacd2a1" providerId="LiveId" clId="{DC4B0805-5D64-4268-90C4-92DFC5A20224}" dt="2023-03-07T07:47:00.722" v="410" actId="1076"/>
        <pc:sldMkLst>
          <pc:docMk/>
          <pc:sldMk cId="614734372" sldId="290"/>
        </pc:sldMkLst>
        <pc:spChg chg="add mod">
          <ac:chgData name="Sivakumar Paulraj" userId="fba6c5ed4cacd2a1" providerId="LiveId" clId="{DC4B0805-5D64-4268-90C4-92DFC5A20224}" dt="2023-03-06T08:21:43.996" v="67"/>
          <ac:spMkLst>
            <pc:docMk/>
            <pc:sldMk cId="614734372" sldId="290"/>
            <ac:spMk id="2" creationId="{0B2F61E7-820E-DE53-10EA-A5A51931F04A}"/>
          </ac:spMkLst>
        </pc:spChg>
        <pc:spChg chg="add mod">
          <ac:chgData name="Sivakumar Paulraj" userId="fba6c5ed4cacd2a1" providerId="LiveId" clId="{DC4B0805-5D64-4268-90C4-92DFC5A20224}" dt="2023-03-06T08:21:43.996" v="67"/>
          <ac:spMkLst>
            <pc:docMk/>
            <pc:sldMk cId="614734372" sldId="290"/>
            <ac:spMk id="3" creationId="{1195254F-A17F-4DFC-1457-6437AF8EB4C6}"/>
          </ac:spMkLst>
        </pc:spChg>
        <pc:spChg chg="add mod">
          <ac:chgData name="Sivakumar Paulraj" userId="fba6c5ed4cacd2a1" providerId="LiveId" clId="{DC4B0805-5D64-4268-90C4-92DFC5A20224}" dt="2023-03-07T07:46:58.357" v="409" actId="1076"/>
          <ac:spMkLst>
            <pc:docMk/>
            <pc:sldMk cId="614734372" sldId="290"/>
            <ac:spMk id="5" creationId="{3D3E0872-97C1-92D8-8744-6C24CD48688E}"/>
          </ac:spMkLst>
        </pc:spChg>
        <pc:spChg chg="add mod">
          <ac:chgData name="Sivakumar Paulraj" userId="fba6c5ed4cacd2a1" providerId="LiveId" clId="{DC4B0805-5D64-4268-90C4-92DFC5A20224}" dt="2023-03-07T07:47:00.722" v="410" actId="1076"/>
          <ac:spMkLst>
            <pc:docMk/>
            <pc:sldMk cId="614734372" sldId="290"/>
            <ac:spMk id="6" creationId="{B2975598-8477-D339-5FC2-A0EF026422A7}"/>
          </ac:spMkLst>
        </pc:spChg>
        <pc:spChg chg="add mod">
          <ac:chgData name="Sivakumar Paulraj" userId="fba6c5ed4cacd2a1" providerId="LiveId" clId="{DC4B0805-5D64-4268-90C4-92DFC5A20224}" dt="2023-03-07T07:46:36.093" v="401" actId="1076"/>
          <ac:spMkLst>
            <pc:docMk/>
            <pc:sldMk cId="614734372" sldId="290"/>
            <ac:spMk id="7" creationId="{51812048-9B5C-19B0-2D1F-E6C174B90F11}"/>
          </ac:spMkLst>
        </pc:spChg>
        <pc:spChg chg="add del mod">
          <ac:chgData name="Sivakumar Paulraj" userId="fba6c5ed4cacd2a1" providerId="LiveId" clId="{DC4B0805-5D64-4268-90C4-92DFC5A20224}" dt="2023-03-07T06:58:17.546" v="391" actId="478"/>
          <ac:spMkLst>
            <pc:docMk/>
            <pc:sldMk cId="614734372" sldId="290"/>
            <ac:spMk id="8" creationId="{9EC24085-E2B2-F435-CB76-A4B45ECA8659}"/>
          </ac:spMkLst>
        </pc:spChg>
        <pc:spChg chg="add mod">
          <ac:chgData name="Sivakumar Paulraj" userId="fba6c5ed4cacd2a1" providerId="LiveId" clId="{DC4B0805-5D64-4268-90C4-92DFC5A20224}" dt="2023-03-07T07:46:36.093" v="401" actId="1076"/>
          <ac:spMkLst>
            <pc:docMk/>
            <pc:sldMk cId="614734372" sldId="290"/>
            <ac:spMk id="9" creationId="{AE99894F-9DC0-3602-145A-E21055166E37}"/>
          </ac:spMkLst>
        </pc:spChg>
        <pc:spChg chg="add mod">
          <ac:chgData name="Sivakumar Paulraj" userId="fba6c5ed4cacd2a1" providerId="LiveId" clId="{DC4B0805-5D64-4268-90C4-92DFC5A20224}" dt="2023-03-07T07:46:36.093" v="401" actId="1076"/>
          <ac:spMkLst>
            <pc:docMk/>
            <pc:sldMk cId="614734372" sldId="290"/>
            <ac:spMk id="10" creationId="{14DC7818-71BB-C108-2686-4FB8AB68FB69}"/>
          </ac:spMkLst>
        </pc:spChg>
        <pc:graphicFrameChg chg="add mod modGraphic">
          <ac:chgData name="Sivakumar Paulraj" userId="fba6c5ed4cacd2a1" providerId="LiveId" clId="{DC4B0805-5D64-4268-90C4-92DFC5A20224}" dt="2023-03-07T07:46:53.413" v="407" actId="1076"/>
          <ac:graphicFrameMkLst>
            <pc:docMk/>
            <pc:sldMk cId="614734372" sldId="290"/>
            <ac:graphicFrameMk id="4" creationId="{4A81F3AD-A2CB-6C67-490C-8F2DD34ACA7B}"/>
          </ac:graphicFrameMkLst>
        </pc:graphicFrameChg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3501251536" sldId="290"/>
        </pc:sldMkLst>
      </pc:sldChg>
      <pc:sldChg chg="addSp modSp add ord modAnim">
        <pc:chgData name="Sivakumar Paulraj" userId="fba6c5ed4cacd2a1" providerId="LiveId" clId="{DC4B0805-5D64-4268-90C4-92DFC5A20224}" dt="2023-03-06T09:54:15.377" v="228"/>
        <pc:sldMkLst>
          <pc:docMk/>
          <pc:sldMk cId="1119563180" sldId="291"/>
        </pc:sldMkLst>
        <pc:spChg chg="add mod">
          <ac:chgData name="Sivakumar Paulraj" userId="fba6c5ed4cacd2a1" providerId="LiveId" clId="{DC4B0805-5D64-4268-90C4-92DFC5A20224}" dt="2023-03-06T08:21:54.903" v="68"/>
          <ac:spMkLst>
            <pc:docMk/>
            <pc:sldMk cId="1119563180" sldId="291"/>
            <ac:spMk id="2" creationId="{E3718014-C909-FF5B-D58F-68D93EA59969}"/>
          </ac:spMkLst>
        </pc:spChg>
        <pc:spChg chg="add mod">
          <ac:chgData name="Sivakumar Paulraj" userId="fba6c5ed4cacd2a1" providerId="LiveId" clId="{DC4B0805-5D64-4268-90C4-92DFC5A20224}" dt="2023-03-06T08:21:54.903" v="68"/>
          <ac:spMkLst>
            <pc:docMk/>
            <pc:sldMk cId="1119563180" sldId="291"/>
            <ac:spMk id="3" creationId="{453C369D-EC9B-515A-5432-5018B25C083D}"/>
          </ac:spMkLst>
        </pc:spChg>
        <pc:spChg chg="add mod">
          <ac:chgData name="Sivakumar Paulraj" userId="fba6c5ed4cacd2a1" providerId="LiveId" clId="{DC4B0805-5D64-4268-90C4-92DFC5A20224}" dt="2023-03-06T08:21:54.903" v="68"/>
          <ac:spMkLst>
            <pc:docMk/>
            <pc:sldMk cId="1119563180" sldId="291"/>
            <ac:spMk id="5" creationId="{3F673D58-D6C0-C48E-5C9A-CEFB390DAD4A}"/>
          </ac:spMkLst>
        </pc:spChg>
        <pc:spChg chg="add mod">
          <ac:chgData name="Sivakumar Paulraj" userId="fba6c5ed4cacd2a1" providerId="LiveId" clId="{DC4B0805-5D64-4268-90C4-92DFC5A20224}" dt="2023-03-06T08:21:54.903" v="68"/>
          <ac:spMkLst>
            <pc:docMk/>
            <pc:sldMk cId="1119563180" sldId="291"/>
            <ac:spMk id="6" creationId="{1AC1E003-4EC4-D12F-4AB3-B0AC6D933389}"/>
          </ac:spMkLst>
        </pc:spChg>
        <pc:graphicFrameChg chg="add mod">
          <ac:chgData name="Sivakumar Paulraj" userId="fba6c5ed4cacd2a1" providerId="LiveId" clId="{DC4B0805-5D64-4268-90C4-92DFC5A20224}" dt="2023-03-06T08:21:54.903" v="68"/>
          <ac:graphicFrameMkLst>
            <pc:docMk/>
            <pc:sldMk cId="1119563180" sldId="291"/>
            <ac:graphicFrameMk id="4" creationId="{68789493-44D3-90C8-2375-B1ABA68DEE56}"/>
          </ac:graphicFrameMkLst>
        </pc:graphicFrameChg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1371056932" sldId="291"/>
        </pc:sldMkLst>
      </pc:sldChg>
      <pc:sldChg chg="addSp modSp add mod ord modAnim">
        <pc:chgData name="Sivakumar Paulraj" userId="fba6c5ed4cacd2a1" providerId="LiveId" clId="{DC4B0805-5D64-4268-90C4-92DFC5A20224}" dt="2023-03-06T08:43:17.651" v="133"/>
        <pc:sldMkLst>
          <pc:docMk/>
          <pc:sldMk cId="551407288" sldId="292"/>
        </pc:sldMkLst>
        <pc:spChg chg="add mod">
          <ac:chgData name="Sivakumar Paulraj" userId="fba6c5ed4cacd2a1" providerId="LiveId" clId="{DC4B0805-5D64-4268-90C4-92DFC5A20224}" dt="2023-03-06T08:22:02.521" v="69"/>
          <ac:spMkLst>
            <pc:docMk/>
            <pc:sldMk cId="551407288" sldId="292"/>
            <ac:spMk id="2" creationId="{6EA51121-4054-B77C-4088-3BECE6B10DF4}"/>
          </ac:spMkLst>
        </pc:spChg>
        <pc:spChg chg="add mod">
          <ac:chgData name="Sivakumar Paulraj" userId="fba6c5ed4cacd2a1" providerId="LiveId" clId="{DC4B0805-5D64-4268-90C4-92DFC5A20224}" dt="2023-03-06T08:22:02.521" v="69"/>
          <ac:spMkLst>
            <pc:docMk/>
            <pc:sldMk cId="551407288" sldId="292"/>
            <ac:spMk id="3" creationId="{8126B915-9F2A-7C47-0CD3-FD8B275CFB2B}"/>
          </ac:spMkLst>
        </pc:spChg>
        <pc:spChg chg="add mod">
          <ac:chgData name="Sivakumar Paulraj" userId="fba6c5ed4cacd2a1" providerId="LiveId" clId="{DC4B0805-5D64-4268-90C4-92DFC5A20224}" dt="2023-03-06T08:22:20.500" v="73" actId="1076"/>
          <ac:spMkLst>
            <pc:docMk/>
            <pc:sldMk cId="551407288" sldId="292"/>
            <ac:spMk id="4" creationId="{EC55A9E2-E113-FD5C-5561-0CE26A4E956E}"/>
          </ac:spMkLst>
        </pc:spChg>
        <pc:spChg chg="add mod">
          <ac:chgData name="Sivakumar Paulraj" userId="fba6c5ed4cacd2a1" providerId="LiveId" clId="{DC4B0805-5D64-4268-90C4-92DFC5A20224}" dt="2023-03-06T08:22:23.521" v="74" actId="1076"/>
          <ac:spMkLst>
            <pc:docMk/>
            <pc:sldMk cId="551407288" sldId="292"/>
            <ac:spMk id="5" creationId="{24017559-815D-AE56-DC28-FAFCBA95D989}"/>
          </ac:spMkLst>
        </pc:spChg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3745212572" sldId="292"/>
        </pc:sldMkLst>
      </pc:sldChg>
      <pc:sldChg chg="del">
        <pc:chgData name="Sivakumar Paulraj" userId="fba6c5ed4cacd2a1" providerId="LiveId" clId="{DC4B0805-5D64-4268-90C4-92DFC5A20224}" dt="2023-03-06T08:19:09.558" v="7" actId="47"/>
        <pc:sldMkLst>
          <pc:docMk/>
          <pc:sldMk cId="168635335" sldId="293"/>
        </pc:sldMkLst>
      </pc:sldChg>
      <pc:sldChg chg="addSp modSp add ord modAnim">
        <pc:chgData name="Sivakumar Paulraj" userId="fba6c5ed4cacd2a1" providerId="LiveId" clId="{DC4B0805-5D64-4268-90C4-92DFC5A20224}" dt="2023-03-06T10:50:29.725" v="319" actId="20577"/>
        <pc:sldMkLst>
          <pc:docMk/>
          <pc:sldMk cId="2570192775" sldId="293"/>
        </pc:sldMkLst>
        <pc:spChg chg="add mod">
          <ac:chgData name="Sivakumar Paulraj" userId="fba6c5ed4cacd2a1" providerId="LiveId" clId="{DC4B0805-5D64-4268-90C4-92DFC5A20224}" dt="2023-03-06T08:22:41.698" v="75"/>
          <ac:spMkLst>
            <pc:docMk/>
            <pc:sldMk cId="2570192775" sldId="293"/>
            <ac:spMk id="2" creationId="{05CB04E3-6CE5-564F-5CE5-DF42694734A2}"/>
          </ac:spMkLst>
        </pc:spChg>
        <pc:spChg chg="add mod">
          <ac:chgData name="Sivakumar Paulraj" userId="fba6c5ed4cacd2a1" providerId="LiveId" clId="{DC4B0805-5D64-4268-90C4-92DFC5A20224}" dt="2023-03-06T10:50:29.725" v="319" actId="20577"/>
          <ac:spMkLst>
            <pc:docMk/>
            <pc:sldMk cId="2570192775" sldId="293"/>
            <ac:spMk id="3" creationId="{E9B1AC25-FF35-463E-B72D-3B84BA112CFB}"/>
          </ac:spMkLst>
        </pc:spChg>
      </pc:sldChg>
      <pc:sldChg chg="addSp modSp add modAnim">
        <pc:chgData name="Sivakumar Paulraj" userId="fba6c5ed4cacd2a1" providerId="LiveId" clId="{DC4B0805-5D64-4268-90C4-92DFC5A20224}" dt="2023-03-06T08:22:47.964" v="76"/>
        <pc:sldMkLst>
          <pc:docMk/>
          <pc:sldMk cId="4136809157" sldId="294"/>
        </pc:sldMkLst>
        <pc:spChg chg="add mod">
          <ac:chgData name="Sivakumar Paulraj" userId="fba6c5ed4cacd2a1" providerId="LiveId" clId="{DC4B0805-5D64-4268-90C4-92DFC5A20224}" dt="2023-03-06T08:22:47.964" v="76"/>
          <ac:spMkLst>
            <pc:docMk/>
            <pc:sldMk cId="4136809157" sldId="294"/>
            <ac:spMk id="2" creationId="{22161B8F-879D-7D45-9A4E-A1F8F18CACF9}"/>
          </ac:spMkLst>
        </pc:spChg>
        <pc:spChg chg="add mod">
          <ac:chgData name="Sivakumar Paulraj" userId="fba6c5ed4cacd2a1" providerId="LiveId" clId="{DC4B0805-5D64-4268-90C4-92DFC5A20224}" dt="2023-03-06T08:22:47.964" v="76"/>
          <ac:spMkLst>
            <pc:docMk/>
            <pc:sldMk cId="4136809157" sldId="294"/>
            <ac:spMk id="3" creationId="{4EBCAA0F-688F-D502-2D9A-8590F721A4BE}"/>
          </ac:spMkLst>
        </pc:spChg>
      </pc:sldChg>
      <pc:sldChg chg="addSp modSp add modAnim">
        <pc:chgData name="Sivakumar Paulraj" userId="fba6c5ed4cacd2a1" providerId="LiveId" clId="{DC4B0805-5D64-4268-90C4-92DFC5A20224}" dt="2023-03-06T08:23:01.015" v="79" actId="20577"/>
        <pc:sldMkLst>
          <pc:docMk/>
          <pc:sldMk cId="2784956914" sldId="295"/>
        </pc:sldMkLst>
        <pc:spChg chg="add mod">
          <ac:chgData name="Sivakumar Paulraj" userId="fba6c5ed4cacd2a1" providerId="LiveId" clId="{DC4B0805-5D64-4268-90C4-92DFC5A20224}" dt="2023-03-06T08:22:54.223" v="77"/>
          <ac:spMkLst>
            <pc:docMk/>
            <pc:sldMk cId="2784956914" sldId="295"/>
            <ac:spMk id="2" creationId="{51099637-DEB4-08F9-14D8-46B64E2E6F06}"/>
          </ac:spMkLst>
        </pc:spChg>
        <pc:spChg chg="add mod">
          <ac:chgData name="Sivakumar Paulraj" userId="fba6c5ed4cacd2a1" providerId="LiveId" clId="{DC4B0805-5D64-4268-90C4-92DFC5A20224}" dt="2023-03-06T08:23:01.015" v="79" actId="20577"/>
          <ac:spMkLst>
            <pc:docMk/>
            <pc:sldMk cId="2784956914" sldId="295"/>
            <ac:spMk id="3" creationId="{82BD56D4-BBED-B6BA-8994-1FEEA659D762}"/>
          </ac:spMkLst>
        </pc:spChg>
        <pc:spChg chg="add mod">
          <ac:chgData name="Sivakumar Paulraj" userId="fba6c5ed4cacd2a1" providerId="LiveId" clId="{DC4B0805-5D64-4268-90C4-92DFC5A20224}" dt="2023-03-06T08:22:54.223" v="77"/>
          <ac:spMkLst>
            <pc:docMk/>
            <pc:sldMk cId="2784956914" sldId="295"/>
            <ac:spMk id="5" creationId="{6A196905-18DB-ABB0-52D0-8FD66132E82F}"/>
          </ac:spMkLst>
        </pc:spChg>
        <pc:spChg chg="add mod">
          <ac:chgData name="Sivakumar Paulraj" userId="fba6c5ed4cacd2a1" providerId="LiveId" clId="{DC4B0805-5D64-4268-90C4-92DFC5A20224}" dt="2023-03-06T08:22:54.223" v="77"/>
          <ac:spMkLst>
            <pc:docMk/>
            <pc:sldMk cId="2784956914" sldId="295"/>
            <ac:spMk id="6" creationId="{302EB53F-8FFA-90B0-06C8-52CAE1368178}"/>
          </ac:spMkLst>
        </pc:spChg>
        <pc:spChg chg="add mod">
          <ac:chgData name="Sivakumar Paulraj" userId="fba6c5ed4cacd2a1" providerId="LiveId" clId="{DC4B0805-5D64-4268-90C4-92DFC5A20224}" dt="2023-03-06T08:22:54.223" v="77"/>
          <ac:spMkLst>
            <pc:docMk/>
            <pc:sldMk cId="2784956914" sldId="295"/>
            <ac:spMk id="8" creationId="{CD123A58-FADD-140A-CDA3-36B1DBE3D1E2}"/>
          </ac:spMkLst>
        </pc:spChg>
        <pc:spChg chg="add mod">
          <ac:chgData name="Sivakumar Paulraj" userId="fba6c5ed4cacd2a1" providerId="LiveId" clId="{DC4B0805-5D64-4268-90C4-92DFC5A20224}" dt="2023-03-06T08:22:54.223" v="77"/>
          <ac:spMkLst>
            <pc:docMk/>
            <pc:sldMk cId="2784956914" sldId="295"/>
            <ac:spMk id="9" creationId="{40632728-D1D6-E6DE-EEAD-29AA9D1C3DC4}"/>
          </ac:spMkLst>
        </pc:spChg>
        <pc:graphicFrameChg chg="add mod">
          <ac:chgData name="Sivakumar Paulraj" userId="fba6c5ed4cacd2a1" providerId="LiveId" clId="{DC4B0805-5D64-4268-90C4-92DFC5A20224}" dt="2023-03-06T08:22:54.223" v="77"/>
          <ac:graphicFrameMkLst>
            <pc:docMk/>
            <pc:sldMk cId="2784956914" sldId="295"/>
            <ac:graphicFrameMk id="4" creationId="{41CE8883-3839-1B41-5678-C0C9D1B09124}"/>
          </ac:graphicFrameMkLst>
        </pc:graphicFrameChg>
        <pc:graphicFrameChg chg="add mod">
          <ac:chgData name="Sivakumar Paulraj" userId="fba6c5ed4cacd2a1" providerId="LiveId" clId="{DC4B0805-5D64-4268-90C4-92DFC5A20224}" dt="2023-03-06T08:22:54.223" v="77"/>
          <ac:graphicFrameMkLst>
            <pc:docMk/>
            <pc:sldMk cId="2784956914" sldId="295"/>
            <ac:graphicFrameMk id="7" creationId="{991E315C-2A58-733F-6AD9-B78BDD3BFCA1}"/>
          </ac:graphicFrameMkLst>
        </pc:graphicFrameChg>
      </pc:sldChg>
      <pc:sldChg chg="addSp modSp add modAnim">
        <pc:chgData name="Sivakumar Paulraj" userId="fba6c5ed4cacd2a1" providerId="LiveId" clId="{DC4B0805-5D64-4268-90C4-92DFC5A20224}" dt="2023-03-06T08:23:14.412" v="80"/>
        <pc:sldMkLst>
          <pc:docMk/>
          <pc:sldMk cId="3722691295" sldId="296"/>
        </pc:sldMkLst>
        <pc:spChg chg="add mod">
          <ac:chgData name="Sivakumar Paulraj" userId="fba6c5ed4cacd2a1" providerId="LiveId" clId="{DC4B0805-5D64-4268-90C4-92DFC5A20224}" dt="2023-03-06T08:23:14.412" v="80"/>
          <ac:spMkLst>
            <pc:docMk/>
            <pc:sldMk cId="3722691295" sldId="296"/>
            <ac:spMk id="2" creationId="{22D60C33-4FE4-E0C3-32D6-9D7C2774C822}"/>
          </ac:spMkLst>
        </pc:spChg>
        <pc:spChg chg="add mod">
          <ac:chgData name="Sivakumar Paulraj" userId="fba6c5ed4cacd2a1" providerId="LiveId" clId="{DC4B0805-5D64-4268-90C4-92DFC5A20224}" dt="2023-03-06T08:23:14.412" v="80"/>
          <ac:spMkLst>
            <pc:docMk/>
            <pc:sldMk cId="3722691295" sldId="296"/>
            <ac:spMk id="3" creationId="{9D044AEF-B051-C9D9-0EB1-7E32D6CBD100}"/>
          </ac:spMkLst>
        </pc:spChg>
      </pc:sldChg>
      <pc:sldChg chg="addSp modSp add modAnim">
        <pc:chgData name="Sivakumar Paulraj" userId="fba6c5ed4cacd2a1" providerId="LiveId" clId="{DC4B0805-5D64-4268-90C4-92DFC5A20224}" dt="2023-03-06T08:23:19.058" v="81"/>
        <pc:sldMkLst>
          <pc:docMk/>
          <pc:sldMk cId="1175314643" sldId="297"/>
        </pc:sldMkLst>
        <pc:spChg chg="add mod">
          <ac:chgData name="Sivakumar Paulraj" userId="fba6c5ed4cacd2a1" providerId="LiveId" clId="{DC4B0805-5D64-4268-90C4-92DFC5A20224}" dt="2023-03-06T08:23:19.058" v="81"/>
          <ac:spMkLst>
            <pc:docMk/>
            <pc:sldMk cId="1175314643" sldId="297"/>
            <ac:spMk id="2" creationId="{19264BFC-3EBB-ED2A-7916-1EFA2EE2B3E6}"/>
          </ac:spMkLst>
        </pc:spChg>
        <pc:spChg chg="add mod">
          <ac:chgData name="Sivakumar Paulraj" userId="fba6c5ed4cacd2a1" providerId="LiveId" clId="{DC4B0805-5D64-4268-90C4-92DFC5A20224}" dt="2023-03-06T08:23:19.058" v="81"/>
          <ac:spMkLst>
            <pc:docMk/>
            <pc:sldMk cId="1175314643" sldId="297"/>
            <ac:spMk id="3" creationId="{204F067B-156D-3834-1D30-28D461130557}"/>
          </ac:spMkLst>
        </pc:spChg>
      </pc:sldChg>
      <pc:sldChg chg="addSp modSp add modAnim">
        <pc:chgData name="Sivakumar Paulraj" userId="fba6c5ed4cacd2a1" providerId="LiveId" clId="{DC4B0805-5D64-4268-90C4-92DFC5A20224}" dt="2023-03-06T08:23:24.251" v="82"/>
        <pc:sldMkLst>
          <pc:docMk/>
          <pc:sldMk cId="2340500492" sldId="298"/>
        </pc:sldMkLst>
        <pc:spChg chg="add mod">
          <ac:chgData name="Sivakumar Paulraj" userId="fba6c5ed4cacd2a1" providerId="LiveId" clId="{DC4B0805-5D64-4268-90C4-92DFC5A20224}" dt="2023-03-06T08:23:24.251" v="82"/>
          <ac:spMkLst>
            <pc:docMk/>
            <pc:sldMk cId="2340500492" sldId="298"/>
            <ac:spMk id="2" creationId="{BB05C744-87B7-552E-4E9C-D3358FA84724}"/>
          </ac:spMkLst>
        </pc:spChg>
        <pc:spChg chg="add mod">
          <ac:chgData name="Sivakumar Paulraj" userId="fba6c5ed4cacd2a1" providerId="LiveId" clId="{DC4B0805-5D64-4268-90C4-92DFC5A20224}" dt="2023-03-06T08:23:24.251" v="82"/>
          <ac:spMkLst>
            <pc:docMk/>
            <pc:sldMk cId="2340500492" sldId="298"/>
            <ac:spMk id="3" creationId="{DF2BEF83-85E9-8D54-58CB-475D74B01F2A}"/>
          </ac:spMkLst>
        </pc:spChg>
      </pc:sldChg>
      <pc:sldChg chg="addSp modSp add modAnim">
        <pc:chgData name="Sivakumar Paulraj" userId="fba6c5ed4cacd2a1" providerId="LiveId" clId="{DC4B0805-5D64-4268-90C4-92DFC5A20224}" dt="2023-03-06T08:23:58.641" v="86" actId="6549"/>
        <pc:sldMkLst>
          <pc:docMk/>
          <pc:sldMk cId="1815390927" sldId="299"/>
        </pc:sldMkLst>
        <pc:spChg chg="add mod">
          <ac:chgData name="Sivakumar Paulraj" userId="fba6c5ed4cacd2a1" providerId="LiveId" clId="{DC4B0805-5D64-4268-90C4-92DFC5A20224}" dt="2023-03-06T08:23:52.216" v="85"/>
          <ac:spMkLst>
            <pc:docMk/>
            <pc:sldMk cId="1815390927" sldId="299"/>
            <ac:spMk id="2" creationId="{9B961342-6C89-E508-0FA5-A9A5EAACA28B}"/>
          </ac:spMkLst>
        </pc:spChg>
        <pc:spChg chg="add mod">
          <ac:chgData name="Sivakumar Paulraj" userId="fba6c5ed4cacd2a1" providerId="LiveId" clId="{DC4B0805-5D64-4268-90C4-92DFC5A20224}" dt="2023-03-06T08:23:58.641" v="86" actId="6549"/>
          <ac:spMkLst>
            <pc:docMk/>
            <pc:sldMk cId="1815390927" sldId="299"/>
            <ac:spMk id="3" creationId="{1E1A00A7-790A-FBDD-306F-952971253E00}"/>
          </ac:spMkLst>
        </pc:spChg>
        <pc:spChg chg="add mod">
          <ac:chgData name="Sivakumar Paulraj" userId="fba6c5ed4cacd2a1" providerId="LiveId" clId="{DC4B0805-5D64-4268-90C4-92DFC5A20224}" dt="2023-03-06T08:23:52.216" v="85"/>
          <ac:spMkLst>
            <pc:docMk/>
            <pc:sldMk cId="1815390927" sldId="299"/>
            <ac:spMk id="4" creationId="{05F1086C-DB74-9160-CC4A-E112B376C0F8}"/>
          </ac:spMkLst>
        </pc:spChg>
        <pc:spChg chg="add mod">
          <ac:chgData name="Sivakumar Paulraj" userId="fba6c5ed4cacd2a1" providerId="LiveId" clId="{DC4B0805-5D64-4268-90C4-92DFC5A20224}" dt="2023-03-06T08:23:52.216" v="85"/>
          <ac:spMkLst>
            <pc:docMk/>
            <pc:sldMk cId="1815390927" sldId="299"/>
            <ac:spMk id="6" creationId="{D7681639-9892-3E93-3302-7BCF2BAC77E2}"/>
          </ac:spMkLst>
        </pc:spChg>
        <pc:spChg chg="add mod">
          <ac:chgData name="Sivakumar Paulraj" userId="fba6c5ed4cacd2a1" providerId="LiveId" clId="{DC4B0805-5D64-4268-90C4-92DFC5A20224}" dt="2023-03-06T08:23:52.216" v="85"/>
          <ac:spMkLst>
            <pc:docMk/>
            <pc:sldMk cId="1815390927" sldId="299"/>
            <ac:spMk id="7" creationId="{38DA5C67-0E0A-0612-0477-A2E1A2F4568F}"/>
          </ac:spMkLst>
        </pc:spChg>
        <pc:spChg chg="add mod">
          <ac:chgData name="Sivakumar Paulraj" userId="fba6c5ed4cacd2a1" providerId="LiveId" clId="{DC4B0805-5D64-4268-90C4-92DFC5A20224}" dt="2023-03-06T08:23:52.216" v="85"/>
          <ac:spMkLst>
            <pc:docMk/>
            <pc:sldMk cId="1815390927" sldId="299"/>
            <ac:spMk id="8" creationId="{74BE62D0-2D28-B24E-28DB-38C9225C5946}"/>
          </ac:spMkLst>
        </pc:spChg>
        <pc:spChg chg="add mod">
          <ac:chgData name="Sivakumar Paulraj" userId="fba6c5ed4cacd2a1" providerId="LiveId" clId="{DC4B0805-5D64-4268-90C4-92DFC5A20224}" dt="2023-03-06T08:23:52.216" v="85"/>
          <ac:spMkLst>
            <pc:docMk/>
            <pc:sldMk cId="1815390927" sldId="299"/>
            <ac:spMk id="9" creationId="{2F195329-5BC5-4916-1F6E-249D2081BB2B}"/>
          </ac:spMkLst>
        </pc:spChg>
        <pc:cxnChg chg="add mod">
          <ac:chgData name="Sivakumar Paulraj" userId="fba6c5ed4cacd2a1" providerId="LiveId" clId="{DC4B0805-5D64-4268-90C4-92DFC5A20224}" dt="2023-03-06T08:23:52.216" v="85"/>
          <ac:cxnSpMkLst>
            <pc:docMk/>
            <pc:sldMk cId="1815390927" sldId="299"/>
            <ac:cxnSpMk id="5" creationId="{449B8EEE-FB95-EEA6-849B-21F82792A802}"/>
          </ac:cxnSpMkLst>
        </pc:cxnChg>
        <pc:cxnChg chg="add mod">
          <ac:chgData name="Sivakumar Paulraj" userId="fba6c5ed4cacd2a1" providerId="LiveId" clId="{DC4B0805-5D64-4268-90C4-92DFC5A20224}" dt="2023-03-06T08:23:52.216" v="85"/>
          <ac:cxnSpMkLst>
            <pc:docMk/>
            <pc:sldMk cId="1815390927" sldId="299"/>
            <ac:cxnSpMk id="10" creationId="{61D2AF88-7AB9-BA47-39EF-46EDA1CF4A6E}"/>
          </ac:cxnSpMkLst>
        </pc:cxnChg>
        <pc:cxnChg chg="add mod">
          <ac:chgData name="Sivakumar Paulraj" userId="fba6c5ed4cacd2a1" providerId="LiveId" clId="{DC4B0805-5D64-4268-90C4-92DFC5A20224}" dt="2023-03-06T08:23:52.216" v="85"/>
          <ac:cxnSpMkLst>
            <pc:docMk/>
            <pc:sldMk cId="1815390927" sldId="299"/>
            <ac:cxnSpMk id="11" creationId="{0538D157-3054-62BD-0F99-4FACE3457DA3}"/>
          </ac:cxnSpMkLst>
        </pc:cxnChg>
        <pc:cxnChg chg="add mod">
          <ac:chgData name="Sivakumar Paulraj" userId="fba6c5ed4cacd2a1" providerId="LiveId" clId="{DC4B0805-5D64-4268-90C4-92DFC5A20224}" dt="2023-03-06T08:23:52.216" v="85"/>
          <ac:cxnSpMkLst>
            <pc:docMk/>
            <pc:sldMk cId="1815390927" sldId="299"/>
            <ac:cxnSpMk id="12" creationId="{5D8709DD-6E87-F941-CE44-83FEA3308B3F}"/>
          </ac:cxnSpMkLst>
        </pc:cxnChg>
        <pc:cxnChg chg="add mod">
          <ac:chgData name="Sivakumar Paulraj" userId="fba6c5ed4cacd2a1" providerId="LiveId" clId="{DC4B0805-5D64-4268-90C4-92DFC5A20224}" dt="2023-03-06T08:23:52.216" v="85"/>
          <ac:cxnSpMkLst>
            <pc:docMk/>
            <pc:sldMk cId="1815390927" sldId="299"/>
            <ac:cxnSpMk id="13" creationId="{6EA3DEF6-F3DA-0F44-11BA-97FE5FB46D0B}"/>
          </ac:cxnSpMkLst>
        </pc:cxnChg>
        <pc:cxnChg chg="add mod">
          <ac:chgData name="Sivakumar Paulraj" userId="fba6c5ed4cacd2a1" providerId="LiveId" clId="{DC4B0805-5D64-4268-90C4-92DFC5A20224}" dt="2023-03-06T08:23:52.216" v="85"/>
          <ac:cxnSpMkLst>
            <pc:docMk/>
            <pc:sldMk cId="1815390927" sldId="299"/>
            <ac:cxnSpMk id="14" creationId="{C752A787-666C-E690-313B-E2F33E5FB761}"/>
          </ac:cxnSpMkLst>
        </pc:cxnChg>
      </pc:sldChg>
      <pc:sldChg chg="addSp modSp add modAnim">
        <pc:chgData name="Sivakumar Paulraj" userId="fba6c5ed4cacd2a1" providerId="LiveId" clId="{DC4B0805-5D64-4268-90C4-92DFC5A20224}" dt="2023-03-06T08:24:08.667" v="87"/>
        <pc:sldMkLst>
          <pc:docMk/>
          <pc:sldMk cId="4138938246" sldId="300"/>
        </pc:sldMkLst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2" creationId="{3453256D-140D-C5B7-046B-F6DFC7CFC8FF}"/>
          </ac:spMkLst>
        </pc:spChg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3" creationId="{A01A0709-714D-A76D-0059-91113CAD6BFE}"/>
          </ac:spMkLst>
        </pc:spChg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4" creationId="{56DB1D0D-639F-C1B9-372A-6584AE918B5F}"/>
          </ac:spMkLst>
        </pc:spChg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6" creationId="{3952ABDD-3D34-409A-F472-FD807E4786BF}"/>
          </ac:spMkLst>
        </pc:spChg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7" creationId="{53DE5C38-D6C1-D722-6389-1E393E80512F}"/>
          </ac:spMkLst>
        </pc:spChg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8" creationId="{5E0ABFAF-F004-7D3B-676A-96C69D451FA1}"/>
          </ac:spMkLst>
        </pc:spChg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9" creationId="{65249987-F266-76EB-3EB2-B0F400661E30}"/>
          </ac:spMkLst>
        </pc:spChg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15" creationId="{EC3B27BF-0551-3CBB-990B-EA1553BBFE8C}"/>
          </ac:spMkLst>
        </pc:spChg>
        <pc:spChg chg="add mod">
          <ac:chgData name="Sivakumar Paulraj" userId="fba6c5ed4cacd2a1" providerId="LiveId" clId="{DC4B0805-5D64-4268-90C4-92DFC5A20224}" dt="2023-03-06T08:24:08.667" v="87"/>
          <ac:spMkLst>
            <pc:docMk/>
            <pc:sldMk cId="4138938246" sldId="300"/>
            <ac:spMk id="17" creationId="{52A73CCA-B0BD-2CD2-5D25-812168CEDE00}"/>
          </ac:spMkLst>
        </pc:spChg>
        <pc:cxnChg chg="add mod">
          <ac:chgData name="Sivakumar Paulraj" userId="fba6c5ed4cacd2a1" providerId="LiveId" clId="{DC4B0805-5D64-4268-90C4-92DFC5A20224}" dt="2023-03-06T08:24:08.667" v="87"/>
          <ac:cxnSpMkLst>
            <pc:docMk/>
            <pc:sldMk cId="4138938246" sldId="300"/>
            <ac:cxnSpMk id="5" creationId="{1127377A-F2DD-1FE1-4B66-251AB41874DB}"/>
          </ac:cxnSpMkLst>
        </pc:cxnChg>
        <pc:cxnChg chg="add mod">
          <ac:chgData name="Sivakumar Paulraj" userId="fba6c5ed4cacd2a1" providerId="LiveId" clId="{DC4B0805-5D64-4268-90C4-92DFC5A20224}" dt="2023-03-06T08:24:08.667" v="87"/>
          <ac:cxnSpMkLst>
            <pc:docMk/>
            <pc:sldMk cId="4138938246" sldId="300"/>
            <ac:cxnSpMk id="10" creationId="{D7163F83-B423-7BAB-359C-557DB2697A55}"/>
          </ac:cxnSpMkLst>
        </pc:cxnChg>
        <pc:cxnChg chg="add mod">
          <ac:chgData name="Sivakumar Paulraj" userId="fba6c5ed4cacd2a1" providerId="LiveId" clId="{DC4B0805-5D64-4268-90C4-92DFC5A20224}" dt="2023-03-06T08:24:08.667" v="87"/>
          <ac:cxnSpMkLst>
            <pc:docMk/>
            <pc:sldMk cId="4138938246" sldId="300"/>
            <ac:cxnSpMk id="11" creationId="{C3D5C8E7-7403-758D-82A7-E03BEC2412C5}"/>
          </ac:cxnSpMkLst>
        </pc:cxnChg>
        <pc:cxnChg chg="add mod">
          <ac:chgData name="Sivakumar Paulraj" userId="fba6c5ed4cacd2a1" providerId="LiveId" clId="{DC4B0805-5D64-4268-90C4-92DFC5A20224}" dt="2023-03-06T08:24:08.667" v="87"/>
          <ac:cxnSpMkLst>
            <pc:docMk/>
            <pc:sldMk cId="4138938246" sldId="300"/>
            <ac:cxnSpMk id="12" creationId="{6889995D-934E-217A-6714-8AEE31D443D1}"/>
          </ac:cxnSpMkLst>
        </pc:cxnChg>
        <pc:cxnChg chg="add mod">
          <ac:chgData name="Sivakumar Paulraj" userId="fba6c5ed4cacd2a1" providerId="LiveId" clId="{DC4B0805-5D64-4268-90C4-92DFC5A20224}" dt="2023-03-06T08:24:08.667" v="87"/>
          <ac:cxnSpMkLst>
            <pc:docMk/>
            <pc:sldMk cId="4138938246" sldId="300"/>
            <ac:cxnSpMk id="13" creationId="{5D000649-859E-20D2-4018-BECCAD868178}"/>
          </ac:cxnSpMkLst>
        </pc:cxnChg>
        <pc:cxnChg chg="add mod">
          <ac:chgData name="Sivakumar Paulraj" userId="fba6c5ed4cacd2a1" providerId="LiveId" clId="{DC4B0805-5D64-4268-90C4-92DFC5A20224}" dt="2023-03-06T08:24:08.667" v="87"/>
          <ac:cxnSpMkLst>
            <pc:docMk/>
            <pc:sldMk cId="4138938246" sldId="300"/>
            <ac:cxnSpMk id="14" creationId="{0BE7C411-4ACE-4F3B-202E-8A1608621022}"/>
          </ac:cxnSpMkLst>
        </pc:cxnChg>
        <pc:cxnChg chg="add mod">
          <ac:chgData name="Sivakumar Paulraj" userId="fba6c5ed4cacd2a1" providerId="LiveId" clId="{DC4B0805-5D64-4268-90C4-92DFC5A20224}" dt="2023-03-06T08:24:08.667" v="87"/>
          <ac:cxnSpMkLst>
            <pc:docMk/>
            <pc:sldMk cId="4138938246" sldId="300"/>
            <ac:cxnSpMk id="16" creationId="{1CCF37E5-D2B2-EF6A-9FBC-4DE70FDD3D2A}"/>
          </ac:cxnSpMkLst>
        </pc:cxnChg>
      </pc:sldChg>
      <pc:sldChg chg="addSp modSp add modAnim">
        <pc:chgData name="Sivakumar Paulraj" userId="fba6c5ed4cacd2a1" providerId="LiveId" clId="{DC4B0805-5D64-4268-90C4-92DFC5A20224}" dt="2023-03-06T08:24:22.229" v="88"/>
        <pc:sldMkLst>
          <pc:docMk/>
          <pc:sldMk cId="1614248639" sldId="301"/>
        </pc:sldMkLst>
        <pc:spChg chg="add mod">
          <ac:chgData name="Sivakumar Paulraj" userId="fba6c5ed4cacd2a1" providerId="LiveId" clId="{DC4B0805-5D64-4268-90C4-92DFC5A20224}" dt="2023-03-06T08:24:22.229" v="88"/>
          <ac:spMkLst>
            <pc:docMk/>
            <pc:sldMk cId="1614248639" sldId="301"/>
            <ac:spMk id="2" creationId="{28761854-3D74-D204-9B8B-8110B6C1DCD6}"/>
          </ac:spMkLst>
        </pc:spChg>
        <pc:spChg chg="add mod">
          <ac:chgData name="Sivakumar Paulraj" userId="fba6c5ed4cacd2a1" providerId="LiveId" clId="{DC4B0805-5D64-4268-90C4-92DFC5A20224}" dt="2023-03-06T08:24:22.229" v="88"/>
          <ac:spMkLst>
            <pc:docMk/>
            <pc:sldMk cId="1614248639" sldId="301"/>
            <ac:spMk id="3" creationId="{5BAEECF3-D55F-4DCC-ECE9-6697C134C0B8}"/>
          </ac:spMkLst>
        </pc:spChg>
        <pc:spChg chg="add mod">
          <ac:chgData name="Sivakumar Paulraj" userId="fba6c5ed4cacd2a1" providerId="LiveId" clId="{DC4B0805-5D64-4268-90C4-92DFC5A20224}" dt="2023-03-06T08:24:22.229" v="88"/>
          <ac:spMkLst>
            <pc:docMk/>
            <pc:sldMk cId="1614248639" sldId="301"/>
            <ac:spMk id="4" creationId="{D165E931-8669-C45C-9F48-A44F97C18341}"/>
          </ac:spMkLst>
        </pc:spChg>
        <pc:spChg chg="add mod">
          <ac:chgData name="Sivakumar Paulraj" userId="fba6c5ed4cacd2a1" providerId="LiveId" clId="{DC4B0805-5D64-4268-90C4-92DFC5A20224}" dt="2023-03-06T08:24:22.229" v="88"/>
          <ac:spMkLst>
            <pc:docMk/>
            <pc:sldMk cId="1614248639" sldId="301"/>
            <ac:spMk id="6" creationId="{84905C1B-FF68-BF14-5012-9B9722C14F71}"/>
          </ac:spMkLst>
        </pc:spChg>
        <pc:spChg chg="add mod">
          <ac:chgData name="Sivakumar Paulraj" userId="fba6c5ed4cacd2a1" providerId="LiveId" clId="{DC4B0805-5D64-4268-90C4-92DFC5A20224}" dt="2023-03-06T08:24:22.229" v="88"/>
          <ac:spMkLst>
            <pc:docMk/>
            <pc:sldMk cId="1614248639" sldId="301"/>
            <ac:spMk id="7" creationId="{2D605851-846E-8B42-FDAA-0327ED3B1D45}"/>
          </ac:spMkLst>
        </pc:spChg>
        <pc:spChg chg="add mod">
          <ac:chgData name="Sivakumar Paulraj" userId="fba6c5ed4cacd2a1" providerId="LiveId" clId="{DC4B0805-5D64-4268-90C4-92DFC5A20224}" dt="2023-03-06T08:24:22.229" v="88"/>
          <ac:spMkLst>
            <pc:docMk/>
            <pc:sldMk cId="1614248639" sldId="301"/>
            <ac:spMk id="8" creationId="{D47136D8-4BFA-0F21-5FC6-0B872C57B129}"/>
          </ac:spMkLst>
        </pc:spChg>
        <pc:spChg chg="add mod">
          <ac:chgData name="Sivakumar Paulraj" userId="fba6c5ed4cacd2a1" providerId="LiveId" clId="{DC4B0805-5D64-4268-90C4-92DFC5A20224}" dt="2023-03-06T08:24:22.229" v="88"/>
          <ac:spMkLst>
            <pc:docMk/>
            <pc:sldMk cId="1614248639" sldId="301"/>
            <ac:spMk id="13" creationId="{27CF83C5-6C9F-5819-60E7-935A9C9E946B}"/>
          </ac:spMkLst>
        </pc:spChg>
        <pc:cxnChg chg="add mod">
          <ac:chgData name="Sivakumar Paulraj" userId="fba6c5ed4cacd2a1" providerId="LiveId" clId="{DC4B0805-5D64-4268-90C4-92DFC5A20224}" dt="2023-03-06T08:24:22.229" v="88"/>
          <ac:cxnSpMkLst>
            <pc:docMk/>
            <pc:sldMk cId="1614248639" sldId="301"/>
            <ac:cxnSpMk id="5" creationId="{03C7F709-1332-D04D-2967-2684D163C47A}"/>
          </ac:cxnSpMkLst>
        </pc:cxnChg>
        <pc:cxnChg chg="add mod">
          <ac:chgData name="Sivakumar Paulraj" userId="fba6c5ed4cacd2a1" providerId="LiveId" clId="{DC4B0805-5D64-4268-90C4-92DFC5A20224}" dt="2023-03-06T08:24:22.229" v="88"/>
          <ac:cxnSpMkLst>
            <pc:docMk/>
            <pc:sldMk cId="1614248639" sldId="301"/>
            <ac:cxnSpMk id="9" creationId="{327ACDAA-C0C7-2F10-21D7-800458E1EDE5}"/>
          </ac:cxnSpMkLst>
        </pc:cxnChg>
        <pc:cxnChg chg="add mod">
          <ac:chgData name="Sivakumar Paulraj" userId="fba6c5ed4cacd2a1" providerId="LiveId" clId="{DC4B0805-5D64-4268-90C4-92DFC5A20224}" dt="2023-03-06T08:24:22.229" v="88"/>
          <ac:cxnSpMkLst>
            <pc:docMk/>
            <pc:sldMk cId="1614248639" sldId="301"/>
            <ac:cxnSpMk id="10" creationId="{65295386-550F-EC77-E67A-5AD6D9C690EB}"/>
          </ac:cxnSpMkLst>
        </pc:cxnChg>
        <pc:cxnChg chg="add mod">
          <ac:chgData name="Sivakumar Paulraj" userId="fba6c5ed4cacd2a1" providerId="LiveId" clId="{DC4B0805-5D64-4268-90C4-92DFC5A20224}" dt="2023-03-06T08:24:22.229" v="88"/>
          <ac:cxnSpMkLst>
            <pc:docMk/>
            <pc:sldMk cId="1614248639" sldId="301"/>
            <ac:cxnSpMk id="11" creationId="{24CAF0FC-B33B-3494-50D5-FF0A470B55E3}"/>
          </ac:cxnSpMkLst>
        </pc:cxnChg>
        <pc:cxnChg chg="add mod">
          <ac:chgData name="Sivakumar Paulraj" userId="fba6c5ed4cacd2a1" providerId="LiveId" clId="{DC4B0805-5D64-4268-90C4-92DFC5A20224}" dt="2023-03-06T08:24:22.229" v="88"/>
          <ac:cxnSpMkLst>
            <pc:docMk/>
            <pc:sldMk cId="1614248639" sldId="301"/>
            <ac:cxnSpMk id="12" creationId="{06D95849-41F6-7FE4-2BAB-F140701E5374}"/>
          </ac:cxnSpMkLst>
        </pc:cxnChg>
        <pc:cxnChg chg="add mod">
          <ac:chgData name="Sivakumar Paulraj" userId="fba6c5ed4cacd2a1" providerId="LiveId" clId="{DC4B0805-5D64-4268-90C4-92DFC5A20224}" dt="2023-03-06T08:24:22.229" v="88"/>
          <ac:cxnSpMkLst>
            <pc:docMk/>
            <pc:sldMk cId="1614248639" sldId="301"/>
            <ac:cxnSpMk id="14" creationId="{3CB6A7AE-150D-CD46-9360-8589843E6638}"/>
          </ac:cxnSpMkLst>
        </pc:cxnChg>
      </pc:sldChg>
      <pc:sldChg chg="addSp modSp add mod modAnim">
        <pc:chgData name="Sivakumar Paulraj" userId="fba6c5ed4cacd2a1" providerId="LiveId" clId="{DC4B0805-5D64-4268-90C4-92DFC5A20224}" dt="2023-03-06T08:24:36.655" v="90" actId="1076"/>
        <pc:sldMkLst>
          <pc:docMk/>
          <pc:sldMk cId="3320144709" sldId="302"/>
        </pc:sldMkLst>
        <pc:spChg chg="add mod">
          <ac:chgData name="Sivakumar Paulraj" userId="fba6c5ed4cacd2a1" providerId="LiveId" clId="{DC4B0805-5D64-4268-90C4-92DFC5A20224}" dt="2023-03-06T08:24:27.861" v="89"/>
          <ac:spMkLst>
            <pc:docMk/>
            <pc:sldMk cId="3320144709" sldId="302"/>
            <ac:spMk id="2" creationId="{90AACA44-64BE-20D0-7341-4E38304DF232}"/>
          </ac:spMkLst>
        </pc:spChg>
        <pc:spChg chg="add mod">
          <ac:chgData name="Sivakumar Paulraj" userId="fba6c5ed4cacd2a1" providerId="LiveId" clId="{DC4B0805-5D64-4268-90C4-92DFC5A20224}" dt="2023-03-06T08:24:27.861" v="89"/>
          <ac:spMkLst>
            <pc:docMk/>
            <pc:sldMk cId="3320144709" sldId="302"/>
            <ac:spMk id="3" creationId="{8D4BAE60-B611-3BF4-B555-D8A29F998BB4}"/>
          </ac:spMkLst>
        </pc:spChg>
        <pc:spChg chg="add mod">
          <ac:chgData name="Sivakumar Paulraj" userId="fba6c5ed4cacd2a1" providerId="LiveId" clId="{DC4B0805-5D64-4268-90C4-92DFC5A20224}" dt="2023-03-06T08:24:36.655" v="90" actId="1076"/>
          <ac:spMkLst>
            <pc:docMk/>
            <pc:sldMk cId="3320144709" sldId="302"/>
            <ac:spMk id="4" creationId="{CE102124-1F4C-3260-DD1E-E8EBB447E012}"/>
          </ac:spMkLst>
        </pc:spChg>
        <pc:spChg chg="add mod">
          <ac:chgData name="Sivakumar Paulraj" userId="fba6c5ed4cacd2a1" providerId="LiveId" clId="{DC4B0805-5D64-4268-90C4-92DFC5A20224}" dt="2023-03-06T08:24:36.655" v="90" actId="1076"/>
          <ac:spMkLst>
            <pc:docMk/>
            <pc:sldMk cId="3320144709" sldId="302"/>
            <ac:spMk id="5" creationId="{279E0B18-1759-443D-19F1-9AAFFF49E49C}"/>
          </ac:spMkLst>
        </pc:spChg>
        <pc:spChg chg="add mod">
          <ac:chgData name="Sivakumar Paulraj" userId="fba6c5ed4cacd2a1" providerId="LiveId" clId="{DC4B0805-5D64-4268-90C4-92DFC5A20224}" dt="2023-03-06T08:24:36.655" v="90" actId="1076"/>
          <ac:spMkLst>
            <pc:docMk/>
            <pc:sldMk cId="3320144709" sldId="302"/>
            <ac:spMk id="6" creationId="{DE0AEB57-4B8B-F719-B994-175F29A9208F}"/>
          </ac:spMkLst>
        </pc:sp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7" creationId="{E55E9312-CFEC-3F1A-7419-9C87482FB9D8}"/>
          </ac:cxnSpMkLst>
        </pc:cxn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8" creationId="{26C5A8A0-F9B0-31EA-FAB9-D7A148C2FFF9}"/>
          </ac:cxnSpMkLst>
        </pc:cxn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9" creationId="{247CDA83-B93F-DF2F-527D-5A99190A1877}"/>
          </ac:cxnSpMkLst>
        </pc:cxn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10" creationId="{AEAC7BC7-049D-CAF8-455E-A65730685C5D}"/>
          </ac:cxnSpMkLst>
        </pc:cxn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11" creationId="{DB595030-F0D3-E623-6E41-106F678C3493}"/>
          </ac:cxnSpMkLst>
        </pc:cxn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12" creationId="{9DD4489A-C24E-412B-B220-9EC235B1A6FB}"/>
          </ac:cxnSpMkLst>
        </pc:cxn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13" creationId="{9EE0F6C2-8D2C-3E12-3DEA-78EE1740D011}"/>
          </ac:cxnSpMkLst>
        </pc:cxn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14" creationId="{53CC7565-2296-FAA6-E626-C46FA7C9562F}"/>
          </ac:cxnSpMkLst>
        </pc:cxnChg>
        <pc:cxnChg chg="add mod">
          <ac:chgData name="Sivakumar Paulraj" userId="fba6c5ed4cacd2a1" providerId="LiveId" clId="{DC4B0805-5D64-4268-90C4-92DFC5A20224}" dt="2023-03-06T08:24:36.655" v="90" actId="1076"/>
          <ac:cxnSpMkLst>
            <pc:docMk/>
            <pc:sldMk cId="3320144709" sldId="302"/>
            <ac:cxnSpMk id="15" creationId="{06AE5632-76E0-7534-EF3F-9C2CB947AB9E}"/>
          </ac:cxnSpMkLst>
        </pc:cxnChg>
      </pc:sldChg>
      <pc:sldChg chg="addSp modSp add modAnim">
        <pc:chgData name="Sivakumar Paulraj" userId="fba6c5ed4cacd2a1" providerId="LiveId" clId="{DC4B0805-5D64-4268-90C4-92DFC5A20224}" dt="2023-03-06T08:24:44.226" v="91"/>
        <pc:sldMkLst>
          <pc:docMk/>
          <pc:sldMk cId="1732683960" sldId="303"/>
        </pc:sldMkLst>
        <pc:spChg chg="add mod">
          <ac:chgData name="Sivakumar Paulraj" userId="fba6c5ed4cacd2a1" providerId="LiveId" clId="{DC4B0805-5D64-4268-90C4-92DFC5A20224}" dt="2023-03-06T08:24:44.226" v="91"/>
          <ac:spMkLst>
            <pc:docMk/>
            <pc:sldMk cId="1732683960" sldId="303"/>
            <ac:spMk id="2" creationId="{9B9CEBCA-F3D5-936A-6D54-114019BEDB53}"/>
          </ac:spMkLst>
        </pc:spChg>
        <pc:spChg chg="add mod">
          <ac:chgData name="Sivakumar Paulraj" userId="fba6c5ed4cacd2a1" providerId="LiveId" clId="{DC4B0805-5D64-4268-90C4-92DFC5A20224}" dt="2023-03-06T08:24:44.226" v="91"/>
          <ac:spMkLst>
            <pc:docMk/>
            <pc:sldMk cId="1732683960" sldId="303"/>
            <ac:spMk id="3" creationId="{3A5815B8-ABEC-D778-BD84-6D0E9E362892}"/>
          </ac:spMkLst>
        </pc:spChg>
        <pc:spChg chg="add mod">
          <ac:chgData name="Sivakumar Paulraj" userId="fba6c5ed4cacd2a1" providerId="LiveId" clId="{DC4B0805-5D64-4268-90C4-92DFC5A20224}" dt="2023-03-06T08:24:44.226" v="91"/>
          <ac:spMkLst>
            <pc:docMk/>
            <pc:sldMk cId="1732683960" sldId="303"/>
            <ac:spMk id="4" creationId="{14653BA8-9E81-7B8E-E670-C1A2879F026F}"/>
          </ac:spMkLst>
        </pc:spChg>
        <pc:spChg chg="add mod">
          <ac:chgData name="Sivakumar Paulraj" userId="fba6c5ed4cacd2a1" providerId="LiveId" clId="{DC4B0805-5D64-4268-90C4-92DFC5A20224}" dt="2023-03-06T08:24:44.226" v="91"/>
          <ac:spMkLst>
            <pc:docMk/>
            <pc:sldMk cId="1732683960" sldId="303"/>
            <ac:spMk id="6" creationId="{DDA29DD0-ACC0-B200-F7A2-76C6EF9A4431}"/>
          </ac:spMkLst>
        </pc:spChg>
        <pc:spChg chg="add mod">
          <ac:chgData name="Sivakumar Paulraj" userId="fba6c5ed4cacd2a1" providerId="LiveId" clId="{DC4B0805-5D64-4268-90C4-92DFC5A20224}" dt="2023-03-06T08:24:44.226" v="91"/>
          <ac:spMkLst>
            <pc:docMk/>
            <pc:sldMk cId="1732683960" sldId="303"/>
            <ac:spMk id="7" creationId="{ECF4EDB8-DCB7-CDB2-4EC8-CC89825D20E8}"/>
          </ac:spMkLst>
        </pc:spChg>
        <pc:spChg chg="add mod">
          <ac:chgData name="Sivakumar Paulraj" userId="fba6c5ed4cacd2a1" providerId="LiveId" clId="{DC4B0805-5D64-4268-90C4-92DFC5A20224}" dt="2023-03-06T08:24:44.226" v="91"/>
          <ac:spMkLst>
            <pc:docMk/>
            <pc:sldMk cId="1732683960" sldId="303"/>
            <ac:spMk id="8" creationId="{FE7223BF-3247-DA5A-CCF0-C93588F3A464}"/>
          </ac:spMkLst>
        </pc:spChg>
        <pc:spChg chg="add mod">
          <ac:chgData name="Sivakumar Paulraj" userId="fba6c5ed4cacd2a1" providerId="LiveId" clId="{DC4B0805-5D64-4268-90C4-92DFC5A20224}" dt="2023-03-06T08:24:44.226" v="91"/>
          <ac:spMkLst>
            <pc:docMk/>
            <pc:sldMk cId="1732683960" sldId="303"/>
            <ac:spMk id="9" creationId="{3859D122-1F91-1B3D-9F87-C76BA396A43B}"/>
          </ac:spMkLst>
        </pc:spChg>
        <pc:cxnChg chg="add mod">
          <ac:chgData name="Sivakumar Paulraj" userId="fba6c5ed4cacd2a1" providerId="LiveId" clId="{DC4B0805-5D64-4268-90C4-92DFC5A20224}" dt="2023-03-06T08:24:44.226" v="91"/>
          <ac:cxnSpMkLst>
            <pc:docMk/>
            <pc:sldMk cId="1732683960" sldId="303"/>
            <ac:cxnSpMk id="5" creationId="{8235C516-84C5-FFFF-C97B-E6DA1A3AC6D5}"/>
          </ac:cxnSpMkLst>
        </pc:cxnChg>
        <pc:cxnChg chg="add mod">
          <ac:chgData name="Sivakumar Paulraj" userId="fba6c5ed4cacd2a1" providerId="LiveId" clId="{DC4B0805-5D64-4268-90C4-92DFC5A20224}" dt="2023-03-06T08:24:44.226" v="91"/>
          <ac:cxnSpMkLst>
            <pc:docMk/>
            <pc:sldMk cId="1732683960" sldId="303"/>
            <ac:cxnSpMk id="10" creationId="{601B5F43-E2B9-76E9-5117-6B7CB84B6520}"/>
          </ac:cxnSpMkLst>
        </pc:cxnChg>
        <pc:cxnChg chg="add mod">
          <ac:chgData name="Sivakumar Paulraj" userId="fba6c5ed4cacd2a1" providerId="LiveId" clId="{DC4B0805-5D64-4268-90C4-92DFC5A20224}" dt="2023-03-06T08:24:44.226" v="91"/>
          <ac:cxnSpMkLst>
            <pc:docMk/>
            <pc:sldMk cId="1732683960" sldId="303"/>
            <ac:cxnSpMk id="11" creationId="{7A34B1C5-D037-8B2D-BC29-0A7EC5C50BE5}"/>
          </ac:cxnSpMkLst>
        </pc:cxnChg>
        <pc:cxnChg chg="add mod">
          <ac:chgData name="Sivakumar Paulraj" userId="fba6c5ed4cacd2a1" providerId="LiveId" clId="{DC4B0805-5D64-4268-90C4-92DFC5A20224}" dt="2023-03-06T08:24:44.226" v="91"/>
          <ac:cxnSpMkLst>
            <pc:docMk/>
            <pc:sldMk cId="1732683960" sldId="303"/>
            <ac:cxnSpMk id="12" creationId="{7DA3313F-3870-1D03-2832-8114A1AA6F0D}"/>
          </ac:cxnSpMkLst>
        </pc:cxnChg>
        <pc:cxnChg chg="add mod">
          <ac:chgData name="Sivakumar Paulraj" userId="fba6c5ed4cacd2a1" providerId="LiveId" clId="{DC4B0805-5D64-4268-90C4-92DFC5A20224}" dt="2023-03-06T08:24:44.226" v="91"/>
          <ac:cxnSpMkLst>
            <pc:docMk/>
            <pc:sldMk cId="1732683960" sldId="303"/>
            <ac:cxnSpMk id="13" creationId="{19693993-B2D5-1358-17FB-63DD0F668D04}"/>
          </ac:cxnSpMkLst>
        </pc:cxnChg>
        <pc:cxnChg chg="add mod">
          <ac:chgData name="Sivakumar Paulraj" userId="fba6c5ed4cacd2a1" providerId="LiveId" clId="{DC4B0805-5D64-4268-90C4-92DFC5A20224}" dt="2023-03-06T08:24:44.226" v="91"/>
          <ac:cxnSpMkLst>
            <pc:docMk/>
            <pc:sldMk cId="1732683960" sldId="303"/>
            <ac:cxnSpMk id="14" creationId="{D23D54EB-CFA5-7C28-C946-3BAA3BDFA5F9}"/>
          </ac:cxnSpMkLst>
        </pc:cxnChg>
      </pc:sldChg>
      <pc:sldChg chg="addSp modSp add mod modAnim">
        <pc:chgData name="Sivakumar Paulraj" userId="fba6c5ed4cacd2a1" providerId="LiveId" clId="{DC4B0805-5D64-4268-90C4-92DFC5A20224}" dt="2023-03-06T08:24:52.426" v="93" actId="20577"/>
        <pc:sldMkLst>
          <pc:docMk/>
          <pc:sldMk cId="3810560926" sldId="304"/>
        </pc:sldMkLst>
        <pc:spChg chg="add mod">
          <ac:chgData name="Sivakumar Paulraj" userId="fba6c5ed4cacd2a1" providerId="LiveId" clId="{DC4B0805-5D64-4268-90C4-92DFC5A20224}" dt="2023-03-06T08:24:52.426" v="93" actId="20577"/>
          <ac:spMkLst>
            <pc:docMk/>
            <pc:sldMk cId="3810560926" sldId="304"/>
            <ac:spMk id="2" creationId="{39A60685-0E81-54F8-EE41-4766D27433FD}"/>
          </ac:spMkLst>
        </pc:spChg>
        <pc:spChg chg="add mod">
          <ac:chgData name="Sivakumar Paulraj" userId="fba6c5ed4cacd2a1" providerId="LiveId" clId="{DC4B0805-5D64-4268-90C4-92DFC5A20224}" dt="2023-03-06T08:24:50.221" v="92"/>
          <ac:spMkLst>
            <pc:docMk/>
            <pc:sldMk cId="3810560926" sldId="304"/>
            <ac:spMk id="3" creationId="{6392A0F2-254F-38FF-74B8-2B200D5C9C5B}"/>
          </ac:spMkLst>
        </pc:spChg>
        <pc:spChg chg="add mod">
          <ac:chgData name="Sivakumar Paulraj" userId="fba6c5ed4cacd2a1" providerId="LiveId" clId="{DC4B0805-5D64-4268-90C4-92DFC5A20224}" dt="2023-03-06T08:24:50.221" v="92"/>
          <ac:spMkLst>
            <pc:docMk/>
            <pc:sldMk cId="3810560926" sldId="304"/>
            <ac:spMk id="5" creationId="{E801B108-5B36-7026-7D2B-504DA562D85A}"/>
          </ac:spMkLst>
        </pc:spChg>
        <pc:spChg chg="add mod">
          <ac:chgData name="Sivakumar Paulraj" userId="fba6c5ed4cacd2a1" providerId="LiveId" clId="{DC4B0805-5D64-4268-90C4-92DFC5A20224}" dt="2023-03-06T08:24:50.221" v="92"/>
          <ac:spMkLst>
            <pc:docMk/>
            <pc:sldMk cId="3810560926" sldId="304"/>
            <ac:spMk id="6" creationId="{3F7C2908-7D28-BB8A-5F5A-DE6FD01C878C}"/>
          </ac:spMkLst>
        </pc:spChg>
        <pc:spChg chg="add mod">
          <ac:chgData name="Sivakumar Paulraj" userId="fba6c5ed4cacd2a1" providerId="LiveId" clId="{DC4B0805-5D64-4268-90C4-92DFC5A20224}" dt="2023-03-06T08:24:50.221" v="92"/>
          <ac:spMkLst>
            <pc:docMk/>
            <pc:sldMk cId="3810560926" sldId="304"/>
            <ac:spMk id="7" creationId="{05A65E28-C3C5-0D04-E8B3-FAB995A5FD77}"/>
          </ac:spMkLst>
        </pc:spChg>
        <pc:cxnChg chg="add mod">
          <ac:chgData name="Sivakumar Paulraj" userId="fba6c5ed4cacd2a1" providerId="LiveId" clId="{DC4B0805-5D64-4268-90C4-92DFC5A20224}" dt="2023-03-06T08:24:50.221" v="92"/>
          <ac:cxnSpMkLst>
            <pc:docMk/>
            <pc:sldMk cId="3810560926" sldId="304"/>
            <ac:cxnSpMk id="4" creationId="{E4904EF7-646E-E179-1C59-FBC586D8805B}"/>
          </ac:cxnSpMkLst>
        </pc:cxnChg>
        <pc:cxnChg chg="add mod">
          <ac:chgData name="Sivakumar Paulraj" userId="fba6c5ed4cacd2a1" providerId="LiveId" clId="{DC4B0805-5D64-4268-90C4-92DFC5A20224}" dt="2023-03-06T08:24:50.221" v="92"/>
          <ac:cxnSpMkLst>
            <pc:docMk/>
            <pc:sldMk cId="3810560926" sldId="304"/>
            <ac:cxnSpMk id="8" creationId="{D3B1C8A7-B423-05D5-EC9E-6F8B5D944820}"/>
          </ac:cxnSpMkLst>
        </pc:cxnChg>
        <pc:cxnChg chg="add mod">
          <ac:chgData name="Sivakumar Paulraj" userId="fba6c5ed4cacd2a1" providerId="LiveId" clId="{DC4B0805-5D64-4268-90C4-92DFC5A20224}" dt="2023-03-06T08:24:50.221" v="92"/>
          <ac:cxnSpMkLst>
            <pc:docMk/>
            <pc:sldMk cId="3810560926" sldId="304"/>
            <ac:cxnSpMk id="9" creationId="{A47F5647-67F0-407A-01EA-0C1CF6535D25}"/>
          </ac:cxnSpMkLst>
        </pc:cxnChg>
        <pc:cxnChg chg="add mod">
          <ac:chgData name="Sivakumar Paulraj" userId="fba6c5ed4cacd2a1" providerId="LiveId" clId="{DC4B0805-5D64-4268-90C4-92DFC5A20224}" dt="2023-03-06T08:24:50.221" v="92"/>
          <ac:cxnSpMkLst>
            <pc:docMk/>
            <pc:sldMk cId="3810560926" sldId="304"/>
            <ac:cxnSpMk id="10" creationId="{23855CF5-149F-E69E-9842-D3671948A257}"/>
          </ac:cxnSpMkLst>
        </pc:cxnChg>
      </pc:sldChg>
      <pc:sldChg chg="addSp modSp add modAnim">
        <pc:chgData name="Sivakumar Paulraj" userId="fba6c5ed4cacd2a1" providerId="LiveId" clId="{DC4B0805-5D64-4268-90C4-92DFC5A20224}" dt="2023-03-06T08:25:16.497" v="98"/>
        <pc:sldMkLst>
          <pc:docMk/>
          <pc:sldMk cId="3630918393" sldId="305"/>
        </pc:sldMkLst>
        <pc:spChg chg="add mod">
          <ac:chgData name="Sivakumar Paulraj" userId="fba6c5ed4cacd2a1" providerId="LiveId" clId="{DC4B0805-5D64-4268-90C4-92DFC5A20224}" dt="2023-03-06T08:25:16.497" v="98"/>
          <ac:spMkLst>
            <pc:docMk/>
            <pc:sldMk cId="3630918393" sldId="305"/>
            <ac:spMk id="2" creationId="{DCF7A4CF-4DE8-BEAD-138E-F7B8EA4BA8DB}"/>
          </ac:spMkLst>
        </pc:spChg>
        <pc:spChg chg="add mod">
          <ac:chgData name="Sivakumar Paulraj" userId="fba6c5ed4cacd2a1" providerId="LiveId" clId="{DC4B0805-5D64-4268-90C4-92DFC5A20224}" dt="2023-03-06T08:25:16.497" v="98"/>
          <ac:spMkLst>
            <pc:docMk/>
            <pc:sldMk cId="3630918393" sldId="305"/>
            <ac:spMk id="3" creationId="{217F5D75-BB5B-C15D-7CC6-7CA8BCBDF598}"/>
          </ac:spMkLst>
        </pc:spChg>
      </pc:sldChg>
      <pc:sldChg chg="addSp modSp add modAnim">
        <pc:chgData name="Sivakumar Paulraj" userId="fba6c5ed4cacd2a1" providerId="LiveId" clId="{DC4B0805-5D64-4268-90C4-92DFC5A20224}" dt="2023-03-06T08:25:35.129" v="101" actId="255"/>
        <pc:sldMkLst>
          <pc:docMk/>
          <pc:sldMk cId="3238578664" sldId="306"/>
        </pc:sldMkLst>
        <pc:spChg chg="add mod">
          <ac:chgData name="Sivakumar Paulraj" userId="fba6c5ed4cacd2a1" providerId="LiveId" clId="{DC4B0805-5D64-4268-90C4-92DFC5A20224}" dt="2023-03-06T08:25:26.052" v="99"/>
          <ac:spMkLst>
            <pc:docMk/>
            <pc:sldMk cId="3238578664" sldId="306"/>
            <ac:spMk id="2" creationId="{7F14F030-8776-F758-8833-B15C40BBB8E5}"/>
          </ac:spMkLst>
        </pc:spChg>
        <pc:spChg chg="add mod">
          <ac:chgData name="Sivakumar Paulraj" userId="fba6c5ed4cacd2a1" providerId="LiveId" clId="{DC4B0805-5D64-4268-90C4-92DFC5A20224}" dt="2023-03-06T08:25:35.129" v="101" actId="255"/>
          <ac:spMkLst>
            <pc:docMk/>
            <pc:sldMk cId="3238578664" sldId="306"/>
            <ac:spMk id="3" creationId="{7568FFC6-6F66-D9CF-9B90-A7131BC115FE}"/>
          </ac:spMkLst>
        </pc:spChg>
      </pc:sldChg>
      <pc:sldChg chg="addSp modSp add mod modAnim">
        <pc:chgData name="Sivakumar Paulraj" userId="fba6c5ed4cacd2a1" providerId="LiveId" clId="{DC4B0805-5D64-4268-90C4-92DFC5A20224}" dt="2023-03-06T08:26:02.095" v="105" actId="1076"/>
        <pc:sldMkLst>
          <pc:docMk/>
          <pc:sldMk cId="3550873224" sldId="307"/>
        </pc:sldMkLst>
        <pc:spChg chg="add mod">
          <ac:chgData name="Sivakumar Paulraj" userId="fba6c5ed4cacd2a1" providerId="LiveId" clId="{DC4B0805-5D64-4268-90C4-92DFC5A20224}" dt="2023-03-06T08:25:56.780" v="104"/>
          <ac:spMkLst>
            <pc:docMk/>
            <pc:sldMk cId="3550873224" sldId="307"/>
            <ac:spMk id="2" creationId="{7C533734-8F01-9DF2-A4A4-8B5418DFAE3B}"/>
          </ac:spMkLst>
        </pc:spChg>
        <pc:spChg chg="add mod">
          <ac:chgData name="Sivakumar Paulraj" userId="fba6c5ed4cacd2a1" providerId="LiveId" clId="{DC4B0805-5D64-4268-90C4-92DFC5A20224}" dt="2023-03-06T08:25:56.780" v="104"/>
          <ac:spMkLst>
            <pc:docMk/>
            <pc:sldMk cId="3550873224" sldId="307"/>
            <ac:spMk id="3" creationId="{57BFCCD4-E018-ECCB-FC8F-355182F179E0}"/>
          </ac:spMkLst>
        </pc:spChg>
        <pc:spChg chg="add mod">
          <ac:chgData name="Sivakumar Paulraj" userId="fba6c5ed4cacd2a1" providerId="LiveId" clId="{DC4B0805-5D64-4268-90C4-92DFC5A20224}" dt="2023-03-06T08:26:02.095" v="105" actId="1076"/>
          <ac:spMkLst>
            <pc:docMk/>
            <pc:sldMk cId="3550873224" sldId="307"/>
            <ac:spMk id="4" creationId="{F0422FD5-8E4E-D37A-6AE5-517BACCA691C}"/>
          </ac:spMkLst>
        </pc:spChg>
        <pc:spChg chg="add mod">
          <ac:chgData name="Sivakumar Paulraj" userId="fba6c5ed4cacd2a1" providerId="LiveId" clId="{DC4B0805-5D64-4268-90C4-92DFC5A20224}" dt="2023-03-06T08:26:02.095" v="105" actId="1076"/>
          <ac:spMkLst>
            <pc:docMk/>
            <pc:sldMk cId="3550873224" sldId="307"/>
            <ac:spMk id="5" creationId="{4181485B-370C-BBDB-EC2B-BE46B1EFC704}"/>
          </ac:spMkLst>
        </pc:spChg>
        <pc:spChg chg="add mod">
          <ac:chgData name="Sivakumar Paulraj" userId="fba6c5ed4cacd2a1" providerId="LiveId" clId="{DC4B0805-5D64-4268-90C4-92DFC5A20224}" dt="2023-03-06T08:26:02.095" v="105" actId="1076"/>
          <ac:spMkLst>
            <pc:docMk/>
            <pc:sldMk cId="3550873224" sldId="307"/>
            <ac:spMk id="6" creationId="{C4D5D623-9302-F2B3-B3DE-10A4E7AAEE9C}"/>
          </ac:spMkLst>
        </pc:spChg>
        <pc:spChg chg="add mod">
          <ac:chgData name="Sivakumar Paulraj" userId="fba6c5ed4cacd2a1" providerId="LiveId" clId="{DC4B0805-5D64-4268-90C4-92DFC5A20224}" dt="2023-03-06T08:26:02.095" v="105" actId="1076"/>
          <ac:spMkLst>
            <pc:docMk/>
            <pc:sldMk cId="3550873224" sldId="307"/>
            <ac:spMk id="9" creationId="{6B87FAB2-DB91-9AB5-726D-1D2A761F6461}"/>
          </ac:spMkLst>
        </pc:spChg>
        <pc:spChg chg="add mod">
          <ac:chgData name="Sivakumar Paulraj" userId="fba6c5ed4cacd2a1" providerId="LiveId" clId="{DC4B0805-5D64-4268-90C4-92DFC5A20224}" dt="2023-03-06T08:26:02.095" v="105" actId="1076"/>
          <ac:spMkLst>
            <pc:docMk/>
            <pc:sldMk cId="3550873224" sldId="307"/>
            <ac:spMk id="10" creationId="{65AA3D0E-E683-78D2-CEB9-00414B52B6F5}"/>
          </ac:spMkLst>
        </pc:spChg>
        <pc:spChg chg="add mod">
          <ac:chgData name="Sivakumar Paulraj" userId="fba6c5ed4cacd2a1" providerId="LiveId" clId="{DC4B0805-5D64-4268-90C4-92DFC5A20224}" dt="2023-03-06T08:26:02.095" v="105" actId="1076"/>
          <ac:spMkLst>
            <pc:docMk/>
            <pc:sldMk cId="3550873224" sldId="307"/>
            <ac:spMk id="11" creationId="{6CBC4D6C-6B2E-D76D-2012-E520B94A1F35}"/>
          </ac:spMkLst>
        </pc:spChg>
        <pc:cxnChg chg="add mod">
          <ac:chgData name="Sivakumar Paulraj" userId="fba6c5ed4cacd2a1" providerId="LiveId" clId="{DC4B0805-5D64-4268-90C4-92DFC5A20224}" dt="2023-03-06T08:26:02.095" v="105" actId="1076"/>
          <ac:cxnSpMkLst>
            <pc:docMk/>
            <pc:sldMk cId="3550873224" sldId="307"/>
            <ac:cxnSpMk id="7" creationId="{FECBE3E5-DC39-FE9F-F23D-79A195CEBF02}"/>
          </ac:cxnSpMkLst>
        </pc:cxnChg>
        <pc:cxnChg chg="add mod">
          <ac:chgData name="Sivakumar Paulraj" userId="fba6c5ed4cacd2a1" providerId="LiveId" clId="{DC4B0805-5D64-4268-90C4-92DFC5A20224}" dt="2023-03-06T08:26:02.095" v="105" actId="1076"/>
          <ac:cxnSpMkLst>
            <pc:docMk/>
            <pc:sldMk cId="3550873224" sldId="307"/>
            <ac:cxnSpMk id="8" creationId="{593F6FC7-ECA0-DB4F-B8E9-4EF21193C532}"/>
          </ac:cxnSpMkLst>
        </pc:cxnChg>
      </pc:sldChg>
      <pc:sldChg chg="addSp modSp add modAnim">
        <pc:chgData name="Sivakumar Paulraj" userId="fba6c5ed4cacd2a1" providerId="LiveId" clId="{DC4B0805-5D64-4268-90C4-92DFC5A20224}" dt="2023-03-06T08:26:16.130" v="107" actId="20577"/>
        <pc:sldMkLst>
          <pc:docMk/>
          <pc:sldMk cId="3992200115" sldId="308"/>
        </pc:sldMkLst>
        <pc:spChg chg="add mod">
          <ac:chgData name="Sivakumar Paulraj" userId="fba6c5ed4cacd2a1" providerId="LiveId" clId="{DC4B0805-5D64-4268-90C4-92DFC5A20224}" dt="2023-03-06T08:26:11.348" v="106"/>
          <ac:spMkLst>
            <pc:docMk/>
            <pc:sldMk cId="3992200115" sldId="308"/>
            <ac:spMk id="2" creationId="{F022E63A-42B9-2EF6-9D21-E1D264CD46B0}"/>
          </ac:spMkLst>
        </pc:spChg>
        <pc:spChg chg="add mod">
          <ac:chgData name="Sivakumar Paulraj" userId="fba6c5ed4cacd2a1" providerId="LiveId" clId="{DC4B0805-5D64-4268-90C4-92DFC5A20224}" dt="2023-03-06T08:26:16.130" v="107" actId="20577"/>
          <ac:spMkLst>
            <pc:docMk/>
            <pc:sldMk cId="3992200115" sldId="308"/>
            <ac:spMk id="3" creationId="{0DF40CF1-2614-A16A-C058-6ACAB1C8E858}"/>
          </ac:spMkLst>
        </pc:spChg>
        <pc:spChg chg="add mod">
          <ac:chgData name="Sivakumar Paulraj" userId="fba6c5ed4cacd2a1" providerId="LiveId" clId="{DC4B0805-5D64-4268-90C4-92DFC5A20224}" dt="2023-03-06T08:26:11.348" v="106"/>
          <ac:spMkLst>
            <pc:docMk/>
            <pc:sldMk cId="3992200115" sldId="308"/>
            <ac:spMk id="4" creationId="{894F217E-91FF-FC1A-61D6-0313C20339BE}"/>
          </ac:spMkLst>
        </pc:spChg>
        <pc:spChg chg="add mod">
          <ac:chgData name="Sivakumar Paulraj" userId="fba6c5ed4cacd2a1" providerId="LiveId" clId="{DC4B0805-5D64-4268-90C4-92DFC5A20224}" dt="2023-03-06T08:26:11.348" v="106"/>
          <ac:spMkLst>
            <pc:docMk/>
            <pc:sldMk cId="3992200115" sldId="308"/>
            <ac:spMk id="5" creationId="{185A45CE-E747-3F04-E1E8-8845CFCA8EA0}"/>
          </ac:spMkLst>
        </pc:spChg>
        <pc:spChg chg="add mod">
          <ac:chgData name="Sivakumar Paulraj" userId="fba6c5ed4cacd2a1" providerId="LiveId" clId="{DC4B0805-5D64-4268-90C4-92DFC5A20224}" dt="2023-03-06T08:26:11.348" v="106"/>
          <ac:spMkLst>
            <pc:docMk/>
            <pc:sldMk cId="3992200115" sldId="308"/>
            <ac:spMk id="6" creationId="{21C5F16E-1AD6-9E52-5154-1FFB554EA8D1}"/>
          </ac:spMkLst>
        </pc:spChg>
        <pc:spChg chg="add mod">
          <ac:chgData name="Sivakumar Paulraj" userId="fba6c5ed4cacd2a1" providerId="LiveId" clId="{DC4B0805-5D64-4268-90C4-92DFC5A20224}" dt="2023-03-06T08:26:11.348" v="106"/>
          <ac:spMkLst>
            <pc:docMk/>
            <pc:sldMk cId="3992200115" sldId="308"/>
            <ac:spMk id="7" creationId="{52969E4E-12E9-9CCC-DA6E-993C71CD7731}"/>
          </ac:spMkLst>
        </pc:spChg>
        <pc:cxnChg chg="add mod">
          <ac:chgData name="Sivakumar Paulraj" userId="fba6c5ed4cacd2a1" providerId="LiveId" clId="{DC4B0805-5D64-4268-90C4-92DFC5A20224}" dt="2023-03-06T08:26:11.348" v="106"/>
          <ac:cxnSpMkLst>
            <pc:docMk/>
            <pc:sldMk cId="3992200115" sldId="308"/>
            <ac:cxnSpMk id="8" creationId="{6A3CC66A-0531-0949-0977-5B6289530030}"/>
          </ac:cxnSpMkLst>
        </pc:cxnChg>
        <pc:cxnChg chg="add mod">
          <ac:chgData name="Sivakumar Paulraj" userId="fba6c5ed4cacd2a1" providerId="LiveId" clId="{DC4B0805-5D64-4268-90C4-92DFC5A20224}" dt="2023-03-06T08:26:11.348" v="106"/>
          <ac:cxnSpMkLst>
            <pc:docMk/>
            <pc:sldMk cId="3992200115" sldId="308"/>
            <ac:cxnSpMk id="9" creationId="{51144D98-17C3-099D-D599-CDD1D2A53B3E}"/>
          </ac:cxnSpMkLst>
        </pc:cxnChg>
        <pc:cxnChg chg="add mod">
          <ac:chgData name="Sivakumar Paulraj" userId="fba6c5ed4cacd2a1" providerId="LiveId" clId="{DC4B0805-5D64-4268-90C4-92DFC5A20224}" dt="2023-03-06T08:26:11.348" v="106"/>
          <ac:cxnSpMkLst>
            <pc:docMk/>
            <pc:sldMk cId="3992200115" sldId="308"/>
            <ac:cxnSpMk id="10" creationId="{F688618B-B3C6-E118-F30F-1AF1CE4286E7}"/>
          </ac:cxnSpMkLst>
        </pc:cxnChg>
        <pc:cxnChg chg="add mod">
          <ac:chgData name="Sivakumar Paulraj" userId="fba6c5ed4cacd2a1" providerId="LiveId" clId="{DC4B0805-5D64-4268-90C4-92DFC5A20224}" dt="2023-03-06T08:26:11.348" v="106"/>
          <ac:cxnSpMkLst>
            <pc:docMk/>
            <pc:sldMk cId="3992200115" sldId="308"/>
            <ac:cxnSpMk id="11" creationId="{6845DD9F-C402-8FBD-7229-CF40BBC78861}"/>
          </ac:cxnSpMkLst>
        </pc:cxnChg>
      </pc:sldChg>
      <pc:sldChg chg="addSp modSp add modAnim">
        <pc:chgData name="Sivakumar Paulraj" userId="fba6c5ed4cacd2a1" providerId="LiveId" clId="{DC4B0805-5D64-4268-90C4-92DFC5A20224}" dt="2023-03-06T08:26:27.125" v="110" actId="20577"/>
        <pc:sldMkLst>
          <pc:docMk/>
          <pc:sldMk cId="4029327044" sldId="309"/>
        </pc:sldMkLst>
        <pc:spChg chg="add mod">
          <ac:chgData name="Sivakumar Paulraj" userId="fba6c5ed4cacd2a1" providerId="LiveId" clId="{DC4B0805-5D64-4268-90C4-92DFC5A20224}" dt="2023-03-06T08:26:23.852" v="108"/>
          <ac:spMkLst>
            <pc:docMk/>
            <pc:sldMk cId="4029327044" sldId="309"/>
            <ac:spMk id="2" creationId="{14A18AF8-D711-316A-39F0-766A68994BF5}"/>
          </ac:spMkLst>
        </pc:spChg>
        <pc:spChg chg="add mod">
          <ac:chgData name="Sivakumar Paulraj" userId="fba6c5ed4cacd2a1" providerId="LiveId" clId="{DC4B0805-5D64-4268-90C4-92DFC5A20224}" dt="2023-03-06T08:26:27.125" v="110" actId="20577"/>
          <ac:spMkLst>
            <pc:docMk/>
            <pc:sldMk cId="4029327044" sldId="309"/>
            <ac:spMk id="3" creationId="{059B52E7-F420-20A4-4514-E249159AC078}"/>
          </ac:spMkLst>
        </pc:spChg>
        <pc:spChg chg="add mod">
          <ac:chgData name="Sivakumar Paulraj" userId="fba6c5ed4cacd2a1" providerId="LiveId" clId="{DC4B0805-5D64-4268-90C4-92DFC5A20224}" dt="2023-03-06T08:26:23.852" v="108"/>
          <ac:spMkLst>
            <pc:docMk/>
            <pc:sldMk cId="4029327044" sldId="309"/>
            <ac:spMk id="4" creationId="{19338220-C46C-B23C-6EFF-E299CDEFF499}"/>
          </ac:spMkLst>
        </pc:spChg>
        <pc:spChg chg="add mod">
          <ac:chgData name="Sivakumar Paulraj" userId="fba6c5ed4cacd2a1" providerId="LiveId" clId="{DC4B0805-5D64-4268-90C4-92DFC5A20224}" dt="2023-03-06T08:26:23.852" v="108"/>
          <ac:spMkLst>
            <pc:docMk/>
            <pc:sldMk cId="4029327044" sldId="309"/>
            <ac:spMk id="5" creationId="{6E67C884-F41D-EE20-9B9D-083985C95E1A}"/>
          </ac:spMkLst>
        </pc:spChg>
        <pc:spChg chg="add mod">
          <ac:chgData name="Sivakumar Paulraj" userId="fba6c5ed4cacd2a1" providerId="LiveId" clId="{DC4B0805-5D64-4268-90C4-92DFC5A20224}" dt="2023-03-06T08:26:23.852" v="108"/>
          <ac:spMkLst>
            <pc:docMk/>
            <pc:sldMk cId="4029327044" sldId="309"/>
            <ac:spMk id="6" creationId="{D98E0DD7-6CB2-96CC-6A1D-2DE1D297EAF7}"/>
          </ac:spMkLst>
        </pc:spChg>
        <pc:spChg chg="add mod">
          <ac:chgData name="Sivakumar Paulraj" userId="fba6c5ed4cacd2a1" providerId="LiveId" clId="{DC4B0805-5D64-4268-90C4-92DFC5A20224}" dt="2023-03-06T08:26:23.852" v="108"/>
          <ac:spMkLst>
            <pc:docMk/>
            <pc:sldMk cId="4029327044" sldId="309"/>
            <ac:spMk id="9" creationId="{D5969F42-1BB0-CFE8-6EF4-CDCE305EA926}"/>
          </ac:spMkLst>
        </pc:spChg>
        <pc:spChg chg="add mod">
          <ac:chgData name="Sivakumar Paulraj" userId="fba6c5ed4cacd2a1" providerId="LiveId" clId="{DC4B0805-5D64-4268-90C4-92DFC5A20224}" dt="2023-03-06T08:26:23.852" v="108"/>
          <ac:spMkLst>
            <pc:docMk/>
            <pc:sldMk cId="4029327044" sldId="309"/>
            <ac:spMk id="10" creationId="{24A36DDD-D1AE-96CB-4CB6-FE418331D60E}"/>
          </ac:spMkLst>
        </pc:spChg>
        <pc:spChg chg="add mod">
          <ac:chgData name="Sivakumar Paulraj" userId="fba6c5ed4cacd2a1" providerId="LiveId" clId="{DC4B0805-5D64-4268-90C4-92DFC5A20224}" dt="2023-03-06T08:26:23.852" v="108"/>
          <ac:spMkLst>
            <pc:docMk/>
            <pc:sldMk cId="4029327044" sldId="309"/>
            <ac:spMk id="11" creationId="{E1DDBC15-E8BD-6D10-B9E2-AE4DD60E4821}"/>
          </ac:spMkLst>
        </pc:spChg>
        <pc:cxnChg chg="add mod">
          <ac:chgData name="Sivakumar Paulraj" userId="fba6c5ed4cacd2a1" providerId="LiveId" clId="{DC4B0805-5D64-4268-90C4-92DFC5A20224}" dt="2023-03-06T08:26:23.852" v="108"/>
          <ac:cxnSpMkLst>
            <pc:docMk/>
            <pc:sldMk cId="4029327044" sldId="309"/>
            <ac:cxnSpMk id="7" creationId="{5C5E670F-6443-C713-B2BE-79152C24211A}"/>
          </ac:cxnSpMkLst>
        </pc:cxnChg>
        <pc:cxnChg chg="add mod">
          <ac:chgData name="Sivakumar Paulraj" userId="fba6c5ed4cacd2a1" providerId="LiveId" clId="{DC4B0805-5D64-4268-90C4-92DFC5A20224}" dt="2023-03-06T08:26:23.852" v="108"/>
          <ac:cxnSpMkLst>
            <pc:docMk/>
            <pc:sldMk cId="4029327044" sldId="309"/>
            <ac:cxnSpMk id="8" creationId="{2B3811FF-B533-454C-F064-0D8B7BC39620}"/>
          </ac:cxnSpMkLst>
        </pc:cxnChg>
      </pc:sldChg>
      <pc:sldChg chg="addSp modSp add modAnim">
        <pc:chgData name="Sivakumar Paulraj" userId="fba6c5ed4cacd2a1" providerId="LiveId" clId="{DC4B0805-5D64-4268-90C4-92DFC5A20224}" dt="2023-03-06T08:26:38.636" v="111"/>
        <pc:sldMkLst>
          <pc:docMk/>
          <pc:sldMk cId="3339069332" sldId="310"/>
        </pc:sldMkLst>
        <pc:spChg chg="add mod">
          <ac:chgData name="Sivakumar Paulraj" userId="fba6c5ed4cacd2a1" providerId="LiveId" clId="{DC4B0805-5D64-4268-90C4-92DFC5A20224}" dt="2023-03-06T08:26:38.636" v="111"/>
          <ac:spMkLst>
            <pc:docMk/>
            <pc:sldMk cId="3339069332" sldId="310"/>
            <ac:spMk id="2" creationId="{BA27CADB-9D9D-8502-6BDC-A3030C5386BC}"/>
          </ac:spMkLst>
        </pc:spChg>
        <pc:spChg chg="add mod">
          <ac:chgData name="Sivakumar Paulraj" userId="fba6c5ed4cacd2a1" providerId="LiveId" clId="{DC4B0805-5D64-4268-90C4-92DFC5A20224}" dt="2023-03-06T08:26:38.636" v="111"/>
          <ac:spMkLst>
            <pc:docMk/>
            <pc:sldMk cId="3339069332" sldId="310"/>
            <ac:spMk id="3" creationId="{E2E9D90C-36C0-D899-6F1D-4030A89F9457}"/>
          </ac:spMkLst>
        </pc:spChg>
      </pc:sldChg>
      <pc:sldChg chg="addSp modSp add modAnim">
        <pc:chgData name="Sivakumar Paulraj" userId="fba6c5ed4cacd2a1" providerId="LiveId" clId="{DC4B0805-5D64-4268-90C4-92DFC5A20224}" dt="2023-03-06T08:26:44.414" v="112"/>
        <pc:sldMkLst>
          <pc:docMk/>
          <pc:sldMk cId="3784908392" sldId="311"/>
        </pc:sldMkLst>
        <pc:spChg chg="add mod">
          <ac:chgData name="Sivakumar Paulraj" userId="fba6c5ed4cacd2a1" providerId="LiveId" clId="{DC4B0805-5D64-4268-90C4-92DFC5A20224}" dt="2023-03-06T08:26:44.414" v="112"/>
          <ac:spMkLst>
            <pc:docMk/>
            <pc:sldMk cId="3784908392" sldId="311"/>
            <ac:spMk id="2" creationId="{FB5F3146-7376-A3CD-9D93-3F3F268AC88E}"/>
          </ac:spMkLst>
        </pc:spChg>
        <pc:spChg chg="add mod">
          <ac:chgData name="Sivakumar Paulraj" userId="fba6c5ed4cacd2a1" providerId="LiveId" clId="{DC4B0805-5D64-4268-90C4-92DFC5A20224}" dt="2023-03-06T08:26:44.414" v="112"/>
          <ac:spMkLst>
            <pc:docMk/>
            <pc:sldMk cId="3784908392" sldId="311"/>
            <ac:spMk id="3" creationId="{94D5A52A-DA4A-A69D-6234-0CC0B54E54A7}"/>
          </ac:spMkLst>
        </pc:spChg>
      </pc:sldChg>
      <pc:sldChg chg="add del">
        <pc:chgData name="Sivakumar Paulraj" userId="fba6c5ed4cacd2a1" providerId="LiveId" clId="{DC4B0805-5D64-4268-90C4-92DFC5A20224}" dt="2023-03-06T08:26:48.107" v="113" actId="47"/>
        <pc:sldMkLst>
          <pc:docMk/>
          <pc:sldMk cId="3799220516" sldId="312"/>
        </pc:sldMkLst>
      </pc:sldChg>
      <pc:sldChg chg="add del">
        <pc:chgData name="Sivakumar Paulraj" userId="fba6c5ed4cacd2a1" providerId="LiveId" clId="{DC4B0805-5D64-4268-90C4-92DFC5A20224}" dt="2023-03-06T08:26:48.107" v="113" actId="47"/>
        <pc:sldMkLst>
          <pc:docMk/>
          <pc:sldMk cId="2148313858" sldId="313"/>
        </pc:sldMkLst>
      </pc:sldChg>
      <pc:sldChg chg="add del">
        <pc:chgData name="Sivakumar Paulraj" userId="fba6c5ed4cacd2a1" providerId="LiveId" clId="{DC4B0805-5D64-4268-90C4-92DFC5A20224}" dt="2023-03-06T08:26:48.107" v="113" actId="47"/>
        <pc:sldMkLst>
          <pc:docMk/>
          <pc:sldMk cId="1795602069" sldId="314"/>
        </pc:sldMkLst>
      </pc:sldChg>
      <pc:sldChg chg="add del">
        <pc:chgData name="Sivakumar Paulraj" userId="fba6c5ed4cacd2a1" providerId="LiveId" clId="{DC4B0805-5D64-4268-90C4-92DFC5A20224}" dt="2023-03-06T08:26:48.107" v="113" actId="47"/>
        <pc:sldMkLst>
          <pc:docMk/>
          <pc:sldMk cId="2470585774" sldId="315"/>
        </pc:sldMkLst>
      </pc:sldChg>
      <pc:sldChg chg="add del">
        <pc:chgData name="Sivakumar Paulraj" userId="fba6c5ed4cacd2a1" providerId="LiveId" clId="{DC4B0805-5D64-4268-90C4-92DFC5A20224}" dt="2023-03-06T08:26:48.107" v="113" actId="47"/>
        <pc:sldMkLst>
          <pc:docMk/>
          <pc:sldMk cId="2896824643" sldId="316"/>
        </pc:sldMkLst>
      </pc:sldChg>
      <pc:sldChg chg="add del">
        <pc:chgData name="Sivakumar Paulraj" userId="fba6c5ed4cacd2a1" providerId="LiveId" clId="{DC4B0805-5D64-4268-90C4-92DFC5A20224}" dt="2023-03-06T08:26:48.107" v="113" actId="47"/>
        <pc:sldMkLst>
          <pc:docMk/>
          <pc:sldMk cId="416136560" sldId="317"/>
        </pc:sldMkLst>
      </pc:sldChg>
      <pc:sldChg chg="modSp new mod">
        <pc:chgData name="Sivakumar Paulraj" userId="fba6c5ed4cacd2a1" providerId="LiveId" clId="{DC4B0805-5D64-4268-90C4-92DFC5A20224}" dt="2023-03-06T08:42:30.492" v="129" actId="20577"/>
        <pc:sldMkLst>
          <pc:docMk/>
          <pc:sldMk cId="1192322438" sldId="318"/>
        </pc:sldMkLst>
        <pc:spChg chg="mod">
          <ac:chgData name="Sivakumar Paulraj" userId="fba6c5ed4cacd2a1" providerId="LiveId" clId="{DC4B0805-5D64-4268-90C4-92DFC5A20224}" dt="2023-03-06T08:20:36.143" v="55" actId="20577"/>
          <ac:spMkLst>
            <pc:docMk/>
            <pc:sldMk cId="1192322438" sldId="318"/>
            <ac:spMk id="2" creationId="{996178F9-CC96-9C79-EF4D-562F0CB947F5}"/>
          </ac:spMkLst>
        </pc:spChg>
        <pc:spChg chg="mod">
          <ac:chgData name="Sivakumar Paulraj" userId="fba6c5ed4cacd2a1" providerId="LiveId" clId="{DC4B0805-5D64-4268-90C4-92DFC5A20224}" dt="2023-03-06T08:42:30.492" v="129" actId="20577"/>
          <ac:spMkLst>
            <pc:docMk/>
            <pc:sldMk cId="1192322438" sldId="318"/>
            <ac:spMk id="3" creationId="{D2E207D6-CF9B-8365-CCDA-2F53E0177884}"/>
          </ac:spMkLst>
        </pc:spChg>
      </pc:sldChg>
      <pc:sldChg chg="modSp new mod">
        <pc:chgData name="Sivakumar Paulraj" userId="fba6c5ed4cacd2a1" providerId="LiveId" clId="{DC4B0805-5D64-4268-90C4-92DFC5A20224}" dt="2023-03-06T08:23:44.860" v="84"/>
        <pc:sldMkLst>
          <pc:docMk/>
          <pc:sldMk cId="4152977879" sldId="319"/>
        </pc:sldMkLst>
        <pc:spChg chg="mod">
          <ac:chgData name="Sivakumar Paulraj" userId="fba6c5ed4cacd2a1" providerId="LiveId" clId="{DC4B0805-5D64-4268-90C4-92DFC5A20224}" dt="2023-03-06T08:23:44.860" v="84"/>
          <ac:spMkLst>
            <pc:docMk/>
            <pc:sldMk cId="4152977879" sldId="319"/>
            <ac:spMk id="2" creationId="{BEE5615F-C9C9-AF99-86D4-5D5D25F5444E}"/>
          </ac:spMkLst>
        </pc:spChg>
      </pc:sldChg>
      <pc:sldChg chg="new del">
        <pc:chgData name="Sivakumar Paulraj" userId="fba6c5ed4cacd2a1" providerId="LiveId" clId="{DC4B0805-5D64-4268-90C4-92DFC5A20224}" dt="2023-03-06T08:25:07.657" v="96" actId="47"/>
        <pc:sldMkLst>
          <pc:docMk/>
          <pc:sldMk cId="262921698" sldId="320"/>
        </pc:sldMkLst>
      </pc:sldChg>
      <pc:sldChg chg="modSp new mod">
        <pc:chgData name="Sivakumar Paulraj" userId="fba6c5ed4cacd2a1" providerId="LiveId" clId="{DC4B0805-5D64-4268-90C4-92DFC5A20224}" dt="2023-03-06T08:25:09.281" v="97"/>
        <pc:sldMkLst>
          <pc:docMk/>
          <pc:sldMk cId="1453652095" sldId="321"/>
        </pc:sldMkLst>
        <pc:spChg chg="mod">
          <ac:chgData name="Sivakumar Paulraj" userId="fba6c5ed4cacd2a1" providerId="LiveId" clId="{DC4B0805-5D64-4268-90C4-92DFC5A20224}" dt="2023-03-06T08:25:09.281" v="97"/>
          <ac:spMkLst>
            <pc:docMk/>
            <pc:sldMk cId="1453652095" sldId="321"/>
            <ac:spMk id="2" creationId="{31CA15A3-B0F1-E7D7-F038-B60605436584}"/>
          </ac:spMkLst>
        </pc:spChg>
      </pc:sldChg>
      <pc:sldChg chg="modSp new mod">
        <pc:chgData name="Sivakumar Paulraj" userId="fba6c5ed4cacd2a1" providerId="LiveId" clId="{DC4B0805-5D64-4268-90C4-92DFC5A20224}" dt="2023-03-06T08:25:47.800" v="103"/>
        <pc:sldMkLst>
          <pc:docMk/>
          <pc:sldMk cId="1793377958" sldId="322"/>
        </pc:sldMkLst>
        <pc:spChg chg="mod">
          <ac:chgData name="Sivakumar Paulraj" userId="fba6c5ed4cacd2a1" providerId="LiveId" clId="{DC4B0805-5D64-4268-90C4-92DFC5A20224}" dt="2023-03-06T08:25:47.800" v="103"/>
          <ac:spMkLst>
            <pc:docMk/>
            <pc:sldMk cId="1793377958" sldId="322"/>
            <ac:spMk id="2" creationId="{1C7F2B90-2E38-9658-649F-2E2B960A4C1F}"/>
          </ac:spMkLst>
        </pc:spChg>
      </pc:sldChg>
      <pc:sldChg chg="addSp modSp new modAnim">
        <pc:chgData name="Sivakumar Paulraj" userId="fba6c5ed4cacd2a1" providerId="LiveId" clId="{DC4B0805-5D64-4268-90C4-92DFC5A20224}" dt="2023-03-20T06:36:53.286" v="412"/>
        <pc:sldMkLst>
          <pc:docMk/>
          <pc:sldMk cId="786207980" sldId="323"/>
        </pc:sldMkLst>
        <pc:spChg chg="add mod">
          <ac:chgData name="Sivakumar Paulraj" userId="fba6c5ed4cacd2a1" providerId="LiveId" clId="{DC4B0805-5D64-4268-90C4-92DFC5A20224}" dt="2023-03-20T06:36:53.286" v="412"/>
          <ac:spMkLst>
            <pc:docMk/>
            <pc:sldMk cId="786207980" sldId="323"/>
            <ac:spMk id="2" creationId="{6DABF2BA-E3C6-FF58-F760-91F161155CB9}"/>
          </ac:spMkLst>
        </pc:spChg>
        <pc:spChg chg="add mod">
          <ac:chgData name="Sivakumar Paulraj" userId="fba6c5ed4cacd2a1" providerId="LiveId" clId="{DC4B0805-5D64-4268-90C4-92DFC5A20224}" dt="2023-03-20T06:36:53.286" v="412"/>
          <ac:spMkLst>
            <pc:docMk/>
            <pc:sldMk cId="786207980" sldId="323"/>
            <ac:spMk id="3" creationId="{0271FB4F-4F93-FD7F-42E3-EE11F51CB7F8}"/>
          </ac:spMkLst>
        </pc:spChg>
      </pc:sldChg>
      <pc:sldChg chg="addSp modSp new modAnim">
        <pc:chgData name="Sivakumar Paulraj" userId="fba6c5ed4cacd2a1" providerId="LiveId" clId="{DC4B0805-5D64-4268-90C4-92DFC5A20224}" dt="2023-03-20T06:38:05.195" v="414"/>
        <pc:sldMkLst>
          <pc:docMk/>
          <pc:sldMk cId="2438625913" sldId="324"/>
        </pc:sldMkLst>
        <pc:spChg chg="add mod">
          <ac:chgData name="Sivakumar Paulraj" userId="fba6c5ed4cacd2a1" providerId="LiveId" clId="{DC4B0805-5D64-4268-90C4-92DFC5A20224}" dt="2023-03-20T06:38:05.195" v="414"/>
          <ac:spMkLst>
            <pc:docMk/>
            <pc:sldMk cId="2438625913" sldId="324"/>
            <ac:spMk id="2" creationId="{FBFAE88E-99E4-8119-15C9-86A762518ECB}"/>
          </ac:spMkLst>
        </pc:spChg>
        <pc:spChg chg="add mod">
          <ac:chgData name="Sivakumar Paulraj" userId="fba6c5ed4cacd2a1" providerId="LiveId" clId="{DC4B0805-5D64-4268-90C4-92DFC5A20224}" dt="2023-03-20T06:38:05.195" v="414"/>
          <ac:spMkLst>
            <pc:docMk/>
            <pc:sldMk cId="2438625913" sldId="324"/>
            <ac:spMk id="3" creationId="{15385197-9149-C2B6-73EE-FD08DA5E35EF}"/>
          </ac:spMkLst>
        </pc:spChg>
      </pc:sldChg>
      <pc:sldChg chg="addSp modSp new modAnim">
        <pc:chgData name="Sivakumar Paulraj" userId="fba6c5ed4cacd2a1" providerId="LiveId" clId="{DC4B0805-5D64-4268-90C4-92DFC5A20224}" dt="2023-03-20T06:38:27.350" v="460"/>
        <pc:sldMkLst>
          <pc:docMk/>
          <pc:sldMk cId="345270980" sldId="325"/>
        </pc:sldMkLst>
        <pc:spChg chg="add mod">
          <ac:chgData name="Sivakumar Paulraj" userId="fba6c5ed4cacd2a1" providerId="LiveId" clId="{DC4B0805-5D64-4268-90C4-92DFC5A20224}" dt="2023-03-20T06:38:27.350" v="460"/>
          <ac:spMkLst>
            <pc:docMk/>
            <pc:sldMk cId="345270980" sldId="325"/>
            <ac:spMk id="2" creationId="{7EAEA777-D40D-2697-0A45-487BFC614A73}"/>
          </ac:spMkLst>
        </pc:spChg>
        <pc:spChg chg="add mod">
          <ac:chgData name="Sivakumar Paulraj" userId="fba6c5ed4cacd2a1" providerId="LiveId" clId="{DC4B0805-5D64-4268-90C4-92DFC5A20224}" dt="2023-03-20T06:38:27.350" v="460"/>
          <ac:spMkLst>
            <pc:docMk/>
            <pc:sldMk cId="345270980" sldId="325"/>
            <ac:spMk id="3" creationId="{A9542608-0FF2-11F0-6CEA-82963823134D}"/>
          </ac:spMkLst>
        </pc:spChg>
      </pc:sldChg>
      <pc:sldChg chg="addSp modSp add modAnim">
        <pc:chgData name="Sivakumar Paulraj" userId="fba6c5ed4cacd2a1" providerId="LiveId" clId="{DC4B0805-5D64-4268-90C4-92DFC5A20224}" dt="2023-03-20T06:38:33.339" v="461"/>
        <pc:sldMkLst>
          <pc:docMk/>
          <pc:sldMk cId="1080997102" sldId="326"/>
        </pc:sldMkLst>
        <pc:spChg chg="add mod">
          <ac:chgData name="Sivakumar Paulraj" userId="fba6c5ed4cacd2a1" providerId="LiveId" clId="{DC4B0805-5D64-4268-90C4-92DFC5A20224}" dt="2023-03-20T06:38:33.339" v="461"/>
          <ac:spMkLst>
            <pc:docMk/>
            <pc:sldMk cId="1080997102" sldId="326"/>
            <ac:spMk id="2" creationId="{EF9F6878-7CF0-6CA3-4F4E-75F9641F67F8}"/>
          </ac:spMkLst>
        </pc:spChg>
        <pc:spChg chg="add mod">
          <ac:chgData name="Sivakumar Paulraj" userId="fba6c5ed4cacd2a1" providerId="LiveId" clId="{DC4B0805-5D64-4268-90C4-92DFC5A20224}" dt="2023-03-20T06:38:33.339" v="461"/>
          <ac:spMkLst>
            <pc:docMk/>
            <pc:sldMk cId="1080997102" sldId="326"/>
            <ac:spMk id="3" creationId="{24BD728C-6EB8-4682-D971-0061C2569C85}"/>
          </ac:spMkLst>
        </pc:spChg>
      </pc:sldChg>
      <pc:sldChg chg="addSp modSp add modAnim">
        <pc:chgData name="Sivakumar Paulraj" userId="fba6c5ed4cacd2a1" providerId="LiveId" clId="{DC4B0805-5D64-4268-90C4-92DFC5A20224}" dt="2023-03-20T06:38:40.019" v="462"/>
        <pc:sldMkLst>
          <pc:docMk/>
          <pc:sldMk cId="2076806902" sldId="327"/>
        </pc:sldMkLst>
        <pc:spChg chg="add mod">
          <ac:chgData name="Sivakumar Paulraj" userId="fba6c5ed4cacd2a1" providerId="LiveId" clId="{DC4B0805-5D64-4268-90C4-92DFC5A20224}" dt="2023-03-20T06:38:40.019" v="462"/>
          <ac:spMkLst>
            <pc:docMk/>
            <pc:sldMk cId="2076806902" sldId="327"/>
            <ac:spMk id="2" creationId="{F865284E-1693-EC08-A931-B5DC2BA180AB}"/>
          </ac:spMkLst>
        </pc:spChg>
        <pc:spChg chg="add mod">
          <ac:chgData name="Sivakumar Paulraj" userId="fba6c5ed4cacd2a1" providerId="LiveId" clId="{DC4B0805-5D64-4268-90C4-92DFC5A20224}" dt="2023-03-20T06:38:40.019" v="462"/>
          <ac:spMkLst>
            <pc:docMk/>
            <pc:sldMk cId="2076806902" sldId="327"/>
            <ac:spMk id="3" creationId="{8A7F8C7A-0548-3872-BBF2-D23F10AFFCA8}"/>
          </ac:spMkLst>
        </pc:spChg>
      </pc:sldChg>
      <pc:sldChg chg="addSp modSp add modAnim">
        <pc:chgData name="Sivakumar Paulraj" userId="fba6c5ed4cacd2a1" providerId="LiveId" clId="{DC4B0805-5D64-4268-90C4-92DFC5A20224}" dt="2023-03-20T06:38:45.615" v="463"/>
        <pc:sldMkLst>
          <pc:docMk/>
          <pc:sldMk cId="3836869717" sldId="328"/>
        </pc:sldMkLst>
        <pc:spChg chg="add mod">
          <ac:chgData name="Sivakumar Paulraj" userId="fba6c5ed4cacd2a1" providerId="LiveId" clId="{DC4B0805-5D64-4268-90C4-92DFC5A20224}" dt="2023-03-20T06:38:45.615" v="463"/>
          <ac:spMkLst>
            <pc:docMk/>
            <pc:sldMk cId="3836869717" sldId="328"/>
            <ac:spMk id="2" creationId="{E7BC3882-BABA-AC21-CD38-1E80545AACFC}"/>
          </ac:spMkLst>
        </pc:spChg>
        <pc:spChg chg="add mod">
          <ac:chgData name="Sivakumar Paulraj" userId="fba6c5ed4cacd2a1" providerId="LiveId" clId="{DC4B0805-5D64-4268-90C4-92DFC5A20224}" dt="2023-03-20T06:38:45.615" v="463"/>
          <ac:spMkLst>
            <pc:docMk/>
            <pc:sldMk cId="3836869717" sldId="328"/>
            <ac:spMk id="3" creationId="{E77062A0-9DA4-72BD-E664-1E5BDF3A7135}"/>
          </ac:spMkLst>
        </pc:spChg>
      </pc:sldChg>
      <pc:sldChg chg="addSp modSp add modAnim">
        <pc:chgData name="Sivakumar Paulraj" userId="fba6c5ed4cacd2a1" providerId="LiveId" clId="{DC4B0805-5D64-4268-90C4-92DFC5A20224}" dt="2023-03-20T06:38:53.773" v="464"/>
        <pc:sldMkLst>
          <pc:docMk/>
          <pc:sldMk cId="781203442" sldId="329"/>
        </pc:sldMkLst>
        <pc:spChg chg="add mod">
          <ac:chgData name="Sivakumar Paulraj" userId="fba6c5ed4cacd2a1" providerId="LiveId" clId="{DC4B0805-5D64-4268-90C4-92DFC5A20224}" dt="2023-03-20T06:38:53.773" v="464"/>
          <ac:spMkLst>
            <pc:docMk/>
            <pc:sldMk cId="781203442" sldId="329"/>
            <ac:spMk id="2" creationId="{E38EC49D-08EA-3B8D-B656-4BA460A07A2B}"/>
          </ac:spMkLst>
        </pc:spChg>
        <pc:spChg chg="add mod">
          <ac:chgData name="Sivakumar Paulraj" userId="fba6c5ed4cacd2a1" providerId="LiveId" clId="{DC4B0805-5D64-4268-90C4-92DFC5A20224}" dt="2023-03-20T06:38:53.773" v="464"/>
          <ac:spMkLst>
            <pc:docMk/>
            <pc:sldMk cId="781203442" sldId="329"/>
            <ac:spMk id="3" creationId="{95298CBF-F202-E232-C87A-BF441BEA73CC}"/>
          </ac:spMkLst>
        </pc:spChg>
      </pc:sldChg>
      <pc:sldChg chg="addSp modSp add modAnim">
        <pc:chgData name="Sivakumar Paulraj" userId="fba6c5ed4cacd2a1" providerId="LiveId" clId="{DC4B0805-5D64-4268-90C4-92DFC5A20224}" dt="2023-03-20T06:38:58.861" v="465"/>
        <pc:sldMkLst>
          <pc:docMk/>
          <pc:sldMk cId="1786517851" sldId="330"/>
        </pc:sldMkLst>
        <pc:spChg chg="add mod">
          <ac:chgData name="Sivakumar Paulraj" userId="fba6c5ed4cacd2a1" providerId="LiveId" clId="{DC4B0805-5D64-4268-90C4-92DFC5A20224}" dt="2023-03-20T06:38:58.861" v="465"/>
          <ac:spMkLst>
            <pc:docMk/>
            <pc:sldMk cId="1786517851" sldId="330"/>
            <ac:spMk id="2" creationId="{80F9A99B-D6EC-6B26-7EEF-DFD9DB2C1E23}"/>
          </ac:spMkLst>
        </pc:spChg>
        <pc:spChg chg="add mod">
          <ac:chgData name="Sivakumar Paulraj" userId="fba6c5ed4cacd2a1" providerId="LiveId" clId="{DC4B0805-5D64-4268-90C4-92DFC5A20224}" dt="2023-03-20T06:38:58.861" v="465"/>
          <ac:spMkLst>
            <pc:docMk/>
            <pc:sldMk cId="1786517851" sldId="330"/>
            <ac:spMk id="3" creationId="{2FA401A6-D017-1A19-9C07-59BCA98EC1EF}"/>
          </ac:spMkLst>
        </pc:spChg>
      </pc:sldChg>
      <pc:sldChg chg="add del">
        <pc:chgData name="Sivakumar Paulraj" userId="fba6c5ed4cacd2a1" providerId="LiveId" clId="{DC4B0805-5D64-4268-90C4-92DFC5A20224}" dt="2023-03-20T08:44:08.042" v="522" actId="47"/>
        <pc:sldMkLst>
          <pc:docMk/>
          <pc:sldMk cId="278086226" sldId="331"/>
        </pc:sldMkLst>
      </pc:sldChg>
      <pc:sldChg chg="addSp modSp add modAnim">
        <pc:chgData name="Sivakumar Paulraj" userId="fba6c5ed4cacd2a1" providerId="LiveId" clId="{DC4B0805-5D64-4268-90C4-92DFC5A20224}" dt="2023-03-20T06:39:10.343" v="466"/>
        <pc:sldMkLst>
          <pc:docMk/>
          <pc:sldMk cId="3133805456" sldId="332"/>
        </pc:sldMkLst>
        <pc:spChg chg="add mod">
          <ac:chgData name="Sivakumar Paulraj" userId="fba6c5ed4cacd2a1" providerId="LiveId" clId="{DC4B0805-5D64-4268-90C4-92DFC5A20224}" dt="2023-03-20T06:39:10.343" v="466"/>
          <ac:spMkLst>
            <pc:docMk/>
            <pc:sldMk cId="3133805456" sldId="332"/>
            <ac:spMk id="2" creationId="{369196EE-D616-57EE-E41B-D662D33393FC}"/>
          </ac:spMkLst>
        </pc:spChg>
        <pc:spChg chg="add mod">
          <ac:chgData name="Sivakumar Paulraj" userId="fba6c5ed4cacd2a1" providerId="LiveId" clId="{DC4B0805-5D64-4268-90C4-92DFC5A20224}" dt="2023-03-20T06:39:10.343" v="466"/>
          <ac:spMkLst>
            <pc:docMk/>
            <pc:sldMk cId="3133805456" sldId="332"/>
            <ac:spMk id="3" creationId="{BB073802-FF91-29C9-B3E4-602771A0D00B}"/>
          </ac:spMkLst>
        </pc:spChg>
      </pc:sldChg>
      <pc:sldChg chg="addSp modSp add modAnim">
        <pc:chgData name="Sivakumar Paulraj" userId="fba6c5ed4cacd2a1" providerId="LiveId" clId="{DC4B0805-5D64-4268-90C4-92DFC5A20224}" dt="2023-03-20T06:39:30.775" v="469" actId="20577"/>
        <pc:sldMkLst>
          <pc:docMk/>
          <pc:sldMk cId="4096911380" sldId="333"/>
        </pc:sldMkLst>
        <pc:spChg chg="add mod">
          <ac:chgData name="Sivakumar Paulraj" userId="fba6c5ed4cacd2a1" providerId="LiveId" clId="{DC4B0805-5D64-4268-90C4-92DFC5A20224}" dt="2023-03-20T06:39:25.366" v="467"/>
          <ac:spMkLst>
            <pc:docMk/>
            <pc:sldMk cId="4096911380" sldId="333"/>
            <ac:spMk id="2" creationId="{FA0728B3-97E3-6AD6-A74C-710E4638B084}"/>
          </ac:spMkLst>
        </pc:spChg>
        <pc:spChg chg="add mod">
          <ac:chgData name="Sivakumar Paulraj" userId="fba6c5ed4cacd2a1" providerId="LiveId" clId="{DC4B0805-5D64-4268-90C4-92DFC5A20224}" dt="2023-03-20T06:39:30.775" v="469" actId="20577"/>
          <ac:spMkLst>
            <pc:docMk/>
            <pc:sldMk cId="4096911380" sldId="333"/>
            <ac:spMk id="3" creationId="{1726B30F-6E96-657B-9BF5-793BD633FF47}"/>
          </ac:spMkLst>
        </pc:spChg>
        <pc:graphicFrameChg chg="add mod">
          <ac:chgData name="Sivakumar Paulraj" userId="fba6c5ed4cacd2a1" providerId="LiveId" clId="{DC4B0805-5D64-4268-90C4-92DFC5A20224}" dt="2023-03-20T06:39:25.366" v="467"/>
          <ac:graphicFrameMkLst>
            <pc:docMk/>
            <pc:sldMk cId="4096911380" sldId="333"/>
            <ac:graphicFrameMk id="4" creationId="{B580A74B-14B0-E519-8480-7A60B0B53CAA}"/>
          </ac:graphicFrameMkLst>
        </pc:graphicFrameChg>
      </pc:sldChg>
      <pc:sldChg chg="addSp modSp add modAnim">
        <pc:chgData name="Sivakumar Paulraj" userId="fba6c5ed4cacd2a1" providerId="LiveId" clId="{DC4B0805-5D64-4268-90C4-92DFC5A20224}" dt="2023-03-20T06:39:37.015" v="470"/>
        <pc:sldMkLst>
          <pc:docMk/>
          <pc:sldMk cId="3009815117" sldId="334"/>
        </pc:sldMkLst>
        <pc:spChg chg="add mod">
          <ac:chgData name="Sivakumar Paulraj" userId="fba6c5ed4cacd2a1" providerId="LiveId" clId="{DC4B0805-5D64-4268-90C4-92DFC5A20224}" dt="2023-03-20T06:39:37.015" v="470"/>
          <ac:spMkLst>
            <pc:docMk/>
            <pc:sldMk cId="3009815117" sldId="334"/>
            <ac:spMk id="2" creationId="{D6539B94-C40E-3667-0E76-B3739FA91A98}"/>
          </ac:spMkLst>
        </pc:spChg>
        <pc:spChg chg="add mod">
          <ac:chgData name="Sivakumar Paulraj" userId="fba6c5ed4cacd2a1" providerId="LiveId" clId="{DC4B0805-5D64-4268-90C4-92DFC5A20224}" dt="2023-03-20T06:39:37.015" v="470"/>
          <ac:spMkLst>
            <pc:docMk/>
            <pc:sldMk cId="3009815117" sldId="334"/>
            <ac:spMk id="3" creationId="{5E9493D9-98AF-9A74-B8B8-1D4A704A3AC9}"/>
          </ac:spMkLst>
        </pc:spChg>
        <pc:spChg chg="add mod">
          <ac:chgData name="Sivakumar Paulraj" userId="fba6c5ed4cacd2a1" providerId="LiveId" clId="{DC4B0805-5D64-4268-90C4-92DFC5A20224}" dt="2023-03-20T06:39:37.015" v="470"/>
          <ac:spMkLst>
            <pc:docMk/>
            <pc:sldMk cId="3009815117" sldId="334"/>
            <ac:spMk id="6" creationId="{BA5638EA-4CEF-9488-3024-AAAD24EEC793}"/>
          </ac:spMkLst>
        </pc:spChg>
        <pc:spChg chg="add mod">
          <ac:chgData name="Sivakumar Paulraj" userId="fba6c5ed4cacd2a1" providerId="LiveId" clId="{DC4B0805-5D64-4268-90C4-92DFC5A20224}" dt="2023-03-20T06:39:37.015" v="470"/>
          <ac:spMkLst>
            <pc:docMk/>
            <pc:sldMk cId="3009815117" sldId="334"/>
            <ac:spMk id="7" creationId="{D5AF1E42-4A70-0258-24BB-55A6A0792835}"/>
          </ac:spMkLst>
        </pc:spChg>
        <pc:spChg chg="add mod">
          <ac:chgData name="Sivakumar Paulraj" userId="fba6c5ed4cacd2a1" providerId="LiveId" clId="{DC4B0805-5D64-4268-90C4-92DFC5A20224}" dt="2023-03-20T06:39:37.015" v="470"/>
          <ac:spMkLst>
            <pc:docMk/>
            <pc:sldMk cId="3009815117" sldId="334"/>
            <ac:spMk id="8" creationId="{B3E2B9D5-3C2B-60EC-4664-1A42DC31B1E8}"/>
          </ac:spMkLst>
        </pc:spChg>
        <pc:spChg chg="add mod">
          <ac:chgData name="Sivakumar Paulraj" userId="fba6c5ed4cacd2a1" providerId="LiveId" clId="{DC4B0805-5D64-4268-90C4-92DFC5A20224}" dt="2023-03-20T06:39:37.015" v="470"/>
          <ac:spMkLst>
            <pc:docMk/>
            <pc:sldMk cId="3009815117" sldId="334"/>
            <ac:spMk id="9" creationId="{B82EF4F0-2FFC-6FB4-B850-E26279F37824}"/>
          </ac:spMkLst>
        </pc:spChg>
        <pc:graphicFrameChg chg="add mod">
          <ac:chgData name="Sivakumar Paulraj" userId="fba6c5ed4cacd2a1" providerId="LiveId" clId="{DC4B0805-5D64-4268-90C4-92DFC5A20224}" dt="2023-03-20T06:39:37.015" v="470"/>
          <ac:graphicFrameMkLst>
            <pc:docMk/>
            <pc:sldMk cId="3009815117" sldId="334"/>
            <ac:graphicFrameMk id="4" creationId="{23B3B5C0-86A8-1E35-810A-C933E45EB8DE}"/>
          </ac:graphicFrameMkLst>
        </pc:graphicFrameChg>
        <pc:graphicFrameChg chg="add mod">
          <ac:chgData name="Sivakumar Paulraj" userId="fba6c5ed4cacd2a1" providerId="LiveId" clId="{DC4B0805-5D64-4268-90C4-92DFC5A20224}" dt="2023-03-20T06:39:37.015" v="470"/>
          <ac:graphicFrameMkLst>
            <pc:docMk/>
            <pc:sldMk cId="3009815117" sldId="334"/>
            <ac:graphicFrameMk id="5" creationId="{0FE891F6-B0FA-4305-A388-D6010FE6EA18}"/>
          </ac:graphicFrameMkLst>
        </pc:graphicFrameChg>
      </pc:sldChg>
      <pc:sldChg chg="addSp modSp add modAnim">
        <pc:chgData name="Sivakumar Paulraj" userId="fba6c5ed4cacd2a1" providerId="LiveId" clId="{DC4B0805-5D64-4268-90C4-92DFC5A20224}" dt="2023-03-20T06:39:49.532" v="471"/>
        <pc:sldMkLst>
          <pc:docMk/>
          <pc:sldMk cId="3997633430" sldId="335"/>
        </pc:sldMkLst>
        <pc:spChg chg="add mod">
          <ac:chgData name="Sivakumar Paulraj" userId="fba6c5ed4cacd2a1" providerId="LiveId" clId="{DC4B0805-5D64-4268-90C4-92DFC5A20224}" dt="2023-03-20T06:39:49.532" v="471"/>
          <ac:spMkLst>
            <pc:docMk/>
            <pc:sldMk cId="3997633430" sldId="335"/>
            <ac:spMk id="2" creationId="{741879D9-DF8B-9B71-725A-632495797DBD}"/>
          </ac:spMkLst>
        </pc:spChg>
        <pc:spChg chg="add mod">
          <ac:chgData name="Sivakumar Paulraj" userId="fba6c5ed4cacd2a1" providerId="LiveId" clId="{DC4B0805-5D64-4268-90C4-92DFC5A20224}" dt="2023-03-20T06:39:49.532" v="471"/>
          <ac:spMkLst>
            <pc:docMk/>
            <pc:sldMk cId="3997633430" sldId="335"/>
            <ac:spMk id="3" creationId="{DEC38D53-09D0-807B-1D49-F31D5D4448AD}"/>
          </ac:spMkLst>
        </pc:spChg>
        <pc:spChg chg="add mod">
          <ac:chgData name="Sivakumar Paulraj" userId="fba6c5ed4cacd2a1" providerId="LiveId" clId="{DC4B0805-5D64-4268-90C4-92DFC5A20224}" dt="2023-03-20T06:39:49.532" v="471"/>
          <ac:spMkLst>
            <pc:docMk/>
            <pc:sldMk cId="3997633430" sldId="335"/>
            <ac:spMk id="6" creationId="{EB73C691-4090-8E17-D5A7-D7183FCD72B4}"/>
          </ac:spMkLst>
        </pc:spChg>
        <pc:spChg chg="add mod">
          <ac:chgData name="Sivakumar Paulraj" userId="fba6c5ed4cacd2a1" providerId="LiveId" clId="{DC4B0805-5D64-4268-90C4-92DFC5A20224}" dt="2023-03-20T06:39:49.532" v="471"/>
          <ac:spMkLst>
            <pc:docMk/>
            <pc:sldMk cId="3997633430" sldId="335"/>
            <ac:spMk id="7" creationId="{9FF7DC00-78F8-3258-7E0D-F230E741D988}"/>
          </ac:spMkLst>
        </pc:spChg>
        <pc:spChg chg="add mod">
          <ac:chgData name="Sivakumar Paulraj" userId="fba6c5ed4cacd2a1" providerId="LiveId" clId="{DC4B0805-5D64-4268-90C4-92DFC5A20224}" dt="2023-03-20T06:39:49.532" v="471"/>
          <ac:spMkLst>
            <pc:docMk/>
            <pc:sldMk cId="3997633430" sldId="335"/>
            <ac:spMk id="8" creationId="{824A4AA0-9E47-93B6-3E51-71DB428D1C65}"/>
          </ac:spMkLst>
        </pc:spChg>
        <pc:graphicFrameChg chg="add mod">
          <ac:chgData name="Sivakumar Paulraj" userId="fba6c5ed4cacd2a1" providerId="LiveId" clId="{DC4B0805-5D64-4268-90C4-92DFC5A20224}" dt="2023-03-20T06:39:49.532" v="471"/>
          <ac:graphicFrameMkLst>
            <pc:docMk/>
            <pc:sldMk cId="3997633430" sldId="335"/>
            <ac:graphicFrameMk id="4" creationId="{8EBBF041-47F1-A596-0867-12EC83BEB9A6}"/>
          </ac:graphicFrameMkLst>
        </pc:graphicFrameChg>
        <pc:graphicFrameChg chg="add mod">
          <ac:chgData name="Sivakumar Paulraj" userId="fba6c5ed4cacd2a1" providerId="LiveId" clId="{DC4B0805-5D64-4268-90C4-92DFC5A20224}" dt="2023-03-20T06:39:49.532" v="471"/>
          <ac:graphicFrameMkLst>
            <pc:docMk/>
            <pc:sldMk cId="3997633430" sldId="335"/>
            <ac:graphicFrameMk id="5" creationId="{0736D3B8-1387-9C01-BBF7-6031447BDF16}"/>
          </ac:graphicFrameMkLst>
        </pc:graphicFrameChg>
      </pc:sldChg>
      <pc:sldChg chg="add del">
        <pc:chgData name="Sivakumar Paulraj" userId="fba6c5ed4cacd2a1" providerId="LiveId" clId="{DC4B0805-5D64-4268-90C4-92DFC5A20224}" dt="2023-03-20T08:44:30.396" v="526" actId="47"/>
        <pc:sldMkLst>
          <pc:docMk/>
          <pc:sldMk cId="3946882178" sldId="336"/>
        </pc:sldMkLst>
      </pc:sldChg>
      <pc:sldChg chg="addSp modSp add modAnim">
        <pc:chgData name="Sivakumar Paulraj" userId="fba6c5ed4cacd2a1" providerId="LiveId" clId="{DC4B0805-5D64-4268-90C4-92DFC5A20224}" dt="2023-03-20T06:40:03.246" v="472"/>
        <pc:sldMkLst>
          <pc:docMk/>
          <pc:sldMk cId="907365212" sldId="337"/>
        </pc:sldMkLst>
        <pc:spChg chg="add mod">
          <ac:chgData name="Sivakumar Paulraj" userId="fba6c5ed4cacd2a1" providerId="LiveId" clId="{DC4B0805-5D64-4268-90C4-92DFC5A20224}" dt="2023-03-20T06:40:03.246" v="472"/>
          <ac:spMkLst>
            <pc:docMk/>
            <pc:sldMk cId="907365212" sldId="337"/>
            <ac:spMk id="2" creationId="{C3E902F1-F5CE-44DB-B116-7B5F1297F5FF}"/>
          </ac:spMkLst>
        </pc:spChg>
        <pc:spChg chg="add mod">
          <ac:chgData name="Sivakumar Paulraj" userId="fba6c5ed4cacd2a1" providerId="LiveId" clId="{DC4B0805-5D64-4268-90C4-92DFC5A20224}" dt="2023-03-20T06:40:03.246" v="472"/>
          <ac:spMkLst>
            <pc:docMk/>
            <pc:sldMk cId="907365212" sldId="337"/>
            <ac:spMk id="3" creationId="{60B540A6-CFDD-27F4-3C60-21397658673D}"/>
          </ac:spMkLst>
        </pc:spChg>
      </pc:sldChg>
      <pc:sldChg chg="addSp modSp add modAnim">
        <pc:chgData name="Sivakumar Paulraj" userId="fba6c5ed4cacd2a1" providerId="LiveId" clId="{DC4B0805-5D64-4268-90C4-92DFC5A20224}" dt="2023-03-20T06:40:11.664" v="473"/>
        <pc:sldMkLst>
          <pc:docMk/>
          <pc:sldMk cId="676179122" sldId="338"/>
        </pc:sldMkLst>
        <pc:spChg chg="add mod">
          <ac:chgData name="Sivakumar Paulraj" userId="fba6c5ed4cacd2a1" providerId="LiveId" clId="{DC4B0805-5D64-4268-90C4-92DFC5A20224}" dt="2023-03-20T06:40:11.664" v="473"/>
          <ac:spMkLst>
            <pc:docMk/>
            <pc:sldMk cId="676179122" sldId="338"/>
            <ac:spMk id="2" creationId="{D27A32D9-A701-8A3F-EE33-6E0CC2773FBB}"/>
          </ac:spMkLst>
        </pc:spChg>
        <pc:spChg chg="add mod">
          <ac:chgData name="Sivakumar Paulraj" userId="fba6c5ed4cacd2a1" providerId="LiveId" clId="{DC4B0805-5D64-4268-90C4-92DFC5A20224}" dt="2023-03-20T06:40:11.664" v="473"/>
          <ac:spMkLst>
            <pc:docMk/>
            <pc:sldMk cId="676179122" sldId="338"/>
            <ac:spMk id="3" creationId="{F8198D3C-AAC9-EBC9-C0CE-EF4429047473}"/>
          </ac:spMkLst>
        </pc:spChg>
      </pc:sldChg>
      <pc:sldChg chg="addSp modSp add modAnim">
        <pc:chgData name="Sivakumar Paulraj" userId="fba6c5ed4cacd2a1" providerId="LiveId" clId="{DC4B0805-5D64-4268-90C4-92DFC5A20224}" dt="2023-03-20T06:40:18.790" v="474"/>
        <pc:sldMkLst>
          <pc:docMk/>
          <pc:sldMk cId="2548374287" sldId="339"/>
        </pc:sldMkLst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2" creationId="{D07959B8-52F6-A43E-D2F9-0F842ECA30CE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3" creationId="{575B6CC9-43F6-34ED-1925-21F14DE32826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4" creationId="{F29B2318-68A4-2914-311A-5A4D0F7C5C08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5" creationId="{AB54A7E4-9085-4570-AF9C-2E1C4A7E5AF1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11" creationId="{651D3CB9-75EC-40AD-50A7-44B46D2ADD05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13" creationId="{5C58C337-1D20-E9FE-6A5E-6D2E9276A229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14" creationId="{D9AF41B5-3DAE-F742-10E2-BDC276F37096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15" creationId="{76127CAE-3741-1F60-6ECD-26C3D9736AAF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16" creationId="{173DDF30-D2DA-3A47-38A6-4535EA83481C}"/>
          </ac:spMkLst>
        </pc:spChg>
        <pc:spChg chg="add mod">
          <ac:chgData name="Sivakumar Paulraj" userId="fba6c5ed4cacd2a1" providerId="LiveId" clId="{DC4B0805-5D64-4268-90C4-92DFC5A20224}" dt="2023-03-20T06:40:18.790" v="474"/>
          <ac:spMkLst>
            <pc:docMk/>
            <pc:sldMk cId="2548374287" sldId="339"/>
            <ac:spMk id="17" creationId="{8029D0B2-9DB5-C0CF-5EF7-60EF0F5DB315}"/>
          </ac:spMkLst>
        </pc:spChg>
        <pc:grpChg chg="add mod">
          <ac:chgData name="Sivakumar Paulraj" userId="fba6c5ed4cacd2a1" providerId="LiveId" clId="{DC4B0805-5D64-4268-90C4-92DFC5A20224}" dt="2023-03-20T06:40:18.790" v="474"/>
          <ac:grpSpMkLst>
            <pc:docMk/>
            <pc:sldMk cId="2548374287" sldId="339"/>
            <ac:grpSpMk id="7" creationId="{313C39DB-F79C-5B11-F5A1-F3DBBD444BCF}"/>
          </ac:grpSpMkLst>
        </pc:grpChg>
        <pc:cxnChg chg="add mod">
          <ac:chgData name="Sivakumar Paulraj" userId="fba6c5ed4cacd2a1" providerId="LiveId" clId="{DC4B0805-5D64-4268-90C4-92DFC5A20224}" dt="2023-03-20T06:40:18.790" v="474"/>
          <ac:cxnSpMkLst>
            <pc:docMk/>
            <pc:sldMk cId="2548374287" sldId="339"/>
            <ac:cxnSpMk id="6" creationId="{90D7BF21-2BB9-DA36-CF59-90420E80727A}"/>
          </ac:cxnSpMkLst>
        </pc:cxnChg>
        <pc:cxnChg chg="mod">
          <ac:chgData name="Sivakumar Paulraj" userId="fba6c5ed4cacd2a1" providerId="LiveId" clId="{DC4B0805-5D64-4268-90C4-92DFC5A20224}" dt="2023-03-20T06:40:18.790" v="474"/>
          <ac:cxnSpMkLst>
            <pc:docMk/>
            <pc:sldMk cId="2548374287" sldId="339"/>
            <ac:cxnSpMk id="8" creationId="{2E07E809-725E-6F65-8EFE-384F6CD66497}"/>
          </ac:cxnSpMkLst>
        </pc:cxnChg>
        <pc:cxnChg chg="mod">
          <ac:chgData name="Sivakumar Paulraj" userId="fba6c5ed4cacd2a1" providerId="LiveId" clId="{DC4B0805-5D64-4268-90C4-92DFC5A20224}" dt="2023-03-20T06:40:18.790" v="474"/>
          <ac:cxnSpMkLst>
            <pc:docMk/>
            <pc:sldMk cId="2548374287" sldId="339"/>
            <ac:cxnSpMk id="9" creationId="{B0CB19DD-62FB-1C48-204D-FB9D77DEB8FE}"/>
          </ac:cxnSpMkLst>
        </pc:cxnChg>
        <pc:cxnChg chg="mod">
          <ac:chgData name="Sivakumar Paulraj" userId="fba6c5ed4cacd2a1" providerId="LiveId" clId="{DC4B0805-5D64-4268-90C4-92DFC5A20224}" dt="2023-03-20T06:40:18.790" v="474"/>
          <ac:cxnSpMkLst>
            <pc:docMk/>
            <pc:sldMk cId="2548374287" sldId="339"/>
            <ac:cxnSpMk id="10" creationId="{B11D23FA-3142-15FA-F690-E55C50593C36}"/>
          </ac:cxnSpMkLst>
        </pc:cxnChg>
        <pc:cxnChg chg="add mod">
          <ac:chgData name="Sivakumar Paulraj" userId="fba6c5ed4cacd2a1" providerId="LiveId" clId="{DC4B0805-5D64-4268-90C4-92DFC5A20224}" dt="2023-03-20T06:40:18.790" v="474"/>
          <ac:cxnSpMkLst>
            <pc:docMk/>
            <pc:sldMk cId="2548374287" sldId="339"/>
            <ac:cxnSpMk id="12" creationId="{5FA2E5D8-3496-8E8F-631C-75ADD4817417}"/>
          </ac:cxnSpMkLst>
        </pc:cxnChg>
        <pc:cxnChg chg="add mod">
          <ac:chgData name="Sivakumar Paulraj" userId="fba6c5ed4cacd2a1" providerId="LiveId" clId="{DC4B0805-5D64-4268-90C4-92DFC5A20224}" dt="2023-03-20T06:40:18.790" v="474"/>
          <ac:cxnSpMkLst>
            <pc:docMk/>
            <pc:sldMk cId="2548374287" sldId="339"/>
            <ac:cxnSpMk id="18" creationId="{7FD4EDB1-23B9-BC9B-81E2-A830F2828018}"/>
          </ac:cxnSpMkLst>
        </pc:cxnChg>
      </pc:sldChg>
      <pc:sldChg chg="addSp modSp add modAnim">
        <pc:chgData name="Sivakumar Paulraj" userId="fba6c5ed4cacd2a1" providerId="LiveId" clId="{DC4B0805-5D64-4268-90C4-92DFC5A20224}" dt="2023-03-20T06:50:25.216" v="477" actId="255"/>
        <pc:sldMkLst>
          <pc:docMk/>
          <pc:sldMk cId="982439944" sldId="340"/>
        </pc:sldMkLst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2" creationId="{58ECAE40-4CD2-C196-67E0-F782E8D30690}"/>
          </ac:spMkLst>
        </pc:spChg>
        <pc:spChg chg="add mod">
          <ac:chgData name="Sivakumar Paulraj" userId="fba6c5ed4cacd2a1" providerId="LiveId" clId="{DC4B0805-5D64-4268-90C4-92DFC5A20224}" dt="2023-03-20T06:50:25.216" v="477" actId="255"/>
          <ac:spMkLst>
            <pc:docMk/>
            <pc:sldMk cId="982439944" sldId="340"/>
            <ac:spMk id="3" creationId="{4A768E25-3827-8066-9DFD-3B7FB0CBFB96}"/>
          </ac:spMkLst>
        </pc:spChg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8" creationId="{80BBF13E-8BCE-E6E8-FE4A-4DCAA85F9E27}"/>
          </ac:spMkLst>
        </pc:spChg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9" creationId="{2A4DA359-F3EC-CFF5-04EE-7C75F141A778}"/>
          </ac:spMkLst>
        </pc:spChg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10" creationId="{F47AED96-FE09-1364-E102-F016D649A9B6}"/>
          </ac:spMkLst>
        </pc:spChg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11" creationId="{8FEA4408-8C6B-2811-44BE-63CE2787F4BA}"/>
          </ac:spMkLst>
        </pc:spChg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12" creationId="{2BC62AD1-8A98-8F09-A699-E4841669B91F}"/>
          </ac:spMkLst>
        </pc:spChg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15" creationId="{06B45139-B07C-E0A1-3722-1ABD5C165920}"/>
          </ac:spMkLst>
        </pc:spChg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16" creationId="{2AEACDDD-625B-B639-22E1-27679DC41942}"/>
          </ac:spMkLst>
        </pc:spChg>
        <pc:spChg chg="add mod">
          <ac:chgData name="Sivakumar Paulraj" userId="fba6c5ed4cacd2a1" providerId="LiveId" clId="{DC4B0805-5D64-4268-90C4-92DFC5A20224}" dt="2023-03-20T06:50:16.563" v="475"/>
          <ac:spMkLst>
            <pc:docMk/>
            <pc:sldMk cId="982439944" sldId="340"/>
            <ac:spMk id="17" creationId="{E3182F16-9E87-D4EE-0B86-5D569B67AA63}"/>
          </ac:spMkLst>
        </pc:spChg>
        <pc:grpChg chg="add mod">
          <ac:chgData name="Sivakumar Paulraj" userId="fba6c5ed4cacd2a1" providerId="LiveId" clId="{DC4B0805-5D64-4268-90C4-92DFC5A20224}" dt="2023-03-20T06:50:16.563" v="475"/>
          <ac:grpSpMkLst>
            <pc:docMk/>
            <pc:sldMk cId="982439944" sldId="340"/>
            <ac:grpSpMk id="4" creationId="{BC2BD5F2-7EC0-490C-FD16-24FFAB927853}"/>
          </ac:grpSpMkLst>
        </pc:grpChg>
        <pc:cxnChg chg="mod">
          <ac:chgData name="Sivakumar Paulraj" userId="fba6c5ed4cacd2a1" providerId="LiveId" clId="{DC4B0805-5D64-4268-90C4-92DFC5A20224}" dt="2023-03-20T06:50:16.563" v="475"/>
          <ac:cxnSpMkLst>
            <pc:docMk/>
            <pc:sldMk cId="982439944" sldId="340"/>
            <ac:cxnSpMk id="5" creationId="{6AB1BB22-B3CA-F1C6-89F0-57FE688D1EE9}"/>
          </ac:cxnSpMkLst>
        </pc:cxnChg>
        <pc:cxnChg chg="mod">
          <ac:chgData name="Sivakumar Paulraj" userId="fba6c5ed4cacd2a1" providerId="LiveId" clId="{DC4B0805-5D64-4268-90C4-92DFC5A20224}" dt="2023-03-20T06:50:16.563" v="475"/>
          <ac:cxnSpMkLst>
            <pc:docMk/>
            <pc:sldMk cId="982439944" sldId="340"/>
            <ac:cxnSpMk id="6" creationId="{A77CBFCC-A931-8B5D-FFD0-65471BF961CB}"/>
          </ac:cxnSpMkLst>
        </pc:cxnChg>
        <pc:cxnChg chg="mod">
          <ac:chgData name="Sivakumar Paulraj" userId="fba6c5ed4cacd2a1" providerId="LiveId" clId="{DC4B0805-5D64-4268-90C4-92DFC5A20224}" dt="2023-03-20T06:50:16.563" v="475"/>
          <ac:cxnSpMkLst>
            <pc:docMk/>
            <pc:sldMk cId="982439944" sldId="340"/>
            <ac:cxnSpMk id="7" creationId="{5B9E2841-C33F-87B7-5086-666571050BF8}"/>
          </ac:cxnSpMkLst>
        </pc:cxnChg>
        <pc:cxnChg chg="add mod">
          <ac:chgData name="Sivakumar Paulraj" userId="fba6c5ed4cacd2a1" providerId="LiveId" clId="{DC4B0805-5D64-4268-90C4-92DFC5A20224}" dt="2023-03-20T06:50:16.563" v="475"/>
          <ac:cxnSpMkLst>
            <pc:docMk/>
            <pc:sldMk cId="982439944" sldId="340"/>
            <ac:cxnSpMk id="13" creationId="{BEEF9FC2-659C-EE10-3D28-36F0A026CB0A}"/>
          </ac:cxnSpMkLst>
        </pc:cxnChg>
        <pc:cxnChg chg="add mod">
          <ac:chgData name="Sivakumar Paulraj" userId="fba6c5ed4cacd2a1" providerId="LiveId" clId="{DC4B0805-5D64-4268-90C4-92DFC5A20224}" dt="2023-03-20T06:50:16.563" v="475"/>
          <ac:cxnSpMkLst>
            <pc:docMk/>
            <pc:sldMk cId="982439944" sldId="340"/>
            <ac:cxnSpMk id="14" creationId="{77EDD868-E580-69E2-01A6-D8EE7C855068}"/>
          </ac:cxnSpMkLst>
        </pc:cxnChg>
      </pc:sldChg>
      <pc:sldChg chg="add del">
        <pc:chgData name="Sivakumar Paulraj" userId="fba6c5ed4cacd2a1" providerId="LiveId" clId="{DC4B0805-5D64-4268-90C4-92DFC5A20224}" dt="2023-03-20T08:44:48.867" v="531" actId="47"/>
        <pc:sldMkLst>
          <pc:docMk/>
          <pc:sldMk cId="462775657" sldId="341"/>
        </pc:sldMkLst>
      </pc:sldChg>
      <pc:sldChg chg="addSp modSp add modAnim">
        <pc:chgData name="Sivakumar Paulraj" userId="fba6c5ed4cacd2a1" providerId="LiveId" clId="{DC4B0805-5D64-4268-90C4-92DFC5A20224}" dt="2023-03-20T06:50:41.663" v="478"/>
        <pc:sldMkLst>
          <pc:docMk/>
          <pc:sldMk cId="4089237303" sldId="342"/>
        </pc:sldMkLst>
        <pc:spChg chg="add mod">
          <ac:chgData name="Sivakumar Paulraj" userId="fba6c5ed4cacd2a1" providerId="LiveId" clId="{DC4B0805-5D64-4268-90C4-92DFC5A20224}" dt="2023-03-20T06:50:41.663" v="478"/>
          <ac:spMkLst>
            <pc:docMk/>
            <pc:sldMk cId="4089237303" sldId="342"/>
            <ac:spMk id="2" creationId="{B4629B60-ECC6-DDD6-462F-EDD7DB671386}"/>
          </ac:spMkLst>
        </pc:spChg>
        <pc:spChg chg="add mod">
          <ac:chgData name="Sivakumar Paulraj" userId="fba6c5ed4cacd2a1" providerId="LiveId" clId="{DC4B0805-5D64-4268-90C4-92DFC5A20224}" dt="2023-03-20T06:50:41.663" v="478"/>
          <ac:spMkLst>
            <pc:docMk/>
            <pc:sldMk cId="4089237303" sldId="342"/>
            <ac:spMk id="3" creationId="{99CC7C36-0137-76EB-5310-A3EE537173AF}"/>
          </ac:spMkLst>
        </pc:spChg>
      </pc:sldChg>
      <pc:sldChg chg="addSp modSp add modAnim">
        <pc:chgData name="Sivakumar Paulraj" userId="fba6c5ed4cacd2a1" providerId="LiveId" clId="{DC4B0805-5D64-4268-90C4-92DFC5A20224}" dt="2023-03-20T06:50:50.720" v="479"/>
        <pc:sldMkLst>
          <pc:docMk/>
          <pc:sldMk cId="517493947" sldId="343"/>
        </pc:sldMkLst>
        <pc:spChg chg="add mod">
          <ac:chgData name="Sivakumar Paulraj" userId="fba6c5ed4cacd2a1" providerId="LiveId" clId="{DC4B0805-5D64-4268-90C4-92DFC5A20224}" dt="2023-03-20T06:50:50.720" v="479"/>
          <ac:spMkLst>
            <pc:docMk/>
            <pc:sldMk cId="517493947" sldId="343"/>
            <ac:spMk id="2" creationId="{0074C65D-EEA8-F3EE-B23D-15341BD3CD80}"/>
          </ac:spMkLst>
        </pc:spChg>
        <pc:spChg chg="add mod">
          <ac:chgData name="Sivakumar Paulraj" userId="fba6c5ed4cacd2a1" providerId="LiveId" clId="{DC4B0805-5D64-4268-90C4-92DFC5A20224}" dt="2023-03-20T06:50:50.720" v="479"/>
          <ac:spMkLst>
            <pc:docMk/>
            <pc:sldMk cId="517493947" sldId="343"/>
            <ac:spMk id="3" creationId="{1346CA56-398E-5AD9-8137-72F473DA6E21}"/>
          </ac:spMkLst>
        </pc:spChg>
      </pc:sldChg>
      <pc:sldChg chg="addSp modSp add modAnim">
        <pc:chgData name="Sivakumar Paulraj" userId="fba6c5ed4cacd2a1" providerId="LiveId" clId="{DC4B0805-5D64-4268-90C4-92DFC5A20224}" dt="2023-03-20T06:51:01.735" v="480"/>
        <pc:sldMkLst>
          <pc:docMk/>
          <pc:sldMk cId="3552911364" sldId="344"/>
        </pc:sldMkLst>
        <pc:spChg chg="add mod">
          <ac:chgData name="Sivakumar Paulraj" userId="fba6c5ed4cacd2a1" providerId="LiveId" clId="{DC4B0805-5D64-4268-90C4-92DFC5A20224}" dt="2023-03-20T06:51:01.735" v="480"/>
          <ac:spMkLst>
            <pc:docMk/>
            <pc:sldMk cId="3552911364" sldId="344"/>
            <ac:spMk id="2" creationId="{254B10F8-EC5D-6D11-ACBC-C8D4198D62BE}"/>
          </ac:spMkLst>
        </pc:spChg>
        <pc:spChg chg="add mod">
          <ac:chgData name="Sivakumar Paulraj" userId="fba6c5ed4cacd2a1" providerId="LiveId" clId="{DC4B0805-5D64-4268-90C4-92DFC5A20224}" dt="2023-03-20T06:51:01.735" v="480"/>
          <ac:spMkLst>
            <pc:docMk/>
            <pc:sldMk cId="3552911364" sldId="344"/>
            <ac:spMk id="3" creationId="{A8A7B034-A7A9-FF71-BB99-43C50AD3EE87}"/>
          </ac:spMkLst>
        </pc:spChg>
      </pc:sldChg>
      <pc:sldChg chg="addSp modSp add modAnim">
        <pc:chgData name="Sivakumar Paulraj" userId="fba6c5ed4cacd2a1" providerId="LiveId" clId="{DC4B0805-5D64-4268-90C4-92DFC5A20224}" dt="2023-03-20T06:51:07.035" v="481"/>
        <pc:sldMkLst>
          <pc:docMk/>
          <pc:sldMk cId="2421072715" sldId="345"/>
        </pc:sldMkLst>
        <pc:spChg chg="add mod">
          <ac:chgData name="Sivakumar Paulraj" userId="fba6c5ed4cacd2a1" providerId="LiveId" clId="{DC4B0805-5D64-4268-90C4-92DFC5A20224}" dt="2023-03-20T06:51:07.035" v="481"/>
          <ac:spMkLst>
            <pc:docMk/>
            <pc:sldMk cId="2421072715" sldId="345"/>
            <ac:spMk id="2" creationId="{E0F9BDFF-6CA3-85D9-D834-910A91A46369}"/>
          </ac:spMkLst>
        </pc:spChg>
        <pc:spChg chg="add mod">
          <ac:chgData name="Sivakumar Paulraj" userId="fba6c5ed4cacd2a1" providerId="LiveId" clId="{DC4B0805-5D64-4268-90C4-92DFC5A20224}" dt="2023-03-20T06:51:07.035" v="481"/>
          <ac:spMkLst>
            <pc:docMk/>
            <pc:sldMk cId="2421072715" sldId="345"/>
            <ac:spMk id="3" creationId="{663E4C43-227F-3C6C-0D36-F580DAA45D74}"/>
          </ac:spMkLst>
        </pc:spChg>
      </pc:sldChg>
      <pc:sldChg chg="addSp modSp add modAnim">
        <pc:chgData name="Sivakumar Paulraj" userId="fba6c5ed4cacd2a1" providerId="LiveId" clId="{DC4B0805-5D64-4268-90C4-92DFC5A20224}" dt="2023-03-20T06:51:12.846" v="482"/>
        <pc:sldMkLst>
          <pc:docMk/>
          <pc:sldMk cId="1808980343" sldId="346"/>
        </pc:sldMkLst>
        <pc:spChg chg="add mod">
          <ac:chgData name="Sivakumar Paulraj" userId="fba6c5ed4cacd2a1" providerId="LiveId" clId="{DC4B0805-5D64-4268-90C4-92DFC5A20224}" dt="2023-03-20T06:51:12.846" v="482"/>
          <ac:spMkLst>
            <pc:docMk/>
            <pc:sldMk cId="1808980343" sldId="346"/>
            <ac:spMk id="2" creationId="{4FAD1DB7-BE79-7494-3B8D-C6DF6EBFEC08}"/>
          </ac:spMkLst>
        </pc:spChg>
        <pc:spChg chg="add mod">
          <ac:chgData name="Sivakumar Paulraj" userId="fba6c5ed4cacd2a1" providerId="LiveId" clId="{DC4B0805-5D64-4268-90C4-92DFC5A20224}" dt="2023-03-20T06:51:12.846" v="482"/>
          <ac:spMkLst>
            <pc:docMk/>
            <pc:sldMk cId="1808980343" sldId="346"/>
            <ac:spMk id="3" creationId="{1D685794-9D62-939D-C60A-04431F069830}"/>
          </ac:spMkLst>
        </pc:spChg>
      </pc:sldChg>
      <pc:sldChg chg="addSp modSp add modAnim">
        <pc:chgData name="Sivakumar Paulraj" userId="fba6c5ed4cacd2a1" providerId="LiveId" clId="{DC4B0805-5D64-4268-90C4-92DFC5A20224}" dt="2023-03-20T06:51:18.219" v="483"/>
        <pc:sldMkLst>
          <pc:docMk/>
          <pc:sldMk cId="2464554482" sldId="347"/>
        </pc:sldMkLst>
        <pc:spChg chg="add mod">
          <ac:chgData name="Sivakumar Paulraj" userId="fba6c5ed4cacd2a1" providerId="LiveId" clId="{DC4B0805-5D64-4268-90C4-92DFC5A20224}" dt="2023-03-20T06:51:18.219" v="483"/>
          <ac:spMkLst>
            <pc:docMk/>
            <pc:sldMk cId="2464554482" sldId="347"/>
            <ac:spMk id="2" creationId="{E1E2DF8C-9A0D-3C8B-E1C2-2AF216A5A9F1}"/>
          </ac:spMkLst>
        </pc:spChg>
        <pc:spChg chg="add mod">
          <ac:chgData name="Sivakumar Paulraj" userId="fba6c5ed4cacd2a1" providerId="LiveId" clId="{DC4B0805-5D64-4268-90C4-92DFC5A20224}" dt="2023-03-20T06:51:18.219" v="483"/>
          <ac:spMkLst>
            <pc:docMk/>
            <pc:sldMk cId="2464554482" sldId="347"/>
            <ac:spMk id="3" creationId="{83C2C799-C080-DE25-FC6A-06913363CBFF}"/>
          </ac:spMkLst>
        </pc:spChg>
      </pc:sldChg>
      <pc:sldChg chg="addSp modSp add modAnim">
        <pc:chgData name="Sivakumar Paulraj" userId="fba6c5ed4cacd2a1" providerId="LiveId" clId="{DC4B0805-5D64-4268-90C4-92DFC5A20224}" dt="2023-03-20T06:51:22.713" v="484"/>
        <pc:sldMkLst>
          <pc:docMk/>
          <pc:sldMk cId="4284671213" sldId="348"/>
        </pc:sldMkLst>
        <pc:spChg chg="add mod">
          <ac:chgData name="Sivakumar Paulraj" userId="fba6c5ed4cacd2a1" providerId="LiveId" clId="{DC4B0805-5D64-4268-90C4-92DFC5A20224}" dt="2023-03-20T06:51:22.713" v="484"/>
          <ac:spMkLst>
            <pc:docMk/>
            <pc:sldMk cId="4284671213" sldId="348"/>
            <ac:spMk id="2" creationId="{7FC0140F-5234-B705-52D8-195C751E0C33}"/>
          </ac:spMkLst>
        </pc:spChg>
        <pc:spChg chg="add mod">
          <ac:chgData name="Sivakumar Paulraj" userId="fba6c5ed4cacd2a1" providerId="LiveId" clId="{DC4B0805-5D64-4268-90C4-92DFC5A20224}" dt="2023-03-20T06:51:22.713" v="484"/>
          <ac:spMkLst>
            <pc:docMk/>
            <pc:sldMk cId="4284671213" sldId="348"/>
            <ac:spMk id="3" creationId="{A309BDB2-A33A-CC11-77FD-075852A1EE7E}"/>
          </ac:spMkLst>
        </pc:spChg>
      </pc:sldChg>
      <pc:sldChg chg="add del">
        <pc:chgData name="Sivakumar Paulraj" userId="fba6c5ed4cacd2a1" providerId="LiveId" clId="{DC4B0805-5D64-4268-90C4-92DFC5A20224}" dt="2023-03-20T08:45:02.902" v="534" actId="47"/>
        <pc:sldMkLst>
          <pc:docMk/>
          <pc:sldMk cId="1344316610" sldId="349"/>
        </pc:sldMkLst>
      </pc:sldChg>
      <pc:sldChg chg="addSp modSp add modAnim">
        <pc:chgData name="Sivakumar Paulraj" userId="fba6c5ed4cacd2a1" providerId="LiveId" clId="{DC4B0805-5D64-4268-90C4-92DFC5A20224}" dt="2023-03-20T06:51:33.242" v="485"/>
        <pc:sldMkLst>
          <pc:docMk/>
          <pc:sldMk cId="4588522" sldId="350"/>
        </pc:sldMkLst>
        <pc:spChg chg="add mod">
          <ac:chgData name="Sivakumar Paulraj" userId="fba6c5ed4cacd2a1" providerId="LiveId" clId="{DC4B0805-5D64-4268-90C4-92DFC5A20224}" dt="2023-03-20T06:51:33.242" v="485"/>
          <ac:spMkLst>
            <pc:docMk/>
            <pc:sldMk cId="4588522" sldId="350"/>
            <ac:spMk id="2" creationId="{5BD5E775-B20E-187E-76A5-9F03D8592CF0}"/>
          </ac:spMkLst>
        </pc:spChg>
        <pc:spChg chg="add mod">
          <ac:chgData name="Sivakumar Paulraj" userId="fba6c5ed4cacd2a1" providerId="LiveId" clId="{DC4B0805-5D64-4268-90C4-92DFC5A20224}" dt="2023-03-20T06:51:33.242" v="485"/>
          <ac:spMkLst>
            <pc:docMk/>
            <pc:sldMk cId="4588522" sldId="350"/>
            <ac:spMk id="3" creationId="{42275AF8-BBFD-4959-4D04-574CA5EA5841}"/>
          </ac:spMkLst>
        </pc:spChg>
      </pc:sldChg>
      <pc:sldChg chg="addSp modSp add modAnim">
        <pc:chgData name="Sivakumar Paulraj" userId="fba6c5ed4cacd2a1" providerId="LiveId" clId="{DC4B0805-5D64-4268-90C4-92DFC5A20224}" dt="2023-03-20T06:51:38.760" v="486"/>
        <pc:sldMkLst>
          <pc:docMk/>
          <pc:sldMk cId="3136156776" sldId="351"/>
        </pc:sldMkLst>
        <pc:spChg chg="add mod">
          <ac:chgData name="Sivakumar Paulraj" userId="fba6c5ed4cacd2a1" providerId="LiveId" clId="{DC4B0805-5D64-4268-90C4-92DFC5A20224}" dt="2023-03-20T06:51:38.760" v="486"/>
          <ac:spMkLst>
            <pc:docMk/>
            <pc:sldMk cId="3136156776" sldId="351"/>
            <ac:spMk id="2" creationId="{B5F588F9-B7DA-A9C6-3254-79319172BB58}"/>
          </ac:spMkLst>
        </pc:spChg>
        <pc:spChg chg="add mod">
          <ac:chgData name="Sivakumar Paulraj" userId="fba6c5ed4cacd2a1" providerId="LiveId" clId="{DC4B0805-5D64-4268-90C4-92DFC5A20224}" dt="2023-03-20T06:51:38.760" v="486"/>
          <ac:spMkLst>
            <pc:docMk/>
            <pc:sldMk cId="3136156776" sldId="351"/>
            <ac:spMk id="3" creationId="{829CF294-74B8-FAEA-C83F-0C064A395F50}"/>
          </ac:spMkLst>
        </pc:spChg>
        <pc:spChg chg="add mod">
          <ac:chgData name="Sivakumar Paulraj" userId="fba6c5ed4cacd2a1" providerId="LiveId" clId="{DC4B0805-5D64-4268-90C4-92DFC5A20224}" dt="2023-03-20T06:51:38.760" v="486"/>
          <ac:spMkLst>
            <pc:docMk/>
            <pc:sldMk cId="3136156776" sldId="351"/>
            <ac:spMk id="4" creationId="{DC3BC4E2-34D1-EE44-AE7C-39BFBE203F4F}"/>
          </ac:spMkLst>
        </pc:spChg>
        <pc:spChg chg="add mod">
          <ac:chgData name="Sivakumar Paulraj" userId="fba6c5ed4cacd2a1" providerId="LiveId" clId="{DC4B0805-5D64-4268-90C4-92DFC5A20224}" dt="2023-03-20T06:51:38.760" v="486"/>
          <ac:spMkLst>
            <pc:docMk/>
            <pc:sldMk cId="3136156776" sldId="351"/>
            <ac:spMk id="5" creationId="{CDD5BDA8-8077-00B0-4B00-5192E47BF578}"/>
          </ac:spMkLst>
        </pc:spChg>
        <pc:spChg chg="add mod">
          <ac:chgData name="Sivakumar Paulraj" userId="fba6c5ed4cacd2a1" providerId="LiveId" clId="{DC4B0805-5D64-4268-90C4-92DFC5A20224}" dt="2023-03-20T06:51:38.760" v="486"/>
          <ac:spMkLst>
            <pc:docMk/>
            <pc:sldMk cId="3136156776" sldId="351"/>
            <ac:spMk id="6" creationId="{F3778375-FD16-21D0-DE55-BF474D338927}"/>
          </ac:spMkLst>
        </pc:spChg>
        <pc:spChg chg="add mod">
          <ac:chgData name="Sivakumar Paulraj" userId="fba6c5ed4cacd2a1" providerId="LiveId" clId="{DC4B0805-5D64-4268-90C4-92DFC5A20224}" dt="2023-03-20T06:51:38.760" v="486"/>
          <ac:spMkLst>
            <pc:docMk/>
            <pc:sldMk cId="3136156776" sldId="351"/>
            <ac:spMk id="7" creationId="{7A987849-4657-8284-7DCE-195F73B148FE}"/>
          </ac:spMkLst>
        </pc:spChg>
      </pc:sldChg>
      <pc:sldChg chg="addSp modSp add modAnim">
        <pc:chgData name="Sivakumar Paulraj" userId="fba6c5ed4cacd2a1" providerId="LiveId" clId="{DC4B0805-5D64-4268-90C4-92DFC5A20224}" dt="2023-03-20T06:51:53.094" v="487"/>
        <pc:sldMkLst>
          <pc:docMk/>
          <pc:sldMk cId="2379797184" sldId="352"/>
        </pc:sldMkLst>
        <pc:spChg chg="add mod">
          <ac:chgData name="Sivakumar Paulraj" userId="fba6c5ed4cacd2a1" providerId="LiveId" clId="{DC4B0805-5D64-4268-90C4-92DFC5A20224}" dt="2023-03-20T06:51:53.094" v="487"/>
          <ac:spMkLst>
            <pc:docMk/>
            <pc:sldMk cId="2379797184" sldId="352"/>
            <ac:spMk id="2" creationId="{B17BDF35-1E10-DC5D-B826-830DDFD69069}"/>
          </ac:spMkLst>
        </pc:spChg>
        <pc:spChg chg="add mod">
          <ac:chgData name="Sivakumar Paulraj" userId="fba6c5ed4cacd2a1" providerId="LiveId" clId="{DC4B0805-5D64-4268-90C4-92DFC5A20224}" dt="2023-03-20T06:51:53.094" v="487"/>
          <ac:spMkLst>
            <pc:docMk/>
            <pc:sldMk cId="2379797184" sldId="352"/>
            <ac:spMk id="3" creationId="{0795F14A-237B-B951-1DE6-B91E8E0F9C9A}"/>
          </ac:spMkLst>
        </pc:spChg>
      </pc:sldChg>
      <pc:sldChg chg="add del">
        <pc:chgData name="Sivakumar Paulraj" userId="fba6c5ed4cacd2a1" providerId="LiveId" clId="{DC4B0805-5D64-4268-90C4-92DFC5A20224}" dt="2023-03-20T08:46:07.281" v="549" actId="47"/>
        <pc:sldMkLst>
          <pc:docMk/>
          <pc:sldMk cId="1373426034" sldId="353"/>
        </pc:sldMkLst>
      </pc:sldChg>
      <pc:sldChg chg="addSp modSp add modAnim">
        <pc:chgData name="Sivakumar Paulraj" userId="fba6c5ed4cacd2a1" providerId="LiveId" clId="{DC4B0805-5D64-4268-90C4-92DFC5A20224}" dt="2023-03-20T06:52:01.304" v="488"/>
        <pc:sldMkLst>
          <pc:docMk/>
          <pc:sldMk cId="2741899961" sldId="354"/>
        </pc:sldMkLst>
        <pc:spChg chg="add mod">
          <ac:chgData name="Sivakumar Paulraj" userId="fba6c5ed4cacd2a1" providerId="LiveId" clId="{DC4B0805-5D64-4268-90C4-92DFC5A20224}" dt="2023-03-20T06:52:01.304" v="488"/>
          <ac:spMkLst>
            <pc:docMk/>
            <pc:sldMk cId="2741899961" sldId="354"/>
            <ac:spMk id="2" creationId="{AF9E8104-19B3-87C1-4D11-79F9FE6F6225}"/>
          </ac:spMkLst>
        </pc:spChg>
        <pc:spChg chg="add mod">
          <ac:chgData name="Sivakumar Paulraj" userId="fba6c5ed4cacd2a1" providerId="LiveId" clId="{DC4B0805-5D64-4268-90C4-92DFC5A20224}" dt="2023-03-20T06:52:01.304" v="488"/>
          <ac:spMkLst>
            <pc:docMk/>
            <pc:sldMk cId="2741899961" sldId="354"/>
            <ac:spMk id="3" creationId="{AA506065-C9EB-8703-5A8C-C85BF592979B}"/>
          </ac:spMkLst>
        </pc:spChg>
      </pc:sldChg>
      <pc:sldChg chg="addSp modSp add modAnim">
        <pc:chgData name="Sivakumar Paulraj" userId="fba6c5ed4cacd2a1" providerId="LiveId" clId="{DC4B0805-5D64-4268-90C4-92DFC5A20224}" dt="2023-03-20T06:52:16.762" v="490" actId="255"/>
        <pc:sldMkLst>
          <pc:docMk/>
          <pc:sldMk cId="2578460356" sldId="355"/>
        </pc:sldMkLst>
        <pc:spChg chg="add mod">
          <ac:chgData name="Sivakumar Paulraj" userId="fba6c5ed4cacd2a1" providerId="LiveId" clId="{DC4B0805-5D64-4268-90C4-92DFC5A20224}" dt="2023-03-20T06:52:06.841" v="489"/>
          <ac:spMkLst>
            <pc:docMk/>
            <pc:sldMk cId="2578460356" sldId="355"/>
            <ac:spMk id="2" creationId="{7DD4D940-446C-6DA0-CEEC-FCBF71F075FC}"/>
          </ac:spMkLst>
        </pc:spChg>
        <pc:spChg chg="add mod">
          <ac:chgData name="Sivakumar Paulraj" userId="fba6c5ed4cacd2a1" providerId="LiveId" clId="{DC4B0805-5D64-4268-90C4-92DFC5A20224}" dt="2023-03-20T06:52:16.762" v="490" actId="255"/>
          <ac:spMkLst>
            <pc:docMk/>
            <pc:sldMk cId="2578460356" sldId="355"/>
            <ac:spMk id="3" creationId="{ADA28744-E676-EB89-9C63-0679F68365C0}"/>
          </ac:spMkLst>
        </pc:spChg>
      </pc:sldChg>
      <pc:sldChg chg="addSp modSp add modAnim">
        <pc:chgData name="Sivakumar Paulraj" userId="fba6c5ed4cacd2a1" providerId="LiveId" clId="{DC4B0805-5D64-4268-90C4-92DFC5A20224}" dt="2023-03-20T06:52:26.647" v="491"/>
        <pc:sldMkLst>
          <pc:docMk/>
          <pc:sldMk cId="2952304816" sldId="356"/>
        </pc:sldMkLst>
        <pc:spChg chg="add mod">
          <ac:chgData name="Sivakumar Paulraj" userId="fba6c5ed4cacd2a1" providerId="LiveId" clId="{DC4B0805-5D64-4268-90C4-92DFC5A20224}" dt="2023-03-20T06:52:26.647" v="491"/>
          <ac:spMkLst>
            <pc:docMk/>
            <pc:sldMk cId="2952304816" sldId="356"/>
            <ac:spMk id="2" creationId="{08E6050B-C21A-4A3B-B2AB-E23454AE43B2}"/>
          </ac:spMkLst>
        </pc:spChg>
        <pc:spChg chg="add mod">
          <ac:chgData name="Sivakumar Paulraj" userId="fba6c5ed4cacd2a1" providerId="LiveId" clId="{DC4B0805-5D64-4268-90C4-92DFC5A20224}" dt="2023-03-20T06:52:26.647" v="491"/>
          <ac:spMkLst>
            <pc:docMk/>
            <pc:sldMk cId="2952304816" sldId="356"/>
            <ac:spMk id="3" creationId="{8FB00389-1C94-5F6F-6C7A-A5564DFFAB19}"/>
          </ac:spMkLst>
        </pc:spChg>
      </pc:sldChg>
      <pc:sldChg chg="addSp modSp add modAnim">
        <pc:chgData name="Sivakumar Paulraj" userId="fba6c5ed4cacd2a1" providerId="LiveId" clId="{DC4B0805-5D64-4268-90C4-92DFC5A20224}" dt="2023-03-20T06:52:45.105" v="492"/>
        <pc:sldMkLst>
          <pc:docMk/>
          <pc:sldMk cId="2614760053" sldId="357"/>
        </pc:sldMkLst>
        <pc:spChg chg="add mod">
          <ac:chgData name="Sivakumar Paulraj" userId="fba6c5ed4cacd2a1" providerId="LiveId" clId="{DC4B0805-5D64-4268-90C4-92DFC5A20224}" dt="2023-03-20T06:52:45.105" v="492"/>
          <ac:spMkLst>
            <pc:docMk/>
            <pc:sldMk cId="2614760053" sldId="357"/>
            <ac:spMk id="2" creationId="{0BB3CBFF-5899-6C22-A2E2-ABDAB0A86F3E}"/>
          </ac:spMkLst>
        </pc:spChg>
        <pc:spChg chg="add mod">
          <ac:chgData name="Sivakumar Paulraj" userId="fba6c5ed4cacd2a1" providerId="LiveId" clId="{DC4B0805-5D64-4268-90C4-92DFC5A20224}" dt="2023-03-20T06:52:45.105" v="492"/>
          <ac:spMkLst>
            <pc:docMk/>
            <pc:sldMk cId="2614760053" sldId="357"/>
            <ac:spMk id="3" creationId="{71BA6C2F-CD3C-2D00-1C0A-F28F09CA7E9E}"/>
          </ac:spMkLst>
        </pc:spChg>
        <pc:spChg chg="add mod">
          <ac:chgData name="Sivakumar Paulraj" userId="fba6c5ed4cacd2a1" providerId="LiveId" clId="{DC4B0805-5D64-4268-90C4-92DFC5A20224}" dt="2023-03-20T06:52:45.105" v="492"/>
          <ac:spMkLst>
            <pc:docMk/>
            <pc:sldMk cId="2614760053" sldId="357"/>
            <ac:spMk id="4" creationId="{C0A8033E-1DEC-D154-FCF0-4A90FF9FB4C0}"/>
          </ac:spMkLst>
        </pc:spChg>
        <pc:spChg chg="add mod">
          <ac:chgData name="Sivakumar Paulraj" userId="fba6c5ed4cacd2a1" providerId="LiveId" clId="{DC4B0805-5D64-4268-90C4-92DFC5A20224}" dt="2023-03-20T06:52:45.105" v="492"/>
          <ac:spMkLst>
            <pc:docMk/>
            <pc:sldMk cId="2614760053" sldId="357"/>
            <ac:spMk id="5" creationId="{B4AE137E-5CFC-63CD-E7F9-0E04AAE7C97D}"/>
          </ac:spMkLst>
        </pc:spChg>
        <pc:spChg chg="add mod">
          <ac:chgData name="Sivakumar Paulraj" userId="fba6c5ed4cacd2a1" providerId="LiveId" clId="{DC4B0805-5D64-4268-90C4-92DFC5A20224}" dt="2023-03-20T06:52:45.105" v="492"/>
          <ac:spMkLst>
            <pc:docMk/>
            <pc:sldMk cId="2614760053" sldId="357"/>
            <ac:spMk id="6" creationId="{CBCAB250-E397-45BE-C168-D7DAFF980A83}"/>
          </ac:spMkLst>
        </pc:spChg>
        <pc:spChg chg="add mod">
          <ac:chgData name="Sivakumar Paulraj" userId="fba6c5ed4cacd2a1" providerId="LiveId" clId="{DC4B0805-5D64-4268-90C4-92DFC5A20224}" dt="2023-03-20T06:52:45.105" v="492"/>
          <ac:spMkLst>
            <pc:docMk/>
            <pc:sldMk cId="2614760053" sldId="357"/>
            <ac:spMk id="7" creationId="{BC6556BA-D20B-FC77-FEA1-0EFDCB0537DE}"/>
          </ac:spMkLst>
        </pc:spChg>
        <pc:spChg chg="add mod">
          <ac:chgData name="Sivakumar Paulraj" userId="fba6c5ed4cacd2a1" providerId="LiveId" clId="{DC4B0805-5D64-4268-90C4-92DFC5A20224}" dt="2023-03-20T06:52:45.105" v="492"/>
          <ac:spMkLst>
            <pc:docMk/>
            <pc:sldMk cId="2614760053" sldId="357"/>
            <ac:spMk id="8" creationId="{9C14F716-8E7A-6EF2-7058-88788500E7BA}"/>
          </ac:spMkLst>
        </pc:spChg>
        <pc:spChg chg="add mod">
          <ac:chgData name="Sivakumar Paulraj" userId="fba6c5ed4cacd2a1" providerId="LiveId" clId="{DC4B0805-5D64-4268-90C4-92DFC5A20224}" dt="2023-03-20T06:52:45.105" v="492"/>
          <ac:spMkLst>
            <pc:docMk/>
            <pc:sldMk cId="2614760053" sldId="357"/>
            <ac:spMk id="9" creationId="{CC38DDED-80FC-89FE-7A13-26074AC3B1D2}"/>
          </ac:spMkLst>
        </pc:spChg>
      </pc:sldChg>
      <pc:sldChg chg="addSp modSp add modAnim">
        <pc:chgData name="Sivakumar Paulraj" userId="fba6c5ed4cacd2a1" providerId="LiveId" clId="{DC4B0805-5D64-4268-90C4-92DFC5A20224}" dt="2023-03-20T06:52:58.685" v="493"/>
        <pc:sldMkLst>
          <pc:docMk/>
          <pc:sldMk cId="4270374292" sldId="358"/>
        </pc:sldMkLst>
        <pc:spChg chg="add mod">
          <ac:chgData name="Sivakumar Paulraj" userId="fba6c5ed4cacd2a1" providerId="LiveId" clId="{DC4B0805-5D64-4268-90C4-92DFC5A20224}" dt="2023-03-20T06:52:58.685" v="493"/>
          <ac:spMkLst>
            <pc:docMk/>
            <pc:sldMk cId="4270374292" sldId="358"/>
            <ac:spMk id="2" creationId="{3FC769E0-FDA9-841B-A0CA-7B1317A2DB68}"/>
          </ac:spMkLst>
        </pc:spChg>
        <pc:spChg chg="add mod">
          <ac:chgData name="Sivakumar Paulraj" userId="fba6c5ed4cacd2a1" providerId="LiveId" clId="{DC4B0805-5D64-4268-90C4-92DFC5A20224}" dt="2023-03-20T06:52:58.685" v="493"/>
          <ac:spMkLst>
            <pc:docMk/>
            <pc:sldMk cId="4270374292" sldId="358"/>
            <ac:spMk id="3" creationId="{F1D8770D-B0F8-7F23-72A5-5C8EB2306054}"/>
          </ac:spMkLst>
        </pc:spChg>
      </pc:sldChg>
      <pc:sldChg chg="add del">
        <pc:chgData name="Sivakumar Paulraj" userId="fba6c5ed4cacd2a1" providerId="LiveId" clId="{DC4B0805-5D64-4268-90C4-92DFC5A20224}" dt="2023-03-20T08:45:38.730" v="543" actId="47"/>
        <pc:sldMkLst>
          <pc:docMk/>
          <pc:sldMk cId="3591727831" sldId="359"/>
        </pc:sldMkLst>
      </pc:sldChg>
      <pc:sldChg chg="addSp modSp add modAnim">
        <pc:chgData name="Sivakumar Paulraj" userId="fba6c5ed4cacd2a1" providerId="LiveId" clId="{DC4B0805-5D64-4268-90C4-92DFC5A20224}" dt="2023-03-20T06:53:08.351" v="494"/>
        <pc:sldMkLst>
          <pc:docMk/>
          <pc:sldMk cId="2088755026" sldId="360"/>
        </pc:sldMkLst>
        <pc:spChg chg="add mod">
          <ac:chgData name="Sivakumar Paulraj" userId="fba6c5ed4cacd2a1" providerId="LiveId" clId="{DC4B0805-5D64-4268-90C4-92DFC5A20224}" dt="2023-03-20T06:53:08.351" v="494"/>
          <ac:spMkLst>
            <pc:docMk/>
            <pc:sldMk cId="2088755026" sldId="360"/>
            <ac:spMk id="2" creationId="{5665EB96-9448-E385-BF2C-585CD136271F}"/>
          </ac:spMkLst>
        </pc:spChg>
        <pc:spChg chg="add mod">
          <ac:chgData name="Sivakumar Paulraj" userId="fba6c5ed4cacd2a1" providerId="LiveId" clId="{DC4B0805-5D64-4268-90C4-92DFC5A20224}" dt="2023-03-20T06:53:08.351" v="494"/>
          <ac:spMkLst>
            <pc:docMk/>
            <pc:sldMk cId="2088755026" sldId="360"/>
            <ac:spMk id="3" creationId="{E21868A3-41EC-9E91-A0B5-560310C74376}"/>
          </ac:spMkLst>
        </pc:spChg>
      </pc:sldChg>
      <pc:sldChg chg="addSp modSp add mod modAnim">
        <pc:chgData name="Sivakumar Paulraj" userId="fba6c5ed4cacd2a1" providerId="LiveId" clId="{DC4B0805-5D64-4268-90C4-92DFC5A20224}" dt="2023-03-20T06:53:23.024" v="497" actId="14100"/>
        <pc:sldMkLst>
          <pc:docMk/>
          <pc:sldMk cId="581439374" sldId="361"/>
        </pc:sldMkLst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2" creationId="{8F74EB98-4CFE-1C55-722A-B3A2787A050A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" creationId="{2C313B04-8078-61AA-EAF8-C79FB4B54E89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4" creationId="{F632485A-109B-0EFF-65F8-0B60A601A264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5" creationId="{E3064C94-0201-A227-7BBC-55BE4A81826E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6" creationId="{33122162-4C12-1187-D1DE-EF42432DF765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7" creationId="{A0EF0BF3-07EE-8BA2-3308-361233946F33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8" creationId="{91792D38-B8C0-0C15-1B03-9D6EF169C638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9" creationId="{C5D6F231-02FB-6363-119C-BF58475F9937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10" creationId="{C2205ED6-9D7C-C9DD-AA7B-D02FA708DA48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25" creationId="{86FF4AC6-51F2-20A9-5B7D-B1F674B2BA26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26" creationId="{71AD3E9B-4EBF-96A9-B3FD-BFD355F31B42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27" creationId="{8A4892A1-025D-38D7-35EA-E3196661C8E6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28" creationId="{37953CDD-CE68-C54E-959B-D694F83A872C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29" creationId="{299D02C0-60FC-8164-0BF3-88A096020F33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0" creationId="{0FF21838-1651-8D4A-35C7-B8589AA41AA2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1" creationId="{BF771926-7229-6B43-65B1-00F866429AFD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2" creationId="{DC9A7D8B-B797-AE92-767E-63086197D30B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3" creationId="{27F57A3D-F89B-AF65-EFA1-CA9042E584C5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4" creationId="{47722C67-E288-052B-643C-016ED6F906EB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5" creationId="{80381656-65B3-7EE1-0372-DE7E3B8838F1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6" creationId="{CF2E293B-5CD0-2BAC-7A3E-9CB7654302AC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7" creationId="{92F8BBE4-821B-ECE4-A656-2C105A24F81E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8" creationId="{617E7C91-7ED4-62F0-622C-266DB71E5EF6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39" creationId="{126CE788-F1E7-2A2A-3CFC-1104682938F7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40" creationId="{8FFFBC86-A8FD-2747-C950-C8F7E2848FFA}"/>
          </ac:spMkLst>
        </pc:spChg>
        <pc:spChg chg="add mod">
          <ac:chgData name="Sivakumar Paulraj" userId="fba6c5ed4cacd2a1" providerId="LiveId" clId="{DC4B0805-5D64-4268-90C4-92DFC5A20224}" dt="2023-03-20T06:53:23.024" v="497" actId="14100"/>
          <ac:spMkLst>
            <pc:docMk/>
            <pc:sldMk cId="581439374" sldId="361"/>
            <ac:spMk id="41" creationId="{26AD8834-9B83-AEE4-A537-4E6BEC8AB2D5}"/>
          </ac:spMkLst>
        </pc:sp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1" creationId="{138C57B2-41AE-8BD2-3145-037F14329EAC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2" creationId="{68A6FEA4-E793-36AA-4D75-CDAB7CF47117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3" creationId="{47F540ED-E581-2908-4843-8D170B9E6118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4" creationId="{A575C22A-8FA1-B396-139E-C0A792B2C054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5" creationId="{2487DDB9-C466-9E90-4817-00C92B600183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6" creationId="{4757D148-67DD-1DFD-6338-9EC545F4C611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7" creationId="{8DB79878-5F11-EE3A-3D75-84FEB7951810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8" creationId="{6A420258-5863-0BA7-EEDD-C2DDCA16F48C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19" creationId="{D4DC66B9-EC24-EE76-0D4C-96455B7B1DDF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20" creationId="{AE0756A3-A92C-519E-C222-D9A4283BCA00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21" creationId="{4C513B2B-209A-0B67-61B7-B3C2BDDAA0A3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22" creationId="{2CEF8898-FEBD-E5C2-DFFC-F6ACC452451E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23" creationId="{DDB65F28-40D3-C15F-488D-F2CC1D74F3B9}"/>
          </ac:cxnSpMkLst>
        </pc:cxnChg>
        <pc:cxnChg chg="add mod">
          <ac:chgData name="Sivakumar Paulraj" userId="fba6c5ed4cacd2a1" providerId="LiveId" clId="{DC4B0805-5D64-4268-90C4-92DFC5A20224}" dt="2023-03-20T06:53:23.024" v="497" actId="14100"/>
          <ac:cxnSpMkLst>
            <pc:docMk/>
            <pc:sldMk cId="581439374" sldId="361"/>
            <ac:cxnSpMk id="24" creationId="{551D120D-8670-7348-0E20-9F7AB8A639A3}"/>
          </ac:cxnSpMkLst>
        </pc:cxnChg>
      </pc:sldChg>
      <pc:sldChg chg="addSp modSp add modAnim">
        <pc:chgData name="Sivakumar Paulraj" userId="fba6c5ed4cacd2a1" providerId="LiveId" clId="{DC4B0805-5D64-4268-90C4-92DFC5A20224}" dt="2023-03-20T06:53:32.450" v="498"/>
        <pc:sldMkLst>
          <pc:docMk/>
          <pc:sldMk cId="2168830461" sldId="362"/>
        </pc:sldMkLst>
        <pc:spChg chg="add mod">
          <ac:chgData name="Sivakumar Paulraj" userId="fba6c5ed4cacd2a1" providerId="LiveId" clId="{DC4B0805-5D64-4268-90C4-92DFC5A20224}" dt="2023-03-20T06:53:32.450" v="498"/>
          <ac:spMkLst>
            <pc:docMk/>
            <pc:sldMk cId="2168830461" sldId="362"/>
            <ac:spMk id="2" creationId="{AC629C67-0776-3FDA-EF9D-C2200D9FA7DE}"/>
          </ac:spMkLst>
        </pc:spChg>
        <pc:spChg chg="add mod">
          <ac:chgData name="Sivakumar Paulraj" userId="fba6c5ed4cacd2a1" providerId="LiveId" clId="{DC4B0805-5D64-4268-90C4-92DFC5A20224}" dt="2023-03-20T06:53:32.450" v="498"/>
          <ac:spMkLst>
            <pc:docMk/>
            <pc:sldMk cId="2168830461" sldId="362"/>
            <ac:spMk id="3" creationId="{667097AE-1278-E740-B36F-7AD9C30D07AE}"/>
          </ac:spMkLst>
        </pc:spChg>
      </pc:sldChg>
      <pc:sldChg chg="add del">
        <pc:chgData name="Sivakumar Paulraj" userId="fba6c5ed4cacd2a1" providerId="LiveId" clId="{DC4B0805-5D64-4268-90C4-92DFC5A20224}" dt="2023-03-20T08:46:00.317" v="548" actId="47"/>
        <pc:sldMkLst>
          <pc:docMk/>
          <pc:sldMk cId="867986538" sldId="363"/>
        </pc:sldMkLst>
      </pc:sldChg>
      <pc:sldChg chg="addSp modSp add modAnim">
        <pc:chgData name="Sivakumar Paulraj" userId="fba6c5ed4cacd2a1" providerId="LiveId" clId="{DC4B0805-5D64-4268-90C4-92DFC5A20224}" dt="2023-03-20T06:53:43.988" v="499"/>
        <pc:sldMkLst>
          <pc:docMk/>
          <pc:sldMk cId="1943784626" sldId="364"/>
        </pc:sldMkLst>
        <pc:spChg chg="add mod">
          <ac:chgData name="Sivakumar Paulraj" userId="fba6c5ed4cacd2a1" providerId="LiveId" clId="{DC4B0805-5D64-4268-90C4-92DFC5A20224}" dt="2023-03-20T06:53:43.988" v="499"/>
          <ac:spMkLst>
            <pc:docMk/>
            <pc:sldMk cId="1943784626" sldId="364"/>
            <ac:spMk id="2" creationId="{5F96B7C9-5751-78F4-52E0-8BD1FB5C2AE6}"/>
          </ac:spMkLst>
        </pc:spChg>
        <pc:spChg chg="add mod">
          <ac:chgData name="Sivakumar Paulraj" userId="fba6c5ed4cacd2a1" providerId="LiveId" clId="{DC4B0805-5D64-4268-90C4-92DFC5A20224}" dt="2023-03-20T06:53:43.988" v="499"/>
          <ac:spMkLst>
            <pc:docMk/>
            <pc:sldMk cId="1943784626" sldId="364"/>
            <ac:spMk id="3" creationId="{C36558CA-52AB-C1DD-6399-0F0F5A6F6E0C}"/>
          </ac:spMkLst>
        </pc:spChg>
      </pc:sldChg>
      <pc:sldChg chg="addSp modSp add modAnim">
        <pc:chgData name="Sivakumar Paulraj" userId="fba6c5ed4cacd2a1" providerId="LiveId" clId="{DC4B0805-5D64-4268-90C4-92DFC5A20224}" dt="2023-03-20T06:53:48.863" v="500"/>
        <pc:sldMkLst>
          <pc:docMk/>
          <pc:sldMk cId="1065263559" sldId="365"/>
        </pc:sldMkLst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2" creationId="{37980634-9E56-E5CB-ED1C-FB6E90416D13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3" creationId="{E594CB62-D8B1-D965-B6D5-9181C8EA10BC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4" creationId="{875DEEFA-C60B-03E0-50E6-E0D9C99F9A7F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5" creationId="{46A97CE8-03FD-2376-BACE-8B28FD5EA4AB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8" creationId="{A70E6452-01F3-ED4C-DA3B-5E8EDE4CB55D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9" creationId="{957B7D5C-293B-4DE2-33CB-5332279FE105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10" creationId="{B78B8DD4-003D-309F-D020-A2F7161A1BA6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13" creationId="{7B7E6470-87B6-24F3-8861-87FA303529E9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14" creationId="{1E211F9F-85F8-FBE2-470C-881604811CD5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15" creationId="{4CA52A5F-4442-5833-E27E-BA9C8BA0F6E8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18" creationId="{71D785F3-B780-00D1-3208-BBEFDC162B6E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19" creationId="{099795E7-B525-3948-737F-482294CF7028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22" creationId="{B406ADE3-357C-12C3-CA45-B6F8B396CA20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23" creationId="{8122B947-ACC8-06D4-AC3D-E921191F833C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24" creationId="{92554B50-54A0-8D1F-39DA-AE8B854DDC6E}"/>
          </ac:spMkLst>
        </pc:spChg>
        <pc:spChg chg="add mod">
          <ac:chgData name="Sivakumar Paulraj" userId="fba6c5ed4cacd2a1" providerId="LiveId" clId="{DC4B0805-5D64-4268-90C4-92DFC5A20224}" dt="2023-03-20T06:53:48.863" v="500"/>
          <ac:spMkLst>
            <pc:docMk/>
            <pc:sldMk cId="1065263559" sldId="365"/>
            <ac:spMk id="25" creationId="{512B3D15-56B6-072A-6D81-C55C0B0AA4B0}"/>
          </ac:spMkLst>
        </pc:spChg>
        <pc:cxnChg chg="add mod">
          <ac:chgData name="Sivakumar Paulraj" userId="fba6c5ed4cacd2a1" providerId="LiveId" clId="{DC4B0805-5D64-4268-90C4-92DFC5A20224}" dt="2023-03-20T06:53:48.863" v="500"/>
          <ac:cxnSpMkLst>
            <pc:docMk/>
            <pc:sldMk cId="1065263559" sldId="365"/>
            <ac:cxnSpMk id="6" creationId="{60F25007-6208-2139-8CA6-D7CBD489AAE5}"/>
          </ac:cxnSpMkLst>
        </pc:cxnChg>
        <pc:cxnChg chg="add mod">
          <ac:chgData name="Sivakumar Paulraj" userId="fba6c5ed4cacd2a1" providerId="LiveId" clId="{DC4B0805-5D64-4268-90C4-92DFC5A20224}" dt="2023-03-20T06:53:48.863" v="500"/>
          <ac:cxnSpMkLst>
            <pc:docMk/>
            <pc:sldMk cId="1065263559" sldId="365"/>
            <ac:cxnSpMk id="7" creationId="{9521419F-8350-E921-AD8E-2920863C612F}"/>
          </ac:cxnSpMkLst>
        </pc:cxnChg>
        <pc:cxnChg chg="add mod">
          <ac:chgData name="Sivakumar Paulraj" userId="fba6c5ed4cacd2a1" providerId="LiveId" clId="{DC4B0805-5D64-4268-90C4-92DFC5A20224}" dt="2023-03-20T06:53:48.863" v="500"/>
          <ac:cxnSpMkLst>
            <pc:docMk/>
            <pc:sldMk cId="1065263559" sldId="365"/>
            <ac:cxnSpMk id="11" creationId="{6BE6C1F9-C0F2-41FA-A299-5028118238B3}"/>
          </ac:cxnSpMkLst>
        </pc:cxnChg>
        <pc:cxnChg chg="add mod">
          <ac:chgData name="Sivakumar Paulraj" userId="fba6c5ed4cacd2a1" providerId="LiveId" clId="{DC4B0805-5D64-4268-90C4-92DFC5A20224}" dt="2023-03-20T06:53:48.863" v="500"/>
          <ac:cxnSpMkLst>
            <pc:docMk/>
            <pc:sldMk cId="1065263559" sldId="365"/>
            <ac:cxnSpMk id="12" creationId="{62FA8788-D612-100F-0742-DAA9D713B533}"/>
          </ac:cxnSpMkLst>
        </pc:cxnChg>
        <pc:cxnChg chg="add mod">
          <ac:chgData name="Sivakumar Paulraj" userId="fba6c5ed4cacd2a1" providerId="LiveId" clId="{DC4B0805-5D64-4268-90C4-92DFC5A20224}" dt="2023-03-20T06:53:48.863" v="500"/>
          <ac:cxnSpMkLst>
            <pc:docMk/>
            <pc:sldMk cId="1065263559" sldId="365"/>
            <ac:cxnSpMk id="16" creationId="{9E2F6DE6-FD22-8174-6656-873C67DDA563}"/>
          </ac:cxnSpMkLst>
        </pc:cxnChg>
        <pc:cxnChg chg="add mod">
          <ac:chgData name="Sivakumar Paulraj" userId="fba6c5ed4cacd2a1" providerId="LiveId" clId="{DC4B0805-5D64-4268-90C4-92DFC5A20224}" dt="2023-03-20T06:53:48.863" v="500"/>
          <ac:cxnSpMkLst>
            <pc:docMk/>
            <pc:sldMk cId="1065263559" sldId="365"/>
            <ac:cxnSpMk id="17" creationId="{8BEDF88C-875A-5A22-CA3D-5D0D087A9612}"/>
          </ac:cxnSpMkLst>
        </pc:cxnChg>
        <pc:cxnChg chg="add mod">
          <ac:chgData name="Sivakumar Paulraj" userId="fba6c5ed4cacd2a1" providerId="LiveId" clId="{DC4B0805-5D64-4268-90C4-92DFC5A20224}" dt="2023-03-20T06:53:48.863" v="500"/>
          <ac:cxnSpMkLst>
            <pc:docMk/>
            <pc:sldMk cId="1065263559" sldId="365"/>
            <ac:cxnSpMk id="20" creationId="{FB8D652E-65BF-AFDB-7224-0BD8433D3671}"/>
          </ac:cxnSpMkLst>
        </pc:cxnChg>
        <pc:cxnChg chg="add mod">
          <ac:chgData name="Sivakumar Paulraj" userId="fba6c5ed4cacd2a1" providerId="LiveId" clId="{DC4B0805-5D64-4268-90C4-92DFC5A20224}" dt="2023-03-20T06:53:48.863" v="500"/>
          <ac:cxnSpMkLst>
            <pc:docMk/>
            <pc:sldMk cId="1065263559" sldId="365"/>
            <ac:cxnSpMk id="21" creationId="{6E307950-80E3-0533-215D-E8C527F3FF92}"/>
          </ac:cxnSpMkLst>
        </pc:cxnChg>
      </pc:sldChg>
      <pc:sldChg chg="addSp modSp add modAnim">
        <pc:chgData name="Sivakumar Paulraj" userId="fba6c5ed4cacd2a1" providerId="LiveId" clId="{DC4B0805-5D64-4268-90C4-92DFC5A20224}" dt="2023-03-20T06:53:56.260" v="501"/>
        <pc:sldMkLst>
          <pc:docMk/>
          <pc:sldMk cId="2472996876" sldId="366"/>
        </pc:sldMkLst>
        <pc:spChg chg="add mod">
          <ac:chgData name="Sivakumar Paulraj" userId="fba6c5ed4cacd2a1" providerId="LiveId" clId="{DC4B0805-5D64-4268-90C4-92DFC5A20224}" dt="2023-03-20T06:53:56.260" v="501"/>
          <ac:spMkLst>
            <pc:docMk/>
            <pc:sldMk cId="2472996876" sldId="366"/>
            <ac:spMk id="2" creationId="{6BC4DC12-EC40-1FD6-050B-5A31C91DB99C}"/>
          </ac:spMkLst>
        </pc:spChg>
        <pc:spChg chg="add mod">
          <ac:chgData name="Sivakumar Paulraj" userId="fba6c5ed4cacd2a1" providerId="LiveId" clId="{DC4B0805-5D64-4268-90C4-92DFC5A20224}" dt="2023-03-20T06:53:56.260" v="501"/>
          <ac:spMkLst>
            <pc:docMk/>
            <pc:sldMk cId="2472996876" sldId="366"/>
            <ac:spMk id="3" creationId="{555B1650-CBDF-B7C5-7F2F-2726A5E8FF88}"/>
          </ac:spMkLst>
        </pc:spChg>
        <pc:spChg chg="add mod">
          <ac:chgData name="Sivakumar Paulraj" userId="fba6c5ed4cacd2a1" providerId="LiveId" clId="{DC4B0805-5D64-4268-90C4-92DFC5A20224}" dt="2023-03-20T06:53:56.260" v="501"/>
          <ac:spMkLst>
            <pc:docMk/>
            <pc:sldMk cId="2472996876" sldId="366"/>
            <ac:spMk id="4" creationId="{02AB56C1-C4B9-2ECB-82D4-7044FFE24F1D}"/>
          </ac:spMkLst>
        </pc:spChg>
        <pc:spChg chg="add mod">
          <ac:chgData name="Sivakumar Paulraj" userId="fba6c5ed4cacd2a1" providerId="LiveId" clId="{DC4B0805-5D64-4268-90C4-92DFC5A20224}" dt="2023-03-20T06:53:56.260" v="501"/>
          <ac:spMkLst>
            <pc:docMk/>
            <pc:sldMk cId="2472996876" sldId="366"/>
            <ac:spMk id="5" creationId="{2D0023E0-D6F4-A1C3-DE79-1C9C7D9DFFC9}"/>
          </ac:spMkLst>
        </pc:spChg>
        <pc:spChg chg="add mod">
          <ac:chgData name="Sivakumar Paulraj" userId="fba6c5ed4cacd2a1" providerId="LiveId" clId="{DC4B0805-5D64-4268-90C4-92DFC5A20224}" dt="2023-03-20T06:53:56.260" v="501"/>
          <ac:spMkLst>
            <pc:docMk/>
            <pc:sldMk cId="2472996876" sldId="366"/>
            <ac:spMk id="6" creationId="{2149CDFA-C682-80ED-53C6-3E749D65D1F0}"/>
          </ac:spMkLst>
        </pc:spChg>
        <pc:spChg chg="add mod">
          <ac:chgData name="Sivakumar Paulraj" userId="fba6c5ed4cacd2a1" providerId="LiveId" clId="{DC4B0805-5D64-4268-90C4-92DFC5A20224}" dt="2023-03-20T06:53:56.260" v="501"/>
          <ac:spMkLst>
            <pc:docMk/>
            <pc:sldMk cId="2472996876" sldId="366"/>
            <ac:spMk id="8" creationId="{5CF849EA-6073-AC6C-0DB4-16ACBE3AD6DC}"/>
          </ac:spMkLst>
        </pc:spChg>
        <pc:cxnChg chg="add mod">
          <ac:chgData name="Sivakumar Paulraj" userId="fba6c5ed4cacd2a1" providerId="LiveId" clId="{DC4B0805-5D64-4268-90C4-92DFC5A20224}" dt="2023-03-20T06:53:56.260" v="501"/>
          <ac:cxnSpMkLst>
            <pc:docMk/>
            <pc:sldMk cId="2472996876" sldId="366"/>
            <ac:cxnSpMk id="7" creationId="{CA7180DD-26E6-7E1E-B2FE-4AE83E75B03F}"/>
          </ac:cxnSpMkLst>
        </pc:cxnChg>
      </pc:sldChg>
      <pc:sldChg chg="addSp modSp add modAnim">
        <pc:chgData name="Sivakumar Paulraj" userId="fba6c5ed4cacd2a1" providerId="LiveId" clId="{DC4B0805-5D64-4268-90C4-92DFC5A20224}" dt="2023-03-20T06:54:08.019" v="502"/>
        <pc:sldMkLst>
          <pc:docMk/>
          <pc:sldMk cId="2275672723" sldId="367"/>
        </pc:sldMkLst>
        <pc:spChg chg="add mod">
          <ac:chgData name="Sivakumar Paulraj" userId="fba6c5ed4cacd2a1" providerId="LiveId" clId="{DC4B0805-5D64-4268-90C4-92DFC5A20224}" dt="2023-03-20T06:54:08.019" v="502"/>
          <ac:spMkLst>
            <pc:docMk/>
            <pc:sldMk cId="2275672723" sldId="367"/>
            <ac:spMk id="2" creationId="{D50DFA23-98AF-A3C1-B26B-41221D40B129}"/>
          </ac:spMkLst>
        </pc:spChg>
        <pc:spChg chg="add mod">
          <ac:chgData name="Sivakumar Paulraj" userId="fba6c5ed4cacd2a1" providerId="LiveId" clId="{DC4B0805-5D64-4268-90C4-92DFC5A20224}" dt="2023-03-20T06:54:08.019" v="502"/>
          <ac:spMkLst>
            <pc:docMk/>
            <pc:sldMk cId="2275672723" sldId="367"/>
            <ac:spMk id="3" creationId="{CF474DD7-1AC6-C450-86EA-05695F2F5DA2}"/>
          </ac:spMkLst>
        </pc:spChg>
      </pc:sldChg>
      <pc:sldChg chg="addSp modSp add modAnim">
        <pc:chgData name="Sivakumar Paulraj" userId="fba6c5ed4cacd2a1" providerId="LiveId" clId="{DC4B0805-5D64-4268-90C4-92DFC5A20224}" dt="2023-03-20T06:54:13.419" v="503"/>
        <pc:sldMkLst>
          <pc:docMk/>
          <pc:sldMk cId="1989657972" sldId="368"/>
        </pc:sldMkLst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2" creationId="{9533473A-9924-B63B-E957-9DF4FD9FA3BA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" creationId="{46DB87B6-7EC3-1125-0203-3309C49420FB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6" creationId="{F9B81E36-C715-1CDF-DF73-64D39E8683D5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7" creationId="{1B8892F7-BC9E-9FB3-C520-B9317063E30D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8" creationId="{77CE421C-D0CB-B8B6-C21F-090E568C8A33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9" creationId="{48F4B5C9-EE93-CB54-C8DF-7F354294C515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12" creationId="{B38772BB-E38F-35FB-C58E-E6CAF0A3FB16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13" creationId="{97E1D17F-6034-4A0D-2C45-11E1AABD49F8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16" creationId="{9C2A8A7B-116A-9EDE-DC20-A6CD919C7ED6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17" creationId="{86CD8322-8FEF-4CDC-E5DB-CC845744EFC9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18" creationId="{513A7DE0-034C-D2DA-366D-0D1297E5CF76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21" creationId="{FEA6EE47-9E5B-161F-7EC2-20A14E5147C3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22" creationId="{0CFD0D94-B956-1507-2A3C-C4A2A526ED8D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29" creationId="{191D4EA8-3D71-0C78-7D68-FBFD46CF1907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0" creationId="{ADA27422-D96B-B524-7FE9-CF49CF23365C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1" creationId="{11D8B217-43DF-E7CA-6B9F-DFA81B8B5C38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2" creationId="{325D0CA7-286A-C876-12E9-DC56E4C1C9FF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3" creationId="{85630684-9F01-883F-E916-F460A53CD7AC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4" creationId="{B8A15217-E6BC-91DE-6454-21C30482282A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5" creationId="{584FC015-F335-7EC1-3909-401EB3F85D08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6" creationId="{25E71C70-A1C2-1148-DBE5-59CA3FE25274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7" creationId="{41A052BF-14D7-A29C-42B5-E71FA71039A1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8" creationId="{B8DB9A11-A480-68BA-C489-E02E961E4CFA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39" creationId="{BD914C5E-DA4D-FAFF-3185-7500E2437F92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40" creationId="{AEB4CC99-49C9-BC12-3D16-E92A8670E532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41" creationId="{3B4B7D1C-B7F0-6672-7391-283CB4081E9D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42" creationId="{01D94B27-2821-98FC-20FC-2C9FD5992A5C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43" creationId="{1D0BA14B-3C08-7338-644F-EA2DDDE7E33F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45" creationId="{DCAA9000-35B4-9747-1061-719B57D4D0AB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46" creationId="{668DDD83-C482-268E-AE65-D35554A23C88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47" creationId="{CECD8FD4-0386-922B-EF03-23A6292E4E16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49" creationId="{B3318125-0CF2-1C74-DDE1-93FBE2C2FB68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51" creationId="{6A428D62-5B30-2430-CDC4-FDDA68C9FF24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52" creationId="{AA91E265-D570-EF33-B97E-B430E0D6C41E}"/>
          </ac:spMkLst>
        </pc:spChg>
        <pc:spChg chg="add mod">
          <ac:chgData name="Sivakumar Paulraj" userId="fba6c5ed4cacd2a1" providerId="LiveId" clId="{DC4B0805-5D64-4268-90C4-92DFC5A20224}" dt="2023-03-20T06:54:13.419" v="503"/>
          <ac:spMkLst>
            <pc:docMk/>
            <pc:sldMk cId="1989657972" sldId="368"/>
            <ac:spMk id="53" creationId="{7A997250-F9D8-439B-56FE-951FF4555185}"/>
          </ac:spMkLst>
        </pc:spChg>
        <pc:graphicFrameChg chg="add mod">
          <ac:chgData name="Sivakumar Paulraj" userId="fba6c5ed4cacd2a1" providerId="LiveId" clId="{DC4B0805-5D64-4268-90C4-92DFC5A20224}" dt="2023-03-20T06:54:13.419" v="503"/>
          <ac:graphicFrameMkLst>
            <pc:docMk/>
            <pc:sldMk cId="1989657972" sldId="368"/>
            <ac:graphicFrameMk id="44" creationId="{415E327E-3940-DA6B-0329-63489E9846DD}"/>
          </ac:graphicFrameMkLst>
        </pc:graphicFrame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4" creationId="{FBF42877-B1F4-5FAE-EDA9-3EE710735700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5" creationId="{8528869F-E194-9632-2435-CF2D6231E4C6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10" creationId="{2A6C99A3-0B17-5400-1098-A4F3DBDD9093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11" creationId="{3A42DF79-2F7D-344C-A3B8-AA8125A23611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14" creationId="{46C41E37-C8A8-F889-975F-F54EED2DF53B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15" creationId="{13C22BB5-8505-4BFF-F4B1-EEAB779279E0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19" creationId="{76EBF945-B7F8-5631-529C-D7A7A6E75802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20" creationId="{34ECAFB8-626D-DB0E-E318-39B1774CF6B5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23" creationId="{E6884BC3-F9F2-4DFA-5550-D33144879752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24" creationId="{A3AE5D5D-8847-AD4E-737F-C31D20D1CA82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25" creationId="{F30345EF-7055-3FFF-06D2-9D6FF63DDABF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26" creationId="{003B4653-C35B-2DDE-9E34-C5F4C4FA4375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27" creationId="{570CC162-53F7-2AC6-2A95-1FD845E85B36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28" creationId="{7409983B-E28A-74C1-1196-32D39BF33915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48" creationId="{8FF07F16-C981-D014-766F-24244A708831}"/>
          </ac:cxnSpMkLst>
        </pc:cxnChg>
        <pc:cxnChg chg="add mod">
          <ac:chgData name="Sivakumar Paulraj" userId="fba6c5ed4cacd2a1" providerId="LiveId" clId="{DC4B0805-5D64-4268-90C4-92DFC5A20224}" dt="2023-03-20T06:54:13.419" v="503"/>
          <ac:cxnSpMkLst>
            <pc:docMk/>
            <pc:sldMk cId="1989657972" sldId="368"/>
            <ac:cxnSpMk id="50" creationId="{FF971EBE-26CC-4AB4-EDB6-2E41CCBD7995}"/>
          </ac:cxnSpMkLst>
        </pc:cxnChg>
      </pc:sldChg>
      <pc:sldChg chg="addSp modSp add modAnim">
        <pc:chgData name="Sivakumar Paulraj" userId="fba6c5ed4cacd2a1" providerId="LiveId" clId="{DC4B0805-5D64-4268-90C4-92DFC5A20224}" dt="2023-03-20T06:54:21.872" v="504"/>
        <pc:sldMkLst>
          <pc:docMk/>
          <pc:sldMk cId="2804169479" sldId="369"/>
        </pc:sldMkLst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2" creationId="{2CEE0BB8-BBD9-669A-7947-07CD1EBADD0A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" creationId="{7D5D47DE-F550-AC21-B5E2-9B60B42E2D01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6" creationId="{8845B0C6-333E-B639-98FB-7076238C851A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7" creationId="{C1670265-1694-24A2-C388-28046605D4AC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8" creationId="{0010A23A-9585-65E0-53FA-908C991CAD1B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9" creationId="{318B946F-62A0-9620-7A7C-B3E60781E002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12" creationId="{02BF73D0-ED8B-7340-338D-FBD4FB484548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13" creationId="{440918D3-3C0F-346D-7BB3-43C0A0ACD989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16" creationId="{ECDC1AC4-368B-4B9D-2C1E-372D9F4788DD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17" creationId="{0F115D4E-9EA2-4A1C-315F-3A78C20119C5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18" creationId="{E01E6162-0E53-BFBF-F9E3-37709A26DF2C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21" creationId="{FF230D77-9064-BE9F-DD0C-722795D80667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22" creationId="{1063AF83-D3E0-8DF4-1297-441DF6D1DEA7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29" creationId="{6FE31072-DD7B-FA4D-E731-B1F11127760C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0" creationId="{296E580C-7345-7775-D7B3-8F18B827E954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1" creationId="{5615B32C-A450-2CA0-658D-E48D01059850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2" creationId="{04436A19-7A9E-D1FB-C30F-3EEF7B7EE371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3" creationId="{F58AED0E-7828-D284-6455-780EE2946F62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4" creationId="{95099461-CC7A-E13C-2D9D-FC10F92DD3AC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5" creationId="{DF56C206-8676-6937-D221-78E6C147F213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6" creationId="{9756AFF3-9DDD-F232-A668-2675D8119220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7" creationId="{46E19FD6-B47A-F539-732D-CCD43E21A0F4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8" creationId="{A5AE3911-A039-ED65-6C1E-2259663F9F6E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39" creationId="{7EAD6E39-3237-379A-28B7-44B056D38A30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40" creationId="{D24B4CF0-4E0E-9C2F-6182-D4BBC1A6F9C8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41" creationId="{0A593ED8-AEDC-86C7-FA33-8AF771506EB5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42" creationId="{7709FBF7-3491-1113-190E-8C2694356A8C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43" creationId="{B03F5B9F-20A2-D243-49FD-F888DEB2F320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45" creationId="{F25EC4DE-494E-F4A9-6550-826FD94495C1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46" creationId="{6BE4E6C1-69ED-01C8-3381-79C2A37F1C44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47" creationId="{352F5961-F88D-F1FC-1FC0-589F9AA1AD70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51" creationId="{A1DB7004-88C5-6BF2-7F01-1BCB77913E6A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52" creationId="{792B7392-A6D1-4B4A-C358-4BD315745E3D}"/>
          </ac:spMkLst>
        </pc:spChg>
        <pc:spChg chg="add mod">
          <ac:chgData name="Sivakumar Paulraj" userId="fba6c5ed4cacd2a1" providerId="LiveId" clId="{DC4B0805-5D64-4268-90C4-92DFC5A20224}" dt="2023-03-20T06:54:21.872" v="504"/>
          <ac:spMkLst>
            <pc:docMk/>
            <pc:sldMk cId="2804169479" sldId="369"/>
            <ac:spMk id="54" creationId="{66860CDA-1F13-E5C9-FE6C-C6401522156B}"/>
          </ac:spMkLst>
        </pc:spChg>
        <pc:graphicFrameChg chg="add mod">
          <ac:chgData name="Sivakumar Paulraj" userId="fba6c5ed4cacd2a1" providerId="LiveId" clId="{DC4B0805-5D64-4268-90C4-92DFC5A20224}" dt="2023-03-20T06:54:21.872" v="504"/>
          <ac:graphicFrameMkLst>
            <pc:docMk/>
            <pc:sldMk cId="2804169479" sldId="369"/>
            <ac:graphicFrameMk id="44" creationId="{E67B7066-8D9B-3800-D393-BDE773712175}"/>
          </ac:graphicFrameMkLst>
        </pc:graphicFrame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4" creationId="{225C6EBA-0710-CDB4-DBC0-D3698E16A17C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5" creationId="{CFE5AE4F-24AF-91E7-828A-3FB51AAEB65D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10" creationId="{6876D1E9-2336-6E6A-88D4-8EE6E476EDC5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11" creationId="{8E8FDC88-C003-1CAC-35CC-E9B3E966CB9B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14" creationId="{D808FA6F-FDF2-73E9-4D7C-5A1458B42ACC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15" creationId="{4E79C9CD-1646-8E78-A371-BC04F695E735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19" creationId="{F6CD0D16-7E53-BDB3-7C82-814E27E94888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20" creationId="{706EB3CA-6C18-AA4A-FEF0-4ED7B4E80CA5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23" creationId="{6AF8C424-A794-FB1F-7116-3220D9937311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24" creationId="{55DFCDB6-F0BF-3D33-F0BC-16E6E25ED6A9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25" creationId="{BA80E1CB-9D88-0D7E-02A0-2512F5712DE2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26" creationId="{007EDF25-C95B-772C-45DC-A1EF0D859ADB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27" creationId="{9844562B-93D5-3BA9-75F6-ECCB36196310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28" creationId="{C7DD5F01-72D8-1C0B-486F-368E3082A234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48" creationId="{B7436348-90E2-B695-2B1D-A95DD6C72617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49" creationId="{FCCCD830-9C2C-C32F-DD55-F6819C4C6654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50" creationId="{751DA133-8789-3983-D675-59CCE838DA7A}"/>
          </ac:cxnSpMkLst>
        </pc:cxnChg>
        <pc:cxnChg chg="add mod">
          <ac:chgData name="Sivakumar Paulraj" userId="fba6c5ed4cacd2a1" providerId="LiveId" clId="{DC4B0805-5D64-4268-90C4-92DFC5A20224}" dt="2023-03-20T06:54:21.872" v="504"/>
          <ac:cxnSpMkLst>
            <pc:docMk/>
            <pc:sldMk cId="2804169479" sldId="369"/>
            <ac:cxnSpMk id="53" creationId="{8A33F1CB-B5A8-C0F8-5F96-E9EAE1A4AACF}"/>
          </ac:cxnSpMkLst>
        </pc:cxnChg>
      </pc:sldChg>
      <pc:sldChg chg="addSp modSp new modAnim">
        <pc:chgData name="Sivakumar Paulraj" userId="fba6c5ed4cacd2a1" providerId="LiveId" clId="{DC4B0805-5D64-4268-90C4-92DFC5A20224}" dt="2023-03-20T06:54:43.877" v="511"/>
        <pc:sldMkLst>
          <pc:docMk/>
          <pc:sldMk cId="3090750446" sldId="370"/>
        </pc:sldMkLst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2" creationId="{F35670F6-D064-3569-43CE-58B8C71CB5FB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" creationId="{9DDD42BD-22CC-FBB2-E4DA-E692FB54054D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6" creationId="{C23DA2AE-8BB8-DAB6-FCB1-8DA80ADB9E04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7" creationId="{42F18386-A941-C9BA-6C5E-2D1AEAD6985E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8" creationId="{96B67FDA-D5A4-D166-D9C0-09BEDB7E189D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9" creationId="{E09E5A3F-89CA-B36F-55F0-5C49B7FDD01C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12" creationId="{979CBE3A-1A6B-5667-BE18-F1D30DC181AD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13" creationId="{4781B4AE-F959-31DD-5B06-32D1188280C1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16" creationId="{235972C2-E9D7-C880-EF1A-4B6AEF58B92A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17" creationId="{2E726C7B-A2BC-0E9E-2C4F-3F4D44C5809E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18" creationId="{44877589-FB05-EB9E-F770-5FECA65A9C26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21" creationId="{D8032A00-3FAF-73F7-C169-643BD28A497E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22" creationId="{40085153-F31C-FAB7-67B6-A56E2C7D75D9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29" creationId="{FB0BC83A-7D66-1F03-8E67-CB482E242B77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0" creationId="{84FB5D72-F3FE-0634-A74B-1C210AE11617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1" creationId="{59702D58-0040-2F6C-84A8-36085F9A50D3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2" creationId="{D4042E9B-5A97-5D43-DDB8-5B1E065DB764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3" creationId="{275C74DE-B45D-1A0C-E9EA-9945F4546655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4" creationId="{D20D1A77-33CB-8C67-B5F3-36EFFDF9DB42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5" creationId="{385E2CA5-F277-7556-3CD4-42B585C11C5F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6" creationId="{9BF22627-C311-DDD1-7EBD-6D64611B1B11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7" creationId="{95D687E4-F2C5-0A94-E140-F0E5258CCFA4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8" creationId="{9570E195-E360-15F9-90C9-65719CF1B713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39" creationId="{601FF327-DCF8-3897-B0EB-10A1EBE6ACC6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40" creationId="{C1057613-94A3-6284-51E1-C17B73D247C2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41" creationId="{87D0D91E-6A59-D352-C7AF-A2395390EFFB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42" creationId="{0DDD83C7-1321-A580-2686-504CA113BD08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43" creationId="{FD1D4D29-D8EB-78D1-FF96-3EA1EF04A187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48" creationId="{FE8046ED-D117-D95C-2DE2-F9E2CB11F2E7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49" creationId="{542F456A-58F8-FDD1-A022-FFE104CC208E}"/>
          </ac:spMkLst>
        </pc:spChg>
        <pc:spChg chg="add mod">
          <ac:chgData name="Sivakumar Paulraj" userId="fba6c5ed4cacd2a1" providerId="LiveId" clId="{DC4B0805-5D64-4268-90C4-92DFC5A20224}" dt="2023-03-20T06:54:43.877" v="511"/>
          <ac:spMkLst>
            <pc:docMk/>
            <pc:sldMk cId="3090750446" sldId="370"/>
            <ac:spMk id="51" creationId="{F007247F-7E25-B0F9-A39A-CE094DC27859}"/>
          </ac:spMkLst>
        </pc:spChg>
        <pc:graphicFrameChg chg="add mod">
          <ac:chgData name="Sivakumar Paulraj" userId="fba6c5ed4cacd2a1" providerId="LiveId" clId="{DC4B0805-5D64-4268-90C4-92DFC5A20224}" dt="2023-03-20T06:54:43.877" v="511"/>
          <ac:graphicFrameMkLst>
            <pc:docMk/>
            <pc:sldMk cId="3090750446" sldId="370"/>
            <ac:graphicFrameMk id="44" creationId="{CBEA026D-E7FD-0EB8-2943-E4DF1B5876A8}"/>
          </ac:graphicFrameMkLst>
        </pc:graphicFrame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4" creationId="{96207554-840A-4549-4B17-AD5697D630BB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5" creationId="{BF285437-DDAE-5669-E8C4-9EAF315475D3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10" creationId="{6F15B20C-4E72-CD6D-BAFB-4BEF738EC3A2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11" creationId="{6D2D2116-1424-251A-F5D3-CCE0820F1913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14" creationId="{291B980C-3E38-6218-4BD5-CD7E198570F9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15" creationId="{C8874F8F-1D2C-0C1D-A14A-943863391667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19" creationId="{B1345021-748E-5026-6675-C9D1A1709991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20" creationId="{C7D2930D-6BDF-96A9-A9BC-FDAD5FB3B849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23" creationId="{48E65F22-43E2-6ECF-4623-DB1E614EF2A1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24" creationId="{98C66B03-6EA1-62CD-4788-04DA66C67D96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25" creationId="{6909A24E-ADD7-46D3-F257-210E3FEEB889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26" creationId="{08581DE8-8897-3447-2466-BCDD5451358E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27" creationId="{0E066437-AF5E-3FF0-A4EB-004FD8D693F2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28" creationId="{0616658E-D53D-1792-2537-CDEDF019CCD1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45" creationId="{21902EAA-0F8C-6523-BBB4-0419F925B7BF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46" creationId="{0B06FD84-B51D-5357-0DE3-140752DB7DCC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47" creationId="{EB82E717-8DFC-B269-3F2B-6C74A778C783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50" creationId="{B5370BD8-A257-D2CE-FDDD-37A654C36681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52" creationId="{E53590EE-CFCE-1649-EA70-CA65632FB1C5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53" creationId="{EDCA33D8-872E-A4E4-34ED-1745B9419B18}"/>
          </ac:cxnSpMkLst>
        </pc:cxnChg>
        <pc:cxnChg chg="add mod">
          <ac:chgData name="Sivakumar Paulraj" userId="fba6c5ed4cacd2a1" providerId="LiveId" clId="{DC4B0805-5D64-4268-90C4-92DFC5A20224}" dt="2023-03-20T06:54:43.877" v="511"/>
          <ac:cxnSpMkLst>
            <pc:docMk/>
            <pc:sldMk cId="3090750446" sldId="370"/>
            <ac:cxnSpMk id="54" creationId="{3ADE6277-D409-748E-4952-AE95D1C4CA0F}"/>
          </ac:cxnSpMkLst>
        </pc:cxnChg>
      </pc:sldChg>
      <pc:sldChg chg="addSp modSp new modAnim">
        <pc:chgData name="Sivakumar Paulraj" userId="fba6c5ed4cacd2a1" providerId="LiveId" clId="{DC4B0805-5D64-4268-90C4-92DFC5A20224}" dt="2023-03-20T06:54:49.229" v="512"/>
        <pc:sldMkLst>
          <pc:docMk/>
          <pc:sldMk cId="3651283907" sldId="371"/>
        </pc:sldMkLst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2" creationId="{2C090190-EA0B-C9E5-2282-459B55BBB619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" creationId="{802476CD-FE0D-6D80-480B-DB726B55FB08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6" creationId="{15213BFE-BCBE-03EC-4EFC-C1B6A7AE629E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7" creationId="{689887F9-9B95-EC11-F170-0B1170EAA8B0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8" creationId="{43AB5868-CB01-725A-68AD-47C6950424C2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9" creationId="{25DE74A5-4486-5E9F-F9AC-5F9CF1F7E12D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12" creationId="{2642F0D1-E24A-C4E9-D625-601B74F7452D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13" creationId="{85A2D558-654E-9EB7-9EAE-1B178F5592EC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16" creationId="{AB0C4CC4-B4C2-F60C-70CD-BAA8673C85A3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17" creationId="{E3B27D74-A42A-14DA-8884-A4B3BB786535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18" creationId="{CE678921-4DA7-90B8-7EC3-B894FB45686D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21" creationId="{62B219C6-D87B-F2FD-A924-0102A6B33A66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22" creationId="{6BDF8E27-CEEE-87A8-EE62-0165B216EB18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29" creationId="{077FBE04-B119-1818-56ED-071B0E4B9483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0" creationId="{F9204493-D6D8-7EAC-E2FA-68BDE649FAC6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1" creationId="{4582CB4C-E71A-DDF4-B4E5-0FB8A5DA7456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2" creationId="{E668FAA0-3832-28D3-4EA6-2AA317A2498B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3" creationId="{BDBFFBEC-CABA-C9B2-DD26-3148DDF79C4E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4" creationId="{113C6387-28D8-D9FE-6EC9-D4BA634EB738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5" creationId="{4985922F-9764-272B-BFD9-F7389ACFA546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6" creationId="{D4E44FFC-F1D2-8EA9-F4D7-1F4E02851A62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7" creationId="{137AEA49-85DB-2503-49B7-E383F9FA5FDA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8" creationId="{F6D35957-705C-9ED3-D78B-C3EC6EA75238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39" creationId="{D370B5F1-E8C5-5E0D-6ADC-D185821ED1AD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40" creationId="{79B00530-FBDA-4746-9BD2-6B4D7ECF6EA8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42" creationId="{6EDC62B6-A9D4-7396-4390-CF3E257704BA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43" creationId="{E4C163E2-C95E-08C3-335E-1D3F86303F1A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44" creationId="{EE9508D6-B262-7755-B439-C57CB70CABCF}"/>
          </ac:spMkLst>
        </pc:spChg>
        <pc:spChg chg="add mod">
          <ac:chgData name="Sivakumar Paulraj" userId="fba6c5ed4cacd2a1" providerId="LiveId" clId="{DC4B0805-5D64-4268-90C4-92DFC5A20224}" dt="2023-03-20T06:54:49.229" v="512"/>
          <ac:spMkLst>
            <pc:docMk/>
            <pc:sldMk cId="3651283907" sldId="371"/>
            <ac:spMk id="45" creationId="{6E775398-96B5-50A1-0B17-1B5EA7D0EFE2}"/>
          </ac:spMkLst>
        </pc:spChg>
        <pc:graphicFrameChg chg="add mod">
          <ac:chgData name="Sivakumar Paulraj" userId="fba6c5ed4cacd2a1" providerId="LiveId" clId="{DC4B0805-5D64-4268-90C4-92DFC5A20224}" dt="2023-03-20T06:54:49.229" v="512"/>
          <ac:graphicFrameMkLst>
            <pc:docMk/>
            <pc:sldMk cId="3651283907" sldId="371"/>
            <ac:graphicFrameMk id="41" creationId="{C65AC6FE-FECD-E2B5-F931-9518F3CE69E5}"/>
          </ac:graphicFrameMkLst>
        </pc:graphicFrame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4" creationId="{79D36178-B225-B8C9-7CC9-DBC06FECBF2F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5" creationId="{79A96F13-7296-0874-A75B-BA561CB9BBCC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10" creationId="{7F5EB787-3F76-671C-0446-1CEBB0DE00AE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11" creationId="{CD98D6CB-B18B-4AEC-3A0B-12D941638E01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14" creationId="{E434C102-AC7C-0B3F-18E5-446679EF09FA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15" creationId="{5A470836-CC54-125B-26CD-2E8943714DAB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19" creationId="{16E89A97-BFAD-13ED-4D82-37CD0ED6A7C8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20" creationId="{F5C135DB-98D6-7D4F-0962-03507A84998F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23" creationId="{FA50662B-54BA-4BCA-FB9D-F6AC03571A91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24" creationId="{AA8EFE87-0637-E8F8-01B7-B6D5DA071278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25" creationId="{060C4C61-096A-90FA-53B6-3EAEE8A4438E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26" creationId="{76B7D748-F1DB-E26B-6DAB-5BA7C89407CA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27" creationId="{EF40AB3B-CC85-460F-F9DA-DCEE0DB60AA9}"/>
          </ac:cxnSpMkLst>
        </pc:cxnChg>
        <pc:cxnChg chg="add mod">
          <ac:chgData name="Sivakumar Paulraj" userId="fba6c5ed4cacd2a1" providerId="LiveId" clId="{DC4B0805-5D64-4268-90C4-92DFC5A20224}" dt="2023-03-20T06:54:49.229" v="512"/>
          <ac:cxnSpMkLst>
            <pc:docMk/>
            <pc:sldMk cId="3651283907" sldId="371"/>
            <ac:cxnSpMk id="28" creationId="{A60920F8-77FD-91D5-C90D-5AB41C520F3F}"/>
          </ac:cxnSpMkLst>
        </pc:cxnChg>
      </pc:sldChg>
      <pc:sldChg chg="addSp modSp new ord modAnim">
        <pc:chgData name="Sivakumar Paulraj" userId="fba6c5ed4cacd2a1" providerId="LiveId" clId="{DC4B0805-5D64-4268-90C4-92DFC5A20224}" dt="2023-03-20T06:54:39.287" v="510"/>
        <pc:sldMkLst>
          <pc:docMk/>
          <pc:sldMk cId="2293205240" sldId="372"/>
        </pc:sldMkLst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2" creationId="{DCD8BC24-E7B4-12DC-DB24-26C9F4920DCA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" creationId="{4D2D4657-92AC-6B3E-634D-68814B1C80FB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6" creationId="{B123FEA0-6C72-58A0-31E7-D6EE63CC06CD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7" creationId="{FA1BC9DD-62C4-9CB7-6172-97F18CB2B3FA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8" creationId="{1C62FBB1-6079-B2A9-B7BE-5AE9706D6CCF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9" creationId="{50CBD35E-1E00-1598-4DE3-A653418312EB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12" creationId="{48A8C673-705F-659E-542B-7C71973C17EE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13" creationId="{AA1A71CD-7024-C3DC-191C-A9E16146F1A7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16" creationId="{E8FDF2FC-2CBE-4AF9-C66C-EF57EDBC7777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17" creationId="{E3BA0EBD-3FBE-0E59-350E-54839B396709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18" creationId="{D14196FC-B27A-9716-BD55-C2126F64A9E3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21" creationId="{8A246FFA-CC25-2F2D-1FFA-0E2516316CCA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22" creationId="{5A518F00-AA92-3477-887E-48F498C634A2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29" creationId="{2E219FE3-4765-34ED-3DE5-156B0FD23885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0" creationId="{C1DE25FA-9652-6A85-4C5E-DB60B233E526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1" creationId="{CB687B54-E580-BD64-B53B-3ECE00704362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2" creationId="{6B760AA5-79A6-EA50-4291-187CDDD435FE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3" creationId="{1CB62B02-84CC-E21E-D4AE-0D251195BE8E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4" creationId="{E72B9D0F-B12B-CBE6-E84F-7EBC90DB1E76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5" creationId="{B59047C6-A785-966D-0BE1-0CE2355EC8AB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6" creationId="{CFDE18A0-C27B-ABCB-A969-04702EB8F6EE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7" creationId="{8AEFC217-24AA-4F0D-74BE-D564C0A2E7B7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8" creationId="{9BEAE96A-E0A6-7AFE-44C3-8F198E974288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39" creationId="{ABC8C2EC-46F7-56D9-7657-25EE89696C92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40" creationId="{7AF37AFA-18BE-508E-2897-9DE7BBE33C45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41" creationId="{AD433875-07AE-FFF7-EBC3-F42FC3F4A6CF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42" creationId="{6F702339-A98F-8A4A-A515-EFF6762DFABB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43" creationId="{4AFC55D6-9AF9-D052-059E-2D5E7A22F996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45" creationId="{AFA94AFF-68E2-4B20-CA7F-E646254F8421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46" creationId="{7FD1BDE1-E261-57E1-BE7B-A3466E0C09E0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47" creationId="{218A1D2F-773D-0526-4214-D3C8FDD052E9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51" creationId="{51C1239D-EC36-0B3B-A2BD-F57562DA936D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52" creationId="{C1DDD020-85F8-65C5-8CCE-0DF67F7EB0F9}"/>
          </ac:spMkLst>
        </pc:spChg>
        <pc:spChg chg="add mod">
          <ac:chgData name="Sivakumar Paulraj" userId="fba6c5ed4cacd2a1" providerId="LiveId" clId="{DC4B0805-5D64-4268-90C4-92DFC5A20224}" dt="2023-03-20T06:54:36.098" v="508"/>
          <ac:spMkLst>
            <pc:docMk/>
            <pc:sldMk cId="2293205240" sldId="372"/>
            <ac:spMk id="54" creationId="{63D0A760-FF00-19CC-8B49-3A26CE9ED63D}"/>
          </ac:spMkLst>
        </pc:spChg>
        <pc:graphicFrameChg chg="add mod">
          <ac:chgData name="Sivakumar Paulraj" userId="fba6c5ed4cacd2a1" providerId="LiveId" clId="{DC4B0805-5D64-4268-90C4-92DFC5A20224}" dt="2023-03-20T06:54:36.098" v="508"/>
          <ac:graphicFrameMkLst>
            <pc:docMk/>
            <pc:sldMk cId="2293205240" sldId="372"/>
            <ac:graphicFrameMk id="44" creationId="{B64AC3E8-D9E7-963B-5E68-4B6467F1764B}"/>
          </ac:graphicFrameMkLst>
        </pc:graphicFrame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4" creationId="{B04E418B-286E-D804-C94B-B3D3DC96EB5C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5" creationId="{6EE13885-BC7E-45FE-F723-AD6E09A21C31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10" creationId="{0480B6F9-D134-CCD9-AD38-180CCAA6C1E3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11" creationId="{C0ABA63A-D6CA-6199-1C64-86F8E4DCB156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14" creationId="{BD2F1BFE-2D18-A598-DFFB-ECC6D6F17BD1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15" creationId="{AE5EF1A1-E819-370C-2DD2-49BC1B5E7182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19" creationId="{C034FA8F-6119-A6FB-53B6-54E803027FB8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20" creationId="{AA326D20-1450-CEC2-B1F8-FFF6C3D54D49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23" creationId="{D9416069-4A98-170B-1B1C-BE09A93C64B3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24" creationId="{83158424-F7C5-C507-92EB-C01F583FF5A3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25" creationId="{42EA466B-639E-F275-7401-C38A0CC6A9AA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26" creationId="{13BA9B86-3443-2F3B-1B06-5362DE376F31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27" creationId="{4AEB3400-C92C-1268-CF42-5C60E283320D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28" creationId="{0DCD6A1C-32D2-C507-C8E5-7194B99D6DD9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48" creationId="{83B6019F-E047-7535-30F7-86B9DFBA5261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49" creationId="{0A219FD3-66E7-AFEA-4BA5-FF78EBEE7833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50" creationId="{DF7D6C50-9550-9A3C-A16F-4679B0750318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53" creationId="{8F9C5857-28B7-CC7F-38AA-2A696F8001C3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55" creationId="{50C24899-26C1-3D78-5702-5644C44DACDD}"/>
          </ac:cxnSpMkLst>
        </pc:cxnChg>
        <pc:cxnChg chg="add mod">
          <ac:chgData name="Sivakumar Paulraj" userId="fba6c5ed4cacd2a1" providerId="LiveId" clId="{DC4B0805-5D64-4268-90C4-92DFC5A20224}" dt="2023-03-20T06:54:36.098" v="508"/>
          <ac:cxnSpMkLst>
            <pc:docMk/>
            <pc:sldMk cId="2293205240" sldId="372"/>
            <ac:cxnSpMk id="56" creationId="{EB019E36-36AC-24B4-390C-035080ABEAF4}"/>
          </ac:cxnSpMkLst>
        </pc:cxnChg>
      </pc:sldChg>
      <pc:sldChg chg="addSp modSp new modAnim">
        <pc:chgData name="Sivakumar Paulraj" userId="fba6c5ed4cacd2a1" providerId="LiveId" clId="{DC4B0805-5D64-4268-90C4-92DFC5A20224}" dt="2023-03-20T06:54:58.108" v="514"/>
        <pc:sldMkLst>
          <pc:docMk/>
          <pc:sldMk cId="1828758938" sldId="373"/>
        </pc:sldMkLst>
        <pc:spChg chg="add mod">
          <ac:chgData name="Sivakumar Paulraj" userId="fba6c5ed4cacd2a1" providerId="LiveId" clId="{DC4B0805-5D64-4268-90C4-92DFC5A20224}" dt="2023-03-20T06:54:58.108" v="514"/>
          <ac:spMkLst>
            <pc:docMk/>
            <pc:sldMk cId="1828758938" sldId="373"/>
            <ac:spMk id="2" creationId="{BAF9D792-5E99-6BFD-517E-229B525B7E1B}"/>
          </ac:spMkLst>
        </pc:spChg>
        <pc:spChg chg="add mod">
          <ac:chgData name="Sivakumar Paulraj" userId="fba6c5ed4cacd2a1" providerId="LiveId" clId="{DC4B0805-5D64-4268-90C4-92DFC5A20224}" dt="2023-03-20T06:54:58.108" v="514"/>
          <ac:spMkLst>
            <pc:docMk/>
            <pc:sldMk cId="1828758938" sldId="373"/>
            <ac:spMk id="3" creationId="{392772F5-2D45-9231-9E1D-A3A08A42C6D0}"/>
          </ac:spMkLst>
        </pc:spChg>
      </pc:sldChg>
      <pc:sldChg chg="addSp modSp new modAnim">
        <pc:chgData name="Sivakumar Paulraj" userId="fba6c5ed4cacd2a1" providerId="LiveId" clId="{DC4B0805-5D64-4268-90C4-92DFC5A20224}" dt="2023-03-20T06:55:06.452" v="516"/>
        <pc:sldMkLst>
          <pc:docMk/>
          <pc:sldMk cId="387264906" sldId="374"/>
        </pc:sldMkLst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" creationId="{5F8CD561-134E-8582-635A-033D9124B350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" creationId="{D8BB01FD-2978-E995-8956-74F5AE8319CC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4" creationId="{2A2D84C3-9DE9-605F-B3E6-641081DCD355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7" creationId="{9338DC38-430B-DD45-2BBE-4495179874F8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8" creationId="{F271D14B-A1B2-D56F-C154-AFCEC6697D6D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9" creationId="{66D896DD-D41A-5B02-6B2D-D8F038FE57E5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12" creationId="{3D337E28-C909-C881-F8A7-2C06A6204FB4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13" creationId="{5C6E1F32-8E8C-2EA4-17AC-F4DBC5DFC67B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14" creationId="{3B310B88-44CA-80DA-8EDF-2CCA8AB77541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17" creationId="{DBBBCB39-AC41-FE45-F553-B28AC8C2A9E2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18" creationId="{852C9684-4954-CB88-D047-4B90796FA082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1" creationId="{A55FD021-C5BA-FC4A-BD4D-69E2F5261DCD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2" creationId="{C2747377-E3A0-DE4F-36DC-DFF90E3C608A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3" creationId="{14AAA398-1C8D-BCF3-F99D-16847EADDDC7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4" creationId="{33D3973D-967C-77DA-4785-F366FF8D3C4E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5" creationId="{CD19A685-5E7C-2E7C-E224-80A3E83649D3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6" creationId="{24AEDEE8-DECD-D5BA-557B-C8E44E0D50DC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7" creationId="{BAAA5BFE-87B4-C0C3-35AA-B932E8F8EDFC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8" creationId="{4D3D873D-B5E7-9FEF-8E9B-B4DBB726144F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29" creationId="{7C39D7EE-3C77-714A-8E22-5BBF9CFF4766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0" creationId="{64E734CF-A11F-E538-B582-A7535EAEB63A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1" creationId="{06C19D23-3EDD-8973-AF03-AEB9BF274F82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2" creationId="{279C06FE-003D-D589-4065-CEAC0CF60027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3" creationId="{350FB940-AFB1-D443-D3FD-2E49B963CC50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4" creationId="{881A15FD-0070-5692-02C8-33548FCB2C36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5" creationId="{2CAAEB40-55C3-2EF6-1207-62D7838811ED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6" creationId="{A9A69D4B-7EF9-B8AA-EC5A-4D0DEC2F9EA6}"/>
          </ac:spMkLst>
        </pc:spChg>
        <pc:spChg chg="add mod">
          <ac:chgData name="Sivakumar Paulraj" userId="fba6c5ed4cacd2a1" providerId="LiveId" clId="{DC4B0805-5D64-4268-90C4-92DFC5A20224}" dt="2023-03-20T06:55:06.452" v="516"/>
          <ac:spMkLst>
            <pc:docMk/>
            <pc:sldMk cId="387264906" sldId="374"/>
            <ac:spMk id="37" creationId="{C30CDE46-C42C-F6B0-23B6-3B363C8542D9}"/>
          </ac:spMkLst>
        </pc:spChg>
        <pc:cxnChg chg="add mod">
          <ac:chgData name="Sivakumar Paulraj" userId="fba6c5ed4cacd2a1" providerId="LiveId" clId="{DC4B0805-5D64-4268-90C4-92DFC5A20224}" dt="2023-03-20T06:55:06.452" v="516"/>
          <ac:cxnSpMkLst>
            <pc:docMk/>
            <pc:sldMk cId="387264906" sldId="374"/>
            <ac:cxnSpMk id="5" creationId="{B3F8A951-A3E6-95A6-FC0E-A8CA339EE8A6}"/>
          </ac:cxnSpMkLst>
        </pc:cxnChg>
        <pc:cxnChg chg="add mod">
          <ac:chgData name="Sivakumar Paulraj" userId="fba6c5ed4cacd2a1" providerId="LiveId" clId="{DC4B0805-5D64-4268-90C4-92DFC5A20224}" dt="2023-03-20T06:55:06.452" v="516"/>
          <ac:cxnSpMkLst>
            <pc:docMk/>
            <pc:sldMk cId="387264906" sldId="374"/>
            <ac:cxnSpMk id="6" creationId="{360E2557-2E38-6AA9-7131-307C291B95E1}"/>
          </ac:cxnSpMkLst>
        </pc:cxnChg>
        <pc:cxnChg chg="add mod">
          <ac:chgData name="Sivakumar Paulraj" userId="fba6c5ed4cacd2a1" providerId="LiveId" clId="{DC4B0805-5D64-4268-90C4-92DFC5A20224}" dt="2023-03-20T06:55:06.452" v="516"/>
          <ac:cxnSpMkLst>
            <pc:docMk/>
            <pc:sldMk cId="387264906" sldId="374"/>
            <ac:cxnSpMk id="10" creationId="{48B873A0-4621-FDB2-E03E-25731003506D}"/>
          </ac:cxnSpMkLst>
        </pc:cxnChg>
        <pc:cxnChg chg="add mod">
          <ac:chgData name="Sivakumar Paulraj" userId="fba6c5ed4cacd2a1" providerId="LiveId" clId="{DC4B0805-5D64-4268-90C4-92DFC5A20224}" dt="2023-03-20T06:55:06.452" v="516"/>
          <ac:cxnSpMkLst>
            <pc:docMk/>
            <pc:sldMk cId="387264906" sldId="374"/>
            <ac:cxnSpMk id="11" creationId="{027FF4C9-BE8A-52DE-6AB1-2AE1A1F40930}"/>
          </ac:cxnSpMkLst>
        </pc:cxnChg>
        <pc:cxnChg chg="add mod">
          <ac:chgData name="Sivakumar Paulraj" userId="fba6c5ed4cacd2a1" providerId="LiveId" clId="{DC4B0805-5D64-4268-90C4-92DFC5A20224}" dt="2023-03-20T06:55:06.452" v="516"/>
          <ac:cxnSpMkLst>
            <pc:docMk/>
            <pc:sldMk cId="387264906" sldId="374"/>
            <ac:cxnSpMk id="15" creationId="{C4AEA3F4-1D5B-24B6-D415-CEC28572EF20}"/>
          </ac:cxnSpMkLst>
        </pc:cxnChg>
        <pc:cxnChg chg="add mod">
          <ac:chgData name="Sivakumar Paulraj" userId="fba6c5ed4cacd2a1" providerId="LiveId" clId="{DC4B0805-5D64-4268-90C4-92DFC5A20224}" dt="2023-03-20T06:55:06.452" v="516"/>
          <ac:cxnSpMkLst>
            <pc:docMk/>
            <pc:sldMk cId="387264906" sldId="374"/>
            <ac:cxnSpMk id="16" creationId="{B3E2A66F-5F5A-9967-61C5-3E79AA0B0E26}"/>
          </ac:cxnSpMkLst>
        </pc:cxnChg>
        <pc:cxnChg chg="add mod">
          <ac:chgData name="Sivakumar Paulraj" userId="fba6c5ed4cacd2a1" providerId="LiveId" clId="{DC4B0805-5D64-4268-90C4-92DFC5A20224}" dt="2023-03-20T06:55:06.452" v="516"/>
          <ac:cxnSpMkLst>
            <pc:docMk/>
            <pc:sldMk cId="387264906" sldId="374"/>
            <ac:cxnSpMk id="19" creationId="{145549B7-5CD7-C5FD-DC57-B923BBAF0C72}"/>
          </ac:cxnSpMkLst>
        </pc:cxnChg>
        <pc:cxnChg chg="add mod">
          <ac:chgData name="Sivakumar Paulraj" userId="fba6c5ed4cacd2a1" providerId="LiveId" clId="{DC4B0805-5D64-4268-90C4-92DFC5A20224}" dt="2023-03-20T06:55:06.452" v="516"/>
          <ac:cxnSpMkLst>
            <pc:docMk/>
            <pc:sldMk cId="387264906" sldId="374"/>
            <ac:cxnSpMk id="20" creationId="{78AA6838-2B84-7376-EA5B-F848B4C2CF60}"/>
          </ac:cxnSpMkLst>
        </pc:cxnChg>
      </pc:sldChg>
      <pc:sldChg chg="new del">
        <pc:chgData name="Sivakumar Paulraj" userId="fba6c5ed4cacd2a1" providerId="LiveId" clId="{DC4B0805-5D64-4268-90C4-92DFC5A20224}" dt="2023-03-20T08:43:58.233" v="519" actId="47"/>
        <pc:sldMkLst>
          <pc:docMk/>
          <pc:sldMk cId="466629209" sldId="375"/>
        </pc:sldMkLst>
      </pc:sldChg>
      <pc:sldChg chg="modSp new mod">
        <pc:chgData name="Sivakumar Paulraj" userId="fba6c5ed4cacd2a1" providerId="LiveId" clId="{DC4B0805-5D64-4268-90C4-92DFC5A20224}" dt="2023-03-20T08:43:59.773" v="520"/>
        <pc:sldMkLst>
          <pc:docMk/>
          <pc:sldMk cId="1071289268" sldId="376"/>
        </pc:sldMkLst>
        <pc:spChg chg="mod">
          <ac:chgData name="Sivakumar Paulraj" userId="fba6c5ed4cacd2a1" providerId="LiveId" clId="{DC4B0805-5D64-4268-90C4-92DFC5A20224}" dt="2023-03-20T08:43:59.773" v="520"/>
          <ac:spMkLst>
            <pc:docMk/>
            <pc:sldMk cId="1071289268" sldId="376"/>
            <ac:spMk id="2" creationId="{75039B4F-06E1-157B-4900-933C7EEC8102}"/>
          </ac:spMkLst>
        </pc:spChg>
      </pc:sldChg>
      <pc:sldChg chg="modSp new mod">
        <pc:chgData name="Sivakumar Paulraj" userId="fba6c5ed4cacd2a1" providerId="LiveId" clId="{DC4B0805-5D64-4268-90C4-92DFC5A20224}" dt="2023-03-20T08:44:16.465" v="523"/>
        <pc:sldMkLst>
          <pc:docMk/>
          <pc:sldMk cId="1332352453" sldId="377"/>
        </pc:sldMkLst>
        <pc:spChg chg="mod">
          <ac:chgData name="Sivakumar Paulraj" userId="fba6c5ed4cacd2a1" providerId="LiveId" clId="{DC4B0805-5D64-4268-90C4-92DFC5A20224}" dt="2023-03-20T08:44:16.465" v="523"/>
          <ac:spMkLst>
            <pc:docMk/>
            <pc:sldMk cId="1332352453" sldId="377"/>
            <ac:spMk id="2" creationId="{81031D9D-A406-BD34-BEF6-89C94E7C7B07}"/>
          </ac:spMkLst>
        </pc:spChg>
      </pc:sldChg>
      <pc:sldChg chg="modSp new mod">
        <pc:chgData name="Sivakumar Paulraj" userId="fba6c5ed4cacd2a1" providerId="LiveId" clId="{DC4B0805-5D64-4268-90C4-92DFC5A20224}" dt="2023-03-20T08:44:34.744" v="528"/>
        <pc:sldMkLst>
          <pc:docMk/>
          <pc:sldMk cId="196787259" sldId="378"/>
        </pc:sldMkLst>
        <pc:spChg chg="mod">
          <ac:chgData name="Sivakumar Paulraj" userId="fba6c5ed4cacd2a1" providerId="LiveId" clId="{DC4B0805-5D64-4268-90C4-92DFC5A20224}" dt="2023-03-20T08:44:34.744" v="528"/>
          <ac:spMkLst>
            <pc:docMk/>
            <pc:sldMk cId="196787259" sldId="378"/>
            <ac:spMk id="2" creationId="{63BA5B43-8E58-81E8-3907-A79174258628}"/>
          </ac:spMkLst>
        </pc:spChg>
      </pc:sldChg>
      <pc:sldChg chg="new del">
        <pc:chgData name="Sivakumar Paulraj" userId="fba6c5ed4cacd2a1" providerId="LiveId" clId="{DC4B0805-5D64-4268-90C4-92DFC5A20224}" dt="2023-03-20T08:44:27.919" v="525" actId="47"/>
        <pc:sldMkLst>
          <pc:docMk/>
          <pc:sldMk cId="3891272539" sldId="378"/>
        </pc:sldMkLst>
      </pc:sldChg>
      <pc:sldChg chg="modSp new mod">
        <pc:chgData name="Sivakumar Paulraj" userId="fba6c5ed4cacd2a1" providerId="LiveId" clId="{DC4B0805-5D64-4268-90C4-92DFC5A20224}" dt="2023-03-20T08:46:14.656" v="551" actId="1076"/>
        <pc:sldMkLst>
          <pc:docMk/>
          <pc:sldMk cId="1321943395" sldId="379"/>
        </pc:sldMkLst>
        <pc:spChg chg="mod">
          <ac:chgData name="Sivakumar Paulraj" userId="fba6c5ed4cacd2a1" providerId="LiveId" clId="{DC4B0805-5D64-4268-90C4-92DFC5A20224}" dt="2023-03-20T08:46:14.656" v="551" actId="1076"/>
          <ac:spMkLst>
            <pc:docMk/>
            <pc:sldMk cId="1321943395" sldId="379"/>
            <ac:spMk id="2" creationId="{9117B428-5290-9275-F11F-BBE303BDAD83}"/>
          </ac:spMkLst>
        </pc:spChg>
        <pc:spChg chg="mod">
          <ac:chgData name="Sivakumar Paulraj" userId="fba6c5ed4cacd2a1" providerId="LiveId" clId="{DC4B0805-5D64-4268-90C4-92DFC5A20224}" dt="2023-03-20T08:46:12.119" v="550" actId="1076"/>
          <ac:spMkLst>
            <pc:docMk/>
            <pc:sldMk cId="1321943395" sldId="379"/>
            <ac:spMk id="3" creationId="{55365FAA-758E-5283-8D73-BCDC1B0CBA34}"/>
          </ac:spMkLst>
        </pc:spChg>
      </pc:sldChg>
      <pc:sldChg chg="modSp new mod">
        <pc:chgData name="Sivakumar Paulraj" userId="fba6c5ed4cacd2a1" providerId="LiveId" clId="{DC4B0805-5D64-4268-90C4-92DFC5A20224}" dt="2023-03-20T08:45:00.890" v="533"/>
        <pc:sldMkLst>
          <pc:docMk/>
          <pc:sldMk cId="4201747351" sldId="380"/>
        </pc:sldMkLst>
        <pc:spChg chg="mod">
          <ac:chgData name="Sivakumar Paulraj" userId="fba6c5ed4cacd2a1" providerId="LiveId" clId="{DC4B0805-5D64-4268-90C4-92DFC5A20224}" dt="2023-03-20T08:45:00.890" v="533"/>
          <ac:spMkLst>
            <pc:docMk/>
            <pc:sldMk cId="4201747351" sldId="380"/>
            <ac:spMk id="2" creationId="{582EBA99-ADC8-FACA-099A-B24F960E2D64}"/>
          </ac:spMkLst>
        </pc:spChg>
      </pc:sldChg>
      <pc:sldChg chg="modSp new mod">
        <pc:chgData name="Sivakumar Paulraj" userId="fba6c5ed4cacd2a1" providerId="LiveId" clId="{DC4B0805-5D64-4268-90C4-92DFC5A20224}" dt="2023-03-20T08:45:18.735" v="538" actId="1076"/>
        <pc:sldMkLst>
          <pc:docMk/>
          <pc:sldMk cId="3906474146" sldId="381"/>
        </pc:sldMkLst>
        <pc:spChg chg="mod">
          <ac:chgData name="Sivakumar Paulraj" userId="fba6c5ed4cacd2a1" providerId="LiveId" clId="{DC4B0805-5D64-4268-90C4-92DFC5A20224}" dt="2023-03-20T08:45:15.815" v="537" actId="1076"/>
          <ac:spMkLst>
            <pc:docMk/>
            <pc:sldMk cId="3906474146" sldId="381"/>
            <ac:spMk id="2" creationId="{E05A0064-368D-19A4-8B02-65F903CE27DB}"/>
          </ac:spMkLst>
        </pc:spChg>
        <pc:spChg chg="mod">
          <ac:chgData name="Sivakumar Paulraj" userId="fba6c5ed4cacd2a1" providerId="LiveId" clId="{DC4B0805-5D64-4268-90C4-92DFC5A20224}" dt="2023-03-20T08:45:18.735" v="538" actId="1076"/>
          <ac:spMkLst>
            <pc:docMk/>
            <pc:sldMk cId="3906474146" sldId="381"/>
            <ac:spMk id="3" creationId="{A52E9EC9-31AE-069B-6C8B-5B269AE1FFEF}"/>
          </ac:spMkLst>
        </pc:spChg>
      </pc:sldChg>
      <pc:sldChg chg="modSp new mod">
        <pc:chgData name="Sivakumar Paulraj" userId="fba6c5ed4cacd2a1" providerId="LiveId" clId="{DC4B0805-5D64-4268-90C4-92DFC5A20224}" dt="2023-03-20T08:45:37.080" v="542" actId="1076"/>
        <pc:sldMkLst>
          <pc:docMk/>
          <pc:sldMk cId="180577506" sldId="382"/>
        </pc:sldMkLst>
        <pc:spChg chg="mod">
          <ac:chgData name="Sivakumar Paulraj" userId="fba6c5ed4cacd2a1" providerId="LiveId" clId="{DC4B0805-5D64-4268-90C4-92DFC5A20224}" dt="2023-03-20T08:45:37.080" v="542" actId="1076"/>
          <ac:spMkLst>
            <pc:docMk/>
            <pc:sldMk cId="180577506" sldId="382"/>
            <ac:spMk id="2" creationId="{AEB8C202-16CA-1CE7-4436-A7F0DC4C33CE}"/>
          </ac:spMkLst>
        </pc:spChg>
        <pc:spChg chg="mod">
          <ac:chgData name="Sivakumar Paulraj" userId="fba6c5ed4cacd2a1" providerId="LiveId" clId="{DC4B0805-5D64-4268-90C4-92DFC5A20224}" dt="2023-03-20T08:45:34.624" v="541" actId="1076"/>
          <ac:spMkLst>
            <pc:docMk/>
            <pc:sldMk cId="180577506" sldId="382"/>
            <ac:spMk id="3" creationId="{C5C40EB1-D130-387D-7A1B-25F0102534FC}"/>
          </ac:spMkLst>
        </pc:spChg>
      </pc:sldChg>
      <pc:sldChg chg="modSp new mod">
        <pc:chgData name="Sivakumar Paulraj" userId="fba6c5ed4cacd2a1" providerId="LiveId" clId="{DC4B0805-5D64-4268-90C4-92DFC5A20224}" dt="2023-03-20T08:45:58.191" v="547" actId="1076"/>
        <pc:sldMkLst>
          <pc:docMk/>
          <pc:sldMk cId="3010672776" sldId="383"/>
        </pc:sldMkLst>
        <pc:spChg chg="mod">
          <ac:chgData name="Sivakumar Paulraj" userId="fba6c5ed4cacd2a1" providerId="LiveId" clId="{DC4B0805-5D64-4268-90C4-92DFC5A20224}" dt="2023-03-20T08:45:58.191" v="547" actId="1076"/>
          <ac:spMkLst>
            <pc:docMk/>
            <pc:sldMk cId="3010672776" sldId="383"/>
            <ac:spMk id="2" creationId="{D56F07A3-EECE-8FD5-1E84-E84EA71B324A}"/>
          </ac:spMkLst>
        </pc:spChg>
        <pc:spChg chg="mod">
          <ac:chgData name="Sivakumar Paulraj" userId="fba6c5ed4cacd2a1" providerId="LiveId" clId="{DC4B0805-5D64-4268-90C4-92DFC5A20224}" dt="2023-03-20T08:45:55.394" v="546" actId="1076"/>
          <ac:spMkLst>
            <pc:docMk/>
            <pc:sldMk cId="3010672776" sldId="383"/>
            <ac:spMk id="3" creationId="{CCA6892F-8D12-A286-B7A9-F52A8E8916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07-11-2024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988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0000"/>
                </a:solidFill>
                <a:effectLst/>
              </a:rPr>
              <a:t>The most important criterion for a code generator is that it </a:t>
            </a:r>
            <a:r>
              <a:rPr lang="en-US" b="1" dirty="0">
                <a:solidFill>
                  <a:srgbClr val="000000"/>
                </a:solidFill>
                <a:effectLst/>
              </a:rPr>
              <a:t>produce correct code</a:t>
            </a:r>
            <a:r>
              <a:rPr lang="en-US" dirty="0">
                <a:solidFill>
                  <a:srgbClr val="000000"/>
                </a:solidFill>
                <a:effectLst/>
              </a:rPr>
              <a:t>. Correctness takes on special significance because of the number of special cases that a code generator might face. Given the premium on correctness, designing a code generator so it can be easily implemented, tested, and maintained is an important design goal.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11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0000"/>
                </a:solidFill>
                <a:effectLst/>
              </a:rPr>
              <a:t>The many choices for the IR include three-address representations such as  quadruples, triples, indirect triples; virtual machine representations such as bytecodes and stack-machine code; linear representations such as postfix notation; and graphical representations such as syntax trees and DAG’s.</a:t>
            </a:r>
          </a:p>
          <a:p>
            <a:pPr algn="just"/>
            <a:br>
              <a:rPr lang="en-US" dirty="0"/>
            </a:br>
            <a:r>
              <a:rPr lang="en-US" dirty="0"/>
              <a:t>The front end has scanned, parsed, and translated the source program into a relatively low-level IR, so that the values of the names appearing in the IR can be represented by quantities that the target machine can directly manipulate, such as integers and floating-point numbers. </a:t>
            </a:r>
          </a:p>
          <a:p>
            <a:pPr algn="just"/>
            <a:r>
              <a:rPr lang="en-US" dirty="0"/>
              <a:t>We also assume that all syntactic and static semantic errors have been detected, that the necessary type checking has taken place, and that type conversion operators have been inserted wherever necessary. </a:t>
            </a:r>
          </a:p>
          <a:p>
            <a:pPr algn="just"/>
            <a:r>
              <a:rPr lang="en-US" dirty="0"/>
              <a:t>The code generator can therefore proceed on the assumption that its input is free of these kinds of errors.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49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804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6 – Code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21C91A-7A9A-6574-3659-97E25CDC2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8427222-FE34-6825-24D7-9A72172A5325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D870B-4507-AB2A-5A49-1DEA7F0AF5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684" t="56902" b="12094"/>
          <a:stretch/>
        </p:blipFill>
        <p:spPr>
          <a:xfrm>
            <a:off x="6958013" y="4442378"/>
            <a:ext cx="4619100" cy="151551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5481D-4AE7-6C1D-C5E2-D1912E48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75" y="-23812"/>
            <a:ext cx="10515600" cy="1325563"/>
          </a:xfrm>
        </p:spPr>
        <p:txBody>
          <a:bodyPr/>
          <a:lstStyle/>
          <a:p>
            <a:r>
              <a:rPr lang="en-IN" dirty="0"/>
              <a:t>Code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F6EC-F9C5-BC90-673C-895EFC7A5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13" y="1143877"/>
            <a:ext cx="11320462" cy="4549691"/>
          </a:xfrm>
        </p:spPr>
        <p:txBody>
          <a:bodyPr>
            <a:normAutofit/>
          </a:bodyPr>
          <a:lstStyle/>
          <a:p>
            <a:r>
              <a:rPr lang="en-US" dirty="0"/>
              <a:t>The final phase in our compiler model is the code generator. </a:t>
            </a:r>
          </a:p>
          <a:p>
            <a:r>
              <a:rPr lang="en-US" dirty="0">
                <a:solidFill>
                  <a:srgbClr val="000099"/>
                </a:solidFill>
              </a:rPr>
              <a:t>It takes as input the intermediate representation (IR) produced by the front end of the compiler, along with relevant symbol table information, and produces as output a semantically equivalent target program</a:t>
            </a:r>
          </a:p>
          <a:p>
            <a:r>
              <a:rPr lang="en-US" dirty="0"/>
              <a:t>The target program must preserve </a:t>
            </a:r>
            <a:r>
              <a:rPr lang="en-US" b="1" dirty="0"/>
              <a:t>the semantic meaning of the source program</a:t>
            </a:r>
            <a:r>
              <a:rPr lang="en-US" dirty="0"/>
              <a:t> and must make </a:t>
            </a:r>
            <a:r>
              <a:rPr lang="en-US" b="1" dirty="0">
                <a:solidFill>
                  <a:srgbClr val="000099"/>
                </a:solidFill>
              </a:rPr>
              <a:t>effective use of the available resources of the target machine</a:t>
            </a:r>
            <a:r>
              <a:rPr lang="en-US" dirty="0">
                <a:solidFill>
                  <a:srgbClr val="000099"/>
                </a:solidFill>
              </a:rPr>
              <a:t> (</a:t>
            </a:r>
            <a:r>
              <a:rPr lang="en-US" dirty="0" err="1">
                <a:solidFill>
                  <a:srgbClr val="000099"/>
                </a:solidFill>
              </a:rPr>
              <a:t>Eg.</a:t>
            </a:r>
            <a:r>
              <a:rPr lang="en-US" dirty="0">
                <a:solidFill>
                  <a:srgbClr val="000099"/>
                </a:solidFill>
              </a:rPr>
              <a:t> Register Allocation)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0D9C1-C83B-ACE6-6331-1A39D077C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04" y="4714876"/>
            <a:ext cx="10049585" cy="1454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3327FD-4D70-B984-6479-3F53202E542F}"/>
              </a:ext>
            </a:extLst>
          </p:cNvPr>
          <p:cNvSpPr txBox="1"/>
          <p:nvPr/>
        </p:nvSpPr>
        <p:spPr>
          <a:xfrm>
            <a:off x="3759228" y="6169026"/>
            <a:ext cx="4402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Position of code generator</a:t>
            </a:r>
          </a:p>
        </p:txBody>
      </p:sp>
    </p:spTree>
    <p:extLst>
      <p:ext uri="{BB962C8B-B14F-4D97-AF65-F5344CB8AC3E}">
        <p14:creationId xmlns:p14="http://schemas.microsoft.com/office/powerpoint/2010/main" val="1623287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358A5-6646-86D0-0803-8757AE929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65" y="1168079"/>
            <a:ext cx="11305854" cy="5427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code generator has three primary tasks: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Instruction Selection </a:t>
            </a:r>
          </a:p>
          <a:p>
            <a:pPr lvl="1"/>
            <a:r>
              <a:rPr lang="en-US" dirty="0"/>
              <a:t>Instruction selection involves choosing appropriate target-machine instructions to implement the IR statements.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Register Allocation and Assignment</a:t>
            </a:r>
          </a:p>
          <a:p>
            <a:pPr lvl="1"/>
            <a:r>
              <a:rPr lang="en-US" dirty="0"/>
              <a:t>Register allocation and assignment involves deciding what values to keep in which registers.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Instruction Ordering</a:t>
            </a:r>
          </a:p>
          <a:p>
            <a:pPr lvl="1"/>
            <a:r>
              <a:rPr lang="en-US" dirty="0"/>
              <a:t>Instruction ordering involves deciding in what order to schedule the execution of instructions.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E83961-F3E2-7325-0FF7-E5162B57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80" y="18255"/>
            <a:ext cx="10515600" cy="1325563"/>
          </a:xfrm>
        </p:spPr>
        <p:txBody>
          <a:bodyPr/>
          <a:lstStyle/>
          <a:p>
            <a:r>
              <a:rPr lang="en-IN" dirty="0"/>
              <a:t>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87454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9B4F-06E1-157B-4900-933C7EEC81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Issues in Code Generation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488A2-ECF2-8D3A-17E5-08AE09617D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1289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F2BA-E3C6-FF58-F760-91F161155CB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Issues in Code Generation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1FB4F-4F93-FD7F-42E3-EE11F51CB7F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Issues in Code Generation are: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Input to code generator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Target program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Memory management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Instruction selection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Register allocation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Order of evaluation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E88E-99E4-8119-15C9-86A762518EC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1. Input to code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5197-9149-C2B6-73EE-FD08DA5E35E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Input to the code generator consists of </a:t>
            </a:r>
            <a:r>
              <a:rPr lang="en-GB" dirty="0">
                <a:solidFill>
                  <a:srgbClr val="000099"/>
                </a:solidFill>
              </a:rPr>
              <a:t>the intermediate representation of the source program.</a:t>
            </a:r>
            <a:endParaRPr lang="en-US" dirty="0">
              <a:solidFill>
                <a:srgbClr val="000099"/>
              </a:solidFill>
            </a:endParaRPr>
          </a:p>
          <a:p>
            <a:r>
              <a:rPr lang="en-GB" dirty="0"/>
              <a:t>Types of intermediate language are: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Postfix notation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Quadruples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Syntax trees or DAGs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000099"/>
                </a:solidFill>
              </a:rPr>
              <a:t>The detection of semantic error should be done before submitting the input to the code generator.</a:t>
            </a:r>
            <a:endParaRPr lang="en-US" dirty="0">
              <a:solidFill>
                <a:srgbClr val="000099"/>
              </a:solidFill>
            </a:endParaRPr>
          </a:p>
          <a:p>
            <a:r>
              <a:rPr lang="en-GB" dirty="0"/>
              <a:t>The code generation phase requires complete error free intermediate code as an input.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62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6256A0-3C7F-3CAD-D5D5-14A7C74AC15A}"/>
              </a:ext>
            </a:extLst>
          </p:cNvPr>
          <p:cNvSpPr txBox="1"/>
          <p:nvPr/>
        </p:nvSpPr>
        <p:spPr>
          <a:xfrm>
            <a:off x="258287" y="1098073"/>
            <a:ext cx="11605161" cy="562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 </a:t>
            </a:r>
            <a:r>
              <a:rPr lang="en-US" sz="22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instruction-set architecture </a:t>
            </a:r>
            <a:r>
              <a:rPr lang="en-US" sz="2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of the target machine has a significant impact on the </a:t>
            </a:r>
            <a:r>
              <a:rPr lang="en-US" sz="22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difficulty of constructing a good code generator </a:t>
            </a:r>
            <a:r>
              <a:rPr lang="en-US" sz="2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that produces high-quality machine code. The most common target-machine architectures are RISC (reduced instruction set computer), CISC (complex instruction set computer), and stack based. </a:t>
            </a:r>
            <a:endParaRPr lang="en-US" sz="2200" dirty="0">
              <a:latin typeface="Palatino Linotype" panose="0204050205050503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A RISC machine typically has many registers, three-address instructions, simple addressing modes, and a relatively simple instruction-set architecture.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In contrast, a CISC machine typically has few registers, two-address instructions, a variety of addressing modes, several register classes, variable-length instructions, and instructions with side effects.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In a stack-based machine, operations are done by pushing operands onto a stack and then performing the operations on the operands at the top of the stack.</a:t>
            </a:r>
            <a:endParaRPr lang="en-IN" sz="2200" dirty="0">
              <a:latin typeface="Palatino Linotype" panose="020405020505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6F33D9-14C5-BDD9-2DD7-5A487C6848D2}"/>
              </a:ext>
            </a:extLst>
          </p:cNvPr>
          <p:cNvSpPr txBox="1">
            <a:spLocks/>
          </p:cNvSpPr>
          <p:nvPr/>
        </p:nvSpPr>
        <p:spPr>
          <a:xfrm>
            <a:off x="258287" y="267221"/>
            <a:ext cx="11933713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2. Target program</a:t>
            </a:r>
          </a:p>
        </p:txBody>
      </p:sp>
    </p:spTree>
    <p:extLst>
      <p:ext uri="{BB962C8B-B14F-4D97-AF65-F5344CB8AC3E}">
        <p14:creationId xmlns:p14="http://schemas.microsoft.com/office/powerpoint/2010/main" val="187533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A777-D40D-2697-0A45-487BFC614A7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2. Target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2608-0FF2-11F0-6CEA-82963823134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output/target may be in form of:</a:t>
            </a:r>
          </a:p>
          <a:p>
            <a:pPr marL="914400" indent="-457200">
              <a:buFont typeface="+mj-lt"/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Absolute machine language: </a:t>
            </a:r>
          </a:p>
          <a:p>
            <a:pPr marL="1257300" lvl="1" indent="-342900"/>
            <a:r>
              <a:rPr lang="en-GB" dirty="0"/>
              <a:t>Absolute machine language program can be placed in a </a:t>
            </a:r>
            <a:r>
              <a:rPr lang="en-GB" dirty="0">
                <a:solidFill>
                  <a:srgbClr val="000099"/>
                </a:solidFill>
              </a:rPr>
              <a:t>fixed memory location</a:t>
            </a:r>
            <a:r>
              <a:rPr lang="en-GB" dirty="0"/>
              <a:t> and immediately executed.</a:t>
            </a:r>
          </a:p>
          <a:p>
            <a:pPr marL="1257300" lvl="1" indent="-342900"/>
            <a:r>
              <a:rPr lang="en-GB" dirty="0"/>
              <a:t>Small/simple programs.</a:t>
            </a:r>
            <a:endParaRPr lang="en-US" dirty="0"/>
          </a:p>
          <a:p>
            <a:pPr marL="914400" indent="-457200">
              <a:buFont typeface="+mj-lt"/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Relocatable machine language: </a:t>
            </a:r>
          </a:p>
          <a:p>
            <a:pPr marL="1371600" lvl="1" indent="-457200"/>
            <a:r>
              <a:rPr lang="en-US" dirty="0"/>
              <a:t>Program can be placed in a </a:t>
            </a:r>
            <a:r>
              <a:rPr lang="en-US" dirty="0">
                <a:solidFill>
                  <a:srgbClr val="000099"/>
                </a:solidFill>
              </a:rPr>
              <a:t>dynamic memory location</a:t>
            </a:r>
          </a:p>
          <a:p>
            <a:pPr marL="1371600" lvl="1" indent="-457200"/>
            <a:r>
              <a:rPr lang="en-GB" dirty="0">
                <a:solidFill>
                  <a:srgbClr val="000099"/>
                </a:solidFill>
              </a:rPr>
              <a:t>The subroutine can be compiled separately</a:t>
            </a:r>
            <a:r>
              <a:rPr lang="en-GB" dirty="0"/>
              <a:t>. A set of relocatable object modules can be linked together (linker) and loaded for execution (loader). </a:t>
            </a:r>
            <a:endParaRPr lang="en-US" dirty="0"/>
          </a:p>
          <a:p>
            <a:pPr marL="914400" indent="-457200">
              <a:buFont typeface="+mj-lt"/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Assembly language: </a:t>
            </a:r>
          </a:p>
          <a:p>
            <a:pPr marL="1371600" lvl="1" indent="-457200"/>
            <a:r>
              <a:rPr lang="en-GB" dirty="0"/>
              <a:t>Producing an </a:t>
            </a:r>
            <a:r>
              <a:rPr lang="en-GB" dirty="0">
                <a:solidFill>
                  <a:srgbClr val="000099"/>
                </a:solidFill>
              </a:rPr>
              <a:t>assembly language program as output makes the process of code generation easier</a:t>
            </a:r>
            <a:r>
              <a:rPr lang="en-GB" dirty="0"/>
              <a:t>, then </a:t>
            </a:r>
            <a:r>
              <a:rPr lang="en-GB" dirty="0">
                <a:solidFill>
                  <a:srgbClr val="000099"/>
                </a:solidFill>
              </a:rPr>
              <a:t>assembler is require to convert code in binary form.</a:t>
            </a:r>
            <a:endParaRPr lang="en-US" dirty="0">
              <a:solidFill>
                <a:srgbClr val="000099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7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6878-7CF0-6CA3-4F4E-75F9641F67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3. 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D728C-6EB8-4682-D971-0061C2569C8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solidFill>
                  <a:srgbClr val="C00000"/>
                </a:solidFill>
              </a:rPr>
              <a:t>Mapping names </a:t>
            </a:r>
            <a:r>
              <a:rPr lang="en-GB" dirty="0"/>
              <a:t>in the source program </a:t>
            </a:r>
            <a:r>
              <a:rPr lang="en-GB" dirty="0">
                <a:solidFill>
                  <a:srgbClr val="C00000"/>
                </a:solidFill>
              </a:rPr>
              <a:t>to addresses of data objects</a:t>
            </a:r>
            <a:r>
              <a:rPr lang="en-GB" dirty="0"/>
              <a:t> in run time memory is done </a:t>
            </a:r>
            <a:r>
              <a:rPr lang="en-GB" b="1" dirty="0"/>
              <a:t>cooperatively by the front end and the code generator</a:t>
            </a:r>
            <a:r>
              <a:rPr lang="en-GB" dirty="0"/>
              <a:t> using the symbol table.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GB" dirty="0"/>
              <a:t>We assume that a name in a three-address statement refers to a symbol table entry for the name.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000099"/>
                </a:solidFill>
              </a:rPr>
              <a:t>From the symbol table information, a relative address can be determined for the name in a data area.</a:t>
            </a:r>
            <a:endParaRPr lang="en-US" dirty="0">
              <a:solidFill>
                <a:srgbClr val="000099"/>
              </a:solidFill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99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23977-EA0B-1241-377E-3B3816902876}"/>
              </a:ext>
            </a:extLst>
          </p:cNvPr>
          <p:cNvSpPr txBox="1"/>
          <p:nvPr/>
        </p:nvSpPr>
        <p:spPr>
          <a:xfrm>
            <a:off x="337456" y="1066523"/>
            <a:ext cx="11688289" cy="4550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 code generator must </a:t>
            </a:r>
            <a:r>
              <a:rPr lang="en-US" sz="28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map the IR program into a code sequence </a:t>
            </a:r>
            <a:r>
              <a:rPr lang="en-US" sz="2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that can be executed by the target machine.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 complexity of performing this mapping is determined by factors such as  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 level of the IR  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 nature of the instruction-set architecture  </a:t>
            </a:r>
          </a:p>
          <a:p>
            <a:pPr marL="1200150" lvl="2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 desired quality of the generated code.</a:t>
            </a:r>
            <a:endParaRPr lang="en-IN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4FD63D-7726-F5D5-DD81-996753F09570}"/>
              </a:ext>
            </a:extLst>
          </p:cNvPr>
          <p:cNvSpPr txBox="1">
            <a:spLocks/>
          </p:cNvSpPr>
          <p:nvPr/>
        </p:nvSpPr>
        <p:spPr>
          <a:xfrm>
            <a:off x="166254" y="237508"/>
            <a:ext cx="11859491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4. Instruction selection</a:t>
            </a:r>
          </a:p>
        </p:txBody>
      </p:sp>
    </p:spTree>
    <p:extLst>
      <p:ext uri="{BB962C8B-B14F-4D97-AF65-F5344CB8AC3E}">
        <p14:creationId xmlns:p14="http://schemas.microsoft.com/office/powerpoint/2010/main" val="1844917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284E-1693-EC08-A931-B5DC2BA180A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4. Instruction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8C7A-0548-3872-BBF2-D23F10AFFCA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Example: the sequence of statements</a:t>
            </a:r>
            <a:endParaRPr lang="en-US" dirty="0"/>
          </a:p>
          <a:p>
            <a:pPr marL="0" indent="68580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0E47A1"/>
                </a:solidFill>
              </a:rPr>
              <a:t>a := b + c</a:t>
            </a:r>
            <a:endParaRPr lang="en-US" dirty="0">
              <a:solidFill>
                <a:srgbClr val="0E47A1"/>
              </a:solidFill>
            </a:endParaRPr>
          </a:p>
          <a:p>
            <a:pPr marL="0" indent="68580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0E47A1"/>
                </a:solidFill>
              </a:rPr>
              <a:t>d := a + e</a:t>
            </a:r>
            <a:endParaRPr lang="en-US" dirty="0">
              <a:solidFill>
                <a:srgbClr val="0E47A1"/>
              </a:solidFill>
            </a:endParaRPr>
          </a:p>
          <a:p>
            <a:r>
              <a:rPr lang="en-GB" dirty="0"/>
              <a:t>would be translated into</a:t>
            </a:r>
            <a:endParaRPr lang="en-US" dirty="0"/>
          </a:p>
          <a:p>
            <a:pPr marL="0" indent="685800">
              <a:buFont typeface="Arial" panose="020B0604020202020204" pitchFamily="34" charset="0"/>
              <a:buNone/>
            </a:pPr>
            <a:r>
              <a:rPr lang="en-GB" dirty="0"/>
              <a:t>MOV   b, R0</a:t>
            </a:r>
            <a:endParaRPr lang="en-US" dirty="0"/>
          </a:p>
          <a:p>
            <a:pPr marL="0" indent="685800">
              <a:buFont typeface="Arial" panose="020B0604020202020204" pitchFamily="34" charset="0"/>
              <a:buNone/>
            </a:pPr>
            <a:r>
              <a:rPr lang="en-GB" dirty="0"/>
              <a:t>ADD   c, R0</a:t>
            </a:r>
            <a:endParaRPr lang="en-US" dirty="0"/>
          </a:p>
          <a:p>
            <a:pPr marL="0" indent="68580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FF0000"/>
                </a:solidFill>
              </a:rPr>
              <a:t>MOV   R0, a</a:t>
            </a:r>
            <a:endParaRPr lang="en-US" dirty="0">
              <a:solidFill>
                <a:srgbClr val="FF0000"/>
              </a:solidFill>
            </a:endParaRPr>
          </a:p>
          <a:p>
            <a:pPr marL="0" indent="68580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FF0000"/>
                </a:solidFill>
              </a:rPr>
              <a:t>MOV   a, R0</a:t>
            </a:r>
            <a:endParaRPr lang="en-US" dirty="0">
              <a:solidFill>
                <a:srgbClr val="FF0000"/>
              </a:solidFill>
            </a:endParaRPr>
          </a:p>
          <a:p>
            <a:pPr marL="0" indent="685800">
              <a:buFont typeface="Arial" panose="020B0604020202020204" pitchFamily="34" charset="0"/>
              <a:buNone/>
            </a:pPr>
            <a:r>
              <a:rPr lang="en-GB" dirty="0"/>
              <a:t>ADD   e, R0</a:t>
            </a:r>
            <a:endParaRPr lang="en-US" dirty="0"/>
          </a:p>
          <a:p>
            <a:pPr marL="0" indent="685800">
              <a:buFont typeface="Arial" panose="020B0604020202020204" pitchFamily="34" charset="0"/>
              <a:buNone/>
            </a:pPr>
            <a:r>
              <a:rPr lang="en-GB" dirty="0"/>
              <a:t>MOV   R0, d</a:t>
            </a:r>
            <a:endParaRPr lang="en-US" dirty="0"/>
          </a:p>
          <a:p>
            <a:r>
              <a:rPr lang="en-GB" dirty="0"/>
              <a:t>Here, the third and fourth statement is redundant, which can be eliminated.</a:t>
            </a:r>
            <a:endParaRPr lang="en-US" dirty="0"/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D3CF61-B87C-F4B0-2484-B778184476C0}"/>
              </a:ext>
            </a:extLst>
          </p:cNvPr>
          <p:cNvCxnSpPr/>
          <p:nvPr/>
        </p:nvCxnSpPr>
        <p:spPr>
          <a:xfrm>
            <a:off x="807244" y="4143375"/>
            <a:ext cx="2057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9ED7AC-FB9E-D794-1091-7B408B3B3812}"/>
              </a:ext>
            </a:extLst>
          </p:cNvPr>
          <p:cNvCxnSpPr/>
          <p:nvPr/>
        </p:nvCxnSpPr>
        <p:spPr>
          <a:xfrm>
            <a:off x="807244" y="4688681"/>
            <a:ext cx="2057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80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0D58-D431-9FAE-70DD-91FE427A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1FD2D6C-F6A3-53DC-6DDB-53B5A5077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34"/>
          <a:stretch/>
        </p:blipFill>
        <p:spPr>
          <a:xfrm>
            <a:off x="1863462" y="1797372"/>
            <a:ext cx="3308613" cy="3303454"/>
          </a:xfrm>
        </p:spPr>
      </p:pic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06F8F6D7-ECBC-9BF7-F519-4FA113E474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63"/>
          <a:stretch/>
        </p:blipFill>
        <p:spPr>
          <a:xfrm>
            <a:off x="5393191" y="1837570"/>
            <a:ext cx="3600450" cy="326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1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3882-BABA-AC21-CD38-1E80545AACF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5. Register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62A0-9DA4-72BD-E664-1E5BDF3A7135}"/>
              </a:ext>
            </a:extLst>
          </p:cNvPr>
          <p:cNvSpPr txBox="1">
            <a:spLocks/>
          </p:cNvSpPr>
          <p:nvPr/>
        </p:nvSpPr>
        <p:spPr>
          <a:xfrm>
            <a:off x="265152" y="711201"/>
            <a:ext cx="11813629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A key problem in code generation is deciding what values to hold in what registers. </a:t>
            </a:r>
          </a:p>
          <a:p>
            <a:r>
              <a:rPr lang="en-US" sz="2500" dirty="0"/>
              <a:t>Instructions involving register operands are </a:t>
            </a:r>
            <a:r>
              <a:rPr lang="en-US" sz="2500" b="1" dirty="0"/>
              <a:t>invariably shorter and faster than those involving operands in memory</a:t>
            </a:r>
            <a:r>
              <a:rPr lang="en-US" sz="2500" dirty="0"/>
              <a:t>, so efficient utilization of registers is particularly important.</a:t>
            </a:r>
            <a:endParaRPr lang="en-GB" sz="2500" dirty="0"/>
          </a:p>
          <a:p>
            <a:r>
              <a:rPr lang="en-GB" sz="2500" dirty="0"/>
              <a:t>The use of registers is often subdivided into two sub problems:</a:t>
            </a:r>
            <a:endParaRPr lang="en-US" sz="2500" dirty="0"/>
          </a:p>
          <a:p>
            <a:pPr marL="914400" lvl="1" indent="-457200">
              <a:buFont typeface="+mj-lt"/>
              <a:buAutoNum type="arabicPeriod"/>
            </a:pPr>
            <a:r>
              <a:rPr lang="en-GB" sz="2500" dirty="0"/>
              <a:t>During </a:t>
            </a:r>
            <a:r>
              <a:rPr lang="en-GB" sz="2500" dirty="0">
                <a:solidFill>
                  <a:srgbClr val="C00000"/>
                </a:solidFill>
              </a:rPr>
              <a:t>register allocation</a:t>
            </a:r>
            <a:r>
              <a:rPr lang="en-GB" sz="2500" dirty="0"/>
              <a:t>, we select the </a:t>
            </a:r>
            <a:r>
              <a:rPr lang="en-GB" sz="2500" dirty="0">
                <a:solidFill>
                  <a:srgbClr val="C00000"/>
                </a:solidFill>
              </a:rPr>
              <a:t>set of variables </a:t>
            </a:r>
            <a:r>
              <a:rPr lang="en-GB" sz="2500" dirty="0"/>
              <a:t>that will reside in registers at a point in the program.</a:t>
            </a:r>
            <a:endParaRPr lang="en-US" sz="2500" dirty="0"/>
          </a:p>
          <a:p>
            <a:pPr marL="914400" lvl="1" indent="-457200">
              <a:buFont typeface="+mj-lt"/>
              <a:buAutoNum type="arabicPeriod"/>
            </a:pPr>
            <a:r>
              <a:rPr lang="en-GB" sz="2500" dirty="0"/>
              <a:t>During a subsequent </a:t>
            </a:r>
            <a:r>
              <a:rPr lang="en-GB" sz="2500" dirty="0">
                <a:solidFill>
                  <a:srgbClr val="C00000"/>
                </a:solidFill>
              </a:rPr>
              <a:t>register assignment </a:t>
            </a:r>
            <a:r>
              <a:rPr lang="en-GB" sz="2500" dirty="0"/>
              <a:t>phase, we pick the </a:t>
            </a:r>
            <a:r>
              <a:rPr lang="en-GB" sz="2500" dirty="0">
                <a:solidFill>
                  <a:srgbClr val="C00000"/>
                </a:solidFill>
              </a:rPr>
              <a:t>specific register </a:t>
            </a:r>
            <a:r>
              <a:rPr lang="en-GB" sz="2500" dirty="0"/>
              <a:t>that a variable will reside in.</a:t>
            </a:r>
            <a:endParaRPr lang="en-US" sz="2500" dirty="0"/>
          </a:p>
          <a:p>
            <a:r>
              <a:rPr lang="en-GB" sz="2500" dirty="0"/>
              <a:t>Finding an optimal assignment of registers to variables is difficult, even with single register value.</a:t>
            </a:r>
            <a:endParaRPr lang="en-US" sz="2500" dirty="0"/>
          </a:p>
          <a:p>
            <a:pPr lvl="1"/>
            <a:r>
              <a:rPr lang="en-GB" sz="2500" dirty="0"/>
              <a:t>Mathematically, the problem is </a:t>
            </a:r>
            <a:r>
              <a:rPr lang="en-GB" sz="2500" dirty="0">
                <a:solidFill>
                  <a:srgbClr val="C00000"/>
                </a:solidFill>
              </a:rPr>
              <a:t>NP-complete</a:t>
            </a:r>
            <a:r>
              <a:rPr lang="en-GB" sz="2500" dirty="0"/>
              <a:t>.</a:t>
            </a:r>
            <a:endParaRPr lang="en-US" sz="2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8BB8A-8961-3C88-8AC2-82E8907DF8E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7887662" y="5061761"/>
            <a:ext cx="4039186" cy="179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6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C49D-08EA-3B8D-B656-4BA460A07A2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6. Order of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8CBF-F202-E232-C87A-BF441BEA73CC}"/>
              </a:ext>
            </a:extLst>
          </p:cNvPr>
          <p:cNvSpPr txBox="1">
            <a:spLocks/>
          </p:cNvSpPr>
          <p:nvPr/>
        </p:nvSpPr>
        <p:spPr>
          <a:xfrm>
            <a:off x="557213" y="863444"/>
            <a:ext cx="10751343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order in which computations are performed </a:t>
            </a:r>
            <a:r>
              <a:rPr lang="en-US" dirty="0"/>
              <a:t>can affect the efficiency of the target code. </a:t>
            </a:r>
          </a:p>
          <a:p>
            <a:r>
              <a:rPr lang="en-US" dirty="0"/>
              <a:t>Some computation orders require fewer registers to hold intermediate results than others. </a:t>
            </a:r>
          </a:p>
          <a:p>
            <a:r>
              <a:rPr lang="en-US" dirty="0"/>
              <a:t>Picking a best order is another difficult issue, </a:t>
            </a:r>
            <a:r>
              <a:rPr lang="en-US" dirty="0">
                <a:solidFill>
                  <a:srgbClr val="C00000"/>
                </a:solidFill>
              </a:rPr>
              <a:t>NP-complete problem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20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A99B-D6EC-6B26-7EEF-DFD9DB2C1E2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Approaches to code generation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401A6-D017-1A19-9C07-59BCA98EC1E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The most important criterion for a code generator is that it produces correct code. </a:t>
            </a:r>
            <a:endParaRPr lang="en-US"/>
          </a:p>
          <a:p>
            <a:r>
              <a:rPr lang="en-GB"/>
              <a:t>The design of code generator should be in such a way so it can be implemented, tested, and maintained easily.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1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1D9D-A406-BD34-BEF6-89C94E7C7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Target Machine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AB2DA-ECBA-63F1-75AC-0413478525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352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96EE-D616-57EE-E41B-D662D33393F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Target machine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073802-FF91-29C9-B3E4-602771A0D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We will assume our target computer models a three-address machine with load and store operations, computation operations, jump operations, and conditional jumps. </a:t>
                </a:r>
              </a:p>
              <a:p>
                <a:r>
                  <a:rPr lang="en-US" dirty="0"/>
                  <a:t>The underlying computer is a byte-addressable machine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general-purpose registers,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. . .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two address instruction of the form</a:t>
                </a:r>
                <a:r>
                  <a:rPr lang="en-US" dirty="0">
                    <a:solidFill>
                      <a:srgbClr val="FF0000"/>
                    </a:solidFill>
                  </a:rPr>
                  <a:t>:  </a:t>
                </a:r>
                <a:r>
                  <a:rPr lang="en-US" i="1" dirty="0">
                    <a:solidFill>
                      <a:srgbClr val="FF0000"/>
                    </a:solidFill>
                  </a:rPr>
                  <a:t>op source, destination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It has following opcodes:</a:t>
                </a:r>
              </a:p>
              <a:p>
                <a:pPr lvl="1"/>
                <a:r>
                  <a:rPr lang="en-US" dirty="0">
                    <a:solidFill>
                      <a:srgbClr val="000099"/>
                    </a:solidFill>
                  </a:rPr>
                  <a:t>MOV (move source to destination)</a:t>
                </a:r>
              </a:p>
              <a:p>
                <a:pPr lvl="1"/>
                <a:r>
                  <a:rPr lang="en-US" dirty="0">
                    <a:solidFill>
                      <a:srgbClr val="000099"/>
                    </a:solidFill>
                  </a:rPr>
                  <a:t>ADD (add source to destination)</a:t>
                </a:r>
              </a:p>
              <a:p>
                <a:pPr lvl="1"/>
                <a:r>
                  <a:rPr lang="en-US" dirty="0">
                    <a:solidFill>
                      <a:srgbClr val="000099"/>
                    </a:solidFill>
                  </a:rPr>
                  <a:t>SUB (subtract source from destination)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073802-FF91-29C9-B3E4-602771A0D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2072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80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5D8F-B12C-D721-E3ED-CFA49FFD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E4396D-5FC5-A902-46D5-1A20A6BEF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93040"/>
            <a:ext cx="11998959" cy="666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24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C880-CAA0-6095-FCB2-E30B4CD98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2A3123-8766-0416-CAF5-2867C9281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11917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09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B3E89-1654-8EB6-F149-34289326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290D92-998D-C2C8-9985-D3030ECE2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34" y="0"/>
            <a:ext cx="11313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3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B835-7DC7-D3EE-8271-CF97CB04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FC634A-1AB5-8CB4-36A2-2DEBADF66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69" y="101600"/>
            <a:ext cx="1136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68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E82F-07C9-09F4-995D-49ADFD90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B1DCBF-787A-687B-7480-A65BE6EB6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382284"/>
            <a:ext cx="11393490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79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1008-06FB-8390-8B1C-F8D05677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8FE8B-94F4-A271-C675-5252FD03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" y="0"/>
            <a:ext cx="12136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89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992F-3BFE-87E5-4F57-12ED41582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597DEC-2C96-9725-4562-B356403B6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70"/>
            <a:ext cx="12192000" cy="674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88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C9E19-7E3C-9F02-1EFC-1F205600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9003AB-F791-4B10-2A20-D1D247B70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3"/>
            <a:ext cx="12192000" cy="67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27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8A55-97C2-BDA2-B0FC-E3D48AF5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FBE781-CF3D-B28A-9EA6-C78A32D38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58"/>
            <a:ext cx="12192000" cy="678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45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7CC7-C923-6884-8483-6ED6C1FC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0713E1-8A3B-958A-7D2D-3B64CD554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" y="99548"/>
            <a:ext cx="12079386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43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28B3-97E3-6AD6-A74C-710E4638B08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Instruction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6B30F-6E96-657B-9BF5-793BD633FF4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865969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address modes (to find the effective address) together with the assembly language forms and associated cost are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instruction cost can be computed as one plus cost associated with the source and destination addressing modes given by </a:t>
            </a:r>
            <a:r>
              <a:rPr lang="en-US" dirty="0">
                <a:solidFill>
                  <a:srgbClr val="0E47A1"/>
                </a:solidFill>
              </a:rPr>
              <a:t>“extra cost”.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80A74B-14B0-E519-8480-7A60B0B53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541772"/>
              </p:ext>
            </p:extLst>
          </p:nvPr>
        </p:nvGraphicFramePr>
        <p:xfrm>
          <a:off x="1621631" y="1913513"/>
          <a:ext cx="8417751" cy="376583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31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4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5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dirty="0">
                          <a:solidFill>
                            <a:srgbClr val="000099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2000" dirty="0">
                        <a:solidFill>
                          <a:srgbClr val="000099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>
                          <a:solidFill>
                            <a:srgbClr val="000099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</a:t>
                      </a:r>
                      <a:endParaRPr lang="en-US" sz="2000">
                        <a:solidFill>
                          <a:srgbClr val="000099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>
                          <a:solidFill>
                            <a:srgbClr val="000099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en-US" sz="2000">
                        <a:solidFill>
                          <a:srgbClr val="000099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dirty="0">
                          <a:solidFill>
                            <a:srgbClr val="000099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Extra cost</a:t>
                      </a:r>
                      <a:endParaRPr lang="en-US" sz="2000" dirty="0">
                        <a:solidFill>
                          <a:srgbClr val="000099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Absolute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Indexed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 +contents(R)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2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Indirect register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contents(R)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Indirect indexed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*k(R)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contents(k + contents(R))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Immediate or literal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#C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028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91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9B94-C40E-3667-0E76-B3739FA91A9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Instruction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493D9-98AF-9A74-B8B8-1D4A704A3AC9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Calculate cost for following: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E891F6-B0FA-4305-A388-D6010FE6E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567312"/>
              </p:ext>
            </p:extLst>
          </p:nvPr>
        </p:nvGraphicFramePr>
        <p:xfrm>
          <a:off x="2856963" y="4203879"/>
          <a:ext cx="5510626" cy="18711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48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algn="l"/>
                      <a:r>
                        <a:rPr lang="en-US" sz="2200" b="0"/>
                        <a:t>MOV B,R0</a:t>
                      </a:r>
                    </a:p>
                    <a:p>
                      <a:r>
                        <a:rPr lang="en-US" sz="2200" b="0"/>
                        <a:t>ADD C,R0</a:t>
                      </a:r>
                    </a:p>
                    <a:p>
                      <a:r>
                        <a:rPr lang="en-US" sz="2200" b="0"/>
                        <a:t>MOV R0,A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/>
                        <a:t>MOV B,R0</a:t>
                      </a:r>
                      <a:r>
                        <a:rPr lang="en-US" sz="2200" b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b="0"/>
                        <a:t>cost = 1+1+0=2</a:t>
                      </a:r>
                    </a:p>
                    <a:p>
                      <a:r>
                        <a:rPr lang="en-US" sz="2200" b="0"/>
                        <a:t>ADD C,R0</a:t>
                      </a:r>
                      <a:r>
                        <a:rPr lang="en-US" sz="2200" b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b="0"/>
                        <a:t>cost = 1+1+0=2</a:t>
                      </a:r>
                    </a:p>
                    <a:p>
                      <a:r>
                        <a:rPr lang="en-US" sz="2200" b="0"/>
                        <a:t>MOV R0,A</a:t>
                      </a:r>
                      <a:r>
                        <a:rPr lang="en-US" sz="2200" b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b="0"/>
                        <a:t>cost = 1+0+1=2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796">
                <a:tc>
                  <a:txBody>
                    <a:bodyPr/>
                    <a:lstStyle/>
                    <a:p>
                      <a:endParaRPr lang="en-US" sz="22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/>
                        <a:t>Total Cost=6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A5638EA-4CEF-9488-3024-AAAD24EEC793}"/>
              </a:ext>
            </a:extLst>
          </p:cNvPr>
          <p:cNvSpPr/>
          <p:nvPr/>
        </p:nvSpPr>
        <p:spPr>
          <a:xfrm>
            <a:off x="4490499" y="4251503"/>
            <a:ext cx="3676653" cy="34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F1E42-4A70-0258-24BB-55A6A0792835}"/>
              </a:ext>
            </a:extLst>
          </p:cNvPr>
          <p:cNvSpPr/>
          <p:nvPr/>
        </p:nvSpPr>
        <p:spPr>
          <a:xfrm>
            <a:off x="4509554" y="4603427"/>
            <a:ext cx="3676653" cy="34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E2B9D5-3C2B-60EC-4664-1A42DC31B1E8}"/>
              </a:ext>
            </a:extLst>
          </p:cNvPr>
          <p:cNvSpPr/>
          <p:nvPr/>
        </p:nvSpPr>
        <p:spPr>
          <a:xfrm>
            <a:off x="4490498" y="4958751"/>
            <a:ext cx="3676653" cy="34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2EF4F0-2FFC-6FB4-B850-E26279F37824}"/>
              </a:ext>
            </a:extLst>
          </p:cNvPr>
          <p:cNvSpPr/>
          <p:nvPr/>
        </p:nvSpPr>
        <p:spPr>
          <a:xfrm>
            <a:off x="4490497" y="5569389"/>
            <a:ext cx="3676653" cy="34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09F1B3-E425-F7CC-B200-B713F7E20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230380"/>
              </p:ext>
            </p:extLst>
          </p:nvPr>
        </p:nvGraphicFramePr>
        <p:xfrm>
          <a:off x="2101645" y="979269"/>
          <a:ext cx="8290935" cy="218122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9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 dirty="0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2200" dirty="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Extra cost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Absolute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Indexed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 +contents(R)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Indirect register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contents(R)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Indirect indexed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*k(R)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contents(k + contents(R))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81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0888-5360-0740-4D85-3FB1D67E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BD6C08-2F9C-755D-89FA-1D8FDBD68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254772" y="1426369"/>
            <a:ext cx="5968698" cy="2659856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8AA13-7849-ECED-99AA-8A16B60B2E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50000"/>
          </a:blip>
          <a:srcRect l="54240" b="39755"/>
          <a:stretch/>
        </p:blipFill>
        <p:spPr>
          <a:xfrm>
            <a:off x="7736681" y="4292584"/>
            <a:ext cx="3286125" cy="15990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0C5B2C-25E1-6FA5-9A1A-7102FAEC4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013" y="4292584"/>
            <a:ext cx="38290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8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79D9-DF8B-9B71-725A-632495797DB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Instruction Cost –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38D53-09D0-807B-1D49-F31D5D4448A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Calculate cost for following: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BBF041-47F1-A596-0867-12EC83BEB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376878"/>
              </p:ext>
            </p:extLst>
          </p:nvPr>
        </p:nvGraphicFramePr>
        <p:xfrm>
          <a:off x="2101645" y="979269"/>
          <a:ext cx="8290935" cy="218122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9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 dirty="0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2200" dirty="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Extra cost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Absolute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Indexed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 +contents(R)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Indirect register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contents(R)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Indirect indexed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*k(R)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contents(k + contents(R))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36D3B8-1387-9C01-BBF7-6031447BD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29103"/>
              </p:ext>
            </p:extLst>
          </p:nvPr>
        </p:nvGraphicFramePr>
        <p:xfrm>
          <a:off x="2796556" y="4569803"/>
          <a:ext cx="5850937" cy="15663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9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/>
                        <a:t>MOV *R1 ,*R0</a:t>
                      </a:r>
                    </a:p>
                    <a:p>
                      <a:pPr algn="l"/>
                      <a:r>
                        <a:rPr lang="en-US" sz="2200" b="0" dirty="0"/>
                        <a:t>ADD *R2 ,*R0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/>
                        <a:t>MOV *R1 ,*R0 </a:t>
                      </a:r>
                      <a:r>
                        <a:rPr lang="en-US" sz="2200" b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b="0" dirty="0"/>
                        <a:t>cost = 1+0+0=1</a:t>
                      </a:r>
                    </a:p>
                    <a:p>
                      <a:pPr algn="l"/>
                      <a:r>
                        <a:rPr lang="en-US" sz="2200" b="0" dirty="0"/>
                        <a:t>ADD *R2 ,*R0 </a:t>
                      </a:r>
                      <a:r>
                        <a:rPr lang="en-US" sz="2200" b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b="0" dirty="0"/>
                        <a:t>cost = 1+0+0=1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796">
                <a:tc>
                  <a:txBody>
                    <a:bodyPr/>
                    <a:lstStyle/>
                    <a:p>
                      <a:endParaRPr lang="en-US" sz="22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Total Cost=2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B73C691-4090-8E17-D5A7-D7183FCD72B4}"/>
              </a:ext>
            </a:extLst>
          </p:cNvPr>
          <p:cNvSpPr/>
          <p:nvPr/>
        </p:nvSpPr>
        <p:spPr>
          <a:xfrm>
            <a:off x="4733586" y="4617429"/>
            <a:ext cx="3871043" cy="351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7DC00-78F8-3258-7E0D-F230E741D988}"/>
              </a:ext>
            </a:extLst>
          </p:cNvPr>
          <p:cNvSpPr/>
          <p:nvPr/>
        </p:nvSpPr>
        <p:spPr>
          <a:xfrm>
            <a:off x="4764545" y="5606407"/>
            <a:ext cx="3809124" cy="28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4A4AA0-9E47-93B6-3E51-71DB428D1C65}"/>
              </a:ext>
            </a:extLst>
          </p:cNvPr>
          <p:cNvSpPr/>
          <p:nvPr/>
        </p:nvSpPr>
        <p:spPr>
          <a:xfrm>
            <a:off x="4733586" y="4941506"/>
            <a:ext cx="3676653" cy="34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63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79D9-DF8B-9B71-725A-632495797DB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Instruction Cost –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38D53-09D0-807B-1D49-F31D5D4448A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Calculate cost for following: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36D3B8-1387-9C01-BBF7-6031447BD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74739"/>
              </p:ext>
            </p:extLst>
          </p:nvPr>
        </p:nvGraphicFramePr>
        <p:xfrm>
          <a:off x="2818327" y="4493134"/>
          <a:ext cx="5850937" cy="15663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9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/>
                        <a:t>ADD R2 ,R1</a:t>
                      </a:r>
                    </a:p>
                    <a:p>
                      <a:pPr algn="l"/>
                      <a:r>
                        <a:rPr lang="en-US" sz="2200" b="0" dirty="0"/>
                        <a:t>MOV R1, 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/>
                        <a:t>ADD R2 ,R1 </a:t>
                      </a:r>
                      <a:r>
                        <a:rPr lang="en-US" sz="2200" b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b="0" dirty="0"/>
                        <a:t>cost = 1+0+0=1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MOV R1, a </a:t>
                      </a:r>
                      <a:r>
                        <a:rPr lang="en-US" sz="2200" b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 b="0" dirty="0"/>
                        <a:t>cost = 1+0+1=2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796">
                <a:tc>
                  <a:txBody>
                    <a:bodyPr/>
                    <a:lstStyle/>
                    <a:p>
                      <a:endParaRPr lang="en-US" sz="22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Total Cost=3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B73C691-4090-8E17-D5A7-D7183FCD72B4}"/>
              </a:ext>
            </a:extLst>
          </p:cNvPr>
          <p:cNvSpPr/>
          <p:nvPr/>
        </p:nvSpPr>
        <p:spPr>
          <a:xfrm>
            <a:off x="4724397" y="4584232"/>
            <a:ext cx="3871043" cy="351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7DC00-78F8-3258-7E0D-F230E741D988}"/>
              </a:ext>
            </a:extLst>
          </p:cNvPr>
          <p:cNvSpPr/>
          <p:nvPr/>
        </p:nvSpPr>
        <p:spPr>
          <a:xfrm>
            <a:off x="4755356" y="5570218"/>
            <a:ext cx="3809124" cy="28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4A4AA0-9E47-93B6-3E51-71DB428D1C65}"/>
              </a:ext>
            </a:extLst>
          </p:cNvPr>
          <p:cNvSpPr/>
          <p:nvPr/>
        </p:nvSpPr>
        <p:spPr>
          <a:xfrm>
            <a:off x="4724397" y="4865378"/>
            <a:ext cx="3676653" cy="34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31C44-9CC7-CA07-65C8-42552F8B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230380"/>
              </p:ext>
            </p:extLst>
          </p:nvPr>
        </p:nvGraphicFramePr>
        <p:xfrm>
          <a:off x="2101645" y="979269"/>
          <a:ext cx="8290935" cy="218122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9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 dirty="0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2200" dirty="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1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Extra cost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Absolute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Register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Indexed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 +contents(R)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Indirect register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contents(R)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Indirect indexed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*k(R)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contents(k + contents(R))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1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BA99-ADC8-FACA-099A-B24F960E2D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Use Information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3F4D4-F64E-C488-86DC-A69DD43B22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47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23830</TotalTime>
  <Words>1591</Words>
  <Application>Microsoft Office PowerPoint</Application>
  <PresentationFormat>Widescreen</PresentationFormat>
  <Paragraphs>259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Cambria Math</vt:lpstr>
      <vt:lpstr>Palatino Linotype</vt:lpstr>
      <vt:lpstr>Wingdings</vt:lpstr>
      <vt:lpstr>Office Theme</vt:lpstr>
      <vt:lpstr>PowerPoint Presentation</vt:lpstr>
      <vt:lpstr>Code Generation</vt:lpstr>
      <vt:lpstr>Code Generation</vt:lpstr>
      <vt:lpstr>Issues in Code Generation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Cont…</vt:lpstr>
      <vt:lpstr>PowerPoint Presentation</vt:lpstr>
      <vt:lpstr>PowerPoint Presentation</vt:lpstr>
      <vt:lpstr>PowerPoint Presentation</vt:lpstr>
      <vt:lpstr>The Target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Next Use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683</cp:revision>
  <dcterms:created xsi:type="dcterms:W3CDTF">2020-07-30T09:53:05Z</dcterms:created>
  <dcterms:modified xsi:type="dcterms:W3CDTF">2024-11-07T16:35:01Z</dcterms:modified>
</cp:coreProperties>
</file>