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4" r:id="rId3"/>
    <p:sldId id="272" r:id="rId4"/>
    <p:sldId id="277" r:id="rId5"/>
    <p:sldId id="275" r:id="rId6"/>
    <p:sldId id="276" r:id="rId7"/>
    <p:sldId id="261" r:id="rId8"/>
    <p:sldId id="262" r:id="rId9"/>
    <p:sldId id="263" r:id="rId10"/>
    <p:sldId id="264" r:id="rId11"/>
    <p:sldId id="265" r:id="rId12"/>
    <p:sldId id="266" r:id="rId13"/>
    <p:sldId id="267" r:id="rId14"/>
    <p:sldId id="268" r:id="rId15"/>
    <p:sldId id="269" r:id="rId16"/>
    <p:sldId id="270" r:id="rId17"/>
    <p:sldId id="271" r:id="rId18"/>
    <p:sldId id="257" r:id="rId19"/>
    <p:sldId id="258" r:id="rId20"/>
    <p:sldId id="259" r:id="rId21"/>
    <p:sldId id="26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autoAdjust="0"/>
    <p:restoredTop sz="94660"/>
  </p:normalViewPr>
  <p:slideViewPr>
    <p:cSldViewPr snapToGrid="0">
      <p:cViewPr varScale="1">
        <p:scale>
          <a:sx n="74" d="100"/>
          <a:sy n="74" d="100"/>
        </p:scale>
        <p:origin x="192" y="13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63C40-38A5-D8BE-4C83-966B51D28D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2248416-B0C1-0143-4B64-46CE407011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58CBA42-6921-6C38-D9B9-6D8CBB690379}"/>
              </a:ext>
            </a:extLst>
          </p:cNvPr>
          <p:cNvSpPr>
            <a:spLocks noGrp="1"/>
          </p:cNvSpPr>
          <p:nvPr>
            <p:ph type="dt" sz="half" idx="10"/>
          </p:nvPr>
        </p:nvSpPr>
        <p:spPr/>
        <p:txBody>
          <a:bodyPr/>
          <a:lstStyle/>
          <a:p>
            <a:fld id="{1E3735FD-FFE4-46F9-8D09-FD49509099BE}" type="datetimeFigureOut">
              <a:rPr lang="en-IN" smtClean="0"/>
              <a:t>03/12/24</a:t>
            </a:fld>
            <a:endParaRPr lang="en-IN"/>
          </a:p>
        </p:txBody>
      </p:sp>
      <p:sp>
        <p:nvSpPr>
          <p:cNvPr id="5" name="Footer Placeholder 4">
            <a:extLst>
              <a:ext uri="{FF2B5EF4-FFF2-40B4-BE49-F238E27FC236}">
                <a16:creationId xmlns:a16="http://schemas.microsoft.com/office/drawing/2014/main" id="{49E77AB9-F1B3-93C9-DCF1-40EC3FCCA5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5A3953-57D0-6C3C-1B18-ED0F86229722}"/>
              </a:ext>
            </a:extLst>
          </p:cNvPr>
          <p:cNvSpPr>
            <a:spLocks noGrp="1"/>
          </p:cNvSpPr>
          <p:nvPr>
            <p:ph type="sldNum" sz="quarter" idx="12"/>
          </p:nvPr>
        </p:nvSpPr>
        <p:spPr/>
        <p:txBody>
          <a:bodyPr/>
          <a:lstStyle/>
          <a:p>
            <a:fld id="{D93C09C9-BEDA-4063-B7A3-1742FB65C018}" type="slidenum">
              <a:rPr lang="en-IN" smtClean="0"/>
              <a:t>‹#›</a:t>
            </a:fld>
            <a:endParaRPr lang="en-IN"/>
          </a:p>
        </p:txBody>
      </p:sp>
    </p:spTree>
    <p:extLst>
      <p:ext uri="{BB962C8B-B14F-4D97-AF65-F5344CB8AC3E}">
        <p14:creationId xmlns:p14="http://schemas.microsoft.com/office/powerpoint/2010/main" val="256185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30582-F715-4644-97A8-8B119B689D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14C5EE9-9EC0-9899-2640-8CFCBEE19E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F5E4A7-851B-9578-2FE1-DFD7E12A8D61}"/>
              </a:ext>
            </a:extLst>
          </p:cNvPr>
          <p:cNvSpPr>
            <a:spLocks noGrp="1"/>
          </p:cNvSpPr>
          <p:nvPr>
            <p:ph type="dt" sz="half" idx="10"/>
          </p:nvPr>
        </p:nvSpPr>
        <p:spPr/>
        <p:txBody>
          <a:bodyPr/>
          <a:lstStyle/>
          <a:p>
            <a:fld id="{1E3735FD-FFE4-46F9-8D09-FD49509099BE}" type="datetimeFigureOut">
              <a:rPr lang="en-IN" smtClean="0"/>
              <a:t>03/12/24</a:t>
            </a:fld>
            <a:endParaRPr lang="en-IN"/>
          </a:p>
        </p:txBody>
      </p:sp>
      <p:sp>
        <p:nvSpPr>
          <p:cNvPr id="5" name="Footer Placeholder 4">
            <a:extLst>
              <a:ext uri="{FF2B5EF4-FFF2-40B4-BE49-F238E27FC236}">
                <a16:creationId xmlns:a16="http://schemas.microsoft.com/office/drawing/2014/main" id="{40C3AA7C-A33D-6D06-00BC-5FEF897F15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0DFE0A-DE2D-2C6C-2DF6-37757082FCB3}"/>
              </a:ext>
            </a:extLst>
          </p:cNvPr>
          <p:cNvSpPr>
            <a:spLocks noGrp="1"/>
          </p:cNvSpPr>
          <p:nvPr>
            <p:ph type="sldNum" sz="quarter" idx="12"/>
          </p:nvPr>
        </p:nvSpPr>
        <p:spPr/>
        <p:txBody>
          <a:bodyPr/>
          <a:lstStyle/>
          <a:p>
            <a:fld id="{D93C09C9-BEDA-4063-B7A3-1742FB65C018}" type="slidenum">
              <a:rPr lang="en-IN" smtClean="0"/>
              <a:t>‹#›</a:t>
            </a:fld>
            <a:endParaRPr lang="en-IN"/>
          </a:p>
        </p:txBody>
      </p:sp>
    </p:spTree>
    <p:extLst>
      <p:ext uri="{BB962C8B-B14F-4D97-AF65-F5344CB8AC3E}">
        <p14:creationId xmlns:p14="http://schemas.microsoft.com/office/powerpoint/2010/main" val="1100988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53DB9-DAE6-19C9-09BD-A06686D402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5BB0D8C-05AD-B75D-A064-13234F7D4B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B87A6F-5C1F-C8E6-5D83-07142039F64A}"/>
              </a:ext>
            </a:extLst>
          </p:cNvPr>
          <p:cNvSpPr>
            <a:spLocks noGrp="1"/>
          </p:cNvSpPr>
          <p:nvPr>
            <p:ph type="dt" sz="half" idx="10"/>
          </p:nvPr>
        </p:nvSpPr>
        <p:spPr/>
        <p:txBody>
          <a:bodyPr/>
          <a:lstStyle/>
          <a:p>
            <a:fld id="{1E3735FD-FFE4-46F9-8D09-FD49509099BE}" type="datetimeFigureOut">
              <a:rPr lang="en-IN" smtClean="0"/>
              <a:t>03/12/24</a:t>
            </a:fld>
            <a:endParaRPr lang="en-IN"/>
          </a:p>
        </p:txBody>
      </p:sp>
      <p:sp>
        <p:nvSpPr>
          <p:cNvPr id="5" name="Footer Placeholder 4">
            <a:extLst>
              <a:ext uri="{FF2B5EF4-FFF2-40B4-BE49-F238E27FC236}">
                <a16:creationId xmlns:a16="http://schemas.microsoft.com/office/drawing/2014/main" id="{D3D01075-8360-25D5-E8BB-A051FE1065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979C58-CFED-55A2-1D88-9CBEC142E556}"/>
              </a:ext>
            </a:extLst>
          </p:cNvPr>
          <p:cNvSpPr>
            <a:spLocks noGrp="1"/>
          </p:cNvSpPr>
          <p:nvPr>
            <p:ph type="sldNum" sz="quarter" idx="12"/>
          </p:nvPr>
        </p:nvSpPr>
        <p:spPr/>
        <p:txBody>
          <a:bodyPr/>
          <a:lstStyle/>
          <a:p>
            <a:fld id="{D93C09C9-BEDA-4063-B7A3-1742FB65C018}" type="slidenum">
              <a:rPr lang="en-IN" smtClean="0"/>
              <a:t>‹#›</a:t>
            </a:fld>
            <a:endParaRPr lang="en-IN"/>
          </a:p>
        </p:txBody>
      </p:sp>
    </p:spTree>
    <p:extLst>
      <p:ext uri="{BB962C8B-B14F-4D97-AF65-F5344CB8AC3E}">
        <p14:creationId xmlns:p14="http://schemas.microsoft.com/office/powerpoint/2010/main" val="1066129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7DE0F-2D8E-C838-6D91-F72C58E95F4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4F6F5B-C668-75D2-4CE3-AF3E5D4898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5907F4E-5440-736E-BF31-1EA86EEBEF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8112337-4725-7A6E-0704-A0458E2F749B}"/>
              </a:ext>
            </a:extLst>
          </p:cNvPr>
          <p:cNvSpPr>
            <a:spLocks noGrp="1"/>
          </p:cNvSpPr>
          <p:nvPr>
            <p:ph type="dt" sz="half" idx="10"/>
          </p:nvPr>
        </p:nvSpPr>
        <p:spPr/>
        <p:txBody>
          <a:bodyPr/>
          <a:lstStyle/>
          <a:p>
            <a:fld id="{1E3735FD-FFE4-46F9-8D09-FD49509099BE}" type="datetimeFigureOut">
              <a:rPr lang="en-IN" smtClean="0"/>
              <a:t>03/12/24</a:t>
            </a:fld>
            <a:endParaRPr lang="en-IN"/>
          </a:p>
        </p:txBody>
      </p:sp>
      <p:sp>
        <p:nvSpPr>
          <p:cNvPr id="6" name="Footer Placeholder 5">
            <a:extLst>
              <a:ext uri="{FF2B5EF4-FFF2-40B4-BE49-F238E27FC236}">
                <a16:creationId xmlns:a16="http://schemas.microsoft.com/office/drawing/2014/main" id="{05DB6C33-B1C2-D05E-484D-D4984C7544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E3F325-2365-F440-7EB7-DA6DAB6F3F5D}"/>
              </a:ext>
            </a:extLst>
          </p:cNvPr>
          <p:cNvSpPr>
            <a:spLocks noGrp="1"/>
          </p:cNvSpPr>
          <p:nvPr>
            <p:ph type="sldNum" sz="quarter" idx="12"/>
          </p:nvPr>
        </p:nvSpPr>
        <p:spPr/>
        <p:txBody>
          <a:bodyPr/>
          <a:lstStyle/>
          <a:p>
            <a:fld id="{D93C09C9-BEDA-4063-B7A3-1742FB65C018}" type="slidenum">
              <a:rPr lang="en-IN" smtClean="0"/>
              <a:t>‹#›</a:t>
            </a:fld>
            <a:endParaRPr lang="en-IN"/>
          </a:p>
        </p:txBody>
      </p:sp>
    </p:spTree>
    <p:extLst>
      <p:ext uri="{BB962C8B-B14F-4D97-AF65-F5344CB8AC3E}">
        <p14:creationId xmlns:p14="http://schemas.microsoft.com/office/powerpoint/2010/main" val="1878293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DD06D-7485-7B2E-FA86-CF2415AB30F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90CD686-AC96-03F6-7F67-FD316B2688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10B759-E607-02C7-CFC4-84AE3B1FA2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389A54A-70E1-A6BF-CC05-AD64A6FC24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1DE3DD-EA06-AD37-D28D-6415CBC431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0671EAC-FCDE-38F1-5644-C36C12AE7219}"/>
              </a:ext>
            </a:extLst>
          </p:cNvPr>
          <p:cNvSpPr>
            <a:spLocks noGrp="1"/>
          </p:cNvSpPr>
          <p:nvPr>
            <p:ph type="dt" sz="half" idx="10"/>
          </p:nvPr>
        </p:nvSpPr>
        <p:spPr/>
        <p:txBody>
          <a:bodyPr/>
          <a:lstStyle/>
          <a:p>
            <a:fld id="{1E3735FD-FFE4-46F9-8D09-FD49509099BE}" type="datetimeFigureOut">
              <a:rPr lang="en-IN" smtClean="0"/>
              <a:t>03/12/24</a:t>
            </a:fld>
            <a:endParaRPr lang="en-IN"/>
          </a:p>
        </p:txBody>
      </p:sp>
      <p:sp>
        <p:nvSpPr>
          <p:cNvPr id="8" name="Footer Placeholder 7">
            <a:extLst>
              <a:ext uri="{FF2B5EF4-FFF2-40B4-BE49-F238E27FC236}">
                <a16:creationId xmlns:a16="http://schemas.microsoft.com/office/drawing/2014/main" id="{EEDCE791-FE31-6088-7B99-6F74330E003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644D62C-7E45-18DA-88DC-5F2198422DCE}"/>
              </a:ext>
            </a:extLst>
          </p:cNvPr>
          <p:cNvSpPr>
            <a:spLocks noGrp="1"/>
          </p:cNvSpPr>
          <p:nvPr>
            <p:ph type="sldNum" sz="quarter" idx="12"/>
          </p:nvPr>
        </p:nvSpPr>
        <p:spPr/>
        <p:txBody>
          <a:bodyPr/>
          <a:lstStyle/>
          <a:p>
            <a:fld id="{D93C09C9-BEDA-4063-B7A3-1742FB65C018}" type="slidenum">
              <a:rPr lang="en-IN" smtClean="0"/>
              <a:t>‹#›</a:t>
            </a:fld>
            <a:endParaRPr lang="en-IN"/>
          </a:p>
        </p:txBody>
      </p:sp>
    </p:spTree>
    <p:extLst>
      <p:ext uri="{BB962C8B-B14F-4D97-AF65-F5344CB8AC3E}">
        <p14:creationId xmlns:p14="http://schemas.microsoft.com/office/powerpoint/2010/main" val="3625353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5B29C-EE21-F82E-F23E-B2EA5F97A74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2CA23A3-E3D9-AD60-05AB-1EE551F7824A}"/>
              </a:ext>
            </a:extLst>
          </p:cNvPr>
          <p:cNvSpPr>
            <a:spLocks noGrp="1"/>
          </p:cNvSpPr>
          <p:nvPr>
            <p:ph type="dt" sz="half" idx="10"/>
          </p:nvPr>
        </p:nvSpPr>
        <p:spPr/>
        <p:txBody>
          <a:bodyPr/>
          <a:lstStyle/>
          <a:p>
            <a:fld id="{1E3735FD-FFE4-46F9-8D09-FD49509099BE}" type="datetimeFigureOut">
              <a:rPr lang="en-IN" smtClean="0"/>
              <a:t>03/12/24</a:t>
            </a:fld>
            <a:endParaRPr lang="en-IN"/>
          </a:p>
        </p:txBody>
      </p:sp>
      <p:sp>
        <p:nvSpPr>
          <p:cNvPr id="4" name="Footer Placeholder 3">
            <a:extLst>
              <a:ext uri="{FF2B5EF4-FFF2-40B4-BE49-F238E27FC236}">
                <a16:creationId xmlns:a16="http://schemas.microsoft.com/office/drawing/2014/main" id="{2607CC7C-9A79-AA4E-FCD5-32F064E7D07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D764AD1-D03B-CEF2-1909-6673ACBF1499}"/>
              </a:ext>
            </a:extLst>
          </p:cNvPr>
          <p:cNvSpPr>
            <a:spLocks noGrp="1"/>
          </p:cNvSpPr>
          <p:nvPr>
            <p:ph type="sldNum" sz="quarter" idx="12"/>
          </p:nvPr>
        </p:nvSpPr>
        <p:spPr/>
        <p:txBody>
          <a:bodyPr/>
          <a:lstStyle/>
          <a:p>
            <a:fld id="{D93C09C9-BEDA-4063-B7A3-1742FB65C018}" type="slidenum">
              <a:rPr lang="en-IN" smtClean="0"/>
              <a:t>‹#›</a:t>
            </a:fld>
            <a:endParaRPr lang="en-IN"/>
          </a:p>
        </p:txBody>
      </p:sp>
    </p:spTree>
    <p:extLst>
      <p:ext uri="{BB962C8B-B14F-4D97-AF65-F5344CB8AC3E}">
        <p14:creationId xmlns:p14="http://schemas.microsoft.com/office/powerpoint/2010/main" val="3551409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84C6D-B71A-8B7E-1FD2-37864E390918}"/>
              </a:ext>
            </a:extLst>
          </p:cNvPr>
          <p:cNvSpPr>
            <a:spLocks noGrp="1"/>
          </p:cNvSpPr>
          <p:nvPr>
            <p:ph type="dt" sz="half" idx="10"/>
          </p:nvPr>
        </p:nvSpPr>
        <p:spPr/>
        <p:txBody>
          <a:bodyPr/>
          <a:lstStyle/>
          <a:p>
            <a:fld id="{1E3735FD-FFE4-46F9-8D09-FD49509099BE}" type="datetimeFigureOut">
              <a:rPr lang="en-IN" smtClean="0"/>
              <a:t>03/12/24</a:t>
            </a:fld>
            <a:endParaRPr lang="en-IN"/>
          </a:p>
        </p:txBody>
      </p:sp>
      <p:sp>
        <p:nvSpPr>
          <p:cNvPr id="3" name="Footer Placeholder 2">
            <a:extLst>
              <a:ext uri="{FF2B5EF4-FFF2-40B4-BE49-F238E27FC236}">
                <a16:creationId xmlns:a16="http://schemas.microsoft.com/office/drawing/2014/main" id="{2432AD4A-7133-7248-7B1A-37BAAB0E236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2A4577B-0E51-E2DC-B7AB-0CA7F259AA28}"/>
              </a:ext>
            </a:extLst>
          </p:cNvPr>
          <p:cNvSpPr>
            <a:spLocks noGrp="1"/>
          </p:cNvSpPr>
          <p:nvPr>
            <p:ph type="sldNum" sz="quarter" idx="12"/>
          </p:nvPr>
        </p:nvSpPr>
        <p:spPr/>
        <p:txBody>
          <a:bodyPr/>
          <a:lstStyle/>
          <a:p>
            <a:fld id="{D93C09C9-BEDA-4063-B7A3-1742FB65C018}" type="slidenum">
              <a:rPr lang="en-IN" smtClean="0"/>
              <a:t>‹#›</a:t>
            </a:fld>
            <a:endParaRPr lang="en-IN"/>
          </a:p>
        </p:txBody>
      </p:sp>
    </p:spTree>
    <p:extLst>
      <p:ext uri="{BB962C8B-B14F-4D97-AF65-F5344CB8AC3E}">
        <p14:creationId xmlns:p14="http://schemas.microsoft.com/office/powerpoint/2010/main" val="1630816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02D5C-4583-0027-E3EB-55DF4BBEE0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0CE82C4-F183-54CB-23D7-56A9405305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547C68F-B6CD-0E96-CEDE-FE8083891F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B1DB2E-1653-0AC0-F43D-EA2A56F7C15B}"/>
              </a:ext>
            </a:extLst>
          </p:cNvPr>
          <p:cNvSpPr>
            <a:spLocks noGrp="1"/>
          </p:cNvSpPr>
          <p:nvPr>
            <p:ph type="dt" sz="half" idx="10"/>
          </p:nvPr>
        </p:nvSpPr>
        <p:spPr/>
        <p:txBody>
          <a:bodyPr/>
          <a:lstStyle/>
          <a:p>
            <a:fld id="{1E3735FD-FFE4-46F9-8D09-FD49509099BE}" type="datetimeFigureOut">
              <a:rPr lang="en-IN" smtClean="0"/>
              <a:t>03/12/24</a:t>
            </a:fld>
            <a:endParaRPr lang="en-IN"/>
          </a:p>
        </p:txBody>
      </p:sp>
      <p:sp>
        <p:nvSpPr>
          <p:cNvPr id="6" name="Footer Placeholder 5">
            <a:extLst>
              <a:ext uri="{FF2B5EF4-FFF2-40B4-BE49-F238E27FC236}">
                <a16:creationId xmlns:a16="http://schemas.microsoft.com/office/drawing/2014/main" id="{A69A336D-EC87-0DB8-942B-1C456B75162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B6311E7-899C-AAD9-D2D7-F4B3F8499093}"/>
              </a:ext>
            </a:extLst>
          </p:cNvPr>
          <p:cNvSpPr>
            <a:spLocks noGrp="1"/>
          </p:cNvSpPr>
          <p:nvPr>
            <p:ph type="sldNum" sz="quarter" idx="12"/>
          </p:nvPr>
        </p:nvSpPr>
        <p:spPr/>
        <p:txBody>
          <a:bodyPr/>
          <a:lstStyle/>
          <a:p>
            <a:fld id="{D93C09C9-BEDA-4063-B7A3-1742FB65C018}" type="slidenum">
              <a:rPr lang="en-IN" smtClean="0"/>
              <a:t>‹#›</a:t>
            </a:fld>
            <a:endParaRPr lang="en-IN"/>
          </a:p>
        </p:txBody>
      </p:sp>
    </p:spTree>
    <p:extLst>
      <p:ext uri="{BB962C8B-B14F-4D97-AF65-F5344CB8AC3E}">
        <p14:creationId xmlns:p14="http://schemas.microsoft.com/office/powerpoint/2010/main" val="613137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6D87E-0419-8BFD-381F-344BFA1E59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52D1705-A2E9-F5A1-77DD-9B71EAFDC1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3C60C33-91C4-4B08-7C71-9446408AC7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0DF152-19B8-BEF8-65A8-1A1365C3128C}"/>
              </a:ext>
            </a:extLst>
          </p:cNvPr>
          <p:cNvSpPr>
            <a:spLocks noGrp="1"/>
          </p:cNvSpPr>
          <p:nvPr>
            <p:ph type="dt" sz="half" idx="10"/>
          </p:nvPr>
        </p:nvSpPr>
        <p:spPr/>
        <p:txBody>
          <a:bodyPr/>
          <a:lstStyle/>
          <a:p>
            <a:fld id="{1E3735FD-FFE4-46F9-8D09-FD49509099BE}" type="datetimeFigureOut">
              <a:rPr lang="en-IN" smtClean="0"/>
              <a:t>03/12/24</a:t>
            </a:fld>
            <a:endParaRPr lang="en-IN"/>
          </a:p>
        </p:txBody>
      </p:sp>
      <p:sp>
        <p:nvSpPr>
          <p:cNvPr id="6" name="Footer Placeholder 5">
            <a:extLst>
              <a:ext uri="{FF2B5EF4-FFF2-40B4-BE49-F238E27FC236}">
                <a16:creationId xmlns:a16="http://schemas.microsoft.com/office/drawing/2014/main" id="{C5ADA680-FC7E-5B10-206C-2B413ABA723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C48047-217A-93AE-B509-4A5F04FA2E1E}"/>
              </a:ext>
            </a:extLst>
          </p:cNvPr>
          <p:cNvSpPr>
            <a:spLocks noGrp="1"/>
          </p:cNvSpPr>
          <p:nvPr>
            <p:ph type="sldNum" sz="quarter" idx="12"/>
          </p:nvPr>
        </p:nvSpPr>
        <p:spPr/>
        <p:txBody>
          <a:bodyPr/>
          <a:lstStyle/>
          <a:p>
            <a:fld id="{D93C09C9-BEDA-4063-B7A3-1742FB65C018}" type="slidenum">
              <a:rPr lang="en-IN" smtClean="0"/>
              <a:t>‹#›</a:t>
            </a:fld>
            <a:endParaRPr lang="en-IN"/>
          </a:p>
        </p:txBody>
      </p:sp>
    </p:spTree>
    <p:extLst>
      <p:ext uri="{BB962C8B-B14F-4D97-AF65-F5344CB8AC3E}">
        <p14:creationId xmlns:p14="http://schemas.microsoft.com/office/powerpoint/2010/main" val="3530558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83C08-0403-6E8C-1386-1950452046D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AC65E12-86B5-93F1-6619-2A06A9B00E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9A8962-B2CF-7340-DBA9-CECF5EA3E72F}"/>
              </a:ext>
            </a:extLst>
          </p:cNvPr>
          <p:cNvSpPr>
            <a:spLocks noGrp="1"/>
          </p:cNvSpPr>
          <p:nvPr>
            <p:ph type="dt" sz="half" idx="10"/>
          </p:nvPr>
        </p:nvSpPr>
        <p:spPr/>
        <p:txBody>
          <a:bodyPr/>
          <a:lstStyle/>
          <a:p>
            <a:fld id="{1E3735FD-FFE4-46F9-8D09-FD49509099BE}" type="datetimeFigureOut">
              <a:rPr lang="en-IN" smtClean="0"/>
              <a:t>03/12/24</a:t>
            </a:fld>
            <a:endParaRPr lang="en-IN"/>
          </a:p>
        </p:txBody>
      </p:sp>
      <p:sp>
        <p:nvSpPr>
          <p:cNvPr id="5" name="Footer Placeholder 4">
            <a:extLst>
              <a:ext uri="{FF2B5EF4-FFF2-40B4-BE49-F238E27FC236}">
                <a16:creationId xmlns:a16="http://schemas.microsoft.com/office/drawing/2014/main" id="{C8D805E2-ECCB-163D-6793-ADED9A66CD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48F186-2FE7-32C8-D5D9-BC574F1AF458}"/>
              </a:ext>
            </a:extLst>
          </p:cNvPr>
          <p:cNvSpPr>
            <a:spLocks noGrp="1"/>
          </p:cNvSpPr>
          <p:nvPr>
            <p:ph type="sldNum" sz="quarter" idx="12"/>
          </p:nvPr>
        </p:nvSpPr>
        <p:spPr/>
        <p:txBody>
          <a:bodyPr/>
          <a:lstStyle/>
          <a:p>
            <a:fld id="{D93C09C9-BEDA-4063-B7A3-1742FB65C018}" type="slidenum">
              <a:rPr lang="en-IN" smtClean="0"/>
              <a:t>‹#›</a:t>
            </a:fld>
            <a:endParaRPr lang="en-IN"/>
          </a:p>
        </p:txBody>
      </p:sp>
    </p:spTree>
    <p:extLst>
      <p:ext uri="{BB962C8B-B14F-4D97-AF65-F5344CB8AC3E}">
        <p14:creationId xmlns:p14="http://schemas.microsoft.com/office/powerpoint/2010/main" val="2986246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467A5E-9E58-BB52-7A38-5B5382C1743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23D7F8E-BA7F-D482-FC70-82B8077AC7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A43B99-C880-B88B-EF6D-9ED819A65962}"/>
              </a:ext>
            </a:extLst>
          </p:cNvPr>
          <p:cNvSpPr>
            <a:spLocks noGrp="1"/>
          </p:cNvSpPr>
          <p:nvPr>
            <p:ph type="dt" sz="half" idx="10"/>
          </p:nvPr>
        </p:nvSpPr>
        <p:spPr/>
        <p:txBody>
          <a:bodyPr/>
          <a:lstStyle/>
          <a:p>
            <a:fld id="{1E3735FD-FFE4-46F9-8D09-FD49509099BE}" type="datetimeFigureOut">
              <a:rPr lang="en-IN" smtClean="0"/>
              <a:t>03/12/24</a:t>
            </a:fld>
            <a:endParaRPr lang="en-IN"/>
          </a:p>
        </p:txBody>
      </p:sp>
      <p:sp>
        <p:nvSpPr>
          <p:cNvPr id="5" name="Footer Placeholder 4">
            <a:extLst>
              <a:ext uri="{FF2B5EF4-FFF2-40B4-BE49-F238E27FC236}">
                <a16:creationId xmlns:a16="http://schemas.microsoft.com/office/drawing/2014/main" id="{CAEE819D-3F98-AD09-E63E-BB290EFBEE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CC5233-2C53-22A7-D81E-2E8C9C40F2F3}"/>
              </a:ext>
            </a:extLst>
          </p:cNvPr>
          <p:cNvSpPr>
            <a:spLocks noGrp="1"/>
          </p:cNvSpPr>
          <p:nvPr>
            <p:ph type="sldNum" sz="quarter" idx="12"/>
          </p:nvPr>
        </p:nvSpPr>
        <p:spPr/>
        <p:txBody>
          <a:bodyPr/>
          <a:lstStyle/>
          <a:p>
            <a:fld id="{D93C09C9-BEDA-4063-B7A3-1742FB65C018}" type="slidenum">
              <a:rPr lang="en-IN" smtClean="0"/>
              <a:t>‹#›</a:t>
            </a:fld>
            <a:endParaRPr lang="en-IN"/>
          </a:p>
        </p:txBody>
      </p:sp>
    </p:spTree>
    <p:extLst>
      <p:ext uri="{BB962C8B-B14F-4D97-AF65-F5344CB8AC3E}">
        <p14:creationId xmlns:p14="http://schemas.microsoft.com/office/powerpoint/2010/main" val="1526034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F3B438-1804-E00F-9818-E85C2FB2A9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9BA6523-B90A-FD1B-6FC3-81F88858AD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3E9DE2-7A6B-25C3-26C4-87953D9A74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3735FD-FFE4-46F9-8D09-FD49509099BE}" type="datetimeFigureOut">
              <a:rPr lang="en-IN" smtClean="0"/>
              <a:t>03/12/24</a:t>
            </a:fld>
            <a:endParaRPr lang="en-IN"/>
          </a:p>
        </p:txBody>
      </p:sp>
      <p:sp>
        <p:nvSpPr>
          <p:cNvPr id="5" name="Footer Placeholder 4">
            <a:extLst>
              <a:ext uri="{FF2B5EF4-FFF2-40B4-BE49-F238E27FC236}">
                <a16:creationId xmlns:a16="http://schemas.microsoft.com/office/drawing/2014/main" id="{14024244-4EC5-047E-FCD7-C9AF257218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FED7276-34DB-2BF4-10BC-84629CA198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3C09C9-BEDA-4063-B7A3-1742FB65C018}" type="slidenum">
              <a:rPr lang="en-IN" smtClean="0"/>
              <a:t>‹#›</a:t>
            </a:fld>
            <a:endParaRPr lang="en-IN"/>
          </a:p>
        </p:txBody>
      </p:sp>
    </p:spTree>
    <p:extLst>
      <p:ext uri="{BB962C8B-B14F-4D97-AF65-F5344CB8AC3E}">
        <p14:creationId xmlns:p14="http://schemas.microsoft.com/office/powerpoint/2010/main" val="38128695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4DF0F-9629-649E-9E2C-E4B8A9AC0BE0}"/>
              </a:ext>
            </a:extLst>
          </p:cNvPr>
          <p:cNvSpPr>
            <a:spLocks noGrp="1"/>
          </p:cNvSpPr>
          <p:nvPr>
            <p:ph type="ctrTitle"/>
          </p:nvPr>
        </p:nvSpPr>
        <p:spPr/>
        <p:txBody>
          <a:bodyPr/>
          <a:lstStyle/>
          <a:p>
            <a:r>
              <a:rPr lang="en-US" dirty="0"/>
              <a:t>Transport Layer</a:t>
            </a:r>
            <a:endParaRPr lang="en-IN" dirty="0"/>
          </a:p>
        </p:txBody>
      </p:sp>
      <p:sp>
        <p:nvSpPr>
          <p:cNvPr id="3" name="Subtitle 2">
            <a:extLst>
              <a:ext uri="{FF2B5EF4-FFF2-40B4-BE49-F238E27FC236}">
                <a16:creationId xmlns:a16="http://schemas.microsoft.com/office/drawing/2014/main" id="{C6A5D23C-E4B6-C09F-E4B0-EF3E2526B4A4}"/>
              </a:ext>
            </a:extLst>
          </p:cNvPr>
          <p:cNvSpPr>
            <a:spLocks noGrp="1"/>
          </p:cNvSpPr>
          <p:nvPr>
            <p:ph type="subTitle" idx="1"/>
          </p:nvPr>
        </p:nvSpPr>
        <p:spPr/>
        <p:txBody>
          <a:bodyPr/>
          <a:lstStyle/>
          <a:p>
            <a:endParaRPr lang="en-IN" dirty="0"/>
          </a:p>
        </p:txBody>
      </p:sp>
      <p:sp>
        <p:nvSpPr>
          <p:cNvPr id="4" name="TextBox 3">
            <a:extLst>
              <a:ext uri="{FF2B5EF4-FFF2-40B4-BE49-F238E27FC236}">
                <a16:creationId xmlns:a16="http://schemas.microsoft.com/office/drawing/2014/main" id="{A0E892DD-ABAF-AEB7-4CA4-5D219D7F0992}"/>
              </a:ext>
            </a:extLst>
          </p:cNvPr>
          <p:cNvSpPr txBox="1"/>
          <p:nvPr/>
        </p:nvSpPr>
        <p:spPr>
          <a:xfrm>
            <a:off x="621102" y="2674189"/>
            <a:ext cx="184731" cy="369332"/>
          </a:xfrm>
          <a:prstGeom prst="rect">
            <a:avLst/>
          </a:prstGeom>
          <a:noFill/>
        </p:spPr>
        <p:txBody>
          <a:bodyPr wrap="none" rtlCol="0">
            <a:spAutoFit/>
          </a:bodyPr>
          <a:lstStyle/>
          <a:p>
            <a:endParaRPr/>
          </a:p>
        </p:txBody>
      </p:sp>
    </p:spTree>
    <p:extLst>
      <p:ext uri="{BB962C8B-B14F-4D97-AF65-F5344CB8AC3E}">
        <p14:creationId xmlns:p14="http://schemas.microsoft.com/office/powerpoint/2010/main" val="176458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a:extLst>
              <a:ext uri="{FF2B5EF4-FFF2-40B4-BE49-F238E27FC236}">
                <a16:creationId xmlns:a16="http://schemas.microsoft.com/office/drawing/2014/main" id="{234280DC-3A81-F360-6F05-976EF50DDDB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12ABAFD-18C1-40B2-ADCB-2E1D9FC541E3}" type="slidenum">
              <a:rPr lang="en-US" altLang="en-US" sz="1200">
                <a:latin typeface="Garamond" panose="02020404030301010803" pitchFamily="18" charset="0"/>
              </a:rPr>
              <a:pPr>
                <a:spcBef>
                  <a:spcPct val="0"/>
                </a:spcBef>
                <a:buClrTx/>
                <a:buSzTx/>
                <a:buFontTx/>
                <a:buNone/>
              </a:pPr>
              <a:t>2</a:t>
            </a:fld>
            <a:endParaRPr lang="en-US" altLang="en-US" sz="1200">
              <a:latin typeface="Garamond" panose="02020404030301010803" pitchFamily="18" charset="0"/>
            </a:endParaRPr>
          </a:p>
        </p:txBody>
      </p:sp>
      <p:pic>
        <p:nvPicPr>
          <p:cNvPr id="13315" name="Picture 2" descr="osi-model-7-layers">
            <a:extLst>
              <a:ext uri="{FF2B5EF4-FFF2-40B4-BE49-F238E27FC236}">
                <a16:creationId xmlns:a16="http://schemas.microsoft.com/office/drawing/2014/main" id="{28F3C9FD-E54B-6A75-BE15-801A446922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17" t="8597" r="1390" b="1558"/>
          <a:stretch>
            <a:fillRect/>
          </a:stretch>
        </p:blipFill>
        <p:spPr bwMode="auto">
          <a:xfrm>
            <a:off x="3657600" y="1066800"/>
            <a:ext cx="447675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Rectangle 3">
            <a:extLst>
              <a:ext uri="{FF2B5EF4-FFF2-40B4-BE49-F238E27FC236}">
                <a16:creationId xmlns:a16="http://schemas.microsoft.com/office/drawing/2014/main" id="{A078138E-F961-2EBC-EE56-BF1CC75BCCA4}"/>
              </a:ext>
            </a:extLst>
          </p:cNvPr>
          <p:cNvSpPr>
            <a:spLocks noGrp="1" noChangeArrowheads="1"/>
          </p:cNvSpPr>
          <p:nvPr>
            <p:ph type="title"/>
          </p:nvPr>
        </p:nvSpPr>
        <p:spPr>
          <a:xfrm>
            <a:off x="1905000" y="152401"/>
            <a:ext cx="8229600" cy="639763"/>
          </a:xfrm>
        </p:spPr>
        <p:txBody>
          <a:bodyPr anchor="ctr"/>
          <a:lstStyle/>
          <a:p>
            <a:pPr eaLnBrk="1" hangingPunct="1">
              <a:defRPr/>
            </a:pPr>
            <a:r>
              <a:rPr lang="en-US" sz="2900" b="1">
                <a:solidFill>
                  <a:srgbClr val="336600"/>
                </a:solidFill>
                <a:effectLst>
                  <a:outerShdw blurRad="38100" dist="38100" dir="2700000" algn="tl">
                    <a:srgbClr val="C0C0C0"/>
                  </a:outerShdw>
                </a:effectLst>
              </a:rPr>
              <a:t>Host and Media Layer</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B942D-D90E-37C3-1D53-1FAF01207E3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819D287-762D-5468-50D3-1DEC31FA22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382849"/>
            <a:ext cx="10515600" cy="3649249"/>
          </a:xfrm>
        </p:spPr>
      </p:pic>
    </p:spTree>
    <p:extLst>
      <p:ext uri="{BB962C8B-B14F-4D97-AF65-F5344CB8AC3E}">
        <p14:creationId xmlns:p14="http://schemas.microsoft.com/office/powerpoint/2010/main" val="578901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4C682-4DFC-131F-EF00-B397F1984CE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D2C4AF4-123E-61DE-4627-092A0E8DEAF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456209"/>
            <a:ext cx="9817239" cy="5770996"/>
          </a:xfrm>
        </p:spPr>
      </p:pic>
    </p:spTree>
    <p:extLst>
      <p:ext uri="{BB962C8B-B14F-4D97-AF65-F5344CB8AC3E}">
        <p14:creationId xmlns:p14="http://schemas.microsoft.com/office/powerpoint/2010/main" val="1230391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011ED-76E8-DEE0-7157-7298E84EC58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0D8EC8E-E732-2D04-F3BC-CC4958A403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166623"/>
            <a:ext cx="10515600" cy="3197448"/>
          </a:xfrm>
        </p:spPr>
      </p:pic>
    </p:spTree>
    <p:extLst>
      <p:ext uri="{BB962C8B-B14F-4D97-AF65-F5344CB8AC3E}">
        <p14:creationId xmlns:p14="http://schemas.microsoft.com/office/powerpoint/2010/main" val="2149028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9FCD3-B90F-0C5B-3C1F-8E77CFCFA76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007DDDA-4B07-938B-99A3-A6536AC94DC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3458" y="904352"/>
            <a:ext cx="11053623" cy="5446206"/>
          </a:xfrm>
        </p:spPr>
      </p:pic>
    </p:spTree>
    <p:extLst>
      <p:ext uri="{BB962C8B-B14F-4D97-AF65-F5344CB8AC3E}">
        <p14:creationId xmlns:p14="http://schemas.microsoft.com/office/powerpoint/2010/main" val="321207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99D7B-7A2A-905B-C1C2-9C55328A0446}"/>
              </a:ext>
            </a:extLst>
          </p:cNvPr>
          <p:cNvSpPr>
            <a:spLocks noGrp="1"/>
          </p:cNvSpPr>
          <p:nvPr>
            <p:ph type="title"/>
          </p:nvPr>
        </p:nvSpPr>
        <p:spPr/>
        <p:txBody>
          <a:bodyPr/>
          <a:lstStyle/>
          <a:p>
            <a:r>
              <a:rPr lang="en-US" dirty="0"/>
              <a:t>Congestion Control</a:t>
            </a:r>
            <a:endParaRPr lang="en-IN" dirty="0"/>
          </a:p>
        </p:txBody>
      </p:sp>
      <p:sp>
        <p:nvSpPr>
          <p:cNvPr id="3" name="Content Placeholder 2">
            <a:extLst>
              <a:ext uri="{FF2B5EF4-FFF2-40B4-BE49-F238E27FC236}">
                <a16:creationId xmlns:a16="http://schemas.microsoft.com/office/drawing/2014/main" id="{C17E60B9-6763-B52B-F172-73AFB56235B9}"/>
              </a:ext>
            </a:extLst>
          </p:cNvPr>
          <p:cNvSpPr>
            <a:spLocks noGrp="1"/>
          </p:cNvSpPr>
          <p:nvPr>
            <p:ph idx="1"/>
          </p:nvPr>
        </p:nvSpPr>
        <p:spPr>
          <a:xfrm>
            <a:off x="838200" y="1825624"/>
            <a:ext cx="10515600" cy="4122999"/>
          </a:xfrm>
        </p:spPr>
        <p:txBody>
          <a:bodyPr>
            <a:normAutofit/>
          </a:bodyPr>
          <a:lstStyle/>
          <a:p>
            <a:r>
              <a:rPr lang="en-US" dirty="0"/>
              <a:t>Technique or mechanism to </a:t>
            </a:r>
          </a:p>
          <a:p>
            <a:pPr lvl="1"/>
            <a:r>
              <a:rPr lang="en-US" dirty="0"/>
              <a:t>Prevent before it happens</a:t>
            </a:r>
          </a:p>
          <a:p>
            <a:pPr lvl="1"/>
            <a:r>
              <a:rPr lang="en-US" dirty="0"/>
              <a:t>Remove after it has happened</a:t>
            </a:r>
          </a:p>
          <a:p>
            <a:pPr lvl="1"/>
            <a:endParaRPr lang="en-US" dirty="0"/>
          </a:p>
          <a:p>
            <a:pPr marL="457200" lvl="1" indent="0">
              <a:buNone/>
            </a:pPr>
            <a:r>
              <a:rPr lang="en-US" sz="3200" dirty="0"/>
              <a:t>TYPES:</a:t>
            </a:r>
          </a:p>
          <a:p>
            <a:pPr lvl="1"/>
            <a:r>
              <a:rPr lang="en-US" dirty="0"/>
              <a:t>Open loop congestion control(prevention)</a:t>
            </a:r>
          </a:p>
          <a:p>
            <a:pPr lvl="1"/>
            <a:r>
              <a:rPr lang="en-US" dirty="0"/>
              <a:t>Closed loop congestion control(Removal)</a:t>
            </a:r>
          </a:p>
        </p:txBody>
      </p:sp>
    </p:spTree>
    <p:extLst>
      <p:ext uri="{BB962C8B-B14F-4D97-AF65-F5344CB8AC3E}">
        <p14:creationId xmlns:p14="http://schemas.microsoft.com/office/powerpoint/2010/main" val="2196338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29E41-9DF0-B558-D9DC-EF1B00917D2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B96092F-99B2-14E7-CE3B-D5C9F9208A0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CAD4FABB-F87F-B7E3-3CEB-0E2D542FA79B}"/>
              </a:ext>
            </a:extLst>
          </p:cNvPr>
          <p:cNvPicPr>
            <a:picLocks noChangeAspect="1"/>
          </p:cNvPicPr>
          <p:nvPr/>
        </p:nvPicPr>
        <p:blipFill>
          <a:blip r:embed="rId2"/>
          <a:stretch>
            <a:fillRect/>
          </a:stretch>
        </p:blipFill>
        <p:spPr>
          <a:xfrm>
            <a:off x="838200" y="1027906"/>
            <a:ext cx="10877860" cy="4953837"/>
          </a:xfrm>
          <a:prstGeom prst="rect">
            <a:avLst/>
          </a:prstGeom>
        </p:spPr>
      </p:pic>
    </p:spTree>
    <p:extLst>
      <p:ext uri="{BB962C8B-B14F-4D97-AF65-F5344CB8AC3E}">
        <p14:creationId xmlns:p14="http://schemas.microsoft.com/office/powerpoint/2010/main" val="1094186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DA11C8-6F1E-F479-AA50-A3C8CBD0ED3B}"/>
              </a:ext>
            </a:extLst>
          </p:cNvPr>
          <p:cNvSpPr>
            <a:spLocks noGrp="1"/>
          </p:cNvSpPr>
          <p:nvPr>
            <p:ph idx="1"/>
          </p:nvPr>
        </p:nvSpPr>
        <p:spPr>
          <a:xfrm>
            <a:off x="838200" y="589935"/>
            <a:ext cx="10515600" cy="5587028"/>
          </a:xfrm>
        </p:spPr>
        <p:txBody>
          <a:bodyPr/>
          <a:lstStyle/>
          <a:p>
            <a:r>
              <a:rPr lang="en-US" dirty="0"/>
              <a:t>Retransmission Policy </a:t>
            </a:r>
          </a:p>
          <a:p>
            <a:pPr marL="0" indent="0">
              <a:buNone/>
            </a:pPr>
            <a:r>
              <a:rPr lang="en-US" dirty="0"/>
              <a:t>Retransmission is sometimes unavoidable. If the sender feels that a sent packet is lost or </a:t>
            </a:r>
            <a:r>
              <a:rPr lang="en-US" dirty="0">
                <a:solidFill>
                  <a:srgbClr val="FF0000"/>
                </a:solidFill>
              </a:rPr>
              <a:t>corrupted, the packet needs to be retransmitted</a:t>
            </a:r>
            <a:r>
              <a:rPr lang="en-US" dirty="0"/>
              <a:t>. Retransmission in general may increase congestion in the network. However, a </a:t>
            </a:r>
            <a:r>
              <a:rPr lang="en-US" dirty="0">
                <a:solidFill>
                  <a:srgbClr val="FF0000"/>
                </a:solidFill>
              </a:rPr>
              <a:t>good retransmission policy can prevent congestion</a:t>
            </a:r>
            <a:r>
              <a:rPr lang="en-US" dirty="0"/>
              <a:t>. The retransmission policy and the </a:t>
            </a:r>
            <a:r>
              <a:rPr lang="en-US" dirty="0">
                <a:solidFill>
                  <a:srgbClr val="FF0000"/>
                </a:solidFill>
              </a:rPr>
              <a:t>retransmission timers </a:t>
            </a:r>
            <a:r>
              <a:rPr lang="en-US" dirty="0"/>
              <a:t>must be designed to optimize efficiency and at the same time prevent congestion. </a:t>
            </a:r>
            <a:endParaRPr lang="en-IN" dirty="0"/>
          </a:p>
        </p:txBody>
      </p:sp>
    </p:spTree>
    <p:extLst>
      <p:ext uri="{BB962C8B-B14F-4D97-AF65-F5344CB8AC3E}">
        <p14:creationId xmlns:p14="http://schemas.microsoft.com/office/powerpoint/2010/main" val="2089378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A09A3-E1A6-63A0-DAE0-25141EDE9C8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5CAE62F-76A7-3B57-7849-7CABD5A528C1}"/>
              </a:ext>
            </a:extLst>
          </p:cNvPr>
          <p:cNvSpPr>
            <a:spLocks noGrp="1"/>
          </p:cNvSpPr>
          <p:nvPr>
            <p:ph idx="1"/>
          </p:nvPr>
        </p:nvSpPr>
        <p:spPr/>
        <p:txBody>
          <a:bodyPr/>
          <a:lstStyle/>
          <a:p>
            <a:r>
              <a:rPr lang="en-US" dirty="0"/>
              <a:t>Window Policy </a:t>
            </a:r>
          </a:p>
          <a:p>
            <a:pPr marL="0" indent="0">
              <a:buNone/>
            </a:pPr>
            <a:r>
              <a:rPr lang="en-US" dirty="0"/>
              <a:t>The type of window at the sender may also affect congestion. The </a:t>
            </a:r>
            <a:r>
              <a:rPr lang="en-US" dirty="0">
                <a:solidFill>
                  <a:srgbClr val="FF0000"/>
                </a:solidFill>
              </a:rPr>
              <a:t>Selective Repeat window is better than the Go-Back-N window </a:t>
            </a:r>
            <a:r>
              <a:rPr lang="en-US" dirty="0"/>
              <a:t>for congestion control</a:t>
            </a:r>
            <a:endParaRPr lang="en-IN" dirty="0"/>
          </a:p>
        </p:txBody>
      </p:sp>
    </p:spTree>
    <p:extLst>
      <p:ext uri="{BB962C8B-B14F-4D97-AF65-F5344CB8AC3E}">
        <p14:creationId xmlns:p14="http://schemas.microsoft.com/office/powerpoint/2010/main" val="12696209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B717E-B376-6D60-6B6B-A921F7795C0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FDCC582-34E6-DFB2-E833-1DB9836D7C20}"/>
              </a:ext>
            </a:extLst>
          </p:cNvPr>
          <p:cNvSpPr>
            <a:spLocks noGrp="1"/>
          </p:cNvSpPr>
          <p:nvPr>
            <p:ph idx="1"/>
          </p:nvPr>
        </p:nvSpPr>
        <p:spPr/>
        <p:txBody>
          <a:bodyPr/>
          <a:lstStyle/>
          <a:p>
            <a:r>
              <a:rPr lang="en-US" dirty="0"/>
              <a:t>Acknowledgment Policy </a:t>
            </a:r>
          </a:p>
          <a:p>
            <a:pPr marL="0" indent="0">
              <a:buNone/>
            </a:pPr>
            <a:r>
              <a:rPr lang="en-US" dirty="0"/>
              <a:t>The a</a:t>
            </a:r>
            <a:r>
              <a:rPr lang="en-US" dirty="0">
                <a:solidFill>
                  <a:srgbClr val="FF0000"/>
                </a:solidFill>
              </a:rPr>
              <a:t>cknowledgment policy imposed by the receiver may also affect congestion</a:t>
            </a:r>
            <a:r>
              <a:rPr lang="en-US" dirty="0"/>
              <a:t>. If the receiver does not acknowledge every packet it receives, it may slow down the sender and help prevent congestion. </a:t>
            </a:r>
            <a:endParaRPr lang="en-IN" dirty="0"/>
          </a:p>
        </p:txBody>
      </p:sp>
    </p:spTree>
    <p:extLst>
      <p:ext uri="{BB962C8B-B14F-4D97-AF65-F5344CB8AC3E}">
        <p14:creationId xmlns:p14="http://schemas.microsoft.com/office/powerpoint/2010/main" val="3963741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ED0BD-017B-0927-F9A5-83C43C53665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75EE0E3-C9A7-AB0C-20B5-7C95B67A8B94}"/>
              </a:ext>
            </a:extLst>
          </p:cNvPr>
          <p:cNvSpPr>
            <a:spLocks noGrp="1"/>
          </p:cNvSpPr>
          <p:nvPr>
            <p:ph idx="1"/>
          </p:nvPr>
        </p:nvSpPr>
        <p:spPr/>
        <p:txBody>
          <a:bodyPr/>
          <a:lstStyle/>
          <a:p>
            <a:r>
              <a:rPr lang="en-US" dirty="0"/>
              <a:t>Discarding Policy</a:t>
            </a:r>
          </a:p>
          <a:p>
            <a:pPr marL="0" indent="0">
              <a:buNone/>
            </a:pPr>
            <a:r>
              <a:rPr lang="en-US" dirty="0"/>
              <a:t> A good discarding policy by the routers may prevent congestion and at the same time may not harm the integrity of the transmission. For example, in </a:t>
            </a:r>
            <a:r>
              <a:rPr lang="en-US" dirty="0">
                <a:solidFill>
                  <a:srgbClr val="FF0000"/>
                </a:solidFill>
              </a:rPr>
              <a:t>audio transmission</a:t>
            </a:r>
            <a:r>
              <a:rPr lang="en-US" dirty="0"/>
              <a:t>, if the policy is to </a:t>
            </a:r>
            <a:r>
              <a:rPr lang="en-US" dirty="0">
                <a:solidFill>
                  <a:srgbClr val="FF0000"/>
                </a:solidFill>
              </a:rPr>
              <a:t>discard less sensitive packets </a:t>
            </a:r>
            <a:r>
              <a:rPr lang="en-US" dirty="0"/>
              <a:t>when congestion is likely to happen, the quality of sound is still preserved and congestion is prevented or alleviated.</a:t>
            </a:r>
            <a:endParaRPr lang="en-IN" dirty="0"/>
          </a:p>
        </p:txBody>
      </p:sp>
    </p:spTree>
    <p:extLst>
      <p:ext uri="{BB962C8B-B14F-4D97-AF65-F5344CB8AC3E}">
        <p14:creationId xmlns:p14="http://schemas.microsoft.com/office/powerpoint/2010/main" val="2151394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D6CB9-3D75-D3F3-0BF8-8D8D2B8DC35A}"/>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F0980174-4923-DE15-F7A4-232719F9A755}"/>
              </a:ext>
            </a:extLst>
          </p:cNvPr>
          <p:cNvSpPr>
            <a:spLocks noGrp="1"/>
          </p:cNvSpPr>
          <p:nvPr>
            <p:ph idx="1"/>
          </p:nvPr>
        </p:nvSpPr>
        <p:spPr/>
        <p:txBody>
          <a:bodyPr/>
          <a:lstStyle/>
          <a:p>
            <a:r>
              <a:rPr lang="en-US" dirty="0"/>
              <a:t>Admission Policy</a:t>
            </a:r>
          </a:p>
          <a:p>
            <a:pPr marL="0" indent="0">
              <a:buNone/>
            </a:pPr>
            <a:r>
              <a:rPr lang="en-US" dirty="0"/>
              <a:t>An admission policy, which is </a:t>
            </a:r>
            <a:r>
              <a:rPr lang="en-US" dirty="0">
                <a:solidFill>
                  <a:srgbClr val="FF0000"/>
                </a:solidFill>
              </a:rPr>
              <a:t>a quality-of-service mechanis</a:t>
            </a:r>
            <a:r>
              <a:rPr lang="en-US" dirty="0"/>
              <a:t>m, can also prevent congestion in virtual-circuit networks. </a:t>
            </a:r>
            <a:r>
              <a:rPr lang="en-US" dirty="0">
                <a:solidFill>
                  <a:srgbClr val="FF0000"/>
                </a:solidFill>
              </a:rPr>
              <a:t>Switches in a flow </a:t>
            </a:r>
            <a:r>
              <a:rPr lang="en-US" dirty="0"/>
              <a:t>first check the resource requirement of a flow </a:t>
            </a:r>
            <a:r>
              <a:rPr lang="en-US" dirty="0">
                <a:solidFill>
                  <a:srgbClr val="FF0000"/>
                </a:solidFill>
              </a:rPr>
              <a:t>before admitting it to the network</a:t>
            </a:r>
            <a:r>
              <a:rPr lang="en-US" dirty="0"/>
              <a:t>. </a:t>
            </a:r>
            <a:r>
              <a:rPr lang="en-US" dirty="0">
                <a:solidFill>
                  <a:srgbClr val="FF0000"/>
                </a:solidFill>
              </a:rPr>
              <a:t>A router can deny establishing a virtual circuit connection </a:t>
            </a:r>
            <a:r>
              <a:rPr lang="en-US" dirty="0"/>
              <a:t>if there is congestion in the network or if there is a </a:t>
            </a:r>
            <a:r>
              <a:rPr lang="en-US" dirty="0">
                <a:solidFill>
                  <a:srgbClr val="FF0000"/>
                </a:solidFill>
              </a:rPr>
              <a:t>possibility of future congestion.</a:t>
            </a:r>
            <a:endParaRPr lang="en-IN" dirty="0">
              <a:solidFill>
                <a:srgbClr val="FF0000"/>
              </a:solidFill>
            </a:endParaRPr>
          </a:p>
        </p:txBody>
      </p:sp>
    </p:spTree>
    <p:extLst>
      <p:ext uri="{BB962C8B-B14F-4D97-AF65-F5344CB8AC3E}">
        <p14:creationId xmlns:p14="http://schemas.microsoft.com/office/powerpoint/2010/main" val="991332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80144-5D5F-5886-73F0-B3C60DE037EC}"/>
              </a:ext>
            </a:extLst>
          </p:cNvPr>
          <p:cNvSpPr>
            <a:spLocks noGrp="1"/>
          </p:cNvSpPr>
          <p:nvPr>
            <p:ph type="title"/>
          </p:nvPr>
        </p:nvSpPr>
        <p:spPr/>
        <p:txBody>
          <a:bodyPr/>
          <a:lstStyle/>
          <a:p>
            <a:r>
              <a:rPr lang="en-US" dirty="0"/>
              <a:t>Closed loop control</a:t>
            </a:r>
            <a:endParaRPr lang="en-IN" dirty="0"/>
          </a:p>
        </p:txBody>
      </p:sp>
      <p:sp>
        <p:nvSpPr>
          <p:cNvPr id="3" name="Content Placeholder 2">
            <a:extLst>
              <a:ext uri="{FF2B5EF4-FFF2-40B4-BE49-F238E27FC236}">
                <a16:creationId xmlns:a16="http://schemas.microsoft.com/office/drawing/2014/main" id="{7C73E3AB-E3B6-960F-5DE2-5FE494F7408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9D8C4224-B4EC-CA9E-71AD-D2D41D3083AD}"/>
              </a:ext>
            </a:extLst>
          </p:cNvPr>
          <p:cNvPicPr>
            <a:picLocks noChangeAspect="1"/>
          </p:cNvPicPr>
          <p:nvPr/>
        </p:nvPicPr>
        <p:blipFill>
          <a:blip r:embed="rId2"/>
          <a:stretch>
            <a:fillRect/>
          </a:stretch>
        </p:blipFill>
        <p:spPr>
          <a:xfrm>
            <a:off x="943896" y="1553454"/>
            <a:ext cx="10515600" cy="4895679"/>
          </a:xfrm>
          <a:prstGeom prst="rect">
            <a:avLst/>
          </a:prstGeom>
        </p:spPr>
      </p:pic>
    </p:spTree>
    <p:extLst>
      <p:ext uri="{BB962C8B-B14F-4D97-AF65-F5344CB8AC3E}">
        <p14:creationId xmlns:p14="http://schemas.microsoft.com/office/powerpoint/2010/main" val="2725339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1E46A-EE35-CE2B-0242-1C244FFD935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CBC539E-2636-3D4F-680E-5E1DE54DCFB9}"/>
              </a:ext>
            </a:extLst>
          </p:cNvPr>
          <p:cNvSpPr>
            <a:spLocks noGrp="1"/>
          </p:cNvSpPr>
          <p:nvPr>
            <p:ph idx="1"/>
          </p:nvPr>
        </p:nvSpPr>
        <p:spPr>
          <a:xfrm>
            <a:off x="838200" y="4041057"/>
            <a:ext cx="10515600" cy="2605549"/>
          </a:xfrm>
        </p:spPr>
        <p:txBody>
          <a:bodyPr>
            <a:normAutofit lnSpcReduction="10000"/>
          </a:bodyPr>
          <a:lstStyle/>
          <a:p>
            <a:r>
              <a:rPr lang="en-US" dirty="0"/>
              <a:t>A choke packet is a packet sent by a node to the source to inform it of congestion. Note the difference between the backpressure and choke packet methods. In backpressure, the warning is from one node to its upstream node, although the warning may eventually reach the source station. In the choke packet method, the warning is from the router, which has encountered congestion, to the source station directly</a:t>
            </a:r>
            <a:endParaRPr lang="en-IN" dirty="0"/>
          </a:p>
        </p:txBody>
      </p:sp>
      <p:pic>
        <p:nvPicPr>
          <p:cNvPr id="5" name="Picture 4">
            <a:extLst>
              <a:ext uri="{FF2B5EF4-FFF2-40B4-BE49-F238E27FC236}">
                <a16:creationId xmlns:a16="http://schemas.microsoft.com/office/drawing/2014/main" id="{CA266928-9794-EB5E-D7F9-D781A01063D2}"/>
              </a:ext>
            </a:extLst>
          </p:cNvPr>
          <p:cNvPicPr>
            <a:picLocks noChangeAspect="1"/>
          </p:cNvPicPr>
          <p:nvPr/>
        </p:nvPicPr>
        <p:blipFill>
          <a:blip r:embed="rId2"/>
          <a:stretch>
            <a:fillRect/>
          </a:stretch>
        </p:blipFill>
        <p:spPr>
          <a:xfrm>
            <a:off x="838200" y="50495"/>
            <a:ext cx="10036410" cy="4000847"/>
          </a:xfrm>
          <a:prstGeom prst="rect">
            <a:avLst/>
          </a:prstGeom>
        </p:spPr>
      </p:pic>
    </p:spTree>
    <p:extLst>
      <p:ext uri="{BB962C8B-B14F-4D97-AF65-F5344CB8AC3E}">
        <p14:creationId xmlns:p14="http://schemas.microsoft.com/office/powerpoint/2010/main" val="27574215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9AB23-29F1-9E14-0C54-B3526E2989AA}"/>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F7AEAD66-5668-D5F0-528F-1E3056BCAE67}"/>
              </a:ext>
            </a:extLst>
          </p:cNvPr>
          <p:cNvSpPr>
            <a:spLocks noGrp="1"/>
          </p:cNvSpPr>
          <p:nvPr>
            <p:ph idx="1"/>
          </p:nvPr>
        </p:nvSpPr>
        <p:spPr/>
        <p:txBody>
          <a:bodyPr/>
          <a:lstStyle/>
          <a:p>
            <a:r>
              <a:rPr lang="en-US" dirty="0"/>
              <a:t>Implicit Signaling </a:t>
            </a:r>
          </a:p>
          <a:p>
            <a:pPr marL="0" indent="0">
              <a:buNone/>
            </a:pPr>
            <a:r>
              <a:rPr lang="en-US" dirty="0"/>
              <a:t>In implicit signaling, there is no communication between the congested node or nodes and the source. The source guesses that there is a congestion somewhere in the network from other symptoms. For example, when a source sends several packets and there is no acknowledgment for a while, one assumption is that the network is congested. The delay in receiving an acknowledgment is interpreted as congestion in the network; the source should slow down</a:t>
            </a:r>
          </a:p>
          <a:p>
            <a:pPr marL="0" indent="0">
              <a:buNone/>
            </a:pPr>
            <a:r>
              <a:rPr lang="en-US" dirty="0"/>
              <a:t>Ex: TCP</a:t>
            </a:r>
            <a:endParaRPr lang="en-IN" dirty="0"/>
          </a:p>
        </p:txBody>
      </p:sp>
    </p:spTree>
    <p:extLst>
      <p:ext uri="{BB962C8B-B14F-4D97-AF65-F5344CB8AC3E}">
        <p14:creationId xmlns:p14="http://schemas.microsoft.com/office/powerpoint/2010/main" val="1958530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12D90-D099-0F41-9800-D781FAE8C13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026D24A-76BC-B057-B59F-647211B958FC}"/>
              </a:ext>
            </a:extLst>
          </p:cNvPr>
          <p:cNvSpPr>
            <a:spLocks noGrp="1"/>
          </p:cNvSpPr>
          <p:nvPr>
            <p:ph idx="1"/>
          </p:nvPr>
        </p:nvSpPr>
        <p:spPr/>
        <p:txBody>
          <a:bodyPr/>
          <a:lstStyle/>
          <a:p>
            <a:r>
              <a:rPr lang="en-US" dirty="0"/>
              <a:t>Explicit Signaling </a:t>
            </a:r>
          </a:p>
          <a:p>
            <a:pPr marL="0" indent="0">
              <a:buNone/>
            </a:pPr>
            <a:r>
              <a:rPr lang="en-US" dirty="0"/>
              <a:t>The node that experiences congestion can explicitly send a signal to the source or destination. The explicit signaling method, however, is different from the choke packet method. In the choke packet method, a separate packet is used for this purpose; in the explicit signaling method, the signal is included in the packets that carry data. </a:t>
            </a:r>
          </a:p>
          <a:p>
            <a:pPr marL="0" indent="0">
              <a:buNone/>
            </a:pPr>
            <a:r>
              <a:rPr lang="en-US" dirty="0"/>
              <a:t>Ex: Frame delay congestion control</a:t>
            </a:r>
            <a:endParaRPr lang="en-IN" dirty="0"/>
          </a:p>
        </p:txBody>
      </p:sp>
    </p:spTree>
    <p:extLst>
      <p:ext uri="{BB962C8B-B14F-4D97-AF65-F5344CB8AC3E}">
        <p14:creationId xmlns:p14="http://schemas.microsoft.com/office/powerpoint/2010/main" val="3508858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6E21E-58F2-B70C-F5B2-BDC881BCFB02}"/>
              </a:ext>
            </a:extLst>
          </p:cNvPr>
          <p:cNvSpPr>
            <a:spLocks noGrp="1"/>
          </p:cNvSpPr>
          <p:nvPr>
            <p:ph type="title"/>
          </p:nvPr>
        </p:nvSpPr>
        <p:spPr/>
        <p:txBody>
          <a:bodyPr/>
          <a:lstStyle/>
          <a:p>
            <a:r>
              <a:rPr lang="en-US" dirty="0"/>
              <a:t>Transmission control Protocol-TCP</a:t>
            </a:r>
            <a:endParaRPr lang="en-IN" dirty="0"/>
          </a:p>
        </p:txBody>
      </p:sp>
      <p:pic>
        <p:nvPicPr>
          <p:cNvPr id="5" name="Content Placeholder 4">
            <a:extLst>
              <a:ext uri="{FF2B5EF4-FFF2-40B4-BE49-F238E27FC236}">
                <a16:creationId xmlns:a16="http://schemas.microsoft.com/office/drawing/2014/main" id="{94653048-A9A8-6653-B565-FAD508DCF23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3848" t="18547" r="22012" b="8250"/>
          <a:stretch/>
        </p:blipFill>
        <p:spPr>
          <a:xfrm>
            <a:off x="1396720" y="1479673"/>
            <a:ext cx="8048730" cy="4897214"/>
          </a:xfrm>
        </p:spPr>
      </p:pic>
    </p:spTree>
    <p:extLst>
      <p:ext uri="{BB962C8B-B14F-4D97-AF65-F5344CB8AC3E}">
        <p14:creationId xmlns:p14="http://schemas.microsoft.com/office/powerpoint/2010/main" val="2510208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0B907-E69E-01B9-8828-3CBB467FDBAC}"/>
              </a:ext>
            </a:extLst>
          </p:cNvPr>
          <p:cNvSpPr>
            <a:spLocks noGrp="1"/>
          </p:cNvSpPr>
          <p:nvPr>
            <p:ph type="title"/>
          </p:nvPr>
        </p:nvSpPr>
        <p:spPr>
          <a:xfrm>
            <a:off x="0" y="0"/>
            <a:ext cx="10515600" cy="1325563"/>
          </a:xfrm>
        </p:spPr>
        <p:txBody>
          <a:bodyPr/>
          <a:lstStyle/>
          <a:p>
            <a:r>
              <a:rPr lang="en-US" dirty="0"/>
              <a:t>User Datagram Protocol-UDP</a:t>
            </a:r>
            <a:endParaRPr lang="en-IN" dirty="0"/>
          </a:p>
        </p:txBody>
      </p:sp>
      <p:pic>
        <p:nvPicPr>
          <p:cNvPr id="5" name="Content Placeholder 4">
            <a:extLst>
              <a:ext uri="{FF2B5EF4-FFF2-40B4-BE49-F238E27FC236}">
                <a16:creationId xmlns:a16="http://schemas.microsoft.com/office/drawing/2014/main" id="{8960A59C-2284-05AC-613B-6F0D43C81D4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1666" t="17325" r="22739" b="5478"/>
          <a:stretch/>
        </p:blipFill>
        <p:spPr>
          <a:xfrm>
            <a:off x="1193241" y="1325563"/>
            <a:ext cx="8129117" cy="5079442"/>
          </a:xfrm>
        </p:spPr>
      </p:pic>
    </p:spTree>
    <p:extLst>
      <p:ext uri="{BB962C8B-B14F-4D97-AF65-F5344CB8AC3E}">
        <p14:creationId xmlns:p14="http://schemas.microsoft.com/office/powerpoint/2010/main" val="8302324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49970-9B80-F3FC-D31D-16D9D64CD4D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A2D4BC4-9D27-79F5-530B-6DBE4BB47D7A}"/>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1977" t="3999" r="21388" b="6171"/>
          <a:stretch/>
        </p:blipFill>
        <p:spPr>
          <a:xfrm>
            <a:off x="1306285" y="455561"/>
            <a:ext cx="8782259" cy="6268440"/>
          </a:xfrm>
        </p:spPr>
      </p:pic>
    </p:spTree>
    <p:extLst>
      <p:ext uri="{BB962C8B-B14F-4D97-AF65-F5344CB8AC3E}">
        <p14:creationId xmlns:p14="http://schemas.microsoft.com/office/powerpoint/2010/main" val="24065414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32C17-DA9F-54D5-F9CB-EE7C8A78805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38D26BE-34DD-A49F-858B-5B2885ED8D26}"/>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1874" t="3075" r="20973" b="5479"/>
          <a:stretch/>
        </p:blipFill>
        <p:spPr>
          <a:xfrm>
            <a:off x="1818753" y="435463"/>
            <a:ext cx="7576456" cy="5455047"/>
          </a:xfrm>
        </p:spPr>
      </p:pic>
    </p:spTree>
    <p:extLst>
      <p:ext uri="{BB962C8B-B14F-4D97-AF65-F5344CB8AC3E}">
        <p14:creationId xmlns:p14="http://schemas.microsoft.com/office/powerpoint/2010/main" val="2549314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540</Words>
  <Application>Microsoft Macintosh PowerPoint</Application>
  <PresentationFormat>Widescreen</PresentationFormat>
  <Paragraphs>31</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Garamond</vt:lpstr>
      <vt:lpstr>Office Theme</vt:lpstr>
      <vt:lpstr>Transport Layer</vt:lpstr>
      <vt:lpstr>Host and Media Layer</vt:lpstr>
      <vt:lpstr>PowerPoint Presentation</vt:lpstr>
      <vt:lpstr>PowerPoint Presentation</vt:lpstr>
      <vt:lpstr>PowerPoint Presentation</vt:lpstr>
      <vt:lpstr>PowerPoint Presentation</vt:lpstr>
      <vt:lpstr>Congestion Control</vt:lpstr>
      <vt:lpstr>PowerPoint Presentation</vt:lpstr>
      <vt:lpstr>PowerPoint Presentation</vt:lpstr>
      <vt:lpstr>PowerPoint Presentation</vt:lpstr>
      <vt:lpstr>PowerPoint Presentation</vt:lpstr>
      <vt:lpstr>PowerPoint Presentation</vt:lpstr>
      <vt:lpstr>PowerPoint Presentation</vt:lpstr>
      <vt:lpstr>Closed loop control</vt:lpstr>
      <vt:lpstr>PowerPoint Presentation</vt:lpstr>
      <vt:lpstr>PowerPoint Presentation</vt:lpstr>
      <vt:lpstr>PowerPoint Presentation</vt:lpstr>
      <vt:lpstr>Transmission control Protocol-TCP</vt:lpstr>
      <vt:lpstr>User Datagram Protocol-UDP</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Transmission control Protocol-TCP</dc:title>
  <dc:creator>KOPPERUNDEVI RAJAJI</dc:creator>
  <cp:lastModifiedBy>Apoorva Karnwal</cp:lastModifiedBy>
  <cp:revision>11</cp:revision>
  <dcterms:created xsi:type="dcterms:W3CDTF">2023-07-03T03:25:03Z</dcterms:created>
  <dcterms:modified xsi:type="dcterms:W3CDTF">2024-12-02T20:53:21Z</dcterms:modified>
</cp:coreProperties>
</file>