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71" r:id="rId5"/>
    <p:sldId id="274" r:id="rId6"/>
    <p:sldId id="275" r:id="rId7"/>
    <p:sldId id="272" r:id="rId8"/>
    <p:sldId id="276" r:id="rId9"/>
    <p:sldId id="277" r:id="rId10"/>
    <p:sldId id="278" r:id="rId11"/>
    <p:sldId id="273" r:id="rId12"/>
    <p:sldId id="279" r:id="rId13"/>
    <p:sldId id="301" r:id="rId14"/>
    <p:sldId id="302" r:id="rId15"/>
    <p:sldId id="30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7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1EAE5-920B-4FFF-A249-01C2B9347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9615E5-83D3-488D-912F-5B381FA903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74E0A-267A-4BF1-A5CC-EB0A5871F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0D65-0958-4541-9BAE-733CF8DB5239}" type="datetimeFigureOut">
              <a:rPr lang="en-IN" smtClean="0"/>
              <a:t>13/09/24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F3D39-D2E5-454F-8098-7D8EC3ABE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1349E-34CE-4399-A5A1-7FFE96D30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AA461-14D5-4307-AE2A-C55ADF5EF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324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8863B-1FDC-4921-BC13-4A28F5F8D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A8910-F38E-4EEB-B61E-7B6E44EC4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DAD9D-D2F4-4A8F-B8E3-EEA6FEC65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0D65-0958-4541-9BAE-733CF8DB5239}" type="datetimeFigureOut">
              <a:rPr lang="en-IN" smtClean="0"/>
              <a:t>13/09/24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E39A0-B896-4514-B38A-2052E112B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ED06A-21EC-437E-AA16-AE0109C7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AA461-14D5-4307-AE2A-C55ADF5EF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228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D4D20-6408-4AC1-9E36-AE04A9E69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7EB1F-9421-4DB6-987B-18E068B04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CCA6A-D584-4D37-B018-A3700776B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0D65-0958-4541-9BAE-733CF8DB5239}" type="datetimeFigureOut">
              <a:rPr lang="en-IN" smtClean="0"/>
              <a:t>13/09/24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1E520-A3A7-4DCF-A4B5-B845839E9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AAA46-BABC-4183-8E17-E1992F39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AA461-14D5-4307-AE2A-C55ADF5EF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408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46F9C-40E4-4B63-952E-825F93B93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071E2-5119-4B31-A267-996877D7E7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352DFD-2CE2-4F70-86AD-C8AD28724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06CCA-445B-49EA-B734-A46384E23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0D65-0958-4541-9BAE-733CF8DB5239}" type="datetimeFigureOut">
              <a:rPr lang="en-IN" smtClean="0"/>
              <a:t>13/09/24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4D487-3A24-4C5F-B22D-4530BAE3D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CECF3-E3C4-4405-9F34-53ABDBC0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AA461-14D5-4307-AE2A-C55ADF5EF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397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76E05-6778-49C6-92D4-AAF947B56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5010E-6904-4ED9-AB93-E62835045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13C3CD-8709-4774-83CA-2A58E3A38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332093-83B7-4B60-A76F-0B8F2E27E3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A30C3E-B096-4CE3-8A7E-951F223B57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DDCE27-07FA-498B-BBE8-DC9AD620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0D65-0958-4541-9BAE-733CF8DB5239}" type="datetimeFigureOut">
              <a:rPr lang="en-IN" smtClean="0"/>
              <a:t>13/09/24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C52C91-87B0-4EA0-A309-D0156B838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0E469A-6CF7-490D-8005-A68C34CC3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AA461-14D5-4307-AE2A-C55ADF5EF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8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559E7-5A1F-42BF-BEB8-3B9EAC43A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7AA09B-364A-4431-BD21-8E31CADB5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0D65-0958-4541-9BAE-733CF8DB5239}" type="datetimeFigureOut">
              <a:rPr lang="en-IN" smtClean="0"/>
              <a:t>13/09/24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64D61E-EEBC-43A2-9BB1-2F4183DCC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3EA1ED-C043-46C4-B522-1921AC75D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AA461-14D5-4307-AE2A-C55ADF5EF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391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46E9CE-CD76-4CA9-84A2-AA46EB28C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0D65-0958-4541-9BAE-733CF8DB5239}" type="datetimeFigureOut">
              <a:rPr lang="en-IN" smtClean="0"/>
              <a:t>13/09/24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BD57BE-0AF7-4697-9B28-1B888E802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92AA9-26BC-40F1-88F5-4B55FC696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AA461-14D5-4307-AE2A-C55ADF5EF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745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D67-C3F0-4A54-8706-E5D26DA86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0187E-6C4F-4451-B45A-28EAC554E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BAAE34-6E66-4230-B2B3-67692AFD0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3B3001-9063-4EAB-AEAA-8246F4689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0D65-0958-4541-9BAE-733CF8DB5239}" type="datetimeFigureOut">
              <a:rPr lang="en-IN" smtClean="0"/>
              <a:t>13/09/24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D3F86-228C-497D-8159-0537DAAFD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852D2-76F8-470A-BE80-2C7F85F99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AA461-14D5-4307-AE2A-C55ADF5EF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242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F591C-FE4A-45CE-90BB-F641DC811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2D4CB5-C456-490A-A012-845AF69DCC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66D5A-E104-425C-A0B8-4FBCB109B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565EF-44A9-4B37-AD10-110BF619A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0D65-0958-4541-9BAE-733CF8DB5239}" type="datetimeFigureOut">
              <a:rPr lang="en-IN" smtClean="0"/>
              <a:t>13/09/24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C8B90-EC1D-48B8-9897-F39401338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584EE-9360-4218-8D51-AAF94CAFC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AA461-14D5-4307-AE2A-C55ADF5EF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403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9763F-7678-422F-B54F-408AC958A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711C21-6702-47B6-87F9-D836F74EE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D48A0-790F-4E87-BE19-1C3836B7D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0D65-0958-4541-9BAE-733CF8DB5239}" type="datetimeFigureOut">
              <a:rPr lang="en-IN" smtClean="0"/>
              <a:t>13/09/24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54042-20A0-4F34-A74E-D99670D24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F7D4C-BB76-40BD-9719-83BFB31DD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AA461-14D5-4307-AE2A-C55ADF5EF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496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D2C41F-4A82-4C28-80BF-B633FC870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4C110-BB63-41F1-A604-12E34C800A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748D3-1F82-416C-A501-6D90BC11F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0D65-0958-4541-9BAE-733CF8DB5239}" type="datetimeFigureOut">
              <a:rPr lang="en-IN" smtClean="0"/>
              <a:t>13/09/24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973A1-A2B0-4776-8ACB-433BDB446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D322D-49DC-4BE1-97F6-685ED3353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AA461-14D5-4307-AE2A-C55ADF5EF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5025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0D533A-37C5-46F8-91E5-534BFB4A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7142D-03EE-4863-A971-AE3833C55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0BA71-2D9A-4AC8-8F6A-9BEAF4F8C7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F0D65-0958-4541-9BAE-733CF8DB5239}" type="datetimeFigureOut">
              <a:rPr lang="en-IN" smtClean="0"/>
              <a:t>13/09/24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0A99F-2C6F-4D7A-9F90-7BF4B2F2E2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5C952-8734-4A00-AA0E-47BEDA3122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AA461-14D5-4307-AE2A-C55ADF5EF2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287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5B00F-00B3-402E-8112-3A8E82C518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Hamming code(4 </a:t>
            </a:r>
            <a:r>
              <a:rPr lang="en-US"/>
              <a:t>bit data)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A999E-0F40-46F3-99B6-295A5750BC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886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176CC-AC83-4FFF-94ED-2ADBA5574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475D46F-C746-40E4-B0E9-F63E835C73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4" t="6411" r="13074" b="27878"/>
          <a:stretch/>
        </p:blipFill>
        <p:spPr>
          <a:xfrm>
            <a:off x="115379" y="1076212"/>
            <a:ext cx="11961241" cy="4731657"/>
          </a:xfrm>
        </p:spPr>
      </p:pic>
    </p:spTree>
    <p:extLst>
      <p:ext uri="{BB962C8B-B14F-4D97-AF65-F5344CB8AC3E}">
        <p14:creationId xmlns:p14="http://schemas.microsoft.com/office/powerpoint/2010/main" val="532417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176CC-AC83-4FFF-94ED-2ADBA5574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3F42D8-4F9C-4D15-BA6E-BEE0A9A1F4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24" t="4409" r="8422" b="14536"/>
          <a:stretch/>
        </p:blipFill>
        <p:spPr>
          <a:xfrm>
            <a:off x="838199" y="1277257"/>
            <a:ext cx="10903857" cy="5018253"/>
          </a:xfrm>
        </p:spPr>
      </p:pic>
    </p:spTree>
    <p:extLst>
      <p:ext uri="{BB962C8B-B14F-4D97-AF65-F5344CB8AC3E}">
        <p14:creationId xmlns:p14="http://schemas.microsoft.com/office/powerpoint/2010/main" val="13456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3F11E-31CE-43E4-802D-723598592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Problems using Hamming Distance and Parity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C3E706C3-FA07-4679-89AC-869D5B3963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72" b="18539"/>
          <a:stretch/>
        </p:blipFill>
        <p:spPr>
          <a:xfrm>
            <a:off x="626011" y="1939924"/>
            <a:ext cx="10939978" cy="437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093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6C779-A128-4565-B8DA-D18F04E29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D65DCE-0516-4F26-AF6C-9EA2718CA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9B673D10-26AC-43AC-858A-2F26DC538C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18" b="16537"/>
          <a:stretch/>
        </p:blipFill>
        <p:spPr>
          <a:xfrm>
            <a:off x="371250" y="1825625"/>
            <a:ext cx="11405530" cy="444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803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656B3-853C-4E6C-BE58-ED5613BF7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F9FABF-AC8F-403B-A95D-9A3B781C14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71" b="11868"/>
          <a:stretch/>
        </p:blipFill>
        <p:spPr>
          <a:xfrm>
            <a:off x="838200" y="606425"/>
            <a:ext cx="10652364" cy="4546146"/>
          </a:xfrm>
        </p:spPr>
      </p:pic>
    </p:spTree>
    <p:extLst>
      <p:ext uri="{BB962C8B-B14F-4D97-AF65-F5344CB8AC3E}">
        <p14:creationId xmlns:p14="http://schemas.microsoft.com/office/powerpoint/2010/main" val="4222998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BCF8F-712C-48D4-9BA3-840D67E44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9F671A-B760-47BD-BF9B-AB3613C68E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70" b="25543"/>
          <a:stretch/>
        </p:blipFill>
        <p:spPr>
          <a:xfrm>
            <a:off x="1261180" y="1825625"/>
            <a:ext cx="10070255" cy="4357461"/>
          </a:xfrm>
        </p:spPr>
      </p:pic>
    </p:spTree>
    <p:extLst>
      <p:ext uri="{BB962C8B-B14F-4D97-AF65-F5344CB8AC3E}">
        <p14:creationId xmlns:p14="http://schemas.microsoft.com/office/powerpoint/2010/main" val="3278577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73A57-ADBC-44E0-AB53-8343FFDB3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551131-3CD7-4A50-A1D1-9215268441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73" b="15536"/>
          <a:stretch/>
        </p:blipFill>
        <p:spPr>
          <a:xfrm>
            <a:off x="838200" y="795110"/>
            <a:ext cx="10550766" cy="4444547"/>
          </a:xfrm>
        </p:spPr>
      </p:pic>
    </p:spTree>
    <p:extLst>
      <p:ext uri="{BB962C8B-B14F-4D97-AF65-F5344CB8AC3E}">
        <p14:creationId xmlns:p14="http://schemas.microsoft.com/office/powerpoint/2010/main" val="968917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3E64A-92C4-4541-B7BF-E05EFF8BD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931053-7BE7-4F22-B974-B852CEAA8A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073" b="17538"/>
          <a:stretch/>
        </p:blipFill>
        <p:spPr>
          <a:xfrm>
            <a:off x="1072493" y="1690688"/>
            <a:ext cx="9786005" cy="4038146"/>
          </a:xfrm>
        </p:spPr>
      </p:pic>
    </p:spTree>
    <p:extLst>
      <p:ext uri="{BB962C8B-B14F-4D97-AF65-F5344CB8AC3E}">
        <p14:creationId xmlns:p14="http://schemas.microsoft.com/office/powerpoint/2010/main" val="2308989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E1E35-47CD-47ED-A5DF-5FAC5B2A7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F4FEE1-121F-4BB8-92E5-17763286D5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225" b="17538"/>
          <a:stretch/>
        </p:blipFill>
        <p:spPr>
          <a:xfrm>
            <a:off x="346779" y="1042673"/>
            <a:ext cx="11254579" cy="4812846"/>
          </a:xfrm>
        </p:spPr>
      </p:pic>
    </p:spTree>
    <p:extLst>
      <p:ext uri="{BB962C8B-B14F-4D97-AF65-F5344CB8AC3E}">
        <p14:creationId xmlns:p14="http://schemas.microsoft.com/office/powerpoint/2010/main" val="1221412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F24EF4-FCBE-4E1C-AF3A-F0FE3AB4A2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20" b="12534"/>
          <a:stretch/>
        </p:blipFill>
        <p:spPr>
          <a:xfrm>
            <a:off x="376925" y="1126340"/>
            <a:ext cx="10996262" cy="4605320"/>
          </a:xfrm>
        </p:spPr>
      </p:pic>
    </p:spTree>
    <p:extLst>
      <p:ext uri="{BB962C8B-B14F-4D97-AF65-F5344CB8AC3E}">
        <p14:creationId xmlns:p14="http://schemas.microsoft.com/office/powerpoint/2010/main" val="1947462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B2234B-A607-D7FD-3FDC-CB19A260EEA6}"/>
              </a:ext>
            </a:extLst>
          </p:cNvPr>
          <p:cNvSpPr txBox="1"/>
          <p:nvPr/>
        </p:nvSpPr>
        <p:spPr>
          <a:xfrm>
            <a:off x="703385" y="681037"/>
            <a:ext cx="10872316" cy="48755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 four bit message, 1101 is transmitted through a network with even parity. Now, according to Hamming code policy, examine  the following:</a:t>
            </a:r>
            <a:endParaRPr lang="en-IN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a) The code-word of the transmitter side.</a:t>
            </a:r>
            <a:endParaRPr lang="en-IN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b) If the receiver has received  an error code where 5th bit is flipped then how the error is detected and corrected in the receiver side.  </a:t>
            </a:r>
            <a:endParaRPr lang="en-IN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653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Error Correction(cont’d)</a:t>
            </a:r>
          </a:p>
        </p:txBody>
      </p:sp>
      <p:sp>
        <p:nvSpPr>
          <p:cNvPr id="64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560287"/>
            <a:ext cx="7927731" cy="5334000"/>
          </a:xfrm>
        </p:spPr>
        <p:txBody>
          <a:bodyPr/>
          <a:lstStyle/>
          <a:p>
            <a:pPr algn="just"/>
            <a:r>
              <a:rPr lang="en-US" altLang="ko-KR">
                <a:solidFill>
                  <a:srgbClr val="000000"/>
                </a:solidFill>
              </a:rPr>
              <a:t>Calculating the r values</a:t>
            </a:r>
            <a:endParaRPr lang="en-US" altLang="ko-KR"/>
          </a:p>
        </p:txBody>
      </p:sp>
      <p:sp>
        <p:nvSpPr>
          <p:cNvPr id="647173" name="Text Box 5"/>
          <p:cNvSpPr txBox="1">
            <a:spLocks noChangeArrowheads="1"/>
          </p:cNvSpPr>
          <p:nvPr/>
        </p:nvSpPr>
        <p:spPr bwMode="auto">
          <a:xfrm>
            <a:off x="7971694" y="2832100"/>
            <a:ext cx="2350067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altLang="ko-KR" b="1">
                <a:solidFill>
                  <a:schemeClr val="bg1"/>
                </a:solidFill>
              </a:rPr>
              <a:t>Calculating Even Parity</a:t>
            </a:r>
            <a:endParaRPr lang="en-US" altLang="ko-KR"/>
          </a:p>
        </p:txBody>
      </p:sp>
      <p:pic>
        <p:nvPicPr>
          <p:cNvPr id="64717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0885" y="1347335"/>
            <a:ext cx="5697415" cy="541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Error Correction(cont’d)</a:t>
            </a:r>
          </a:p>
        </p:txBody>
      </p:sp>
      <p:sp>
        <p:nvSpPr>
          <p:cNvPr id="64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Error Detection and Correction</a:t>
            </a:r>
          </a:p>
        </p:txBody>
      </p:sp>
      <p:pic>
        <p:nvPicPr>
          <p:cNvPr id="648200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05354" y="2743202"/>
            <a:ext cx="8581292" cy="164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57330" y="674818"/>
            <a:ext cx="10515600" cy="1325563"/>
          </a:xfrm>
        </p:spPr>
        <p:txBody>
          <a:bodyPr/>
          <a:lstStyle/>
          <a:p>
            <a:r>
              <a:rPr lang="en-US" altLang="ko-KR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Error Correction(cont’d)</a:t>
            </a:r>
          </a:p>
        </p:txBody>
      </p:sp>
      <p:sp>
        <p:nvSpPr>
          <p:cNvPr id="64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877747"/>
            <a:ext cx="7927731" cy="5334000"/>
          </a:xfrm>
        </p:spPr>
        <p:txBody>
          <a:bodyPr/>
          <a:lstStyle/>
          <a:p>
            <a:pPr algn="just"/>
            <a:r>
              <a:rPr lang="en-US" altLang="ko-KR" dirty="0">
                <a:solidFill>
                  <a:srgbClr val="000000"/>
                </a:solidFill>
              </a:rPr>
              <a:t>Error detection using Hamming Code</a:t>
            </a:r>
            <a:endParaRPr lang="en-US" altLang="ko-KR" dirty="0"/>
          </a:p>
        </p:txBody>
      </p:sp>
      <p:pic>
        <p:nvPicPr>
          <p:cNvPr id="649221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6210" y="322716"/>
            <a:ext cx="4598377" cy="5751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11902</TotalTime>
  <Words>108</Words>
  <Application>Microsoft Macintosh PowerPoint</Application>
  <PresentationFormat>Widescreen</PresentationFormat>
  <Paragraphs>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Hamming code(4 bit data)</vt:lpstr>
      <vt:lpstr>PowerPoint Presentation</vt:lpstr>
      <vt:lpstr>PowerPoint Presentation</vt:lpstr>
      <vt:lpstr>Problems using Hamming Distance and Parity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Error Correction(cont’d)</vt:lpstr>
      <vt:lpstr>Error Correction(cont’d)</vt:lpstr>
      <vt:lpstr>Error Correction(cont’d)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Hamming code(4 bit data)</dc:title>
  <dc:creator>Admin</dc:creator>
  <cp:lastModifiedBy>Apoorva Karnwal</cp:lastModifiedBy>
  <cp:revision>8</cp:revision>
  <dcterms:created xsi:type="dcterms:W3CDTF">2023-05-21T18:31:21Z</dcterms:created>
  <dcterms:modified xsi:type="dcterms:W3CDTF">2024-09-13T07:58:13Z</dcterms:modified>
</cp:coreProperties>
</file>