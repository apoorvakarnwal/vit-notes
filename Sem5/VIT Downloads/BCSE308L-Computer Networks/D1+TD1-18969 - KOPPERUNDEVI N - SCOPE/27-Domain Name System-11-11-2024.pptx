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D9080-12B3-7D30-EF0D-CE2113526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E30ED-9CD5-36D1-A4D0-94A8AC5A7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1294A-6068-4A42-BE9B-753FACC9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6C585-F484-4030-8860-B9895A3F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F9E8F-DB3C-6E97-DAC5-7A4556A9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53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494E-3B82-CBC1-562A-3A85EB8F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D6C8-B9F0-526E-975A-D7D992907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03DD9-B4BF-3555-490B-795E4EEB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CE2E8-24A6-EC44-C0CE-B3A4EE78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A93FD-B7B0-64E9-3915-FD3093C6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226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8068-DD6B-92E2-D7B5-4AA9AEEB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4A435-3DAD-FD38-6B79-4572F6A07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41B82-9BAE-C97D-8671-24F183D0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FF73D-A4F9-FCC9-1068-0E052651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BA224-F690-3B80-04EF-F9063002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6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8173-B9B7-0581-F981-528F123A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87F2-75C0-495B-8701-81762CB25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D6089-6DB1-CDEC-3218-8BF4F2B1A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B20FB-2395-B05D-0061-E6591466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46ACC-4B74-1B24-5B17-50D4D1E9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B83C-8169-8F97-7FA1-B07B304C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1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EB93-5B0B-E2BA-255B-D127632EA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78C17-5728-86AD-5B5A-FEA9690B0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31D59-67CB-4A70-D01D-2E85D6F5E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A73F3-F9E0-8A59-9D7C-29913B72E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F0048B-CE5D-B467-FD64-C49FD01BB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6DCD0-88BE-A05E-0757-51D9BCA5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E85A0-39F9-566C-0AB3-6786DBB2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1162F-AA76-0713-888C-C272B3CC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661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381A-F183-F279-B74A-9086261F5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7D2EA-8103-11C4-1094-783FB8CD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5F6B2-22E9-50D7-B734-D9B3D636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578AB-F7A7-205A-5FAB-EFC7CD16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36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5B8D4-5E69-39F1-D5DF-13D9DCB0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6F6DF-36AF-DEC8-FC3B-38FE18822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212E9-38DB-8BAC-0109-FABA4A81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91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C56F-9D2F-31E0-5596-C372F534D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5AF1C-981D-CB4F-D2B0-157350EEC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0E047-C0C6-41AB-BFC5-93179F48A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C1D62-26E8-7E42-636D-79EC0448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874D8-BDA9-E5AE-8779-CDE60194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16EFB-B51A-658B-E4BA-1F296CDC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78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DC31-5F33-4B24-2C2B-FCBA286E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098D5-3205-3BA7-B9FF-A46EA1F6C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15BF3-65F0-26BE-9EE9-2BDB75529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B1F50-A41A-9A88-C362-D16FE4E79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3C094-568F-BFD9-6750-563F3E7AB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C0F20-8D22-9724-F4C6-B651AEF5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747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2926-23A4-0F23-ED63-8A7589C1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9D5C4-9491-9344-DAD8-25A87695A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71023-AD23-3738-7883-3066676A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C7865-3EFA-FDD2-3C9F-7F242925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4B40-E331-3EE9-D832-0B6A479D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44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E42BE5-EBC6-B601-4047-E4521FE5D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43B90-DE82-BA63-F605-492933E6B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ACBB-1667-120F-86A1-485F08CB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3CF79-8FB0-41FA-3D93-6561BD11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3F5F-B025-28E8-4E2C-47529566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8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48BA-3A08-6FB0-40DE-FF987D45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08AAC-7AC5-3F22-0DC5-758E856A1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752B2-DEE3-6AEF-6E87-297D17715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7F2A7-2FD8-47FE-ADAF-EB35BF0CB84F}" type="datetimeFigureOut">
              <a:rPr lang="en-IN" smtClean="0"/>
              <a:t>15/09/25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9A9DA-1C8F-042A-C8C2-C11FF6ACA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A3F2-3DD4-96D7-F5B9-72EDDCB56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FDD14-D6E0-48CB-A28D-DC7EA9DACC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7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7BC4-EACE-0956-0173-8F3CF01AD7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2A9A6-04CC-66EA-6269-1F02588F0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882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87CA-E6A1-FE3D-9369-AC4CEA1E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27ECD-1ED7-9AA0-13B2-A6D886F77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space:</a:t>
            </a:r>
          </a:p>
          <a:p>
            <a:r>
              <a:rPr lang="en-US" dirty="0"/>
              <a:t>the names must be unique because the addresses are unique.</a:t>
            </a:r>
          </a:p>
          <a:p>
            <a:r>
              <a:rPr lang="en-US" dirty="0"/>
              <a:t>Two types</a:t>
            </a:r>
          </a:p>
          <a:p>
            <a:r>
              <a:rPr lang="en-US" dirty="0"/>
              <a:t>Flat name space</a:t>
            </a:r>
          </a:p>
          <a:p>
            <a:r>
              <a:rPr lang="en-US" dirty="0"/>
              <a:t>Hierarchical name space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47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818F-7528-6A9B-BC08-6A61DA66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Hierarchical name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B031F-4CAB-F8AC-8BFD-89CB11C84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tree can have only 128 levels: level 0 (root) to level 127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5D3F5-CF5E-F895-1497-C90B7D4A3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59" y="2201777"/>
            <a:ext cx="9297206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18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AEE5-8417-438B-42BE-B84A850F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F7801-3B70-9A42-3C29-0CED08F27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BD265-32F1-877E-B311-0B123683A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36" y="547865"/>
            <a:ext cx="9906859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61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6CF0-6588-0C10-C9FE-BF70A71C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FQDN, PQDN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3C4B-075C-FDA6-CB90-D7149B0A8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Fully Qualified Domain Name</a:t>
            </a:r>
          </a:p>
          <a:p>
            <a:r>
              <a:rPr lang="en-IN" dirty="0"/>
              <a:t>Partially Qualified Domain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0F1C1-94EE-CBB0-BC76-B4EB305FF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44" y="3429000"/>
            <a:ext cx="996684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6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97F7-B929-7CA8-7AB5-BF283D58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5" y="0"/>
            <a:ext cx="10515600" cy="1325563"/>
          </a:xfrm>
        </p:spPr>
        <p:txBody>
          <a:bodyPr/>
          <a:lstStyle/>
          <a:p>
            <a:r>
              <a:rPr lang="en-US" dirty="0"/>
              <a:t>DOMAIN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B657B-E379-AB2B-D74E-872CD9964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62" y="1022219"/>
            <a:ext cx="10515600" cy="4351338"/>
          </a:xfrm>
        </p:spPr>
        <p:txBody>
          <a:bodyPr/>
          <a:lstStyle/>
          <a:p>
            <a:r>
              <a:rPr lang="en-US" dirty="0"/>
              <a:t>A domain is a subtree of the domain name space. The name of the domain is the domain name of the node at the top of the subtree.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846A5-BE54-07BB-09E6-2BE25BAF6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38" y="1912191"/>
            <a:ext cx="9304826" cy="494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2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7752-C067-FF51-5609-CBB9521BC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NAME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4A5E7-CCD9-AA3C-C4AB-0133D46A5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information contained in the domain name space must be stored.</a:t>
            </a:r>
          </a:p>
          <a:p>
            <a:r>
              <a:rPr lang="en-US" dirty="0"/>
              <a:t>It is very inefficient and also unreliable to have just one computer store such a huge amount of information.</a:t>
            </a:r>
          </a:p>
          <a:p>
            <a:r>
              <a:rPr lang="en-US" dirty="0"/>
              <a:t> It is inefficient because responding to requests from all over the world places a heavy load on the system. </a:t>
            </a:r>
          </a:p>
          <a:p>
            <a:r>
              <a:rPr lang="en-US" dirty="0"/>
              <a:t>It is not unreliable because any failure makes the data inaccessible. </a:t>
            </a:r>
          </a:p>
          <a:p>
            <a:r>
              <a:rPr lang="en-US" dirty="0">
                <a:solidFill>
                  <a:srgbClr val="FF0000"/>
                </a:solidFill>
              </a:rPr>
              <a:t>The solution to these problems is to distribute the information among many computers called DNS servers.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6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43E6B-AD08-8058-CBDE-67F3A8752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47" y="167646"/>
            <a:ext cx="4778829" cy="6343685"/>
          </a:xfrm>
        </p:spPr>
        <p:txBody>
          <a:bodyPr/>
          <a:lstStyle/>
          <a:p>
            <a:r>
              <a:rPr lang="en-US" dirty="0"/>
              <a:t>DNS allows domains to be divided further into smaller domains (subdomains). </a:t>
            </a:r>
          </a:p>
          <a:p>
            <a:r>
              <a:rPr lang="en-US" dirty="0"/>
              <a:t>Each server can be responsible (authoritative) for either a large or a small domain.</a:t>
            </a:r>
          </a:p>
          <a:p>
            <a:r>
              <a:rPr lang="en-IN" dirty="0"/>
              <a:t>hierarchy of servers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270EDA-377E-FDD5-864E-12A131B2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934" y="765579"/>
            <a:ext cx="7218066" cy="532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24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492E-452A-7B17-B0C9-0507427E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B1FA7-5583-593E-6514-8B43B6402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61" y="971515"/>
            <a:ext cx="10515600" cy="4351338"/>
          </a:xfrm>
        </p:spPr>
        <p:txBody>
          <a:bodyPr/>
          <a:lstStyle/>
          <a:p>
            <a:r>
              <a:rPr lang="en-US" dirty="0"/>
              <a:t>a server is responsible for or has authority over is called a zone.</a:t>
            </a:r>
          </a:p>
          <a:p>
            <a:r>
              <a:rPr lang="en-US" dirty="0"/>
              <a:t>The server makes a database called a zone file and keeps all the information for every node under that domain.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D1505-1A80-B116-EF11-340064B24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65" y="2297078"/>
            <a:ext cx="9167654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5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5FFE-1FDE-C40F-E1B6-5F011F1A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and Secondary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837AD-F732-2267-A21C-517F89796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primary server is a server that stores a file about the zone for which it is an authority. It is responsible for creating, maintaining, and updating the zone file</a:t>
            </a:r>
          </a:p>
          <a:p>
            <a:r>
              <a:rPr lang="en-US" dirty="0"/>
              <a:t>The secondary server neither creates nor updates the zone files. If updating is required, it must be done by the primary server, which sends the updated version to the secondary.</a:t>
            </a:r>
          </a:p>
        </p:txBody>
      </p:sp>
    </p:spTree>
    <p:extLst>
      <p:ext uri="{BB962C8B-B14F-4D97-AF65-F5344CB8AC3E}">
        <p14:creationId xmlns:p14="http://schemas.microsoft.com/office/powerpoint/2010/main" val="824627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27187-D2B4-E3E8-C88F-EF484404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DNS IN THE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3CCE-528E-FABF-DD95-A569D3883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A7994-65C3-32E3-7582-70CA7170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93" y="1547441"/>
            <a:ext cx="9137172" cy="49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28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5AE1-9DAE-07C6-F53A-627D88E9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Domains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DE5BC-8B12-1D87-9C2C-E6786A374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66" y="1027906"/>
            <a:ext cx="10515600" cy="4351338"/>
          </a:xfrm>
        </p:spPr>
        <p:txBody>
          <a:bodyPr/>
          <a:lstStyle/>
          <a:p>
            <a:r>
              <a:rPr lang="en-US" dirty="0"/>
              <a:t>Generic domains Country domains The generic domains define registered hosts according to their generic behavior. Each node in the tree defines a domain, which is an index to the domain name space database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8246D-2AA3-9A33-918B-220542274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88" y="2216223"/>
            <a:ext cx="5486875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8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B880-8606-1CFC-A1B2-CA187318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338C3-681B-6AE2-18B0-698B3485F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92AFC-783B-C52E-325D-8A02B7AE6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48" y="202961"/>
            <a:ext cx="8058777" cy="674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51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AB83-A0A1-57AD-E9EE-0E54A7E9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 domains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69047-02A5-4449-BDCE-0B54C0A13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495"/>
            <a:ext cx="4095541" cy="4619468"/>
          </a:xfrm>
        </p:spPr>
        <p:txBody>
          <a:bodyPr/>
          <a:lstStyle/>
          <a:p>
            <a:r>
              <a:rPr lang="en-US" dirty="0"/>
              <a:t>The country domains section uses two-character country abbreviations (e.g., us for United States)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80052-378D-4446-A870-082DF1A46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812" y="222756"/>
            <a:ext cx="6341345" cy="641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2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4084-1E23-48B9-4FE6-2CE2EEA4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Inverse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62B44-96AA-047D-F639-9C6573B79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594"/>
            <a:ext cx="5401826" cy="5178075"/>
          </a:xfrm>
        </p:spPr>
        <p:txBody>
          <a:bodyPr>
            <a:normAutofit/>
          </a:bodyPr>
          <a:lstStyle/>
          <a:p>
            <a:r>
              <a:rPr lang="en-US" dirty="0"/>
              <a:t>The inverse domain is used to map an address to a name. </a:t>
            </a:r>
          </a:p>
          <a:p>
            <a:r>
              <a:rPr lang="en-US" dirty="0"/>
              <a:t>This may happen, for example, when a server has received a request from a client to do a task. </a:t>
            </a:r>
          </a:p>
          <a:p>
            <a:r>
              <a:rPr lang="en-US" dirty="0"/>
              <a:t>Although the server has a file that contains a list of authorized clients, only the IP address of the client (extracted from the received IP packet) is listed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E4B91-15D3-4E96-56C7-C1CCAAC12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647" y="84830"/>
            <a:ext cx="5294153" cy="64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66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3A26-1973-5826-DF62-99B77744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27" y="18255"/>
            <a:ext cx="10515600" cy="1325563"/>
          </a:xfrm>
        </p:spPr>
        <p:txBody>
          <a:bodyPr/>
          <a:lstStyle/>
          <a:p>
            <a:r>
              <a:rPr lang="en-US" dirty="0"/>
              <a:t>Working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2B885-B3AC-8B6C-32CE-581C0CB21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927" y="1051901"/>
            <a:ext cx="10515600" cy="52584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 of traverse</a:t>
            </a:r>
          </a:p>
          <a:p>
            <a:r>
              <a:rPr lang="en-US" dirty="0"/>
              <a:t>Client</a:t>
            </a:r>
          </a:p>
          <a:p>
            <a:r>
              <a:rPr lang="en-US" dirty="0"/>
              <a:t>Cache</a:t>
            </a:r>
          </a:p>
          <a:p>
            <a:r>
              <a:rPr lang="en-US" dirty="0"/>
              <a:t>Resolver</a:t>
            </a:r>
          </a:p>
          <a:p>
            <a:r>
              <a:rPr lang="en-US" dirty="0"/>
              <a:t>Root server(nearly 13 sets all over the world)</a:t>
            </a:r>
          </a:p>
          <a:p>
            <a:r>
              <a:rPr lang="en-US" dirty="0"/>
              <a:t>Top level domain server</a:t>
            </a:r>
          </a:p>
          <a:p>
            <a:r>
              <a:rPr lang="en-US" dirty="0"/>
              <a:t>Authoritative name server</a:t>
            </a:r>
          </a:p>
          <a:p>
            <a:r>
              <a:rPr lang="en-US" dirty="0"/>
              <a:t>Resolver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106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8748-9B6F-B1BD-D822-7E2EFA70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5F8F1F-793B-EE29-01DE-EF31F53EC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80" r="405"/>
          <a:stretch/>
        </p:blipFill>
        <p:spPr>
          <a:xfrm>
            <a:off x="390826" y="653143"/>
            <a:ext cx="11221658" cy="5749297"/>
          </a:xfrm>
        </p:spPr>
      </p:pic>
    </p:spTree>
    <p:extLst>
      <p:ext uri="{BB962C8B-B14F-4D97-AF65-F5344CB8AC3E}">
        <p14:creationId xmlns:p14="http://schemas.microsoft.com/office/powerpoint/2010/main" val="1446294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470</Words>
  <Application>Microsoft Macintosh PowerPoint</Application>
  <PresentationFormat>Widescreen</PresentationFormat>
  <Paragraphs>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Application layer</vt:lpstr>
      <vt:lpstr>Domain Name System</vt:lpstr>
      <vt:lpstr>Hierarchical name space</vt:lpstr>
      <vt:lpstr>PowerPoint Presentation</vt:lpstr>
      <vt:lpstr>FQDN, PQDN </vt:lpstr>
      <vt:lpstr>DOMAIN</vt:lpstr>
      <vt:lpstr>DISTRIBUTION OF NAME SPACE</vt:lpstr>
      <vt:lpstr>PowerPoint Presentation</vt:lpstr>
      <vt:lpstr>Zone</vt:lpstr>
      <vt:lpstr>Primary and Secondary Servers</vt:lpstr>
      <vt:lpstr>DNS IN THE INTERNET</vt:lpstr>
      <vt:lpstr>Generic Domains  </vt:lpstr>
      <vt:lpstr>PowerPoint Presentation</vt:lpstr>
      <vt:lpstr>Country  domains</vt:lpstr>
      <vt:lpstr>Inverse domain</vt:lpstr>
      <vt:lpstr>Working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layer</dc:title>
  <dc:creator>KOPPERUNDEVI RAJAJI</dc:creator>
  <cp:lastModifiedBy>Apoorva Karnwal</cp:lastModifiedBy>
  <cp:revision>8</cp:revision>
  <dcterms:created xsi:type="dcterms:W3CDTF">2023-07-10T03:36:18Z</dcterms:created>
  <dcterms:modified xsi:type="dcterms:W3CDTF">2025-09-16T08:43:09Z</dcterms:modified>
</cp:coreProperties>
</file>