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9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F82D-D316-452E-9534-F571E2753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6175F-1FF7-4A9A-8179-7C03207DB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C9B00-4EBB-4211-A535-61F2DD71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3F266-430E-406A-8213-281AAF31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A4A62-DC0C-4268-9023-3F1A9B9B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30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B5EE5-243F-4D4D-9686-55C0EBC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00EDA-AB04-4880-82C7-91A35374E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C4EAE-2A58-4D65-92B6-84953C88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5BE1-1DC2-4CB4-89BC-84EB305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C1FFC-029F-4A90-B380-8BF40532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00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46F6-7B86-4A69-8C1E-759C580DB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7E8FF-2377-4059-811C-F60A0905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48EC9-9808-4144-BF74-D5F1F56A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CA793-9683-4A33-B8BB-CC6E3535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BE92F-099B-4B6E-BC46-B38ABFDD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9E08-A5DE-469C-95B7-88F8F34B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8B41-ACB3-4CE2-A26E-A38AF1DA4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E049B-542F-42C1-A996-A593F3ADE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4AA51-BA4E-4EA1-A860-69AD7023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D3803-D399-41C0-9EA3-6C305F62D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45569-08E9-45F2-84F0-CB40D059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72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F26F-7E82-434A-865F-6A53BCBD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0F36D-8409-454A-ABE2-6B14C7016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20D7F-86AD-4D37-9D06-C0FFA8FF1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219CE-A26B-4FE1-B9BB-F2C733335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977D5-AFCE-4841-A8D0-F83DED981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9C6B5-1C0B-457F-B298-CF258905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1DA0-5715-488F-B746-541D6AAC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CD55F-F46D-4C60-8D7F-0485F52B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57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33CD-E838-444F-9604-9445CB3B3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38B6E8-5B87-4026-BFE4-F56B1007B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3AB60-726F-4B6C-B875-B7D23FF81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211C3-F810-4DAA-80B0-64B24452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817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72EC7-A77C-46FD-9729-50E7E364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3488B-96D2-481C-BEFC-591155E2A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48EB-0401-4311-9A8A-D5D7561B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22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A5A3-1C26-4AC4-82AA-730B74B06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2AC4-2AB0-42B8-92D6-9006DF1ED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5D5C1-2105-43AE-90A9-5DA029ED1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5AD27-A825-48C2-8872-18BCB1E3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BCA94-502E-4155-A566-D1D27ADD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CBA96-D2B5-4279-9035-2E073401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43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7021-983E-4E7E-B1F3-E84B51D3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58206-0AC1-46B4-BF96-0300F676E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6E3FA-615A-4948-A3F6-B2578B812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108FA-8C73-4A70-B912-B7ABAB2D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A1855-27FE-4C30-ACC1-C97B8859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C674C-FAE4-4F4E-9A18-DFC48968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7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B5DDA-5F11-4C8E-AFE2-140C8509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A058E-ACB4-4459-B2E6-15CDE0837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0EE99-19B2-4C2B-8105-BF6984FAA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0A510-0E58-4AD8-8860-298CB0E4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9FD8D-5184-4986-853C-B3645D29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5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0C2D6-97A3-4D05-A3DC-6EC26CA5F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65FF5-21A5-4708-AC90-42F80C04D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9773C-1B73-4957-B638-ED70E7B5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C7DC1-9BC4-4B53-A620-5BB0EBDA8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AFB74-1BD5-43BE-B518-73E2885C5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06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F419B-EF15-4E41-BB39-5BA121C5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23510-6BE1-460D-9C29-E2EC922F3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3EEC-08B9-4899-AD28-06789393F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34B66-3BA1-460E-AF56-E69102318CF6}" type="datetimeFigureOut">
              <a:rPr lang="en-IN" smtClean="0"/>
              <a:t>17-06-2023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3DE2F-479A-460E-9A51-716C53846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625E1-7EE8-427A-8855-83915BF38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FB4B0-AC48-4110-81E4-4DDF7716A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5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6736-B940-42F1-80CF-B599CAC56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RFID</a:t>
            </a:r>
            <a:br>
              <a:rPr lang="en-US" dirty="0"/>
            </a:br>
            <a:r>
              <a:rPr lang="en-US" dirty="0"/>
              <a:t>BLUETOOTH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222FF-2097-4B3D-8953-1F9A2A1B38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39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46A2-C2FF-4BB0-ACD9-3BEDF0CE4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0"/>
            <a:ext cx="10820400" cy="4351338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Radio Frequency Identification (RFID)</a:t>
            </a:r>
            <a:r>
              <a:rPr lang="en-US" dirty="0"/>
              <a:t> is a form of wireless communication - electromagnetic or electrostatic coupling in the radio frequency portion -identify an object, animal or person. </a:t>
            </a:r>
          </a:p>
          <a:p>
            <a:pPr algn="just"/>
            <a:r>
              <a:rPr lang="en-US" dirty="0"/>
              <a:t>It uses radio frequency </a:t>
            </a:r>
          </a:p>
          <a:p>
            <a:pPr algn="just"/>
            <a:r>
              <a:rPr lang="en-US" dirty="0"/>
              <a:t>Data digitally encoded in an RFID tag which might be read by the reader.</a:t>
            </a:r>
          </a:p>
          <a:p>
            <a:pPr algn="just"/>
            <a:r>
              <a:rPr lang="en-US" dirty="0"/>
              <a:t>This device work as a tag or label during which data read from tags that are stored in the database through the reader as compared to traditional barcodes and QR codes.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BA89DA3A-CDD3-449F-BAD2-7E5B49DC6D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" t="16001" b="36889"/>
          <a:stretch/>
        </p:blipFill>
        <p:spPr bwMode="auto">
          <a:xfrm>
            <a:off x="2178413" y="3429000"/>
            <a:ext cx="7835174" cy="329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410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AE3D-C684-4C0C-8EEC-B4724934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5B6E-E87C-4018-B737-A02B2959A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8512B-5167-4FFD-B2DD-CFC05BCCC9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38" t="22632" r="17857" b="40313"/>
          <a:stretch/>
        </p:blipFill>
        <p:spPr>
          <a:xfrm>
            <a:off x="664993" y="1253331"/>
            <a:ext cx="10862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98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905B-86E6-4E00-AEB7-BF0E239A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PICONET CONFIGURATION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538F5-7618-45AA-B9A2-6F127E0F0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A0EE3-802B-4A10-BAF0-194C7FEC67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43" t="35125" r="34286" b="13210"/>
          <a:stretch/>
        </p:blipFill>
        <p:spPr>
          <a:xfrm>
            <a:off x="8157029" y="54881"/>
            <a:ext cx="3788229" cy="3541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B88FA9-7DCA-4CDD-81C3-49F7B2468E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19" t="61381" r="21667" b="14904"/>
          <a:stretch/>
        </p:blipFill>
        <p:spPr>
          <a:xfrm>
            <a:off x="275770" y="3027967"/>
            <a:ext cx="7750629" cy="346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5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746A-40B6-48A6-9223-14D4FFE0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A7EE8-9325-4AE3-9561-0CA4C86B3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DE824-29F4-4E0E-93D6-91C7A33A60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48" t="22632" r="35476" b="12363"/>
          <a:stretch/>
        </p:blipFill>
        <p:spPr>
          <a:xfrm>
            <a:off x="333830" y="231094"/>
            <a:ext cx="6952343" cy="5587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A3D86-2F38-4BFD-9703-4FD9659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09" t="32161" r="29166" b="17867"/>
          <a:stretch/>
        </p:blipFill>
        <p:spPr>
          <a:xfrm>
            <a:off x="7424113" y="2875773"/>
            <a:ext cx="4582830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85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0E11-F8F4-4820-9D6A-D180C5BD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B8E69-A0FA-4B7B-8CD9-D058DAD23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D97A26-D1EC-4F92-9517-9A4CA1D4D1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33" t="22632" r="16667" b="34808"/>
          <a:stretch/>
        </p:blipFill>
        <p:spPr>
          <a:xfrm>
            <a:off x="838200" y="299471"/>
            <a:ext cx="7924800" cy="2917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BD757F-7496-4215-B2F6-877F08A5E9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44" t="22818" r="29314" b="41185"/>
          <a:stretch/>
        </p:blipFill>
        <p:spPr>
          <a:xfrm>
            <a:off x="838200" y="3463187"/>
            <a:ext cx="7922394" cy="260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8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AA60-0F94-4546-ABED-B1E04367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C6569-09A9-44C9-9B69-C20E0A191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4B651-8E55-4226-8BCC-79D7A0D62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9" t="22632" r="16548" b="23162"/>
          <a:stretch/>
        </p:blipFill>
        <p:spPr>
          <a:xfrm>
            <a:off x="838200" y="1099457"/>
            <a:ext cx="9864160" cy="46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0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6E1C-E5DC-4984-BF2E-D212AE937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4257" y="180180"/>
            <a:ext cx="5040086" cy="6119019"/>
          </a:xfrm>
        </p:spPr>
        <p:txBody>
          <a:bodyPr>
            <a:normAutofit/>
          </a:bodyPr>
          <a:lstStyle/>
          <a:p>
            <a:r>
              <a:rPr lang="en-US" dirty="0"/>
              <a:t>IEEE.802.25.1-Bluetooth</a:t>
            </a:r>
          </a:p>
          <a:p>
            <a:r>
              <a:rPr lang="en-US" dirty="0"/>
              <a:t>Physical Radio-Transceiver</a:t>
            </a:r>
          </a:p>
          <a:p>
            <a:r>
              <a:rPr lang="en-US" dirty="0"/>
              <a:t>Baseband-connections of piconet</a:t>
            </a:r>
          </a:p>
          <a:p>
            <a:r>
              <a:rPr lang="en-US" dirty="0"/>
              <a:t>LM-Already linked devices, authentication,(encryption).</a:t>
            </a:r>
          </a:p>
          <a:p>
            <a:r>
              <a:rPr lang="en-US" dirty="0"/>
              <a:t>LLC- communication UL &amp; LL(understandable layers-segmentation)</a:t>
            </a:r>
          </a:p>
          <a:p>
            <a:r>
              <a:rPr lang="en-US" dirty="0"/>
              <a:t>RF-Radio Frontend(interfacing thro wireless</a:t>
            </a:r>
          </a:p>
          <a:p>
            <a:r>
              <a:rPr lang="en-US" dirty="0"/>
              <a:t>Telephony- voice and data</a:t>
            </a:r>
          </a:p>
          <a:p>
            <a:r>
              <a:rPr lang="en-US" dirty="0"/>
              <a:t>Service –application interaction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43424-FE0F-4189-AAF3-884B6898F1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9" t="24641" r="18810" b="29725"/>
          <a:stretch/>
        </p:blipFill>
        <p:spPr>
          <a:xfrm>
            <a:off x="4601027" y="180181"/>
            <a:ext cx="7590973" cy="393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29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127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RFID BLUETOOTH</vt:lpstr>
      <vt:lpstr>PowerPoint Presentation</vt:lpstr>
      <vt:lpstr>PowerPoint Presentation</vt:lpstr>
      <vt:lpstr>PICONET CONFIGURATION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BLUETOOTH</dc:title>
  <dc:creator>Admin</dc:creator>
  <cp:lastModifiedBy>Admin</cp:lastModifiedBy>
  <cp:revision>5</cp:revision>
  <dcterms:created xsi:type="dcterms:W3CDTF">2023-06-17T06:37:14Z</dcterms:created>
  <dcterms:modified xsi:type="dcterms:W3CDTF">2023-06-17T07:57:12Z</dcterms:modified>
</cp:coreProperties>
</file>