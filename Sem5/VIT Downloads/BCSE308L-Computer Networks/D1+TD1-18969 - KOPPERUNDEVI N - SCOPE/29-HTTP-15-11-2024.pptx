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4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03A84-A9E9-1FC2-BC5D-57D0A440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8EA55E-5547-BE53-0FDF-006B78AE0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0C00F-DFFD-A56E-8A19-1354ED953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1381-C886-42CA-9C8C-4B26550EFB24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783E2-CE0B-B262-8189-820D77C74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0282C-6396-3220-0450-E1FB4932B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26D0-8980-4C6A-A24C-04E7D5966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85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28192-1E1B-1821-A5D5-1F65B3991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F4019-9B9B-8DD9-524B-8FCEE2EFC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121E5-4C35-79A7-CA9D-98E4B3621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1381-C886-42CA-9C8C-4B26550EFB24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148-D119-FB3A-DC85-0C89861A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89D03-A0D6-012F-EE95-59ADCF57F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26D0-8980-4C6A-A24C-04E7D5966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93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D39F7-DF9D-E2BF-1F81-49B8123E3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958C4-5B0D-C30F-3D19-097A28316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AFF0-CE62-3B92-3ACA-986AC18B1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1381-C886-42CA-9C8C-4B26550EFB24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A251A-52B1-064D-1BC2-5DBC90BEF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858E3-619D-AC13-BD35-67C17E842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26D0-8980-4C6A-A24C-04E7D5966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067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0187C-8801-C57F-630A-D052B7FA4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AE37D-65E4-ACAE-BF8C-29C393ACA1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24716-92C7-841E-DAD3-1EA4DD0E9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ED2A6-DE46-D18F-F0AB-7CDD0E26D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1381-C886-42CA-9C8C-4B26550EFB24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594D1-7D43-CDE0-55C1-A2A49D83C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C3549-0F62-67D3-6559-47F626C2C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26D0-8980-4C6A-A24C-04E7D5966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327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AC3D4-B1F9-FF9E-01EB-2276C8472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86B2E-D039-5A0C-3E3D-451D90573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0DF1A-41F6-D914-D5D2-25A09907D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EC918-21B9-DDA3-D501-10140B318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0FD037-D017-3868-005B-BB5B89854A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BAECAB-9D06-0A1C-1C33-2A812DC7B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1381-C886-42CA-9C8C-4B26550EFB24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EA4A3B-BF21-BE14-4CEE-9AD90565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022498-DFB1-03E7-F9A4-79D9C6870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26D0-8980-4C6A-A24C-04E7D5966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988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BFBAC-62A7-2871-42BC-EB941AF90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23311F-4C52-77D4-F620-59D45DD13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1381-C886-42CA-9C8C-4B26550EFB24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CCA45A-45DF-7451-1C2F-06BAEF7F1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D2DD2E-1E39-8F2C-85E2-29602DFD0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26D0-8980-4C6A-A24C-04E7D5966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307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72E2AB-B018-D5D4-8024-3F148738D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1381-C886-42CA-9C8C-4B26550EFB24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33204B-313C-F7D4-02C0-329D694A3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5A1F4-910C-908F-7633-633CDCB62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26D0-8980-4C6A-A24C-04E7D5966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979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0271-61C5-D89A-CDC6-9EF2D30D8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3BDE4-4F3E-9B57-7FB0-70FB0D05C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F3C86-9684-3FBF-2581-D973C2756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79647-951F-693C-DCCE-9E9DD3A58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1381-C886-42CA-9C8C-4B26550EFB24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CC9CF-2BD2-70DD-3BC8-200CD5506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369D9-AE00-73E3-4658-F2AE5F554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26D0-8980-4C6A-A24C-04E7D5966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072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4E644-2D1F-12FB-F400-907E209D7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ECCA5F-1F44-5802-9597-D31F1FACFB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C4BF4C-5F4B-46F2-746F-3CF75B5A5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E1B4A-D7EC-2163-22F9-7D6AA4A01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1381-C886-42CA-9C8C-4B26550EFB24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525D6-5FC0-F1B4-BAB1-56CE26717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D6D37-0DBA-3F17-701B-C36BD9E62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26D0-8980-4C6A-A24C-04E7D5966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223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CC1AC-FF8A-A11C-043A-A8769D05E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E2CE2-3786-470E-7D9C-A406482BC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A4848-FF41-DA16-6C7C-CB12AB339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1381-C886-42CA-9C8C-4B26550EFB24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2DFC7-D377-3A2E-D8B2-E273A3FEE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D387C-8B46-B1FB-5B33-C877C38E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26D0-8980-4C6A-A24C-04E7D5966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084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163ADB-DFC6-9625-77A1-AA5F84A3A8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222CB-FA37-DC80-AD82-BB5284494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E9DC8-0CF3-2569-D1FE-F33B1037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1381-C886-42CA-9C8C-4B26550EFB24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C5B9B-01F4-197D-6BC0-7050A428F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90970-E524-C489-C75D-9B29688CA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26D0-8980-4C6A-A24C-04E7D5966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730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0EB4FB-E3F5-2733-CC30-2AE6E5CBA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46369-AFEB-0F89-23EA-99E1162DB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79F69-4D6F-516C-58F2-B041995E2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A1381-C886-42CA-9C8C-4B26550EFB24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6DB21-6D2D-DDD2-1775-C633AFB45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87438-4B55-DE50-BAA9-31385747E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E26D0-8980-4C6A-A24C-04E7D5966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09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06276-C275-37E5-2E79-FBCF2A6508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2DD63-2F62-B1B3-0BA7-1B3C49E616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940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179B1-47E9-B629-461C-90171DEFB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Hypertext Transfer Protocol (HTTP)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F1578-01F0-EE61-7652-94DF956CA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Hypertext Transfer Protocol (HTTP) is a protocol used mainly to access data on the World Wide Web.</a:t>
            </a:r>
          </a:p>
          <a:p>
            <a:r>
              <a:rPr lang="en-US" dirty="0"/>
              <a:t> HTTP functions as a combination of FTP and SMTP.</a:t>
            </a:r>
          </a:p>
        </p:txBody>
      </p:sp>
    </p:spTree>
    <p:extLst>
      <p:ext uri="{BB962C8B-B14F-4D97-AF65-F5344CB8AC3E}">
        <p14:creationId xmlns:p14="http://schemas.microsoft.com/office/powerpoint/2010/main" val="1943365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73B3-9014-D4B0-2B15-2ADBD5ACA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9191D-2F3C-2143-702B-C729E0D6B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B36AB-0941-6AA9-353F-A841925F7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475" y="0"/>
            <a:ext cx="8098972" cy="666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015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89E7-D520-2D0D-5E3B-4FBDFA8FB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9A153-5EB1-E849-CB54-982F942A1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C755CF-001A-79E4-382B-165D7F73B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05" y="954779"/>
            <a:ext cx="11391380" cy="494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544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1B6A5-9182-77DC-71FC-3D432E8D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864" y="161191"/>
            <a:ext cx="10515600" cy="1325563"/>
          </a:xfrm>
        </p:spPr>
        <p:txBody>
          <a:bodyPr/>
          <a:lstStyle/>
          <a:p>
            <a:r>
              <a:rPr lang="pt-BR" dirty="0"/>
              <a:t>Simple Mail Transfer Protocol (SMTP)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1D428-5FEF-DA1B-B81E-9F9A909AE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246FE9-8699-988E-57D0-E5887B45F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13159"/>
            <a:ext cx="9990830" cy="452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73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2BF4B-3263-6F8D-51A1-4F3432510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FC8D7-F4F8-B9CC-640C-427DCD1FD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7902AE-72BF-552B-2BD2-8AD13739F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841" y="334496"/>
            <a:ext cx="10406521" cy="615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852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5C646-B9B3-2DAE-9D77-1DC22568B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NETWORK MANAGEMENT PROTOCOL (SNMP)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C94C3-C1E3-74C6-1078-A3FF9A58D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BB0EE-5266-67CC-2674-6F9E96414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3" y="1916830"/>
            <a:ext cx="9589624" cy="406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513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3FE74-852A-9CD5-6E28-8A52404BA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61C36-5E1C-F43D-0462-040B30B3A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SNMP uses the concept of manager and agent. That is, a manager, usually a host, controls and monitors a set of agents, usually routers.</a:t>
            </a:r>
          </a:p>
          <a:p>
            <a:r>
              <a:rPr lang="en-US" dirty="0"/>
              <a:t>In other words, management with SNMP is based on three basic ideas</a:t>
            </a:r>
          </a:p>
          <a:p>
            <a:pPr marL="514350" indent="-514350">
              <a:buAutoNum type="arabicPeriod"/>
            </a:pPr>
            <a:r>
              <a:rPr lang="en-US" dirty="0"/>
              <a:t>A manager checks an agent by requesting information that reflects the behavior of the agent.</a:t>
            </a:r>
          </a:p>
          <a:p>
            <a:pPr marL="0" indent="0">
              <a:buNone/>
            </a:pPr>
            <a:r>
              <a:rPr lang="en-US" dirty="0"/>
              <a:t> 2. A manager forces an agent to perform a task by resetting values in the agent database. </a:t>
            </a:r>
          </a:p>
          <a:p>
            <a:pPr marL="0" indent="0">
              <a:buNone/>
            </a:pPr>
            <a:r>
              <a:rPr lang="en-US" dirty="0"/>
              <a:t>3. An agent contributes to the management process by warning the manager of an unusual situation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7415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148</Words>
  <Application>Microsoft Office PowerPoint</Application>
  <PresentationFormat>Widescreen</PresentationFormat>
  <Paragraphs>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Hypertext Transfer Protocol (HTTP)</vt:lpstr>
      <vt:lpstr>PowerPoint Presentation</vt:lpstr>
      <vt:lpstr>PowerPoint Presentation</vt:lpstr>
      <vt:lpstr>Simple Mail Transfer Protocol (SMTP)</vt:lpstr>
      <vt:lpstr>PowerPoint Presentation</vt:lpstr>
      <vt:lpstr>SIMPLE NETWORK MANAGEMENT PROTOCOL (SNMP)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KOPPERUNDEVI RAJAJI</dc:creator>
  <cp:lastModifiedBy>KOPPERUNDEVI RAJAJI</cp:lastModifiedBy>
  <cp:revision>3</cp:revision>
  <dcterms:created xsi:type="dcterms:W3CDTF">2023-07-14T06:00:49Z</dcterms:created>
  <dcterms:modified xsi:type="dcterms:W3CDTF">2023-07-14T08:16:54Z</dcterms:modified>
</cp:coreProperties>
</file>