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35C7-971A-BDED-C7FE-3A4A4D38B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CB2474-9479-F89A-65DF-4D48FA4BB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F39DC-532A-E41D-D93F-B93F01AD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BFDE7-9DAE-520C-C0B8-5694669B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F7CF3-E6CB-A46F-F1CA-52873C28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419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FB29-C80D-AA45-0D2A-EC24A53BE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E6D81-1719-5026-1775-5992214A9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1ECFE-4011-A12F-E292-A07444DC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7AF47-AD03-7D83-E4FF-DAD4218F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4BE36-D48F-CE5A-0AFB-547908F9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242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66942-91CE-4583-4F36-260BD059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68069-1CBC-B5DA-10CE-BDFD26303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16CB6-D0A1-D44C-7E41-27FC460F4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5799A-D02E-46F6-43B3-643598C1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1E2F-853B-9E9A-A320-B400EAF9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16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643A-08A6-3971-BEC8-E533848CA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3FBE6-217C-73CB-D869-61862C728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93592-F172-954D-8A7C-A98F9860E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81B86-08FA-991E-FE47-7C92DEC4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DB760-299D-7D24-6FC9-5801F6476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ADECF-1DF6-AAEE-8AD7-6CEB1812F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46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9BEC-9EDF-E9D5-387E-52619DC3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80044-7862-DFE5-8F64-28D58DEF6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3D770-37D8-9D5C-3DE7-EB11BA82D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6B70B-4255-D6E1-B4FF-AE1A274D9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51922-6DC9-7CA5-AD2A-ECD76D11BA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189DD-AAE2-DEF2-BA3F-479C3E060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38A2D-DAD1-D9B9-D6FD-2778CF0DF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E0EBE0-C632-7415-FB6F-2BD64609F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80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839A-A345-32F8-1D48-5CB19846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21A01-DB1E-B065-8324-514DCBF1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8BD1E-4769-BD5B-EF21-A96F1F62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8666D-58D2-600B-8C1C-3F20CD65A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0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3E150-3414-DAC3-6AA6-C98B75E9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27E2EF-52C3-F560-03B6-6589F209F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1A962-635F-E239-41C2-9C4C1AA5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94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10B8-AFE6-51D7-C311-F65387BC8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2CBD1-EFFE-B09A-1C8A-507EE0B23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B72CB-B53F-5224-4F5E-9314E9038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73A71-B91F-C7D9-751D-51D046CC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AB646-07D3-CBB1-F31E-785434ABB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B956A-F612-A3B8-5539-3E85EE968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914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0CCA-85B8-BFE8-88D6-DB9B5C38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249B6-B9BD-9CC3-DBAB-7606A07FF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EEF10-96EC-A34F-5CBF-1EC7AADA9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475A6-3675-2004-D751-93506D12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49B93-F603-836C-E3DB-9B44FB34B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8DF9B-AB02-FF3B-CA70-6760171A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53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5F64-5206-3BC1-D0C9-A9F4A5C7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22E69-C587-3748-15FC-6825479AD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52DDF-E442-9231-C6E8-E58287EC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E157F-4411-6650-440C-9FEFFCDD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9895D-9F6F-9753-744B-C99B84C6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77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6EE70-8491-2A12-FC78-98E967444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FB45A-2588-30D9-323C-CC2806899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54424-A7D0-8EA1-2CE0-7C89132C5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6075A-C472-8079-7DB6-DAC7DCEA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AA45A-7379-66FC-D585-68BC2DBF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50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75545B-B974-1F89-8512-3F70B9B77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FAB22-6788-1493-0EAE-E1AC3A3AF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5C896-B007-5BBE-930C-E6EC6DA48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6AACA-671E-4DDE-84C5-32B8223EFE09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691E4-F2BD-0315-65EE-E677EB745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106B0-35F8-B213-2508-1E652B3A5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0772D-8AD0-4546-998F-D456C7340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81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5262-82FF-C525-9639-5EC9766AAB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 Transfer Protocol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A545F-6502-5504-B6C8-C800A8521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011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F8F44-8E3C-FDE0-EB59-5FF944F9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Transfer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9508-9D95-1940-B87C-3D31B9F17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Transfer Protocol (FTP) is the standard mechanism provided by TCP/IP for copying a file from one host to another.</a:t>
            </a:r>
          </a:p>
          <a:p>
            <a:r>
              <a:rPr lang="en-US" dirty="0"/>
              <a:t>Differs from other client/server applications in that it establishes two connections between the hosts. One connection is used for data transfer, the other for control information (commands and responses).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005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5039-9263-A841-808E-A28852648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78C98-BCDB-15F9-9EFB-44987EF69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DFF87-AC17-FEF1-624D-4E3471345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90" y="492230"/>
            <a:ext cx="9733646" cy="559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0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B05D-5944-2C03-734F-B5325A81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Communication over Control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9041F-292A-FAEE-FADF-E3691D285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FTP uses the same approach as SMTP to communicate across the control connection. It uses the 7-bit ASCII character set.</a:t>
            </a:r>
          </a:p>
          <a:p>
            <a:r>
              <a:rPr lang="en-US" dirty="0"/>
              <a:t>Communication is achieved through commands and responses. This simple method is adequate for the control connection because we send one command (or response) at a time. </a:t>
            </a:r>
          </a:p>
          <a:p>
            <a:r>
              <a:rPr lang="en-US" dirty="0"/>
              <a:t>Each command or response is only one short line, so we need not worry about file format or file structure.</a:t>
            </a:r>
          </a:p>
          <a:p>
            <a:r>
              <a:rPr lang="en-US" dirty="0"/>
              <a:t> Each line is terminated with a two-character (carriage return and line feed) end-of-line token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6009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4CD5-293D-8C96-A6A0-696F39FC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E2B90-1DC2-4794-570C-265250752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98FFC2-C2E5-417B-3DD1-9B758BE49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69" y="1651314"/>
            <a:ext cx="10545062" cy="402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65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96DB1-DE2B-9FB8-92BF-7CE67AFE2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99" y="30964"/>
            <a:ext cx="10515600" cy="1325563"/>
          </a:xfrm>
        </p:spPr>
        <p:txBody>
          <a:bodyPr/>
          <a:lstStyle/>
          <a:p>
            <a:r>
              <a:rPr lang="en-IN" dirty="0"/>
              <a:t>Communication over Data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4A404-18E7-4763-0A10-4B5A0D6B4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08" y="1356527"/>
            <a:ext cx="10791092" cy="4820436"/>
          </a:xfrm>
        </p:spPr>
        <p:txBody>
          <a:bodyPr/>
          <a:lstStyle/>
          <a:p>
            <a:r>
              <a:rPr lang="en-US" dirty="0"/>
              <a:t>file transfer in FTP means one of three things: </a:t>
            </a:r>
          </a:p>
          <a:p>
            <a:r>
              <a:rPr lang="en-US" dirty="0"/>
              <a:t>o A file is to be copied from the server to the client. This is called retrieving aft/e. It is done under the supervision of the RETR command.</a:t>
            </a:r>
          </a:p>
          <a:p>
            <a:r>
              <a:rPr lang="en-US" dirty="0"/>
              <a:t> o A file is to be copied from the client to the server. This is called storing aft/e. It is done under the supervision of the STOR command.</a:t>
            </a:r>
          </a:p>
          <a:p>
            <a:r>
              <a:rPr lang="en-US" dirty="0"/>
              <a:t>o A list of directory or file names is to be sent from the server to the client. This is done under the supervision of the LIST command. Note that FTP treats a list of directory or file names as a file. It is sent over the data connection.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2777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26A61-32FF-49F1-B535-777B28013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9601E-DCBD-937C-27B1-BE69C5747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7BCF3-861B-867D-E82A-15340DC25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00" y="803868"/>
            <a:ext cx="10786100" cy="537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56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0547B-FA4C-A91E-21F4-7F47E5E34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Type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D79AA-ECC2-008F-DBAE-B6B8177E3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594"/>
            <a:ext cx="10515600" cy="4667250"/>
          </a:xfrm>
        </p:spPr>
        <p:txBody>
          <a:bodyPr/>
          <a:lstStyle/>
          <a:p>
            <a:r>
              <a:rPr lang="en-US" dirty="0"/>
              <a:t>FTP can transfer one of the following file types across the data connection: an ASCII file, EBCDIC file, or image file. </a:t>
            </a:r>
          </a:p>
          <a:p>
            <a:r>
              <a:rPr lang="en-US" dirty="0"/>
              <a:t>The ASCII file is the default format for transferring text files. Each character is encoded using 7-bit ASCII. The sender transforms the file from its own representation into ASCII characters, and the receiver transforms the ASCII characters to its own representation. </a:t>
            </a:r>
          </a:p>
          <a:p>
            <a:r>
              <a:rPr lang="en-US" dirty="0"/>
              <a:t>If one or both ends of the connection use EBCDIC encoding (the file format used by IBM), the file can be transferred using EBCDIC encoding.</a:t>
            </a:r>
          </a:p>
          <a:p>
            <a:r>
              <a:rPr lang="en-US" dirty="0"/>
              <a:t>The image file is the default format for transferring binary files.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325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9A15-E1BA-202E-EA90-B4BDB48F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F4BA3-5070-B819-DCF1-2A64FEA56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FTP can transfer a file across the data connection by using one of the following interpretations about the structure of the data:</a:t>
            </a:r>
          </a:p>
          <a:p>
            <a:r>
              <a:rPr lang="en-US" dirty="0"/>
              <a:t> file structure, record structure, and page structure.</a:t>
            </a:r>
          </a:p>
          <a:p>
            <a:r>
              <a:rPr lang="en-US" dirty="0"/>
              <a:t> In the file structure format, the file is a continuous stream of bytes. In the record structure, the file is divided into records. </a:t>
            </a:r>
          </a:p>
          <a:p>
            <a:r>
              <a:rPr lang="en-US" dirty="0"/>
              <a:t>This can be used only with text files.</a:t>
            </a:r>
          </a:p>
          <a:p>
            <a:r>
              <a:rPr lang="en-US" dirty="0"/>
              <a:t> In the page structure, the file is divided into pages, with each page having a page number and a page header. </a:t>
            </a:r>
          </a:p>
          <a:p>
            <a:r>
              <a:rPr lang="en-US" dirty="0"/>
              <a:t>The pages can be stored and accessed randomly or sequentially.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783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CF2E-2943-3629-3C4E-6E59610D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Transmission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FE9D9-35F8-49CE-A5FF-9B97CD092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FTP can transfer a file across the data connection by using one of the following three transmission modes: </a:t>
            </a:r>
          </a:p>
          <a:p>
            <a:r>
              <a:rPr lang="en-US" dirty="0"/>
              <a:t>stream mode, </a:t>
            </a:r>
          </a:p>
          <a:p>
            <a:r>
              <a:rPr lang="en-US" dirty="0"/>
              <a:t>block mode, and </a:t>
            </a:r>
          </a:p>
          <a:p>
            <a:r>
              <a:rPr lang="en-US" dirty="0"/>
              <a:t>compressed mode.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0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E397-9C82-BF49-CD16-A613ED2F8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68" y="378662"/>
            <a:ext cx="10898275" cy="601209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stream mode is the default mode. Data are delivered from FTP to TCP as a continuous stream of bytes.</a:t>
            </a:r>
          </a:p>
          <a:p>
            <a:pPr algn="just"/>
            <a:r>
              <a:rPr lang="en-US" dirty="0"/>
              <a:t>If the data are divided into records (record structure), each record will have a I-byte end of-record (EOR) character and the end of the file will have a I-byte end-of-file (EOF) character. In block mode, data can be delivered from FTP to TCP in blocks. In this case, each block is preceded by a 3-byte header. The first byte is called the block descriptor; the next 2 bytes define the size of the block in bytes.</a:t>
            </a:r>
          </a:p>
          <a:p>
            <a:pPr algn="just"/>
            <a:r>
              <a:rPr lang="en-US" dirty="0"/>
              <a:t>In the compressed mode, if the file is big, the data can be compressed. The compression method normally used is run-length encoding. In a binary file, null characters are usually compressed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48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694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File Transfer Protocol</vt:lpstr>
      <vt:lpstr>File Transfer Protocol</vt:lpstr>
      <vt:lpstr>PowerPoint Presentation</vt:lpstr>
      <vt:lpstr>Communication over Control Connection</vt:lpstr>
      <vt:lpstr>PowerPoint Presentation</vt:lpstr>
      <vt:lpstr>Communication over Data Connection</vt:lpstr>
      <vt:lpstr>PowerPoint Presentation</vt:lpstr>
      <vt:lpstr>File Type</vt:lpstr>
      <vt:lpstr>Data Structure</vt:lpstr>
      <vt:lpstr>Transmission Mode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Transfer Protocol</dc:title>
  <dc:creator>KOPPERUNDEVI RAJAJI</dc:creator>
  <cp:lastModifiedBy>KOPPERUNDEVI RAJAJI</cp:lastModifiedBy>
  <cp:revision>6</cp:revision>
  <dcterms:created xsi:type="dcterms:W3CDTF">2023-07-14T08:19:06Z</dcterms:created>
  <dcterms:modified xsi:type="dcterms:W3CDTF">2023-07-14T08:25:51Z</dcterms:modified>
</cp:coreProperties>
</file>