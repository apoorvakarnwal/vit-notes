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840B-32DE-3F43-31BA-F142CBED5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8911E-9EFB-08F3-8E79-048AE48CA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68A0C-D081-817C-1F40-7B87A099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8DF44-A939-75AE-F5B9-3DF6F343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6BC78-CA4B-22ED-F641-6719E980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45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9794-B002-4F17-CF60-545BAFC5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E86D6-FD5B-E600-B0D7-FEBD47376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A3FD8-2F2E-A42E-F4D6-04175F7D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2A971-B5D5-AEE8-80DC-9A9591C65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9F91-66D0-83E8-0DA1-8E4D4660F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96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431E1-8EF6-857D-6998-93C1A1901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3AEC6-0804-BD8E-B2F8-BCA813412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279A0-2571-1A89-20C1-034A5B41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20DD-C135-BA55-56B9-3C4BA8DE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E2637-B3FA-3EA5-E38B-4FF48EA7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08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E431-A362-D579-5AF2-8310E908E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DF963-28BD-A920-8A3A-455CFC39A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D85CC-489E-A049-AC51-9801C7C33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C7107-1299-1C98-4E06-FE9A4A31E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08132-1F2E-46C3-C681-4BFCF2C6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A7ABF-BA07-0AEA-2786-4166C4F5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64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A5D2-15B7-FD35-C85F-69753C19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83E28-ACAC-E253-3F4B-AF9157F68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A06E6-4241-D30B-9793-D13A16653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9DA328-0CEC-D51D-57AF-4652B7AD5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32DA4-8C12-33D4-5663-3E8F6117A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841558-8AA6-6476-BDA1-B3DD307C2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D1147-0625-C847-7B6A-BC1909EC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9D3F7E-BE9A-9FE7-1590-2082D28D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15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7367E-9596-9457-574E-3232F512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DC6D31-A59E-D8FF-2FDC-0DD055F84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20807-5EC1-DC89-BE71-E5120664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5317E-A1F3-483F-09B4-24C05328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76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277BA-2CC8-E2C9-591C-A80E16E7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51F5F-CF90-ED52-5E70-80D6FDB8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A1CC5-F442-7541-AF99-90846F2F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8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7787-683E-F0C2-2976-A0C23536C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28F10-0C3E-1A1D-D471-BC73011D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31227-7953-0BC3-C0C4-5BCB599AB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E945F-D74B-F658-2B5B-9719F2581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5F152-CE44-5705-CF27-9F0FC05F7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C642C-B620-3E1A-57BC-0D07118A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27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73A4-F0F7-3BC9-13AD-70231741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B05275-2FCD-270F-EB11-4D5563B644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C73B8-B73C-935B-BCC8-64F058C5B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0DCEE-C3F2-B13A-AD52-F5334EF8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EEF70-587E-AC02-6694-9FF446FB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51C5F-3AE3-4FC4-4102-2E154B0E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5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13630-6159-72F9-F1A5-BC89F3C8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F70EC-2619-8C58-6B62-2139D7B11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32459-C592-102C-3F90-A1C0B925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FB747-74A1-3F8C-D095-0F2C22F8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61E62-FFF0-2453-D6CC-2245C1DF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39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2DD61C-B62A-7658-BBC4-CF1B843144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923F4-6BC2-2CB4-7D88-5296BE9CA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4423A-C9C4-158F-F338-E207ABEC6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75017-EE9C-9113-6B36-90C6BAF6C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1DF96-6875-ECC9-6339-408EEBD7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85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B9E749-B42B-668A-39AF-C9B9F399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CF90A-F0C8-8BEF-1A63-7B93094FF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01598-6C2B-B460-5255-3EB846E83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19DF1-6A36-4690-8A96-11EE271C03D4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5D7DA-7163-1E4D-83C2-82C67316B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BCECB-DF2E-608D-122F-18A4FCFDD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9BEFD-DCDE-4924-9B42-8245618F0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30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3FC3-2F23-13CF-940F-B6DD8351DA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IP HEADER FORMAT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574E5-C4E5-1325-37F7-8C04338AE7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39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7FCA-49CA-5C97-8C21-9F6D078D7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390F5D-BAA6-F6BC-FE04-239D8558C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476" y="549485"/>
            <a:ext cx="9456067" cy="6180180"/>
          </a:xfrm>
        </p:spPr>
      </p:pic>
    </p:spTree>
    <p:extLst>
      <p:ext uri="{BB962C8B-B14F-4D97-AF65-F5344CB8AC3E}">
        <p14:creationId xmlns:p14="http://schemas.microsoft.com/office/powerpoint/2010/main" val="18398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4377-E0A3-4DB8-9DC4-23E5C7A27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05E168-F018-810D-5591-3955750CA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6" t="1689" r="10685" b="2246"/>
          <a:stretch/>
        </p:blipFill>
        <p:spPr>
          <a:xfrm>
            <a:off x="1818751" y="733526"/>
            <a:ext cx="8930541" cy="4933741"/>
          </a:xfrm>
        </p:spPr>
      </p:pic>
    </p:spTree>
    <p:extLst>
      <p:ext uri="{BB962C8B-B14F-4D97-AF65-F5344CB8AC3E}">
        <p14:creationId xmlns:p14="http://schemas.microsoft.com/office/powerpoint/2010/main" val="396520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5395F-0A37-67FE-986E-18F97A440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8583F7-8A65-0C18-6933-670C7014B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6" t="766" r="10685" b="2477"/>
          <a:stretch/>
        </p:blipFill>
        <p:spPr>
          <a:xfrm>
            <a:off x="1346479" y="633046"/>
            <a:ext cx="8440616" cy="4728098"/>
          </a:xfrm>
        </p:spPr>
      </p:pic>
    </p:spTree>
    <p:extLst>
      <p:ext uri="{BB962C8B-B14F-4D97-AF65-F5344CB8AC3E}">
        <p14:creationId xmlns:p14="http://schemas.microsoft.com/office/powerpoint/2010/main" val="2821106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3284-F9A0-A084-757B-42DB1ACE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61E4CC-F616-1287-0D35-463B38FFD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2" t="6077" r="8814" b="2015"/>
          <a:stretch/>
        </p:blipFill>
        <p:spPr>
          <a:xfrm>
            <a:off x="2270927" y="2110154"/>
            <a:ext cx="7807570" cy="3999244"/>
          </a:xfrm>
        </p:spPr>
      </p:pic>
    </p:spTree>
    <p:extLst>
      <p:ext uri="{BB962C8B-B14F-4D97-AF65-F5344CB8AC3E}">
        <p14:creationId xmlns:p14="http://schemas.microsoft.com/office/powerpoint/2010/main" val="2878768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423D3-1C1B-04B1-729D-1BEC86230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420AB9-60B2-FA50-0254-9E36E498D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0" t="1689" r="9646" b="2246"/>
          <a:stretch/>
        </p:blipFill>
        <p:spPr>
          <a:xfrm>
            <a:off x="2341266" y="1899137"/>
            <a:ext cx="7656844" cy="4180115"/>
          </a:xfrm>
        </p:spPr>
      </p:pic>
    </p:spTree>
    <p:extLst>
      <p:ext uri="{BB962C8B-B14F-4D97-AF65-F5344CB8AC3E}">
        <p14:creationId xmlns:p14="http://schemas.microsoft.com/office/powerpoint/2010/main" val="966649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1670-3E0F-EAB8-B26E-94D38835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8E76B2-6E27-2B4C-AB3D-DD2642CA1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7" t="3009" r="10256" b="1289"/>
          <a:stretch/>
        </p:blipFill>
        <p:spPr>
          <a:xfrm>
            <a:off x="1858945" y="1389647"/>
            <a:ext cx="8935969" cy="4910670"/>
          </a:xfrm>
        </p:spPr>
      </p:pic>
    </p:spTree>
    <p:extLst>
      <p:ext uri="{BB962C8B-B14F-4D97-AF65-F5344CB8AC3E}">
        <p14:creationId xmlns:p14="http://schemas.microsoft.com/office/powerpoint/2010/main" val="418619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62B1B-C926-62DF-F125-87FFE9A1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B32694-4D00-6BCE-3090-B136C879B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2" t="2382" r="9854" b="2938"/>
          <a:stretch/>
        </p:blipFill>
        <p:spPr>
          <a:xfrm>
            <a:off x="2270926" y="1929283"/>
            <a:ext cx="7707087" cy="4119825"/>
          </a:xfrm>
        </p:spPr>
      </p:pic>
    </p:spTree>
    <p:extLst>
      <p:ext uri="{BB962C8B-B14F-4D97-AF65-F5344CB8AC3E}">
        <p14:creationId xmlns:p14="http://schemas.microsoft.com/office/powerpoint/2010/main" val="3428383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AF64-6E1B-D6AA-E975-03E77A26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2EBADD-B77D-2236-3401-27FE3F42F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0" t="5384" r="11100" b="2476"/>
          <a:stretch/>
        </p:blipFill>
        <p:spPr>
          <a:xfrm>
            <a:off x="1628638" y="987250"/>
            <a:ext cx="8934723" cy="4883500"/>
          </a:xfrm>
        </p:spPr>
      </p:pic>
    </p:spTree>
    <p:extLst>
      <p:ext uri="{BB962C8B-B14F-4D97-AF65-F5344CB8AC3E}">
        <p14:creationId xmlns:p14="http://schemas.microsoft.com/office/powerpoint/2010/main" val="224958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5529-3983-3D36-4B90-58D77C09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FD897F-5926-1876-5062-C53DAF127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0" t="3306" r="10997" b="26724"/>
          <a:stretch/>
        </p:blipFill>
        <p:spPr>
          <a:xfrm>
            <a:off x="522514" y="158314"/>
            <a:ext cx="9405257" cy="389848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E26FF4-2998-A3FB-4013-F1D8377F9D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9" t="63236" r="12169" b="6874"/>
          <a:stretch/>
        </p:blipFill>
        <p:spPr>
          <a:xfrm>
            <a:off x="663191" y="3559576"/>
            <a:ext cx="9702843" cy="184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05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8415-DD6D-69F4-6FB6-34084EF9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DAD4B8-BBAE-6D11-BD8C-A86F22B73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1" t="3305" r="12348" b="2015"/>
          <a:stretch/>
        </p:blipFill>
        <p:spPr>
          <a:xfrm>
            <a:off x="1175657" y="602900"/>
            <a:ext cx="9269679" cy="5184949"/>
          </a:xfrm>
        </p:spPr>
      </p:pic>
    </p:spTree>
    <p:extLst>
      <p:ext uri="{BB962C8B-B14F-4D97-AF65-F5344CB8AC3E}">
        <p14:creationId xmlns:p14="http://schemas.microsoft.com/office/powerpoint/2010/main" val="3260051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E922-6072-A81B-7AD4-EF630718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B7FAA-68FF-900B-5187-819FC5A74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3" t="1920" r="11413" b="4093"/>
          <a:stretch/>
        </p:blipFill>
        <p:spPr>
          <a:xfrm>
            <a:off x="1286188" y="505392"/>
            <a:ext cx="9834664" cy="5453281"/>
          </a:xfrm>
        </p:spPr>
      </p:pic>
    </p:spTree>
    <p:extLst>
      <p:ext uri="{BB962C8B-B14F-4D97-AF65-F5344CB8AC3E}">
        <p14:creationId xmlns:p14="http://schemas.microsoft.com/office/powerpoint/2010/main" val="3057624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5115-EB39-6312-08A4-63A93681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08E3FB-D6F8-A44D-A288-91A003D72F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8" t="-389" r="10685" b="5248"/>
          <a:stretch/>
        </p:blipFill>
        <p:spPr>
          <a:xfrm>
            <a:off x="1597687" y="773723"/>
            <a:ext cx="8857060" cy="4833257"/>
          </a:xfrm>
        </p:spPr>
      </p:pic>
    </p:spTree>
    <p:extLst>
      <p:ext uri="{BB962C8B-B14F-4D97-AF65-F5344CB8AC3E}">
        <p14:creationId xmlns:p14="http://schemas.microsoft.com/office/powerpoint/2010/main" val="1037621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5F213-6B86-B8B1-5C66-796DE569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DF3D8C-93DA-F9DF-3C41-50AA823E6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72" t="12543" r="10789" b="7788"/>
          <a:stretch/>
        </p:blipFill>
        <p:spPr>
          <a:xfrm>
            <a:off x="5898382" y="803868"/>
            <a:ext cx="5768977" cy="5064369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D7A38A6-0EAC-59FB-757E-63DDF0DB52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2" t="10696" r="54018" b="40579"/>
          <a:stretch/>
        </p:blipFill>
        <p:spPr>
          <a:xfrm>
            <a:off x="1487155" y="803868"/>
            <a:ext cx="3336053" cy="212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1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D2A94-9470-84D5-845A-315DCF4C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710535-E62E-2EA3-C134-F3711536B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4" t="5144" r="10270" b="-4672"/>
          <a:stretch/>
        </p:blipFill>
        <p:spPr>
          <a:xfrm>
            <a:off x="838200" y="755925"/>
            <a:ext cx="9365064" cy="5346149"/>
          </a:xfrm>
        </p:spPr>
      </p:pic>
    </p:spTree>
    <p:extLst>
      <p:ext uri="{BB962C8B-B14F-4D97-AF65-F5344CB8AC3E}">
        <p14:creationId xmlns:p14="http://schemas.microsoft.com/office/powerpoint/2010/main" val="2023612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11D6-6DDC-9484-913D-872CE09C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A99E75-5C24-979F-AD06-15EAD525F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5" t="996" r="10373" b="2246"/>
          <a:stretch/>
        </p:blipFill>
        <p:spPr>
          <a:xfrm>
            <a:off x="687475" y="443767"/>
            <a:ext cx="11102061" cy="6049108"/>
          </a:xfrm>
        </p:spPr>
      </p:pic>
    </p:spTree>
    <p:extLst>
      <p:ext uri="{BB962C8B-B14F-4D97-AF65-F5344CB8AC3E}">
        <p14:creationId xmlns:p14="http://schemas.microsoft.com/office/powerpoint/2010/main" val="195927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6205-8AC4-ED8A-E1A2-EDE2465D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995149-62BB-D710-C1B6-4389E1610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5" t="1947" r="9970"/>
          <a:stretch/>
        </p:blipFill>
        <p:spPr>
          <a:xfrm>
            <a:off x="562708" y="200967"/>
            <a:ext cx="10781884" cy="5948624"/>
          </a:xfrm>
        </p:spPr>
      </p:pic>
    </p:spTree>
    <p:extLst>
      <p:ext uri="{BB962C8B-B14F-4D97-AF65-F5344CB8AC3E}">
        <p14:creationId xmlns:p14="http://schemas.microsoft.com/office/powerpoint/2010/main" val="2519430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E580-C680-8198-8F4C-1D6650DC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9B878A-B3D8-1675-E840-137EC67A8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1" t="304" r="10373" b="1091"/>
          <a:stretch/>
        </p:blipFill>
        <p:spPr>
          <a:xfrm>
            <a:off x="693335" y="375173"/>
            <a:ext cx="11050037" cy="6127750"/>
          </a:xfrm>
        </p:spPr>
      </p:pic>
    </p:spTree>
    <p:extLst>
      <p:ext uri="{BB962C8B-B14F-4D97-AF65-F5344CB8AC3E}">
        <p14:creationId xmlns:p14="http://schemas.microsoft.com/office/powerpoint/2010/main" val="1585874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2AE5-75B3-764E-4F67-4C00A25FA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D40A33-A4D5-1CC8-C5E3-FE871F439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80" y="1825625"/>
            <a:ext cx="9669640" cy="4351338"/>
          </a:xfrm>
        </p:spPr>
      </p:pic>
    </p:spTree>
    <p:extLst>
      <p:ext uri="{BB962C8B-B14F-4D97-AF65-F5344CB8AC3E}">
        <p14:creationId xmlns:p14="http://schemas.microsoft.com/office/powerpoint/2010/main" val="2529521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A1CE9-4582-7463-A0A9-CB575C817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C1B05C-1137-5502-9DBD-09B7A51E6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80" y="1825625"/>
            <a:ext cx="9669640" cy="4351338"/>
          </a:xfrm>
        </p:spPr>
      </p:pic>
    </p:spTree>
    <p:extLst>
      <p:ext uri="{BB962C8B-B14F-4D97-AF65-F5344CB8AC3E}">
        <p14:creationId xmlns:p14="http://schemas.microsoft.com/office/powerpoint/2010/main" val="1343820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533A-6971-4E62-B7D3-D44CD9C8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5AC651-33F1-21F8-3489-A47CBE3C0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80" y="1825625"/>
            <a:ext cx="9669640" cy="4351338"/>
          </a:xfrm>
        </p:spPr>
      </p:pic>
    </p:spTree>
    <p:extLst>
      <p:ext uri="{BB962C8B-B14F-4D97-AF65-F5344CB8AC3E}">
        <p14:creationId xmlns:p14="http://schemas.microsoft.com/office/powerpoint/2010/main" val="2522448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04132-2E2C-8393-D043-DB2EA1A74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9C7B09-1CB0-2E25-C9A2-A9047AB36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80" y="1825625"/>
            <a:ext cx="9669640" cy="4351338"/>
          </a:xfrm>
        </p:spPr>
      </p:pic>
    </p:spTree>
    <p:extLst>
      <p:ext uri="{BB962C8B-B14F-4D97-AF65-F5344CB8AC3E}">
        <p14:creationId xmlns:p14="http://schemas.microsoft.com/office/powerpoint/2010/main" val="392888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FE67-7D07-7F27-FA57-FDA27E419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FFEADD-757F-CA9E-8E4D-831B8369F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80" y="1825625"/>
            <a:ext cx="9669640" cy="4351338"/>
          </a:xfrm>
        </p:spPr>
      </p:pic>
    </p:spTree>
    <p:extLst>
      <p:ext uri="{BB962C8B-B14F-4D97-AF65-F5344CB8AC3E}">
        <p14:creationId xmlns:p14="http://schemas.microsoft.com/office/powerpoint/2010/main" val="1008951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ED14-BA58-BDDF-EC64-BB6F3D57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02D45E-6AAF-04A6-FF54-5528C28BE2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085468"/>
              </p:ext>
            </p:extLst>
          </p:nvPr>
        </p:nvGraphicFramePr>
        <p:xfrm>
          <a:off x="351692" y="110531"/>
          <a:ext cx="10862268" cy="6797304"/>
        </p:xfrm>
        <a:graphic>
          <a:graphicData uri="http://schemas.openxmlformats.org/drawingml/2006/table">
            <a:tbl>
              <a:tblPr/>
              <a:tblGrid>
                <a:gridCol w="5431134">
                  <a:extLst>
                    <a:ext uri="{9D8B030D-6E8A-4147-A177-3AD203B41FA5}">
                      <a16:colId xmlns:a16="http://schemas.microsoft.com/office/drawing/2014/main" val="4110299784"/>
                    </a:ext>
                  </a:extLst>
                </a:gridCol>
                <a:gridCol w="5431134">
                  <a:extLst>
                    <a:ext uri="{9D8B030D-6E8A-4147-A177-3AD203B41FA5}">
                      <a16:colId xmlns:a16="http://schemas.microsoft.com/office/drawing/2014/main" val="2134287174"/>
                    </a:ext>
                  </a:extLst>
                </a:gridCol>
              </a:tblGrid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IPv4 has a 32-bit address length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IPv6 has a 128-bit address length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76912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It Supports Manual and DHCP address configuration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It supports Auto and renumbering address configuration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21949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In IPv4 end to end, connection integrity is Unachievable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In IPv6 end-to-end, connection integrity is Achievable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567457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It can generate 4.29×10</a:t>
                      </a:r>
                      <a:r>
                        <a:rPr lang="en-US" sz="1400" b="0" baseline="30000">
                          <a:effectLst/>
                        </a:rPr>
                        <a:t>9</a:t>
                      </a:r>
                      <a:r>
                        <a:rPr lang="en-US" sz="1400" b="0">
                          <a:effectLst/>
                        </a:rPr>
                        <a:t> address space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The address space of IPv6 is quite large it can produce 3.4×10</a:t>
                      </a:r>
                      <a:r>
                        <a:rPr lang="en-US" sz="1400" b="0" baseline="30000">
                          <a:effectLst/>
                        </a:rPr>
                        <a:t>38</a:t>
                      </a:r>
                      <a:r>
                        <a:rPr lang="en-US" sz="1400" b="0">
                          <a:effectLst/>
                        </a:rPr>
                        <a:t> address space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375849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The Security feature is dependent on the application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IPSEC is an inbuilt security feature in the IPv6 protocol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623533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Address representation of IPv4 is in decimal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Address Representation of IPv6 is in hexadecimal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897527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Fragmentation performed by Sender and forwarding routers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In IPv6 fragmentation is performed only by the sender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224834"/>
                  </a:ext>
                </a:extLst>
              </a:tr>
              <a:tr h="4973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In IPv4 Packet flow identification is not available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>
                          <a:effectLst/>
                        </a:rPr>
                        <a:t>In IPv6 packet flow identification are Available and uses the flow label field in the header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32604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In IPv4 checksum field is available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In IPv6 checksum field is not available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157296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It has a broadcast Message Transmission Scheme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In IPv6 multicast and anycast message transmission scheme is available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187713"/>
                  </a:ext>
                </a:extLst>
              </a:tr>
              <a:tr h="4973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In IPv4 Encryption and Authentication facility not provided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>
                          <a:effectLst/>
                        </a:rPr>
                        <a:t>In IPv6 Encryption and Authentication are provided 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 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697647"/>
                  </a:ext>
                </a:extLst>
              </a:tr>
              <a:tr h="4973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IPv4 has a header of 20-60 bytes.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IPv6 has a header of 40 bytes fixed 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 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472644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IPv4 can be converted to IPv6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Not all IPv6 can be converted to IPv4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234829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IPv4 consists of 4 fields which are separated by addresses dot (.)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IPv6 consists of 8 fields, which are separated by a colon (:)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833783"/>
                  </a:ext>
                </a:extLst>
              </a:tr>
              <a:tr h="4973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IPv4’s  IP addresses are divided into five different classes. Class A , Class B, Class C, Class Da , Class E.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IPv6 does not have any classes of the IP address.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86441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</a:rPr>
                        <a:t>IPv4 supports VLSM(Variable Length subnet mask).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>
                          <a:effectLst/>
                        </a:rPr>
                        <a:t>IPv6 does not support VLSM.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69500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</a:rPr>
                        <a:t>Example of IPv4:  66.94.29.13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>
                          <a:effectLst/>
                        </a:rPr>
                        <a:t>Example of IPv6: 2001:0000:3238:D</a:t>
                      </a:r>
                    </a:p>
                  </a:txBody>
                  <a:tcPr marL="43470" marR="43470" marT="60858" marB="60858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008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682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307</Words>
  <Application>Microsoft Office PowerPoint</Application>
  <PresentationFormat>Widescreen</PresentationFormat>
  <Paragraphs>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IP HEADER FORMAT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 HEADER FORMAT</dc:title>
  <dc:creator>KOPPERUNDEVI RAJAJI</dc:creator>
  <cp:lastModifiedBy>KOPPERUNDEVI RAJAJI</cp:lastModifiedBy>
  <cp:revision>5</cp:revision>
  <dcterms:created xsi:type="dcterms:W3CDTF">2023-06-23T05:47:57Z</dcterms:created>
  <dcterms:modified xsi:type="dcterms:W3CDTF">2024-10-07T11:05:35Z</dcterms:modified>
</cp:coreProperties>
</file>