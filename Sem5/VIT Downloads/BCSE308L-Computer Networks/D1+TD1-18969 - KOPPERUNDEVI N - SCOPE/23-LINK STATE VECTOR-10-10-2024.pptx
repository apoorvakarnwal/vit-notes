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71121-5C95-9514-4E39-9D7421EE8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CB789D-140E-8BC8-55A8-98BCC92ED1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0AB08-091E-BE27-4770-28AACE567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5587-3C58-492C-90AB-6C535F776FA8}" type="datetimeFigureOut">
              <a:rPr lang="en-IN" smtClean="0"/>
              <a:t>06-10-2024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96043-9C40-3727-803E-D96BF3519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A9307-64D0-D9C2-1A7B-2A8DF1374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F3397-B973-4C47-8779-733B43680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716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D6865-C6EB-07B9-B9EA-F32FD9CFC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55141-90C7-2D24-42F7-41E004029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C5A44-33CA-1EC5-D3F3-93ECD6898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5587-3C58-492C-90AB-6C535F776FA8}" type="datetimeFigureOut">
              <a:rPr lang="en-IN" smtClean="0"/>
              <a:t>06-10-2024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2B412-5497-92A6-9DB9-46DD2C4D0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2183F-CB3B-C1DE-B8F0-8D11490B3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F3397-B973-4C47-8779-733B43680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784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B8782-C836-55C7-4C8C-128374DFE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3BAAD-E001-1DBA-D11F-C0DCD2C51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BEB92-2D58-756E-6C08-E644F2F32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5587-3C58-492C-90AB-6C535F776FA8}" type="datetimeFigureOut">
              <a:rPr lang="en-IN" smtClean="0"/>
              <a:t>06-10-2024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C1671-5682-C86E-7A0C-549EB3D05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3D577-46C1-C826-43FC-9E0C7CA6D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F3397-B973-4C47-8779-733B43680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46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83F34-190E-210B-63A8-883E7363E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E8CC1-DD11-B116-B0EE-AD1EBE307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A3B98-2E71-0EBD-FE2D-9DC60F624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53A4F-97C2-A45B-BFC2-A99972B9D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5587-3C58-492C-90AB-6C535F776FA8}" type="datetimeFigureOut">
              <a:rPr lang="en-IN" smtClean="0"/>
              <a:t>06-10-2024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768E2-3A21-EEC7-510A-7F47D5791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39925-B997-A98E-049C-F6622852E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F3397-B973-4C47-8779-733B43680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667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207E3-DB39-A43E-5C34-560EBCA4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B849F-66A5-5162-0E7A-2B3D0C389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9A646F-B400-4E37-4FF9-955865585E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513B22-115B-F9A2-650D-3DE65F3B9F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D06D02-205E-FA52-ADE8-B908BBC26F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82DE93-9CB0-AD29-6DD1-FFF2564E5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5587-3C58-492C-90AB-6C535F776FA8}" type="datetimeFigureOut">
              <a:rPr lang="en-IN" smtClean="0"/>
              <a:t>06-10-2024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F563E4-14E7-7908-12D9-283CF5B3C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94CA01-C48A-2B3B-76FE-3120827E0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F3397-B973-4C47-8779-733B43680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695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3B292-DE08-72CA-59C3-F5ACB1D01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9D4798-099A-514E-0EA8-A9974CBE3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5587-3C58-492C-90AB-6C535F776FA8}" type="datetimeFigureOut">
              <a:rPr lang="en-IN" smtClean="0"/>
              <a:t>06-10-2024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D7566F-607E-54E1-2688-AA44A3F7B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CB23D-E46D-D30C-D8C6-73F2F0235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F3397-B973-4C47-8779-733B43680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462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18068E-8C46-DC7F-B6D1-4BEAB08F7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5587-3C58-492C-90AB-6C535F776FA8}" type="datetimeFigureOut">
              <a:rPr lang="en-IN" smtClean="0"/>
              <a:t>06-10-2024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5DAC81-8DB9-2278-D002-364C4B04B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C963-7AD3-5817-3091-95036212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F3397-B973-4C47-8779-733B43680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791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59F9F-2336-9E75-66D3-010458F6F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F78BB-C6B4-6F00-B746-81BCF37E8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17F72-986D-6045-0E8E-1B8A7F8F9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5EEAE-A111-F249-F619-5C6EB3339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5587-3C58-492C-90AB-6C535F776FA8}" type="datetimeFigureOut">
              <a:rPr lang="en-IN" smtClean="0"/>
              <a:t>06-10-2024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7A716-E083-CA3D-19EF-4FD1600AE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558ED-B7F9-1A46-1BFA-2310F1B40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F3397-B973-4C47-8779-733B43680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647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764DB-978A-AB90-E033-A63F24E1D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E2D266-185C-AFD6-3454-64C9322DE8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783FC-92E6-1499-2067-61434ADF7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2DEF8-22F4-DA2A-CD31-A847053C5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5587-3C58-492C-90AB-6C535F776FA8}" type="datetimeFigureOut">
              <a:rPr lang="en-IN" smtClean="0"/>
              <a:t>06-10-2024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F7606-F7DE-B641-C18A-57FCD2567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7CF79-7D44-08D5-628E-2344812C2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F3397-B973-4C47-8779-733B43680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836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A16C5-AF1C-675D-14D5-01D40981A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B0B18C-E84C-72B8-DE79-CFB416468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5097D-4C04-B621-480F-515E1979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5587-3C58-492C-90AB-6C535F776FA8}" type="datetimeFigureOut">
              <a:rPr lang="en-IN" smtClean="0"/>
              <a:t>06-10-2024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88AB3-DFA9-BAD5-F662-0ABFC6F1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47623-696A-17C3-8BA8-131F5B9A6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F3397-B973-4C47-8779-733B43680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218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CFA490-CC50-84E2-1B1D-1EC3BCF140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47FC37-7577-80D9-0DD7-EB41D02BB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F3262-0335-F2D7-93D3-084E36C02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5587-3C58-492C-90AB-6C535F776FA8}" type="datetimeFigureOut">
              <a:rPr lang="en-IN" smtClean="0"/>
              <a:t>06-10-2024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FFA37-9A07-EAA3-41E8-249AA24A6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A6025-A581-C428-9EEE-AE64567DB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F3397-B973-4C47-8779-733B43680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925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7D4934-820F-7FE0-F16A-4ED8D8498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997CA-2385-247D-3039-03E3FAC71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DEF72-C298-AE26-3807-B2464BCA3F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8F5587-3C58-492C-90AB-6C535F776FA8}" type="datetimeFigureOut">
              <a:rPr lang="en-IN" smtClean="0"/>
              <a:t>06-10-2024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0A55A-CE65-E56A-09B6-6A9A76D91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9F232-E8AE-6438-A2AB-773037CC8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F3397-B973-4C47-8779-733B43680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715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B9AC1-AC0F-943E-36EB-9A3195E33A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Distance Vector Routing Protocol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75DF24-2AE6-DF47-EB6E-DE9C6365EA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89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ED989-5EFB-7743-0AC0-A41F920F1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5A78B5-96AD-2B2E-4BCA-4F5533C52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20" t="15126" r="11516" b="2014"/>
          <a:stretch/>
        </p:blipFill>
        <p:spPr>
          <a:xfrm>
            <a:off x="954593" y="974689"/>
            <a:ext cx="9805679" cy="4813161"/>
          </a:xfrm>
        </p:spPr>
      </p:pic>
    </p:spTree>
    <p:extLst>
      <p:ext uri="{BB962C8B-B14F-4D97-AF65-F5344CB8AC3E}">
        <p14:creationId xmlns:p14="http://schemas.microsoft.com/office/powerpoint/2010/main" val="19980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0CCBE-C994-951F-454F-715134389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400932-D5D3-949A-4D10-79789A35FD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91" t="7693" r="12971" b="6864"/>
          <a:stretch/>
        </p:blipFill>
        <p:spPr>
          <a:xfrm>
            <a:off x="1135463" y="365125"/>
            <a:ext cx="9636370" cy="5100797"/>
          </a:xfrm>
        </p:spPr>
      </p:pic>
    </p:spTree>
    <p:extLst>
      <p:ext uri="{BB962C8B-B14F-4D97-AF65-F5344CB8AC3E}">
        <p14:creationId xmlns:p14="http://schemas.microsoft.com/office/powerpoint/2010/main" val="2567034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0C17C-05DE-B3F2-5A17-FA5EA5120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7E43B3-4603-3183-C239-B2B81B7D5E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38" t="2150" r="11100" b="-525"/>
          <a:stretch/>
        </p:blipFill>
        <p:spPr>
          <a:xfrm>
            <a:off x="442126" y="291402"/>
            <a:ext cx="9978015" cy="5622532"/>
          </a:xfrm>
        </p:spPr>
      </p:pic>
    </p:spTree>
    <p:extLst>
      <p:ext uri="{BB962C8B-B14F-4D97-AF65-F5344CB8AC3E}">
        <p14:creationId xmlns:p14="http://schemas.microsoft.com/office/powerpoint/2010/main" val="2864099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86AFE-CC0C-BD0D-436F-829201BD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5537B2-3FD3-A18D-1631-E1ECA6F855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9" t="5615" r="13699" b="3169"/>
          <a:stretch/>
        </p:blipFill>
        <p:spPr>
          <a:xfrm>
            <a:off x="838200" y="512466"/>
            <a:ext cx="9441264" cy="5194012"/>
          </a:xfrm>
        </p:spPr>
      </p:pic>
    </p:spTree>
    <p:extLst>
      <p:ext uri="{BB962C8B-B14F-4D97-AF65-F5344CB8AC3E}">
        <p14:creationId xmlns:p14="http://schemas.microsoft.com/office/powerpoint/2010/main" val="937652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06C2E-30B6-A3EA-2749-DF1CF160A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E22E48-08FE-A7E8-2209-64C3175128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5" t="2614" r="10788" b="859"/>
          <a:stretch/>
        </p:blipFill>
        <p:spPr>
          <a:xfrm>
            <a:off x="1055077" y="720667"/>
            <a:ext cx="9485643" cy="5416666"/>
          </a:xfrm>
        </p:spPr>
      </p:pic>
    </p:spTree>
    <p:extLst>
      <p:ext uri="{BB962C8B-B14F-4D97-AF65-F5344CB8AC3E}">
        <p14:creationId xmlns:p14="http://schemas.microsoft.com/office/powerpoint/2010/main" val="1731687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A5006-CECD-B7C2-F5F7-E149E0EE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B1D2471-D891-3B06-C825-13E9EB8FCE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897" t="4229" r="15361" b="5479"/>
          <a:stretch/>
        </p:blipFill>
        <p:spPr>
          <a:xfrm>
            <a:off x="1286188" y="884254"/>
            <a:ext cx="9425355" cy="5264735"/>
          </a:xfrm>
        </p:spPr>
      </p:pic>
    </p:spTree>
    <p:extLst>
      <p:ext uri="{BB962C8B-B14F-4D97-AF65-F5344CB8AC3E}">
        <p14:creationId xmlns:p14="http://schemas.microsoft.com/office/powerpoint/2010/main" val="3865929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86966-E32C-7473-1704-64980E9D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449F75-90C9-7673-14A0-3490ACF34D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481" t="2844" r="13595" b="7325"/>
          <a:stretch/>
        </p:blipFill>
        <p:spPr>
          <a:xfrm>
            <a:off x="-31127" y="653143"/>
            <a:ext cx="11546537" cy="6229685"/>
          </a:xfrm>
        </p:spPr>
      </p:pic>
    </p:spTree>
    <p:extLst>
      <p:ext uri="{BB962C8B-B14F-4D97-AF65-F5344CB8AC3E}">
        <p14:creationId xmlns:p14="http://schemas.microsoft.com/office/powerpoint/2010/main" val="2954288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C341F-8C33-F5FC-7BDB-817B4F841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27E1BD-4C6C-0096-D4F7-297B97DA47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144" t="2844" r="11412" b="3169"/>
          <a:stretch/>
        </p:blipFill>
        <p:spPr>
          <a:xfrm>
            <a:off x="401934" y="200966"/>
            <a:ext cx="11033089" cy="6185217"/>
          </a:xfrm>
        </p:spPr>
      </p:pic>
    </p:spTree>
    <p:extLst>
      <p:ext uri="{BB962C8B-B14F-4D97-AF65-F5344CB8AC3E}">
        <p14:creationId xmlns:p14="http://schemas.microsoft.com/office/powerpoint/2010/main" val="551101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61F1-3627-AD54-9273-5F3FD884A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BB59AE-BA8C-32E4-9456-8B8819B7F9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976" t="303" r="10685" b="6403"/>
          <a:stretch/>
        </p:blipFill>
        <p:spPr>
          <a:xfrm>
            <a:off x="391884" y="0"/>
            <a:ext cx="10837419" cy="6039059"/>
          </a:xfrm>
        </p:spPr>
      </p:pic>
    </p:spTree>
    <p:extLst>
      <p:ext uri="{BB962C8B-B14F-4D97-AF65-F5344CB8AC3E}">
        <p14:creationId xmlns:p14="http://schemas.microsoft.com/office/powerpoint/2010/main" val="2613186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C4285-C87C-1460-9A63-4935CE334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follow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9CADF-D443-72CB-F3DF-420545F08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shortest path between source and the destination</a:t>
            </a:r>
          </a:p>
          <a:p>
            <a:r>
              <a:rPr lang="en-US" dirty="0"/>
              <a:t>Exchanging vectors to find the nodes with minimal cost</a:t>
            </a:r>
          </a:p>
          <a:p>
            <a:r>
              <a:rPr lang="en-US" dirty="0"/>
              <a:t>After updating the node it immediately send the update to all neighbor nodes.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2034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0D76B-EB0C-FD0D-3605-A10FCA6F9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64E646-DEC1-338B-B647-E78BD7A7E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52" t="3769" r="21492" b="5478"/>
          <a:stretch/>
        </p:blipFill>
        <p:spPr>
          <a:xfrm>
            <a:off x="571918" y="0"/>
            <a:ext cx="10781882" cy="7101620"/>
          </a:xfrm>
        </p:spPr>
      </p:pic>
    </p:spTree>
    <p:extLst>
      <p:ext uri="{BB962C8B-B14F-4D97-AF65-F5344CB8AC3E}">
        <p14:creationId xmlns:p14="http://schemas.microsoft.com/office/powerpoint/2010/main" val="3092130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57665-02AA-BB2F-61E9-0AB638C99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24387-1B4E-1C61-1E09-79125D927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87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39</Words>
  <Application>Microsoft Office PowerPoint</Application>
  <PresentationFormat>Widescreen</PresentationFormat>
  <Paragraphs>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Distance Vector Routing Protocol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Steps to follow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Distance Vector Routing Protocol</dc:title>
  <dc:creator>KOPPERUNDEVI RAJAJI</dc:creator>
  <cp:lastModifiedBy>KOPPERUNDEVI RAJAJI</cp:lastModifiedBy>
  <cp:revision>2</cp:revision>
  <dcterms:created xsi:type="dcterms:W3CDTF">2023-06-26T02:06:21Z</dcterms:created>
  <dcterms:modified xsi:type="dcterms:W3CDTF">2024-10-06T17:19:49Z</dcterms:modified>
</cp:coreProperties>
</file>