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64" r:id="rId2"/>
    <p:sldId id="279" r:id="rId3"/>
    <p:sldId id="265" r:id="rId4"/>
    <p:sldId id="260" r:id="rId5"/>
    <p:sldId id="280" r:id="rId6"/>
    <p:sldId id="281" r:id="rId7"/>
    <p:sldId id="282" r:id="rId8"/>
    <p:sldId id="267" r:id="rId9"/>
    <p:sldId id="266" r:id="rId10"/>
    <p:sldId id="283" r:id="rId11"/>
    <p:sldId id="284" r:id="rId12"/>
    <p:sldId id="285" r:id="rId13"/>
    <p:sldId id="286" r:id="rId14"/>
    <p:sldId id="287" r:id="rId15"/>
    <p:sldId id="288" r:id="rId16"/>
    <p:sldId id="291" r:id="rId17"/>
    <p:sldId id="290" r:id="rId18"/>
    <p:sldId id="292" r:id="rId19"/>
    <p:sldId id="289" r:id="rId20"/>
    <p:sldId id="268" r:id="rId21"/>
    <p:sldId id="269" r:id="rId22"/>
    <p:sldId id="270" r:id="rId23"/>
    <p:sldId id="271" r:id="rId24"/>
    <p:sldId id="272" r:id="rId25"/>
    <p:sldId id="273" r:id="rId26"/>
    <p:sldId id="274" r:id="rId27"/>
    <p:sldId id="275" r:id="rId28"/>
    <p:sldId id="276" r:id="rId29"/>
    <p:sldId id="277" r:id="rId30"/>
    <p:sldId id="278" r:id="rId31"/>
    <p:sldId id="324" r:id="rId32"/>
    <p:sldId id="325" r:id="rId33"/>
    <p:sldId id="326" r:id="rId34"/>
    <p:sldId id="312" r:id="rId35"/>
    <p:sldId id="327" r:id="rId36"/>
    <p:sldId id="302" r:id="rId37"/>
    <p:sldId id="303" r:id="rId38"/>
    <p:sldId id="304" r:id="rId39"/>
    <p:sldId id="305" r:id="rId40"/>
    <p:sldId id="306" r:id="rId41"/>
    <p:sldId id="328" r:id="rId42"/>
    <p:sldId id="329" r:id="rId43"/>
    <p:sldId id="330" r:id="rId4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16" autoAdjust="0"/>
    <p:restoredTop sz="94660"/>
  </p:normalViewPr>
  <p:slideViewPr>
    <p:cSldViewPr>
      <p:cViewPr varScale="1">
        <p:scale>
          <a:sx n="81" d="100"/>
          <a:sy n="81" d="100"/>
        </p:scale>
        <p:origin x="1560"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CEBE49EF-D0A6-D726-B14E-5D4666A11D6B}"/>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4099" name="Rectangle 3">
            <a:extLst>
              <a:ext uri="{FF2B5EF4-FFF2-40B4-BE49-F238E27FC236}">
                <a16:creationId xmlns:a16="http://schemas.microsoft.com/office/drawing/2014/main" id="{F0F74D63-1DA6-51CD-CA55-3724EC1B6F83}"/>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25604" name="Rectangle 4">
            <a:extLst>
              <a:ext uri="{FF2B5EF4-FFF2-40B4-BE49-F238E27FC236}">
                <a16:creationId xmlns:a16="http://schemas.microsoft.com/office/drawing/2014/main" id="{DE13C29B-5A95-4453-D358-F05399BCC63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a:extLst>
              <a:ext uri="{FF2B5EF4-FFF2-40B4-BE49-F238E27FC236}">
                <a16:creationId xmlns:a16="http://schemas.microsoft.com/office/drawing/2014/main" id="{3478D73C-EE40-5795-DF2B-4B508E3E40B0}"/>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a:extLst>
              <a:ext uri="{FF2B5EF4-FFF2-40B4-BE49-F238E27FC236}">
                <a16:creationId xmlns:a16="http://schemas.microsoft.com/office/drawing/2014/main" id="{AC852FE0-A770-2CC7-04A4-CFBEE0357D30}"/>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4103" name="Rectangle 7">
            <a:extLst>
              <a:ext uri="{FF2B5EF4-FFF2-40B4-BE49-F238E27FC236}">
                <a16:creationId xmlns:a16="http://schemas.microsoft.com/office/drawing/2014/main" id="{CEACC3A5-7305-B718-C59A-1669F3CBE0FC}"/>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08A2E0C1-9351-4712-A8F3-1BAE23B94A26}"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2FD70CB9-290B-11F1-2B74-B1A7F2BDF267}"/>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173B879-C6D6-4C34-9CD5-2DE531A4ABEB}" type="slidenum">
              <a:rPr lang="en-US" altLang="en-US"/>
              <a:pPr eaLnBrk="1" hangingPunct="1"/>
              <a:t>1</a:t>
            </a:fld>
            <a:endParaRPr lang="en-US" altLang="en-US"/>
          </a:p>
        </p:txBody>
      </p:sp>
      <p:sp>
        <p:nvSpPr>
          <p:cNvPr id="34819" name="Rectangle 2">
            <a:extLst>
              <a:ext uri="{FF2B5EF4-FFF2-40B4-BE49-F238E27FC236}">
                <a16:creationId xmlns:a16="http://schemas.microsoft.com/office/drawing/2014/main" id="{AAB7B4CD-5263-1CFC-4F43-31B7EB61C7A1}"/>
              </a:ext>
            </a:extLst>
          </p:cNvPr>
          <p:cNvSpPr>
            <a:spLocks noGrp="1" noRot="1" noChangeAspect="1" noChangeArrowheads="1" noTextEdit="1"/>
          </p:cNvSpPr>
          <p:nvPr>
            <p:ph type="sldImg"/>
          </p:nvPr>
        </p:nvSpPr>
        <p:spPr>
          <a:xfrm>
            <a:off x="1341438" y="915988"/>
            <a:ext cx="4176712" cy="3132137"/>
          </a:xfrm>
          <a:solidFill>
            <a:srgbClr val="FFFFFF"/>
          </a:solidFill>
          <a:ln/>
        </p:spPr>
      </p:sp>
      <p:sp>
        <p:nvSpPr>
          <p:cNvPr id="34820" name="Rectangle 3">
            <a:extLst>
              <a:ext uri="{FF2B5EF4-FFF2-40B4-BE49-F238E27FC236}">
                <a16:creationId xmlns:a16="http://schemas.microsoft.com/office/drawing/2014/main" id="{BE97694C-F8EC-004E-F6D9-7D8207686713}"/>
              </a:ext>
            </a:extLst>
          </p:cNvPr>
          <p:cNvSpPr>
            <a:spLocks noGrp="1" noChangeArrowheads="1"/>
          </p:cNvSpPr>
          <p:nvPr>
            <p:ph type="body" idx="1"/>
          </p:nvPr>
        </p:nvSpPr>
        <p:spPr>
          <a:xfrm>
            <a:off x="1046163" y="4352925"/>
            <a:ext cx="4770437" cy="3476625"/>
          </a:xfrm>
          <a:noFill/>
        </p:spPr>
        <p:txBody>
          <a:bodyPr wrap="none" anchor="ct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0DDC09FE-77C6-FDEA-FE34-A67A4EE56C19}"/>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4E8532-944D-48E7-8AFD-9F588C2F6124}" type="slidenum">
              <a:rPr lang="en-US" altLang="en-US"/>
              <a:pPr eaLnBrk="1" hangingPunct="1"/>
              <a:t>3</a:t>
            </a:fld>
            <a:endParaRPr lang="en-US" altLang="en-US"/>
          </a:p>
        </p:txBody>
      </p:sp>
      <p:sp>
        <p:nvSpPr>
          <p:cNvPr id="35843" name="Rectangle 2">
            <a:extLst>
              <a:ext uri="{FF2B5EF4-FFF2-40B4-BE49-F238E27FC236}">
                <a16:creationId xmlns:a16="http://schemas.microsoft.com/office/drawing/2014/main" id="{BF5028E1-2D2E-77E3-C231-E1687115B45D}"/>
              </a:ext>
            </a:extLst>
          </p:cNvPr>
          <p:cNvSpPr>
            <a:spLocks noGrp="1" noRot="1" noChangeAspect="1" noChangeArrowheads="1" noTextEdit="1"/>
          </p:cNvSpPr>
          <p:nvPr>
            <p:ph type="sldImg"/>
          </p:nvPr>
        </p:nvSpPr>
        <p:spPr>
          <a:xfrm>
            <a:off x="1341438" y="915988"/>
            <a:ext cx="4176712" cy="3132137"/>
          </a:xfrm>
          <a:solidFill>
            <a:srgbClr val="FFFFFF"/>
          </a:solidFill>
          <a:ln/>
        </p:spPr>
      </p:sp>
      <p:sp>
        <p:nvSpPr>
          <p:cNvPr id="35844" name="Rectangle 3">
            <a:extLst>
              <a:ext uri="{FF2B5EF4-FFF2-40B4-BE49-F238E27FC236}">
                <a16:creationId xmlns:a16="http://schemas.microsoft.com/office/drawing/2014/main" id="{304DC2D4-842F-73DB-22E5-A39C0B8227F5}"/>
              </a:ext>
            </a:extLst>
          </p:cNvPr>
          <p:cNvSpPr>
            <a:spLocks noGrp="1" noChangeArrowheads="1"/>
          </p:cNvSpPr>
          <p:nvPr>
            <p:ph type="body" idx="1"/>
          </p:nvPr>
        </p:nvSpPr>
        <p:spPr>
          <a:xfrm>
            <a:off x="1046163" y="4352925"/>
            <a:ext cx="4770437" cy="3476625"/>
          </a:xfrm>
          <a:noFill/>
        </p:spPr>
        <p:txBody>
          <a:bodyPr wrap="none" anchor="ct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C3E6D501-E3B5-0F71-D7B1-219E3062F97D}"/>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961DC7F-6306-4891-AEAF-4B23BEB5930C}" type="slidenum">
              <a:rPr lang="en-US" altLang="en-US"/>
              <a:pPr eaLnBrk="1" hangingPunct="1"/>
              <a:t>8</a:t>
            </a:fld>
            <a:endParaRPr lang="en-US" altLang="en-US"/>
          </a:p>
        </p:txBody>
      </p:sp>
      <p:sp>
        <p:nvSpPr>
          <p:cNvPr id="37891" name="Rectangle 2">
            <a:extLst>
              <a:ext uri="{FF2B5EF4-FFF2-40B4-BE49-F238E27FC236}">
                <a16:creationId xmlns:a16="http://schemas.microsoft.com/office/drawing/2014/main" id="{2F069AE2-21AE-3C50-006C-4AFCCA3ACB61}"/>
              </a:ext>
            </a:extLst>
          </p:cNvPr>
          <p:cNvSpPr>
            <a:spLocks noGrp="1" noRot="1" noChangeAspect="1" noChangeArrowheads="1" noTextEdit="1"/>
          </p:cNvSpPr>
          <p:nvPr>
            <p:ph type="sldImg"/>
          </p:nvPr>
        </p:nvSpPr>
        <p:spPr>
          <a:xfrm>
            <a:off x="1341438" y="915988"/>
            <a:ext cx="4176712" cy="3132137"/>
          </a:xfrm>
          <a:solidFill>
            <a:srgbClr val="FFFFFF"/>
          </a:solidFill>
          <a:ln/>
        </p:spPr>
      </p:sp>
      <p:sp>
        <p:nvSpPr>
          <p:cNvPr id="37892" name="Rectangle 3">
            <a:extLst>
              <a:ext uri="{FF2B5EF4-FFF2-40B4-BE49-F238E27FC236}">
                <a16:creationId xmlns:a16="http://schemas.microsoft.com/office/drawing/2014/main" id="{CAE8116A-A7CA-A99E-BADA-15760CFD1311}"/>
              </a:ext>
            </a:extLst>
          </p:cNvPr>
          <p:cNvSpPr>
            <a:spLocks noGrp="1" noChangeArrowheads="1"/>
          </p:cNvSpPr>
          <p:nvPr>
            <p:ph type="body" idx="1"/>
          </p:nvPr>
        </p:nvSpPr>
        <p:spPr>
          <a:xfrm>
            <a:off x="1046163" y="4352925"/>
            <a:ext cx="4770437" cy="3476625"/>
          </a:xfrm>
          <a:noFill/>
        </p:spPr>
        <p:txBody>
          <a:bodyPr wrap="none" anchor="ct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9069BF4A-1BB4-2C6A-8FE7-82E88641C21F}"/>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B0EF6B-1B13-4130-A36A-B792FEC6BD4A}" type="slidenum">
              <a:rPr lang="en-US" altLang="en-US"/>
              <a:pPr eaLnBrk="1" hangingPunct="1"/>
              <a:t>9</a:t>
            </a:fld>
            <a:endParaRPr lang="en-US" altLang="en-US"/>
          </a:p>
        </p:txBody>
      </p:sp>
      <p:sp>
        <p:nvSpPr>
          <p:cNvPr id="36867" name="Rectangle 2">
            <a:extLst>
              <a:ext uri="{FF2B5EF4-FFF2-40B4-BE49-F238E27FC236}">
                <a16:creationId xmlns:a16="http://schemas.microsoft.com/office/drawing/2014/main" id="{F9A8993B-ED92-77B1-1086-81165B71A9F9}"/>
              </a:ext>
            </a:extLst>
          </p:cNvPr>
          <p:cNvSpPr>
            <a:spLocks noGrp="1" noRot="1" noChangeAspect="1" noChangeArrowheads="1" noTextEdit="1"/>
          </p:cNvSpPr>
          <p:nvPr>
            <p:ph type="sldImg"/>
          </p:nvPr>
        </p:nvSpPr>
        <p:spPr>
          <a:xfrm>
            <a:off x="1341438" y="915988"/>
            <a:ext cx="4176712" cy="3132137"/>
          </a:xfrm>
          <a:solidFill>
            <a:srgbClr val="FFFFFF"/>
          </a:solidFill>
          <a:ln/>
        </p:spPr>
      </p:sp>
      <p:sp>
        <p:nvSpPr>
          <p:cNvPr id="36868" name="Rectangle 3">
            <a:extLst>
              <a:ext uri="{FF2B5EF4-FFF2-40B4-BE49-F238E27FC236}">
                <a16:creationId xmlns:a16="http://schemas.microsoft.com/office/drawing/2014/main" id="{177DD40B-D8B1-BA47-4402-A5AB22328C4C}"/>
              </a:ext>
            </a:extLst>
          </p:cNvPr>
          <p:cNvSpPr>
            <a:spLocks noGrp="1" noChangeArrowheads="1"/>
          </p:cNvSpPr>
          <p:nvPr>
            <p:ph type="body" idx="1"/>
          </p:nvPr>
        </p:nvSpPr>
        <p:spPr>
          <a:xfrm>
            <a:off x="1046163" y="4352925"/>
            <a:ext cx="4770437" cy="3476625"/>
          </a:xfrm>
          <a:noFill/>
        </p:spPr>
        <p:txBody>
          <a:bodyPr wrap="none" anchor="ct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B7D8D36A-8750-AE5A-ED3B-CF71306FB0B9}"/>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169894-55E5-4BDE-93D8-1130E10435E8}" type="slidenum">
              <a:rPr lang="en-US" altLang="en-US"/>
              <a:pPr eaLnBrk="1" hangingPunct="1"/>
              <a:t>20</a:t>
            </a:fld>
            <a:endParaRPr lang="en-US" altLang="en-US"/>
          </a:p>
        </p:txBody>
      </p:sp>
      <p:sp>
        <p:nvSpPr>
          <p:cNvPr id="38915" name="Rectangle 2">
            <a:extLst>
              <a:ext uri="{FF2B5EF4-FFF2-40B4-BE49-F238E27FC236}">
                <a16:creationId xmlns:a16="http://schemas.microsoft.com/office/drawing/2014/main" id="{C973CC92-8462-EB4A-5628-8467D9C4B275}"/>
              </a:ext>
            </a:extLst>
          </p:cNvPr>
          <p:cNvSpPr>
            <a:spLocks noGrp="1" noRot="1" noChangeAspect="1" noChangeArrowheads="1" noTextEdit="1"/>
          </p:cNvSpPr>
          <p:nvPr>
            <p:ph type="sldImg"/>
          </p:nvPr>
        </p:nvSpPr>
        <p:spPr>
          <a:xfrm>
            <a:off x="1341438" y="915988"/>
            <a:ext cx="4176712" cy="3132137"/>
          </a:xfrm>
          <a:solidFill>
            <a:srgbClr val="FFFFFF"/>
          </a:solidFill>
          <a:ln/>
        </p:spPr>
      </p:sp>
      <p:sp>
        <p:nvSpPr>
          <p:cNvPr id="38916" name="Rectangle 3">
            <a:extLst>
              <a:ext uri="{FF2B5EF4-FFF2-40B4-BE49-F238E27FC236}">
                <a16:creationId xmlns:a16="http://schemas.microsoft.com/office/drawing/2014/main" id="{35CA46A2-0F9D-3100-8B79-9F35A5F70394}"/>
              </a:ext>
            </a:extLst>
          </p:cNvPr>
          <p:cNvSpPr>
            <a:spLocks noGrp="1" noChangeArrowheads="1"/>
          </p:cNvSpPr>
          <p:nvPr>
            <p:ph type="body" idx="1"/>
          </p:nvPr>
        </p:nvSpPr>
        <p:spPr>
          <a:xfrm>
            <a:off x="1046163" y="4352925"/>
            <a:ext cx="4770437" cy="3476625"/>
          </a:xfrm>
          <a:noFill/>
        </p:spPr>
        <p:txBody>
          <a:bodyPr wrap="none" anchor="ct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99861EAF-737C-127D-E8F7-850E98EF8773}"/>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8D6453C-452F-43DC-8387-6E4FE1779864}" type="slidenum">
              <a:rPr lang="en-US" altLang="en-US"/>
              <a:pPr eaLnBrk="1" hangingPunct="1"/>
              <a:t>21</a:t>
            </a:fld>
            <a:endParaRPr lang="en-US" altLang="en-US"/>
          </a:p>
        </p:txBody>
      </p:sp>
      <p:sp>
        <p:nvSpPr>
          <p:cNvPr id="39939" name="Rectangle 2">
            <a:extLst>
              <a:ext uri="{FF2B5EF4-FFF2-40B4-BE49-F238E27FC236}">
                <a16:creationId xmlns:a16="http://schemas.microsoft.com/office/drawing/2014/main" id="{80EFEC4A-3CA8-A3F7-E601-57CF91729546}"/>
              </a:ext>
            </a:extLst>
          </p:cNvPr>
          <p:cNvSpPr>
            <a:spLocks noGrp="1" noRot="1" noChangeAspect="1" noChangeArrowheads="1" noTextEdit="1"/>
          </p:cNvSpPr>
          <p:nvPr>
            <p:ph type="sldImg"/>
          </p:nvPr>
        </p:nvSpPr>
        <p:spPr>
          <a:xfrm>
            <a:off x="1341438" y="915988"/>
            <a:ext cx="4176712" cy="3132137"/>
          </a:xfrm>
          <a:solidFill>
            <a:srgbClr val="FFFFFF"/>
          </a:solidFill>
          <a:ln/>
        </p:spPr>
      </p:sp>
      <p:sp>
        <p:nvSpPr>
          <p:cNvPr id="39940" name="Rectangle 3">
            <a:extLst>
              <a:ext uri="{FF2B5EF4-FFF2-40B4-BE49-F238E27FC236}">
                <a16:creationId xmlns:a16="http://schemas.microsoft.com/office/drawing/2014/main" id="{3770AC8B-2E32-B353-1014-733E23BF966D}"/>
              </a:ext>
            </a:extLst>
          </p:cNvPr>
          <p:cNvSpPr>
            <a:spLocks noGrp="1" noChangeArrowheads="1"/>
          </p:cNvSpPr>
          <p:nvPr>
            <p:ph type="body" idx="1"/>
          </p:nvPr>
        </p:nvSpPr>
        <p:spPr>
          <a:xfrm>
            <a:off x="1046163" y="4352925"/>
            <a:ext cx="4770437" cy="3476625"/>
          </a:xfrm>
          <a:noFill/>
        </p:spPr>
        <p:txBody>
          <a:bodyPr wrap="none" anchor="ct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805C7C25-BB35-2DB2-0174-D662CE220F7F}"/>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A79BDB-66D9-43D0-BFC8-9180D8354B7B}" type="slidenum">
              <a:rPr lang="en-US" altLang="en-US"/>
              <a:pPr eaLnBrk="1" hangingPunct="1"/>
              <a:t>22</a:t>
            </a:fld>
            <a:endParaRPr lang="en-US" altLang="en-US"/>
          </a:p>
        </p:txBody>
      </p:sp>
      <p:sp>
        <p:nvSpPr>
          <p:cNvPr id="40963" name="Rectangle 2">
            <a:extLst>
              <a:ext uri="{FF2B5EF4-FFF2-40B4-BE49-F238E27FC236}">
                <a16:creationId xmlns:a16="http://schemas.microsoft.com/office/drawing/2014/main" id="{C024F13A-E518-84F9-6011-2C60128945FE}"/>
              </a:ext>
            </a:extLst>
          </p:cNvPr>
          <p:cNvSpPr>
            <a:spLocks noGrp="1" noRot="1" noChangeAspect="1" noChangeArrowheads="1" noTextEdit="1"/>
          </p:cNvSpPr>
          <p:nvPr>
            <p:ph type="sldImg"/>
          </p:nvPr>
        </p:nvSpPr>
        <p:spPr>
          <a:xfrm>
            <a:off x="1341438" y="915988"/>
            <a:ext cx="4176712" cy="3132137"/>
          </a:xfrm>
          <a:solidFill>
            <a:srgbClr val="FFFFFF"/>
          </a:solidFill>
          <a:ln/>
        </p:spPr>
      </p:sp>
      <p:sp>
        <p:nvSpPr>
          <p:cNvPr id="40964" name="Rectangle 3">
            <a:extLst>
              <a:ext uri="{FF2B5EF4-FFF2-40B4-BE49-F238E27FC236}">
                <a16:creationId xmlns:a16="http://schemas.microsoft.com/office/drawing/2014/main" id="{FBCDA106-085E-6AD8-217F-EC6B25CA450C}"/>
              </a:ext>
            </a:extLst>
          </p:cNvPr>
          <p:cNvSpPr>
            <a:spLocks noGrp="1" noChangeArrowheads="1"/>
          </p:cNvSpPr>
          <p:nvPr>
            <p:ph type="body" idx="1"/>
          </p:nvPr>
        </p:nvSpPr>
        <p:spPr>
          <a:xfrm>
            <a:off x="1046163" y="4352925"/>
            <a:ext cx="4770437" cy="3476625"/>
          </a:xfrm>
          <a:noFill/>
        </p:spPr>
        <p:txBody>
          <a:bodyPr wrap="none" anchor="ct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D49356AC-8F3C-0C77-BA51-F9F77207D94F}"/>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6FABA95-FBFE-4254-BEA2-291BFC1AAFAB}" type="slidenum">
              <a:rPr lang="en-US" altLang="en-US"/>
              <a:pPr eaLnBrk="1" hangingPunct="1"/>
              <a:t>23</a:t>
            </a:fld>
            <a:endParaRPr lang="en-US" altLang="en-US"/>
          </a:p>
        </p:txBody>
      </p:sp>
      <p:sp>
        <p:nvSpPr>
          <p:cNvPr id="41987" name="Rectangle 2">
            <a:extLst>
              <a:ext uri="{FF2B5EF4-FFF2-40B4-BE49-F238E27FC236}">
                <a16:creationId xmlns:a16="http://schemas.microsoft.com/office/drawing/2014/main" id="{A8FFD335-AB0D-FDF9-8431-6444D7902B11}"/>
              </a:ext>
            </a:extLst>
          </p:cNvPr>
          <p:cNvSpPr>
            <a:spLocks noGrp="1" noRot="1" noChangeAspect="1" noChangeArrowheads="1" noTextEdit="1"/>
          </p:cNvSpPr>
          <p:nvPr>
            <p:ph type="sldImg"/>
          </p:nvPr>
        </p:nvSpPr>
        <p:spPr>
          <a:xfrm>
            <a:off x="1341438" y="915988"/>
            <a:ext cx="4176712" cy="3132137"/>
          </a:xfrm>
          <a:solidFill>
            <a:srgbClr val="FFFFFF"/>
          </a:solidFill>
          <a:ln/>
        </p:spPr>
      </p:sp>
      <p:sp>
        <p:nvSpPr>
          <p:cNvPr id="41988" name="Rectangle 3">
            <a:extLst>
              <a:ext uri="{FF2B5EF4-FFF2-40B4-BE49-F238E27FC236}">
                <a16:creationId xmlns:a16="http://schemas.microsoft.com/office/drawing/2014/main" id="{653E409F-7B89-F5A3-455E-DC5EC86E519D}"/>
              </a:ext>
            </a:extLst>
          </p:cNvPr>
          <p:cNvSpPr>
            <a:spLocks noGrp="1" noChangeArrowheads="1"/>
          </p:cNvSpPr>
          <p:nvPr>
            <p:ph type="body" idx="1"/>
          </p:nvPr>
        </p:nvSpPr>
        <p:spPr>
          <a:xfrm>
            <a:off x="1046163" y="4352925"/>
            <a:ext cx="4770437" cy="3476625"/>
          </a:xfrm>
          <a:noFill/>
        </p:spPr>
        <p:txBody>
          <a:bodyPr wrap="none" anchor="ct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AE40F5C4-1E41-37F6-0AD8-FF777F6A7504}"/>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BD5A42C-1383-47D8-95CE-B1D3D7D3E9E6}" type="slidenum">
              <a:rPr lang="en-US" altLang="en-US"/>
              <a:pPr eaLnBrk="1" hangingPunct="1"/>
              <a:t>24</a:t>
            </a:fld>
            <a:endParaRPr lang="en-US" altLang="en-US"/>
          </a:p>
        </p:txBody>
      </p:sp>
      <p:sp>
        <p:nvSpPr>
          <p:cNvPr id="43011" name="Rectangle 2">
            <a:extLst>
              <a:ext uri="{FF2B5EF4-FFF2-40B4-BE49-F238E27FC236}">
                <a16:creationId xmlns:a16="http://schemas.microsoft.com/office/drawing/2014/main" id="{83945F76-1C38-1C2E-B286-9F768F977E83}"/>
              </a:ext>
            </a:extLst>
          </p:cNvPr>
          <p:cNvSpPr>
            <a:spLocks noGrp="1" noRot="1" noChangeAspect="1" noChangeArrowheads="1" noTextEdit="1"/>
          </p:cNvSpPr>
          <p:nvPr>
            <p:ph type="sldImg"/>
          </p:nvPr>
        </p:nvSpPr>
        <p:spPr>
          <a:xfrm>
            <a:off x="1341438" y="915988"/>
            <a:ext cx="4176712" cy="3132137"/>
          </a:xfrm>
          <a:solidFill>
            <a:srgbClr val="FFFFFF"/>
          </a:solidFill>
          <a:ln/>
        </p:spPr>
      </p:sp>
      <p:sp>
        <p:nvSpPr>
          <p:cNvPr id="43012" name="Rectangle 3">
            <a:extLst>
              <a:ext uri="{FF2B5EF4-FFF2-40B4-BE49-F238E27FC236}">
                <a16:creationId xmlns:a16="http://schemas.microsoft.com/office/drawing/2014/main" id="{AD67CF56-E490-397F-2BDD-6D568395E9DF}"/>
              </a:ext>
            </a:extLst>
          </p:cNvPr>
          <p:cNvSpPr>
            <a:spLocks noGrp="1" noChangeArrowheads="1"/>
          </p:cNvSpPr>
          <p:nvPr>
            <p:ph type="body" idx="1"/>
          </p:nvPr>
        </p:nvSpPr>
        <p:spPr>
          <a:xfrm>
            <a:off x="1046163" y="4352925"/>
            <a:ext cx="4770437" cy="3476625"/>
          </a:xfrm>
          <a:noFill/>
        </p:spPr>
        <p:txBody>
          <a:bodyPr wrap="none" anchor="ct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6985EB03-95B2-6C58-B07D-93E4B87DA61C}"/>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109F951-E74C-4352-A3CB-992B715CA67B}" type="slidenum">
              <a:rPr lang="en-US" altLang="en-US"/>
              <a:pPr eaLnBrk="1" hangingPunct="1"/>
              <a:t>25</a:t>
            </a:fld>
            <a:endParaRPr lang="en-US" altLang="en-US"/>
          </a:p>
        </p:txBody>
      </p:sp>
      <p:sp>
        <p:nvSpPr>
          <p:cNvPr id="44035" name="Rectangle 2">
            <a:extLst>
              <a:ext uri="{FF2B5EF4-FFF2-40B4-BE49-F238E27FC236}">
                <a16:creationId xmlns:a16="http://schemas.microsoft.com/office/drawing/2014/main" id="{C71213A7-C21B-69DB-3DD6-C3EBBDB7097B}"/>
              </a:ext>
            </a:extLst>
          </p:cNvPr>
          <p:cNvSpPr>
            <a:spLocks noGrp="1" noRot="1" noChangeAspect="1" noChangeArrowheads="1" noTextEdit="1"/>
          </p:cNvSpPr>
          <p:nvPr>
            <p:ph type="sldImg"/>
          </p:nvPr>
        </p:nvSpPr>
        <p:spPr>
          <a:xfrm>
            <a:off x="1341438" y="915988"/>
            <a:ext cx="4176712" cy="3132137"/>
          </a:xfrm>
          <a:solidFill>
            <a:srgbClr val="FFFFFF"/>
          </a:solidFill>
          <a:ln/>
        </p:spPr>
      </p:sp>
      <p:sp>
        <p:nvSpPr>
          <p:cNvPr id="44036" name="Rectangle 3">
            <a:extLst>
              <a:ext uri="{FF2B5EF4-FFF2-40B4-BE49-F238E27FC236}">
                <a16:creationId xmlns:a16="http://schemas.microsoft.com/office/drawing/2014/main" id="{0A561C43-4AC5-BB27-C03E-783A0E24C7B6}"/>
              </a:ext>
            </a:extLst>
          </p:cNvPr>
          <p:cNvSpPr>
            <a:spLocks noGrp="1" noChangeArrowheads="1"/>
          </p:cNvSpPr>
          <p:nvPr>
            <p:ph type="body" idx="1"/>
          </p:nvPr>
        </p:nvSpPr>
        <p:spPr>
          <a:xfrm>
            <a:off x="1046163" y="4352925"/>
            <a:ext cx="4770437" cy="3476625"/>
          </a:xfrm>
          <a:noFill/>
        </p:spPr>
        <p:txBody>
          <a:bodyPr wrap="none" anchor="ct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D1973D31-291C-44F8-CF8A-882059AFEAF5}"/>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8A1E64F-0C7A-4FF6-9621-389F76820621}" type="slidenum">
              <a:rPr lang="en-US" altLang="en-US"/>
              <a:pPr eaLnBrk="1" hangingPunct="1"/>
              <a:t>26</a:t>
            </a:fld>
            <a:endParaRPr lang="en-US" altLang="en-US"/>
          </a:p>
        </p:txBody>
      </p:sp>
      <p:sp>
        <p:nvSpPr>
          <p:cNvPr id="45059" name="Rectangle 2">
            <a:extLst>
              <a:ext uri="{FF2B5EF4-FFF2-40B4-BE49-F238E27FC236}">
                <a16:creationId xmlns:a16="http://schemas.microsoft.com/office/drawing/2014/main" id="{C373A5E7-71DB-84A7-0FB6-96920330F13A}"/>
              </a:ext>
            </a:extLst>
          </p:cNvPr>
          <p:cNvSpPr>
            <a:spLocks noGrp="1" noRot="1" noChangeAspect="1" noChangeArrowheads="1" noTextEdit="1"/>
          </p:cNvSpPr>
          <p:nvPr>
            <p:ph type="sldImg"/>
          </p:nvPr>
        </p:nvSpPr>
        <p:spPr>
          <a:xfrm>
            <a:off x="1341438" y="915988"/>
            <a:ext cx="4176712" cy="3132137"/>
          </a:xfrm>
          <a:solidFill>
            <a:srgbClr val="FFFFFF"/>
          </a:solidFill>
          <a:ln/>
        </p:spPr>
      </p:sp>
      <p:sp>
        <p:nvSpPr>
          <p:cNvPr id="45060" name="Rectangle 3">
            <a:extLst>
              <a:ext uri="{FF2B5EF4-FFF2-40B4-BE49-F238E27FC236}">
                <a16:creationId xmlns:a16="http://schemas.microsoft.com/office/drawing/2014/main" id="{A1DE95A9-2CE4-92F4-8A76-C99DB40BE088}"/>
              </a:ext>
            </a:extLst>
          </p:cNvPr>
          <p:cNvSpPr>
            <a:spLocks noGrp="1" noChangeArrowheads="1"/>
          </p:cNvSpPr>
          <p:nvPr>
            <p:ph type="body" idx="1"/>
          </p:nvPr>
        </p:nvSpPr>
        <p:spPr>
          <a:xfrm>
            <a:off x="1046163" y="4352925"/>
            <a:ext cx="4770437" cy="3476625"/>
          </a:xfrm>
          <a:noFill/>
        </p:spPr>
        <p:txBody>
          <a:bodyPr wrap="none" anchor="ct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614F7E54-143E-489F-E9A7-32BC86AEAF6C}"/>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2A0017-D9C9-445B-9DCC-79CC2F14E6C7}" type="slidenum">
              <a:rPr lang="en-US" altLang="en-US"/>
              <a:pPr eaLnBrk="1" hangingPunct="1"/>
              <a:t>27</a:t>
            </a:fld>
            <a:endParaRPr lang="en-US" altLang="en-US"/>
          </a:p>
        </p:txBody>
      </p:sp>
      <p:sp>
        <p:nvSpPr>
          <p:cNvPr id="46083" name="Rectangle 2">
            <a:extLst>
              <a:ext uri="{FF2B5EF4-FFF2-40B4-BE49-F238E27FC236}">
                <a16:creationId xmlns:a16="http://schemas.microsoft.com/office/drawing/2014/main" id="{96300493-EC39-4070-931E-37EBADFAC93B}"/>
              </a:ext>
            </a:extLst>
          </p:cNvPr>
          <p:cNvSpPr>
            <a:spLocks noGrp="1" noRot="1" noChangeAspect="1" noChangeArrowheads="1" noTextEdit="1"/>
          </p:cNvSpPr>
          <p:nvPr>
            <p:ph type="sldImg"/>
          </p:nvPr>
        </p:nvSpPr>
        <p:spPr>
          <a:xfrm>
            <a:off x="1341438" y="915988"/>
            <a:ext cx="4176712" cy="3132137"/>
          </a:xfrm>
          <a:solidFill>
            <a:srgbClr val="FFFFFF"/>
          </a:solidFill>
          <a:ln/>
        </p:spPr>
      </p:sp>
      <p:sp>
        <p:nvSpPr>
          <p:cNvPr id="46084" name="Rectangle 3">
            <a:extLst>
              <a:ext uri="{FF2B5EF4-FFF2-40B4-BE49-F238E27FC236}">
                <a16:creationId xmlns:a16="http://schemas.microsoft.com/office/drawing/2014/main" id="{2845BC76-A2F6-5771-708C-3EE3ADB62A0F}"/>
              </a:ext>
            </a:extLst>
          </p:cNvPr>
          <p:cNvSpPr>
            <a:spLocks noGrp="1" noChangeArrowheads="1"/>
          </p:cNvSpPr>
          <p:nvPr>
            <p:ph type="body" idx="1"/>
          </p:nvPr>
        </p:nvSpPr>
        <p:spPr>
          <a:xfrm>
            <a:off x="1046163" y="4352925"/>
            <a:ext cx="4770437" cy="3476625"/>
          </a:xfrm>
          <a:noFill/>
        </p:spPr>
        <p:txBody>
          <a:bodyPr wrap="none" anchor="ct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888BD1B4-710D-D6F8-3656-07025AF3E5B9}"/>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B507CB2-C855-47F2-B003-970B57CE7F99}" type="slidenum">
              <a:rPr lang="en-US" altLang="en-US"/>
              <a:pPr eaLnBrk="1" hangingPunct="1"/>
              <a:t>28</a:t>
            </a:fld>
            <a:endParaRPr lang="en-US" altLang="en-US"/>
          </a:p>
        </p:txBody>
      </p:sp>
      <p:sp>
        <p:nvSpPr>
          <p:cNvPr id="47107" name="Rectangle 2">
            <a:extLst>
              <a:ext uri="{FF2B5EF4-FFF2-40B4-BE49-F238E27FC236}">
                <a16:creationId xmlns:a16="http://schemas.microsoft.com/office/drawing/2014/main" id="{80CDE4A5-6032-4421-76A0-8A1F5E98A457}"/>
              </a:ext>
            </a:extLst>
          </p:cNvPr>
          <p:cNvSpPr>
            <a:spLocks noGrp="1" noRot="1" noChangeAspect="1" noChangeArrowheads="1" noTextEdit="1"/>
          </p:cNvSpPr>
          <p:nvPr>
            <p:ph type="sldImg"/>
          </p:nvPr>
        </p:nvSpPr>
        <p:spPr>
          <a:xfrm>
            <a:off x="1341438" y="915988"/>
            <a:ext cx="4176712" cy="3132137"/>
          </a:xfrm>
          <a:solidFill>
            <a:srgbClr val="FFFFFF"/>
          </a:solidFill>
          <a:ln/>
        </p:spPr>
      </p:sp>
      <p:sp>
        <p:nvSpPr>
          <p:cNvPr id="47108" name="Rectangle 3">
            <a:extLst>
              <a:ext uri="{FF2B5EF4-FFF2-40B4-BE49-F238E27FC236}">
                <a16:creationId xmlns:a16="http://schemas.microsoft.com/office/drawing/2014/main" id="{2BFAB563-065D-A8A7-6F22-8A796A2037FE}"/>
              </a:ext>
            </a:extLst>
          </p:cNvPr>
          <p:cNvSpPr>
            <a:spLocks noGrp="1" noChangeArrowheads="1"/>
          </p:cNvSpPr>
          <p:nvPr>
            <p:ph type="body" idx="1"/>
          </p:nvPr>
        </p:nvSpPr>
        <p:spPr>
          <a:xfrm>
            <a:off x="1046163" y="4352925"/>
            <a:ext cx="4770437" cy="3476625"/>
          </a:xfrm>
          <a:noFill/>
        </p:spPr>
        <p:txBody>
          <a:bodyPr wrap="none" anchor="ct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D6F5D031-505B-95D7-DFBB-6FC7BFCDE654}"/>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6704620-1C1F-4B93-8048-BE8BE45DD8E9}" type="slidenum">
              <a:rPr lang="en-US" altLang="en-US"/>
              <a:pPr eaLnBrk="1" hangingPunct="1"/>
              <a:t>29</a:t>
            </a:fld>
            <a:endParaRPr lang="en-US" altLang="en-US"/>
          </a:p>
        </p:txBody>
      </p:sp>
      <p:sp>
        <p:nvSpPr>
          <p:cNvPr id="48131" name="Rectangle 2">
            <a:extLst>
              <a:ext uri="{FF2B5EF4-FFF2-40B4-BE49-F238E27FC236}">
                <a16:creationId xmlns:a16="http://schemas.microsoft.com/office/drawing/2014/main" id="{EEF761A0-4B70-EC6C-8258-32F2350E9DC4}"/>
              </a:ext>
            </a:extLst>
          </p:cNvPr>
          <p:cNvSpPr>
            <a:spLocks noGrp="1" noRot="1" noChangeAspect="1" noChangeArrowheads="1" noTextEdit="1"/>
          </p:cNvSpPr>
          <p:nvPr>
            <p:ph type="sldImg"/>
          </p:nvPr>
        </p:nvSpPr>
        <p:spPr>
          <a:xfrm>
            <a:off x="1341438" y="915988"/>
            <a:ext cx="4176712" cy="3132137"/>
          </a:xfrm>
          <a:solidFill>
            <a:srgbClr val="FFFFFF"/>
          </a:solidFill>
          <a:ln/>
        </p:spPr>
      </p:sp>
      <p:sp>
        <p:nvSpPr>
          <p:cNvPr id="48132" name="Rectangle 3">
            <a:extLst>
              <a:ext uri="{FF2B5EF4-FFF2-40B4-BE49-F238E27FC236}">
                <a16:creationId xmlns:a16="http://schemas.microsoft.com/office/drawing/2014/main" id="{C6BB17C2-5196-0303-8BC5-091F639077DC}"/>
              </a:ext>
            </a:extLst>
          </p:cNvPr>
          <p:cNvSpPr>
            <a:spLocks noGrp="1" noChangeArrowheads="1"/>
          </p:cNvSpPr>
          <p:nvPr>
            <p:ph type="body" idx="1"/>
          </p:nvPr>
        </p:nvSpPr>
        <p:spPr>
          <a:xfrm>
            <a:off x="1046163" y="4352925"/>
            <a:ext cx="4770437" cy="3476625"/>
          </a:xfrm>
          <a:noFill/>
        </p:spPr>
        <p:txBody>
          <a:bodyPr wrap="none" anchor="ct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8FAC63D8-39BA-F99F-F28A-31AE8DE0A947}"/>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83E7B7F-E8DC-4E71-B971-8DBC1C772547}" type="slidenum">
              <a:rPr lang="en-US" altLang="en-US"/>
              <a:pPr eaLnBrk="1" hangingPunct="1"/>
              <a:t>30</a:t>
            </a:fld>
            <a:endParaRPr lang="en-US" altLang="en-US"/>
          </a:p>
        </p:txBody>
      </p:sp>
      <p:sp>
        <p:nvSpPr>
          <p:cNvPr id="49155" name="Rectangle 2">
            <a:extLst>
              <a:ext uri="{FF2B5EF4-FFF2-40B4-BE49-F238E27FC236}">
                <a16:creationId xmlns:a16="http://schemas.microsoft.com/office/drawing/2014/main" id="{2DAB2FC9-DFF4-1B7A-816A-B2F833A994E5}"/>
              </a:ext>
            </a:extLst>
          </p:cNvPr>
          <p:cNvSpPr>
            <a:spLocks noGrp="1" noRot="1" noChangeAspect="1" noChangeArrowheads="1" noTextEdit="1"/>
          </p:cNvSpPr>
          <p:nvPr>
            <p:ph type="sldImg"/>
          </p:nvPr>
        </p:nvSpPr>
        <p:spPr>
          <a:xfrm>
            <a:off x="1341438" y="915988"/>
            <a:ext cx="4176712" cy="3132137"/>
          </a:xfrm>
          <a:solidFill>
            <a:srgbClr val="FFFFFF"/>
          </a:solidFill>
          <a:ln/>
        </p:spPr>
      </p:sp>
      <p:sp>
        <p:nvSpPr>
          <p:cNvPr id="49156" name="Rectangle 3">
            <a:extLst>
              <a:ext uri="{FF2B5EF4-FFF2-40B4-BE49-F238E27FC236}">
                <a16:creationId xmlns:a16="http://schemas.microsoft.com/office/drawing/2014/main" id="{8C96103C-1A8A-F670-C5C0-C58ADCEE694E}"/>
              </a:ext>
            </a:extLst>
          </p:cNvPr>
          <p:cNvSpPr>
            <a:spLocks noGrp="1" noChangeArrowheads="1"/>
          </p:cNvSpPr>
          <p:nvPr>
            <p:ph type="body" idx="1"/>
          </p:nvPr>
        </p:nvSpPr>
        <p:spPr>
          <a:xfrm>
            <a:off x="1046163" y="4352925"/>
            <a:ext cx="4770437" cy="3476625"/>
          </a:xfrm>
          <a:noFill/>
        </p:spPr>
        <p:txBody>
          <a:bodyPr wrap="none" anchor="ct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6AFB02EC-09D0-022D-6B75-D7366FDBB778}"/>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fld id="{8DE42055-A1CD-49BF-8EC9-DF1688FB5998}" type="slidenum">
              <a:rPr lang="en-US" altLang="en-US" sz="1200">
                <a:latin typeface="Times New Roman" panose="02020603050405020304" pitchFamily="18" charset="0"/>
              </a:rPr>
              <a:pPr/>
              <a:t>32</a:t>
            </a:fld>
            <a:endParaRPr lang="en-US" altLang="en-US" sz="1200">
              <a:latin typeface="Times New Roman" panose="02020603050405020304" pitchFamily="18" charset="0"/>
            </a:endParaRPr>
          </a:p>
        </p:txBody>
      </p:sp>
      <p:sp>
        <p:nvSpPr>
          <p:cNvPr id="59395" name="Rectangle 2">
            <a:extLst>
              <a:ext uri="{FF2B5EF4-FFF2-40B4-BE49-F238E27FC236}">
                <a16:creationId xmlns:a16="http://schemas.microsoft.com/office/drawing/2014/main" id="{F77D5B63-0ABF-7AA2-A18A-BA1A0B6BBB0B}"/>
              </a:ext>
            </a:extLst>
          </p:cNvPr>
          <p:cNvSpPr>
            <a:spLocks noGrp="1" noRot="1" noChangeAspect="1" noChangeArrowheads="1" noTextEdit="1"/>
          </p:cNvSpPr>
          <p:nvPr>
            <p:ph type="sldImg"/>
          </p:nvPr>
        </p:nvSpPr>
        <p:spPr>
          <a:xfrm>
            <a:off x="2876550" y="531813"/>
            <a:ext cx="3402013" cy="2551112"/>
          </a:xfrm>
          <a:solidFill>
            <a:srgbClr val="FFFFFF"/>
          </a:solidFill>
          <a:ln/>
        </p:spPr>
      </p:sp>
      <p:sp>
        <p:nvSpPr>
          <p:cNvPr id="59396" name="Rectangle 3">
            <a:extLst>
              <a:ext uri="{FF2B5EF4-FFF2-40B4-BE49-F238E27FC236}">
                <a16:creationId xmlns:a16="http://schemas.microsoft.com/office/drawing/2014/main" id="{5286CBBA-C2C7-4C21-3D6C-C5F58FF33634}"/>
              </a:ext>
            </a:extLst>
          </p:cNvPr>
          <p:cNvSpPr>
            <a:spLocks noGrp="1" noChangeArrowheads="1"/>
          </p:cNvSpPr>
          <p:nvPr>
            <p:ph type="body" idx="1"/>
          </p:nvPr>
        </p:nvSpPr>
        <p:spPr>
          <a:xfrm>
            <a:off x="1217613" y="3255963"/>
            <a:ext cx="6708775" cy="3074987"/>
          </a:xfrm>
          <a:solidFill>
            <a:srgbClr val="FFFFFF"/>
          </a:solidFill>
          <a:ln>
            <a:solidFill>
              <a:srgbClr val="000000"/>
            </a:solidFill>
            <a:miter lim="800000"/>
            <a:headEnd/>
            <a:tailEnd/>
          </a:ln>
        </p:spPr>
        <p:txBody>
          <a:bodyPr/>
          <a:lstStyle/>
          <a:p>
            <a:r>
              <a:rPr lang="en-US" altLang="en-US"/>
              <a:t>For example: Ethernet</a:t>
            </a:r>
          </a:p>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08DC8848-E397-128F-BAD1-E51549238485}"/>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fld id="{E89F2B19-4B82-4EC2-8EFC-AADA8685BBB7}" type="slidenum">
              <a:rPr lang="en-US" altLang="en-US" sz="1200">
                <a:latin typeface="Times New Roman" panose="02020603050405020304" pitchFamily="18" charset="0"/>
              </a:rPr>
              <a:pPr/>
              <a:t>41</a:t>
            </a:fld>
            <a:endParaRPr lang="en-US" altLang="en-US" sz="1200">
              <a:latin typeface="Times New Roman" panose="02020603050405020304" pitchFamily="18" charset="0"/>
            </a:endParaRPr>
          </a:p>
        </p:txBody>
      </p:sp>
      <p:sp>
        <p:nvSpPr>
          <p:cNvPr id="61443" name="Rectangle 2">
            <a:extLst>
              <a:ext uri="{FF2B5EF4-FFF2-40B4-BE49-F238E27FC236}">
                <a16:creationId xmlns:a16="http://schemas.microsoft.com/office/drawing/2014/main" id="{C94F4FCB-A895-EBC1-7D01-FA3E372D1CA7}"/>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03E3AD62-25C3-1306-B61E-29B9627B94B0}"/>
              </a:ext>
            </a:extLst>
          </p:cNvPr>
          <p:cNvSpPr>
            <a:spLocks noGrp="1" noChangeArrowheads="1"/>
          </p:cNvSpPr>
          <p:nvPr>
            <p:ph type="body" idx="1"/>
          </p:nvPr>
        </p:nvSpPr>
        <p:spPr>
          <a:noFill/>
        </p:spPr>
        <p:txBody>
          <a:bodyPr/>
          <a:lstStyle/>
          <a:p>
            <a:r>
              <a:rPr lang="en-US" altLang="en-US"/>
              <a:t>What if want to communicate between hosts on different Ethernets?  Internet as interoperability layer</a:t>
            </a:r>
          </a:p>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6027A014-814B-6347-FA54-8AFB8BA371AF}"/>
              </a:ext>
            </a:extLst>
          </p:cNvPr>
          <p:cNvSpPr>
            <a:spLocks noGrp="1" noChangeArrowheads="1"/>
          </p:cNvSpPr>
          <p:nvPr>
            <p:ph type="dt" sz="half" idx="10"/>
          </p:nvPr>
        </p:nvSpPr>
        <p:spPr>
          <a:ln/>
        </p:spPr>
        <p:txBody>
          <a:bodyPr/>
          <a:lstStyle>
            <a:lvl1pPr>
              <a:defRPr/>
            </a:lvl1pPr>
          </a:lstStyle>
          <a:p>
            <a:pPr>
              <a:defRPr/>
            </a:pPr>
            <a:r>
              <a:rPr lang="en-US"/>
              <a:t>L -1; 9-11-02</a:t>
            </a:r>
          </a:p>
        </p:txBody>
      </p:sp>
      <p:sp>
        <p:nvSpPr>
          <p:cNvPr id="5" name="Rectangle 5">
            <a:extLst>
              <a:ext uri="{FF2B5EF4-FFF2-40B4-BE49-F238E27FC236}">
                <a16:creationId xmlns:a16="http://schemas.microsoft.com/office/drawing/2014/main" id="{794BE141-B3CA-044C-F0F3-61121D8EFEE0}"/>
              </a:ext>
            </a:extLst>
          </p:cNvPr>
          <p:cNvSpPr>
            <a:spLocks noGrp="1" noChangeArrowheads="1"/>
          </p:cNvSpPr>
          <p:nvPr>
            <p:ph type="ftr" sz="quarter" idx="11"/>
          </p:nvPr>
        </p:nvSpPr>
        <p:spPr>
          <a:ln/>
        </p:spPr>
        <p:txBody>
          <a:bodyPr/>
          <a:lstStyle>
            <a:lvl1pPr>
              <a:defRPr/>
            </a:lvl1pPr>
          </a:lstStyle>
          <a:p>
            <a:pPr>
              <a:defRPr/>
            </a:pPr>
            <a:r>
              <a:rPr lang="en-US"/>
              <a:t>© Srinivasan Seshan, 2002</a:t>
            </a:r>
          </a:p>
        </p:txBody>
      </p:sp>
      <p:sp>
        <p:nvSpPr>
          <p:cNvPr id="6" name="Rectangle 6">
            <a:extLst>
              <a:ext uri="{FF2B5EF4-FFF2-40B4-BE49-F238E27FC236}">
                <a16:creationId xmlns:a16="http://schemas.microsoft.com/office/drawing/2014/main" id="{67790185-82C0-0E60-3BFF-62C3B7947B26}"/>
              </a:ext>
            </a:extLst>
          </p:cNvPr>
          <p:cNvSpPr>
            <a:spLocks noGrp="1" noChangeArrowheads="1"/>
          </p:cNvSpPr>
          <p:nvPr>
            <p:ph type="sldNum" sz="quarter" idx="12"/>
          </p:nvPr>
        </p:nvSpPr>
        <p:spPr>
          <a:ln/>
        </p:spPr>
        <p:txBody>
          <a:bodyPr/>
          <a:lstStyle>
            <a:lvl1pPr>
              <a:defRPr/>
            </a:lvl1pPr>
          </a:lstStyle>
          <a:p>
            <a:fld id="{B9025941-45BF-4259-8D9C-A6DA6F7660BE}" type="slidenum">
              <a:rPr lang="en-US" altLang="en-US"/>
              <a:pPr/>
              <a:t>‹#›</a:t>
            </a:fld>
            <a:endParaRPr lang="en-US" altLang="en-US"/>
          </a:p>
        </p:txBody>
      </p:sp>
    </p:spTree>
    <p:extLst>
      <p:ext uri="{BB962C8B-B14F-4D97-AF65-F5344CB8AC3E}">
        <p14:creationId xmlns:p14="http://schemas.microsoft.com/office/powerpoint/2010/main" val="1545390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6787AD1-0A1B-3B16-43E8-ABBCDA87F801}"/>
              </a:ext>
            </a:extLst>
          </p:cNvPr>
          <p:cNvSpPr>
            <a:spLocks noGrp="1" noChangeArrowheads="1"/>
          </p:cNvSpPr>
          <p:nvPr>
            <p:ph type="dt" sz="half" idx="10"/>
          </p:nvPr>
        </p:nvSpPr>
        <p:spPr>
          <a:ln/>
        </p:spPr>
        <p:txBody>
          <a:bodyPr/>
          <a:lstStyle>
            <a:lvl1pPr>
              <a:defRPr/>
            </a:lvl1pPr>
          </a:lstStyle>
          <a:p>
            <a:pPr>
              <a:defRPr/>
            </a:pPr>
            <a:r>
              <a:rPr lang="en-US"/>
              <a:t>L -1; 9-11-02</a:t>
            </a:r>
          </a:p>
        </p:txBody>
      </p:sp>
      <p:sp>
        <p:nvSpPr>
          <p:cNvPr id="5" name="Rectangle 5">
            <a:extLst>
              <a:ext uri="{FF2B5EF4-FFF2-40B4-BE49-F238E27FC236}">
                <a16:creationId xmlns:a16="http://schemas.microsoft.com/office/drawing/2014/main" id="{E69D53FD-A183-0BF6-929D-87529FFC7FFD}"/>
              </a:ext>
            </a:extLst>
          </p:cNvPr>
          <p:cNvSpPr>
            <a:spLocks noGrp="1" noChangeArrowheads="1"/>
          </p:cNvSpPr>
          <p:nvPr>
            <p:ph type="ftr" sz="quarter" idx="11"/>
          </p:nvPr>
        </p:nvSpPr>
        <p:spPr>
          <a:ln/>
        </p:spPr>
        <p:txBody>
          <a:bodyPr/>
          <a:lstStyle>
            <a:lvl1pPr>
              <a:defRPr/>
            </a:lvl1pPr>
          </a:lstStyle>
          <a:p>
            <a:pPr>
              <a:defRPr/>
            </a:pPr>
            <a:r>
              <a:rPr lang="en-US"/>
              <a:t>© Srinivasan Seshan, 2002</a:t>
            </a:r>
          </a:p>
        </p:txBody>
      </p:sp>
      <p:sp>
        <p:nvSpPr>
          <p:cNvPr id="6" name="Rectangle 6">
            <a:extLst>
              <a:ext uri="{FF2B5EF4-FFF2-40B4-BE49-F238E27FC236}">
                <a16:creationId xmlns:a16="http://schemas.microsoft.com/office/drawing/2014/main" id="{EFB496F7-7085-575E-0498-2A7464F35D78}"/>
              </a:ext>
            </a:extLst>
          </p:cNvPr>
          <p:cNvSpPr>
            <a:spLocks noGrp="1" noChangeArrowheads="1"/>
          </p:cNvSpPr>
          <p:nvPr>
            <p:ph type="sldNum" sz="quarter" idx="12"/>
          </p:nvPr>
        </p:nvSpPr>
        <p:spPr>
          <a:ln/>
        </p:spPr>
        <p:txBody>
          <a:bodyPr/>
          <a:lstStyle>
            <a:lvl1pPr>
              <a:defRPr/>
            </a:lvl1pPr>
          </a:lstStyle>
          <a:p>
            <a:fld id="{C121031E-8EC3-4755-BC8D-9635B9642F30}" type="slidenum">
              <a:rPr lang="en-US" altLang="en-US"/>
              <a:pPr/>
              <a:t>‹#›</a:t>
            </a:fld>
            <a:endParaRPr lang="en-US" altLang="en-US"/>
          </a:p>
        </p:txBody>
      </p:sp>
    </p:spTree>
    <p:extLst>
      <p:ext uri="{BB962C8B-B14F-4D97-AF65-F5344CB8AC3E}">
        <p14:creationId xmlns:p14="http://schemas.microsoft.com/office/powerpoint/2010/main" val="1920987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7637FB0E-8D5D-A94A-692E-ADB7A79F056D}"/>
              </a:ext>
            </a:extLst>
          </p:cNvPr>
          <p:cNvSpPr>
            <a:spLocks noGrp="1" noChangeArrowheads="1"/>
          </p:cNvSpPr>
          <p:nvPr>
            <p:ph type="dt" sz="half" idx="10"/>
          </p:nvPr>
        </p:nvSpPr>
        <p:spPr>
          <a:ln/>
        </p:spPr>
        <p:txBody>
          <a:bodyPr/>
          <a:lstStyle>
            <a:lvl1pPr>
              <a:defRPr/>
            </a:lvl1pPr>
          </a:lstStyle>
          <a:p>
            <a:pPr>
              <a:defRPr/>
            </a:pPr>
            <a:r>
              <a:rPr lang="en-US"/>
              <a:t>L -1; 9-11-02</a:t>
            </a:r>
          </a:p>
        </p:txBody>
      </p:sp>
      <p:sp>
        <p:nvSpPr>
          <p:cNvPr id="5" name="Rectangle 5">
            <a:extLst>
              <a:ext uri="{FF2B5EF4-FFF2-40B4-BE49-F238E27FC236}">
                <a16:creationId xmlns:a16="http://schemas.microsoft.com/office/drawing/2014/main" id="{7D242FD0-3715-8281-7F79-5154C02CC2DD}"/>
              </a:ext>
            </a:extLst>
          </p:cNvPr>
          <p:cNvSpPr>
            <a:spLocks noGrp="1" noChangeArrowheads="1"/>
          </p:cNvSpPr>
          <p:nvPr>
            <p:ph type="ftr" sz="quarter" idx="11"/>
          </p:nvPr>
        </p:nvSpPr>
        <p:spPr>
          <a:ln/>
        </p:spPr>
        <p:txBody>
          <a:bodyPr/>
          <a:lstStyle>
            <a:lvl1pPr>
              <a:defRPr/>
            </a:lvl1pPr>
          </a:lstStyle>
          <a:p>
            <a:pPr>
              <a:defRPr/>
            </a:pPr>
            <a:r>
              <a:rPr lang="en-US"/>
              <a:t>© Srinivasan Seshan, 2002</a:t>
            </a:r>
          </a:p>
        </p:txBody>
      </p:sp>
      <p:sp>
        <p:nvSpPr>
          <p:cNvPr id="6" name="Rectangle 6">
            <a:extLst>
              <a:ext uri="{FF2B5EF4-FFF2-40B4-BE49-F238E27FC236}">
                <a16:creationId xmlns:a16="http://schemas.microsoft.com/office/drawing/2014/main" id="{5CD1791E-A62A-2C02-55A8-0E8AE12FCDE0}"/>
              </a:ext>
            </a:extLst>
          </p:cNvPr>
          <p:cNvSpPr>
            <a:spLocks noGrp="1" noChangeArrowheads="1"/>
          </p:cNvSpPr>
          <p:nvPr>
            <p:ph type="sldNum" sz="quarter" idx="12"/>
          </p:nvPr>
        </p:nvSpPr>
        <p:spPr>
          <a:ln/>
        </p:spPr>
        <p:txBody>
          <a:bodyPr/>
          <a:lstStyle>
            <a:lvl1pPr>
              <a:defRPr/>
            </a:lvl1pPr>
          </a:lstStyle>
          <a:p>
            <a:fld id="{BA993A6F-1003-4F37-B808-EACA072A7EAA}" type="slidenum">
              <a:rPr lang="en-US" altLang="en-US"/>
              <a:pPr/>
              <a:t>‹#›</a:t>
            </a:fld>
            <a:endParaRPr lang="en-US" altLang="en-US"/>
          </a:p>
        </p:txBody>
      </p:sp>
    </p:spTree>
    <p:extLst>
      <p:ext uri="{BB962C8B-B14F-4D97-AF65-F5344CB8AC3E}">
        <p14:creationId xmlns:p14="http://schemas.microsoft.com/office/powerpoint/2010/main" val="3966556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2AF3E622-5F09-FD7A-3C75-A7ED204096FC}"/>
              </a:ext>
            </a:extLst>
          </p:cNvPr>
          <p:cNvSpPr>
            <a:spLocks noGrp="1" noChangeArrowheads="1"/>
          </p:cNvSpPr>
          <p:nvPr>
            <p:ph type="dt" sz="half" idx="10"/>
          </p:nvPr>
        </p:nvSpPr>
        <p:spPr>
          <a:ln/>
        </p:spPr>
        <p:txBody>
          <a:bodyPr/>
          <a:lstStyle>
            <a:lvl1pPr>
              <a:defRPr/>
            </a:lvl1pPr>
          </a:lstStyle>
          <a:p>
            <a:pPr>
              <a:defRPr/>
            </a:pPr>
            <a:r>
              <a:rPr lang="en-US"/>
              <a:t>L -1; 9-11-02</a:t>
            </a:r>
          </a:p>
        </p:txBody>
      </p:sp>
      <p:sp>
        <p:nvSpPr>
          <p:cNvPr id="6" name="Rectangle 5">
            <a:extLst>
              <a:ext uri="{FF2B5EF4-FFF2-40B4-BE49-F238E27FC236}">
                <a16:creationId xmlns:a16="http://schemas.microsoft.com/office/drawing/2014/main" id="{D68BCD85-0024-2082-45C3-ADAC518DE40E}"/>
              </a:ext>
            </a:extLst>
          </p:cNvPr>
          <p:cNvSpPr>
            <a:spLocks noGrp="1" noChangeArrowheads="1"/>
          </p:cNvSpPr>
          <p:nvPr>
            <p:ph type="ftr" sz="quarter" idx="11"/>
          </p:nvPr>
        </p:nvSpPr>
        <p:spPr>
          <a:ln/>
        </p:spPr>
        <p:txBody>
          <a:bodyPr/>
          <a:lstStyle>
            <a:lvl1pPr>
              <a:defRPr/>
            </a:lvl1pPr>
          </a:lstStyle>
          <a:p>
            <a:pPr>
              <a:defRPr/>
            </a:pPr>
            <a:r>
              <a:rPr lang="en-US"/>
              <a:t>© Srinivasan Seshan, 2002</a:t>
            </a:r>
          </a:p>
        </p:txBody>
      </p:sp>
      <p:sp>
        <p:nvSpPr>
          <p:cNvPr id="7" name="Rectangle 6">
            <a:extLst>
              <a:ext uri="{FF2B5EF4-FFF2-40B4-BE49-F238E27FC236}">
                <a16:creationId xmlns:a16="http://schemas.microsoft.com/office/drawing/2014/main" id="{B29B47FD-2610-9CDF-D713-9E4A926E52A9}"/>
              </a:ext>
            </a:extLst>
          </p:cNvPr>
          <p:cNvSpPr>
            <a:spLocks noGrp="1" noChangeArrowheads="1"/>
          </p:cNvSpPr>
          <p:nvPr>
            <p:ph type="sldNum" sz="quarter" idx="12"/>
          </p:nvPr>
        </p:nvSpPr>
        <p:spPr>
          <a:ln/>
        </p:spPr>
        <p:txBody>
          <a:bodyPr/>
          <a:lstStyle>
            <a:lvl1pPr>
              <a:defRPr/>
            </a:lvl1pPr>
          </a:lstStyle>
          <a:p>
            <a:fld id="{410B4CF8-C576-44DD-A2AE-C45D29BC2AA5}" type="slidenum">
              <a:rPr lang="en-US" altLang="en-US"/>
              <a:pPr/>
              <a:t>‹#›</a:t>
            </a:fld>
            <a:endParaRPr lang="en-US" altLang="en-US"/>
          </a:p>
        </p:txBody>
      </p:sp>
    </p:spTree>
    <p:extLst>
      <p:ext uri="{BB962C8B-B14F-4D97-AF65-F5344CB8AC3E}">
        <p14:creationId xmlns:p14="http://schemas.microsoft.com/office/powerpoint/2010/main" val="3543893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E2ECE525-889B-926B-2F48-8DCBF49B3CDB}"/>
              </a:ext>
            </a:extLst>
          </p:cNvPr>
          <p:cNvSpPr>
            <a:spLocks noGrp="1" noChangeArrowheads="1"/>
          </p:cNvSpPr>
          <p:nvPr>
            <p:ph type="dt" sz="half" idx="10"/>
          </p:nvPr>
        </p:nvSpPr>
        <p:spPr>
          <a:ln/>
        </p:spPr>
        <p:txBody>
          <a:bodyPr/>
          <a:lstStyle>
            <a:lvl1pPr>
              <a:defRPr/>
            </a:lvl1pPr>
          </a:lstStyle>
          <a:p>
            <a:pPr>
              <a:defRPr/>
            </a:pPr>
            <a:r>
              <a:rPr lang="en-US"/>
              <a:t>L -1; 9-11-02</a:t>
            </a:r>
          </a:p>
        </p:txBody>
      </p:sp>
      <p:sp>
        <p:nvSpPr>
          <p:cNvPr id="8" name="Rectangle 5">
            <a:extLst>
              <a:ext uri="{FF2B5EF4-FFF2-40B4-BE49-F238E27FC236}">
                <a16:creationId xmlns:a16="http://schemas.microsoft.com/office/drawing/2014/main" id="{8634172A-E653-9E11-70D1-0B27C8BE82D4}"/>
              </a:ext>
            </a:extLst>
          </p:cNvPr>
          <p:cNvSpPr>
            <a:spLocks noGrp="1" noChangeArrowheads="1"/>
          </p:cNvSpPr>
          <p:nvPr>
            <p:ph type="ftr" sz="quarter" idx="11"/>
          </p:nvPr>
        </p:nvSpPr>
        <p:spPr>
          <a:ln/>
        </p:spPr>
        <p:txBody>
          <a:bodyPr/>
          <a:lstStyle>
            <a:lvl1pPr>
              <a:defRPr/>
            </a:lvl1pPr>
          </a:lstStyle>
          <a:p>
            <a:pPr>
              <a:defRPr/>
            </a:pPr>
            <a:r>
              <a:rPr lang="en-US"/>
              <a:t>© Srinivasan Seshan, 2002</a:t>
            </a:r>
          </a:p>
        </p:txBody>
      </p:sp>
      <p:sp>
        <p:nvSpPr>
          <p:cNvPr id="9" name="Rectangle 6">
            <a:extLst>
              <a:ext uri="{FF2B5EF4-FFF2-40B4-BE49-F238E27FC236}">
                <a16:creationId xmlns:a16="http://schemas.microsoft.com/office/drawing/2014/main" id="{EBD4177C-1AF4-BA8D-F829-A114ECB3D880}"/>
              </a:ext>
            </a:extLst>
          </p:cNvPr>
          <p:cNvSpPr>
            <a:spLocks noGrp="1" noChangeArrowheads="1"/>
          </p:cNvSpPr>
          <p:nvPr>
            <p:ph type="sldNum" sz="quarter" idx="12"/>
          </p:nvPr>
        </p:nvSpPr>
        <p:spPr>
          <a:ln/>
        </p:spPr>
        <p:txBody>
          <a:bodyPr/>
          <a:lstStyle>
            <a:lvl1pPr>
              <a:defRPr/>
            </a:lvl1pPr>
          </a:lstStyle>
          <a:p>
            <a:fld id="{A98D8F12-BEE2-4141-AE00-D819C885B2A6}" type="slidenum">
              <a:rPr lang="en-US" altLang="en-US"/>
              <a:pPr/>
              <a:t>‹#›</a:t>
            </a:fld>
            <a:endParaRPr lang="en-US" altLang="en-US"/>
          </a:p>
        </p:txBody>
      </p:sp>
    </p:spTree>
    <p:extLst>
      <p:ext uri="{BB962C8B-B14F-4D97-AF65-F5344CB8AC3E}">
        <p14:creationId xmlns:p14="http://schemas.microsoft.com/office/powerpoint/2010/main" val="246638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F36DF275-0520-643B-248E-10E20CEE8EA6}"/>
              </a:ext>
            </a:extLst>
          </p:cNvPr>
          <p:cNvSpPr>
            <a:spLocks noGrp="1" noChangeArrowheads="1"/>
          </p:cNvSpPr>
          <p:nvPr>
            <p:ph type="dt" sz="half" idx="10"/>
          </p:nvPr>
        </p:nvSpPr>
        <p:spPr>
          <a:ln/>
        </p:spPr>
        <p:txBody>
          <a:bodyPr/>
          <a:lstStyle>
            <a:lvl1pPr>
              <a:defRPr/>
            </a:lvl1pPr>
          </a:lstStyle>
          <a:p>
            <a:pPr>
              <a:defRPr/>
            </a:pPr>
            <a:r>
              <a:rPr lang="en-US"/>
              <a:t>L -1; 9-11-02</a:t>
            </a:r>
          </a:p>
        </p:txBody>
      </p:sp>
      <p:sp>
        <p:nvSpPr>
          <p:cNvPr id="4" name="Rectangle 5">
            <a:extLst>
              <a:ext uri="{FF2B5EF4-FFF2-40B4-BE49-F238E27FC236}">
                <a16:creationId xmlns:a16="http://schemas.microsoft.com/office/drawing/2014/main" id="{07939CA6-9FC8-789D-A1CF-3649B12B2BE4}"/>
              </a:ext>
            </a:extLst>
          </p:cNvPr>
          <p:cNvSpPr>
            <a:spLocks noGrp="1" noChangeArrowheads="1"/>
          </p:cNvSpPr>
          <p:nvPr>
            <p:ph type="ftr" sz="quarter" idx="11"/>
          </p:nvPr>
        </p:nvSpPr>
        <p:spPr>
          <a:ln/>
        </p:spPr>
        <p:txBody>
          <a:bodyPr/>
          <a:lstStyle>
            <a:lvl1pPr>
              <a:defRPr/>
            </a:lvl1pPr>
          </a:lstStyle>
          <a:p>
            <a:pPr>
              <a:defRPr/>
            </a:pPr>
            <a:r>
              <a:rPr lang="en-US"/>
              <a:t>© Srinivasan Seshan, 2002</a:t>
            </a:r>
          </a:p>
        </p:txBody>
      </p:sp>
      <p:sp>
        <p:nvSpPr>
          <p:cNvPr id="5" name="Rectangle 6">
            <a:extLst>
              <a:ext uri="{FF2B5EF4-FFF2-40B4-BE49-F238E27FC236}">
                <a16:creationId xmlns:a16="http://schemas.microsoft.com/office/drawing/2014/main" id="{E6D9F34F-8111-8EB5-B32F-00046835D780}"/>
              </a:ext>
            </a:extLst>
          </p:cNvPr>
          <p:cNvSpPr>
            <a:spLocks noGrp="1" noChangeArrowheads="1"/>
          </p:cNvSpPr>
          <p:nvPr>
            <p:ph type="sldNum" sz="quarter" idx="12"/>
          </p:nvPr>
        </p:nvSpPr>
        <p:spPr>
          <a:ln/>
        </p:spPr>
        <p:txBody>
          <a:bodyPr/>
          <a:lstStyle>
            <a:lvl1pPr>
              <a:defRPr/>
            </a:lvl1pPr>
          </a:lstStyle>
          <a:p>
            <a:fld id="{65CC0BC4-91A2-4A00-B959-0CF2F4F51EF3}" type="slidenum">
              <a:rPr lang="en-US" altLang="en-US"/>
              <a:pPr/>
              <a:t>‹#›</a:t>
            </a:fld>
            <a:endParaRPr lang="en-US" altLang="en-US"/>
          </a:p>
        </p:txBody>
      </p:sp>
    </p:spTree>
    <p:extLst>
      <p:ext uri="{BB962C8B-B14F-4D97-AF65-F5344CB8AC3E}">
        <p14:creationId xmlns:p14="http://schemas.microsoft.com/office/powerpoint/2010/main" val="161634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652840B-C9E6-9864-068B-6AD0494A72CB}"/>
              </a:ext>
            </a:extLst>
          </p:cNvPr>
          <p:cNvSpPr>
            <a:spLocks noGrp="1" noChangeArrowheads="1"/>
          </p:cNvSpPr>
          <p:nvPr>
            <p:ph type="dt" sz="half" idx="10"/>
          </p:nvPr>
        </p:nvSpPr>
        <p:spPr>
          <a:ln/>
        </p:spPr>
        <p:txBody>
          <a:bodyPr/>
          <a:lstStyle>
            <a:lvl1pPr>
              <a:defRPr/>
            </a:lvl1pPr>
          </a:lstStyle>
          <a:p>
            <a:pPr>
              <a:defRPr/>
            </a:pPr>
            <a:r>
              <a:rPr lang="en-US"/>
              <a:t>L -1; 9-11-02</a:t>
            </a:r>
          </a:p>
        </p:txBody>
      </p:sp>
      <p:sp>
        <p:nvSpPr>
          <p:cNvPr id="3" name="Rectangle 5">
            <a:extLst>
              <a:ext uri="{FF2B5EF4-FFF2-40B4-BE49-F238E27FC236}">
                <a16:creationId xmlns:a16="http://schemas.microsoft.com/office/drawing/2014/main" id="{C5328706-9B3D-E796-4982-4DAADB6AEFFD}"/>
              </a:ext>
            </a:extLst>
          </p:cNvPr>
          <p:cNvSpPr>
            <a:spLocks noGrp="1" noChangeArrowheads="1"/>
          </p:cNvSpPr>
          <p:nvPr>
            <p:ph type="ftr" sz="quarter" idx="11"/>
          </p:nvPr>
        </p:nvSpPr>
        <p:spPr>
          <a:ln/>
        </p:spPr>
        <p:txBody>
          <a:bodyPr/>
          <a:lstStyle>
            <a:lvl1pPr>
              <a:defRPr/>
            </a:lvl1pPr>
          </a:lstStyle>
          <a:p>
            <a:pPr>
              <a:defRPr/>
            </a:pPr>
            <a:r>
              <a:rPr lang="en-US"/>
              <a:t>© Srinivasan Seshan, 2002</a:t>
            </a:r>
          </a:p>
        </p:txBody>
      </p:sp>
      <p:sp>
        <p:nvSpPr>
          <p:cNvPr id="4" name="Rectangle 6">
            <a:extLst>
              <a:ext uri="{FF2B5EF4-FFF2-40B4-BE49-F238E27FC236}">
                <a16:creationId xmlns:a16="http://schemas.microsoft.com/office/drawing/2014/main" id="{AAE2FE7A-0EB1-0F69-319E-59BEC0DAD21C}"/>
              </a:ext>
            </a:extLst>
          </p:cNvPr>
          <p:cNvSpPr>
            <a:spLocks noGrp="1" noChangeArrowheads="1"/>
          </p:cNvSpPr>
          <p:nvPr>
            <p:ph type="sldNum" sz="quarter" idx="12"/>
          </p:nvPr>
        </p:nvSpPr>
        <p:spPr>
          <a:ln/>
        </p:spPr>
        <p:txBody>
          <a:bodyPr/>
          <a:lstStyle>
            <a:lvl1pPr>
              <a:defRPr/>
            </a:lvl1pPr>
          </a:lstStyle>
          <a:p>
            <a:fld id="{01AC6964-767D-42DB-B873-B0AA04C4DC7C}" type="slidenum">
              <a:rPr lang="en-US" altLang="en-US"/>
              <a:pPr/>
              <a:t>‹#›</a:t>
            </a:fld>
            <a:endParaRPr lang="en-US" altLang="en-US"/>
          </a:p>
        </p:txBody>
      </p:sp>
    </p:spTree>
    <p:extLst>
      <p:ext uri="{BB962C8B-B14F-4D97-AF65-F5344CB8AC3E}">
        <p14:creationId xmlns:p14="http://schemas.microsoft.com/office/powerpoint/2010/main" val="4031630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AA4BA89-EC76-EC38-9365-DD391440E979}"/>
              </a:ext>
            </a:extLst>
          </p:cNvPr>
          <p:cNvSpPr>
            <a:spLocks noGrp="1" noChangeArrowheads="1"/>
          </p:cNvSpPr>
          <p:nvPr>
            <p:ph type="dt" sz="half" idx="10"/>
          </p:nvPr>
        </p:nvSpPr>
        <p:spPr>
          <a:ln/>
        </p:spPr>
        <p:txBody>
          <a:bodyPr/>
          <a:lstStyle>
            <a:lvl1pPr>
              <a:defRPr/>
            </a:lvl1pPr>
          </a:lstStyle>
          <a:p>
            <a:pPr>
              <a:defRPr/>
            </a:pPr>
            <a:r>
              <a:rPr lang="en-US"/>
              <a:t>L -1; 9-11-02</a:t>
            </a:r>
          </a:p>
        </p:txBody>
      </p:sp>
      <p:sp>
        <p:nvSpPr>
          <p:cNvPr id="6" name="Rectangle 5">
            <a:extLst>
              <a:ext uri="{FF2B5EF4-FFF2-40B4-BE49-F238E27FC236}">
                <a16:creationId xmlns:a16="http://schemas.microsoft.com/office/drawing/2014/main" id="{1A422065-D790-C942-AF69-D83264CA22EC}"/>
              </a:ext>
            </a:extLst>
          </p:cNvPr>
          <p:cNvSpPr>
            <a:spLocks noGrp="1" noChangeArrowheads="1"/>
          </p:cNvSpPr>
          <p:nvPr>
            <p:ph type="ftr" sz="quarter" idx="11"/>
          </p:nvPr>
        </p:nvSpPr>
        <p:spPr>
          <a:ln/>
        </p:spPr>
        <p:txBody>
          <a:bodyPr/>
          <a:lstStyle>
            <a:lvl1pPr>
              <a:defRPr/>
            </a:lvl1pPr>
          </a:lstStyle>
          <a:p>
            <a:pPr>
              <a:defRPr/>
            </a:pPr>
            <a:r>
              <a:rPr lang="en-US"/>
              <a:t>© Srinivasan Seshan, 2002</a:t>
            </a:r>
          </a:p>
        </p:txBody>
      </p:sp>
      <p:sp>
        <p:nvSpPr>
          <p:cNvPr id="7" name="Rectangle 6">
            <a:extLst>
              <a:ext uri="{FF2B5EF4-FFF2-40B4-BE49-F238E27FC236}">
                <a16:creationId xmlns:a16="http://schemas.microsoft.com/office/drawing/2014/main" id="{538441D7-5DE8-D18F-141C-670950C5E480}"/>
              </a:ext>
            </a:extLst>
          </p:cNvPr>
          <p:cNvSpPr>
            <a:spLocks noGrp="1" noChangeArrowheads="1"/>
          </p:cNvSpPr>
          <p:nvPr>
            <p:ph type="sldNum" sz="quarter" idx="12"/>
          </p:nvPr>
        </p:nvSpPr>
        <p:spPr>
          <a:ln/>
        </p:spPr>
        <p:txBody>
          <a:bodyPr/>
          <a:lstStyle>
            <a:lvl1pPr>
              <a:defRPr/>
            </a:lvl1pPr>
          </a:lstStyle>
          <a:p>
            <a:fld id="{E0E28A21-992B-41C3-BB7B-5F049799C500}" type="slidenum">
              <a:rPr lang="en-US" altLang="en-US"/>
              <a:pPr/>
              <a:t>‹#›</a:t>
            </a:fld>
            <a:endParaRPr lang="en-US" altLang="en-US"/>
          </a:p>
        </p:txBody>
      </p:sp>
    </p:spTree>
    <p:extLst>
      <p:ext uri="{BB962C8B-B14F-4D97-AF65-F5344CB8AC3E}">
        <p14:creationId xmlns:p14="http://schemas.microsoft.com/office/powerpoint/2010/main" val="142018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7568981-6DDC-2283-B321-C563EBBC574D}"/>
              </a:ext>
            </a:extLst>
          </p:cNvPr>
          <p:cNvSpPr>
            <a:spLocks noGrp="1" noChangeArrowheads="1"/>
          </p:cNvSpPr>
          <p:nvPr>
            <p:ph type="dt" sz="half" idx="10"/>
          </p:nvPr>
        </p:nvSpPr>
        <p:spPr>
          <a:ln/>
        </p:spPr>
        <p:txBody>
          <a:bodyPr/>
          <a:lstStyle>
            <a:lvl1pPr>
              <a:defRPr/>
            </a:lvl1pPr>
          </a:lstStyle>
          <a:p>
            <a:pPr>
              <a:defRPr/>
            </a:pPr>
            <a:r>
              <a:rPr lang="en-US"/>
              <a:t>L -1; 9-11-02</a:t>
            </a:r>
          </a:p>
        </p:txBody>
      </p:sp>
      <p:sp>
        <p:nvSpPr>
          <p:cNvPr id="6" name="Rectangle 5">
            <a:extLst>
              <a:ext uri="{FF2B5EF4-FFF2-40B4-BE49-F238E27FC236}">
                <a16:creationId xmlns:a16="http://schemas.microsoft.com/office/drawing/2014/main" id="{993B3BF1-E317-5893-730D-AD5848C0C22E}"/>
              </a:ext>
            </a:extLst>
          </p:cNvPr>
          <p:cNvSpPr>
            <a:spLocks noGrp="1" noChangeArrowheads="1"/>
          </p:cNvSpPr>
          <p:nvPr>
            <p:ph type="ftr" sz="quarter" idx="11"/>
          </p:nvPr>
        </p:nvSpPr>
        <p:spPr>
          <a:ln/>
        </p:spPr>
        <p:txBody>
          <a:bodyPr/>
          <a:lstStyle>
            <a:lvl1pPr>
              <a:defRPr/>
            </a:lvl1pPr>
          </a:lstStyle>
          <a:p>
            <a:pPr>
              <a:defRPr/>
            </a:pPr>
            <a:r>
              <a:rPr lang="en-US"/>
              <a:t>© Srinivasan Seshan, 2002</a:t>
            </a:r>
          </a:p>
        </p:txBody>
      </p:sp>
      <p:sp>
        <p:nvSpPr>
          <p:cNvPr id="7" name="Rectangle 6">
            <a:extLst>
              <a:ext uri="{FF2B5EF4-FFF2-40B4-BE49-F238E27FC236}">
                <a16:creationId xmlns:a16="http://schemas.microsoft.com/office/drawing/2014/main" id="{D4696046-81D1-BD37-99D1-0E1ECA5EC70B}"/>
              </a:ext>
            </a:extLst>
          </p:cNvPr>
          <p:cNvSpPr>
            <a:spLocks noGrp="1" noChangeArrowheads="1"/>
          </p:cNvSpPr>
          <p:nvPr>
            <p:ph type="sldNum" sz="quarter" idx="12"/>
          </p:nvPr>
        </p:nvSpPr>
        <p:spPr>
          <a:ln/>
        </p:spPr>
        <p:txBody>
          <a:bodyPr/>
          <a:lstStyle>
            <a:lvl1pPr>
              <a:defRPr/>
            </a:lvl1pPr>
          </a:lstStyle>
          <a:p>
            <a:fld id="{2D39D457-DA04-4D9C-9F6A-0FC49BDF2673}" type="slidenum">
              <a:rPr lang="en-US" altLang="en-US"/>
              <a:pPr/>
              <a:t>‹#›</a:t>
            </a:fld>
            <a:endParaRPr lang="en-US" altLang="en-US"/>
          </a:p>
        </p:txBody>
      </p:sp>
    </p:spTree>
    <p:extLst>
      <p:ext uri="{BB962C8B-B14F-4D97-AF65-F5344CB8AC3E}">
        <p14:creationId xmlns:p14="http://schemas.microsoft.com/office/powerpoint/2010/main" val="2682829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8BCF5FB-0C12-E099-A133-22981A7BF13B}"/>
              </a:ext>
            </a:extLst>
          </p:cNvPr>
          <p:cNvSpPr>
            <a:spLocks noGrp="1" noChangeArrowheads="1"/>
          </p:cNvSpPr>
          <p:nvPr>
            <p:ph type="dt" sz="half" idx="10"/>
          </p:nvPr>
        </p:nvSpPr>
        <p:spPr>
          <a:ln/>
        </p:spPr>
        <p:txBody>
          <a:bodyPr/>
          <a:lstStyle>
            <a:lvl1pPr>
              <a:defRPr/>
            </a:lvl1pPr>
          </a:lstStyle>
          <a:p>
            <a:pPr>
              <a:defRPr/>
            </a:pPr>
            <a:r>
              <a:rPr lang="en-US"/>
              <a:t>L -1; 9-11-02</a:t>
            </a:r>
          </a:p>
        </p:txBody>
      </p:sp>
      <p:sp>
        <p:nvSpPr>
          <p:cNvPr id="5" name="Rectangle 5">
            <a:extLst>
              <a:ext uri="{FF2B5EF4-FFF2-40B4-BE49-F238E27FC236}">
                <a16:creationId xmlns:a16="http://schemas.microsoft.com/office/drawing/2014/main" id="{9D460496-977F-E129-D4D4-65F22B4DBDEC}"/>
              </a:ext>
            </a:extLst>
          </p:cNvPr>
          <p:cNvSpPr>
            <a:spLocks noGrp="1" noChangeArrowheads="1"/>
          </p:cNvSpPr>
          <p:nvPr>
            <p:ph type="ftr" sz="quarter" idx="11"/>
          </p:nvPr>
        </p:nvSpPr>
        <p:spPr>
          <a:ln/>
        </p:spPr>
        <p:txBody>
          <a:bodyPr/>
          <a:lstStyle>
            <a:lvl1pPr>
              <a:defRPr/>
            </a:lvl1pPr>
          </a:lstStyle>
          <a:p>
            <a:pPr>
              <a:defRPr/>
            </a:pPr>
            <a:r>
              <a:rPr lang="en-US"/>
              <a:t>© Srinivasan Seshan, 2002</a:t>
            </a:r>
          </a:p>
        </p:txBody>
      </p:sp>
      <p:sp>
        <p:nvSpPr>
          <p:cNvPr id="6" name="Rectangle 6">
            <a:extLst>
              <a:ext uri="{FF2B5EF4-FFF2-40B4-BE49-F238E27FC236}">
                <a16:creationId xmlns:a16="http://schemas.microsoft.com/office/drawing/2014/main" id="{E897D396-A795-5069-CE36-852765B74DEB}"/>
              </a:ext>
            </a:extLst>
          </p:cNvPr>
          <p:cNvSpPr>
            <a:spLocks noGrp="1" noChangeArrowheads="1"/>
          </p:cNvSpPr>
          <p:nvPr>
            <p:ph type="sldNum" sz="quarter" idx="12"/>
          </p:nvPr>
        </p:nvSpPr>
        <p:spPr>
          <a:ln/>
        </p:spPr>
        <p:txBody>
          <a:bodyPr/>
          <a:lstStyle>
            <a:lvl1pPr>
              <a:defRPr/>
            </a:lvl1pPr>
          </a:lstStyle>
          <a:p>
            <a:fld id="{BE8E41EF-735D-4CE0-AA2E-B29B828C7DF7}" type="slidenum">
              <a:rPr lang="en-US" altLang="en-US"/>
              <a:pPr/>
              <a:t>‹#›</a:t>
            </a:fld>
            <a:endParaRPr lang="en-US" altLang="en-US"/>
          </a:p>
        </p:txBody>
      </p:sp>
    </p:spTree>
    <p:extLst>
      <p:ext uri="{BB962C8B-B14F-4D97-AF65-F5344CB8AC3E}">
        <p14:creationId xmlns:p14="http://schemas.microsoft.com/office/powerpoint/2010/main" val="880895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A62E19A-61A0-E359-7DE4-DB44FE40E130}"/>
              </a:ext>
            </a:extLst>
          </p:cNvPr>
          <p:cNvSpPr>
            <a:spLocks noGrp="1" noChangeArrowheads="1"/>
          </p:cNvSpPr>
          <p:nvPr>
            <p:ph type="dt" sz="half" idx="10"/>
          </p:nvPr>
        </p:nvSpPr>
        <p:spPr>
          <a:ln/>
        </p:spPr>
        <p:txBody>
          <a:bodyPr/>
          <a:lstStyle>
            <a:lvl1pPr>
              <a:defRPr/>
            </a:lvl1pPr>
          </a:lstStyle>
          <a:p>
            <a:pPr>
              <a:defRPr/>
            </a:pPr>
            <a:r>
              <a:rPr lang="en-US"/>
              <a:t>L -1; 9-11-02</a:t>
            </a:r>
          </a:p>
        </p:txBody>
      </p:sp>
      <p:sp>
        <p:nvSpPr>
          <p:cNvPr id="5" name="Rectangle 5">
            <a:extLst>
              <a:ext uri="{FF2B5EF4-FFF2-40B4-BE49-F238E27FC236}">
                <a16:creationId xmlns:a16="http://schemas.microsoft.com/office/drawing/2014/main" id="{070F68D7-A67C-D8D6-A5B2-85A3A8D5A633}"/>
              </a:ext>
            </a:extLst>
          </p:cNvPr>
          <p:cNvSpPr>
            <a:spLocks noGrp="1" noChangeArrowheads="1"/>
          </p:cNvSpPr>
          <p:nvPr>
            <p:ph type="ftr" sz="quarter" idx="11"/>
          </p:nvPr>
        </p:nvSpPr>
        <p:spPr>
          <a:ln/>
        </p:spPr>
        <p:txBody>
          <a:bodyPr/>
          <a:lstStyle>
            <a:lvl1pPr>
              <a:defRPr/>
            </a:lvl1pPr>
          </a:lstStyle>
          <a:p>
            <a:pPr>
              <a:defRPr/>
            </a:pPr>
            <a:r>
              <a:rPr lang="en-US"/>
              <a:t>© Srinivasan Seshan, 2002</a:t>
            </a:r>
          </a:p>
        </p:txBody>
      </p:sp>
      <p:sp>
        <p:nvSpPr>
          <p:cNvPr id="6" name="Rectangle 6">
            <a:extLst>
              <a:ext uri="{FF2B5EF4-FFF2-40B4-BE49-F238E27FC236}">
                <a16:creationId xmlns:a16="http://schemas.microsoft.com/office/drawing/2014/main" id="{14E95EA4-7B1C-44EA-55DF-417F72C951C7}"/>
              </a:ext>
            </a:extLst>
          </p:cNvPr>
          <p:cNvSpPr>
            <a:spLocks noGrp="1" noChangeArrowheads="1"/>
          </p:cNvSpPr>
          <p:nvPr>
            <p:ph type="sldNum" sz="quarter" idx="12"/>
          </p:nvPr>
        </p:nvSpPr>
        <p:spPr>
          <a:ln/>
        </p:spPr>
        <p:txBody>
          <a:bodyPr/>
          <a:lstStyle>
            <a:lvl1pPr>
              <a:defRPr/>
            </a:lvl1pPr>
          </a:lstStyle>
          <a:p>
            <a:fld id="{D60127B5-BB81-4621-8C7D-7F8EBAAD4215}" type="slidenum">
              <a:rPr lang="en-US" altLang="en-US"/>
              <a:pPr/>
              <a:t>‹#›</a:t>
            </a:fld>
            <a:endParaRPr lang="en-US" altLang="en-US"/>
          </a:p>
        </p:txBody>
      </p:sp>
    </p:spTree>
    <p:extLst>
      <p:ext uri="{BB962C8B-B14F-4D97-AF65-F5344CB8AC3E}">
        <p14:creationId xmlns:p14="http://schemas.microsoft.com/office/powerpoint/2010/main" val="309607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Rectangle 4">
            <a:extLst>
              <a:ext uri="{FF2B5EF4-FFF2-40B4-BE49-F238E27FC236}">
                <a16:creationId xmlns:a16="http://schemas.microsoft.com/office/drawing/2014/main" id="{325B67C7-345A-1C38-F00E-DB665AB622EB}"/>
              </a:ext>
            </a:extLst>
          </p:cNvPr>
          <p:cNvSpPr>
            <a:spLocks noGrp="1" noChangeArrowheads="1"/>
          </p:cNvSpPr>
          <p:nvPr>
            <p:ph type="dt" sz="half" idx="10"/>
          </p:nvPr>
        </p:nvSpPr>
        <p:spPr>
          <a:ln/>
        </p:spPr>
        <p:txBody>
          <a:bodyPr/>
          <a:lstStyle>
            <a:lvl1pPr>
              <a:defRPr/>
            </a:lvl1pPr>
          </a:lstStyle>
          <a:p>
            <a:pPr>
              <a:defRPr/>
            </a:pPr>
            <a:r>
              <a:rPr lang="en-US"/>
              <a:t>L -1; 9-11-02</a:t>
            </a:r>
          </a:p>
        </p:txBody>
      </p:sp>
      <p:sp>
        <p:nvSpPr>
          <p:cNvPr id="4" name="Rectangle 5">
            <a:extLst>
              <a:ext uri="{FF2B5EF4-FFF2-40B4-BE49-F238E27FC236}">
                <a16:creationId xmlns:a16="http://schemas.microsoft.com/office/drawing/2014/main" id="{758B4ADB-FDB3-A926-6C4D-5B1517DA10AD}"/>
              </a:ext>
            </a:extLst>
          </p:cNvPr>
          <p:cNvSpPr>
            <a:spLocks noGrp="1" noChangeArrowheads="1"/>
          </p:cNvSpPr>
          <p:nvPr>
            <p:ph type="ftr" sz="quarter" idx="11"/>
          </p:nvPr>
        </p:nvSpPr>
        <p:spPr>
          <a:ln/>
        </p:spPr>
        <p:txBody>
          <a:bodyPr/>
          <a:lstStyle>
            <a:lvl1pPr>
              <a:defRPr/>
            </a:lvl1pPr>
          </a:lstStyle>
          <a:p>
            <a:pPr>
              <a:defRPr/>
            </a:pPr>
            <a:r>
              <a:rPr lang="en-US"/>
              <a:t>© Srinivasan Seshan, 2002</a:t>
            </a:r>
          </a:p>
        </p:txBody>
      </p:sp>
      <p:sp>
        <p:nvSpPr>
          <p:cNvPr id="5" name="Rectangle 6">
            <a:extLst>
              <a:ext uri="{FF2B5EF4-FFF2-40B4-BE49-F238E27FC236}">
                <a16:creationId xmlns:a16="http://schemas.microsoft.com/office/drawing/2014/main" id="{CF897C47-B919-9B9C-D8B6-6056D503AC36}"/>
              </a:ext>
            </a:extLst>
          </p:cNvPr>
          <p:cNvSpPr>
            <a:spLocks noGrp="1" noChangeArrowheads="1"/>
          </p:cNvSpPr>
          <p:nvPr>
            <p:ph type="sldNum" sz="quarter" idx="12"/>
          </p:nvPr>
        </p:nvSpPr>
        <p:spPr>
          <a:ln/>
        </p:spPr>
        <p:txBody>
          <a:bodyPr/>
          <a:lstStyle>
            <a:lvl1pPr>
              <a:defRPr/>
            </a:lvl1pPr>
          </a:lstStyle>
          <a:p>
            <a:fld id="{258D5E2B-9093-4A02-87BF-54A2718604E7}" type="slidenum">
              <a:rPr lang="en-US" altLang="en-US"/>
              <a:pPr/>
              <a:t>‹#›</a:t>
            </a:fld>
            <a:endParaRPr lang="en-US" altLang="en-US"/>
          </a:p>
        </p:txBody>
      </p:sp>
    </p:spTree>
    <p:extLst>
      <p:ext uri="{BB962C8B-B14F-4D97-AF65-F5344CB8AC3E}">
        <p14:creationId xmlns:p14="http://schemas.microsoft.com/office/powerpoint/2010/main" val="37712239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02529B0-9E02-1BBD-EB56-5B188F49FFAE}"/>
              </a:ext>
            </a:extLst>
          </p:cNvPr>
          <p:cNvSpPr>
            <a:spLocks noGrp="1" noChangeArrowheads="1"/>
          </p:cNvSpPr>
          <p:nvPr>
            <p:ph type="dt" sz="half" idx="10"/>
          </p:nvPr>
        </p:nvSpPr>
        <p:spPr>
          <a:ln/>
        </p:spPr>
        <p:txBody>
          <a:bodyPr/>
          <a:lstStyle>
            <a:lvl1pPr>
              <a:defRPr/>
            </a:lvl1pPr>
          </a:lstStyle>
          <a:p>
            <a:pPr>
              <a:defRPr/>
            </a:pPr>
            <a:r>
              <a:rPr lang="en-US"/>
              <a:t>L -1; 9-11-02</a:t>
            </a:r>
          </a:p>
        </p:txBody>
      </p:sp>
      <p:sp>
        <p:nvSpPr>
          <p:cNvPr id="6" name="Rectangle 5">
            <a:extLst>
              <a:ext uri="{FF2B5EF4-FFF2-40B4-BE49-F238E27FC236}">
                <a16:creationId xmlns:a16="http://schemas.microsoft.com/office/drawing/2014/main" id="{1E7F03EF-678E-9402-8ACF-02A2A65F582B}"/>
              </a:ext>
            </a:extLst>
          </p:cNvPr>
          <p:cNvSpPr>
            <a:spLocks noGrp="1" noChangeArrowheads="1"/>
          </p:cNvSpPr>
          <p:nvPr>
            <p:ph type="ftr" sz="quarter" idx="11"/>
          </p:nvPr>
        </p:nvSpPr>
        <p:spPr>
          <a:ln/>
        </p:spPr>
        <p:txBody>
          <a:bodyPr/>
          <a:lstStyle>
            <a:lvl1pPr>
              <a:defRPr/>
            </a:lvl1pPr>
          </a:lstStyle>
          <a:p>
            <a:pPr>
              <a:defRPr/>
            </a:pPr>
            <a:r>
              <a:rPr lang="en-US"/>
              <a:t>© Srinivasan Seshan, 2002</a:t>
            </a:r>
          </a:p>
        </p:txBody>
      </p:sp>
      <p:sp>
        <p:nvSpPr>
          <p:cNvPr id="7" name="Rectangle 6">
            <a:extLst>
              <a:ext uri="{FF2B5EF4-FFF2-40B4-BE49-F238E27FC236}">
                <a16:creationId xmlns:a16="http://schemas.microsoft.com/office/drawing/2014/main" id="{188657CA-3B10-F9B9-6C00-85048F506525}"/>
              </a:ext>
            </a:extLst>
          </p:cNvPr>
          <p:cNvSpPr>
            <a:spLocks noGrp="1" noChangeArrowheads="1"/>
          </p:cNvSpPr>
          <p:nvPr>
            <p:ph type="sldNum" sz="quarter" idx="12"/>
          </p:nvPr>
        </p:nvSpPr>
        <p:spPr>
          <a:ln/>
        </p:spPr>
        <p:txBody>
          <a:bodyPr/>
          <a:lstStyle>
            <a:lvl1pPr>
              <a:defRPr/>
            </a:lvl1pPr>
          </a:lstStyle>
          <a:p>
            <a:fld id="{C6926172-72DC-4298-BEA3-DF145F8934A5}" type="slidenum">
              <a:rPr lang="en-US" altLang="en-US"/>
              <a:pPr/>
              <a:t>‹#›</a:t>
            </a:fld>
            <a:endParaRPr lang="en-US" altLang="en-US"/>
          </a:p>
        </p:txBody>
      </p:sp>
    </p:spTree>
    <p:extLst>
      <p:ext uri="{BB962C8B-B14F-4D97-AF65-F5344CB8AC3E}">
        <p14:creationId xmlns:p14="http://schemas.microsoft.com/office/powerpoint/2010/main" val="3449786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3C4C660-51FC-DE46-F7EC-AB349CF7C198}"/>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DA66D66-282C-46DE-D1D6-82D06C4396B9}"/>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5770CE20-9F95-95A8-FBF1-9509B7A082EC}"/>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vl1pPr>
          </a:lstStyle>
          <a:p>
            <a:pPr>
              <a:defRPr/>
            </a:pPr>
            <a:r>
              <a:rPr lang="en-US"/>
              <a:t>L -1; 9-11-02</a:t>
            </a:r>
          </a:p>
        </p:txBody>
      </p:sp>
      <p:sp>
        <p:nvSpPr>
          <p:cNvPr id="1029" name="Rectangle 5">
            <a:extLst>
              <a:ext uri="{FF2B5EF4-FFF2-40B4-BE49-F238E27FC236}">
                <a16:creationId xmlns:a16="http://schemas.microsoft.com/office/drawing/2014/main" id="{83C83794-84C8-42D2-6BD1-2E69B02D6F13}"/>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smtClean="0"/>
            </a:lvl1pPr>
          </a:lstStyle>
          <a:p>
            <a:pPr>
              <a:defRPr/>
            </a:pPr>
            <a:r>
              <a:rPr lang="en-US"/>
              <a:t>© Srinivasan Seshan, 2002</a:t>
            </a:r>
          </a:p>
        </p:txBody>
      </p:sp>
      <p:sp>
        <p:nvSpPr>
          <p:cNvPr id="1030" name="Rectangle 6">
            <a:extLst>
              <a:ext uri="{FF2B5EF4-FFF2-40B4-BE49-F238E27FC236}">
                <a16:creationId xmlns:a16="http://schemas.microsoft.com/office/drawing/2014/main" id="{6554B438-EDA3-C7F1-2476-054CC2885E96}"/>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01A5FE81-FE37-441D-AF01-2EF4091A7FC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20.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3.png"/><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AutoShape 3">
            <a:extLst>
              <a:ext uri="{FF2B5EF4-FFF2-40B4-BE49-F238E27FC236}">
                <a16:creationId xmlns:a16="http://schemas.microsoft.com/office/drawing/2014/main" id="{19B371BF-5EAA-0D4D-08A6-4B45301044EF}"/>
              </a:ext>
            </a:extLst>
          </p:cNvPr>
          <p:cNvSpPr>
            <a:spLocks noChangeArrowheads="1"/>
          </p:cNvSpPr>
          <p:nvPr/>
        </p:nvSpPr>
        <p:spPr bwMode="auto">
          <a:xfrm>
            <a:off x="0" y="101600"/>
            <a:ext cx="9144000" cy="565150"/>
          </a:xfrm>
          <a:prstGeom prst="roundRect">
            <a:avLst>
              <a:gd name="adj" fmla="val 255"/>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244" name="AutoShape 4">
            <a:extLst>
              <a:ext uri="{FF2B5EF4-FFF2-40B4-BE49-F238E27FC236}">
                <a16:creationId xmlns:a16="http://schemas.microsoft.com/office/drawing/2014/main" id="{1F9B112D-2ED1-35F1-A313-C70B2A3F66DB}"/>
              </a:ext>
            </a:extLst>
          </p:cNvPr>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245" name="AutoShape 5">
            <a:extLst>
              <a:ext uri="{FF2B5EF4-FFF2-40B4-BE49-F238E27FC236}">
                <a16:creationId xmlns:a16="http://schemas.microsoft.com/office/drawing/2014/main" id="{337CA52D-C7AE-0818-C327-CFEDF02DB3F9}"/>
              </a:ext>
            </a:extLst>
          </p:cNvPr>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246" name="AutoShape 6">
            <a:extLst>
              <a:ext uri="{FF2B5EF4-FFF2-40B4-BE49-F238E27FC236}">
                <a16:creationId xmlns:a16="http://schemas.microsoft.com/office/drawing/2014/main" id="{598D428B-755B-345E-FB21-36D2EF3B08D4}"/>
              </a:ext>
            </a:extLst>
          </p:cNvPr>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247" name="Text Box 7">
            <a:extLst>
              <a:ext uri="{FF2B5EF4-FFF2-40B4-BE49-F238E27FC236}">
                <a16:creationId xmlns:a16="http://schemas.microsoft.com/office/drawing/2014/main" id="{B48867CB-9911-640F-5490-33F2AC8E4580}"/>
              </a:ext>
            </a:extLst>
          </p:cNvPr>
          <p:cNvSpPr txBox="1">
            <a:spLocks noChangeArrowheads="1"/>
          </p:cNvSpPr>
          <p:nvPr/>
        </p:nvSpPr>
        <p:spPr bwMode="auto">
          <a:xfrm>
            <a:off x="123825" y="104775"/>
            <a:ext cx="58197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1pPr>
            <a:lvl2pPr marL="742950" indent="-28575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2pPr>
            <a:lvl3pPr marL="11430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3pPr>
            <a:lvl4pPr marL="16002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4pPr>
            <a:lvl5pPr marL="20574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5pPr>
            <a:lvl6pPr marL="25146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6pPr>
            <a:lvl7pPr marL="29718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7pPr>
            <a:lvl8pPr marL="34290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8pPr>
            <a:lvl9pPr marL="38862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9pPr>
          </a:lstStyle>
          <a:p>
            <a:pPr eaLnBrk="1">
              <a:lnSpc>
                <a:spcPct val="95000"/>
              </a:lnSpc>
              <a:buClr>
                <a:srgbClr val="000000"/>
              </a:buClr>
              <a:buSzPct val="45000"/>
              <a:buFont typeface="StarSymbol" charset="0"/>
              <a:buNone/>
            </a:pPr>
            <a:r>
              <a:rPr lang="en-GB" altLang="en-US" sz="2000" b="1" dirty="0">
                <a:solidFill>
                  <a:schemeClr val="bg1"/>
                </a:solidFill>
              </a:rPr>
              <a:t>Introduction to Computer Networks</a:t>
            </a:r>
          </a:p>
        </p:txBody>
      </p:sp>
      <p:sp>
        <p:nvSpPr>
          <p:cNvPr id="10248" name="AutoShape 8">
            <a:extLst>
              <a:ext uri="{FF2B5EF4-FFF2-40B4-BE49-F238E27FC236}">
                <a16:creationId xmlns:a16="http://schemas.microsoft.com/office/drawing/2014/main" id="{2CE59D44-229E-4A27-3423-62EF2466599F}"/>
              </a:ext>
            </a:extLst>
          </p:cNvPr>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249" name="Rectangle 9">
            <a:extLst>
              <a:ext uri="{FF2B5EF4-FFF2-40B4-BE49-F238E27FC236}">
                <a16:creationId xmlns:a16="http://schemas.microsoft.com/office/drawing/2014/main" id="{2B884FDC-CCD2-3328-A078-6A193FBFAAF6}"/>
              </a:ext>
            </a:extLst>
          </p:cNvPr>
          <p:cNvSpPr>
            <a:spLocks noGrp="1" noChangeArrowheads="1"/>
          </p:cNvSpPr>
          <p:nvPr>
            <p:ph type="body" idx="1"/>
          </p:nvPr>
        </p:nvSpPr>
        <p:spPr>
          <a:xfrm>
            <a:off x="457200" y="1600200"/>
            <a:ext cx="8229600" cy="5257800"/>
          </a:xfrm>
        </p:spPr>
        <p:txBody>
          <a:bodyPr/>
          <a:lstStyle/>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endParaRPr lang="en-US" altLang="en-US" sz="2400" b="1" dirty="0">
              <a:solidFill>
                <a:srgbClr val="000066"/>
              </a:solidFill>
            </a:endParaRPr>
          </a:p>
          <a:p>
            <a:pPr marL="392113" indent="-293688" defTabSz="414338" eaLnBrk="1" hangingPunct="1">
              <a:lnSpc>
                <a:spcPct val="80000"/>
              </a:lnSpc>
              <a:spcBef>
                <a:spcPct val="50000"/>
              </a:spcBef>
              <a:buClr>
                <a:srgbClr val="CC0000"/>
              </a:buClr>
              <a:buFont typeface="Wingdings" panose="05000000000000000000" pitchFamily="2" charset="2"/>
              <a:buNone/>
            </a:pPr>
            <a:endParaRPr lang="en-US" altLang="en-US" sz="2000" b="1" dirty="0">
              <a:solidFill>
                <a:srgbClr val="660066"/>
              </a:solidFill>
            </a:endParaRPr>
          </a:p>
          <a:p>
            <a:pPr marL="392113" indent="-293688" defTabSz="414338" eaLnBrk="1" hangingPunct="1">
              <a:lnSpc>
                <a:spcPct val="80000"/>
              </a:lnSpc>
              <a:spcBef>
                <a:spcPct val="50000"/>
              </a:spcBef>
              <a:buClr>
                <a:srgbClr val="CC0000"/>
              </a:buClr>
              <a:buFont typeface="Wingdings" panose="05000000000000000000" pitchFamily="2" charset="2"/>
              <a:buNone/>
            </a:pPr>
            <a:endParaRPr lang="en-US" altLang="en-US" sz="2000" b="1" dirty="0">
              <a:solidFill>
                <a:srgbClr val="660066"/>
              </a:solidFill>
            </a:endParaRPr>
          </a:p>
          <a:p>
            <a:pPr marL="392113" indent="-293688" defTabSz="414338" eaLnBrk="1" hangingPunct="1">
              <a:lnSpc>
                <a:spcPct val="80000"/>
              </a:lnSpc>
              <a:spcBef>
                <a:spcPct val="50000"/>
              </a:spcBef>
              <a:buClr>
                <a:srgbClr val="CC0000"/>
              </a:buClr>
              <a:buFont typeface="Wingdings" panose="05000000000000000000" pitchFamily="2" charset="2"/>
              <a:buNone/>
            </a:pPr>
            <a:endParaRPr lang="en-US" altLang="en-US" sz="2000" b="1" dirty="0">
              <a:solidFill>
                <a:srgbClr val="660066"/>
              </a:solidFill>
            </a:endParaRPr>
          </a:p>
          <a:p>
            <a:pPr marL="392113" indent="-293688" algn="ctr" defTabSz="414338" eaLnBrk="1" hangingPunct="1">
              <a:lnSpc>
                <a:spcPct val="80000"/>
              </a:lnSpc>
              <a:spcBef>
                <a:spcPct val="50000"/>
              </a:spcBef>
              <a:buClr>
                <a:srgbClr val="CC0000"/>
              </a:buClr>
              <a:buFont typeface="Wingdings" panose="05000000000000000000" pitchFamily="2" charset="2"/>
              <a:buNone/>
            </a:pPr>
            <a:r>
              <a:rPr lang="en-US" altLang="en-US" sz="4000" b="1" dirty="0">
                <a:solidFill>
                  <a:srgbClr val="E4005C"/>
                </a:solidFill>
              </a:rPr>
              <a:t>INTRODUCTION TO COMPUTER NETWORKS</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C161E-8BC8-4388-AD90-F1634A049C1F}"/>
              </a:ext>
            </a:extLst>
          </p:cNvPr>
          <p:cNvSpPr>
            <a:spLocks noGrp="1"/>
          </p:cNvSpPr>
          <p:nvPr>
            <p:ph type="title"/>
          </p:nvPr>
        </p:nvSpPr>
        <p:spPr/>
        <p:txBody>
          <a:bodyPr/>
          <a:lstStyle/>
          <a:p>
            <a:r>
              <a:rPr lang="en-US" sz="3600" dirty="0">
                <a:solidFill>
                  <a:srgbClr val="C00000"/>
                </a:solidFill>
                <a:latin typeface="+mn-lt"/>
              </a:rPr>
              <a:t>Module:1 Networking Principles and Layered Architecture</a:t>
            </a:r>
          </a:p>
        </p:txBody>
      </p:sp>
      <p:sp>
        <p:nvSpPr>
          <p:cNvPr id="3" name="Content Placeholder 2">
            <a:extLst>
              <a:ext uri="{FF2B5EF4-FFF2-40B4-BE49-F238E27FC236}">
                <a16:creationId xmlns:a16="http://schemas.microsoft.com/office/drawing/2014/main" id="{896BA193-7195-4D78-BA7A-1B2DB75860DB}"/>
              </a:ext>
            </a:extLst>
          </p:cNvPr>
          <p:cNvSpPr>
            <a:spLocks noGrp="1"/>
          </p:cNvSpPr>
          <p:nvPr>
            <p:ph idx="1"/>
          </p:nvPr>
        </p:nvSpPr>
        <p:spPr>
          <a:xfrm>
            <a:off x="457200" y="1600200"/>
            <a:ext cx="8229600" cy="4983162"/>
          </a:xfrm>
        </p:spPr>
        <p:txBody>
          <a:bodyPr/>
          <a:lstStyle/>
          <a:p>
            <a:pPr algn="just"/>
            <a:r>
              <a:rPr lang="en-US" dirty="0"/>
              <a:t>Data Communications and Networking: A Communications Model </a:t>
            </a:r>
          </a:p>
          <a:p>
            <a:pPr algn="just"/>
            <a:r>
              <a:rPr lang="en-US" dirty="0"/>
              <a:t>Data Communications – </a:t>
            </a:r>
          </a:p>
          <a:p>
            <a:pPr algn="just"/>
            <a:r>
              <a:rPr lang="en-US" dirty="0"/>
              <a:t>Evolution of network,</a:t>
            </a:r>
          </a:p>
          <a:p>
            <a:pPr algn="just"/>
            <a:r>
              <a:rPr lang="en-US" dirty="0"/>
              <a:t>Requirements , Applications, </a:t>
            </a:r>
          </a:p>
          <a:p>
            <a:pPr algn="just"/>
            <a:r>
              <a:rPr lang="en-US" dirty="0"/>
              <a:t>Network Topology (Line configuration, Data Flow), </a:t>
            </a:r>
          </a:p>
          <a:p>
            <a:pPr algn="just"/>
            <a:r>
              <a:rPr lang="en-US" dirty="0"/>
              <a:t>Protocols and Standards, Network Models (OSI, TCP/IP)</a:t>
            </a:r>
          </a:p>
        </p:txBody>
      </p:sp>
    </p:spTree>
    <p:extLst>
      <p:ext uri="{BB962C8B-B14F-4D97-AF65-F5344CB8AC3E}">
        <p14:creationId xmlns:p14="http://schemas.microsoft.com/office/powerpoint/2010/main" val="3317164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49BE94F9-24E3-AAA3-358A-BFB945659843}"/>
              </a:ext>
            </a:extLst>
          </p:cNvPr>
          <p:cNvSpPr>
            <a:spLocks noGrp="1" noChangeArrowheads="1"/>
          </p:cNvSpPr>
          <p:nvPr>
            <p:ph type="title"/>
          </p:nvPr>
        </p:nvSpPr>
        <p:spPr>
          <a:xfrm>
            <a:off x="457200" y="685800"/>
            <a:ext cx="8229600" cy="1066800"/>
          </a:xfrm>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eaLnBrk="1" hangingPunct="1">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Computer Networks</a:t>
            </a:r>
            <a:endParaRPr lang="en-GB" altLang="en-US" sz="4000" b="1">
              <a:solidFill>
                <a:srgbClr val="E4005C"/>
              </a:solidFill>
            </a:endParaRPr>
          </a:p>
        </p:txBody>
      </p:sp>
      <p:sp>
        <p:nvSpPr>
          <p:cNvPr id="11267" name="Rectangle 3">
            <a:extLst>
              <a:ext uri="{FF2B5EF4-FFF2-40B4-BE49-F238E27FC236}">
                <a16:creationId xmlns:a16="http://schemas.microsoft.com/office/drawing/2014/main" id="{272F5883-E1F2-9C59-D2B6-516A0D2A3695}"/>
              </a:ext>
            </a:extLst>
          </p:cNvPr>
          <p:cNvSpPr>
            <a:spLocks noGrp="1" noChangeArrowheads="1"/>
          </p:cNvSpPr>
          <p:nvPr>
            <p:ph type="body" sz="half" idx="1"/>
          </p:nvPr>
        </p:nvSpPr>
        <p:spPr>
          <a:xfrm>
            <a:off x="457200" y="1600200"/>
            <a:ext cx="4191000" cy="4525963"/>
          </a:xfrm>
        </p:spPr>
        <p:txBody>
          <a:bodyPr/>
          <a:lstStyle/>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endParaRPr lang="en-US" altLang="en-US" sz="2000" b="1" dirty="0">
              <a:solidFill>
                <a:srgbClr val="000066"/>
              </a:solidFill>
            </a:endParaRPr>
          </a:p>
          <a:p>
            <a:pPr marL="392113" indent="-293688" algn="just" defTabSz="414338" eaLnBrk="1" hangingPunct="1">
              <a:lnSpc>
                <a:spcPct val="80000"/>
              </a:lnSpc>
              <a:buClr>
                <a:srgbClr val="CC0000"/>
              </a:buClr>
              <a:buFont typeface="Wingdings" panose="05000000000000000000" pitchFamily="2" charset="2"/>
              <a:buBlip>
                <a:blip r:embed="rId3"/>
              </a:buBlip>
            </a:pPr>
            <a:r>
              <a:rPr lang="en-US" altLang="en-US" sz="2400" b="1" dirty="0">
                <a:solidFill>
                  <a:srgbClr val="000066"/>
                </a:solidFill>
              </a:rPr>
              <a:t>Computer network connects two or more autonomous computers.</a:t>
            </a:r>
          </a:p>
          <a:p>
            <a:pPr marL="392113" indent="-293688" algn="just" defTabSz="414338" eaLnBrk="1" hangingPunct="1">
              <a:lnSpc>
                <a:spcPct val="80000"/>
              </a:lnSpc>
              <a:buClr>
                <a:srgbClr val="CC0000"/>
              </a:buClr>
              <a:buFont typeface="Wingdings" panose="05000000000000000000" pitchFamily="2" charset="2"/>
              <a:buBlip>
                <a:blip r:embed="rId3"/>
              </a:buBlip>
            </a:pPr>
            <a:endParaRPr lang="en-US" altLang="en-US" sz="2400" b="1" dirty="0">
              <a:solidFill>
                <a:srgbClr val="000066"/>
              </a:solidFill>
            </a:endParaRPr>
          </a:p>
          <a:p>
            <a:pPr marL="392113" indent="-293688" algn="just" defTabSz="414338" eaLnBrk="1" hangingPunct="1">
              <a:lnSpc>
                <a:spcPct val="80000"/>
              </a:lnSpc>
              <a:buClr>
                <a:srgbClr val="CC0000"/>
              </a:buClr>
              <a:buFont typeface="Wingdings" panose="05000000000000000000" pitchFamily="2" charset="2"/>
              <a:buBlip>
                <a:blip r:embed="rId3"/>
              </a:buBlip>
            </a:pPr>
            <a:endParaRPr lang="en-US" altLang="en-US" sz="2400" b="1" dirty="0">
              <a:solidFill>
                <a:srgbClr val="000066"/>
              </a:solidFill>
            </a:endParaRPr>
          </a:p>
          <a:p>
            <a:pPr marL="392113" indent="-293688" algn="just" defTabSz="414338" eaLnBrk="1" hangingPunct="1">
              <a:lnSpc>
                <a:spcPct val="80000"/>
              </a:lnSpc>
              <a:buClr>
                <a:srgbClr val="CC0000"/>
              </a:buClr>
              <a:buFont typeface="Wingdings" panose="05000000000000000000" pitchFamily="2" charset="2"/>
              <a:buNone/>
            </a:pPr>
            <a:endParaRPr lang="en-US" altLang="en-US" sz="2400" b="1" dirty="0">
              <a:solidFill>
                <a:srgbClr val="000066"/>
              </a:solidFill>
            </a:endParaRPr>
          </a:p>
          <a:p>
            <a:pPr marL="392113" indent="-293688" algn="just" defTabSz="414338" eaLnBrk="1" hangingPunct="1">
              <a:lnSpc>
                <a:spcPct val="80000"/>
              </a:lnSpc>
              <a:buClr>
                <a:srgbClr val="CC0000"/>
              </a:buClr>
              <a:buFont typeface="Wingdings" panose="05000000000000000000" pitchFamily="2" charset="2"/>
              <a:buNone/>
            </a:pPr>
            <a:endParaRPr lang="en-US" altLang="en-US" sz="2400" b="1" dirty="0">
              <a:solidFill>
                <a:srgbClr val="000066"/>
              </a:solidFill>
            </a:endParaRPr>
          </a:p>
          <a:p>
            <a:pPr marL="392113" indent="-293688" algn="just" defTabSz="414338" eaLnBrk="1" hangingPunct="1">
              <a:lnSpc>
                <a:spcPct val="80000"/>
              </a:lnSpc>
              <a:buClr>
                <a:srgbClr val="CC0000"/>
              </a:buClr>
              <a:buFont typeface="Wingdings" panose="05000000000000000000" pitchFamily="2" charset="2"/>
              <a:buNone/>
            </a:pPr>
            <a:endParaRPr lang="en-US" altLang="en-US" sz="2400" b="1" dirty="0">
              <a:solidFill>
                <a:srgbClr val="000066"/>
              </a:solidFill>
            </a:endParaRPr>
          </a:p>
          <a:p>
            <a:pPr marL="392113" indent="-293688" algn="just" defTabSz="414338" eaLnBrk="1" hangingPunct="1">
              <a:lnSpc>
                <a:spcPct val="80000"/>
              </a:lnSpc>
              <a:buClr>
                <a:srgbClr val="CC0000"/>
              </a:buClr>
              <a:buFont typeface="Wingdings" panose="05000000000000000000" pitchFamily="2" charset="2"/>
              <a:buBlip>
                <a:blip r:embed="rId3"/>
              </a:buBlip>
            </a:pPr>
            <a:endParaRPr lang="en-US" altLang="en-US" sz="2400" b="1" dirty="0">
              <a:solidFill>
                <a:srgbClr val="000066"/>
              </a:solidFill>
            </a:endParaRPr>
          </a:p>
          <a:p>
            <a:pPr marL="392113" indent="-293688" algn="just" defTabSz="414338" eaLnBrk="1" hangingPunct="1">
              <a:lnSpc>
                <a:spcPct val="80000"/>
              </a:lnSpc>
              <a:buClr>
                <a:srgbClr val="CC0000"/>
              </a:buClr>
              <a:buFont typeface="Wingdings" panose="05000000000000000000" pitchFamily="2" charset="2"/>
              <a:buBlip>
                <a:blip r:embed="rId3"/>
              </a:buBlip>
            </a:pPr>
            <a:r>
              <a:rPr lang="en-US" altLang="en-US" sz="2400" b="1" dirty="0">
                <a:solidFill>
                  <a:srgbClr val="000066"/>
                </a:solidFill>
              </a:rPr>
              <a:t>The computers can be geographically located anywhere.</a:t>
            </a:r>
          </a:p>
        </p:txBody>
      </p:sp>
      <p:sp>
        <p:nvSpPr>
          <p:cNvPr id="11268" name="AutoShape 4">
            <a:extLst>
              <a:ext uri="{FF2B5EF4-FFF2-40B4-BE49-F238E27FC236}">
                <a16:creationId xmlns:a16="http://schemas.microsoft.com/office/drawing/2014/main" id="{6B0609DB-972C-5523-C0C9-81EC5E02B452}"/>
              </a:ext>
            </a:extLst>
          </p:cNvPr>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1269" name="AutoShape 5">
            <a:extLst>
              <a:ext uri="{FF2B5EF4-FFF2-40B4-BE49-F238E27FC236}">
                <a16:creationId xmlns:a16="http://schemas.microsoft.com/office/drawing/2014/main" id="{4B3C3A85-A449-4CB3-4FE9-D8B22D77CB76}"/>
              </a:ext>
            </a:extLst>
          </p:cNvPr>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1270" name="AutoShape 6">
            <a:extLst>
              <a:ext uri="{FF2B5EF4-FFF2-40B4-BE49-F238E27FC236}">
                <a16:creationId xmlns:a16="http://schemas.microsoft.com/office/drawing/2014/main" id="{6A1FDEFD-EB55-B6DA-C599-83D7CCC2379D}"/>
              </a:ext>
            </a:extLst>
          </p:cNvPr>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1271" name="AutoShape 7">
            <a:extLst>
              <a:ext uri="{FF2B5EF4-FFF2-40B4-BE49-F238E27FC236}">
                <a16:creationId xmlns:a16="http://schemas.microsoft.com/office/drawing/2014/main" id="{29E8C102-A1D3-1726-1E4D-58132F8FDB7A}"/>
              </a:ext>
            </a:extLst>
          </p:cNvPr>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1272" name="Text Box 8">
            <a:extLst>
              <a:ext uri="{FF2B5EF4-FFF2-40B4-BE49-F238E27FC236}">
                <a16:creationId xmlns:a16="http://schemas.microsoft.com/office/drawing/2014/main" id="{45652C58-63B0-78B9-0AE6-E405543A350B}"/>
              </a:ext>
            </a:extLst>
          </p:cNvPr>
          <p:cNvSpPr txBox="1">
            <a:spLocks noChangeArrowheads="1"/>
          </p:cNvSpPr>
          <p:nvPr/>
        </p:nvSpPr>
        <p:spPr bwMode="auto">
          <a:xfrm>
            <a:off x="123825" y="104775"/>
            <a:ext cx="58197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1pPr>
            <a:lvl2pPr marL="742950" indent="-28575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2pPr>
            <a:lvl3pPr marL="11430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3pPr>
            <a:lvl4pPr marL="16002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4pPr>
            <a:lvl5pPr marL="20574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5pPr>
            <a:lvl6pPr marL="25146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6pPr>
            <a:lvl7pPr marL="29718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7pPr>
            <a:lvl8pPr marL="34290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8pPr>
            <a:lvl9pPr marL="38862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9pPr>
          </a:lstStyle>
          <a:p>
            <a:pPr eaLnBrk="1">
              <a:lnSpc>
                <a:spcPct val="95000"/>
              </a:lnSpc>
              <a:buClr>
                <a:srgbClr val="000000"/>
              </a:buClr>
              <a:buSzPct val="45000"/>
              <a:buFont typeface="StarSymbol" charset="0"/>
              <a:buNone/>
            </a:pPr>
            <a:r>
              <a:rPr lang="en-GB" altLang="en-US" sz="2000" b="1">
                <a:solidFill>
                  <a:schemeClr val="bg1"/>
                </a:solidFill>
              </a:rPr>
              <a:t>Introduction to Computer Networks</a:t>
            </a:r>
          </a:p>
        </p:txBody>
      </p:sp>
      <p:sp>
        <p:nvSpPr>
          <p:cNvPr id="11273" name="AutoShape 9">
            <a:extLst>
              <a:ext uri="{FF2B5EF4-FFF2-40B4-BE49-F238E27FC236}">
                <a16:creationId xmlns:a16="http://schemas.microsoft.com/office/drawing/2014/main" id="{93BA537A-6F09-CE9A-ED7B-E2E14064B8B4}"/>
              </a:ext>
            </a:extLst>
          </p:cNvPr>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pic>
        <p:nvPicPr>
          <p:cNvPr id="11274" name="Picture 10">
            <a:extLst>
              <a:ext uri="{FF2B5EF4-FFF2-40B4-BE49-F238E27FC236}">
                <a16:creationId xmlns:a16="http://schemas.microsoft.com/office/drawing/2014/main" id="{3D9736B3-DE30-86CE-7621-5D0FA6131F53}"/>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l="5667" t="24857" r="9698" b="20287"/>
          <a:stretch>
            <a:fillRect/>
          </a:stretch>
        </p:blipFill>
        <p:spPr>
          <a:xfrm>
            <a:off x="4776788" y="2195513"/>
            <a:ext cx="3781425" cy="3333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58BC1790-1A03-38AF-33FA-F1AAA15784DD}"/>
              </a:ext>
            </a:extLst>
          </p:cNvPr>
          <p:cNvSpPr>
            <a:spLocks noGrp="1" noChangeArrowheads="1"/>
          </p:cNvSpPr>
          <p:nvPr>
            <p:ph type="title"/>
          </p:nvPr>
        </p:nvSpPr>
        <p:spPr>
          <a:xfrm>
            <a:off x="457200" y="274638"/>
            <a:ext cx="8229600" cy="639762"/>
          </a:xfrm>
        </p:spPr>
        <p:txBody>
          <a:bodyPr/>
          <a:lstStyle/>
          <a:p>
            <a:pPr eaLnBrk="1" hangingPunct="1"/>
            <a:r>
              <a:rPr lang="en-US" altLang="en-US" dirty="0">
                <a:solidFill>
                  <a:srgbClr val="C00000"/>
                </a:solidFill>
              </a:rPr>
              <a:t>Networking</a:t>
            </a:r>
          </a:p>
        </p:txBody>
      </p:sp>
      <p:sp>
        <p:nvSpPr>
          <p:cNvPr id="3076" name="Rectangle 3">
            <a:extLst>
              <a:ext uri="{FF2B5EF4-FFF2-40B4-BE49-F238E27FC236}">
                <a16:creationId xmlns:a16="http://schemas.microsoft.com/office/drawing/2014/main" id="{9F441A33-4D63-88F0-7BBD-64520CB1BE61}"/>
              </a:ext>
            </a:extLst>
          </p:cNvPr>
          <p:cNvSpPr>
            <a:spLocks noGrp="1" noChangeArrowheads="1"/>
          </p:cNvSpPr>
          <p:nvPr>
            <p:ph type="body" idx="1"/>
          </p:nvPr>
        </p:nvSpPr>
        <p:spPr>
          <a:xfrm>
            <a:off x="457200" y="1143000"/>
            <a:ext cx="8229600" cy="4983163"/>
          </a:xfrm>
        </p:spPr>
        <p:txBody>
          <a:bodyPr/>
          <a:lstStyle/>
          <a:p>
            <a:pPr algn="just" eaLnBrk="1" hangingPunct="1"/>
            <a:r>
              <a:rPr lang="en-US" altLang="en-US" dirty="0">
                <a:solidFill>
                  <a:srgbClr val="C00000"/>
                </a:solidFill>
              </a:rPr>
              <a:t>C</a:t>
            </a:r>
            <a:r>
              <a:rPr lang="en-US" altLang="en-US" b="1" dirty="0">
                <a:solidFill>
                  <a:srgbClr val="C00000"/>
                </a:solidFill>
              </a:rPr>
              <a:t>omputer network</a:t>
            </a:r>
            <a:r>
              <a:rPr lang="en-US" altLang="en-US" dirty="0">
                <a:solidFill>
                  <a:srgbClr val="C00000"/>
                </a:solidFill>
              </a:rPr>
              <a:t> </a:t>
            </a:r>
          </a:p>
          <a:p>
            <a:pPr algn="just" eaLnBrk="1" hangingPunct="1"/>
            <a:r>
              <a:rPr lang="en-US" altLang="en-US" dirty="0"/>
              <a:t> A collection of computing devices that are connected in various ways in order to communicate and share resources</a:t>
            </a:r>
          </a:p>
          <a:p>
            <a:pPr algn="just" eaLnBrk="1" hangingPunct="1">
              <a:buFont typeface="Arial" panose="020B0604020202020204" pitchFamily="34" charset="0"/>
              <a:buChar char="•"/>
            </a:pPr>
            <a:r>
              <a:rPr lang="en-US" altLang="en-US" dirty="0"/>
              <a:t> Usually, the connections between computers in a network are made using physical wires or cables</a:t>
            </a:r>
          </a:p>
          <a:p>
            <a:pPr algn="just" eaLnBrk="1" hangingPunct="1"/>
            <a:r>
              <a:rPr lang="en-US" altLang="en-US" dirty="0"/>
              <a:t>However, some connections are </a:t>
            </a:r>
            <a:r>
              <a:rPr lang="en-US" altLang="en-US" b="1" dirty="0">
                <a:solidFill>
                  <a:srgbClr val="3333FF"/>
                </a:solidFill>
              </a:rPr>
              <a:t>wireless</a:t>
            </a:r>
            <a:r>
              <a:rPr lang="en-US" altLang="en-US" dirty="0"/>
              <a:t>, using radio waves or infrared signals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a:extLst>
              <a:ext uri="{FF2B5EF4-FFF2-40B4-BE49-F238E27FC236}">
                <a16:creationId xmlns:a16="http://schemas.microsoft.com/office/drawing/2014/main" id="{688A0AA8-F13E-DFF0-5FD9-116B6038AF01}"/>
              </a:ext>
            </a:extLst>
          </p:cNvPr>
          <p:cNvSpPr>
            <a:spLocks noGrp="1" noChangeArrowheads="1"/>
          </p:cNvSpPr>
          <p:nvPr>
            <p:ph type="title"/>
          </p:nvPr>
        </p:nvSpPr>
        <p:spPr/>
        <p:txBody>
          <a:bodyPr/>
          <a:lstStyle/>
          <a:p>
            <a:pPr eaLnBrk="1" hangingPunct="1"/>
            <a:r>
              <a:rPr lang="en-US" altLang="en-US">
                <a:solidFill>
                  <a:schemeClr val="tx1"/>
                </a:solidFill>
              </a:rPr>
              <a:t>Networking</a:t>
            </a:r>
          </a:p>
        </p:txBody>
      </p:sp>
      <p:sp>
        <p:nvSpPr>
          <p:cNvPr id="4100" name="Rectangle 3">
            <a:extLst>
              <a:ext uri="{FF2B5EF4-FFF2-40B4-BE49-F238E27FC236}">
                <a16:creationId xmlns:a16="http://schemas.microsoft.com/office/drawing/2014/main" id="{B167BEB3-5423-613D-098F-A66FC5E275D7}"/>
              </a:ext>
            </a:extLst>
          </p:cNvPr>
          <p:cNvSpPr>
            <a:spLocks noGrp="1" noChangeArrowheads="1"/>
          </p:cNvSpPr>
          <p:nvPr>
            <p:ph type="body" idx="1"/>
          </p:nvPr>
        </p:nvSpPr>
        <p:spPr/>
        <p:txBody>
          <a:bodyPr/>
          <a:lstStyle/>
          <a:p>
            <a:pPr eaLnBrk="1" hangingPunct="1"/>
            <a:r>
              <a:rPr lang="en-US" altLang="en-US" dirty="0"/>
              <a:t>The generic term </a:t>
            </a:r>
            <a:r>
              <a:rPr lang="en-US" altLang="en-US" b="1" dirty="0">
                <a:solidFill>
                  <a:srgbClr val="3333FF"/>
                </a:solidFill>
              </a:rPr>
              <a:t>node</a:t>
            </a:r>
            <a:r>
              <a:rPr lang="en-US" altLang="en-US" dirty="0"/>
              <a:t> or </a:t>
            </a:r>
            <a:r>
              <a:rPr lang="en-US" altLang="en-US" b="1" dirty="0">
                <a:solidFill>
                  <a:srgbClr val="3333FF"/>
                </a:solidFill>
              </a:rPr>
              <a:t>host</a:t>
            </a:r>
            <a:r>
              <a:rPr lang="en-US" altLang="en-US" dirty="0"/>
              <a:t> refers to any device on a network</a:t>
            </a:r>
          </a:p>
          <a:p>
            <a:pPr eaLnBrk="1" hangingPunct="1"/>
            <a:r>
              <a:rPr lang="en-US" altLang="en-US" b="1" dirty="0">
                <a:solidFill>
                  <a:srgbClr val="3333FF"/>
                </a:solidFill>
              </a:rPr>
              <a:t>Data transfer rate</a:t>
            </a:r>
            <a:r>
              <a:rPr lang="en-US" altLang="en-US" b="1" dirty="0"/>
              <a:t> </a:t>
            </a:r>
            <a:r>
              <a:rPr lang="en-US" altLang="en-US" dirty="0"/>
              <a:t>  The speed with which data is moved from one place on a network to another</a:t>
            </a:r>
            <a:r>
              <a:rPr lang="en-US" altLang="en-US" b="1" dirty="0"/>
              <a:t> </a:t>
            </a:r>
          </a:p>
          <a:p>
            <a:pPr eaLnBrk="1" hangingPunct="1"/>
            <a:r>
              <a:rPr lang="en-US" altLang="en-US" dirty="0"/>
              <a:t>Data transfer rate is a </a:t>
            </a:r>
            <a:r>
              <a:rPr lang="en-US" altLang="en-US" dirty="0">
                <a:solidFill>
                  <a:srgbClr val="3333FF"/>
                </a:solidFill>
              </a:rPr>
              <a:t>key issue</a:t>
            </a:r>
            <a:r>
              <a:rPr lang="en-US" altLang="en-US" dirty="0"/>
              <a:t> in computer networks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E556D76D-E35F-82F5-48A5-5B23F367F7EC}"/>
              </a:ext>
            </a:extLst>
          </p:cNvPr>
          <p:cNvSpPr>
            <a:spLocks noGrp="1" noChangeArrowheads="1"/>
          </p:cNvSpPr>
          <p:nvPr>
            <p:ph type="title"/>
          </p:nvPr>
        </p:nvSpPr>
        <p:spPr/>
        <p:txBody>
          <a:bodyPr/>
          <a:lstStyle/>
          <a:p>
            <a:pPr eaLnBrk="1" hangingPunct="1"/>
            <a:r>
              <a:rPr lang="en-US" altLang="en-US">
                <a:solidFill>
                  <a:schemeClr val="tx1"/>
                </a:solidFill>
              </a:rPr>
              <a:t>Networking</a:t>
            </a:r>
          </a:p>
        </p:txBody>
      </p:sp>
      <p:sp>
        <p:nvSpPr>
          <p:cNvPr id="5124" name="Rectangle 3">
            <a:extLst>
              <a:ext uri="{FF2B5EF4-FFF2-40B4-BE49-F238E27FC236}">
                <a16:creationId xmlns:a16="http://schemas.microsoft.com/office/drawing/2014/main" id="{90BD70F0-9301-F776-706A-D7711BC3F985}"/>
              </a:ext>
            </a:extLst>
          </p:cNvPr>
          <p:cNvSpPr>
            <a:spLocks noGrp="1" noChangeArrowheads="1"/>
          </p:cNvSpPr>
          <p:nvPr>
            <p:ph type="body" idx="1"/>
          </p:nvPr>
        </p:nvSpPr>
        <p:spPr>
          <a:xfrm>
            <a:off x="457200" y="1676400"/>
            <a:ext cx="8229600" cy="1828800"/>
          </a:xfrm>
        </p:spPr>
        <p:txBody>
          <a:bodyPr/>
          <a:lstStyle/>
          <a:p>
            <a:pPr eaLnBrk="1" hangingPunct="1"/>
            <a:r>
              <a:rPr lang="en-US" altLang="en-US"/>
              <a:t>Computer networks have opened up an entire frontier in the world of computing called the </a:t>
            </a:r>
            <a:r>
              <a:rPr lang="en-US" altLang="en-US" b="1"/>
              <a:t>client/server model</a:t>
            </a:r>
            <a:endParaRPr lang="en-US" altLang="en-US"/>
          </a:p>
        </p:txBody>
      </p:sp>
      <p:pic>
        <p:nvPicPr>
          <p:cNvPr id="5125" name="Picture 4" descr="c15f01">
            <a:extLst>
              <a:ext uri="{FF2B5EF4-FFF2-40B4-BE49-F238E27FC236}">
                <a16:creationId xmlns:a16="http://schemas.microsoft.com/office/drawing/2014/main" id="{C573FD3B-EA95-2686-8DC1-65BFBC59F543}"/>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3550" y="3641725"/>
            <a:ext cx="567690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6" name="Text Box 5">
            <a:extLst>
              <a:ext uri="{FF2B5EF4-FFF2-40B4-BE49-F238E27FC236}">
                <a16:creationId xmlns:a16="http://schemas.microsoft.com/office/drawing/2014/main" id="{81196087-3BA5-0D7D-24C4-1C112C11A8B6}"/>
              </a:ext>
            </a:extLst>
          </p:cNvPr>
          <p:cNvSpPr txBox="1">
            <a:spLocks noChangeArrowheads="1"/>
          </p:cNvSpPr>
          <p:nvPr/>
        </p:nvSpPr>
        <p:spPr bwMode="auto">
          <a:xfrm>
            <a:off x="1905000" y="6324600"/>
            <a:ext cx="32670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400" b="1">
                <a:solidFill>
                  <a:srgbClr val="327CB8"/>
                </a:solidFill>
                <a:latin typeface="Arial" panose="020B0604020202020204" pitchFamily="34" charset="0"/>
              </a:rPr>
              <a:t>Figure 15.1  </a:t>
            </a:r>
            <a:r>
              <a:rPr lang="en-US" altLang="en-US" sz="1400" b="1">
                <a:latin typeface="Arial" panose="020B0604020202020204" pitchFamily="34" charset="0"/>
              </a:rPr>
              <a:t>Client/Server interaction</a:t>
            </a:r>
          </a:p>
        </p:txBody>
      </p:sp>
    </p:spTree>
    <p:extLst>
      <p:ext uri="{BB962C8B-B14F-4D97-AF65-F5344CB8AC3E}">
        <p14:creationId xmlns:p14="http://schemas.microsoft.com/office/powerpoint/2010/main" val="2957435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a:extLst>
              <a:ext uri="{FF2B5EF4-FFF2-40B4-BE49-F238E27FC236}">
                <a16:creationId xmlns:a16="http://schemas.microsoft.com/office/drawing/2014/main" id="{51636685-6977-7A34-C414-94E703182830}"/>
              </a:ext>
            </a:extLst>
          </p:cNvPr>
          <p:cNvSpPr>
            <a:spLocks noGrp="1" noChangeArrowheads="1"/>
          </p:cNvSpPr>
          <p:nvPr>
            <p:ph type="title"/>
          </p:nvPr>
        </p:nvSpPr>
        <p:spPr/>
        <p:txBody>
          <a:bodyPr/>
          <a:lstStyle/>
          <a:p>
            <a:pPr eaLnBrk="1" hangingPunct="1"/>
            <a:r>
              <a:rPr lang="en-US" altLang="en-US">
                <a:solidFill>
                  <a:schemeClr val="tx1"/>
                </a:solidFill>
              </a:rPr>
              <a:t>Networking</a:t>
            </a:r>
          </a:p>
        </p:txBody>
      </p:sp>
      <p:sp>
        <p:nvSpPr>
          <p:cNvPr id="6148" name="Rectangle 3">
            <a:extLst>
              <a:ext uri="{FF2B5EF4-FFF2-40B4-BE49-F238E27FC236}">
                <a16:creationId xmlns:a16="http://schemas.microsoft.com/office/drawing/2014/main" id="{1AA408A7-767F-6EB9-133C-C721C1EE523F}"/>
              </a:ext>
            </a:extLst>
          </p:cNvPr>
          <p:cNvSpPr>
            <a:spLocks noGrp="1" noChangeArrowheads="1"/>
          </p:cNvSpPr>
          <p:nvPr>
            <p:ph type="body" idx="1"/>
          </p:nvPr>
        </p:nvSpPr>
        <p:spPr/>
        <p:txBody>
          <a:bodyPr/>
          <a:lstStyle/>
          <a:p>
            <a:pPr eaLnBrk="1" hangingPunct="1"/>
            <a:r>
              <a:rPr lang="en-US" altLang="en-US" b="1">
                <a:solidFill>
                  <a:srgbClr val="3333FF"/>
                </a:solidFill>
              </a:rPr>
              <a:t>File server</a:t>
            </a:r>
            <a:r>
              <a:rPr lang="en-US" altLang="en-US"/>
              <a:t>  A computer that stores and manages files for multiple users on a network</a:t>
            </a:r>
          </a:p>
          <a:p>
            <a:pPr eaLnBrk="1" hangingPunct="1"/>
            <a:r>
              <a:rPr lang="en-US" altLang="en-US" b="1">
                <a:solidFill>
                  <a:srgbClr val="3333FF"/>
                </a:solidFill>
              </a:rPr>
              <a:t>Web server</a:t>
            </a:r>
            <a:r>
              <a:rPr lang="en-US" altLang="en-US"/>
              <a:t>  A computer dedicated to responding to requests (from the browser client) for web pages</a:t>
            </a:r>
          </a:p>
        </p:txBody>
      </p:sp>
    </p:spTree>
    <p:extLst>
      <p:ext uri="{BB962C8B-B14F-4D97-AF65-F5344CB8AC3E}">
        <p14:creationId xmlns:p14="http://schemas.microsoft.com/office/powerpoint/2010/main" val="4246368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D6358B93-5AE9-4BCF-2BE0-D36C2639349C}"/>
              </a:ext>
            </a:extLst>
          </p:cNvPr>
          <p:cNvSpPr>
            <a:spLocks noGrp="1" noChangeArrowheads="1"/>
          </p:cNvSpPr>
          <p:nvPr>
            <p:ph type="title"/>
          </p:nvPr>
        </p:nvSpPr>
        <p:spPr>
          <a:xfrm>
            <a:off x="1093788" y="674688"/>
            <a:ext cx="7808912" cy="1147762"/>
          </a:xfrm>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eaLnBrk="1" hangingPunct="1">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Applications of Networks</a:t>
            </a:r>
            <a:endParaRPr lang="en-GB" altLang="en-US" sz="4000" b="1">
              <a:solidFill>
                <a:srgbClr val="E4005C"/>
              </a:solidFill>
            </a:endParaRPr>
          </a:p>
        </p:txBody>
      </p:sp>
      <p:sp>
        <p:nvSpPr>
          <p:cNvPr id="13315" name="AutoShape 3">
            <a:extLst>
              <a:ext uri="{FF2B5EF4-FFF2-40B4-BE49-F238E27FC236}">
                <a16:creationId xmlns:a16="http://schemas.microsoft.com/office/drawing/2014/main" id="{13416637-C776-5D57-BBDB-7BDC991E1195}"/>
              </a:ext>
            </a:extLst>
          </p:cNvPr>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3316" name="AutoShape 4">
            <a:extLst>
              <a:ext uri="{FF2B5EF4-FFF2-40B4-BE49-F238E27FC236}">
                <a16:creationId xmlns:a16="http://schemas.microsoft.com/office/drawing/2014/main" id="{795CB873-788F-6079-5C56-659F4AA3F17F}"/>
              </a:ext>
            </a:extLst>
          </p:cNvPr>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3317" name="AutoShape 5">
            <a:extLst>
              <a:ext uri="{FF2B5EF4-FFF2-40B4-BE49-F238E27FC236}">
                <a16:creationId xmlns:a16="http://schemas.microsoft.com/office/drawing/2014/main" id="{63F1BC84-1F9E-D7DA-56E9-BFD572A3DC5D}"/>
              </a:ext>
            </a:extLst>
          </p:cNvPr>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3318" name="AutoShape 6">
            <a:extLst>
              <a:ext uri="{FF2B5EF4-FFF2-40B4-BE49-F238E27FC236}">
                <a16:creationId xmlns:a16="http://schemas.microsoft.com/office/drawing/2014/main" id="{D78C0774-3F2A-2AE9-DBD1-F5DA1ADC44AF}"/>
              </a:ext>
            </a:extLst>
          </p:cNvPr>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3319" name="Text Box 7">
            <a:extLst>
              <a:ext uri="{FF2B5EF4-FFF2-40B4-BE49-F238E27FC236}">
                <a16:creationId xmlns:a16="http://schemas.microsoft.com/office/drawing/2014/main" id="{7A9162B0-903E-349A-DC5B-D4BD41F37242}"/>
              </a:ext>
            </a:extLst>
          </p:cNvPr>
          <p:cNvSpPr txBox="1">
            <a:spLocks noChangeArrowheads="1"/>
          </p:cNvSpPr>
          <p:nvPr/>
        </p:nvSpPr>
        <p:spPr bwMode="auto">
          <a:xfrm>
            <a:off x="123825" y="104775"/>
            <a:ext cx="58197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1pPr>
            <a:lvl2pPr marL="742950" indent="-28575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2pPr>
            <a:lvl3pPr marL="11430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3pPr>
            <a:lvl4pPr marL="16002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4pPr>
            <a:lvl5pPr marL="20574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5pPr>
            <a:lvl6pPr marL="25146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6pPr>
            <a:lvl7pPr marL="29718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7pPr>
            <a:lvl8pPr marL="34290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8pPr>
            <a:lvl9pPr marL="38862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9pPr>
          </a:lstStyle>
          <a:p>
            <a:pPr eaLnBrk="1">
              <a:lnSpc>
                <a:spcPct val="95000"/>
              </a:lnSpc>
              <a:buClr>
                <a:srgbClr val="000000"/>
              </a:buClr>
              <a:buSzPct val="45000"/>
              <a:buFont typeface="StarSymbol" charset="0"/>
              <a:buNone/>
            </a:pPr>
            <a:r>
              <a:rPr lang="en-GB" altLang="en-US" sz="2000" b="1">
                <a:solidFill>
                  <a:schemeClr val="bg1"/>
                </a:solidFill>
              </a:rPr>
              <a:t>Introduction to Computer Networks</a:t>
            </a:r>
          </a:p>
        </p:txBody>
      </p:sp>
      <p:sp>
        <p:nvSpPr>
          <p:cNvPr id="13320" name="AutoShape 8">
            <a:extLst>
              <a:ext uri="{FF2B5EF4-FFF2-40B4-BE49-F238E27FC236}">
                <a16:creationId xmlns:a16="http://schemas.microsoft.com/office/drawing/2014/main" id="{39997F07-B23D-CB7F-B5EC-03970AE82AED}"/>
              </a:ext>
            </a:extLst>
          </p:cNvPr>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3321" name="Rectangle 9">
            <a:extLst>
              <a:ext uri="{FF2B5EF4-FFF2-40B4-BE49-F238E27FC236}">
                <a16:creationId xmlns:a16="http://schemas.microsoft.com/office/drawing/2014/main" id="{20A86C21-D4DC-02A7-4EF4-BF56E972E40F}"/>
              </a:ext>
            </a:extLst>
          </p:cNvPr>
          <p:cNvSpPr>
            <a:spLocks noGrp="1" noChangeArrowheads="1"/>
          </p:cNvSpPr>
          <p:nvPr>
            <p:ph type="body" idx="1"/>
          </p:nvPr>
        </p:nvSpPr>
        <p:spPr>
          <a:xfrm>
            <a:off x="457200" y="1600200"/>
            <a:ext cx="8229600" cy="5257800"/>
          </a:xfrm>
        </p:spPr>
        <p:txBody>
          <a:bodyPr/>
          <a:lstStyle/>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endParaRPr lang="en-US" altLang="en-US" sz="2400" b="1">
              <a:solidFill>
                <a:srgbClr val="000066"/>
              </a:solidFill>
            </a:endParaRPr>
          </a:p>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r>
              <a:rPr lang="en-US" altLang="en-US" sz="2400" b="1">
                <a:solidFill>
                  <a:srgbClr val="000066"/>
                </a:solidFill>
              </a:rPr>
              <a:t>Resource Sharing</a:t>
            </a:r>
          </a:p>
          <a:p>
            <a:pPr marL="782638" lvl="1" indent="-260350" defTabSz="414338" eaLnBrk="1" hangingPunct="1">
              <a:lnSpc>
                <a:spcPct val="80000"/>
              </a:lnSpc>
              <a:buClr>
                <a:srgbClr val="CC0000"/>
              </a:buClr>
              <a:buFont typeface="Wingdings" panose="05000000000000000000" pitchFamily="2" charset="2"/>
              <a:buBlip>
                <a:blip r:embed="rId3"/>
              </a:buBlip>
            </a:pPr>
            <a:r>
              <a:rPr lang="en-US" altLang="en-US" sz="2400">
                <a:solidFill>
                  <a:srgbClr val="000066"/>
                </a:solidFill>
              </a:rPr>
              <a:t>Hardware (computing resources, disks, printers)</a:t>
            </a:r>
          </a:p>
          <a:p>
            <a:pPr marL="782638" lvl="1" indent="-260350" defTabSz="414338" eaLnBrk="1" hangingPunct="1">
              <a:lnSpc>
                <a:spcPct val="80000"/>
              </a:lnSpc>
              <a:buClr>
                <a:srgbClr val="CC0000"/>
              </a:buClr>
              <a:buFont typeface="Wingdings" panose="05000000000000000000" pitchFamily="2" charset="2"/>
              <a:buBlip>
                <a:blip r:embed="rId3"/>
              </a:buBlip>
            </a:pPr>
            <a:r>
              <a:rPr lang="en-US" altLang="en-US" sz="2400">
                <a:solidFill>
                  <a:srgbClr val="000066"/>
                </a:solidFill>
              </a:rPr>
              <a:t>Software (application software)</a:t>
            </a:r>
          </a:p>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r>
              <a:rPr lang="en-US" altLang="en-US" sz="2400" b="1">
                <a:solidFill>
                  <a:srgbClr val="000066"/>
                </a:solidFill>
              </a:rPr>
              <a:t>Information Sharing</a:t>
            </a:r>
          </a:p>
          <a:p>
            <a:pPr marL="782638" lvl="1" indent="-260350" defTabSz="414338" eaLnBrk="1" hangingPunct="1">
              <a:lnSpc>
                <a:spcPct val="80000"/>
              </a:lnSpc>
              <a:buClr>
                <a:srgbClr val="CC0000"/>
              </a:buClr>
              <a:buFont typeface="Wingdings" panose="05000000000000000000" pitchFamily="2" charset="2"/>
              <a:buBlip>
                <a:blip r:embed="rId3"/>
              </a:buBlip>
            </a:pPr>
            <a:r>
              <a:rPr lang="en-US" altLang="en-US" sz="2400">
                <a:solidFill>
                  <a:srgbClr val="000066"/>
                </a:solidFill>
              </a:rPr>
              <a:t>Easy accessibility from anywhere (files, databases)</a:t>
            </a:r>
          </a:p>
          <a:p>
            <a:pPr marL="782638" lvl="1" indent="-260350" defTabSz="414338" eaLnBrk="1" hangingPunct="1">
              <a:lnSpc>
                <a:spcPct val="80000"/>
              </a:lnSpc>
              <a:buClr>
                <a:srgbClr val="CC0000"/>
              </a:buClr>
              <a:buFont typeface="Wingdings" panose="05000000000000000000" pitchFamily="2" charset="2"/>
              <a:buBlip>
                <a:blip r:embed="rId3"/>
              </a:buBlip>
            </a:pPr>
            <a:r>
              <a:rPr lang="en-US" altLang="en-US" sz="2400">
                <a:solidFill>
                  <a:srgbClr val="000066"/>
                </a:solidFill>
              </a:rPr>
              <a:t>Search Capability (WWW)</a:t>
            </a:r>
          </a:p>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r>
              <a:rPr lang="en-US" altLang="en-US" sz="2400" b="1">
                <a:solidFill>
                  <a:srgbClr val="000066"/>
                </a:solidFill>
              </a:rPr>
              <a:t>Communication</a:t>
            </a:r>
          </a:p>
          <a:p>
            <a:pPr marL="782638" lvl="1" indent="-260350" defTabSz="414338" eaLnBrk="1" hangingPunct="1">
              <a:lnSpc>
                <a:spcPct val="80000"/>
              </a:lnSpc>
              <a:buClr>
                <a:srgbClr val="CC0000"/>
              </a:buClr>
              <a:buFont typeface="Wingdings" panose="05000000000000000000" pitchFamily="2" charset="2"/>
              <a:buBlip>
                <a:blip r:embed="rId3"/>
              </a:buBlip>
            </a:pPr>
            <a:r>
              <a:rPr lang="en-US" altLang="en-US" sz="2400">
                <a:solidFill>
                  <a:srgbClr val="000066"/>
                </a:solidFill>
              </a:rPr>
              <a:t>Email</a:t>
            </a:r>
          </a:p>
          <a:p>
            <a:pPr marL="782638" lvl="1" indent="-260350" defTabSz="414338" eaLnBrk="1" hangingPunct="1">
              <a:lnSpc>
                <a:spcPct val="80000"/>
              </a:lnSpc>
              <a:buClr>
                <a:srgbClr val="CC0000"/>
              </a:buClr>
              <a:buFont typeface="Wingdings" panose="05000000000000000000" pitchFamily="2" charset="2"/>
              <a:buBlip>
                <a:blip r:embed="rId3"/>
              </a:buBlip>
            </a:pPr>
            <a:r>
              <a:rPr lang="en-US" altLang="en-US" sz="2400">
                <a:solidFill>
                  <a:srgbClr val="000066"/>
                </a:solidFill>
              </a:rPr>
              <a:t>Message broadcast</a:t>
            </a:r>
          </a:p>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r>
              <a:rPr lang="en-US" altLang="en-US" sz="2400" b="1">
                <a:solidFill>
                  <a:srgbClr val="000066"/>
                </a:solidFill>
              </a:rPr>
              <a:t>Remote computing</a:t>
            </a:r>
          </a:p>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r>
              <a:rPr lang="en-US" altLang="en-US" sz="2400" b="1">
                <a:solidFill>
                  <a:srgbClr val="000066"/>
                </a:solidFill>
              </a:rPr>
              <a:t>Distributed processing (GRID Computing)</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7B87552F-C998-36B0-B746-23B6E6DFB0AD}"/>
              </a:ext>
            </a:extLst>
          </p:cNvPr>
          <p:cNvSpPr>
            <a:spLocks noGrp="1" noChangeArrowheads="1"/>
          </p:cNvSpPr>
          <p:nvPr>
            <p:ph type="title"/>
          </p:nvPr>
        </p:nvSpPr>
        <p:spPr>
          <a:xfrm>
            <a:off x="1093788" y="674688"/>
            <a:ext cx="7808912" cy="1147762"/>
          </a:xfrm>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eaLnBrk="1" hangingPunct="1">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LAN, MAN &amp; WAN</a:t>
            </a:r>
            <a:endParaRPr lang="en-GB" altLang="en-US" sz="4000" b="1">
              <a:solidFill>
                <a:srgbClr val="E4005C"/>
              </a:solidFill>
            </a:endParaRPr>
          </a:p>
        </p:txBody>
      </p:sp>
      <p:sp>
        <p:nvSpPr>
          <p:cNvPr id="12291" name="AutoShape 3">
            <a:extLst>
              <a:ext uri="{FF2B5EF4-FFF2-40B4-BE49-F238E27FC236}">
                <a16:creationId xmlns:a16="http://schemas.microsoft.com/office/drawing/2014/main" id="{C67E056F-1A82-3C05-E17C-087EC5461AD3}"/>
              </a:ext>
            </a:extLst>
          </p:cNvPr>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2292" name="AutoShape 4">
            <a:extLst>
              <a:ext uri="{FF2B5EF4-FFF2-40B4-BE49-F238E27FC236}">
                <a16:creationId xmlns:a16="http://schemas.microsoft.com/office/drawing/2014/main" id="{8F5E6592-9A6C-A8B2-3BCF-B78546209FCD}"/>
              </a:ext>
            </a:extLst>
          </p:cNvPr>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2293" name="AutoShape 5">
            <a:extLst>
              <a:ext uri="{FF2B5EF4-FFF2-40B4-BE49-F238E27FC236}">
                <a16:creationId xmlns:a16="http://schemas.microsoft.com/office/drawing/2014/main" id="{B892B81A-4C5B-0BDE-C98D-D8FB4353C986}"/>
              </a:ext>
            </a:extLst>
          </p:cNvPr>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2294" name="AutoShape 6">
            <a:extLst>
              <a:ext uri="{FF2B5EF4-FFF2-40B4-BE49-F238E27FC236}">
                <a16:creationId xmlns:a16="http://schemas.microsoft.com/office/drawing/2014/main" id="{920D2231-6457-8D6A-0FB9-71D89DF35D3F}"/>
              </a:ext>
            </a:extLst>
          </p:cNvPr>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2295" name="Text Box 7">
            <a:extLst>
              <a:ext uri="{FF2B5EF4-FFF2-40B4-BE49-F238E27FC236}">
                <a16:creationId xmlns:a16="http://schemas.microsoft.com/office/drawing/2014/main" id="{101DA6C6-17B7-AF12-3D84-CA3B39512679}"/>
              </a:ext>
            </a:extLst>
          </p:cNvPr>
          <p:cNvSpPr txBox="1">
            <a:spLocks noChangeArrowheads="1"/>
          </p:cNvSpPr>
          <p:nvPr/>
        </p:nvSpPr>
        <p:spPr bwMode="auto">
          <a:xfrm>
            <a:off x="123825" y="104775"/>
            <a:ext cx="58197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1pPr>
            <a:lvl2pPr marL="742950" indent="-28575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2pPr>
            <a:lvl3pPr marL="11430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3pPr>
            <a:lvl4pPr marL="16002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4pPr>
            <a:lvl5pPr marL="20574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5pPr>
            <a:lvl6pPr marL="25146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6pPr>
            <a:lvl7pPr marL="29718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7pPr>
            <a:lvl8pPr marL="34290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8pPr>
            <a:lvl9pPr marL="38862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9pPr>
          </a:lstStyle>
          <a:p>
            <a:pPr eaLnBrk="1">
              <a:lnSpc>
                <a:spcPct val="95000"/>
              </a:lnSpc>
              <a:buClr>
                <a:srgbClr val="000000"/>
              </a:buClr>
              <a:buSzPct val="45000"/>
              <a:buFont typeface="StarSymbol" charset="0"/>
              <a:buNone/>
            </a:pPr>
            <a:r>
              <a:rPr lang="en-GB" altLang="en-US" sz="2000" b="1" dirty="0">
                <a:solidFill>
                  <a:schemeClr val="bg1"/>
                </a:solidFill>
              </a:rPr>
              <a:t>Introduction to Computer Networks</a:t>
            </a:r>
          </a:p>
        </p:txBody>
      </p:sp>
      <p:sp>
        <p:nvSpPr>
          <p:cNvPr id="12296" name="AutoShape 8">
            <a:extLst>
              <a:ext uri="{FF2B5EF4-FFF2-40B4-BE49-F238E27FC236}">
                <a16:creationId xmlns:a16="http://schemas.microsoft.com/office/drawing/2014/main" id="{42BAE4DE-F752-CB1D-0B32-BAD566511618}"/>
              </a:ext>
            </a:extLst>
          </p:cNvPr>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2297" name="Rectangle 9">
            <a:extLst>
              <a:ext uri="{FF2B5EF4-FFF2-40B4-BE49-F238E27FC236}">
                <a16:creationId xmlns:a16="http://schemas.microsoft.com/office/drawing/2014/main" id="{94511450-8ED5-8EF9-EDCA-BE41576B50F0}"/>
              </a:ext>
            </a:extLst>
          </p:cNvPr>
          <p:cNvSpPr>
            <a:spLocks noGrp="1" noChangeArrowheads="1"/>
          </p:cNvSpPr>
          <p:nvPr>
            <p:ph type="body" idx="1"/>
          </p:nvPr>
        </p:nvSpPr>
        <p:spPr>
          <a:xfrm>
            <a:off x="457200" y="1600200"/>
            <a:ext cx="8229600" cy="5257800"/>
          </a:xfrm>
        </p:spPr>
        <p:txBody>
          <a:bodyPr/>
          <a:lstStyle/>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endParaRPr lang="en-US" altLang="en-US" sz="2400" b="1">
              <a:solidFill>
                <a:srgbClr val="000066"/>
              </a:solidFill>
            </a:endParaRPr>
          </a:p>
          <a:p>
            <a:pPr marL="392113" indent="-293688" algn="just" defTabSz="414338" eaLnBrk="1" hangingPunct="1">
              <a:lnSpc>
                <a:spcPct val="80000"/>
              </a:lnSpc>
              <a:buClr>
                <a:srgbClr val="CC0000"/>
              </a:buClr>
              <a:buFont typeface="Wingdings" panose="05000000000000000000" pitchFamily="2" charset="2"/>
              <a:buBlip>
                <a:blip r:embed="rId3"/>
              </a:buBlip>
            </a:pPr>
            <a:r>
              <a:rPr lang="en-US" altLang="en-US" sz="2400" b="1">
                <a:solidFill>
                  <a:srgbClr val="000066"/>
                </a:solidFill>
              </a:rPr>
              <a:t>Network in small geographical Area (Room, Building or a Campus) is called LAN (Local Area Network)</a:t>
            </a:r>
          </a:p>
          <a:p>
            <a:pPr marL="392113" indent="-293688" algn="just" defTabSz="414338" eaLnBrk="1" hangingPunct="1">
              <a:lnSpc>
                <a:spcPct val="80000"/>
              </a:lnSpc>
              <a:buClr>
                <a:srgbClr val="CC0000"/>
              </a:buClr>
              <a:buFont typeface="Wingdings" panose="05000000000000000000" pitchFamily="2" charset="2"/>
              <a:buBlip>
                <a:blip r:embed="rId3"/>
              </a:buBlip>
            </a:pPr>
            <a:endParaRPr lang="en-US" altLang="en-US" sz="2400" b="1">
              <a:solidFill>
                <a:srgbClr val="000066"/>
              </a:solidFill>
            </a:endParaRPr>
          </a:p>
          <a:p>
            <a:pPr marL="392113" indent="-293688" algn="just" defTabSz="414338" eaLnBrk="1" hangingPunct="1">
              <a:lnSpc>
                <a:spcPct val="80000"/>
              </a:lnSpc>
              <a:buClr>
                <a:srgbClr val="CC0000"/>
              </a:buClr>
              <a:buFont typeface="Wingdings" panose="05000000000000000000" pitchFamily="2" charset="2"/>
              <a:buBlip>
                <a:blip r:embed="rId3"/>
              </a:buBlip>
            </a:pPr>
            <a:endParaRPr lang="en-US" altLang="en-US" sz="2400" b="1">
              <a:solidFill>
                <a:srgbClr val="000066"/>
              </a:solidFill>
            </a:endParaRPr>
          </a:p>
          <a:p>
            <a:pPr marL="392113" indent="-293688" algn="just" defTabSz="414338" eaLnBrk="1" hangingPunct="1">
              <a:lnSpc>
                <a:spcPct val="80000"/>
              </a:lnSpc>
              <a:buClr>
                <a:srgbClr val="CC0000"/>
              </a:buClr>
              <a:buFont typeface="Wingdings" panose="05000000000000000000" pitchFamily="2" charset="2"/>
              <a:buBlip>
                <a:blip r:embed="rId3"/>
              </a:buBlip>
            </a:pPr>
            <a:r>
              <a:rPr lang="en-US" altLang="en-US" sz="2400" b="1">
                <a:solidFill>
                  <a:srgbClr val="000066"/>
                </a:solidFill>
              </a:rPr>
              <a:t>Network in a City is call MAN (Metropolitan Area Network)</a:t>
            </a:r>
          </a:p>
          <a:p>
            <a:pPr marL="392113" indent="-293688" algn="just" defTabSz="414338" eaLnBrk="1" hangingPunct="1">
              <a:lnSpc>
                <a:spcPct val="80000"/>
              </a:lnSpc>
              <a:buClr>
                <a:srgbClr val="CC0000"/>
              </a:buClr>
              <a:buFont typeface="Wingdings" panose="05000000000000000000" pitchFamily="2" charset="2"/>
              <a:buBlip>
                <a:blip r:embed="rId3"/>
              </a:buBlip>
            </a:pPr>
            <a:endParaRPr lang="en-US" altLang="en-US" sz="2400" b="1">
              <a:solidFill>
                <a:srgbClr val="000066"/>
              </a:solidFill>
            </a:endParaRPr>
          </a:p>
          <a:p>
            <a:pPr marL="392113" indent="-293688" algn="just" defTabSz="414338" eaLnBrk="1" hangingPunct="1">
              <a:lnSpc>
                <a:spcPct val="80000"/>
              </a:lnSpc>
              <a:buClr>
                <a:srgbClr val="CC0000"/>
              </a:buClr>
              <a:buFont typeface="Wingdings" panose="05000000000000000000" pitchFamily="2" charset="2"/>
              <a:buBlip>
                <a:blip r:embed="rId3"/>
              </a:buBlip>
            </a:pPr>
            <a:endParaRPr lang="en-US" altLang="en-US" sz="2400" b="1">
              <a:solidFill>
                <a:srgbClr val="000066"/>
              </a:solidFill>
            </a:endParaRPr>
          </a:p>
          <a:p>
            <a:pPr marL="392113" indent="-293688" algn="just" defTabSz="414338" eaLnBrk="1" hangingPunct="1">
              <a:lnSpc>
                <a:spcPct val="80000"/>
              </a:lnSpc>
              <a:buClr>
                <a:srgbClr val="CC0000"/>
              </a:buClr>
              <a:buFont typeface="Wingdings" panose="05000000000000000000" pitchFamily="2" charset="2"/>
              <a:buBlip>
                <a:blip r:embed="rId3"/>
              </a:buBlip>
            </a:pPr>
            <a:r>
              <a:rPr lang="en-US" altLang="en-US" sz="2400" b="1">
                <a:solidFill>
                  <a:srgbClr val="000066"/>
                </a:solidFill>
              </a:rPr>
              <a:t>Network spread geographically (Country or across Globe) is called WAN (Wide Area Network)</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DD2D3-8ACA-451B-AB6B-3D967BB64399}"/>
              </a:ext>
            </a:extLst>
          </p:cNvPr>
          <p:cNvSpPr>
            <a:spLocks noGrp="1"/>
          </p:cNvSpPr>
          <p:nvPr>
            <p:ph type="title"/>
          </p:nvPr>
        </p:nvSpPr>
        <p:spPr>
          <a:xfrm>
            <a:off x="457200" y="274638"/>
            <a:ext cx="8229600" cy="563562"/>
          </a:xfrm>
        </p:spPr>
        <p:txBody>
          <a:bodyPr/>
          <a:lstStyle/>
          <a:p>
            <a:pPr algn="l"/>
            <a:r>
              <a:rPr lang="en-US" sz="2800" dirty="0">
                <a:solidFill>
                  <a:srgbClr val="C00000"/>
                </a:solidFill>
              </a:rPr>
              <a:t>Effectiveness of a data communications system</a:t>
            </a:r>
          </a:p>
        </p:txBody>
      </p:sp>
      <p:sp>
        <p:nvSpPr>
          <p:cNvPr id="3" name="Content Placeholder 2">
            <a:extLst>
              <a:ext uri="{FF2B5EF4-FFF2-40B4-BE49-F238E27FC236}">
                <a16:creationId xmlns:a16="http://schemas.microsoft.com/office/drawing/2014/main" id="{4A7D726A-8954-4E28-B330-BB7A6B74ED27}"/>
              </a:ext>
            </a:extLst>
          </p:cNvPr>
          <p:cNvSpPr>
            <a:spLocks noGrp="1"/>
          </p:cNvSpPr>
          <p:nvPr>
            <p:ph idx="1"/>
          </p:nvPr>
        </p:nvSpPr>
        <p:spPr>
          <a:xfrm>
            <a:off x="457200" y="1295400"/>
            <a:ext cx="8229600" cy="4830763"/>
          </a:xfrm>
        </p:spPr>
        <p:txBody>
          <a:bodyPr/>
          <a:lstStyle/>
          <a:p>
            <a:pPr marL="0" indent="0">
              <a:buNone/>
            </a:pPr>
            <a:r>
              <a:rPr lang="en-US" dirty="0"/>
              <a:t>four fundamental characteristics: </a:t>
            </a:r>
          </a:p>
          <a:p>
            <a:r>
              <a:rPr lang="en-US" dirty="0">
                <a:solidFill>
                  <a:srgbClr val="C00000"/>
                </a:solidFill>
              </a:rPr>
              <a:t>Delivery</a:t>
            </a:r>
          </a:p>
          <a:p>
            <a:r>
              <a:rPr lang="en-US" dirty="0">
                <a:solidFill>
                  <a:srgbClr val="C00000"/>
                </a:solidFill>
              </a:rPr>
              <a:t>Accuracy</a:t>
            </a:r>
          </a:p>
          <a:p>
            <a:r>
              <a:rPr lang="en-US" dirty="0">
                <a:solidFill>
                  <a:srgbClr val="C00000"/>
                </a:solidFill>
              </a:rPr>
              <a:t>Timeliness</a:t>
            </a:r>
          </a:p>
          <a:p>
            <a:r>
              <a:rPr lang="en-US" dirty="0">
                <a:solidFill>
                  <a:srgbClr val="C00000"/>
                </a:solidFill>
              </a:rPr>
              <a:t>Jitter</a:t>
            </a:r>
          </a:p>
        </p:txBody>
      </p:sp>
    </p:spTree>
    <p:extLst>
      <p:ext uri="{BB962C8B-B14F-4D97-AF65-F5344CB8AC3E}">
        <p14:creationId xmlns:p14="http://schemas.microsoft.com/office/powerpoint/2010/main" val="2244506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3D4DB-D948-4267-A810-65DEE73E11D1}"/>
              </a:ext>
            </a:extLst>
          </p:cNvPr>
          <p:cNvSpPr>
            <a:spLocks noGrp="1"/>
          </p:cNvSpPr>
          <p:nvPr>
            <p:ph type="title"/>
          </p:nvPr>
        </p:nvSpPr>
        <p:spPr/>
        <p:txBody>
          <a:bodyPr/>
          <a:lstStyle/>
          <a:p>
            <a:r>
              <a:rPr lang="en-US" sz="3200" dirty="0">
                <a:solidFill>
                  <a:srgbClr val="C00000"/>
                </a:solidFill>
              </a:rPr>
              <a:t>Effectiveness of a data communications system</a:t>
            </a:r>
            <a:endParaRPr lang="en-US" sz="3200" dirty="0"/>
          </a:p>
        </p:txBody>
      </p:sp>
      <p:sp>
        <p:nvSpPr>
          <p:cNvPr id="3" name="Content Placeholder 2">
            <a:extLst>
              <a:ext uri="{FF2B5EF4-FFF2-40B4-BE49-F238E27FC236}">
                <a16:creationId xmlns:a16="http://schemas.microsoft.com/office/drawing/2014/main" id="{5805733D-1198-4E62-9A27-A0C32A6EF826}"/>
              </a:ext>
            </a:extLst>
          </p:cNvPr>
          <p:cNvSpPr>
            <a:spLocks noGrp="1"/>
          </p:cNvSpPr>
          <p:nvPr>
            <p:ph idx="1"/>
          </p:nvPr>
        </p:nvSpPr>
        <p:spPr>
          <a:xfrm>
            <a:off x="457200" y="1524000"/>
            <a:ext cx="8229600" cy="4602163"/>
          </a:xfrm>
        </p:spPr>
        <p:txBody>
          <a:bodyPr/>
          <a:lstStyle/>
          <a:p>
            <a:pPr algn="just"/>
            <a:r>
              <a:rPr lang="en-US" sz="2000" dirty="0">
                <a:solidFill>
                  <a:srgbClr val="C00000"/>
                </a:solidFill>
              </a:rPr>
              <a:t>Delivery: </a:t>
            </a:r>
            <a:r>
              <a:rPr lang="en-US" sz="2000" dirty="0"/>
              <a:t>The system must deliver data to the correct destination. Data must be received by the intended device or user and only by that device or user.</a:t>
            </a:r>
          </a:p>
          <a:p>
            <a:pPr algn="just"/>
            <a:r>
              <a:rPr lang="en-US" sz="2000" dirty="0">
                <a:solidFill>
                  <a:srgbClr val="C00000"/>
                </a:solidFill>
              </a:rPr>
              <a:t>Accuracy: </a:t>
            </a:r>
            <a:r>
              <a:rPr lang="en-US" sz="2000" dirty="0"/>
              <a:t>The system must deliver the data accurately. Data that have been altered in transmission and left uncorrected are unusable. </a:t>
            </a:r>
          </a:p>
          <a:p>
            <a:pPr algn="just"/>
            <a:r>
              <a:rPr lang="en-US" sz="2000" dirty="0">
                <a:solidFill>
                  <a:srgbClr val="C00000"/>
                </a:solidFill>
              </a:rPr>
              <a:t>Timeliness. </a:t>
            </a:r>
            <a:r>
              <a:rPr lang="en-US" sz="2000" dirty="0"/>
              <a:t>The system must deliver data in a timely manner. Data delivered late are useless. </a:t>
            </a:r>
          </a:p>
          <a:p>
            <a:pPr algn="just"/>
            <a:r>
              <a:rPr lang="en-US" sz="2000" dirty="0">
                <a:solidFill>
                  <a:srgbClr val="C00000"/>
                </a:solidFill>
              </a:rPr>
              <a:t>Jitter: </a:t>
            </a:r>
            <a:r>
              <a:rPr lang="en-US" sz="2000" dirty="0"/>
              <a:t> Jitter refers to the variation in the packet arrival time. It is the uneven delay in the delivery of audio or video packets. </a:t>
            </a:r>
          </a:p>
        </p:txBody>
      </p:sp>
    </p:spTree>
    <p:extLst>
      <p:ext uri="{BB962C8B-B14F-4D97-AF65-F5344CB8AC3E}">
        <p14:creationId xmlns:p14="http://schemas.microsoft.com/office/powerpoint/2010/main" val="3381007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D96FAE-4454-4B9F-B126-5D87647779EB}"/>
              </a:ext>
            </a:extLst>
          </p:cNvPr>
          <p:cNvSpPr>
            <a:spLocks noGrp="1"/>
          </p:cNvSpPr>
          <p:nvPr>
            <p:ph type="title"/>
          </p:nvPr>
        </p:nvSpPr>
        <p:spPr>
          <a:xfrm>
            <a:off x="457200" y="274638"/>
            <a:ext cx="8229600" cy="563561"/>
          </a:xfrm>
        </p:spPr>
        <p:txBody>
          <a:bodyPr/>
          <a:lstStyle/>
          <a:p>
            <a:r>
              <a:rPr lang="en-US" sz="2400" dirty="0">
                <a:solidFill>
                  <a:srgbClr val="C00000"/>
                </a:solidFill>
              </a:rPr>
              <a:t>Components of a data communications system</a:t>
            </a:r>
            <a:endParaRPr lang="en-US" sz="2400" dirty="0"/>
          </a:p>
        </p:txBody>
      </p:sp>
      <p:pic>
        <p:nvPicPr>
          <p:cNvPr id="6" name="Picture 5">
            <a:extLst>
              <a:ext uri="{FF2B5EF4-FFF2-40B4-BE49-F238E27FC236}">
                <a16:creationId xmlns:a16="http://schemas.microsoft.com/office/drawing/2014/main" id="{04A6CBC9-6848-47B8-8067-54D54022BCA2}"/>
              </a:ext>
            </a:extLst>
          </p:cNvPr>
          <p:cNvPicPr>
            <a:picLocks noChangeAspect="1"/>
          </p:cNvPicPr>
          <p:nvPr/>
        </p:nvPicPr>
        <p:blipFill>
          <a:blip r:embed="rId2"/>
          <a:stretch>
            <a:fillRect/>
          </a:stretch>
        </p:blipFill>
        <p:spPr>
          <a:xfrm>
            <a:off x="271462" y="1143000"/>
            <a:ext cx="8601075" cy="4876801"/>
          </a:xfrm>
          <a:prstGeom prst="rect">
            <a:avLst/>
          </a:prstGeom>
        </p:spPr>
      </p:pic>
    </p:spTree>
    <p:extLst>
      <p:ext uri="{BB962C8B-B14F-4D97-AF65-F5344CB8AC3E}">
        <p14:creationId xmlns:p14="http://schemas.microsoft.com/office/powerpoint/2010/main" val="4179697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6DF99E-B8BC-47D7-8ABB-C1B7D1948711}"/>
              </a:ext>
            </a:extLst>
          </p:cNvPr>
          <p:cNvSpPr>
            <a:spLocks noGrp="1"/>
          </p:cNvSpPr>
          <p:nvPr>
            <p:ph type="title"/>
          </p:nvPr>
        </p:nvSpPr>
        <p:spPr>
          <a:xfrm>
            <a:off x="457200" y="274638"/>
            <a:ext cx="8229600" cy="639762"/>
          </a:xfrm>
        </p:spPr>
        <p:txBody>
          <a:bodyPr/>
          <a:lstStyle/>
          <a:p>
            <a:r>
              <a:rPr lang="en-US" sz="2000" dirty="0">
                <a:solidFill>
                  <a:srgbClr val="C00000"/>
                </a:solidFill>
              </a:rPr>
              <a:t>Components of a data communications system</a:t>
            </a:r>
            <a:endParaRPr lang="en-US" sz="2000" dirty="0"/>
          </a:p>
        </p:txBody>
      </p:sp>
      <p:sp>
        <p:nvSpPr>
          <p:cNvPr id="4" name="Content Placeholder 3">
            <a:extLst>
              <a:ext uri="{FF2B5EF4-FFF2-40B4-BE49-F238E27FC236}">
                <a16:creationId xmlns:a16="http://schemas.microsoft.com/office/drawing/2014/main" id="{5440D6AA-86D2-4816-80B7-19FDDCCA1893}"/>
              </a:ext>
            </a:extLst>
          </p:cNvPr>
          <p:cNvSpPr>
            <a:spLocks noGrp="1"/>
          </p:cNvSpPr>
          <p:nvPr>
            <p:ph idx="1"/>
          </p:nvPr>
        </p:nvSpPr>
        <p:spPr>
          <a:xfrm>
            <a:off x="457200" y="1219200"/>
            <a:ext cx="8229600" cy="4906963"/>
          </a:xfrm>
        </p:spPr>
        <p:txBody>
          <a:bodyPr/>
          <a:lstStyle/>
          <a:p>
            <a:r>
              <a:rPr lang="en-US" dirty="0"/>
              <a:t>Message. </a:t>
            </a:r>
          </a:p>
          <a:p>
            <a:r>
              <a:rPr lang="en-US" dirty="0"/>
              <a:t>Sender.</a:t>
            </a:r>
          </a:p>
          <a:p>
            <a:r>
              <a:rPr lang="en-US" dirty="0"/>
              <a:t>Receiver.</a:t>
            </a:r>
          </a:p>
          <a:p>
            <a:r>
              <a:rPr lang="en-US" dirty="0"/>
              <a:t>Transmission medium. </a:t>
            </a:r>
          </a:p>
          <a:p>
            <a:r>
              <a:rPr lang="en-US" dirty="0"/>
              <a:t>Protocol.</a:t>
            </a:r>
          </a:p>
        </p:txBody>
      </p:sp>
    </p:spTree>
    <p:extLst>
      <p:ext uri="{BB962C8B-B14F-4D97-AF65-F5344CB8AC3E}">
        <p14:creationId xmlns:p14="http://schemas.microsoft.com/office/powerpoint/2010/main" val="3151456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6DF99E-B8BC-47D7-8ABB-C1B7D1948711}"/>
              </a:ext>
            </a:extLst>
          </p:cNvPr>
          <p:cNvSpPr>
            <a:spLocks noGrp="1"/>
          </p:cNvSpPr>
          <p:nvPr>
            <p:ph type="title"/>
          </p:nvPr>
        </p:nvSpPr>
        <p:spPr>
          <a:xfrm>
            <a:off x="457200" y="274638"/>
            <a:ext cx="8229600" cy="639762"/>
          </a:xfrm>
        </p:spPr>
        <p:txBody>
          <a:bodyPr/>
          <a:lstStyle/>
          <a:p>
            <a:r>
              <a:rPr lang="en-US" sz="2400" dirty="0">
                <a:solidFill>
                  <a:srgbClr val="C00000"/>
                </a:solidFill>
              </a:rPr>
              <a:t>Data Representation.</a:t>
            </a:r>
          </a:p>
        </p:txBody>
      </p:sp>
      <p:sp>
        <p:nvSpPr>
          <p:cNvPr id="4" name="Content Placeholder 3">
            <a:extLst>
              <a:ext uri="{FF2B5EF4-FFF2-40B4-BE49-F238E27FC236}">
                <a16:creationId xmlns:a16="http://schemas.microsoft.com/office/drawing/2014/main" id="{5440D6AA-86D2-4816-80B7-19FDDCCA1893}"/>
              </a:ext>
            </a:extLst>
          </p:cNvPr>
          <p:cNvSpPr>
            <a:spLocks noGrp="1"/>
          </p:cNvSpPr>
          <p:nvPr>
            <p:ph idx="1"/>
          </p:nvPr>
        </p:nvSpPr>
        <p:spPr>
          <a:xfrm>
            <a:off x="457200" y="1219200"/>
            <a:ext cx="8229600" cy="4906963"/>
          </a:xfrm>
        </p:spPr>
        <p:txBody>
          <a:bodyPr/>
          <a:lstStyle/>
          <a:p>
            <a:r>
              <a:rPr lang="en-US" dirty="0"/>
              <a:t>Text, </a:t>
            </a:r>
          </a:p>
          <a:p>
            <a:r>
              <a:rPr lang="en-US" dirty="0"/>
              <a:t>Numbers,</a:t>
            </a:r>
          </a:p>
          <a:p>
            <a:r>
              <a:rPr lang="en-US" dirty="0"/>
              <a:t> Images,</a:t>
            </a:r>
          </a:p>
          <a:p>
            <a:r>
              <a:rPr lang="en-US" dirty="0"/>
              <a:t> Audio, And</a:t>
            </a:r>
          </a:p>
          <a:p>
            <a:r>
              <a:rPr lang="en-US" dirty="0"/>
              <a:t> Video.</a:t>
            </a:r>
          </a:p>
        </p:txBody>
      </p:sp>
    </p:spTree>
    <p:extLst>
      <p:ext uri="{BB962C8B-B14F-4D97-AF65-F5344CB8AC3E}">
        <p14:creationId xmlns:p14="http://schemas.microsoft.com/office/powerpoint/2010/main" val="3123757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6DF99E-B8BC-47D7-8ABB-C1B7D1948711}"/>
              </a:ext>
            </a:extLst>
          </p:cNvPr>
          <p:cNvSpPr>
            <a:spLocks noGrp="1"/>
          </p:cNvSpPr>
          <p:nvPr>
            <p:ph type="title"/>
          </p:nvPr>
        </p:nvSpPr>
        <p:spPr>
          <a:xfrm>
            <a:off x="457200" y="274638"/>
            <a:ext cx="8229600" cy="639762"/>
          </a:xfrm>
        </p:spPr>
        <p:txBody>
          <a:bodyPr/>
          <a:lstStyle/>
          <a:p>
            <a:r>
              <a:rPr lang="en-US" sz="2400" dirty="0">
                <a:solidFill>
                  <a:srgbClr val="C00000"/>
                </a:solidFill>
              </a:rPr>
              <a:t>Data Flow</a:t>
            </a:r>
          </a:p>
        </p:txBody>
      </p:sp>
      <p:sp>
        <p:nvSpPr>
          <p:cNvPr id="4" name="Content Placeholder 3">
            <a:extLst>
              <a:ext uri="{FF2B5EF4-FFF2-40B4-BE49-F238E27FC236}">
                <a16:creationId xmlns:a16="http://schemas.microsoft.com/office/drawing/2014/main" id="{5440D6AA-86D2-4816-80B7-19FDDCCA1893}"/>
              </a:ext>
            </a:extLst>
          </p:cNvPr>
          <p:cNvSpPr>
            <a:spLocks noGrp="1"/>
          </p:cNvSpPr>
          <p:nvPr>
            <p:ph idx="1"/>
          </p:nvPr>
        </p:nvSpPr>
        <p:spPr>
          <a:xfrm>
            <a:off x="457200" y="1219200"/>
            <a:ext cx="8229600" cy="4906963"/>
          </a:xfrm>
        </p:spPr>
        <p:txBody>
          <a:bodyPr/>
          <a:lstStyle/>
          <a:p>
            <a:pPr marL="0" indent="0">
              <a:buNone/>
            </a:pPr>
            <a:r>
              <a:rPr lang="en-US" dirty="0"/>
              <a:t>Communication between two devices can be </a:t>
            </a:r>
          </a:p>
          <a:p>
            <a:r>
              <a:rPr lang="en-US" dirty="0">
                <a:solidFill>
                  <a:srgbClr val="C00000"/>
                </a:solidFill>
              </a:rPr>
              <a:t>simplex,</a:t>
            </a:r>
          </a:p>
          <a:p>
            <a:r>
              <a:rPr lang="en-US" dirty="0">
                <a:solidFill>
                  <a:srgbClr val="C00000"/>
                </a:solidFill>
              </a:rPr>
              <a:t>half-duplex, or</a:t>
            </a:r>
          </a:p>
          <a:p>
            <a:r>
              <a:rPr lang="en-US" dirty="0">
                <a:solidFill>
                  <a:srgbClr val="C00000"/>
                </a:solidFill>
              </a:rPr>
              <a:t> full-duplex</a:t>
            </a:r>
          </a:p>
        </p:txBody>
      </p:sp>
    </p:spTree>
    <p:extLst>
      <p:ext uri="{BB962C8B-B14F-4D97-AF65-F5344CB8AC3E}">
        <p14:creationId xmlns:p14="http://schemas.microsoft.com/office/powerpoint/2010/main" val="1307686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6DF99E-B8BC-47D7-8ABB-C1B7D1948711}"/>
              </a:ext>
            </a:extLst>
          </p:cNvPr>
          <p:cNvSpPr>
            <a:spLocks noGrp="1"/>
          </p:cNvSpPr>
          <p:nvPr>
            <p:ph type="title"/>
          </p:nvPr>
        </p:nvSpPr>
        <p:spPr>
          <a:xfrm>
            <a:off x="457200" y="274638"/>
            <a:ext cx="8229600" cy="639762"/>
          </a:xfrm>
        </p:spPr>
        <p:txBody>
          <a:bodyPr/>
          <a:lstStyle/>
          <a:p>
            <a:r>
              <a:rPr lang="en-US" sz="2400" dirty="0">
                <a:solidFill>
                  <a:srgbClr val="C00000"/>
                </a:solidFill>
              </a:rPr>
              <a:t>Data Flow</a:t>
            </a:r>
          </a:p>
        </p:txBody>
      </p:sp>
      <p:sp>
        <p:nvSpPr>
          <p:cNvPr id="4" name="Content Placeholder 3">
            <a:extLst>
              <a:ext uri="{FF2B5EF4-FFF2-40B4-BE49-F238E27FC236}">
                <a16:creationId xmlns:a16="http://schemas.microsoft.com/office/drawing/2014/main" id="{5440D6AA-86D2-4816-80B7-19FDDCCA1893}"/>
              </a:ext>
            </a:extLst>
          </p:cNvPr>
          <p:cNvSpPr>
            <a:spLocks noGrp="1"/>
          </p:cNvSpPr>
          <p:nvPr>
            <p:ph idx="1"/>
          </p:nvPr>
        </p:nvSpPr>
        <p:spPr>
          <a:xfrm>
            <a:off x="457200" y="1066800"/>
            <a:ext cx="8229600" cy="5059363"/>
          </a:xfrm>
        </p:spPr>
        <p:txBody>
          <a:bodyPr/>
          <a:lstStyle/>
          <a:p>
            <a:pPr algn="just"/>
            <a:r>
              <a:rPr lang="en-US" dirty="0">
                <a:solidFill>
                  <a:srgbClr val="C00000"/>
                </a:solidFill>
              </a:rPr>
              <a:t>Simplex: </a:t>
            </a:r>
            <a:r>
              <a:rPr lang="en-US" dirty="0"/>
              <a:t>In simplex mode, the communication is unidirectional, as on a one-way street. </a:t>
            </a:r>
          </a:p>
          <a:p>
            <a:pPr algn="just"/>
            <a:r>
              <a:rPr lang="en-US" dirty="0"/>
              <a:t>Only one of the two devices on a link can transmit; the other can only receive </a:t>
            </a:r>
            <a:r>
              <a:rPr lang="en-US" dirty="0" err="1"/>
              <a:t>Egs:Keyboards</a:t>
            </a:r>
            <a:r>
              <a:rPr lang="en-US" dirty="0"/>
              <a:t> and traditional monitors are examples of simplex devices.</a:t>
            </a:r>
            <a:endParaRPr lang="en-US" dirty="0">
              <a:solidFill>
                <a:srgbClr val="C00000"/>
              </a:solidFill>
            </a:endParaRPr>
          </a:p>
        </p:txBody>
      </p:sp>
    </p:spTree>
    <p:extLst>
      <p:ext uri="{BB962C8B-B14F-4D97-AF65-F5344CB8AC3E}">
        <p14:creationId xmlns:p14="http://schemas.microsoft.com/office/powerpoint/2010/main" val="3114522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6DF99E-B8BC-47D7-8ABB-C1B7D1948711}"/>
              </a:ext>
            </a:extLst>
          </p:cNvPr>
          <p:cNvSpPr>
            <a:spLocks noGrp="1"/>
          </p:cNvSpPr>
          <p:nvPr>
            <p:ph type="title"/>
          </p:nvPr>
        </p:nvSpPr>
        <p:spPr>
          <a:xfrm>
            <a:off x="457200" y="274638"/>
            <a:ext cx="8229600" cy="639762"/>
          </a:xfrm>
        </p:spPr>
        <p:txBody>
          <a:bodyPr/>
          <a:lstStyle/>
          <a:p>
            <a:r>
              <a:rPr lang="en-US" sz="2400" dirty="0">
                <a:solidFill>
                  <a:srgbClr val="C00000"/>
                </a:solidFill>
              </a:rPr>
              <a:t>Data Flow</a:t>
            </a:r>
          </a:p>
        </p:txBody>
      </p:sp>
      <p:sp>
        <p:nvSpPr>
          <p:cNvPr id="4" name="Content Placeholder 3">
            <a:extLst>
              <a:ext uri="{FF2B5EF4-FFF2-40B4-BE49-F238E27FC236}">
                <a16:creationId xmlns:a16="http://schemas.microsoft.com/office/drawing/2014/main" id="{5440D6AA-86D2-4816-80B7-19FDDCCA1893}"/>
              </a:ext>
            </a:extLst>
          </p:cNvPr>
          <p:cNvSpPr>
            <a:spLocks noGrp="1"/>
          </p:cNvSpPr>
          <p:nvPr>
            <p:ph idx="1"/>
          </p:nvPr>
        </p:nvSpPr>
        <p:spPr>
          <a:xfrm>
            <a:off x="457200" y="1066800"/>
            <a:ext cx="8229600" cy="5059363"/>
          </a:xfrm>
        </p:spPr>
        <p:txBody>
          <a:bodyPr/>
          <a:lstStyle/>
          <a:p>
            <a:r>
              <a:rPr lang="en-US" dirty="0">
                <a:solidFill>
                  <a:srgbClr val="C00000"/>
                </a:solidFill>
              </a:rPr>
              <a:t>half-duplex</a:t>
            </a:r>
          </a:p>
          <a:p>
            <a:r>
              <a:rPr lang="en-US" dirty="0"/>
              <a:t> the In half-duplex mode, each station can both transmit and receive, but not at the same time. </a:t>
            </a:r>
          </a:p>
          <a:p>
            <a:r>
              <a:rPr lang="en-US" dirty="0"/>
              <a:t>When one device is sending, the other can only receive, and vice versa</a:t>
            </a:r>
            <a:r>
              <a:rPr lang="en-US" dirty="0">
                <a:solidFill>
                  <a:srgbClr val="C00000"/>
                </a:solidFill>
              </a:rPr>
              <a:t> </a:t>
            </a:r>
          </a:p>
          <a:p>
            <a:pPr marL="0" indent="0">
              <a:buNone/>
            </a:pPr>
            <a:r>
              <a:rPr lang="en-US" dirty="0" err="1">
                <a:solidFill>
                  <a:srgbClr val="C00000"/>
                </a:solidFill>
              </a:rPr>
              <a:t>Eg</a:t>
            </a:r>
            <a:r>
              <a:rPr lang="en-US" dirty="0">
                <a:solidFill>
                  <a:srgbClr val="C00000"/>
                </a:solidFill>
              </a:rPr>
              <a:t>: </a:t>
            </a:r>
            <a:r>
              <a:rPr lang="en-US" dirty="0"/>
              <a:t>Walkie-talkies are half-duplex systems.</a:t>
            </a:r>
            <a:endParaRPr lang="en-US" dirty="0">
              <a:solidFill>
                <a:srgbClr val="C00000"/>
              </a:solidFill>
            </a:endParaRPr>
          </a:p>
        </p:txBody>
      </p:sp>
    </p:spTree>
    <p:extLst>
      <p:ext uri="{BB962C8B-B14F-4D97-AF65-F5344CB8AC3E}">
        <p14:creationId xmlns:p14="http://schemas.microsoft.com/office/powerpoint/2010/main" val="2680201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6DF99E-B8BC-47D7-8ABB-C1B7D1948711}"/>
              </a:ext>
            </a:extLst>
          </p:cNvPr>
          <p:cNvSpPr>
            <a:spLocks noGrp="1"/>
          </p:cNvSpPr>
          <p:nvPr>
            <p:ph type="title"/>
          </p:nvPr>
        </p:nvSpPr>
        <p:spPr>
          <a:xfrm>
            <a:off x="457200" y="274638"/>
            <a:ext cx="8229600" cy="639762"/>
          </a:xfrm>
        </p:spPr>
        <p:txBody>
          <a:bodyPr/>
          <a:lstStyle/>
          <a:p>
            <a:r>
              <a:rPr lang="en-US" sz="2400" dirty="0">
                <a:solidFill>
                  <a:srgbClr val="C00000"/>
                </a:solidFill>
              </a:rPr>
              <a:t>Data Flow</a:t>
            </a:r>
          </a:p>
        </p:txBody>
      </p:sp>
      <p:sp>
        <p:nvSpPr>
          <p:cNvPr id="4" name="Content Placeholder 3">
            <a:extLst>
              <a:ext uri="{FF2B5EF4-FFF2-40B4-BE49-F238E27FC236}">
                <a16:creationId xmlns:a16="http://schemas.microsoft.com/office/drawing/2014/main" id="{5440D6AA-86D2-4816-80B7-19FDDCCA1893}"/>
              </a:ext>
            </a:extLst>
          </p:cNvPr>
          <p:cNvSpPr>
            <a:spLocks noGrp="1"/>
          </p:cNvSpPr>
          <p:nvPr>
            <p:ph idx="1"/>
          </p:nvPr>
        </p:nvSpPr>
        <p:spPr>
          <a:xfrm>
            <a:off x="457200" y="1066800"/>
            <a:ext cx="8229600" cy="5059363"/>
          </a:xfrm>
        </p:spPr>
        <p:txBody>
          <a:bodyPr/>
          <a:lstStyle/>
          <a:p>
            <a:r>
              <a:rPr lang="en-US" dirty="0">
                <a:solidFill>
                  <a:srgbClr val="C00000"/>
                </a:solidFill>
              </a:rPr>
              <a:t>Full duplex</a:t>
            </a:r>
          </a:p>
          <a:p>
            <a:r>
              <a:rPr lang="en-US" dirty="0"/>
              <a:t> In full-duplex (</a:t>
            </a:r>
            <a:r>
              <a:rPr lang="en-US" dirty="0" err="1"/>
              <a:t>als</a:t>
            </a:r>
            <a:r>
              <a:rPr lang="en-US" dirty="0"/>
              <a:t>@ called duplex), both stations can transmit and receive simultaneously.</a:t>
            </a:r>
          </a:p>
          <a:p>
            <a:r>
              <a:rPr lang="en-US" dirty="0" err="1">
                <a:solidFill>
                  <a:srgbClr val="C00000"/>
                </a:solidFill>
              </a:rPr>
              <a:t>Eg</a:t>
            </a:r>
            <a:r>
              <a:rPr lang="en-US" dirty="0">
                <a:solidFill>
                  <a:srgbClr val="C00000"/>
                </a:solidFill>
              </a:rPr>
              <a:t>: </a:t>
            </a:r>
            <a:r>
              <a:rPr lang="en-US" dirty="0"/>
              <a:t>telephone line</a:t>
            </a:r>
            <a:endParaRPr lang="en-US" dirty="0">
              <a:solidFill>
                <a:srgbClr val="C00000"/>
              </a:solidFill>
            </a:endParaRPr>
          </a:p>
        </p:txBody>
      </p:sp>
    </p:spTree>
    <p:extLst>
      <p:ext uri="{BB962C8B-B14F-4D97-AF65-F5344CB8AC3E}">
        <p14:creationId xmlns:p14="http://schemas.microsoft.com/office/powerpoint/2010/main" val="1185308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6DF99E-B8BC-47D7-8ABB-C1B7D1948711}"/>
              </a:ext>
            </a:extLst>
          </p:cNvPr>
          <p:cNvSpPr>
            <a:spLocks noGrp="1"/>
          </p:cNvSpPr>
          <p:nvPr>
            <p:ph type="title"/>
          </p:nvPr>
        </p:nvSpPr>
        <p:spPr>
          <a:xfrm>
            <a:off x="457200" y="0"/>
            <a:ext cx="8229600" cy="685800"/>
          </a:xfrm>
        </p:spPr>
        <p:txBody>
          <a:bodyPr/>
          <a:lstStyle/>
          <a:p>
            <a:r>
              <a:rPr lang="en-US" sz="2400" dirty="0">
                <a:solidFill>
                  <a:srgbClr val="C00000"/>
                </a:solidFill>
              </a:rPr>
              <a:t>Data Flow</a:t>
            </a:r>
          </a:p>
        </p:txBody>
      </p:sp>
      <p:pic>
        <p:nvPicPr>
          <p:cNvPr id="5" name="Picture 4">
            <a:extLst>
              <a:ext uri="{FF2B5EF4-FFF2-40B4-BE49-F238E27FC236}">
                <a16:creationId xmlns:a16="http://schemas.microsoft.com/office/drawing/2014/main" id="{4BB53985-5089-4161-8507-A4E8010D6E8D}"/>
              </a:ext>
            </a:extLst>
          </p:cNvPr>
          <p:cNvPicPr>
            <a:picLocks noChangeAspect="1"/>
          </p:cNvPicPr>
          <p:nvPr/>
        </p:nvPicPr>
        <p:blipFill>
          <a:blip r:embed="rId2"/>
          <a:stretch>
            <a:fillRect/>
          </a:stretch>
        </p:blipFill>
        <p:spPr>
          <a:xfrm>
            <a:off x="457200" y="685800"/>
            <a:ext cx="8120063" cy="5620155"/>
          </a:xfrm>
          <a:prstGeom prst="rect">
            <a:avLst/>
          </a:prstGeom>
        </p:spPr>
      </p:pic>
    </p:spTree>
    <p:extLst>
      <p:ext uri="{BB962C8B-B14F-4D97-AF65-F5344CB8AC3E}">
        <p14:creationId xmlns:p14="http://schemas.microsoft.com/office/powerpoint/2010/main" val="9453731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8666D42-CBFD-2064-A53E-CE71D2EB7808}"/>
              </a:ext>
            </a:extLst>
          </p:cNvPr>
          <p:cNvSpPr>
            <a:spLocks noGrp="1" noChangeArrowheads="1"/>
          </p:cNvSpPr>
          <p:nvPr>
            <p:ph type="title"/>
          </p:nvPr>
        </p:nvSpPr>
        <p:spPr>
          <a:xfrm>
            <a:off x="457200" y="762000"/>
            <a:ext cx="8229600" cy="914400"/>
          </a:xfrm>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eaLnBrk="1" hangingPunct="1">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Network Topology</a:t>
            </a:r>
            <a:endParaRPr lang="en-GB" altLang="en-US" sz="4000" b="1">
              <a:solidFill>
                <a:srgbClr val="E4005C"/>
              </a:solidFill>
            </a:endParaRPr>
          </a:p>
        </p:txBody>
      </p:sp>
      <p:sp>
        <p:nvSpPr>
          <p:cNvPr id="14339" name="Rectangle 3">
            <a:extLst>
              <a:ext uri="{FF2B5EF4-FFF2-40B4-BE49-F238E27FC236}">
                <a16:creationId xmlns:a16="http://schemas.microsoft.com/office/drawing/2014/main" id="{F2A67B48-0F0E-ABD9-BE33-88870875A5DA}"/>
              </a:ext>
            </a:extLst>
          </p:cNvPr>
          <p:cNvSpPr>
            <a:spLocks noGrp="1" noChangeArrowheads="1"/>
          </p:cNvSpPr>
          <p:nvPr>
            <p:ph type="body" sz="half" idx="1"/>
          </p:nvPr>
        </p:nvSpPr>
        <p:spPr/>
        <p:txBody>
          <a:bodyPr/>
          <a:lstStyle/>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endParaRPr lang="en-US" altLang="en-US" sz="2000" b="1">
              <a:solidFill>
                <a:srgbClr val="000066"/>
              </a:solidFill>
            </a:endParaRPr>
          </a:p>
          <a:p>
            <a:pPr marL="392113" indent="-293688" algn="just" defTabSz="414338" eaLnBrk="1" hangingPunct="1">
              <a:lnSpc>
                <a:spcPct val="80000"/>
              </a:lnSpc>
              <a:buClr>
                <a:srgbClr val="CC0000"/>
              </a:buClr>
              <a:buFont typeface="Wingdings" panose="05000000000000000000" pitchFamily="2" charset="2"/>
              <a:buBlip>
                <a:blip r:embed="rId3"/>
              </a:buBlip>
            </a:pPr>
            <a:r>
              <a:rPr lang="en-US" altLang="en-US" sz="2400" b="1">
                <a:solidFill>
                  <a:srgbClr val="000066"/>
                </a:solidFill>
                <a:cs typeface="Times New Roman" panose="02020603050405020304" pitchFamily="18" charset="0"/>
              </a:rPr>
              <a:t>The network topology defines the way in which computers, printers, and other devices are connected. A network topology describes the layout of the wire and devices as well as the paths used by data transmissions.</a:t>
            </a:r>
            <a:r>
              <a:rPr lang="en-US" altLang="en-US" sz="2400">
                <a:solidFill>
                  <a:srgbClr val="000000"/>
                </a:solidFill>
                <a:cs typeface="Times New Roman" panose="02020603050405020304" pitchFamily="18" charset="0"/>
              </a:rPr>
              <a:t> </a:t>
            </a:r>
          </a:p>
        </p:txBody>
      </p:sp>
      <p:sp>
        <p:nvSpPr>
          <p:cNvPr id="14340" name="AutoShape 4">
            <a:extLst>
              <a:ext uri="{FF2B5EF4-FFF2-40B4-BE49-F238E27FC236}">
                <a16:creationId xmlns:a16="http://schemas.microsoft.com/office/drawing/2014/main" id="{A3780E87-876A-D386-602A-3DD7A92EBBE4}"/>
              </a:ext>
            </a:extLst>
          </p:cNvPr>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4341" name="AutoShape 5">
            <a:extLst>
              <a:ext uri="{FF2B5EF4-FFF2-40B4-BE49-F238E27FC236}">
                <a16:creationId xmlns:a16="http://schemas.microsoft.com/office/drawing/2014/main" id="{AB7A4E0C-8DEC-8B36-755E-8A33D7A3D61F}"/>
              </a:ext>
            </a:extLst>
          </p:cNvPr>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4342" name="AutoShape 6">
            <a:extLst>
              <a:ext uri="{FF2B5EF4-FFF2-40B4-BE49-F238E27FC236}">
                <a16:creationId xmlns:a16="http://schemas.microsoft.com/office/drawing/2014/main" id="{18D4DE4F-8883-A5A4-FFB9-54E591607AF6}"/>
              </a:ext>
            </a:extLst>
          </p:cNvPr>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4343" name="AutoShape 7">
            <a:extLst>
              <a:ext uri="{FF2B5EF4-FFF2-40B4-BE49-F238E27FC236}">
                <a16:creationId xmlns:a16="http://schemas.microsoft.com/office/drawing/2014/main" id="{283BB37E-1C6A-72E4-1B09-AB7A8972AEBE}"/>
              </a:ext>
            </a:extLst>
          </p:cNvPr>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4344" name="Text Box 8">
            <a:extLst>
              <a:ext uri="{FF2B5EF4-FFF2-40B4-BE49-F238E27FC236}">
                <a16:creationId xmlns:a16="http://schemas.microsoft.com/office/drawing/2014/main" id="{8DDC3E2A-DA7F-007D-A753-3A951A7C3DDF}"/>
              </a:ext>
            </a:extLst>
          </p:cNvPr>
          <p:cNvSpPr txBox="1">
            <a:spLocks noChangeArrowheads="1"/>
          </p:cNvSpPr>
          <p:nvPr/>
        </p:nvSpPr>
        <p:spPr bwMode="auto">
          <a:xfrm>
            <a:off x="123825" y="104775"/>
            <a:ext cx="58197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1pPr>
            <a:lvl2pPr marL="742950" indent="-28575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2pPr>
            <a:lvl3pPr marL="11430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3pPr>
            <a:lvl4pPr marL="16002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4pPr>
            <a:lvl5pPr marL="20574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5pPr>
            <a:lvl6pPr marL="25146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6pPr>
            <a:lvl7pPr marL="29718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7pPr>
            <a:lvl8pPr marL="34290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8pPr>
            <a:lvl9pPr marL="38862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9pPr>
          </a:lstStyle>
          <a:p>
            <a:pPr eaLnBrk="1">
              <a:lnSpc>
                <a:spcPct val="95000"/>
              </a:lnSpc>
              <a:buClr>
                <a:srgbClr val="000000"/>
              </a:buClr>
              <a:buSzPct val="45000"/>
              <a:buFont typeface="StarSymbol" charset="0"/>
              <a:buNone/>
            </a:pPr>
            <a:r>
              <a:rPr lang="en-GB" altLang="en-US" sz="2000" b="1">
                <a:solidFill>
                  <a:schemeClr val="bg1"/>
                </a:solidFill>
              </a:rPr>
              <a:t>Introduction to Computer Networks</a:t>
            </a:r>
          </a:p>
        </p:txBody>
      </p:sp>
      <p:sp>
        <p:nvSpPr>
          <p:cNvPr id="14345" name="AutoShape 9">
            <a:extLst>
              <a:ext uri="{FF2B5EF4-FFF2-40B4-BE49-F238E27FC236}">
                <a16:creationId xmlns:a16="http://schemas.microsoft.com/office/drawing/2014/main" id="{6162FC1F-3B92-4029-D27E-5214DAC524EE}"/>
              </a:ext>
            </a:extLst>
          </p:cNvPr>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pic>
        <p:nvPicPr>
          <p:cNvPr id="14346" name="Picture 10">
            <a:extLst>
              <a:ext uri="{FF2B5EF4-FFF2-40B4-BE49-F238E27FC236}">
                <a16:creationId xmlns:a16="http://schemas.microsoft.com/office/drawing/2014/main" id="{B1C705C8-2966-59FB-5C33-835BB36CC731}"/>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l="4021" t="15865" r="5528" b="7082"/>
          <a:stretch>
            <a:fillRect/>
          </a:stretch>
        </p:blipFill>
        <p:spPr>
          <a:xfrm>
            <a:off x="4772025" y="2181225"/>
            <a:ext cx="3790950" cy="33623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7E30CE77-E746-BD75-2339-BD0CD0A8198D}"/>
              </a:ext>
            </a:extLst>
          </p:cNvPr>
          <p:cNvSpPr>
            <a:spLocks noGrp="1" noChangeArrowheads="1"/>
          </p:cNvSpPr>
          <p:nvPr>
            <p:ph type="title"/>
          </p:nvPr>
        </p:nvSpPr>
        <p:spPr>
          <a:xfrm>
            <a:off x="457200" y="838200"/>
            <a:ext cx="8229600" cy="838200"/>
          </a:xfrm>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eaLnBrk="1" hangingPunct="1">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Bus Topology</a:t>
            </a:r>
            <a:endParaRPr lang="en-GB" altLang="en-US" sz="4000" b="1">
              <a:solidFill>
                <a:srgbClr val="E4005C"/>
              </a:solidFill>
            </a:endParaRPr>
          </a:p>
        </p:txBody>
      </p:sp>
      <p:sp>
        <p:nvSpPr>
          <p:cNvPr id="15363" name="Rectangle 3">
            <a:extLst>
              <a:ext uri="{FF2B5EF4-FFF2-40B4-BE49-F238E27FC236}">
                <a16:creationId xmlns:a16="http://schemas.microsoft.com/office/drawing/2014/main" id="{A93AB79B-FBC0-ACFA-4A8D-BB9F07A0A38E}"/>
              </a:ext>
            </a:extLst>
          </p:cNvPr>
          <p:cNvSpPr>
            <a:spLocks noGrp="1" noChangeArrowheads="1"/>
          </p:cNvSpPr>
          <p:nvPr>
            <p:ph type="body" sz="half" idx="1"/>
          </p:nvPr>
        </p:nvSpPr>
        <p:spPr/>
        <p:txBody>
          <a:bodyPr/>
          <a:lstStyle/>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endParaRPr lang="en-US" altLang="en-US" sz="2000" b="1" dirty="0">
              <a:solidFill>
                <a:srgbClr val="000066"/>
              </a:solidFill>
            </a:endParaRPr>
          </a:p>
          <a:p>
            <a:pPr marL="392113" indent="-293688" algn="just" defTabSz="414338" eaLnBrk="1" hangingPunct="1">
              <a:lnSpc>
                <a:spcPct val="80000"/>
              </a:lnSpc>
              <a:spcBef>
                <a:spcPct val="50000"/>
              </a:spcBef>
              <a:buClr>
                <a:srgbClr val="CC0000"/>
              </a:buClr>
              <a:buFont typeface="Wingdings" panose="05000000000000000000" pitchFamily="2" charset="2"/>
              <a:buBlip>
                <a:blip r:embed="rId3"/>
              </a:buBlip>
            </a:pPr>
            <a:r>
              <a:rPr lang="en-US" altLang="en-US" sz="2400" b="1" dirty="0">
                <a:solidFill>
                  <a:srgbClr val="000066"/>
                </a:solidFill>
                <a:cs typeface="Times New Roman" panose="02020603050405020304" pitchFamily="18" charset="0"/>
              </a:rPr>
              <a:t>Commonly referred to as a linear bus, all the devices on a bus topology are connected by one single cable.</a:t>
            </a:r>
          </a:p>
        </p:txBody>
      </p:sp>
      <p:sp>
        <p:nvSpPr>
          <p:cNvPr id="15364" name="AutoShape 4">
            <a:extLst>
              <a:ext uri="{FF2B5EF4-FFF2-40B4-BE49-F238E27FC236}">
                <a16:creationId xmlns:a16="http://schemas.microsoft.com/office/drawing/2014/main" id="{1AD5354B-45A4-5402-D665-38FB2F1372A9}"/>
              </a:ext>
            </a:extLst>
          </p:cNvPr>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365" name="AutoShape 5">
            <a:extLst>
              <a:ext uri="{FF2B5EF4-FFF2-40B4-BE49-F238E27FC236}">
                <a16:creationId xmlns:a16="http://schemas.microsoft.com/office/drawing/2014/main" id="{09714FA6-AC15-03F1-CB01-D2E4EF750DBC}"/>
              </a:ext>
            </a:extLst>
          </p:cNvPr>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366" name="AutoShape 6">
            <a:extLst>
              <a:ext uri="{FF2B5EF4-FFF2-40B4-BE49-F238E27FC236}">
                <a16:creationId xmlns:a16="http://schemas.microsoft.com/office/drawing/2014/main" id="{593A0811-D0BC-9F2E-3389-63B1155087C6}"/>
              </a:ext>
            </a:extLst>
          </p:cNvPr>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367" name="AutoShape 7">
            <a:extLst>
              <a:ext uri="{FF2B5EF4-FFF2-40B4-BE49-F238E27FC236}">
                <a16:creationId xmlns:a16="http://schemas.microsoft.com/office/drawing/2014/main" id="{86D2E1A3-6C6E-6CF1-E2A3-9A08D102EDC1}"/>
              </a:ext>
            </a:extLst>
          </p:cNvPr>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368" name="Text Box 8">
            <a:extLst>
              <a:ext uri="{FF2B5EF4-FFF2-40B4-BE49-F238E27FC236}">
                <a16:creationId xmlns:a16="http://schemas.microsoft.com/office/drawing/2014/main" id="{F7513499-2E67-F20E-18AB-87EC21E6A705}"/>
              </a:ext>
            </a:extLst>
          </p:cNvPr>
          <p:cNvSpPr txBox="1">
            <a:spLocks noChangeArrowheads="1"/>
          </p:cNvSpPr>
          <p:nvPr/>
        </p:nvSpPr>
        <p:spPr bwMode="auto">
          <a:xfrm>
            <a:off x="123825" y="104775"/>
            <a:ext cx="58197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1pPr>
            <a:lvl2pPr marL="742950" indent="-28575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2pPr>
            <a:lvl3pPr marL="11430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3pPr>
            <a:lvl4pPr marL="16002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4pPr>
            <a:lvl5pPr marL="20574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5pPr>
            <a:lvl6pPr marL="25146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6pPr>
            <a:lvl7pPr marL="29718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7pPr>
            <a:lvl8pPr marL="34290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8pPr>
            <a:lvl9pPr marL="38862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9pPr>
          </a:lstStyle>
          <a:p>
            <a:pPr eaLnBrk="1">
              <a:lnSpc>
                <a:spcPct val="95000"/>
              </a:lnSpc>
              <a:buClr>
                <a:srgbClr val="000000"/>
              </a:buClr>
              <a:buSzPct val="45000"/>
              <a:buFont typeface="StarSymbol" charset="0"/>
              <a:buNone/>
            </a:pPr>
            <a:r>
              <a:rPr lang="en-GB" altLang="en-US" sz="2000" b="1">
                <a:solidFill>
                  <a:schemeClr val="bg1"/>
                </a:solidFill>
              </a:rPr>
              <a:t>Introduction to Computer Networks</a:t>
            </a:r>
          </a:p>
        </p:txBody>
      </p:sp>
      <p:sp>
        <p:nvSpPr>
          <p:cNvPr id="15369" name="AutoShape 9">
            <a:extLst>
              <a:ext uri="{FF2B5EF4-FFF2-40B4-BE49-F238E27FC236}">
                <a16:creationId xmlns:a16="http://schemas.microsoft.com/office/drawing/2014/main" id="{1A825CF7-D7E1-0CA7-0972-D816B89F3303}"/>
              </a:ext>
            </a:extLst>
          </p:cNvPr>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pic>
        <p:nvPicPr>
          <p:cNvPr id="15370" name="Picture 10" descr="562">
            <a:extLst>
              <a:ext uri="{FF2B5EF4-FFF2-40B4-BE49-F238E27FC236}">
                <a16:creationId xmlns:a16="http://schemas.microsoft.com/office/drawing/2014/main" id="{C3457DD9-0FB2-97E7-7D5E-DD2710EB8164}"/>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4648200" y="2846388"/>
            <a:ext cx="4038600" cy="203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19DD57D9-D3C9-4E40-01CD-121BC3E90ED1}"/>
              </a:ext>
            </a:extLst>
          </p:cNvPr>
          <p:cNvSpPr>
            <a:spLocks noGrp="1" noChangeArrowheads="1"/>
          </p:cNvSpPr>
          <p:nvPr>
            <p:ph type="title"/>
          </p:nvPr>
        </p:nvSpPr>
        <p:spPr>
          <a:xfrm>
            <a:off x="1093788" y="674688"/>
            <a:ext cx="7808912" cy="1147762"/>
          </a:xfrm>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eaLnBrk="1" hangingPunct="1">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Star &amp; Tree Topology</a:t>
            </a:r>
            <a:endParaRPr lang="en-GB" altLang="en-US" sz="4000" b="1">
              <a:solidFill>
                <a:srgbClr val="E4005C"/>
              </a:solidFill>
            </a:endParaRPr>
          </a:p>
        </p:txBody>
      </p:sp>
      <p:sp>
        <p:nvSpPr>
          <p:cNvPr id="16387" name="AutoShape 3">
            <a:extLst>
              <a:ext uri="{FF2B5EF4-FFF2-40B4-BE49-F238E27FC236}">
                <a16:creationId xmlns:a16="http://schemas.microsoft.com/office/drawing/2014/main" id="{116BB3B7-2549-F9B3-88F4-BA84EB8BF260}"/>
              </a:ext>
            </a:extLst>
          </p:cNvPr>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388" name="AutoShape 4">
            <a:extLst>
              <a:ext uri="{FF2B5EF4-FFF2-40B4-BE49-F238E27FC236}">
                <a16:creationId xmlns:a16="http://schemas.microsoft.com/office/drawing/2014/main" id="{8E9E08E8-3CA7-9144-D05A-92535B3402B7}"/>
              </a:ext>
            </a:extLst>
          </p:cNvPr>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389" name="AutoShape 5">
            <a:extLst>
              <a:ext uri="{FF2B5EF4-FFF2-40B4-BE49-F238E27FC236}">
                <a16:creationId xmlns:a16="http://schemas.microsoft.com/office/drawing/2014/main" id="{ACB637C1-A635-AC2A-99BF-17C9A017E38F}"/>
              </a:ext>
            </a:extLst>
          </p:cNvPr>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390" name="AutoShape 6">
            <a:extLst>
              <a:ext uri="{FF2B5EF4-FFF2-40B4-BE49-F238E27FC236}">
                <a16:creationId xmlns:a16="http://schemas.microsoft.com/office/drawing/2014/main" id="{836B42EC-5AFA-4036-1B12-FD64B9950E36}"/>
              </a:ext>
            </a:extLst>
          </p:cNvPr>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391" name="Text Box 7">
            <a:extLst>
              <a:ext uri="{FF2B5EF4-FFF2-40B4-BE49-F238E27FC236}">
                <a16:creationId xmlns:a16="http://schemas.microsoft.com/office/drawing/2014/main" id="{3180160C-1A1C-4EE7-B46C-BDB9C12637C0}"/>
              </a:ext>
            </a:extLst>
          </p:cNvPr>
          <p:cNvSpPr txBox="1">
            <a:spLocks noChangeArrowheads="1"/>
          </p:cNvSpPr>
          <p:nvPr/>
        </p:nvSpPr>
        <p:spPr bwMode="auto">
          <a:xfrm>
            <a:off x="123825" y="104775"/>
            <a:ext cx="58197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1pPr>
            <a:lvl2pPr marL="742950" indent="-28575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2pPr>
            <a:lvl3pPr marL="11430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3pPr>
            <a:lvl4pPr marL="16002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4pPr>
            <a:lvl5pPr marL="20574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5pPr>
            <a:lvl6pPr marL="25146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6pPr>
            <a:lvl7pPr marL="29718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7pPr>
            <a:lvl8pPr marL="34290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8pPr>
            <a:lvl9pPr marL="38862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9pPr>
          </a:lstStyle>
          <a:p>
            <a:pPr eaLnBrk="1">
              <a:lnSpc>
                <a:spcPct val="95000"/>
              </a:lnSpc>
              <a:buClr>
                <a:srgbClr val="000000"/>
              </a:buClr>
              <a:buSzPct val="45000"/>
              <a:buFont typeface="StarSymbol" charset="0"/>
              <a:buNone/>
            </a:pPr>
            <a:r>
              <a:rPr lang="en-GB" altLang="en-US" sz="2000" b="1">
                <a:solidFill>
                  <a:schemeClr val="bg1"/>
                </a:solidFill>
              </a:rPr>
              <a:t>Introduction to Computer Networks</a:t>
            </a:r>
          </a:p>
        </p:txBody>
      </p:sp>
      <p:sp>
        <p:nvSpPr>
          <p:cNvPr id="16392" name="AutoShape 8">
            <a:extLst>
              <a:ext uri="{FF2B5EF4-FFF2-40B4-BE49-F238E27FC236}">
                <a16:creationId xmlns:a16="http://schemas.microsoft.com/office/drawing/2014/main" id="{808ACD91-FD8B-581D-26AC-E799430BE9A3}"/>
              </a:ext>
            </a:extLst>
          </p:cNvPr>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393" name="Rectangle 9">
            <a:extLst>
              <a:ext uri="{FF2B5EF4-FFF2-40B4-BE49-F238E27FC236}">
                <a16:creationId xmlns:a16="http://schemas.microsoft.com/office/drawing/2014/main" id="{6F00B66D-0123-CB91-7C47-0B339C6E71F5}"/>
              </a:ext>
            </a:extLst>
          </p:cNvPr>
          <p:cNvSpPr>
            <a:spLocks noGrp="1" noChangeArrowheads="1"/>
          </p:cNvSpPr>
          <p:nvPr>
            <p:ph type="body" idx="1"/>
          </p:nvPr>
        </p:nvSpPr>
        <p:spPr>
          <a:xfrm>
            <a:off x="457200" y="1600200"/>
            <a:ext cx="5181600" cy="5257800"/>
          </a:xfrm>
        </p:spPr>
        <p:txBody>
          <a:bodyPr/>
          <a:lstStyle/>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r>
              <a:rPr lang="en-US" altLang="en-US" sz="2400" b="1" dirty="0">
                <a:solidFill>
                  <a:srgbClr val="000066"/>
                </a:solidFill>
                <a:cs typeface="Times New Roman" panose="02020603050405020304" pitchFamily="18" charset="0"/>
              </a:rPr>
              <a:t>The star topology is the most commonly used architecture in Ethernet LANs. </a:t>
            </a:r>
          </a:p>
          <a:p>
            <a:pPr marL="392113" indent="-293688" algn="just" defTabSz="414338" eaLnBrk="1" hangingPunct="1">
              <a:lnSpc>
                <a:spcPct val="80000"/>
              </a:lnSpc>
              <a:spcBef>
                <a:spcPct val="50000"/>
              </a:spcBef>
              <a:buClr>
                <a:srgbClr val="CC0000"/>
              </a:buClr>
              <a:buFont typeface="Wingdings" panose="05000000000000000000" pitchFamily="2" charset="2"/>
              <a:buBlip>
                <a:blip r:embed="rId3"/>
              </a:buBlip>
            </a:pPr>
            <a:r>
              <a:rPr lang="en-US" altLang="en-US" sz="2400" b="1" dirty="0">
                <a:solidFill>
                  <a:srgbClr val="000066"/>
                </a:solidFill>
                <a:cs typeface="Times New Roman" panose="02020603050405020304" pitchFamily="18" charset="0"/>
              </a:rPr>
              <a:t>When installed, the star topology resembles spokes in a bicycle wheel.</a:t>
            </a:r>
          </a:p>
          <a:p>
            <a:pPr marL="392113" indent="-293688" algn="just" defTabSz="414338" eaLnBrk="1" hangingPunct="1">
              <a:lnSpc>
                <a:spcPct val="80000"/>
              </a:lnSpc>
              <a:spcBef>
                <a:spcPct val="50000"/>
              </a:spcBef>
              <a:buClr>
                <a:srgbClr val="CC0000"/>
              </a:buClr>
              <a:buFont typeface="Wingdings" panose="05000000000000000000" pitchFamily="2" charset="2"/>
              <a:buBlip>
                <a:blip r:embed="rId3"/>
              </a:buBlip>
            </a:pPr>
            <a:r>
              <a:rPr lang="en-US" altLang="en-US" sz="2400" b="1" dirty="0">
                <a:solidFill>
                  <a:srgbClr val="000066"/>
                </a:solidFill>
                <a:cs typeface="Times New Roman" panose="02020603050405020304" pitchFamily="18" charset="0"/>
              </a:rPr>
              <a:t>Larger networks use the extended star topology also called tree topology. When used with network devices that filter frames or packets, like bridges, switches, and routers, this topology significantly reduces the traffic on the wires by sending packets only to the wires of the destination host.</a:t>
            </a:r>
          </a:p>
        </p:txBody>
      </p:sp>
      <p:pic>
        <p:nvPicPr>
          <p:cNvPr id="16394" name="Picture 10" descr="565star">
            <a:extLst>
              <a:ext uri="{FF2B5EF4-FFF2-40B4-BE49-F238E27FC236}">
                <a16:creationId xmlns:a16="http://schemas.microsoft.com/office/drawing/2014/main" id="{07C2B6C4-5F26-4EAF-892E-933CE3E062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6563" y="1600200"/>
            <a:ext cx="2300287" cy="218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5" name="Picture 11" descr="566estar">
            <a:extLst>
              <a:ext uri="{FF2B5EF4-FFF2-40B4-BE49-F238E27FC236}">
                <a16:creationId xmlns:a16="http://schemas.microsoft.com/office/drawing/2014/main" id="{19004A7D-BD76-5719-9296-AECE62AFCE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95938" y="3938588"/>
            <a:ext cx="2143125"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19DD92C-906D-3135-A48F-6E6DF67E3D61}"/>
              </a:ext>
            </a:extLst>
          </p:cNvPr>
          <p:cNvSpPr>
            <a:spLocks noGrp="1" noChangeArrowheads="1"/>
          </p:cNvSpPr>
          <p:nvPr>
            <p:ph type="title"/>
          </p:nvPr>
        </p:nvSpPr>
        <p:spPr>
          <a:xfrm>
            <a:off x="1093788" y="674688"/>
            <a:ext cx="7808912" cy="1147762"/>
          </a:xfrm>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eaLnBrk="1" hangingPunct="1">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Ring Topology</a:t>
            </a:r>
            <a:endParaRPr lang="en-GB" altLang="en-US" sz="4000" b="1">
              <a:solidFill>
                <a:srgbClr val="E4005C"/>
              </a:solidFill>
            </a:endParaRPr>
          </a:p>
        </p:txBody>
      </p:sp>
      <p:sp>
        <p:nvSpPr>
          <p:cNvPr id="17411" name="AutoShape 3">
            <a:extLst>
              <a:ext uri="{FF2B5EF4-FFF2-40B4-BE49-F238E27FC236}">
                <a16:creationId xmlns:a16="http://schemas.microsoft.com/office/drawing/2014/main" id="{CC8C1DFF-5295-8C7B-0042-F8B1358FB288}"/>
              </a:ext>
            </a:extLst>
          </p:cNvPr>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7412" name="AutoShape 4">
            <a:extLst>
              <a:ext uri="{FF2B5EF4-FFF2-40B4-BE49-F238E27FC236}">
                <a16:creationId xmlns:a16="http://schemas.microsoft.com/office/drawing/2014/main" id="{90966EB2-4D49-B239-CAD7-288C4972C16E}"/>
              </a:ext>
            </a:extLst>
          </p:cNvPr>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7413" name="AutoShape 5">
            <a:extLst>
              <a:ext uri="{FF2B5EF4-FFF2-40B4-BE49-F238E27FC236}">
                <a16:creationId xmlns:a16="http://schemas.microsoft.com/office/drawing/2014/main" id="{D98F2A8E-F7CF-C737-376C-69CEFAD0916C}"/>
              </a:ext>
            </a:extLst>
          </p:cNvPr>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7414" name="AutoShape 6">
            <a:extLst>
              <a:ext uri="{FF2B5EF4-FFF2-40B4-BE49-F238E27FC236}">
                <a16:creationId xmlns:a16="http://schemas.microsoft.com/office/drawing/2014/main" id="{EE8CB8C9-C425-04DC-5195-49FC89FD662D}"/>
              </a:ext>
            </a:extLst>
          </p:cNvPr>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7415" name="Text Box 7">
            <a:extLst>
              <a:ext uri="{FF2B5EF4-FFF2-40B4-BE49-F238E27FC236}">
                <a16:creationId xmlns:a16="http://schemas.microsoft.com/office/drawing/2014/main" id="{F0C03C74-F770-D41E-9094-3B570C1D2F56}"/>
              </a:ext>
            </a:extLst>
          </p:cNvPr>
          <p:cNvSpPr txBox="1">
            <a:spLocks noChangeArrowheads="1"/>
          </p:cNvSpPr>
          <p:nvPr/>
        </p:nvSpPr>
        <p:spPr bwMode="auto">
          <a:xfrm>
            <a:off x="123825" y="104775"/>
            <a:ext cx="58197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1pPr>
            <a:lvl2pPr marL="742950" indent="-28575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2pPr>
            <a:lvl3pPr marL="11430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3pPr>
            <a:lvl4pPr marL="16002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4pPr>
            <a:lvl5pPr marL="20574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5pPr>
            <a:lvl6pPr marL="25146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6pPr>
            <a:lvl7pPr marL="29718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7pPr>
            <a:lvl8pPr marL="34290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8pPr>
            <a:lvl9pPr marL="38862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9pPr>
          </a:lstStyle>
          <a:p>
            <a:pPr eaLnBrk="1">
              <a:lnSpc>
                <a:spcPct val="95000"/>
              </a:lnSpc>
              <a:buClr>
                <a:srgbClr val="000000"/>
              </a:buClr>
              <a:buSzPct val="45000"/>
              <a:buFont typeface="StarSymbol" charset="0"/>
              <a:buNone/>
            </a:pPr>
            <a:r>
              <a:rPr lang="en-GB" altLang="en-US" sz="2000" b="1">
                <a:solidFill>
                  <a:schemeClr val="bg1"/>
                </a:solidFill>
              </a:rPr>
              <a:t>Introduction to Computer Networks</a:t>
            </a:r>
          </a:p>
        </p:txBody>
      </p:sp>
      <p:sp>
        <p:nvSpPr>
          <p:cNvPr id="17416" name="AutoShape 8">
            <a:extLst>
              <a:ext uri="{FF2B5EF4-FFF2-40B4-BE49-F238E27FC236}">
                <a16:creationId xmlns:a16="http://schemas.microsoft.com/office/drawing/2014/main" id="{460A5708-BEC4-BF04-6AE3-715523B6A61F}"/>
              </a:ext>
            </a:extLst>
          </p:cNvPr>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7417" name="Rectangle 9">
            <a:extLst>
              <a:ext uri="{FF2B5EF4-FFF2-40B4-BE49-F238E27FC236}">
                <a16:creationId xmlns:a16="http://schemas.microsoft.com/office/drawing/2014/main" id="{6454771B-9750-4D01-845D-D259E94CA66E}"/>
              </a:ext>
            </a:extLst>
          </p:cNvPr>
          <p:cNvSpPr>
            <a:spLocks noGrp="1" noChangeArrowheads="1"/>
          </p:cNvSpPr>
          <p:nvPr>
            <p:ph type="body" idx="1"/>
          </p:nvPr>
        </p:nvSpPr>
        <p:spPr>
          <a:xfrm>
            <a:off x="457200" y="1600200"/>
            <a:ext cx="5562600" cy="5257800"/>
          </a:xfrm>
        </p:spPr>
        <p:txBody>
          <a:bodyPr/>
          <a:lstStyle/>
          <a:p>
            <a:pPr marL="392113" indent="-293688" algn="just" defTabSz="414338" eaLnBrk="1" hangingPunct="1">
              <a:lnSpc>
                <a:spcPct val="90000"/>
              </a:lnSpc>
              <a:spcBef>
                <a:spcPct val="50000"/>
              </a:spcBef>
              <a:buClr>
                <a:srgbClr val="CC0000"/>
              </a:buClr>
              <a:buFont typeface="Wingdings" panose="05000000000000000000" pitchFamily="2" charset="2"/>
              <a:buBlip>
                <a:blip r:embed="rId3"/>
              </a:buBlip>
            </a:pPr>
            <a:r>
              <a:rPr lang="en-US" altLang="en-US" sz="2400" b="1">
                <a:solidFill>
                  <a:srgbClr val="000066"/>
                </a:solidFill>
                <a:cs typeface="Times New Roman" panose="02020603050405020304" pitchFamily="18" charset="0"/>
              </a:rPr>
              <a:t>A frame travels around the ring, stopping at each node. If a node wants to transmit data, it adds the data as well as the destination address to the frame. </a:t>
            </a:r>
          </a:p>
          <a:p>
            <a:pPr marL="392113" indent="-293688" algn="just" defTabSz="414338" eaLnBrk="1" hangingPunct="1">
              <a:lnSpc>
                <a:spcPct val="90000"/>
              </a:lnSpc>
              <a:spcBef>
                <a:spcPct val="50000"/>
              </a:spcBef>
              <a:buClr>
                <a:srgbClr val="CC0000"/>
              </a:buClr>
              <a:buFont typeface="Wingdings" panose="05000000000000000000" pitchFamily="2" charset="2"/>
              <a:buBlip>
                <a:blip r:embed="rId3"/>
              </a:buBlip>
            </a:pPr>
            <a:r>
              <a:rPr lang="en-US" altLang="en-US" sz="2400" b="1">
                <a:solidFill>
                  <a:srgbClr val="000066"/>
                </a:solidFill>
                <a:cs typeface="Times New Roman" panose="02020603050405020304" pitchFamily="18" charset="0"/>
              </a:rPr>
              <a:t>The frame then continues around the ring until it finds the destination node, which takes the data out of the frame. </a:t>
            </a:r>
          </a:p>
          <a:p>
            <a:pPr marL="782638" lvl="1" indent="-260350" algn="just" defTabSz="414338" eaLnBrk="1" hangingPunct="1">
              <a:lnSpc>
                <a:spcPct val="90000"/>
              </a:lnSpc>
              <a:spcBef>
                <a:spcPct val="50000"/>
              </a:spcBef>
              <a:buClr>
                <a:srgbClr val="CC0000"/>
              </a:buClr>
              <a:buFont typeface="Wingdings" panose="05000000000000000000" pitchFamily="2" charset="2"/>
              <a:buBlip>
                <a:blip r:embed="rId3"/>
              </a:buBlip>
            </a:pPr>
            <a:r>
              <a:rPr lang="en-US" altLang="en-US" sz="2400">
                <a:solidFill>
                  <a:srgbClr val="000066"/>
                </a:solidFill>
                <a:cs typeface="Times New Roman" panose="02020603050405020304" pitchFamily="18" charset="0"/>
              </a:rPr>
              <a:t>Single ring – All the devices on the network share a single cable</a:t>
            </a:r>
            <a:r>
              <a:rPr lang="en-US" altLang="en-US" sz="2400">
                <a:solidFill>
                  <a:srgbClr val="000066"/>
                </a:solidFill>
              </a:rPr>
              <a:t> </a:t>
            </a:r>
          </a:p>
          <a:p>
            <a:pPr marL="782638" lvl="1" indent="-260350" algn="just" defTabSz="414338" eaLnBrk="1" hangingPunct="1">
              <a:lnSpc>
                <a:spcPct val="90000"/>
              </a:lnSpc>
              <a:spcBef>
                <a:spcPct val="50000"/>
              </a:spcBef>
              <a:buClr>
                <a:srgbClr val="CC0000"/>
              </a:buClr>
              <a:buFont typeface="Wingdings" panose="05000000000000000000" pitchFamily="2" charset="2"/>
              <a:buBlip>
                <a:blip r:embed="rId3"/>
              </a:buBlip>
            </a:pPr>
            <a:r>
              <a:rPr lang="en-US" altLang="en-US" sz="2400">
                <a:solidFill>
                  <a:srgbClr val="000066"/>
                </a:solidFill>
                <a:cs typeface="Times New Roman" panose="02020603050405020304" pitchFamily="18" charset="0"/>
              </a:rPr>
              <a:t>Dual ring – The dual ring topology allows data to be sent in both directions. </a:t>
            </a:r>
          </a:p>
        </p:txBody>
      </p:sp>
      <p:pic>
        <p:nvPicPr>
          <p:cNvPr id="17418" name="Picture 10" descr="563ring">
            <a:extLst>
              <a:ext uri="{FF2B5EF4-FFF2-40B4-BE49-F238E27FC236}">
                <a16:creationId xmlns:a16="http://schemas.microsoft.com/office/drawing/2014/main" id="{F64A4B4F-5744-CE96-0D46-B220A12C62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7100" y="1600200"/>
            <a:ext cx="2563813" cy="218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9" name="Picture 11" descr="564dring">
            <a:extLst>
              <a:ext uri="{FF2B5EF4-FFF2-40B4-BE49-F238E27FC236}">
                <a16:creationId xmlns:a16="http://schemas.microsoft.com/office/drawing/2014/main" id="{814CB902-4571-3C80-7E8C-7178E2411A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91213" y="3938588"/>
            <a:ext cx="2795587"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76A1F35E-BD2B-9CBF-B16A-309B71B024A7}"/>
              </a:ext>
            </a:extLst>
          </p:cNvPr>
          <p:cNvSpPr>
            <a:spLocks noGrp="1" noChangeArrowheads="1"/>
          </p:cNvSpPr>
          <p:nvPr>
            <p:ph type="title"/>
          </p:nvPr>
        </p:nvSpPr>
        <p:spPr>
          <a:xfrm>
            <a:off x="457200" y="838200"/>
            <a:ext cx="8229600" cy="838200"/>
          </a:xfrm>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eaLnBrk="1" hangingPunct="1">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Mesh Topology</a:t>
            </a:r>
            <a:endParaRPr lang="en-GB" altLang="en-US" sz="4000" b="1">
              <a:solidFill>
                <a:srgbClr val="E4005C"/>
              </a:solidFill>
            </a:endParaRPr>
          </a:p>
        </p:txBody>
      </p:sp>
      <p:sp>
        <p:nvSpPr>
          <p:cNvPr id="18435" name="Rectangle 3">
            <a:extLst>
              <a:ext uri="{FF2B5EF4-FFF2-40B4-BE49-F238E27FC236}">
                <a16:creationId xmlns:a16="http://schemas.microsoft.com/office/drawing/2014/main" id="{7D93A45B-C3ED-59D4-341E-09F943DCD2F5}"/>
              </a:ext>
            </a:extLst>
          </p:cNvPr>
          <p:cNvSpPr>
            <a:spLocks noGrp="1" noChangeArrowheads="1"/>
          </p:cNvSpPr>
          <p:nvPr>
            <p:ph type="body" sz="half" idx="1"/>
          </p:nvPr>
        </p:nvSpPr>
        <p:spPr>
          <a:xfrm>
            <a:off x="457200" y="1600200"/>
            <a:ext cx="4038600" cy="5257800"/>
          </a:xfrm>
        </p:spPr>
        <p:txBody>
          <a:bodyPr/>
          <a:lstStyle/>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endParaRPr lang="en-US" altLang="en-US" sz="1600" b="1" dirty="0">
              <a:solidFill>
                <a:srgbClr val="000066"/>
              </a:solidFill>
            </a:endParaRPr>
          </a:p>
          <a:p>
            <a:pPr marL="392113" indent="-293688" algn="just" defTabSz="414338" eaLnBrk="1" hangingPunct="1">
              <a:lnSpc>
                <a:spcPct val="80000"/>
              </a:lnSpc>
              <a:spcBef>
                <a:spcPct val="50000"/>
              </a:spcBef>
              <a:buClr>
                <a:srgbClr val="CC0000"/>
              </a:buClr>
              <a:buFont typeface="Wingdings" panose="05000000000000000000" pitchFamily="2" charset="2"/>
              <a:buBlip>
                <a:blip r:embed="rId3"/>
              </a:buBlip>
            </a:pPr>
            <a:r>
              <a:rPr lang="en-US" altLang="en-US" sz="2400" b="1" dirty="0">
                <a:solidFill>
                  <a:srgbClr val="000066"/>
                </a:solidFill>
                <a:cs typeface="Times New Roman" panose="02020603050405020304" pitchFamily="18" charset="0"/>
              </a:rPr>
              <a:t>The mesh topology connects all devices (nodes) to each other for redundancy and fault tolerance. </a:t>
            </a:r>
          </a:p>
          <a:p>
            <a:pPr marL="392113" indent="-293688" algn="just" defTabSz="414338" eaLnBrk="1" hangingPunct="1">
              <a:lnSpc>
                <a:spcPct val="80000"/>
              </a:lnSpc>
              <a:spcBef>
                <a:spcPct val="50000"/>
              </a:spcBef>
              <a:buClr>
                <a:srgbClr val="CC0000"/>
              </a:buClr>
              <a:buFont typeface="Wingdings" panose="05000000000000000000" pitchFamily="2" charset="2"/>
              <a:buBlip>
                <a:blip r:embed="rId3"/>
              </a:buBlip>
            </a:pPr>
            <a:r>
              <a:rPr lang="en-US" altLang="en-US" sz="2400" b="1" dirty="0">
                <a:solidFill>
                  <a:srgbClr val="000066"/>
                </a:solidFill>
                <a:cs typeface="Times New Roman" panose="02020603050405020304" pitchFamily="18" charset="0"/>
              </a:rPr>
              <a:t>It is used in WANs to interconnect LANs and for mission critical networks like those used by banks and financial institutions. </a:t>
            </a:r>
          </a:p>
          <a:p>
            <a:pPr marL="392113" indent="-293688" algn="just" defTabSz="414338" eaLnBrk="1" hangingPunct="1">
              <a:lnSpc>
                <a:spcPct val="80000"/>
              </a:lnSpc>
              <a:spcBef>
                <a:spcPct val="50000"/>
              </a:spcBef>
              <a:buClr>
                <a:srgbClr val="CC0000"/>
              </a:buClr>
              <a:buFont typeface="Wingdings" panose="05000000000000000000" pitchFamily="2" charset="2"/>
              <a:buBlip>
                <a:blip r:embed="rId3"/>
              </a:buBlip>
            </a:pPr>
            <a:r>
              <a:rPr lang="en-US" altLang="en-US" sz="2400" b="1" dirty="0">
                <a:solidFill>
                  <a:srgbClr val="000066"/>
                </a:solidFill>
                <a:cs typeface="Times New Roman" panose="02020603050405020304" pitchFamily="18" charset="0"/>
              </a:rPr>
              <a:t>Implementing the mesh topology is expensive and difficult.</a:t>
            </a:r>
            <a:r>
              <a:rPr lang="en-US" altLang="en-US" sz="2400" b="1" dirty="0">
                <a:solidFill>
                  <a:srgbClr val="000066"/>
                </a:solidFill>
              </a:rPr>
              <a:t> </a:t>
            </a:r>
          </a:p>
        </p:txBody>
      </p:sp>
      <p:sp>
        <p:nvSpPr>
          <p:cNvPr id="18436" name="AutoShape 4">
            <a:extLst>
              <a:ext uri="{FF2B5EF4-FFF2-40B4-BE49-F238E27FC236}">
                <a16:creationId xmlns:a16="http://schemas.microsoft.com/office/drawing/2014/main" id="{AAF956B7-168F-E58D-1BA0-78FDF2E818C2}"/>
              </a:ext>
            </a:extLst>
          </p:cNvPr>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8437" name="AutoShape 5">
            <a:extLst>
              <a:ext uri="{FF2B5EF4-FFF2-40B4-BE49-F238E27FC236}">
                <a16:creationId xmlns:a16="http://schemas.microsoft.com/office/drawing/2014/main" id="{CB0705D2-51C5-68CC-C014-3DF0F5381D79}"/>
              </a:ext>
            </a:extLst>
          </p:cNvPr>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8438" name="AutoShape 6">
            <a:extLst>
              <a:ext uri="{FF2B5EF4-FFF2-40B4-BE49-F238E27FC236}">
                <a16:creationId xmlns:a16="http://schemas.microsoft.com/office/drawing/2014/main" id="{1864326E-31E9-5D52-F82A-C8FAFE652741}"/>
              </a:ext>
            </a:extLst>
          </p:cNvPr>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8439" name="AutoShape 7">
            <a:extLst>
              <a:ext uri="{FF2B5EF4-FFF2-40B4-BE49-F238E27FC236}">
                <a16:creationId xmlns:a16="http://schemas.microsoft.com/office/drawing/2014/main" id="{A456775C-C102-4885-85BA-51C5C097256F}"/>
              </a:ext>
            </a:extLst>
          </p:cNvPr>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8440" name="Text Box 8">
            <a:extLst>
              <a:ext uri="{FF2B5EF4-FFF2-40B4-BE49-F238E27FC236}">
                <a16:creationId xmlns:a16="http://schemas.microsoft.com/office/drawing/2014/main" id="{8675FEC5-7C88-0E42-86C7-F8973F9E5209}"/>
              </a:ext>
            </a:extLst>
          </p:cNvPr>
          <p:cNvSpPr txBox="1">
            <a:spLocks noChangeArrowheads="1"/>
          </p:cNvSpPr>
          <p:nvPr/>
        </p:nvSpPr>
        <p:spPr bwMode="auto">
          <a:xfrm>
            <a:off x="123825" y="104775"/>
            <a:ext cx="58197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1pPr>
            <a:lvl2pPr marL="742950" indent="-28575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2pPr>
            <a:lvl3pPr marL="11430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3pPr>
            <a:lvl4pPr marL="16002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4pPr>
            <a:lvl5pPr marL="20574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5pPr>
            <a:lvl6pPr marL="25146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6pPr>
            <a:lvl7pPr marL="29718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7pPr>
            <a:lvl8pPr marL="34290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8pPr>
            <a:lvl9pPr marL="38862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9pPr>
          </a:lstStyle>
          <a:p>
            <a:pPr eaLnBrk="1">
              <a:lnSpc>
                <a:spcPct val="95000"/>
              </a:lnSpc>
              <a:buClr>
                <a:srgbClr val="000000"/>
              </a:buClr>
              <a:buSzPct val="45000"/>
              <a:buFont typeface="StarSymbol" charset="0"/>
              <a:buNone/>
            </a:pPr>
            <a:r>
              <a:rPr lang="en-GB" altLang="en-US" sz="2000" b="1">
                <a:solidFill>
                  <a:schemeClr val="bg1"/>
                </a:solidFill>
              </a:rPr>
              <a:t>Introduction to Computer Networks</a:t>
            </a:r>
          </a:p>
        </p:txBody>
      </p:sp>
      <p:sp>
        <p:nvSpPr>
          <p:cNvPr id="18441" name="AutoShape 9">
            <a:extLst>
              <a:ext uri="{FF2B5EF4-FFF2-40B4-BE49-F238E27FC236}">
                <a16:creationId xmlns:a16="http://schemas.microsoft.com/office/drawing/2014/main" id="{6B979CEE-07DC-D022-E2FC-76025D4753F8}"/>
              </a:ext>
            </a:extLst>
          </p:cNvPr>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pic>
        <p:nvPicPr>
          <p:cNvPr id="18442" name="Picture 10" descr="569mesh">
            <a:extLst>
              <a:ext uri="{FF2B5EF4-FFF2-40B4-BE49-F238E27FC236}">
                <a16:creationId xmlns:a16="http://schemas.microsoft.com/office/drawing/2014/main" id="{AFCD457C-5712-6D99-DDD0-1CD6790BE0D3}"/>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4748213" y="2481263"/>
            <a:ext cx="3838575" cy="2762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CD6A37F-5AB8-06A4-E2D8-0EA74E8F7848}"/>
              </a:ext>
            </a:extLst>
          </p:cNvPr>
          <p:cNvSpPr>
            <a:spLocks noGrp="1" noChangeArrowheads="1"/>
          </p:cNvSpPr>
          <p:nvPr>
            <p:ph type="title"/>
          </p:nvPr>
        </p:nvSpPr>
        <p:spPr>
          <a:xfrm>
            <a:off x="1093788" y="674688"/>
            <a:ext cx="7808912" cy="1147762"/>
          </a:xfrm>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eaLnBrk="1" hangingPunct="1">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Network Components</a:t>
            </a:r>
            <a:endParaRPr lang="en-GB" altLang="en-US" sz="4000" b="1">
              <a:solidFill>
                <a:srgbClr val="E4005C"/>
              </a:solidFill>
            </a:endParaRPr>
          </a:p>
        </p:txBody>
      </p:sp>
      <p:sp>
        <p:nvSpPr>
          <p:cNvPr id="19459" name="AutoShape 3">
            <a:extLst>
              <a:ext uri="{FF2B5EF4-FFF2-40B4-BE49-F238E27FC236}">
                <a16:creationId xmlns:a16="http://schemas.microsoft.com/office/drawing/2014/main" id="{A4294919-C89E-0BCE-CA57-E51467CEF47B}"/>
              </a:ext>
            </a:extLst>
          </p:cNvPr>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9460" name="AutoShape 4">
            <a:extLst>
              <a:ext uri="{FF2B5EF4-FFF2-40B4-BE49-F238E27FC236}">
                <a16:creationId xmlns:a16="http://schemas.microsoft.com/office/drawing/2014/main" id="{7DCFD467-672E-26C2-7AB8-5388FC7F497E}"/>
              </a:ext>
            </a:extLst>
          </p:cNvPr>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9461" name="AutoShape 5">
            <a:extLst>
              <a:ext uri="{FF2B5EF4-FFF2-40B4-BE49-F238E27FC236}">
                <a16:creationId xmlns:a16="http://schemas.microsoft.com/office/drawing/2014/main" id="{F24A372E-0C17-1D8A-C032-254B5B66FD46}"/>
              </a:ext>
            </a:extLst>
          </p:cNvPr>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9462" name="AutoShape 6">
            <a:extLst>
              <a:ext uri="{FF2B5EF4-FFF2-40B4-BE49-F238E27FC236}">
                <a16:creationId xmlns:a16="http://schemas.microsoft.com/office/drawing/2014/main" id="{3853851E-EAAE-D5B5-C722-3029255CAD12}"/>
              </a:ext>
            </a:extLst>
          </p:cNvPr>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9463" name="Text Box 7">
            <a:extLst>
              <a:ext uri="{FF2B5EF4-FFF2-40B4-BE49-F238E27FC236}">
                <a16:creationId xmlns:a16="http://schemas.microsoft.com/office/drawing/2014/main" id="{CA362FF0-E55A-136F-55C2-D3A4EAD332ED}"/>
              </a:ext>
            </a:extLst>
          </p:cNvPr>
          <p:cNvSpPr txBox="1">
            <a:spLocks noChangeArrowheads="1"/>
          </p:cNvSpPr>
          <p:nvPr/>
        </p:nvSpPr>
        <p:spPr bwMode="auto">
          <a:xfrm>
            <a:off x="123825" y="104775"/>
            <a:ext cx="58197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1pPr>
            <a:lvl2pPr marL="742950" indent="-28575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2pPr>
            <a:lvl3pPr marL="11430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3pPr>
            <a:lvl4pPr marL="16002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4pPr>
            <a:lvl5pPr marL="20574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5pPr>
            <a:lvl6pPr marL="25146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6pPr>
            <a:lvl7pPr marL="29718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7pPr>
            <a:lvl8pPr marL="34290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8pPr>
            <a:lvl9pPr marL="38862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9pPr>
          </a:lstStyle>
          <a:p>
            <a:pPr eaLnBrk="1">
              <a:lnSpc>
                <a:spcPct val="95000"/>
              </a:lnSpc>
              <a:buClr>
                <a:srgbClr val="000000"/>
              </a:buClr>
              <a:buSzPct val="45000"/>
              <a:buFont typeface="StarSymbol" charset="0"/>
              <a:buNone/>
            </a:pPr>
            <a:r>
              <a:rPr lang="en-GB" altLang="en-US" sz="2000" b="1">
                <a:solidFill>
                  <a:schemeClr val="bg1"/>
                </a:solidFill>
              </a:rPr>
              <a:t>Introduction to Computer Networks</a:t>
            </a:r>
          </a:p>
        </p:txBody>
      </p:sp>
      <p:sp>
        <p:nvSpPr>
          <p:cNvPr id="19464" name="AutoShape 8">
            <a:extLst>
              <a:ext uri="{FF2B5EF4-FFF2-40B4-BE49-F238E27FC236}">
                <a16:creationId xmlns:a16="http://schemas.microsoft.com/office/drawing/2014/main" id="{ECD8043A-621A-44C3-7016-7B93AE90CB9A}"/>
              </a:ext>
            </a:extLst>
          </p:cNvPr>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9465" name="Rectangle 9">
            <a:extLst>
              <a:ext uri="{FF2B5EF4-FFF2-40B4-BE49-F238E27FC236}">
                <a16:creationId xmlns:a16="http://schemas.microsoft.com/office/drawing/2014/main" id="{16AA7D98-6DC3-5FC1-728B-9B15B981E964}"/>
              </a:ext>
            </a:extLst>
          </p:cNvPr>
          <p:cNvSpPr>
            <a:spLocks noGrp="1" noChangeArrowheads="1"/>
          </p:cNvSpPr>
          <p:nvPr>
            <p:ph type="body" idx="1"/>
          </p:nvPr>
        </p:nvSpPr>
        <p:spPr>
          <a:xfrm>
            <a:off x="457200" y="1600200"/>
            <a:ext cx="8229600" cy="5257800"/>
          </a:xfrm>
        </p:spPr>
        <p:txBody>
          <a:bodyPr/>
          <a:lstStyle/>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endParaRPr lang="en-US" altLang="en-US" sz="2400" b="1">
              <a:solidFill>
                <a:srgbClr val="000066"/>
              </a:solidFill>
            </a:endParaRPr>
          </a:p>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r>
              <a:rPr lang="en-US" altLang="en-US" sz="2400" b="1">
                <a:solidFill>
                  <a:srgbClr val="000066"/>
                </a:solidFill>
              </a:rPr>
              <a:t>Physical Media</a:t>
            </a:r>
          </a:p>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r>
              <a:rPr lang="en-US" altLang="en-US" sz="2400" b="1">
                <a:solidFill>
                  <a:srgbClr val="000066"/>
                </a:solidFill>
              </a:rPr>
              <a:t>Interconnecting Devices</a:t>
            </a:r>
          </a:p>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r>
              <a:rPr lang="en-US" altLang="en-US" sz="2400" b="1">
                <a:solidFill>
                  <a:srgbClr val="000066"/>
                </a:solidFill>
              </a:rPr>
              <a:t>Computers</a:t>
            </a:r>
          </a:p>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r>
              <a:rPr lang="en-US" altLang="en-US" sz="2400" b="1">
                <a:solidFill>
                  <a:srgbClr val="000066"/>
                </a:solidFill>
              </a:rPr>
              <a:t>Networking Software</a:t>
            </a:r>
          </a:p>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r>
              <a:rPr lang="en-US" altLang="en-US" sz="2400" b="1">
                <a:solidFill>
                  <a:srgbClr val="000066"/>
                </a:solidFill>
              </a:rPr>
              <a:t>Applications</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1016D6BE-3B99-36CF-68F1-B2B6132C9706}"/>
              </a:ext>
            </a:extLst>
          </p:cNvPr>
          <p:cNvSpPr>
            <a:spLocks noGrp="1" noChangeArrowheads="1"/>
          </p:cNvSpPr>
          <p:nvPr>
            <p:ph type="title"/>
          </p:nvPr>
        </p:nvSpPr>
        <p:spPr>
          <a:xfrm>
            <a:off x="457200" y="762000"/>
            <a:ext cx="8229600" cy="990600"/>
          </a:xfrm>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eaLnBrk="1" hangingPunct="1">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Networking Media</a:t>
            </a:r>
            <a:endParaRPr lang="en-GB" altLang="en-US" sz="4000" b="1">
              <a:solidFill>
                <a:srgbClr val="E4005C"/>
              </a:solidFill>
            </a:endParaRPr>
          </a:p>
        </p:txBody>
      </p:sp>
      <p:sp>
        <p:nvSpPr>
          <p:cNvPr id="20483" name="Rectangle 3">
            <a:extLst>
              <a:ext uri="{FF2B5EF4-FFF2-40B4-BE49-F238E27FC236}">
                <a16:creationId xmlns:a16="http://schemas.microsoft.com/office/drawing/2014/main" id="{631BF3F0-72EB-FDE5-2361-1039D3F5FBD4}"/>
              </a:ext>
            </a:extLst>
          </p:cNvPr>
          <p:cNvSpPr>
            <a:spLocks noGrp="1" noChangeArrowheads="1"/>
          </p:cNvSpPr>
          <p:nvPr>
            <p:ph type="body" sz="half" idx="1"/>
          </p:nvPr>
        </p:nvSpPr>
        <p:spPr/>
        <p:txBody>
          <a:bodyPr/>
          <a:lstStyle/>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endParaRPr lang="en-US" altLang="en-US" sz="2000" b="1" dirty="0">
              <a:solidFill>
                <a:srgbClr val="000066"/>
              </a:solidFill>
            </a:endParaRPr>
          </a:p>
          <a:p>
            <a:pPr marL="392113" indent="-293688" algn="just" defTabSz="414338" eaLnBrk="1" hangingPunct="1">
              <a:lnSpc>
                <a:spcPct val="80000"/>
              </a:lnSpc>
              <a:spcBef>
                <a:spcPct val="50000"/>
              </a:spcBef>
              <a:buClr>
                <a:srgbClr val="CC0000"/>
              </a:buClr>
              <a:buFont typeface="Wingdings" panose="05000000000000000000" pitchFamily="2" charset="2"/>
              <a:buBlip>
                <a:blip r:embed="rId3"/>
              </a:buBlip>
            </a:pPr>
            <a:r>
              <a:rPr lang="en-US" altLang="en-US" sz="2400" b="1" dirty="0">
                <a:solidFill>
                  <a:srgbClr val="000066"/>
                </a:solidFill>
                <a:cs typeface="Times New Roman" panose="02020603050405020304" pitchFamily="18" charset="0"/>
              </a:rPr>
              <a:t>Networking media can be defined simply as the means by which signals (data) are sent from one computer to another (either by cable or wireless means).</a:t>
            </a:r>
          </a:p>
        </p:txBody>
      </p:sp>
      <p:sp>
        <p:nvSpPr>
          <p:cNvPr id="20484" name="AutoShape 4">
            <a:extLst>
              <a:ext uri="{FF2B5EF4-FFF2-40B4-BE49-F238E27FC236}">
                <a16:creationId xmlns:a16="http://schemas.microsoft.com/office/drawing/2014/main" id="{1EE378F3-2E12-3449-0784-DC1BB5F48FD6}"/>
              </a:ext>
            </a:extLst>
          </p:cNvPr>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0485" name="AutoShape 5">
            <a:extLst>
              <a:ext uri="{FF2B5EF4-FFF2-40B4-BE49-F238E27FC236}">
                <a16:creationId xmlns:a16="http://schemas.microsoft.com/office/drawing/2014/main" id="{FD4E42D9-A992-1FE9-7FEE-04E18E5A3219}"/>
              </a:ext>
            </a:extLst>
          </p:cNvPr>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0486" name="AutoShape 6">
            <a:extLst>
              <a:ext uri="{FF2B5EF4-FFF2-40B4-BE49-F238E27FC236}">
                <a16:creationId xmlns:a16="http://schemas.microsoft.com/office/drawing/2014/main" id="{9388BF6E-D2A6-1B28-A6C6-674D7A712245}"/>
              </a:ext>
            </a:extLst>
          </p:cNvPr>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0487" name="AutoShape 7">
            <a:extLst>
              <a:ext uri="{FF2B5EF4-FFF2-40B4-BE49-F238E27FC236}">
                <a16:creationId xmlns:a16="http://schemas.microsoft.com/office/drawing/2014/main" id="{1F1E18BC-2EC7-8C64-2F05-54BFEBCCF710}"/>
              </a:ext>
            </a:extLst>
          </p:cNvPr>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0488" name="Text Box 8">
            <a:extLst>
              <a:ext uri="{FF2B5EF4-FFF2-40B4-BE49-F238E27FC236}">
                <a16:creationId xmlns:a16="http://schemas.microsoft.com/office/drawing/2014/main" id="{AD5513CF-D19B-6D29-C7BF-41D0829A0486}"/>
              </a:ext>
            </a:extLst>
          </p:cNvPr>
          <p:cNvSpPr txBox="1">
            <a:spLocks noChangeArrowheads="1"/>
          </p:cNvSpPr>
          <p:nvPr/>
        </p:nvSpPr>
        <p:spPr bwMode="auto">
          <a:xfrm>
            <a:off x="123825" y="104775"/>
            <a:ext cx="58197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1pPr>
            <a:lvl2pPr marL="742950" indent="-28575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2pPr>
            <a:lvl3pPr marL="11430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3pPr>
            <a:lvl4pPr marL="16002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4pPr>
            <a:lvl5pPr marL="20574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5pPr>
            <a:lvl6pPr marL="25146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6pPr>
            <a:lvl7pPr marL="29718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7pPr>
            <a:lvl8pPr marL="34290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8pPr>
            <a:lvl9pPr marL="38862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9pPr>
          </a:lstStyle>
          <a:p>
            <a:pPr eaLnBrk="1">
              <a:lnSpc>
                <a:spcPct val="95000"/>
              </a:lnSpc>
              <a:buClr>
                <a:srgbClr val="000000"/>
              </a:buClr>
              <a:buSzPct val="45000"/>
              <a:buFont typeface="StarSymbol" charset="0"/>
              <a:buNone/>
            </a:pPr>
            <a:r>
              <a:rPr lang="en-GB" altLang="en-US" sz="2000" b="1">
                <a:solidFill>
                  <a:schemeClr val="bg1"/>
                </a:solidFill>
              </a:rPr>
              <a:t>Introduction to Computer Networks</a:t>
            </a:r>
          </a:p>
        </p:txBody>
      </p:sp>
      <p:sp>
        <p:nvSpPr>
          <p:cNvPr id="20489" name="AutoShape 9">
            <a:extLst>
              <a:ext uri="{FF2B5EF4-FFF2-40B4-BE49-F238E27FC236}">
                <a16:creationId xmlns:a16="http://schemas.microsoft.com/office/drawing/2014/main" id="{FC2A8439-ECB4-6F3E-FF26-D5582A5B0F99}"/>
              </a:ext>
            </a:extLst>
          </p:cNvPr>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pic>
        <p:nvPicPr>
          <p:cNvPr id="20490" name="Picture 10">
            <a:extLst>
              <a:ext uri="{FF2B5EF4-FFF2-40B4-BE49-F238E27FC236}">
                <a16:creationId xmlns:a16="http://schemas.microsoft.com/office/drawing/2014/main" id="{0E33AF86-A1DD-1A6E-BD63-52B951F24442}"/>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l="6400" t="15854" r="1866" b="3659"/>
          <a:stretch>
            <a:fillRect/>
          </a:stretch>
        </p:blipFill>
        <p:spPr>
          <a:xfrm>
            <a:off x="4881563" y="2300288"/>
            <a:ext cx="3571875" cy="3124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5EDE4F5F-85BE-BA6B-58A2-22F79C8D810B}"/>
              </a:ext>
            </a:extLst>
          </p:cNvPr>
          <p:cNvSpPr>
            <a:spLocks noGrp="1" noChangeArrowheads="1"/>
          </p:cNvSpPr>
          <p:nvPr>
            <p:ph type="title"/>
          </p:nvPr>
        </p:nvSpPr>
        <p:spPr>
          <a:xfrm>
            <a:off x="1093788" y="674688"/>
            <a:ext cx="7808912" cy="1147762"/>
          </a:xfrm>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eaLnBrk="1" hangingPunct="1">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Networking Devices</a:t>
            </a:r>
            <a:endParaRPr lang="en-GB" altLang="en-US" sz="4000" b="1">
              <a:solidFill>
                <a:srgbClr val="E4005C"/>
              </a:solidFill>
            </a:endParaRPr>
          </a:p>
        </p:txBody>
      </p:sp>
      <p:sp>
        <p:nvSpPr>
          <p:cNvPr id="21507" name="AutoShape 3">
            <a:extLst>
              <a:ext uri="{FF2B5EF4-FFF2-40B4-BE49-F238E27FC236}">
                <a16:creationId xmlns:a16="http://schemas.microsoft.com/office/drawing/2014/main" id="{C851C337-62B0-2242-E0E3-54402B25E21C}"/>
              </a:ext>
            </a:extLst>
          </p:cNvPr>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1508" name="AutoShape 4">
            <a:extLst>
              <a:ext uri="{FF2B5EF4-FFF2-40B4-BE49-F238E27FC236}">
                <a16:creationId xmlns:a16="http://schemas.microsoft.com/office/drawing/2014/main" id="{599CD7E5-33AB-75DF-3947-A98898429DCC}"/>
              </a:ext>
            </a:extLst>
          </p:cNvPr>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1509" name="AutoShape 5">
            <a:extLst>
              <a:ext uri="{FF2B5EF4-FFF2-40B4-BE49-F238E27FC236}">
                <a16:creationId xmlns:a16="http://schemas.microsoft.com/office/drawing/2014/main" id="{57788CA4-F0FD-2245-E22D-F6C54F7F0F80}"/>
              </a:ext>
            </a:extLst>
          </p:cNvPr>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1510" name="AutoShape 6">
            <a:extLst>
              <a:ext uri="{FF2B5EF4-FFF2-40B4-BE49-F238E27FC236}">
                <a16:creationId xmlns:a16="http://schemas.microsoft.com/office/drawing/2014/main" id="{18D0ADF1-E94C-0902-9713-C2130C516761}"/>
              </a:ext>
            </a:extLst>
          </p:cNvPr>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1511" name="Text Box 7">
            <a:extLst>
              <a:ext uri="{FF2B5EF4-FFF2-40B4-BE49-F238E27FC236}">
                <a16:creationId xmlns:a16="http://schemas.microsoft.com/office/drawing/2014/main" id="{02116C22-1864-92AB-C82E-8E2DD6CB7127}"/>
              </a:ext>
            </a:extLst>
          </p:cNvPr>
          <p:cNvSpPr txBox="1">
            <a:spLocks noChangeArrowheads="1"/>
          </p:cNvSpPr>
          <p:nvPr/>
        </p:nvSpPr>
        <p:spPr bwMode="auto">
          <a:xfrm>
            <a:off x="123825" y="104775"/>
            <a:ext cx="581977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1pPr>
            <a:lvl2pPr marL="742950" indent="-28575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2pPr>
            <a:lvl3pPr marL="11430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3pPr>
            <a:lvl4pPr marL="16002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4pPr>
            <a:lvl5pPr marL="20574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5pPr>
            <a:lvl6pPr marL="25146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6pPr>
            <a:lvl7pPr marL="29718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7pPr>
            <a:lvl8pPr marL="34290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8pPr>
            <a:lvl9pPr marL="38862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9pPr>
          </a:lstStyle>
          <a:p>
            <a:pPr eaLnBrk="1">
              <a:lnSpc>
                <a:spcPct val="95000"/>
              </a:lnSpc>
              <a:buClr>
                <a:srgbClr val="000000"/>
              </a:buClr>
              <a:buSzPct val="45000"/>
              <a:buFont typeface="StarSymbol" charset="0"/>
              <a:buNone/>
            </a:pPr>
            <a:r>
              <a:rPr lang="en-GB" altLang="en-US" sz="2000" b="1">
                <a:solidFill>
                  <a:schemeClr val="bg1"/>
                </a:solidFill>
              </a:rPr>
              <a:t>Introduction to Computer Networks</a:t>
            </a:r>
          </a:p>
          <a:p>
            <a:pPr eaLnBrk="1">
              <a:lnSpc>
                <a:spcPct val="95000"/>
              </a:lnSpc>
              <a:buClr>
                <a:srgbClr val="000000"/>
              </a:buClr>
              <a:buSzPct val="45000"/>
              <a:buFont typeface="StarSymbol" charset="0"/>
              <a:buNone/>
            </a:pPr>
            <a:endParaRPr lang="en-GB" altLang="en-US" sz="2000" b="1">
              <a:solidFill>
                <a:schemeClr val="bg1"/>
              </a:solidFill>
              <a:latin typeface="Times" panose="02020603050405020304" pitchFamily="18" charset="0"/>
            </a:endParaRPr>
          </a:p>
        </p:txBody>
      </p:sp>
      <p:sp>
        <p:nvSpPr>
          <p:cNvPr id="21512" name="AutoShape 8">
            <a:extLst>
              <a:ext uri="{FF2B5EF4-FFF2-40B4-BE49-F238E27FC236}">
                <a16:creationId xmlns:a16="http://schemas.microsoft.com/office/drawing/2014/main" id="{747C77FC-9DE4-7A5A-CA3A-0516BCF4D29A}"/>
              </a:ext>
            </a:extLst>
          </p:cNvPr>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1513" name="Rectangle 9">
            <a:extLst>
              <a:ext uri="{FF2B5EF4-FFF2-40B4-BE49-F238E27FC236}">
                <a16:creationId xmlns:a16="http://schemas.microsoft.com/office/drawing/2014/main" id="{C4B3AE51-0B93-53F7-45C1-800B8D6C97C9}"/>
              </a:ext>
            </a:extLst>
          </p:cNvPr>
          <p:cNvSpPr>
            <a:spLocks noGrp="1" noChangeArrowheads="1"/>
          </p:cNvSpPr>
          <p:nvPr>
            <p:ph type="body" idx="1"/>
          </p:nvPr>
        </p:nvSpPr>
        <p:spPr>
          <a:xfrm>
            <a:off x="457200" y="1600200"/>
            <a:ext cx="4572000" cy="5257800"/>
          </a:xfrm>
        </p:spPr>
        <p:txBody>
          <a:bodyPr/>
          <a:lstStyle/>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endParaRPr lang="en-US" altLang="en-US" sz="2400" b="1">
              <a:solidFill>
                <a:srgbClr val="000066"/>
              </a:solidFill>
            </a:endParaRPr>
          </a:p>
          <a:p>
            <a:pPr marL="392113" indent="-293688" algn="just" defTabSz="414338" eaLnBrk="1" hangingPunct="1">
              <a:lnSpc>
                <a:spcPct val="80000"/>
              </a:lnSpc>
              <a:buClr>
                <a:srgbClr val="CC0000"/>
              </a:buClr>
              <a:buFont typeface="Wingdings" panose="05000000000000000000" pitchFamily="2" charset="2"/>
              <a:buBlip>
                <a:blip r:embed="rId3"/>
              </a:buBlip>
            </a:pPr>
            <a:r>
              <a:rPr lang="en-US" altLang="en-US" sz="2400" b="1">
                <a:solidFill>
                  <a:srgbClr val="000066"/>
                </a:solidFill>
              </a:rPr>
              <a:t>HUB, Switches, Routers, Wireless Access Points, Modems etc.</a:t>
            </a:r>
          </a:p>
        </p:txBody>
      </p:sp>
      <p:pic>
        <p:nvPicPr>
          <p:cNvPr id="21514" name="Picture 10" descr="PC620939">
            <a:extLst>
              <a:ext uri="{FF2B5EF4-FFF2-40B4-BE49-F238E27FC236}">
                <a16:creationId xmlns:a16="http://schemas.microsoft.com/office/drawing/2014/main" id="{2F758A3D-FAA0-55B9-DD44-CCAE537B5A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8725" y="2114550"/>
            <a:ext cx="3876675"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5" name="Picture 11">
            <a:extLst>
              <a:ext uri="{FF2B5EF4-FFF2-40B4-BE49-F238E27FC236}">
                <a16:creationId xmlns:a16="http://schemas.microsoft.com/office/drawing/2014/main" id="{59147125-3D2A-E192-E933-30278F68D17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18462" r="5984" b="10428"/>
          <a:stretch>
            <a:fillRect/>
          </a:stretch>
        </p:blipFill>
        <p:spPr bwMode="auto">
          <a:xfrm>
            <a:off x="5289550" y="3938588"/>
            <a:ext cx="3373438"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40F3B38A-B7FA-5F82-2925-58BA23FBC9AE}"/>
              </a:ext>
            </a:extLst>
          </p:cNvPr>
          <p:cNvSpPr>
            <a:spLocks noGrp="1" noChangeArrowheads="1"/>
          </p:cNvSpPr>
          <p:nvPr>
            <p:ph type="title"/>
          </p:nvPr>
        </p:nvSpPr>
        <p:spPr>
          <a:xfrm>
            <a:off x="609600" y="838200"/>
            <a:ext cx="8229600" cy="762000"/>
          </a:xfrm>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eaLnBrk="1" hangingPunct="1">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Computers: Clients and Servers</a:t>
            </a:r>
            <a:endParaRPr lang="en-GB" altLang="en-US" sz="4000" b="1">
              <a:solidFill>
                <a:srgbClr val="E4005C"/>
              </a:solidFill>
            </a:endParaRPr>
          </a:p>
        </p:txBody>
      </p:sp>
      <p:sp>
        <p:nvSpPr>
          <p:cNvPr id="22531" name="Rectangle 3">
            <a:extLst>
              <a:ext uri="{FF2B5EF4-FFF2-40B4-BE49-F238E27FC236}">
                <a16:creationId xmlns:a16="http://schemas.microsoft.com/office/drawing/2014/main" id="{CD47339E-6568-8FBC-234E-B07DDDF6FAD8}"/>
              </a:ext>
            </a:extLst>
          </p:cNvPr>
          <p:cNvSpPr>
            <a:spLocks noGrp="1" noChangeArrowheads="1"/>
          </p:cNvSpPr>
          <p:nvPr>
            <p:ph type="body" sz="half" idx="1"/>
          </p:nvPr>
        </p:nvSpPr>
        <p:spPr>
          <a:xfrm>
            <a:off x="457200" y="1600200"/>
            <a:ext cx="4038600" cy="5257800"/>
          </a:xfrm>
        </p:spPr>
        <p:txBody>
          <a:bodyPr/>
          <a:lstStyle/>
          <a:p>
            <a:pPr marL="392113" indent="-293688" algn="just" defTabSz="414338" eaLnBrk="1" hangingPunct="1">
              <a:lnSpc>
                <a:spcPct val="80000"/>
              </a:lnSpc>
              <a:spcBef>
                <a:spcPct val="50000"/>
              </a:spcBef>
              <a:buClr>
                <a:srgbClr val="CC0000"/>
              </a:buClr>
              <a:buFont typeface="Wingdings" panose="05000000000000000000" pitchFamily="2" charset="2"/>
              <a:buBlip>
                <a:blip r:embed="rId3"/>
              </a:buBlip>
            </a:pPr>
            <a:r>
              <a:rPr lang="en-US" altLang="en-US" sz="2400" b="1">
                <a:solidFill>
                  <a:srgbClr val="000066"/>
                </a:solidFill>
                <a:cs typeface="Times New Roman" panose="02020603050405020304" pitchFamily="18" charset="0"/>
              </a:rPr>
              <a:t>In a client/server network arrangement, network services are located in a dedicated computer whose only function is to respond to the requests of clients. </a:t>
            </a:r>
          </a:p>
          <a:p>
            <a:pPr marL="392113" indent="-293688" algn="just" defTabSz="414338" eaLnBrk="1" hangingPunct="1">
              <a:lnSpc>
                <a:spcPct val="80000"/>
              </a:lnSpc>
              <a:buClr>
                <a:srgbClr val="CC0000"/>
              </a:buClr>
              <a:buFont typeface="Wingdings" panose="05000000000000000000" pitchFamily="2" charset="2"/>
              <a:buBlip>
                <a:blip r:embed="rId3"/>
              </a:buBlip>
            </a:pPr>
            <a:endParaRPr lang="en-US" altLang="en-US" sz="2400" b="1">
              <a:solidFill>
                <a:srgbClr val="000066"/>
              </a:solidFill>
              <a:cs typeface="Times New Roman" panose="02020603050405020304" pitchFamily="18" charset="0"/>
            </a:endParaRPr>
          </a:p>
          <a:p>
            <a:pPr marL="392113" indent="-293688" algn="just" defTabSz="414338" eaLnBrk="1" hangingPunct="1">
              <a:lnSpc>
                <a:spcPct val="80000"/>
              </a:lnSpc>
              <a:buClr>
                <a:srgbClr val="CC0000"/>
              </a:buClr>
              <a:buFont typeface="Wingdings" panose="05000000000000000000" pitchFamily="2" charset="2"/>
              <a:buBlip>
                <a:blip r:embed="rId3"/>
              </a:buBlip>
            </a:pPr>
            <a:r>
              <a:rPr lang="en-US" altLang="en-US" sz="2400" b="1">
                <a:solidFill>
                  <a:srgbClr val="000066"/>
                </a:solidFill>
                <a:cs typeface="Times New Roman" panose="02020603050405020304" pitchFamily="18" charset="0"/>
              </a:rPr>
              <a:t>The server contains the file, print, application, security, and other services in a central computer that is continuously available to respond</a:t>
            </a:r>
            <a:r>
              <a:rPr lang="en-US" altLang="en-US" sz="2400">
                <a:cs typeface="Times New Roman" panose="02020603050405020304" pitchFamily="18" charset="0"/>
              </a:rPr>
              <a:t> </a:t>
            </a:r>
            <a:r>
              <a:rPr lang="en-US" altLang="en-US" sz="2400" b="1">
                <a:solidFill>
                  <a:srgbClr val="000066"/>
                </a:solidFill>
                <a:cs typeface="Times New Roman" panose="02020603050405020304" pitchFamily="18" charset="0"/>
              </a:rPr>
              <a:t>to client requests. </a:t>
            </a:r>
          </a:p>
        </p:txBody>
      </p:sp>
      <p:sp>
        <p:nvSpPr>
          <p:cNvPr id="22532" name="AutoShape 4">
            <a:extLst>
              <a:ext uri="{FF2B5EF4-FFF2-40B4-BE49-F238E27FC236}">
                <a16:creationId xmlns:a16="http://schemas.microsoft.com/office/drawing/2014/main" id="{C7A9B4A6-6FBF-FB1E-3F95-B12249C6F56D}"/>
              </a:ext>
            </a:extLst>
          </p:cNvPr>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2533" name="AutoShape 5">
            <a:extLst>
              <a:ext uri="{FF2B5EF4-FFF2-40B4-BE49-F238E27FC236}">
                <a16:creationId xmlns:a16="http://schemas.microsoft.com/office/drawing/2014/main" id="{7C40FE89-3076-F395-3FEA-071E76AE4040}"/>
              </a:ext>
            </a:extLst>
          </p:cNvPr>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2534" name="AutoShape 6">
            <a:extLst>
              <a:ext uri="{FF2B5EF4-FFF2-40B4-BE49-F238E27FC236}">
                <a16:creationId xmlns:a16="http://schemas.microsoft.com/office/drawing/2014/main" id="{4EA7BD2C-97FD-AD32-4FF5-32BBEC44C8B1}"/>
              </a:ext>
            </a:extLst>
          </p:cNvPr>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2535" name="AutoShape 7">
            <a:extLst>
              <a:ext uri="{FF2B5EF4-FFF2-40B4-BE49-F238E27FC236}">
                <a16:creationId xmlns:a16="http://schemas.microsoft.com/office/drawing/2014/main" id="{95F2280F-B3F5-FD85-FFAE-BD350475BF26}"/>
              </a:ext>
            </a:extLst>
          </p:cNvPr>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2536" name="Text Box 8">
            <a:extLst>
              <a:ext uri="{FF2B5EF4-FFF2-40B4-BE49-F238E27FC236}">
                <a16:creationId xmlns:a16="http://schemas.microsoft.com/office/drawing/2014/main" id="{7900B02D-4741-5551-F3C5-0E90459373B7}"/>
              </a:ext>
            </a:extLst>
          </p:cNvPr>
          <p:cNvSpPr txBox="1">
            <a:spLocks noChangeArrowheads="1"/>
          </p:cNvSpPr>
          <p:nvPr/>
        </p:nvSpPr>
        <p:spPr bwMode="auto">
          <a:xfrm>
            <a:off x="123825" y="104775"/>
            <a:ext cx="58197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1pPr>
            <a:lvl2pPr marL="742950" indent="-28575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2pPr>
            <a:lvl3pPr marL="11430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3pPr>
            <a:lvl4pPr marL="16002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4pPr>
            <a:lvl5pPr marL="20574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5pPr>
            <a:lvl6pPr marL="25146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6pPr>
            <a:lvl7pPr marL="29718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7pPr>
            <a:lvl8pPr marL="34290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8pPr>
            <a:lvl9pPr marL="38862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9pPr>
          </a:lstStyle>
          <a:p>
            <a:pPr eaLnBrk="1">
              <a:lnSpc>
                <a:spcPct val="95000"/>
              </a:lnSpc>
              <a:buClr>
                <a:srgbClr val="000000"/>
              </a:buClr>
              <a:buSzPct val="45000"/>
              <a:buFont typeface="StarSymbol" charset="0"/>
              <a:buNone/>
            </a:pPr>
            <a:r>
              <a:rPr lang="en-GB" altLang="en-US" sz="2000" b="1">
                <a:solidFill>
                  <a:schemeClr val="bg1"/>
                </a:solidFill>
              </a:rPr>
              <a:t>Introduction to Computer Networks</a:t>
            </a:r>
          </a:p>
        </p:txBody>
      </p:sp>
      <p:sp>
        <p:nvSpPr>
          <p:cNvPr id="22537" name="AutoShape 9">
            <a:extLst>
              <a:ext uri="{FF2B5EF4-FFF2-40B4-BE49-F238E27FC236}">
                <a16:creationId xmlns:a16="http://schemas.microsoft.com/office/drawing/2014/main" id="{73C974F5-BAED-67BA-2296-BC4C4EBDB6D6}"/>
              </a:ext>
            </a:extLst>
          </p:cNvPr>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pic>
        <p:nvPicPr>
          <p:cNvPr id="22538" name="Picture 10">
            <a:extLst>
              <a:ext uri="{FF2B5EF4-FFF2-40B4-BE49-F238E27FC236}">
                <a16:creationId xmlns:a16="http://schemas.microsoft.com/office/drawing/2014/main" id="{F2683665-1BE8-654C-7A68-63A4C4AFA821}"/>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l="8105" t="13675" r="10100" b="6552"/>
          <a:stretch>
            <a:fillRect/>
          </a:stretch>
        </p:blipFill>
        <p:spPr>
          <a:xfrm>
            <a:off x="4757738" y="2190750"/>
            <a:ext cx="3819525" cy="33432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CB7BB3F3-6E1D-F43E-B557-1B1EFFA09653}"/>
              </a:ext>
            </a:extLst>
          </p:cNvPr>
          <p:cNvSpPr>
            <a:spLocks noGrp="1" noChangeArrowheads="1"/>
          </p:cNvSpPr>
          <p:nvPr>
            <p:ph type="title"/>
          </p:nvPr>
        </p:nvSpPr>
        <p:spPr>
          <a:xfrm>
            <a:off x="1093788" y="674688"/>
            <a:ext cx="7808912" cy="1147762"/>
          </a:xfrm>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eaLnBrk="1" hangingPunct="1">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Networking Protocol: TCP/IP</a:t>
            </a:r>
            <a:endParaRPr lang="en-GB" altLang="en-US" sz="4000" b="1">
              <a:solidFill>
                <a:srgbClr val="E4005C"/>
              </a:solidFill>
            </a:endParaRPr>
          </a:p>
        </p:txBody>
      </p:sp>
      <p:sp>
        <p:nvSpPr>
          <p:cNvPr id="23555" name="AutoShape 3">
            <a:extLst>
              <a:ext uri="{FF2B5EF4-FFF2-40B4-BE49-F238E27FC236}">
                <a16:creationId xmlns:a16="http://schemas.microsoft.com/office/drawing/2014/main" id="{9AC44A13-5F3E-0760-FC06-0E49BA076073}"/>
              </a:ext>
            </a:extLst>
          </p:cNvPr>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3556" name="AutoShape 4">
            <a:extLst>
              <a:ext uri="{FF2B5EF4-FFF2-40B4-BE49-F238E27FC236}">
                <a16:creationId xmlns:a16="http://schemas.microsoft.com/office/drawing/2014/main" id="{6B3CDD12-EBFD-F408-79C9-9B4174CB81DC}"/>
              </a:ext>
            </a:extLst>
          </p:cNvPr>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3557" name="AutoShape 5">
            <a:extLst>
              <a:ext uri="{FF2B5EF4-FFF2-40B4-BE49-F238E27FC236}">
                <a16:creationId xmlns:a16="http://schemas.microsoft.com/office/drawing/2014/main" id="{C3EF8B72-2BEA-1B3C-8EAA-60DB907ABC7D}"/>
              </a:ext>
            </a:extLst>
          </p:cNvPr>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3558" name="AutoShape 6">
            <a:extLst>
              <a:ext uri="{FF2B5EF4-FFF2-40B4-BE49-F238E27FC236}">
                <a16:creationId xmlns:a16="http://schemas.microsoft.com/office/drawing/2014/main" id="{5137FD6B-8A54-D63E-B50B-5DAFFDDF809A}"/>
              </a:ext>
            </a:extLst>
          </p:cNvPr>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3559" name="Text Box 7">
            <a:extLst>
              <a:ext uri="{FF2B5EF4-FFF2-40B4-BE49-F238E27FC236}">
                <a16:creationId xmlns:a16="http://schemas.microsoft.com/office/drawing/2014/main" id="{21C80222-C33E-15A5-8967-D933438FC466}"/>
              </a:ext>
            </a:extLst>
          </p:cNvPr>
          <p:cNvSpPr txBox="1">
            <a:spLocks noChangeArrowheads="1"/>
          </p:cNvSpPr>
          <p:nvPr/>
        </p:nvSpPr>
        <p:spPr bwMode="auto">
          <a:xfrm>
            <a:off x="123825" y="104775"/>
            <a:ext cx="58197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1pPr>
            <a:lvl2pPr marL="742950" indent="-28575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2pPr>
            <a:lvl3pPr marL="11430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3pPr>
            <a:lvl4pPr marL="16002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4pPr>
            <a:lvl5pPr marL="20574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5pPr>
            <a:lvl6pPr marL="25146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6pPr>
            <a:lvl7pPr marL="29718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7pPr>
            <a:lvl8pPr marL="34290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8pPr>
            <a:lvl9pPr marL="38862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9pPr>
          </a:lstStyle>
          <a:p>
            <a:pPr eaLnBrk="1">
              <a:lnSpc>
                <a:spcPct val="95000"/>
              </a:lnSpc>
              <a:buClr>
                <a:srgbClr val="000000"/>
              </a:buClr>
              <a:buSzPct val="45000"/>
              <a:buFont typeface="StarSymbol" charset="0"/>
              <a:buNone/>
            </a:pPr>
            <a:r>
              <a:rPr lang="en-GB" altLang="en-US" sz="2000" b="1">
                <a:solidFill>
                  <a:schemeClr val="bg1"/>
                </a:solidFill>
              </a:rPr>
              <a:t>Introduction to Computer Networks</a:t>
            </a:r>
          </a:p>
        </p:txBody>
      </p:sp>
      <p:sp>
        <p:nvSpPr>
          <p:cNvPr id="23560" name="AutoShape 8">
            <a:extLst>
              <a:ext uri="{FF2B5EF4-FFF2-40B4-BE49-F238E27FC236}">
                <a16:creationId xmlns:a16="http://schemas.microsoft.com/office/drawing/2014/main" id="{FEA95BC7-9D22-ACBA-AB42-87BB14C7099A}"/>
              </a:ext>
            </a:extLst>
          </p:cNvPr>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3561" name="Rectangle 9">
            <a:extLst>
              <a:ext uri="{FF2B5EF4-FFF2-40B4-BE49-F238E27FC236}">
                <a16:creationId xmlns:a16="http://schemas.microsoft.com/office/drawing/2014/main" id="{E2824E8E-9DBD-EB73-E101-CF76426BE7E9}"/>
              </a:ext>
            </a:extLst>
          </p:cNvPr>
          <p:cNvSpPr>
            <a:spLocks noGrp="1" noChangeArrowheads="1"/>
          </p:cNvSpPr>
          <p:nvPr>
            <p:ph type="body" idx="1"/>
          </p:nvPr>
        </p:nvSpPr>
        <p:spPr>
          <a:xfrm>
            <a:off x="457200" y="1600200"/>
            <a:ext cx="8229600" cy="5257800"/>
          </a:xfrm>
        </p:spPr>
        <p:txBody>
          <a:bodyPr/>
          <a:lstStyle/>
          <a:p>
            <a:pPr marL="392113" indent="-293688" defTabSz="414338" eaLnBrk="1" hangingPunct="1">
              <a:lnSpc>
                <a:spcPct val="80000"/>
              </a:lnSpc>
              <a:spcBef>
                <a:spcPct val="50000"/>
              </a:spcBef>
              <a:buClr>
                <a:srgbClr val="CC0000"/>
              </a:buClr>
              <a:buFont typeface="Wingdings" panose="05000000000000000000" pitchFamily="2" charset="2"/>
              <a:buNone/>
            </a:pPr>
            <a:endParaRPr lang="en-US" altLang="en-US" sz="2400" b="1">
              <a:solidFill>
                <a:srgbClr val="000066"/>
              </a:solidFill>
            </a:endParaRPr>
          </a:p>
        </p:txBody>
      </p:sp>
      <p:pic>
        <p:nvPicPr>
          <p:cNvPr id="23562" name="Picture 10">
            <a:extLst>
              <a:ext uri="{FF2B5EF4-FFF2-40B4-BE49-F238E27FC236}">
                <a16:creationId xmlns:a16="http://schemas.microsoft.com/office/drawing/2014/main" id="{D481CA8A-38AD-7543-3AF9-F6F8D5FA96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563"/>
          <a:stretch>
            <a:fillRect/>
          </a:stretch>
        </p:blipFill>
        <p:spPr bwMode="auto">
          <a:xfrm>
            <a:off x="228600" y="1646238"/>
            <a:ext cx="2971800" cy="244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63" name="Picture 11">
            <a:extLst>
              <a:ext uri="{FF2B5EF4-FFF2-40B4-BE49-F238E27FC236}">
                <a16:creationId xmlns:a16="http://schemas.microsoft.com/office/drawing/2014/main" id="{1C267434-29FE-BD1E-4ADA-9BDC813BF2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777" r="2777"/>
          <a:stretch>
            <a:fillRect/>
          </a:stretch>
        </p:blipFill>
        <p:spPr bwMode="auto">
          <a:xfrm>
            <a:off x="3276600" y="3003550"/>
            <a:ext cx="2743200" cy="267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64" name="Picture 12">
            <a:extLst>
              <a:ext uri="{FF2B5EF4-FFF2-40B4-BE49-F238E27FC236}">
                <a16:creationId xmlns:a16="http://schemas.microsoft.com/office/drawing/2014/main" id="{7DEBB92E-6711-1223-2EE9-39FF54CED5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5714"/>
          <a:stretch>
            <a:fillRect/>
          </a:stretch>
        </p:blipFill>
        <p:spPr bwMode="auto">
          <a:xfrm>
            <a:off x="6249988" y="4084638"/>
            <a:ext cx="2665412" cy="2697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565" name="Line 13">
            <a:extLst>
              <a:ext uri="{FF2B5EF4-FFF2-40B4-BE49-F238E27FC236}">
                <a16:creationId xmlns:a16="http://schemas.microsoft.com/office/drawing/2014/main" id="{42190C34-7615-6827-0957-AAB63DA40AC9}"/>
              </a:ext>
            </a:extLst>
          </p:cNvPr>
          <p:cNvSpPr>
            <a:spLocks noChangeShapeType="1"/>
          </p:cNvSpPr>
          <p:nvPr/>
        </p:nvSpPr>
        <p:spPr bwMode="auto">
          <a:xfrm flipH="1">
            <a:off x="1384300" y="2243138"/>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66" name="Line 14">
            <a:extLst>
              <a:ext uri="{FF2B5EF4-FFF2-40B4-BE49-F238E27FC236}">
                <a16:creationId xmlns:a16="http://schemas.microsoft.com/office/drawing/2014/main" id="{38D0EAAC-6331-9458-2D15-CDDB4F0F9581}"/>
              </a:ext>
            </a:extLst>
          </p:cNvPr>
          <p:cNvSpPr>
            <a:spLocks noChangeShapeType="1"/>
          </p:cNvSpPr>
          <p:nvPr/>
        </p:nvSpPr>
        <p:spPr bwMode="auto">
          <a:xfrm flipH="1">
            <a:off x="4648200" y="4313238"/>
            <a:ext cx="7493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67" name="Line 15">
            <a:extLst>
              <a:ext uri="{FF2B5EF4-FFF2-40B4-BE49-F238E27FC236}">
                <a16:creationId xmlns:a16="http://schemas.microsoft.com/office/drawing/2014/main" id="{6B0346B1-BE06-8A47-85D6-7E4A5FA720F8}"/>
              </a:ext>
            </a:extLst>
          </p:cNvPr>
          <p:cNvSpPr>
            <a:spLocks noChangeShapeType="1"/>
          </p:cNvSpPr>
          <p:nvPr/>
        </p:nvSpPr>
        <p:spPr bwMode="auto">
          <a:xfrm flipH="1">
            <a:off x="7620000" y="5608638"/>
            <a:ext cx="7493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05404A41-DDC9-FCE1-18B2-DD7468F06F8D}"/>
              </a:ext>
            </a:extLst>
          </p:cNvPr>
          <p:cNvSpPr>
            <a:spLocks noGrp="1" noChangeArrowheads="1"/>
          </p:cNvSpPr>
          <p:nvPr>
            <p:ph type="title"/>
          </p:nvPr>
        </p:nvSpPr>
        <p:spPr>
          <a:xfrm>
            <a:off x="457200" y="685800"/>
            <a:ext cx="8229600" cy="1066800"/>
          </a:xfrm>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eaLnBrk="1" hangingPunct="1">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altLang="en-US" sz="4000" b="1">
                <a:solidFill>
                  <a:srgbClr val="E4005C"/>
                </a:solidFill>
              </a:rPr>
              <a:t>Applications</a:t>
            </a:r>
            <a:endParaRPr lang="en-GB" altLang="en-US" sz="4000" b="1">
              <a:solidFill>
                <a:srgbClr val="E4005C"/>
              </a:solidFill>
            </a:endParaRPr>
          </a:p>
        </p:txBody>
      </p:sp>
      <p:sp>
        <p:nvSpPr>
          <p:cNvPr id="24579" name="Rectangle 3">
            <a:extLst>
              <a:ext uri="{FF2B5EF4-FFF2-40B4-BE49-F238E27FC236}">
                <a16:creationId xmlns:a16="http://schemas.microsoft.com/office/drawing/2014/main" id="{B1F112F3-5906-070C-FFA7-B9E3DCA7D491}"/>
              </a:ext>
            </a:extLst>
          </p:cNvPr>
          <p:cNvSpPr>
            <a:spLocks noGrp="1" noChangeArrowheads="1"/>
          </p:cNvSpPr>
          <p:nvPr>
            <p:ph type="body" sz="half" idx="1"/>
          </p:nvPr>
        </p:nvSpPr>
        <p:spPr>
          <a:xfrm>
            <a:off x="457200" y="1600200"/>
            <a:ext cx="4953000" cy="4525963"/>
          </a:xfrm>
        </p:spPr>
        <p:txBody>
          <a:bodyPr/>
          <a:lstStyle/>
          <a:p>
            <a:pPr marL="392113" indent="-293688" defTabSz="414338" eaLnBrk="1" hangingPunct="1">
              <a:lnSpc>
                <a:spcPct val="80000"/>
              </a:lnSpc>
              <a:spcBef>
                <a:spcPct val="50000"/>
              </a:spcBef>
              <a:buClr>
                <a:srgbClr val="CC0000"/>
              </a:buClr>
              <a:buFont typeface="Wingdings" panose="05000000000000000000" pitchFamily="2" charset="2"/>
              <a:buBlip>
                <a:blip r:embed="rId3"/>
              </a:buBlip>
            </a:pPr>
            <a:endParaRPr lang="en-US" altLang="en-US" sz="2000" b="1">
              <a:solidFill>
                <a:srgbClr val="000066"/>
              </a:solidFill>
            </a:endParaRPr>
          </a:p>
          <a:p>
            <a:pPr marL="392113" indent="-293688" defTabSz="414338" eaLnBrk="1" hangingPunct="1">
              <a:lnSpc>
                <a:spcPct val="80000"/>
              </a:lnSpc>
              <a:buClr>
                <a:srgbClr val="CC0000"/>
              </a:buClr>
              <a:buFont typeface="Wingdings" panose="05000000000000000000" pitchFamily="2" charset="2"/>
              <a:buBlip>
                <a:blip r:embed="rId3"/>
              </a:buBlip>
            </a:pPr>
            <a:r>
              <a:rPr lang="en-US" altLang="en-US" sz="2400" b="1">
                <a:solidFill>
                  <a:srgbClr val="000066"/>
                </a:solidFill>
              </a:rPr>
              <a:t>E-mail</a:t>
            </a:r>
          </a:p>
          <a:p>
            <a:pPr marL="392113" indent="-293688" defTabSz="414338" eaLnBrk="1" hangingPunct="1">
              <a:lnSpc>
                <a:spcPct val="80000"/>
              </a:lnSpc>
              <a:buClr>
                <a:srgbClr val="CC0000"/>
              </a:buClr>
              <a:buFont typeface="Wingdings" panose="05000000000000000000" pitchFamily="2" charset="2"/>
              <a:buBlip>
                <a:blip r:embed="rId3"/>
              </a:buBlip>
            </a:pPr>
            <a:r>
              <a:rPr lang="en-US" altLang="en-US" sz="2400" b="1">
                <a:solidFill>
                  <a:srgbClr val="000066"/>
                </a:solidFill>
              </a:rPr>
              <a:t>Searchable Data (Web Sites)</a:t>
            </a:r>
          </a:p>
          <a:p>
            <a:pPr marL="392113" indent="-293688" defTabSz="414338" eaLnBrk="1" hangingPunct="1">
              <a:lnSpc>
                <a:spcPct val="80000"/>
              </a:lnSpc>
              <a:buClr>
                <a:srgbClr val="CC0000"/>
              </a:buClr>
              <a:buFont typeface="Wingdings" panose="05000000000000000000" pitchFamily="2" charset="2"/>
              <a:buBlip>
                <a:blip r:embed="rId3"/>
              </a:buBlip>
            </a:pPr>
            <a:r>
              <a:rPr lang="en-US" altLang="en-US" sz="2400" b="1">
                <a:solidFill>
                  <a:srgbClr val="000066"/>
                </a:solidFill>
              </a:rPr>
              <a:t>E-Commerce</a:t>
            </a:r>
          </a:p>
          <a:p>
            <a:pPr marL="392113" indent="-293688" defTabSz="414338" eaLnBrk="1" hangingPunct="1">
              <a:lnSpc>
                <a:spcPct val="80000"/>
              </a:lnSpc>
              <a:buClr>
                <a:srgbClr val="CC0000"/>
              </a:buClr>
              <a:buFont typeface="Wingdings" panose="05000000000000000000" pitchFamily="2" charset="2"/>
              <a:buBlip>
                <a:blip r:embed="rId3"/>
              </a:buBlip>
            </a:pPr>
            <a:r>
              <a:rPr lang="en-US" altLang="en-US" sz="2400" b="1">
                <a:solidFill>
                  <a:srgbClr val="000066"/>
                </a:solidFill>
              </a:rPr>
              <a:t>News Groups</a:t>
            </a:r>
          </a:p>
          <a:p>
            <a:pPr marL="392113" indent="-293688" defTabSz="414338" eaLnBrk="1" hangingPunct="1">
              <a:lnSpc>
                <a:spcPct val="80000"/>
              </a:lnSpc>
              <a:buClr>
                <a:srgbClr val="CC0000"/>
              </a:buClr>
              <a:buFont typeface="Wingdings" panose="05000000000000000000" pitchFamily="2" charset="2"/>
              <a:buBlip>
                <a:blip r:embed="rId3"/>
              </a:buBlip>
            </a:pPr>
            <a:r>
              <a:rPr lang="en-US" altLang="en-US" sz="2400" b="1">
                <a:solidFill>
                  <a:srgbClr val="000066"/>
                </a:solidFill>
              </a:rPr>
              <a:t>Internet Telephony (VoIP)</a:t>
            </a:r>
          </a:p>
          <a:p>
            <a:pPr marL="392113" indent="-293688" defTabSz="414338" eaLnBrk="1" hangingPunct="1">
              <a:lnSpc>
                <a:spcPct val="80000"/>
              </a:lnSpc>
              <a:buClr>
                <a:srgbClr val="CC0000"/>
              </a:buClr>
              <a:buFont typeface="Wingdings" panose="05000000000000000000" pitchFamily="2" charset="2"/>
              <a:buBlip>
                <a:blip r:embed="rId3"/>
              </a:buBlip>
            </a:pPr>
            <a:r>
              <a:rPr lang="en-US" altLang="en-US" sz="2400" b="1">
                <a:solidFill>
                  <a:srgbClr val="000066"/>
                </a:solidFill>
              </a:rPr>
              <a:t>Video Conferencing</a:t>
            </a:r>
          </a:p>
          <a:p>
            <a:pPr marL="392113" indent="-293688" defTabSz="414338" eaLnBrk="1" hangingPunct="1">
              <a:lnSpc>
                <a:spcPct val="80000"/>
              </a:lnSpc>
              <a:buClr>
                <a:srgbClr val="CC0000"/>
              </a:buClr>
              <a:buFont typeface="Wingdings" panose="05000000000000000000" pitchFamily="2" charset="2"/>
              <a:buBlip>
                <a:blip r:embed="rId3"/>
              </a:buBlip>
            </a:pPr>
            <a:r>
              <a:rPr lang="en-US" altLang="en-US" sz="2400" b="1">
                <a:solidFill>
                  <a:srgbClr val="000066"/>
                </a:solidFill>
              </a:rPr>
              <a:t>Chat Groups</a:t>
            </a:r>
          </a:p>
          <a:p>
            <a:pPr marL="392113" indent="-293688" defTabSz="414338" eaLnBrk="1" hangingPunct="1">
              <a:lnSpc>
                <a:spcPct val="80000"/>
              </a:lnSpc>
              <a:buClr>
                <a:srgbClr val="CC0000"/>
              </a:buClr>
              <a:buFont typeface="Wingdings" panose="05000000000000000000" pitchFamily="2" charset="2"/>
              <a:buBlip>
                <a:blip r:embed="rId3"/>
              </a:buBlip>
            </a:pPr>
            <a:r>
              <a:rPr lang="en-US" altLang="en-US" sz="2400" b="1">
                <a:solidFill>
                  <a:srgbClr val="000066"/>
                </a:solidFill>
              </a:rPr>
              <a:t>Instant Messengers </a:t>
            </a:r>
          </a:p>
          <a:p>
            <a:pPr marL="392113" indent="-293688" defTabSz="414338" eaLnBrk="1" hangingPunct="1">
              <a:lnSpc>
                <a:spcPct val="80000"/>
              </a:lnSpc>
              <a:buClr>
                <a:srgbClr val="CC0000"/>
              </a:buClr>
              <a:buFont typeface="Wingdings" panose="05000000000000000000" pitchFamily="2" charset="2"/>
              <a:buBlip>
                <a:blip r:embed="rId3"/>
              </a:buBlip>
            </a:pPr>
            <a:r>
              <a:rPr lang="en-US" altLang="en-US" sz="2400" b="1">
                <a:solidFill>
                  <a:srgbClr val="000066"/>
                </a:solidFill>
              </a:rPr>
              <a:t>Internet Radio</a:t>
            </a:r>
          </a:p>
        </p:txBody>
      </p:sp>
      <p:sp>
        <p:nvSpPr>
          <p:cNvPr id="24580" name="AutoShape 4">
            <a:extLst>
              <a:ext uri="{FF2B5EF4-FFF2-40B4-BE49-F238E27FC236}">
                <a16:creationId xmlns:a16="http://schemas.microsoft.com/office/drawing/2014/main" id="{9F019871-3E37-AD13-8257-172B804A206F}"/>
              </a:ext>
            </a:extLst>
          </p:cNvPr>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581" name="AutoShape 5">
            <a:extLst>
              <a:ext uri="{FF2B5EF4-FFF2-40B4-BE49-F238E27FC236}">
                <a16:creationId xmlns:a16="http://schemas.microsoft.com/office/drawing/2014/main" id="{5F1685A7-1EE3-B22A-880B-90ACAEB0AE0A}"/>
              </a:ext>
            </a:extLst>
          </p:cNvPr>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582" name="AutoShape 6">
            <a:extLst>
              <a:ext uri="{FF2B5EF4-FFF2-40B4-BE49-F238E27FC236}">
                <a16:creationId xmlns:a16="http://schemas.microsoft.com/office/drawing/2014/main" id="{640C2E3C-8DC8-FD94-3155-8F3E98902924}"/>
              </a:ext>
            </a:extLst>
          </p:cNvPr>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583" name="AutoShape 7">
            <a:extLst>
              <a:ext uri="{FF2B5EF4-FFF2-40B4-BE49-F238E27FC236}">
                <a16:creationId xmlns:a16="http://schemas.microsoft.com/office/drawing/2014/main" id="{CC6FB65D-FA69-D129-5F6A-C8B4E0EE702D}"/>
              </a:ext>
            </a:extLst>
          </p:cNvPr>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584" name="Text Box 8">
            <a:extLst>
              <a:ext uri="{FF2B5EF4-FFF2-40B4-BE49-F238E27FC236}">
                <a16:creationId xmlns:a16="http://schemas.microsoft.com/office/drawing/2014/main" id="{8E8C7F0E-C027-BF7C-CD52-50B198B25AD6}"/>
              </a:ext>
            </a:extLst>
          </p:cNvPr>
          <p:cNvSpPr txBox="1">
            <a:spLocks noChangeArrowheads="1"/>
          </p:cNvSpPr>
          <p:nvPr/>
        </p:nvSpPr>
        <p:spPr bwMode="auto">
          <a:xfrm>
            <a:off x="123825" y="104775"/>
            <a:ext cx="58197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1pPr>
            <a:lvl2pPr marL="742950" indent="-28575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2pPr>
            <a:lvl3pPr marL="11430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3pPr>
            <a:lvl4pPr marL="16002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4pPr>
            <a:lvl5pPr marL="2057400" indent="-228600" defTabSz="828675" eaLnBrk="0" hangingPunct="0">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5pPr>
            <a:lvl6pPr marL="25146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6pPr>
            <a:lvl7pPr marL="29718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7pPr>
            <a:lvl8pPr marL="34290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8pPr>
            <a:lvl9pPr marL="3886200" indent="-228600" defTabSz="828675" eaLnBrk="0" fontAlgn="base" hangingPunct="0">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panose="020B0604020202020204" pitchFamily="34" charset="0"/>
              </a:defRPr>
            </a:lvl9pPr>
          </a:lstStyle>
          <a:p>
            <a:pPr eaLnBrk="1">
              <a:lnSpc>
                <a:spcPct val="95000"/>
              </a:lnSpc>
              <a:buClr>
                <a:srgbClr val="000000"/>
              </a:buClr>
              <a:buSzPct val="45000"/>
              <a:buFont typeface="StarSymbol" charset="0"/>
              <a:buNone/>
            </a:pPr>
            <a:r>
              <a:rPr lang="en-GB" altLang="en-US" sz="2000" b="1">
                <a:solidFill>
                  <a:schemeClr val="bg1"/>
                </a:solidFill>
              </a:rPr>
              <a:t>Introduction to Computer Networks</a:t>
            </a:r>
          </a:p>
        </p:txBody>
      </p:sp>
      <p:sp>
        <p:nvSpPr>
          <p:cNvPr id="24585" name="AutoShape 9">
            <a:extLst>
              <a:ext uri="{FF2B5EF4-FFF2-40B4-BE49-F238E27FC236}">
                <a16:creationId xmlns:a16="http://schemas.microsoft.com/office/drawing/2014/main" id="{001256A5-192A-ECBF-3094-EED3F40B42D4}"/>
              </a:ext>
            </a:extLst>
          </p:cNvPr>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pic>
        <p:nvPicPr>
          <p:cNvPr id="24586" name="Picture 10" descr="00006872">
            <a:extLst>
              <a:ext uri="{FF2B5EF4-FFF2-40B4-BE49-F238E27FC236}">
                <a16:creationId xmlns:a16="http://schemas.microsoft.com/office/drawing/2014/main" id="{FF276E71-565C-9194-A38B-860E36AEA214}"/>
              </a:ext>
            </a:extLst>
          </p:cNvPr>
          <p:cNvPicPr>
            <a:picLocks noGrp="1" noChangeAspect="1" noChangeArrowheads="1"/>
          </p:cNvPicPr>
          <p:nvPr>
            <p:ph sz="half" idx="2"/>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5592763" y="1600200"/>
            <a:ext cx="3017837"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1026">
            <a:extLst>
              <a:ext uri="{FF2B5EF4-FFF2-40B4-BE49-F238E27FC236}">
                <a16:creationId xmlns:a16="http://schemas.microsoft.com/office/drawing/2014/main" id="{BBB28EA7-E8B7-F1E2-EE1E-85244E1982C9}"/>
              </a:ext>
            </a:extLst>
          </p:cNvPr>
          <p:cNvSpPr>
            <a:spLocks noGrp="1" noChangeArrowheads="1"/>
          </p:cNvSpPr>
          <p:nvPr>
            <p:ph type="title"/>
          </p:nvPr>
        </p:nvSpPr>
        <p:spPr/>
        <p:txBody>
          <a:bodyPr/>
          <a:lstStyle/>
          <a:p>
            <a:pPr eaLnBrk="1" hangingPunct="1"/>
            <a:r>
              <a:rPr lang="en-US" altLang="en-US" dirty="0"/>
              <a:t>Four Steps to Networking</a:t>
            </a:r>
          </a:p>
        </p:txBody>
      </p:sp>
      <p:sp>
        <p:nvSpPr>
          <p:cNvPr id="13318" name="Rectangle 1027">
            <a:extLst>
              <a:ext uri="{FF2B5EF4-FFF2-40B4-BE49-F238E27FC236}">
                <a16:creationId xmlns:a16="http://schemas.microsoft.com/office/drawing/2014/main" id="{55059D6C-9A79-EE20-7501-208F73379AB1}"/>
              </a:ext>
            </a:extLst>
          </p:cNvPr>
          <p:cNvSpPr>
            <a:spLocks noGrp="1" noChangeArrowheads="1"/>
          </p:cNvSpPr>
          <p:nvPr>
            <p:ph type="body" idx="1"/>
          </p:nvPr>
        </p:nvSpPr>
        <p:spPr/>
        <p:txBody>
          <a:bodyPr/>
          <a:lstStyle/>
          <a:p>
            <a:pPr eaLnBrk="1" hangingPunct="1">
              <a:lnSpc>
                <a:spcPct val="90000"/>
              </a:lnSpc>
            </a:pPr>
            <a:r>
              <a:rPr lang="en-US" altLang="en-US" dirty="0"/>
              <a:t>Communicating across a link</a:t>
            </a:r>
          </a:p>
          <a:p>
            <a:pPr eaLnBrk="1" hangingPunct="1">
              <a:lnSpc>
                <a:spcPct val="90000"/>
              </a:lnSpc>
            </a:pPr>
            <a:endParaRPr lang="en-US" altLang="en-US" dirty="0"/>
          </a:p>
          <a:p>
            <a:pPr eaLnBrk="1" hangingPunct="1">
              <a:lnSpc>
                <a:spcPct val="90000"/>
              </a:lnSpc>
            </a:pPr>
            <a:r>
              <a:rPr lang="en-US" altLang="en-US" dirty="0"/>
              <a:t>Connecting together multiple links (internetworking)</a:t>
            </a:r>
          </a:p>
          <a:p>
            <a:pPr eaLnBrk="1" hangingPunct="1">
              <a:lnSpc>
                <a:spcPct val="90000"/>
              </a:lnSpc>
            </a:pPr>
            <a:endParaRPr lang="en-US" altLang="en-US" dirty="0"/>
          </a:p>
          <a:p>
            <a:pPr eaLnBrk="1" hangingPunct="1">
              <a:lnSpc>
                <a:spcPct val="90000"/>
              </a:lnSpc>
            </a:pPr>
            <a:r>
              <a:rPr lang="en-US" altLang="en-US" dirty="0"/>
              <a:t>Finding and routing data to nodes on internetwork</a:t>
            </a:r>
          </a:p>
          <a:p>
            <a:pPr eaLnBrk="1" hangingPunct="1">
              <a:lnSpc>
                <a:spcPct val="90000"/>
              </a:lnSpc>
            </a:pPr>
            <a:endParaRPr lang="en-US" altLang="en-US" dirty="0"/>
          </a:p>
          <a:p>
            <a:pPr eaLnBrk="1" hangingPunct="1">
              <a:lnSpc>
                <a:spcPct val="90000"/>
              </a:lnSpc>
            </a:pPr>
            <a:r>
              <a:rPr lang="en-US" altLang="en-US" dirty="0"/>
              <a:t>Matching application requirements</a:t>
            </a:r>
          </a:p>
          <a:p>
            <a:pPr eaLnBrk="1" hangingPunct="1">
              <a:lnSpc>
                <a:spcPct val="90000"/>
              </a:lnSpc>
            </a:pPr>
            <a:endParaRPr lang="en-US" altLang="en-US" dirty="0"/>
          </a:p>
          <a:p>
            <a:pPr eaLnBrk="1" hangingPunct="1">
              <a:lnSpc>
                <a:spcPct val="90000"/>
              </a:lnSpc>
            </a:pPr>
            <a:endParaRPr lang="en-US"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2">
            <a:extLst>
              <a:ext uri="{FF2B5EF4-FFF2-40B4-BE49-F238E27FC236}">
                <a16:creationId xmlns:a16="http://schemas.microsoft.com/office/drawing/2014/main" id="{1012D489-DDA1-C57E-487E-F327D08B3EE2}"/>
              </a:ext>
            </a:extLst>
          </p:cNvPr>
          <p:cNvSpPr>
            <a:spLocks noGrp="1" noChangeArrowheads="1"/>
          </p:cNvSpPr>
          <p:nvPr>
            <p:ph type="title"/>
          </p:nvPr>
        </p:nvSpPr>
        <p:spPr/>
        <p:txBody>
          <a:bodyPr/>
          <a:lstStyle/>
          <a:p>
            <a:pPr eaLnBrk="1" hangingPunct="1"/>
            <a:r>
              <a:rPr lang="en-US" altLang="en-US"/>
              <a:t>A First Step</a:t>
            </a:r>
          </a:p>
        </p:txBody>
      </p:sp>
      <p:sp>
        <p:nvSpPr>
          <p:cNvPr id="14342" name="Rectangle 3">
            <a:extLst>
              <a:ext uri="{FF2B5EF4-FFF2-40B4-BE49-F238E27FC236}">
                <a16:creationId xmlns:a16="http://schemas.microsoft.com/office/drawing/2014/main" id="{0C3E3466-21C6-E4C4-80ED-E531115EED43}"/>
              </a:ext>
            </a:extLst>
          </p:cNvPr>
          <p:cNvSpPr>
            <a:spLocks noGrp="1" noChangeArrowheads="1"/>
          </p:cNvSpPr>
          <p:nvPr>
            <p:ph type="body" idx="1"/>
          </p:nvPr>
        </p:nvSpPr>
        <p:spPr/>
        <p:txBody>
          <a:bodyPr/>
          <a:lstStyle/>
          <a:p>
            <a:pPr eaLnBrk="1" hangingPunct="1"/>
            <a:r>
              <a:rPr lang="en-US" altLang="en-US"/>
              <a:t>Creating a link between nodes</a:t>
            </a:r>
          </a:p>
          <a:p>
            <a:pPr eaLnBrk="1" hangingPunct="1"/>
            <a:r>
              <a:rPr lang="en-US" altLang="en-US"/>
              <a:t>Link: path followed by bits</a:t>
            </a:r>
          </a:p>
          <a:p>
            <a:pPr lvl="1" eaLnBrk="1" hangingPunct="1"/>
            <a:r>
              <a:rPr lang="en-US" altLang="en-US"/>
              <a:t>Wired or wireless</a:t>
            </a:r>
          </a:p>
          <a:p>
            <a:pPr lvl="1" eaLnBrk="1" hangingPunct="1"/>
            <a:r>
              <a:rPr lang="en-US" altLang="en-US"/>
              <a:t>Broadcast or point-to-point (or both)</a:t>
            </a:r>
          </a:p>
          <a:p>
            <a:pPr eaLnBrk="1" hangingPunct="1"/>
            <a:r>
              <a:rPr lang="en-US" altLang="en-US"/>
              <a:t>Node: any device connected to a link</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30">
            <a:extLst>
              <a:ext uri="{FF2B5EF4-FFF2-40B4-BE49-F238E27FC236}">
                <a16:creationId xmlns:a16="http://schemas.microsoft.com/office/drawing/2014/main" id="{067B3240-B6EB-89E7-3F89-BC4D8EA27D6B}"/>
              </a:ext>
            </a:extLst>
          </p:cNvPr>
          <p:cNvSpPr>
            <a:spLocks noChangeArrowheads="1"/>
          </p:cNvSpPr>
          <p:nvPr/>
        </p:nvSpPr>
        <p:spPr bwMode="auto">
          <a:xfrm>
            <a:off x="4648200" y="1752600"/>
            <a:ext cx="4038600" cy="3810000"/>
          </a:xfrm>
          <a:prstGeom prst="rect">
            <a:avLst/>
          </a:prstGeom>
          <a:solidFill>
            <a:schemeClr val="accent1"/>
          </a:solidFill>
          <a:ln w="9525">
            <a:solidFill>
              <a:schemeClr val="tx1"/>
            </a:solidFill>
            <a:miter lim="800000"/>
            <a:headEnd/>
            <a:tailEnd/>
          </a:ln>
          <a:effectLst>
            <a:outerShdw dist="107763" dir="2700000" algn="ctr" rotWithShape="0">
              <a:schemeClr val="bg2"/>
            </a:outerShdw>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5366" name="Rectangle 31">
            <a:extLst>
              <a:ext uri="{FF2B5EF4-FFF2-40B4-BE49-F238E27FC236}">
                <a16:creationId xmlns:a16="http://schemas.microsoft.com/office/drawing/2014/main" id="{FADCA6A6-5B74-45B3-6F48-080930FA02E9}"/>
              </a:ext>
            </a:extLst>
          </p:cNvPr>
          <p:cNvSpPr>
            <a:spLocks noChangeArrowheads="1"/>
          </p:cNvSpPr>
          <p:nvPr/>
        </p:nvSpPr>
        <p:spPr bwMode="auto">
          <a:xfrm>
            <a:off x="4648200" y="2286000"/>
            <a:ext cx="4038600" cy="3810000"/>
          </a:xfrm>
          <a:prstGeom prst="rect">
            <a:avLst/>
          </a:prstGeom>
          <a:solidFill>
            <a:srgbClr val="FFFFFF"/>
          </a:solidFill>
          <a:ln w="9525">
            <a:solidFill>
              <a:schemeClr val="tx1"/>
            </a:solidFill>
            <a:miter lim="800000"/>
            <a:headEnd/>
            <a:tailEnd/>
          </a:ln>
          <a:effectLst>
            <a:outerShdw dist="107763" dir="2700000" algn="ctr" rotWithShape="0">
              <a:schemeClr val="bg2"/>
            </a:outerShdw>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5367" name="Rectangle 26">
            <a:extLst>
              <a:ext uri="{FF2B5EF4-FFF2-40B4-BE49-F238E27FC236}">
                <a16:creationId xmlns:a16="http://schemas.microsoft.com/office/drawing/2014/main" id="{275614F6-ACA0-30B3-6E74-4500FDF366B9}"/>
              </a:ext>
            </a:extLst>
          </p:cNvPr>
          <p:cNvSpPr>
            <a:spLocks noChangeArrowheads="1"/>
          </p:cNvSpPr>
          <p:nvPr/>
        </p:nvSpPr>
        <p:spPr bwMode="auto">
          <a:xfrm>
            <a:off x="304800" y="1752600"/>
            <a:ext cx="4038600" cy="3810000"/>
          </a:xfrm>
          <a:prstGeom prst="rect">
            <a:avLst/>
          </a:prstGeom>
          <a:solidFill>
            <a:schemeClr val="accent1"/>
          </a:solidFill>
          <a:ln w="9525">
            <a:solidFill>
              <a:schemeClr val="tx1"/>
            </a:solidFill>
            <a:miter lim="800000"/>
            <a:headEnd/>
            <a:tailEnd/>
          </a:ln>
          <a:effectLst>
            <a:outerShdw dist="107763" dir="2700000" algn="ctr" rotWithShape="0">
              <a:schemeClr val="bg2"/>
            </a:outerShdw>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5368" name="Rectangle 25">
            <a:extLst>
              <a:ext uri="{FF2B5EF4-FFF2-40B4-BE49-F238E27FC236}">
                <a16:creationId xmlns:a16="http://schemas.microsoft.com/office/drawing/2014/main" id="{D22C28D0-FBB4-A2D1-7B3D-3FADE2624B30}"/>
              </a:ext>
            </a:extLst>
          </p:cNvPr>
          <p:cNvSpPr>
            <a:spLocks noChangeArrowheads="1"/>
          </p:cNvSpPr>
          <p:nvPr/>
        </p:nvSpPr>
        <p:spPr bwMode="auto">
          <a:xfrm>
            <a:off x="304800" y="2286000"/>
            <a:ext cx="4038600" cy="3810000"/>
          </a:xfrm>
          <a:prstGeom prst="rect">
            <a:avLst/>
          </a:prstGeom>
          <a:solidFill>
            <a:srgbClr val="FFFFFF"/>
          </a:solidFill>
          <a:ln w="9525">
            <a:solidFill>
              <a:schemeClr val="tx1"/>
            </a:solidFill>
            <a:miter lim="800000"/>
            <a:headEnd/>
            <a:tailEnd/>
          </a:ln>
          <a:effectLst>
            <a:outerShdw dist="107763" dir="2700000" algn="ctr" rotWithShape="0">
              <a:schemeClr val="bg2"/>
            </a:outerShdw>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5369" name="Rectangle 2">
            <a:extLst>
              <a:ext uri="{FF2B5EF4-FFF2-40B4-BE49-F238E27FC236}">
                <a16:creationId xmlns:a16="http://schemas.microsoft.com/office/drawing/2014/main" id="{BDC58D78-79C3-32F1-0BA3-7C4B7135C879}"/>
              </a:ext>
            </a:extLst>
          </p:cNvPr>
          <p:cNvSpPr>
            <a:spLocks noGrp="1" noChangeArrowheads="1"/>
          </p:cNvSpPr>
          <p:nvPr>
            <p:ph type="title"/>
          </p:nvPr>
        </p:nvSpPr>
        <p:spPr/>
        <p:txBody>
          <a:bodyPr/>
          <a:lstStyle/>
          <a:p>
            <a:pPr eaLnBrk="1" hangingPunct="1"/>
            <a:r>
              <a:rPr lang="en-US" altLang="en-US"/>
              <a:t>Types of Links</a:t>
            </a:r>
          </a:p>
        </p:txBody>
      </p:sp>
      <p:sp>
        <p:nvSpPr>
          <p:cNvPr id="15370" name="Rectangle 16">
            <a:extLst>
              <a:ext uri="{FF2B5EF4-FFF2-40B4-BE49-F238E27FC236}">
                <a16:creationId xmlns:a16="http://schemas.microsoft.com/office/drawing/2014/main" id="{545512EE-B676-63F7-BC3E-1461E0455E45}"/>
              </a:ext>
            </a:extLst>
          </p:cNvPr>
          <p:cNvSpPr>
            <a:spLocks noChangeArrowheads="1"/>
          </p:cNvSpPr>
          <p:nvPr/>
        </p:nvSpPr>
        <p:spPr bwMode="auto">
          <a:xfrm>
            <a:off x="7173913" y="4572000"/>
            <a:ext cx="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latin typeface="Times New Roman" panose="02020603050405020304" pitchFamily="18" charset="0"/>
            </a:endParaRPr>
          </a:p>
        </p:txBody>
      </p:sp>
      <p:sp>
        <p:nvSpPr>
          <p:cNvPr id="15371" name="Text Box 17">
            <a:extLst>
              <a:ext uri="{FF2B5EF4-FFF2-40B4-BE49-F238E27FC236}">
                <a16:creationId xmlns:a16="http://schemas.microsoft.com/office/drawing/2014/main" id="{692A0E1C-4F60-61F4-C9BE-12EB35E2B60D}"/>
              </a:ext>
            </a:extLst>
          </p:cNvPr>
          <p:cNvSpPr txBox="1">
            <a:spLocks noChangeArrowheads="1"/>
          </p:cNvSpPr>
          <p:nvPr/>
        </p:nvSpPr>
        <p:spPr bwMode="auto">
          <a:xfrm>
            <a:off x="1397000" y="1752600"/>
            <a:ext cx="203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lgn="l"/>
            <a:r>
              <a:rPr lang="en-US" altLang="en-US">
                <a:solidFill>
                  <a:srgbClr val="000000"/>
                </a:solidFill>
              </a:rPr>
              <a:t>Point-to-Point</a:t>
            </a:r>
          </a:p>
        </p:txBody>
      </p:sp>
      <p:sp>
        <p:nvSpPr>
          <p:cNvPr id="15372" name="Text Box 18">
            <a:extLst>
              <a:ext uri="{FF2B5EF4-FFF2-40B4-BE49-F238E27FC236}">
                <a16:creationId xmlns:a16="http://schemas.microsoft.com/office/drawing/2014/main" id="{D9AAB949-5D1C-CC19-5163-A7AAA4334728}"/>
              </a:ext>
            </a:extLst>
          </p:cNvPr>
          <p:cNvSpPr txBox="1">
            <a:spLocks noChangeArrowheads="1"/>
          </p:cNvSpPr>
          <p:nvPr/>
        </p:nvSpPr>
        <p:spPr bwMode="auto">
          <a:xfrm>
            <a:off x="5562600" y="1752600"/>
            <a:ext cx="2303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lgn="l"/>
            <a:r>
              <a:rPr lang="en-US" altLang="en-US">
                <a:solidFill>
                  <a:srgbClr val="000000"/>
                </a:solidFill>
              </a:rPr>
              <a:t>Multiple Access</a:t>
            </a:r>
          </a:p>
        </p:txBody>
      </p:sp>
      <p:grpSp>
        <p:nvGrpSpPr>
          <p:cNvPr id="15373" name="Group 24">
            <a:extLst>
              <a:ext uri="{FF2B5EF4-FFF2-40B4-BE49-F238E27FC236}">
                <a16:creationId xmlns:a16="http://schemas.microsoft.com/office/drawing/2014/main" id="{DD651503-57A0-F16B-B3E5-5A91BE731049}"/>
              </a:ext>
            </a:extLst>
          </p:cNvPr>
          <p:cNvGrpSpPr>
            <a:grpSpLocks/>
          </p:cNvGrpSpPr>
          <p:nvPr/>
        </p:nvGrpSpPr>
        <p:grpSpPr bwMode="auto">
          <a:xfrm>
            <a:off x="914400" y="3581400"/>
            <a:ext cx="2835275" cy="457200"/>
            <a:chOff x="432" y="2208"/>
            <a:chExt cx="1786" cy="288"/>
          </a:xfrm>
        </p:grpSpPr>
        <p:sp>
          <p:nvSpPr>
            <p:cNvPr id="15384" name="Freeform 4">
              <a:extLst>
                <a:ext uri="{FF2B5EF4-FFF2-40B4-BE49-F238E27FC236}">
                  <a16:creationId xmlns:a16="http://schemas.microsoft.com/office/drawing/2014/main" id="{2962162A-817A-1CB9-40E3-210B95886A6A}"/>
                </a:ext>
              </a:extLst>
            </p:cNvPr>
            <p:cNvSpPr>
              <a:spLocks/>
            </p:cNvSpPr>
            <p:nvPr/>
          </p:nvSpPr>
          <p:spPr bwMode="auto">
            <a:xfrm>
              <a:off x="1920" y="2208"/>
              <a:ext cx="298" cy="288"/>
            </a:xfrm>
            <a:custGeom>
              <a:avLst/>
              <a:gdLst>
                <a:gd name="T0" fmla="*/ 298 w 399"/>
                <a:gd name="T1" fmla="*/ 284 h 403"/>
                <a:gd name="T2" fmla="*/ 298 w 399"/>
                <a:gd name="T3" fmla="*/ 0 h 403"/>
                <a:gd name="T4" fmla="*/ 0 w 399"/>
                <a:gd name="T5" fmla="*/ 0 h 403"/>
                <a:gd name="T6" fmla="*/ 0 w 399"/>
                <a:gd name="T7" fmla="*/ 288 h 403"/>
                <a:gd name="T8" fmla="*/ 298 w 399"/>
                <a:gd name="T9" fmla="*/ 288 h 403"/>
                <a:gd name="T10" fmla="*/ 298 w 399"/>
                <a:gd name="T11" fmla="*/ 288 h 4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9" h="403">
                  <a:moveTo>
                    <a:pt x="399" y="398"/>
                  </a:moveTo>
                  <a:lnTo>
                    <a:pt x="399" y="0"/>
                  </a:lnTo>
                  <a:lnTo>
                    <a:pt x="0" y="0"/>
                  </a:lnTo>
                  <a:lnTo>
                    <a:pt x="0" y="403"/>
                  </a:lnTo>
                  <a:lnTo>
                    <a:pt x="399" y="403"/>
                  </a:lnTo>
                </a:path>
              </a:pathLst>
            </a:custGeom>
            <a:solidFill>
              <a:schemeClr val="accent1"/>
            </a:solidFill>
            <a:ln w="15875">
              <a:solidFill>
                <a:srgbClr val="000000"/>
              </a:solidFill>
              <a:prstDash val="solid"/>
              <a:round/>
              <a:headEnd/>
              <a:tailEnd/>
            </a:ln>
          </p:spPr>
          <p:txBody>
            <a:bodyPr/>
            <a:lstStyle/>
            <a:p>
              <a:endParaRPr lang="en-US"/>
            </a:p>
          </p:txBody>
        </p:sp>
        <p:sp>
          <p:nvSpPr>
            <p:cNvPr id="15385" name="Line 5">
              <a:extLst>
                <a:ext uri="{FF2B5EF4-FFF2-40B4-BE49-F238E27FC236}">
                  <a16:creationId xmlns:a16="http://schemas.microsoft.com/office/drawing/2014/main" id="{78B25AB4-0312-BF8C-7352-C897344B798F}"/>
                </a:ext>
              </a:extLst>
            </p:cNvPr>
            <p:cNvSpPr>
              <a:spLocks noChangeShapeType="1"/>
            </p:cNvSpPr>
            <p:nvPr/>
          </p:nvSpPr>
          <p:spPr bwMode="auto">
            <a:xfrm>
              <a:off x="720" y="2352"/>
              <a:ext cx="1200"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6" name="Freeform 23">
              <a:extLst>
                <a:ext uri="{FF2B5EF4-FFF2-40B4-BE49-F238E27FC236}">
                  <a16:creationId xmlns:a16="http://schemas.microsoft.com/office/drawing/2014/main" id="{2E7043FA-8B75-ADE6-C5A8-941C9FD96CF7}"/>
                </a:ext>
              </a:extLst>
            </p:cNvPr>
            <p:cNvSpPr>
              <a:spLocks/>
            </p:cNvSpPr>
            <p:nvPr/>
          </p:nvSpPr>
          <p:spPr bwMode="auto">
            <a:xfrm>
              <a:off x="432" y="2208"/>
              <a:ext cx="298" cy="288"/>
            </a:xfrm>
            <a:custGeom>
              <a:avLst/>
              <a:gdLst>
                <a:gd name="T0" fmla="*/ 298 w 399"/>
                <a:gd name="T1" fmla="*/ 284 h 403"/>
                <a:gd name="T2" fmla="*/ 298 w 399"/>
                <a:gd name="T3" fmla="*/ 0 h 403"/>
                <a:gd name="T4" fmla="*/ 0 w 399"/>
                <a:gd name="T5" fmla="*/ 0 h 403"/>
                <a:gd name="T6" fmla="*/ 0 w 399"/>
                <a:gd name="T7" fmla="*/ 288 h 403"/>
                <a:gd name="T8" fmla="*/ 298 w 399"/>
                <a:gd name="T9" fmla="*/ 288 h 403"/>
                <a:gd name="T10" fmla="*/ 298 w 399"/>
                <a:gd name="T11" fmla="*/ 288 h 4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9" h="403">
                  <a:moveTo>
                    <a:pt x="399" y="398"/>
                  </a:moveTo>
                  <a:lnTo>
                    <a:pt x="399" y="0"/>
                  </a:lnTo>
                  <a:lnTo>
                    <a:pt x="0" y="0"/>
                  </a:lnTo>
                  <a:lnTo>
                    <a:pt x="0" y="403"/>
                  </a:lnTo>
                  <a:lnTo>
                    <a:pt x="399" y="403"/>
                  </a:lnTo>
                </a:path>
              </a:pathLst>
            </a:custGeom>
            <a:solidFill>
              <a:schemeClr val="folHlink"/>
            </a:solidFill>
            <a:ln w="15875">
              <a:solidFill>
                <a:srgbClr val="000000"/>
              </a:solidFill>
              <a:prstDash val="solid"/>
              <a:round/>
              <a:headEnd/>
              <a:tailEnd/>
            </a:ln>
          </p:spPr>
          <p:txBody>
            <a:bodyPr/>
            <a:lstStyle/>
            <a:p>
              <a:endParaRPr lang="en-US"/>
            </a:p>
          </p:txBody>
        </p:sp>
      </p:grpSp>
      <p:sp>
        <p:nvSpPr>
          <p:cNvPr id="15374" name="Freeform 7">
            <a:extLst>
              <a:ext uri="{FF2B5EF4-FFF2-40B4-BE49-F238E27FC236}">
                <a16:creationId xmlns:a16="http://schemas.microsoft.com/office/drawing/2014/main" id="{7B8C4CC1-E396-D557-5E7E-4C3005396F6F}"/>
              </a:ext>
            </a:extLst>
          </p:cNvPr>
          <p:cNvSpPr>
            <a:spLocks/>
          </p:cNvSpPr>
          <p:nvPr/>
        </p:nvSpPr>
        <p:spPr bwMode="auto">
          <a:xfrm>
            <a:off x="7824788" y="3368675"/>
            <a:ext cx="473075" cy="427038"/>
          </a:xfrm>
          <a:custGeom>
            <a:avLst/>
            <a:gdLst>
              <a:gd name="T0" fmla="*/ 473075 w 399"/>
              <a:gd name="T1" fmla="*/ 421740 h 403"/>
              <a:gd name="T2" fmla="*/ 473075 w 399"/>
              <a:gd name="T3" fmla="*/ 0 h 403"/>
              <a:gd name="T4" fmla="*/ 0 w 399"/>
              <a:gd name="T5" fmla="*/ 0 h 403"/>
              <a:gd name="T6" fmla="*/ 0 w 399"/>
              <a:gd name="T7" fmla="*/ 427038 h 403"/>
              <a:gd name="T8" fmla="*/ 473075 w 399"/>
              <a:gd name="T9" fmla="*/ 427038 h 403"/>
              <a:gd name="T10" fmla="*/ 473075 w 399"/>
              <a:gd name="T11" fmla="*/ 427038 h 4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9" h="403">
                <a:moveTo>
                  <a:pt x="399" y="398"/>
                </a:moveTo>
                <a:lnTo>
                  <a:pt x="399" y="0"/>
                </a:lnTo>
                <a:lnTo>
                  <a:pt x="0" y="0"/>
                </a:lnTo>
                <a:lnTo>
                  <a:pt x="0" y="403"/>
                </a:lnTo>
                <a:lnTo>
                  <a:pt x="399" y="403"/>
                </a:lnTo>
              </a:path>
            </a:pathLst>
          </a:custGeom>
          <a:solidFill>
            <a:schemeClr val="accent1"/>
          </a:solidFill>
          <a:ln w="15875">
            <a:solidFill>
              <a:srgbClr val="000000"/>
            </a:solidFill>
            <a:prstDash val="solid"/>
            <a:round/>
            <a:headEnd/>
            <a:tailEnd/>
          </a:ln>
        </p:spPr>
        <p:txBody>
          <a:bodyPr/>
          <a:lstStyle/>
          <a:p>
            <a:endParaRPr lang="en-US"/>
          </a:p>
        </p:txBody>
      </p:sp>
      <p:sp>
        <p:nvSpPr>
          <p:cNvPr id="15375" name="Freeform 8">
            <a:extLst>
              <a:ext uri="{FF2B5EF4-FFF2-40B4-BE49-F238E27FC236}">
                <a16:creationId xmlns:a16="http://schemas.microsoft.com/office/drawing/2014/main" id="{920B56EF-8DBF-3CCD-397B-A1D00D90EB5A}"/>
              </a:ext>
            </a:extLst>
          </p:cNvPr>
          <p:cNvSpPr>
            <a:spLocks/>
          </p:cNvSpPr>
          <p:nvPr/>
        </p:nvSpPr>
        <p:spPr bwMode="auto">
          <a:xfrm>
            <a:off x="5715000" y="3368675"/>
            <a:ext cx="471488" cy="427038"/>
          </a:xfrm>
          <a:custGeom>
            <a:avLst/>
            <a:gdLst>
              <a:gd name="T0" fmla="*/ 471488 w 398"/>
              <a:gd name="T1" fmla="*/ 421740 h 403"/>
              <a:gd name="T2" fmla="*/ 471488 w 398"/>
              <a:gd name="T3" fmla="*/ 0 h 403"/>
              <a:gd name="T4" fmla="*/ 0 w 398"/>
              <a:gd name="T5" fmla="*/ 0 h 403"/>
              <a:gd name="T6" fmla="*/ 0 w 398"/>
              <a:gd name="T7" fmla="*/ 427038 h 403"/>
              <a:gd name="T8" fmla="*/ 471488 w 398"/>
              <a:gd name="T9" fmla="*/ 427038 h 403"/>
              <a:gd name="T10" fmla="*/ 471488 w 398"/>
              <a:gd name="T11" fmla="*/ 427038 h 4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8" h="403">
                <a:moveTo>
                  <a:pt x="398" y="398"/>
                </a:moveTo>
                <a:lnTo>
                  <a:pt x="398" y="0"/>
                </a:lnTo>
                <a:lnTo>
                  <a:pt x="0" y="0"/>
                </a:lnTo>
                <a:lnTo>
                  <a:pt x="0" y="403"/>
                </a:lnTo>
                <a:lnTo>
                  <a:pt x="398" y="403"/>
                </a:lnTo>
              </a:path>
            </a:pathLst>
          </a:custGeom>
          <a:solidFill>
            <a:schemeClr val="hlink"/>
          </a:solidFill>
          <a:ln w="15875">
            <a:solidFill>
              <a:srgbClr val="000000"/>
            </a:solidFill>
            <a:prstDash val="solid"/>
            <a:round/>
            <a:headEnd/>
            <a:tailEnd/>
          </a:ln>
        </p:spPr>
        <p:txBody>
          <a:bodyPr/>
          <a:lstStyle/>
          <a:p>
            <a:endParaRPr lang="en-US"/>
          </a:p>
        </p:txBody>
      </p:sp>
      <p:sp>
        <p:nvSpPr>
          <p:cNvPr id="15376" name="Line 10">
            <a:extLst>
              <a:ext uri="{FF2B5EF4-FFF2-40B4-BE49-F238E27FC236}">
                <a16:creationId xmlns:a16="http://schemas.microsoft.com/office/drawing/2014/main" id="{DB01DBFD-BDA5-BE6B-C1F9-19C8E7827E36}"/>
              </a:ext>
            </a:extLst>
          </p:cNvPr>
          <p:cNvSpPr>
            <a:spLocks noChangeShapeType="1"/>
          </p:cNvSpPr>
          <p:nvPr/>
        </p:nvSpPr>
        <p:spPr bwMode="auto">
          <a:xfrm>
            <a:off x="4816475" y="4265613"/>
            <a:ext cx="3581400" cy="158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7" name="Line 12">
            <a:extLst>
              <a:ext uri="{FF2B5EF4-FFF2-40B4-BE49-F238E27FC236}">
                <a16:creationId xmlns:a16="http://schemas.microsoft.com/office/drawing/2014/main" id="{5C591132-69CF-91ED-655B-04CFB12E2946}"/>
              </a:ext>
            </a:extLst>
          </p:cNvPr>
          <p:cNvSpPr>
            <a:spLocks noChangeShapeType="1"/>
          </p:cNvSpPr>
          <p:nvPr/>
        </p:nvSpPr>
        <p:spPr bwMode="auto">
          <a:xfrm>
            <a:off x="5959475" y="3810000"/>
            <a:ext cx="0" cy="4572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8" name="Rectangle 15">
            <a:extLst>
              <a:ext uri="{FF2B5EF4-FFF2-40B4-BE49-F238E27FC236}">
                <a16:creationId xmlns:a16="http://schemas.microsoft.com/office/drawing/2014/main" id="{13B7F92A-B8DE-86CF-5042-C85322B3704A}"/>
              </a:ext>
            </a:extLst>
          </p:cNvPr>
          <p:cNvSpPr>
            <a:spLocks noChangeArrowheads="1"/>
          </p:cNvSpPr>
          <p:nvPr/>
        </p:nvSpPr>
        <p:spPr bwMode="auto">
          <a:xfrm>
            <a:off x="7178675" y="3352800"/>
            <a:ext cx="381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3000">
                <a:solidFill>
                  <a:srgbClr val="000000"/>
                </a:solidFill>
              </a:rPr>
              <a:t>…</a:t>
            </a:r>
            <a:endParaRPr lang="en-US" altLang="en-US">
              <a:latin typeface="Times New Roman" panose="02020603050405020304" pitchFamily="18" charset="0"/>
            </a:endParaRPr>
          </a:p>
        </p:txBody>
      </p:sp>
      <p:sp>
        <p:nvSpPr>
          <p:cNvPr id="15379" name="Freeform 19">
            <a:extLst>
              <a:ext uri="{FF2B5EF4-FFF2-40B4-BE49-F238E27FC236}">
                <a16:creationId xmlns:a16="http://schemas.microsoft.com/office/drawing/2014/main" id="{5886174F-969C-6435-8761-B8AE3E1576B0}"/>
              </a:ext>
            </a:extLst>
          </p:cNvPr>
          <p:cNvSpPr>
            <a:spLocks/>
          </p:cNvSpPr>
          <p:nvPr/>
        </p:nvSpPr>
        <p:spPr bwMode="auto">
          <a:xfrm>
            <a:off x="4816475" y="3368675"/>
            <a:ext cx="471488" cy="427038"/>
          </a:xfrm>
          <a:custGeom>
            <a:avLst/>
            <a:gdLst>
              <a:gd name="T0" fmla="*/ 471488 w 398"/>
              <a:gd name="T1" fmla="*/ 421740 h 403"/>
              <a:gd name="T2" fmla="*/ 471488 w 398"/>
              <a:gd name="T3" fmla="*/ 0 h 403"/>
              <a:gd name="T4" fmla="*/ 0 w 398"/>
              <a:gd name="T5" fmla="*/ 0 h 403"/>
              <a:gd name="T6" fmla="*/ 0 w 398"/>
              <a:gd name="T7" fmla="*/ 427038 h 403"/>
              <a:gd name="T8" fmla="*/ 471488 w 398"/>
              <a:gd name="T9" fmla="*/ 427038 h 403"/>
              <a:gd name="T10" fmla="*/ 471488 w 398"/>
              <a:gd name="T11" fmla="*/ 427038 h 4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8" h="403">
                <a:moveTo>
                  <a:pt x="398" y="398"/>
                </a:moveTo>
                <a:lnTo>
                  <a:pt x="398" y="0"/>
                </a:lnTo>
                <a:lnTo>
                  <a:pt x="0" y="0"/>
                </a:lnTo>
                <a:lnTo>
                  <a:pt x="0" y="403"/>
                </a:lnTo>
                <a:lnTo>
                  <a:pt x="398" y="403"/>
                </a:lnTo>
              </a:path>
            </a:pathLst>
          </a:custGeom>
          <a:solidFill>
            <a:schemeClr val="tx1"/>
          </a:solidFill>
          <a:ln w="15875">
            <a:solidFill>
              <a:srgbClr val="000000"/>
            </a:solidFill>
            <a:prstDash val="solid"/>
            <a:round/>
            <a:headEnd/>
            <a:tailEnd/>
          </a:ln>
        </p:spPr>
        <p:txBody>
          <a:bodyPr/>
          <a:lstStyle/>
          <a:p>
            <a:endParaRPr lang="en-US"/>
          </a:p>
        </p:txBody>
      </p:sp>
      <p:sp>
        <p:nvSpPr>
          <p:cNvPr id="15380" name="Freeform 20">
            <a:extLst>
              <a:ext uri="{FF2B5EF4-FFF2-40B4-BE49-F238E27FC236}">
                <a16:creationId xmlns:a16="http://schemas.microsoft.com/office/drawing/2014/main" id="{4D03EAA6-2537-457A-DC70-3D14368EBED4}"/>
              </a:ext>
            </a:extLst>
          </p:cNvPr>
          <p:cNvSpPr>
            <a:spLocks/>
          </p:cNvSpPr>
          <p:nvPr/>
        </p:nvSpPr>
        <p:spPr bwMode="auto">
          <a:xfrm>
            <a:off x="6569075" y="3368675"/>
            <a:ext cx="471488" cy="427038"/>
          </a:xfrm>
          <a:custGeom>
            <a:avLst/>
            <a:gdLst>
              <a:gd name="T0" fmla="*/ 471488 w 398"/>
              <a:gd name="T1" fmla="*/ 421740 h 403"/>
              <a:gd name="T2" fmla="*/ 471488 w 398"/>
              <a:gd name="T3" fmla="*/ 0 h 403"/>
              <a:gd name="T4" fmla="*/ 0 w 398"/>
              <a:gd name="T5" fmla="*/ 0 h 403"/>
              <a:gd name="T6" fmla="*/ 0 w 398"/>
              <a:gd name="T7" fmla="*/ 427038 h 403"/>
              <a:gd name="T8" fmla="*/ 471488 w 398"/>
              <a:gd name="T9" fmla="*/ 427038 h 403"/>
              <a:gd name="T10" fmla="*/ 471488 w 398"/>
              <a:gd name="T11" fmla="*/ 427038 h 4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8" h="403">
                <a:moveTo>
                  <a:pt x="398" y="398"/>
                </a:moveTo>
                <a:lnTo>
                  <a:pt x="398" y="0"/>
                </a:lnTo>
                <a:lnTo>
                  <a:pt x="0" y="0"/>
                </a:lnTo>
                <a:lnTo>
                  <a:pt x="0" y="403"/>
                </a:lnTo>
                <a:lnTo>
                  <a:pt x="398" y="403"/>
                </a:lnTo>
              </a:path>
            </a:pathLst>
          </a:custGeom>
          <a:solidFill>
            <a:schemeClr val="folHlink"/>
          </a:solidFill>
          <a:ln w="15875">
            <a:solidFill>
              <a:srgbClr val="000000"/>
            </a:solidFill>
            <a:prstDash val="solid"/>
            <a:round/>
            <a:headEnd/>
            <a:tailEnd/>
          </a:ln>
        </p:spPr>
        <p:txBody>
          <a:bodyPr/>
          <a:lstStyle/>
          <a:p>
            <a:endParaRPr lang="en-US"/>
          </a:p>
        </p:txBody>
      </p:sp>
      <p:sp>
        <p:nvSpPr>
          <p:cNvPr id="15381" name="Line 32">
            <a:extLst>
              <a:ext uri="{FF2B5EF4-FFF2-40B4-BE49-F238E27FC236}">
                <a16:creationId xmlns:a16="http://schemas.microsoft.com/office/drawing/2014/main" id="{D02D1833-7673-FA2D-131C-EA1587CCAB76}"/>
              </a:ext>
            </a:extLst>
          </p:cNvPr>
          <p:cNvSpPr>
            <a:spLocks noChangeShapeType="1"/>
          </p:cNvSpPr>
          <p:nvPr/>
        </p:nvSpPr>
        <p:spPr bwMode="auto">
          <a:xfrm>
            <a:off x="5045075" y="3810000"/>
            <a:ext cx="0" cy="4572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2" name="Line 33">
            <a:extLst>
              <a:ext uri="{FF2B5EF4-FFF2-40B4-BE49-F238E27FC236}">
                <a16:creationId xmlns:a16="http://schemas.microsoft.com/office/drawing/2014/main" id="{EE2C1E8D-50F0-3E01-790F-F719B911C34C}"/>
              </a:ext>
            </a:extLst>
          </p:cNvPr>
          <p:cNvSpPr>
            <a:spLocks noChangeShapeType="1"/>
          </p:cNvSpPr>
          <p:nvPr/>
        </p:nvSpPr>
        <p:spPr bwMode="auto">
          <a:xfrm>
            <a:off x="6797675" y="3810000"/>
            <a:ext cx="0" cy="4572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3" name="Line 34">
            <a:extLst>
              <a:ext uri="{FF2B5EF4-FFF2-40B4-BE49-F238E27FC236}">
                <a16:creationId xmlns:a16="http://schemas.microsoft.com/office/drawing/2014/main" id="{BC5F6517-17CC-0B2A-ACB2-7294E6FD7EB4}"/>
              </a:ext>
            </a:extLst>
          </p:cNvPr>
          <p:cNvSpPr>
            <a:spLocks noChangeShapeType="1"/>
          </p:cNvSpPr>
          <p:nvPr/>
        </p:nvSpPr>
        <p:spPr bwMode="auto">
          <a:xfrm>
            <a:off x="8093075" y="3810000"/>
            <a:ext cx="0" cy="4572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1026">
            <a:extLst>
              <a:ext uri="{FF2B5EF4-FFF2-40B4-BE49-F238E27FC236}">
                <a16:creationId xmlns:a16="http://schemas.microsoft.com/office/drawing/2014/main" id="{BC0947E3-7B63-05B1-4CDD-D34643C91D6A}"/>
              </a:ext>
            </a:extLst>
          </p:cNvPr>
          <p:cNvSpPr>
            <a:spLocks noGrp="1" noChangeArrowheads="1"/>
          </p:cNvSpPr>
          <p:nvPr>
            <p:ph type="title"/>
          </p:nvPr>
        </p:nvSpPr>
        <p:spPr/>
        <p:txBody>
          <a:bodyPr/>
          <a:lstStyle/>
          <a:p>
            <a:pPr eaLnBrk="1" hangingPunct="1"/>
            <a:r>
              <a:rPr lang="en-US" altLang="en-US"/>
              <a:t>Packet Transmission Modes</a:t>
            </a:r>
          </a:p>
        </p:txBody>
      </p:sp>
      <p:sp>
        <p:nvSpPr>
          <p:cNvPr id="16390" name="Rectangle 1027">
            <a:extLst>
              <a:ext uri="{FF2B5EF4-FFF2-40B4-BE49-F238E27FC236}">
                <a16:creationId xmlns:a16="http://schemas.microsoft.com/office/drawing/2014/main" id="{5A8F1FEA-80E9-30C9-4264-14FA60F828EC}"/>
              </a:ext>
            </a:extLst>
          </p:cNvPr>
          <p:cNvSpPr>
            <a:spLocks noGrp="1" noChangeArrowheads="1"/>
          </p:cNvSpPr>
          <p:nvPr>
            <p:ph type="body" idx="1"/>
          </p:nvPr>
        </p:nvSpPr>
        <p:spPr/>
        <p:txBody>
          <a:bodyPr/>
          <a:lstStyle/>
          <a:p>
            <a:pPr eaLnBrk="1" hangingPunct="1"/>
            <a:r>
              <a:rPr lang="en-US" altLang="en-US" dirty="0"/>
              <a:t>Unicast</a:t>
            </a:r>
          </a:p>
          <a:p>
            <a:pPr lvl="1" eaLnBrk="1" hangingPunct="1"/>
            <a:r>
              <a:rPr lang="en-US" altLang="en-US" dirty="0"/>
              <a:t>Transmission to single specific receiver</a:t>
            </a:r>
          </a:p>
          <a:p>
            <a:pPr eaLnBrk="1" hangingPunct="1"/>
            <a:r>
              <a:rPr lang="en-US" altLang="en-US" dirty="0"/>
              <a:t>Broadcast</a:t>
            </a:r>
          </a:p>
          <a:p>
            <a:pPr lvl="1" eaLnBrk="1" hangingPunct="1"/>
            <a:r>
              <a:rPr lang="en-US" altLang="en-US" dirty="0"/>
              <a:t>Transmission to all network nodes</a:t>
            </a:r>
          </a:p>
          <a:p>
            <a:pPr eaLnBrk="1" hangingPunct="1"/>
            <a:r>
              <a:rPr lang="en-US" altLang="en-US" dirty="0"/>
              <a:t>Multicast</a:t>
            </a:r>
          </a:p>
          <a:p>
            <a:pPr lvl="1" eaLnBrk="1" hangingPunct="1"/>
            <a:r>
              <a:rPr lang="en-US" altLang="en-US" dirty="0"/>
              <a:t>Transmission to specific subset of nodes</a:t>
            </a:r>
          </a:p>
          <a:p>
            <a:pPr eaLnBrk="1" hangingPunct="1"/>
            <a:r>
              <a:rPr lang="en-US" altLang="en-US" dirty="0"/>
              <a:t>Anycast</a:t>
            </a:r>
          </a:p>
          <a:p>
            <a:pPr lvl="1" eaLnBrk="1" hangingPunct="1"/>
            <a:r>
              <a:rPr lang="en-US" altLang="en-US" dirty="0"/>
              <a:t>Transmission to one of a specific subset of nodes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82">
            <a:extLst>
              <a:ext uri="{FF2B5EF4-FFF2-40B4-BE49-F238E27FC236}">
                <a16:creationId xmlns:a16="http://schemas.microsoft.com/office/drawing/2014/main" id="{3051F1EE-E7D4-9088-9F2A-C7113AB2738C}"/>
              </a:ext>
            </a:extLst>
          </p:cNvPr>
          <p:cNvSpPr>
            <a:spLocks noChangeArrowheads="1"/>
          </p:cNvSpPr>
          <p:nvPr/>
        </p:nvSpPr>
        <p:spPr bwMode="auto">
          <a:xfrm>
            <a:off x="4724400" y="1524000"/>
            <a:ext cx="4038600" cy="3810000"/>
          </a:xfrm>
          <a:prstGeom prst="rect">
            <a:avLst/>
          </a:prstGeom>
          <a:solidFill>
            <a:schemeClr val="accent1"/>
          </a:solidFill>
          <a:ln w="9525">
            <a:solidFill>
              <a:schemeClr val="tx1"/>
            </a:solidFill>
            <a:miter lim="800000"/>
            <a:headEnd/>
            <a:tailEnd/>
          </a:ln>
          <a:effectLst>
            <a:outerShdw dist="107763" dir="2700000" algn="ctr" rotWithShape="0">
              <a:schemeClr val="bg2"/>
            </a:outerShdw>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7414" name="Rectangle 83">
            <a:extLst>
              <a:ext uri="{FF2B5EF4-FFF2-40B4-BE49-F238E27FC236}">
                <a16:creationId xmlns:a16="http://schemas.microsoft.com/office/drawing/2014/main" id="{5E02DD84-61CA-6D02-DDFC-6B30E34E5341}"/>
              </a:ext>
            </a:extLst>
          </p:cNvPr>
          <p:cNvSpPr>
            <a:spLocks noChangeArrowheads="1"/>
          </p:cNvSpPr>
          <p:nvPr/>
        </p:nvSpPr>
        <p:spPr bwMode="auto">
          <a:xfrm>
            <a:off x="4724400" y="2057400"/>
            <a:ext cx="4038600" cy="3810000"/>
          </a:xfrm>
          <a:prstGeom prst="rect">
            <a:avLst/>
          </a:prstGeom>
          <a:solidFill>
            <a:srgbClr val="FFFFFF"/>
          </a:solidFill>
          <a:ln w="9525">
            <a:solidFill>
              <a:schemeClr val="tx1"/>
            </a:solidFill>
            <a:miter lim="800000"/>
            <a:headEnd/>
            <a:tailEnd/>
          </a:ln>
          <a:effectLst>
            <a:outerShdw dist="107763" dir="2700000" algn="ctr" rotWithShape="0">
              <a:schemeClr val="bg2"/>
            </a:outerShdw>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7415" name="Text Box 84">
            <a:extLst>
              <a:ext uri="{FF2B5EF4-FFF2-40B4-BE49-F238E27FC236}">
                <a16:creationId xmlns:a16="http://schemas.microsoft.com/office/drawing/2014/main" id="{8FF66FFE-D6C6-16D7-71C3-7CC2EF72C5E3}"/>
              </a:ext>
            </a:extLst>
          </p:cNvPr>
          <p:cNvSpPr txBox="1">
            <a:spLocks noChangeArrowheads="1"/>
          </p:cNvSpPr>
          <p:nvPr/>
        </p:nvSpPr>
        <p:spPr bwMode="auto">
          <a:xfrm>
            <a:off x="5527675" y="1524000"/>
            <a:ext cx="2625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lgn="l"/>
            <a:r>
              <a:rPr lang="en-US" altLang="en-US">
                <a:solidFill>
                  <a:srgbClr val="000000"/>
                </a:solidFill>
              </a:rPr>
              <a:t>Switched Network</a:t>
            </a:r>
          </a:p>
        </p:txBody>
      </p:sp>
      <p:sp>
        <p:nvSpPr>
          <p:cNvPr id="17416" name="Rectangle 3">
            <a:extLst>
              <a:ext uri="{FF2B5EF4-FFF2-40B4-BE49-F238E27FC236}">
                <a16:creationId xmlns:a16="http://schemas.microsoft.com/office/drawing/2014/main" id="{865901DB-DD0A-76B0-9F47-742F64B99219}"/>
              </a:ext>
            </a:extLst>
          </p:cNvPr>
          <p:cNvSpPr>
            <a:spLocks noGrp="1" noChangeArrowheads="1"/>
          </p:cNvSpPr>
          <p:nvPr>
            <p:ph type="title"/>
          </p:nvPr>
        </p:nvSpPr>
        <p:spPr/>
        <p:txBody>
          <a:bodyPr/>
          <a:lstStyle/>
          <a:p>
            <a:pPr eaLnBrk="1" hangingPunct="1"/>
            <a:r>
              <a:rPr lang="en-US" altLang="en-US"/>
              <a:t>What are Switched Networks?</a:t>
            </a:r>
          </a:p>
        </p:txBody>
      </p:sp>
      <p:grpSp>
        <p:nvGrpSpPr>
          <p:cNvPr id="17417" name="Group 5">
            <a:extLst>
              <a:ext uri="{FF2B5EF4-FFF2-40B4-BE49-F238E27FC236}">
                <a16:creationId xmlns:a16="http://schemas.microsoft.com/office/drawing/2014/main" id="{60D531E8-F4F3-E736-7778-1DF667F4773D}"/>
              </a:ext>
            </a:extLst>
          </p:cNvPr>
          <p:cNvGrpSpPr>
            <a:grpSpLocks/>
          </p:cNvGrpSpPr>
          <p:nvPr/>
        </p:nvGrpSpPr>
        <p:grpSpPr bwMode="auto">
          <a:xfrm>
            <a:off x="5464175" y="3035300"/>
            <a:ext cx="2328863" cy="1771650"/>
            <a:chOff x="802" y="2536"/>
            <a:chExt cx="1467" cy="1116"/>
          </a:xfrm>
        </p:grpSpPr>
        <p:sp>
          <p:nvSpPr>
            <p:cNvPr id="17445" name="Freeform 6">
              <a:extLst>
                <a:ext uri="{FF2B5EF4-FFF2-40B4-BE49-F238E27FC236}">
                  <a16:creationId xmlns:a16="http://schemas.microsoft.com/office/drawing/2014/main" id="{BD344FFB-A210-BA53-00D1-72AD7ECD1007}"/>
                </a:ext>
              </a:extLst>
            </p:cNvPr>
            <p:cNvSpPr>
              <a:spLocks/>
            </p:cNvSpPr>
            <p:nvPr/>
          </p:nvSpPr>
          <p:spPr bwMode="auto">
            <a:xfrm>
              <a:off x="1632" y="2555"/>
              <a:ext cx="637" cy="533"/>
            </a:xfrm>
            <a:custGeom>
              <a:avLst/>
              <a:gdLst>
                <a:gd name="T0" fmla="*/ 0 w 637"/>
                <a:gd name="T1" fmla="*/ 56 h 533"/>
                <a:gd name="T2" fmla="*/ 5 w 637"/>
                <a:gd name="T3" fmla="*/ 54 h 533"/>
                <a:gd name="T4" fmla="*/ 15 w 637"/>
                <a:gd name="T5" fmla="*/ 45 h 533"/>
                <a:gd name="T6" fmla="*/ 32 w 637"/>
                <a:gd name="T7" fmla="*/ 34 h 533"/>
                <a:gd name="T8" fmla="*/ 53 w 637"/>
                <a:gd name="T9" fmla="*/ 24 h 533"/>
                <a:gd name="T10" fmla="*/ 81 w 637"/>
                <a:gd name="T11" fmla="*/ 13 h 533"/>
                <a:gd name="T12" fmla="*/ 111 w 637"/>
                <a:gd name="T13" fmla="*/ 5 h 533"/>
                <a:gd name="T14" fmla="*/ 145 w 637"/>
                <a:gd name="T15" fmla="*/ 0 h 533"/>
                <a:gd name="T16" fmla="*/ 179 w 637"/>
                <a:gd name="T17" fmla="*/ 3 h 533"/>
                <a:gd name="T18" fmla="*/ 215 w 637"/>
                <a:gd name="T19" fmla="*/ 11 h 533"/>
                <a:gd name="T20" fmla="*/ 251 w 637"/>
                <a:gd name="T21" fmla="*/ 30 h 533"/>
                <a:gd name="T22" fmla="*/ 283 w 637"/>
                <a:gd name="T23" fmla="*/ 54 h 533"/>
                <a:gd name="T24" fmla="*/ 307 w 637"/>
                <a:gd name="T25" fmla="*/ 77 h 533"/>
                <a:gd name="T26" fmla="*/ 326 w 637"/>
                <a:gd name="T27" fmla="*/ 101 h 533"/>
                <a:gd name="T28" fmla="*/ 337 w 637"/>
                <a:gd name="T29" fmla="*/ 122 h 533"/>
                <a:gd name="T30" fmla="*/ 345 w 637"/>
                <a:gd name="T31" fmla="*/ 141 h 533"/>
                <a:gd name="T32" fmla="*/ 349 w 637"/>
                <a:gd name="T33" fmla="*/ 156 h 533"/>
                <a:gd name="T34" fmla="*/ 351 w 637"/>
                <a:gd name="T35" fmla="*/ 171 h 533"/>
                <a:gd name="T36" fmla="*/ 351 w 637"/>
                <a:gd name="T37" fmla="*/ 181 h 533"/>
                <a:gd name="T38" fmla="*/ 349 w 637"/>
                <a:gd name="T39" fmla="*/ 188 h 533"/>
                <a:gd name="T40" fmla="*/ 349 w 637"/>
                <a:gd name="T41" fmla="*/ 190 h 533"/>
                <a:gd name="T42" fmla="*/ 351 w 637"/>
                <a:gd name="T43" fmla="*/ 188 h 533"/>
                <a:gd name="T44" fmla="*/ 358 w 637"/>
                <a:gd name="T45" fmla="*/ 184 h 533"/>
                <a:gd name="T46" fmla="*/ 369 w 637"/>
                <a:gd name="T47" fmla="*/ 177 h 533"/>
                <a:gd name="T48" fmla="*/ 383 w 637"/>
                <a:gd name="T49" fmla="*/ 171 h 533"/>
                <a:gd name="T50" fmla="*/ 400 w 637"/>
                <a:gd name="T51" fmla="*/ 167 h 533"/>
                <a:gd name="T52" fmla="*/ 420 w 637"/>
                <a:gd name="T53" fmla="*/ 162 h 533"/>
                <a:gd name="T54" fmla="*/ 439 w 637"/>
                <a:gd name="T55" fmla="*/ 162 h 533"/>
                <a:gd name="T56" fmla="*/ 462 w 637"/>
                <a:gd name="T57" fmla="*/ 167 h 533"/>
                <a:gd name="T58" fmla="*/ 483 w 637"/>
                <a:gd name="T59" fmla="*/ 175 h 533"/>
                <a:gd name="T60" fmla="*/ 505 w 637"/>
                <a:gd name="T61" fmla="*/ 190 h 533"/>
                <a:gd name="T62" fmla="*/ 524 w 637"/>
                <a:gd name="T63" fmla="*/ 209 h 533"/>
                <a:gd name="T64" fmla="*/ 539 w 637"/>
                <a:gd name="T65" fmla="*/ 230 h 533"/>
                <a:gd name="T66" fmla="*/ 545 w 637"/>
                <a:gd name="T67" fmla="*/ 250 h 533"/>
                <a:gd name="T68" fmla="*/ 549 w 637"/>
                <a:gd name="T69" fmla="*/ 271 h 533"/>
                <a:gd name="T70" fmla="*/ 549 w 637"/>
                <a:gd name="T71" fmla="*/ 288 h 533"/>
                <a:gd name="T72" fmla="*/ 547 w 637"/>
                <a:gd name="T73" fmla="*/ 305 h 533"/>
                <a:gd name="T74" fmla="*/ 543 w 637"/>
                <a:gd name="T75" fmla="*/ 320 h 533"/>
                <a:gd name="T76" fmla="*/ 539 w 637"/>
                <a:gd name="T77" fmla="*/ 331 h 533"/>
                <a:gd name="T78" fmla="*/ 537 w 637"/>
                <a:gd name="T79" fmla="*/ 337 h 533"/>
                <a:gd name="T80" fmla="*/ 535 w 637"/>
                <a:gd name="T81" fmla="*/ 341 h 533"/>
                <a:gd name="T82" fmla="*/ 539 w 637"/>
                <a:gd name="T83" fmla="*/ 341 h 533"/>
                <a:gd name="T84" fmla="*/ 545 w 637"/>
                <a:gd name="T85" fmla="*/ 348 h 533"/>
                <a:gd name="T86" fmla="*/ 558 w 637"/>
                <a:gd name="T87" fmla="*/ 354 h 533"/>
                <a:gd name="T88" fmla="*/ 571 w 637"/>
                <a:gd name="T89" fmla="*/ 367 h 533"/>
                <a:gd name="T90" fmla="*/ 586 w 637"/>
                <a:gd name="T91" fmla="*/ 382 h 533"/>
                <a:gd name="T92" fmla="*/ 601 w 637"/>
                <a:gd name="T93" fmla="*/ 403 h 533"/>
                <a:gd name="T94" fmla="*/ 613 w 637"/>
                <a:gd name="T95" fmla="*/ 426 h 533"/>
                <a:gd name="T96" fmla="*/ 626 w 637"/>
                <a:gd name="T97" fmla="*/ 456 h 533"/>
                <a:gd name="T98" fmla="*/ 632 w 637"/>
                <a:gd name="T99" fmla="*/ 492 h 533"/>
                <a:gd name="T100" fmla="*/ 637 w 637"/>
                <a:gd name="T101" fmla="*/ 533 h 5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637" h="533">
                  <a:moveTo>
                    <a:pt x="0" y="56"/>
                  </a:moveTo>
                  <a:lnTo>
                    <a:pt x="5" y="54"/>
                  </a:lnTo>
                  <a:lnTo>
                    <a:pt x="15" y="45"/>
                  </a:lnTo>
                  <a:lnTo>
                    <a:pt x="32" y="34"/>
                  </a:lnTo>
                  <a:lnTo>
                    <a:pt x="53" y="24"/>
                  </a:lnTo>
                  <a:lnTo>
                    <a:pt x="81" y="13"/>
                  </a:lnTo>
                  <a:lnTo>
                    <a:pt x="111" y="5"/>
                  </a:lnTo>
                  <a:lnTo>
                    <a:pt x="145" y="0"/>
                  </a:lnTo>
                  <a:lnTo>
                    <a:pt x="179" y="3"/>
                  </a:lnTo>
                  <a:lnTo>
                    <a:pt x="215" y="11"/>
                  </a:lnTo>
                  <a:lnTo>
                    <a:pt x="251" y="30"/>
                  </a:lnTo>
                  <a:lnTo>
                    <a:pt x="283" y="54"/>
                  </a:lnTo>
                  <a:lnTo>
                    <a:pt x="307" y="77"/>
                  </a:lnTo>
                  <a:lnTo>
                    <a:pt x="326" y="101"/>
                  </a:lnTo>
                  <a:lnTo>
                    <a:pt x="337" y="122"/>
                  </a:lnTo>
                  <a:lnTo>
                    <a:pt x="345" y="141"/>
                  </a:lnTo>
                  <a:lnTo>
                    <a:pt x="349" y="156"/>
                  </a:lnTo>
                  <a:lnTo>
                    <a:pt x="351" y="171"/>
                  </a:lnTo>
                  <a:lnTo>
                    <a:pt x="351" y="181"/>
                  </a:lnTo>
                  <a:lnTo>
                    <a:pt x="349" y="188"/>
                  </a:lnTo>
                  <a:lnTo>
                    <a:pt x="349" y="190"/>
                  </a:lnTo>
                  <a:lnTo>
                    <a:pt x="351" y="188"/>
                  </a:lnTo>
                  <a:lnTo>
                    <a:pt x="358" y="184"/>
                  </a:lnTo>
                  <a:lnTo>
                    <a:pt x="369" y="177"/>
                  </a:lnTo>
                  <a:lnTo>
                    <a:pt x="383" y="171"/>
                  </a:lnTo>
                  <a:lnTo>
                    <a:pt x="400" y="167"/>
                  </a:lnTo>
                  <a:lnTo>
                    <a:pt x="420" y="162"/>
                  </a:lnTo>
                  <a:lnTo>
                    <a:pt x="439" y="162"/>
                  </a:lnTo>
                  <a:lnTo>
                    <a:pt x="462" y="167"/>
                  </a:lnTo>
                  <a:lnTo>
                    <a:pt x="483" y="175"/>
                  </a:lnTo>
                  <a:lnTo>
                    <a:pt x="505" y="190"/>
                  </a:lnTo>
                  <a:lnTo>
                    <a:pt x="524" y="209"/>
                  </a:lnTo>
                  <a:lnTo>
                    <a:pt x="539" y="230"/>
                  </a:lnTo>
                  <a:lnTo>
                    <a:pt x="545" y="250"/>
                  </a:lnTo>
                  <a:lnTo>
                    <a:pt x="549" y="271"/>
                  </a:lnTo>
                  <a:lnTo>
                    <a:pt x="549" y="288"/>
                  </a:lnTo>
                  <a:lnTo>
                    <a:pt x="547" y="305"/>
                  </a:lnTo>
                  <a:lnTo>
                    <a:pt x="543" y="320"/>
                  </a:lnTo>
                  <a:lnTo>
                    <a:pt x="539" y="331"/>
                  </a:lnTo>
                  <a:lnTo>
                    <a:pt x="537" y="337"/>
                  </a:lnTo>
                  <a:lnTo>
                    <a:pt x="535" y="341"/>
                  </a:lnTo>
                  <a:lnTo>
                    <a:pt x="539" y="341"/>
                  </a:lnTo>
                  <a:lnTo>
                    <a:pt x="545" y="348"/>
                  </a:lnTo>
                  <a:lnTo>
                    <a:pt x="558" y="354"/>
                  </a:lnTo>
                  <a:lnTo>
                    <a:pt x="571" y="367"/>
                  </a:lnTo>
                  <a:lnTo>
                    <a:pt x="586" y="382"/>
                  </a:lnTo>
                  <a:lnTo>
                    <a:pt x="601" y="403"/>
                  </a:lnTo>
                  <a:lnTo>
                    <a:pt x="613" y="426"/>
                  </a:lnTo>
                  <a:lnTo>
                    <a:pt x="626" y="456"/>
                  </a:lnTo>
                  <a:lnTo>
                    <a:pt x="632" y="492"/>
                  </a:lnTo>
                  <a:lnTo>
                    <a:pt x="637" y="533"/>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17446" name="Freeform 7">
              <a:extLst>
                <a:ext uri="{FF2B5EF4-FFF2-40B4-BE49-F238E27FC236}">
                  <a16:creationId xmlns:a16="http://schemas.microsoft.com/office/drawing/2014/main" id="{E8F8057E-B3C9-F2E2-4808-B4EA0B2EB5F7}"/>
                </a:ext>
              </a:extLst>
            </p:cNvPr>
            <p:cNvSpPr>
              <a:spLocks/>
            </p:cNvSpPr>
            <p:nvPr/>
          </p:nvSpPr>
          <p:spPr bwMode="auto">
            <a:xfrm>
              <a:off x="802" y="2536"/>
              <a:ext cx="830" cy="573"/>
            </a:xfrm>
            <a:custGeom>
              <a:avLst/>
              <a:gdLst>
                <a:gd name="T0" fmla="*/ 0 w 830"/>
                <a:gd name="T1" fmla="*/ 550 h 573"/>
                <a:gd name="T2" fmla="*/ 11 w 830"/>
                <a:gd name="T3" fmla="*/ 475 h 573"/>
                <a:gd name="T4" fmla="*/ 34 w 830"/>
                <a:gd name="T5" fmla="*/ 420 h 573"/>
                <a:gd name="T6" fmla="*/ 64 w 830"/>
                <a:gd name="T7" fmla="*/ 384 h 573"/>
                <a:gd name="T8" fmla="*/ 89 w 830"/>
                <a:gd name="T9" fmla="*/ 364 h 573"/>
                <a:gd name="T10" fmla="*/ 100 w 830"/>
                <a:gd name="T11" fmla="*/ 358 h 573"/>
                <a:gd name="T12" fmla="*/ 96 w 830"/>
                <a:gd name="T13" fmla="*/ 347 h 573"/>
                <a:gd name="T14" fmla="*/ 89 w 830"/>
                <a:gd name="T15" fmla="*/ 322 h 573"/>
                <a:gd name="T16" fmla="*/ 87 w 830"/>
                <a:gd name="T17" fmla="*/ 288 h 573"/>
                <a:gd name="T18" fmla="*/ 98 w 830"/>
                <a:gd name="T19" fmla="*/ 247 h 573"/>
                <a:gd name="T20" fmla="*/ 130 w 830"/>
                <a:gd name="T21" fmla="*/ 207 h 573"/>
                <a:gd name="T22" fmla="*/ 175 w 830"/>
                <a:gd name="T23" fmla="*/ 183 h 573"/>
                <a:gd name="T24" fmla="*/ 217 w 830"/>
                <a:gd name="T25" fmla="*/ 179 h 573"/>
                <a:gd name="T26" fmla="*/ 253 w 830"/>
                <a:gd name="T27" fmla="*/ 190 h 573"/>
                <a:gd name="T28" fmla="*/ 277 w 830"/>
                <a:gd name="T29" fmla="*/ 200 h 573"/>
                <a:gd name="T30" fmla="*/ 285 w 830"/>
                <a:gd name="T31" fmla="*/ 207 h 573"/>
                <a:gd name="T32" fmla="*/ 285 w 830"/>
                <a:gd name="T33" fmla="*/ 198 h 573"/>
                <a:gd name="T34" fmla="*/ 285 w 830"/>
                <a:gd name="T35" fmla="*/ 173 h 573"/>
                <a:gd name="T36" fmla="*/ 298 w 830"/>
                <a:gd name="T37" fmla="*/ 139 h 573"/>
                <a:gd name="T38" fmla="*/ 328 w 830"/>
                <a:gd name="T39" fmla="*/ 94 h 573"/>
                <a:gd name="T40" fmla="*/ 383 w 830"/>
                <a:gd name="T41" fmla="*/ 47 h 573"/>
                <a:gd name="T42" fmla="*/ 456 w 830"/>
                <a:gd name="T43" fmla="*/ 19 h 573"/>
                <a:gd name="T44" fmla="*/ 524 w 830"/>
                <a:gd name="T45" fmla="*/ 22 h 573"/>
                <a:gd name="T46" fmla="*/ 581 w 830"/>
                <a:gd name="T47" fmla="*/ 41 h 573"/>
                <a:gd name="T48" fmla="*/ 620 w 830"/>
                <a:gd name="T49" fmla="*/ 64 h 573"/>
                <a:gd name="T50" fmla="*/ 634 w 830"/>
                <a:gd name="T51" fmla="*/ 73 h 573"/>
                <a:gd name="T52" fmla="*/ 637 w 830"/>
                <a:gd name="T53" fmla="*/ 66 h 573"/>
                <a:gd name="T54" fmla="*/ 643 w 830"/>
                <a:gd name="T55" fmla="*/ 47 h 573"/>
                <a:gd name="T56" fmla="*/ 658 w 830"/>
                <a:gd name="T57" fmla="*/ 26 h 573"/>
                <a:gd name="T58" fmla="*/ 685 w 830"/>
                <a:gd name="T59" fmla="*/ 7 h 573"/>
                <a:gd name="T60" fmla="*/ 732 w 830"/>
                <a:gd name="T61" fmla="*/ 0 h 573"/>
                <a:gd name="T62" fmla="*/ 779 w 830"/>
                <a:gd name="T63" fmla="*/ 7 h 573"/>
                <a:gd name="T64" fmla="*/ 807 w 830"/>
                <a:gd name="T65" fmla="*/ 26 h 573"/>
                <a:gd name="T66" fmla="*/ 824 w 830"/>
                <a:gd name="T67" fmla="*/ 47 h 573"/>
                <a:gd name="T68" fmla="*/ 828 w 830"/>
                <a:gd name="T69" fmla="*/ 66 h 573"/>
                <a:gd name="T70" fmla="*/ 830 w 830"/>
                <a:gd name="T71" fmla="*/ 73 h 57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30" h="573">
                  <a:moveTo>
                    <a:pt x="2" y="573"/>
                  </a:moveTo>
                  <a:lnTo>
                    <a:pt x="0" y="550"/>
                  </a:lnTo>
                  <a:lnTo>
                    <a:pt x="2" y="509"/>
                  </a:lnTo>
                  <a:lnTo>
                    <a:pt x="11" y="475"/>
                  </a:lnTo>
                  <a:lnTo>
                    <a:pt x="21" y="445"/>
                  </a:lnTo>
                  <a:lnTo>
                    <a:pt x="34" y="420"/>
                  </a:lnTo>
                  <a:lnTo>
                    <a:pt x="49" y="399"/>
                  </a:lnTo>
                  <a:lnTo>
                    <a:pt x="64" y="384"/>
                  </a:lnTo>
                  <a:lnTo>
                    <a:pt x="79" y="371"/>
                  </a:lnTo>
                  <a:lnTo>
                    <a:pt x="89" y="364"/>
                  </a:lnTo>
                  <a:lnTo>
                    <a:pt x="98" y="358"/>
                  </a:lnTo>
                  <a:lnTo>
                    <a:pt x="100" y="358"/>
                  </a:lnTo>
                  <a:lnTo>
                    <a:pt x="98" y="356"/>
                  </a:lnTo>
                  <a:lnTo>
                    <a:pt x="96" y="347"/>
                  </a:lnTo>
                  <a:lnTo>
                    <a:pt x="92" y="337"/>
                  </a:lnTo>
                  <a:lnTo>
                    <a:pt x="89" y="322"/>
                  </a:lnTo>
                  <a:lnTo>
                    <a:pt x="87" y="307"/>
                  </a:lnTo>
                  <a:lnTo>
                    <a:pt x="87" y="288"/>
                  </a:lnTo>
                  <a:lnTo>
                    <a:pt x="89" y="266"/>
                  </a:lnTo>
                  <a:lnTo>
                    <a:pt x="98" y="247"/>
                  </a:lnTo>
                  <a:lnTo>
                    <a:pt x="111" y="226"/>
                  </a:lnTo>
                  <a:lnTo>
                    <a:pt x="130" y="207"/>
                  </a:lnTo>
                  <a:lnTo>
                    <a:pt x="151" y="192"/>
                  </a:lnTo>
                  <a:lnTo>
                    <a:pt x="175" y="183"/>
                  </a:lnTo>
                  <a:lnTo>
                    <a:pt x="196" y="179"/>
                  </a:lnTo>
                  <a:lnTo>
                    <a:pt x="217" y="179"/>
                  </a:lnTo>
                  <a:lnTo>
                    <a:pt x="236" y="183"/>
                  </a:lnTo>
                  <a:lnTo>
                    <a:pt x="253" y="190"/>
                  </a:lnTo>
                  <a:lnTo>
                    <a:pt x="266" y="194"/>
                  </a:lnTo>
                  <a:lnTo>
                    <a:pt x="277" y="200"/>
                  </a:lnTo>
                  <a:lnTo>
                    <a:pt x="283" y="205"/>
                  </a:lnTo>
                  <a:lnTo>
                    <a:pt x="285" y="207"/>
                  </a:lnTo>
                  <a:lnTo>
                    <a:pt x="285" y="205"/>
                  </a:lnTo>
                  <a:lnTo>
                    <a:pt x="285" y="198"/>
                  </a:lnTo>
                  <a:lnTo>
                    <a:pt x="285" y="188"/>
                  </a:lnTo>
                  <a:lnTo>
                    <a:pt x="285" y="173"/>
                  </a:lnTo>
                  <a:lnTo>
                    <a:pt x="290" y="158"/>
                  </a:lnTo>
                  <a:lnTo>
                    <a:pt x="298" y="139"/>
                  </a:lnTo>
                  <a:lnTo>
                    <a:pt x="311" y="117"/>
                  </a:lnTo>
                  <a:lnTo>
                    <a:pt x="328" y="94"/>
                  </a:lnTo>
                  <a:lnTo>
                    <a:pt x="351" y="71"/>
                  </a:lnTo>
                  <a:lnTo>
                    <a:pt x="383" y="47"/>
                  </a:lnTo>
                  <a:lnTo>
                    <a:pt x="419" y="28"/>
                  </a:lnTo>
                  <a:lnTo>
                    <a:pt x="456" y="19"/>
                  </a:lnTo>
                  <a:lnTo>
                    <a:pt x="492" y="17"/>
                  </a:lnTo>
                  <a:lnTo>
                    <a:pt x="524" y="22"/>
                  </a:lnTo>
                  <a:lnTo>
                    <a:pt x="556" y="30"/>
                  </a:lnTo>
                  <a:lnTo>
                    <a:pt x="581" y="41"/>
                  </a:lnTo>
                  <a:lnTo>
                    <a:pt x="605" y="53"/>
                  </a:lnTo>
                  <a:lnTo>
                    <a:pt x="620" y="64"/>
                  </a:lnTo>
                  <a:lnTo>
                    <a:pt x="632" y="71"/>
                  </a:lnTo>
                  <a:lnTo>
                    <a:pt x="634" y="73"/>
                  </a:lnTo>
                  <a:lnTo>
                    <a:pt x="634" y="71"/>
                  </a:lnTo>
                  <a:lnTo>
                    <a:pt x="637" y="66"/>
                  </a:lnTo>
                  <a:lnTo>
                    <a:pt x="639" y="58"/>
                  </a:lnTo>
                  <a:lnTo>
                    <a:pt x="643" y="47"/>
                  </a:lnTo>
                  <a:lnTo>
                    <a:pt x="649" y="36"/>
                  </a:lnTo>
                  <a:lnTo>
                    <a:pt x="658" y="26"/>
                  </a:lnTo>
                  <a:lnTo>
                    <a:pt x="671" y="15"/>
                  </a:lnTo>
                  <a:lnTo>
                    <a:pt x="685" y="7"/>
                  </a:lnTo>
                  <a:lnTo>
                    <a:pt x="707" y="2"/>
                  </a:lnTo>
                  <a:lnTo>
                    <a:pt x="732" y="0"/>
                  </a:lnTo>
                  <a:lnTo>
                    <a:pt x="758" y="2"/>
                  </a:lnTo>
                  <a:lnTo>
                    <a:pt x="779" y="7"/>
                  </a:lnTo>
                  <a:lnTo>
                    <a:pt x="796" y="15"/>
                  </a:lnTo>
                  <a:lnTo>
                    <a:pt x="807" y="26"/>
                  </a:lnTo>
                  <a:lnTo>
                    <a:pt x="817" y="36"/>
                  </a:lnTo>
                  <a:lnTo>
                    <a:pt x="824" y="47"/>
                  </a:lnTo>
                  <a:lnTo>
                    <a:pt x="826" y="58"/>
                  </a:lnTo>
                  <a:lnTo>
                    <a:pt x="828" y="66"/>
                  </a:lnTo>
                  <a:lnTo>
                    <a:pt x="830" y="71"/>
                  </a:lnTo>
                  <a:lnTo>
                    <a:pt x="830" y="73"/>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17447" name="Freeform 8">
              <a:extLst>
                <a:ext uri="{FF2B5EF4-FFF2-40B4-BE49-F238E27FC236}">
                  <a16:creationId xmlns:a16="http://schemas.microsoft.com/office/drawing/2014/main" id="{B8C83079-62DC-CB6E-5E14-30417F823BF1}"/>
                </a:ext>
              </a:extLst>
            </p:cNvPr>
            <p:cNvSpPr>
              <a:spLocks/>
            </p:cNvSpPr>
            <p:nvPr/>
          </p:nvSpPr>
          <p:spPr bwMode="auto">
            <a:xfrm>
              <a:off x="804" y="3107"/>
              <a:ext cx="639" cy="526"/>
            </a:xfrm>
            <a:custGeom>
              <a:avLst/>
              <a:gdLst>
                <a:gd name="T0" fmla="*/ 639 w 639"/>
                <a:gd name="T1" fmla="*/ 469 h 526"/>
                <a:gd name="T2" fmla="*/ 637 w 639"/>
                <a:gd name="T3" fmla="*/ 473 h 526"/>
                <a:gd name="T4" fmla="*/ 626 w 639"/>
                <a:gd name="T5" fmla="*/ 479 h 526"/>
                <a:gd name="T6" fmla="*/ 609 w 639"/>
                <a:gd name="T7" fmla="*/ 490 h 526"/>
                <a:gd name="T8" fmla="*/ 588 w 639"/>
                <a:gd name="T9" fmla="*/ 503 h 526"/>
                <a:gd name="T10" fmla="*/ 560 w 639"/>
                <a:gd name="T11" fmla="*/ 513 h 526"/>
                <a:gd name="T12" fmla="*/ 530 w 639"/>
                <a:gd name="T13" fmla="*/ 522 h 526"/>
                <a:gd name="T14" fmla="*/ 496 w 639"/>
                <a:gd name="T15" fmla="*/ 526 h 526"/>
                <a:gd name="T16" fmla="*/ 462 w 639"/>
                <a:gd name="T17" fmla="*/ 524 h 526"/>
                <a:gd name="T18" fmla="*/ 426 w 639"/>
                <a:gd name="T19" fmla="*/ 515 h 526"/>
                <a:gd name="T20" fmla="*/ 390 w 639"/>
                <a:gd name="T21" fmla="*/ 496 h 526"/>
                <a:gd name="T22" fmla="*/ 358 w 639"/>
                <a:gd name="T23" fmla="*/ 471 h 526"/>
                <a:gd name="T24" fmla="*/ 332 w 639"/>
                <a:gd name="T25" fmla="*/ 447 h 526"/>
                <a:gd name="T26" fmla="*/ 315 w 639"/>
                <a:gd name="T27" fmla="*/ 426 h 526"/>
                <a:gd name="T28" fmla="*/ 302 w 639"/>
                <a:gd name="T29" fmla="*/ 405 h 526"/>
                <a:gd name="T30" fmla="*/ 296 w 639"/>
                <a:gd name="T31" fmla="*/ 385 h 526"/>
                <a:gd name="T32" fmla="*/ 292 w 639"/>
                <a:gd name="T33" fmla="*/ 368 h 526"/>
                <a:gd name="T34" fmla="*/ 290 w 639"/>
                <a:gd name="T35" fmla="*/ 356 h 526"/>
                <a:gd name="T36" fmla="*/ 290 w 639"/>
                <a:gd name="T37" fmla="*/ 345 h 526"/>
                <a:gd name="T38" fmla="*/ 292 w 639"/>
                <a:gd name="T39" fmla="*/ 339 h 526"/>
                <a:gd name="T40" fmla="*/ 292 w 639"/>
                <a:gd name="T41" fmla="*/ 337 h 526"/>
                <a:gd name="T42" fmla="*/ 290 w 639"/>
                <a:gd name="T43" fmla="*/ 337 h 526"/>
                <a:gd name="T44" fmla="*/ 283 w 639"/>
                <a:gd name="T45" fmla="*/ 341 h 526"/>
                <a:gd name="T46" fmla="*/ 273 w 639"/>
                <a:gd name="T47" fmla="*/ 347 h 526"/>
                <a:gd name="T48" fmla="*/ 258 w 639"/>
                <a:gd name="T49" fmla="*/ 354 h 526"/>
                <a:gd name="T50" fmla="*/ 241 w 639"/>
                <a:gd name="T51" fmla="*/ 360 h 526"/>
                <a:gd name="T52" fmla="*/ 222 w 639"/>
                <a:gd name="T53" fmla="*/ 362 h 526"/>
                <a:gd name="T54" fmla="*/ 202 w 639"/>
                <a:gd name="T55" fmla="*/ 364 h 526"/>
                <a:gd name="T56" fmla="*/ 179 w 639"/>
                <a:gd name="T57" fmla="*/ 360 h 526"/>
                <a:gd name="T58" fmla="*/ 158 w 639"/>
                <a:gd name="T59" fmla="*/ 351 h 526"/>
                <a:gd name="T60" fmla="*/ 134 w 639"/>
                <a:gd name="T61" fmla="*/ 337 h 526"/>
                <a:gd name="T62" fmla="*/ 115 w 639"/>
                <a:gd name="T63" fmla="*/ 315 h 526"/>
                <a:gd name="T64" fmla="*/ 102 w 639"/>
                <a:gd name="T65" fmla="*/ 296 h 526"/>
                <a:gd name="T66" fmla="*/ 96 w 639"/>
                <a:gd name="T67" fmla="*/ 275 h 526"/>
                <a:gd name="T68" fmla="*/ 92 w 639"/>
                <a:gd name="T69" fmla="*/ 256 h 526"/>
                <a:gd name="T70" fmla="*/ 92 w 639"/>
                <a:gd name="T71" fmla="*/ 236 h 526"/>
                <a:gd name="T72" fmla="*/ 94 w 639"/>
                <a:gd name="T73" fmla="*/ 219 h 526"/>
                <a:gd name="T74" fmla="*/ 98 w 639"/>
                <a:gd name="T75" fmla="*/ 207 h 526"/>
                <a:gd name="T76" fmla="*/ 100 w 639"/>
                <a:gd name="T77" fmla="*/ 194 h 526"/>
                <a:gd name="T78" fmla="*/ 104 w 639"/>
                <a:gd name="T79" fmla="*/ 187 h 526"/>
                <a:gd name="T80" fmla="*/ 104 w 639"/>
                <a:gd name="T81" fmla="*/ 185 h 526"/>
                <a:gd name="T82" fmla="*/ 102 w 639"/>
                <a:gd name="T83" fmla="*/ 183 h 526"/>
                <a:gd name="T84" fmla="*/ 94 w 639"/>
                <a:gd name="T85" fmla="*/ 179 h 526"/>
                <a:gd name="T86" fmla="*/ 83 w 639"/>
                <a:gd name="T87" fmla="*/ 173 h 526"/>
                <a:gd name="T88" fmla="*/ 68 w 639"/>
                <a:gd name="T89" fmla="*/ 162 h 526"/>
                <a:gd name="T90" fmla="*/ 53 w 639"/>
                <a:gd name="T91" fmla="*/ 147 h 526"/>
                <a:gd name="T92" fmla="*/ 36 w 639"/>
                <a:gd name="T93" fmla="*/ 128 h 526"/>
                <a:gd name="T94" fmla="*/ 24 w 639"/>
                <a:gd name="T95" fmla="*/ 104 h 526"/>
                <a:gd name="T96" fmla="*/ 11 w 639"/>
                <a:gd name="T97" fmla="*/ 75 h 526"/>
                <a:gd name="T98" fmla="*/ 2 w 639"/>
                <a:gd name="T99" fmla="*/ 40 h 526"/>
                <a:gd name="T100" fmla="*/ 0 w 639"/>
                <a:gd name="T101" fmla="*/ 0 h 52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639" h="526">
                  <a:moveTo>
                    <a:pt x="639" y="469"/>
                  </a:moveTo>
                  <a:lnTo>
                    <a:pt x="637" y="473"/>
                  </a:lnTo>
                  <a:lnTo>
                    <a:pt x="626" y="479"/>
                  </a:lnTo>
                  <a:lnTo>
                    <a:pt x="609" y="490"/>
                  </a:lnTo>
                  <a:lnTo>
                    <a:pt x="588" y="503"/>
                  </a:lnTo>
                  <a:lnTo>
                    <a:pt x="560" y="513"/>
                  </a:lnTo>
                  <a:lnTo>
                    <a:pt x="530" y="522"/>
                  </a:lnTo>
                  <a:lnTo>
                    <a:pt x="496" y="526"/>
                  </a:lnTo>
                  <a:lnTo>
                    <a:pt x="462" y="524"/>
                  </a:lnTo>
                  <a:lnTo>
                    <a:pt x="426" y="515"/>
                  </a:lnTo>
                  <a:lnTo>
                    <a:pt x="390" y="496"/>
                  </a:lnTo>
                  <a:lnTo>
                    <a:pt x="358" y="471"/>
                  </a:lnTo>
                  <a:lnTo>
                    <a:pt x="332" y="447"/>
                  </a:lnTo>
                  <a:lnTo>
                    <a:pt x="315" y="426"/>
                  </a:lnTo>
                  <a:lnTo>
                    <a:pt x="302" y="405"/>
                  </a:lnTo>
                  <a:lnTo>
                    <a:pt x="296" y="385"/>
                  </a:lnTo>
                  <a:lnTo>
                    <a:pt x="292" y="368"/>
                  </a:lnTo>
                  <a:lnTo>
                    <a:pt x="290" y="356"/>
                  </a:lnTo>
                  <a:lnTo>
                    <a:pt x="290" y="345"/>
                  </a:lnTo>
                  <a:lnTo>
                    <a:pt x="292" y="339"/>
                  </a:lnTo>
                  <a:lnTo>
                    <a:pt x="292" y="337"/>
                  </a:lnTo>
                  <a:lnTo>
                    <a:pt x="290" y="337"/>
                  </a:lnTo>
                  <a:lnTo>
                    <a:pt x="283" y="341"/>
                  </a:lnTo>
                  <a:lnTo>
                    <a:pt x="273" y="347"/>
                  </a:lnTo>
                  <a:lnTo>
                    <a:pt x="258" y="354"/>
                  </a:lnTo>
                  <a:lnTo>
                    <a:pt x="241" y="360"/>
                  </a:lnTo>
                  <a:lnTo>
                    <a:pt x="222" y="362"/>
                  </a:lnTo>
                  <a:lnTo>
                    <a:pt x="202" y="364"/>
                  </a:lnTo>
                  <a:lnTo>
                    <a:pt x="179" y="360"/>
                  </a:lnTo>
                  <a:lnTo>
                    <a:pt x="158" y="351"/>
                  </a:lnTo>
                  <a:lnTo>
                    <a:pt x="134" y="337"/>
                  </a:lnTo>
                  <a:lnTo>
                    <a:pt x="115" y="315"/>
                  </a:lnTo>
                  <a:lnTo>
                    <a:pt x="102" y="296"/>
                  </a:lnTo>
                  <a:lnTo>
                    <a:pt x="96" y="275"/>
                  </a:lnTo>
                  <a:lnTo>
                    <a:pt x="92" y="256"/>
                  </a:lnTo>
                  <a:lnTo>
                    <a:pt x="92" y="236"/>
                  </a:lnTo>
                  <a:lnTo>
                    <a:pt x="94" y="219"/>
                  </a:lnTo>
                  <a:lnTo>
                    <a:pt x="98" y="207"/>
                  </a:lnTo>
                  <a:lnTo>
                    <a:pt x="100" y="194"/>
                  </a:lnTo>
                  <a:lnTo>
                    <a:pt x="104" y="187"/>
                  </a:lnTo>
                  <a:lnTo>
                    <a:pt x="104" y="185"/>
                  </a:lnTo>
                  <a:lnTo>
                    <a:pt x="102" y="183"/>
                  </a:lnTo>
                  <a:lnTo>
                    <a:pt x="94" y="179"/>
                  </a:lnTo>
                  <a:lnTo>
                    <a:pt x="83" y="173"/>
                  </a:lnTo>
                  <a:lnTo>
                    <a:pt x="68" y="162"/>
                  </a:lnTo>
                  <a:lnTo>
                    <a:pt x="53" y="147"/>
                  </a:lnTo>
                  <a:lnTo>
                    <a:pt x="36" y="128"/>
                  </a:lnTo>
                  <a:lnTo>
                    <a:pt x="24" y="104"/>
                  </a:lnTo>
                  <a:lnTo>
                    <a:pt x="11" y="75"/>
                  </a:lnTo>
                  <a:lnTo>
                    <a:pt x="2" y="40"/>
                  </a:lnTo>
                  <a:lnTo>
                    <a:pt x="0" y="0"/>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17448" name="Freeform 9">
              <a:extLst>
                <a:ext uri="{FF2B5EF4-FFF2-40B4-BE49-F238E27FC236}">
                  <a16:creationId xmlns:a16="http://schemas.microsoft.com/office/drawing/2014/main" id="{902F9454-FAA2-3B32-A0DF-F172D3599C6A}"/>
                </a:ext>
              </a:extLst>
            </p:cNvPr>
            <p:cNvSpPr>
              <a:spLocks/>
            </p:cNvSpPr>
            <p:nvPr/>
          </p:nvSpPr>
          <p:spPr bwMode="auto">
            <a:xfrm>
              <a:off x="1445" y="3088"/>
              <a:ext cx="824" cy="564"/>
            </a:xfrm>
            <a:custGeom>
              <a:avLst/>
              <a:gdLst>
                <a:gd name="T0" fmla="*/ 822 w 824"/>
                <a:gd name="T1" fmla="*/ 42 h 564"/>
                <a:gd name="T2" fmla="*/ 802 w 824"/>
                <a:gd name="T3" fmla="*/ 108 h 564"/>
                <a:gd name="T4" fmla="*/ 777 w 824"/>
                <a:gd name="T5" fmla="*/ 157 h 564"/>
                <a:gd name="T6" fmla="*/ 749 w 824"/>
                <a:gd name="T7" fmla="*/ 189 h 564"/>
                <a:gd name="T8" fmla="*/ 732 w 824"/>
                <a:gd name="T9" fmla="*/ 204 h 564"/>
                <a:gd name="T10" fmla="*/ 730 w 824"/>
                <a:gd name="T11" fmla="*/ 209 h 564"/>
                <a:gd name="T12" fmla="*/ 739 w 824"/>
                <a:gd name="T13" fmla="*/ 226 h 564"/>
                <a:gd name="T14" fmla="*/ 743 w 824"/>
                <a:gd name="T15" fmla="*/ 258 h 564"/>
                <a:gd name="T16" fmla="*/ 741 w 824"/>
                <a:gd name="T17" fmla="*/ 296 h 564"/>
                <a:gd name="T18" fmla="*/ 719 w 824"/>
                <a:gd name="T19" fmla="*/ 336 h 564"/>
                <a:gd name="T20" fmla="*/ 677 w 824"/>
                <a:gd name="T21" fmla="*/ 373 h 564"/>
                <a:gd name="T22" fmla="*/ 634 w 824"/>
                <a:gd name="T23" fmla="*/ 383 h 564"/>
                <a:gd name="T24" fmla="*/ 594 w 824"/>
                <a:gd name="T25" fmla="*/ 379 h 564"/>
                <a:gd name="T26" fmla="*/ 564 w 824"/>
                <a:gd name="T27" fmla="*/ 368 h 564"/>
                <a:gd name="T28" fmla="*/ 545 w 824"/>
                <a:gd name="T29" fmla="*/ 358 h 564"/>
                <a:gd name="T30" fmla="*/ 545 w 824"/>
                <a:gd name="T31" fmla="*/ 360 h 564"/>
                <a:gd name="T32" fmla="*/ 545 w 824"/>
                <a:gd name="T33" fmla="*/ 377 h 564"/>
                <a:gd name="T34" fmla="*/ 541 w 824"/>
                <a:gd name="T35" fmla="*/ 407 h 564"/>
                <a:gd name="T36" fmla="*/ 519 w 824"/>
                <a:gd name="T37" fmla="*/ 447 h 564"/>
                <a:gd name="T38" fmla="*/ 477 w 824"/>
                <a:gd name="T39" fmla="*/ 492 h 564"/>
                <a:gd name="T40" fmla="*/ 409 w 824"/>
                <a:gd name="T41" fmla="*/ 534 h 564"/>
                <a:gd name="T42" fmla="*/ 338 w 824"/>
                <a:gd name="T43" fmla="*/ 547 h 564"/>
                <a:gd name="T44" fmla="*/ 275 w 824"/>
                <a:gd name="T45" fmla="*/ 534 h 564"/>
                <a:gd name="T46" fmla="*/ 226 w 824"/>
                <a:gd name="T47" fmla="*/ 511 h 564"/>
                <a:gd name="T48" fmla="*/ 198 w 824"/>
                <a:gd name="T49" fmla="*/ 492 h 564"/>
                <a:gd name="T50" fmla="*/ 194 w 824"/>
                <a:gd name="T51" fmla="*/ 492 h 564"/>
                <a:gd name="T52" fmla="*/ 192 w 824"/>
                <a:gd name="T53" fmla="*/ 507 h 564"/>
                <a:gd name="T54" fmla="*/ 181 w 824"/>
                <a:gd name="T55" fmla="*/ 526 h 564"/>
                <a:gd name="T56" fmla="*/ 160 w 824"/>
                <a:gd name="T57" fmla="*/ 547 h 564"/>
                <a:gd name="T58" fmla="*/ 123 w 824"/>
                <a:gd name="T59" fmla="*/ 562 h 564"/>
                <a:gd name="T60" fmla="*/ 72 w 824"/>
                <a:gd name="T61" fmla="*/ 562 h 564"/>
                <a:gd name="T62" fmla="*/ 34 w 824"/>
                <a:gd name="T63" fmla="*/ 547 h 564"/>
                <a:gd name="T64" fmla="*/ 13 w 824"/>
                <a:gd name="T65" fmla="*/ 526 h 564"/>
                <a:gd name="T66" fmla="*/ 2 w 824"/>
                <a:gd name="T67" fmla="*/ 507 h 564"/>
                <a:gd name="T68" fmla="*/ 0 w 824"/>
                <a:gd name="T69" fmla="*/ 492 h 56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824" h="564">
                  <a:moveTo>
                    <a:pt x="824" y="0"/>
                  </a:moveTo>
                  <a:lnTo>
                    <a:pt x="822" y="42"/>
                  </a:lnTo>
                  <a:lnTo>
                    <a:pt x="813" y="79"/>
                  </a:lnTo>
                  <a:lnTo>
                    <a:pt x="802" y="108"/>
                  </a:lnTo>
                  <a:lnTo>
                    <a:pt x="790" y="136"/>
                  </a:lnTo>
                  <a:lnTo>
                    <a:pt x="777" y="157"/>
                  </a:lnTo>
                  <a:lnTo>
                    <a:pt x="762" y="177"/>
                  </a:lnTo>
                  <a:lnTo>
                    <a:pt x="749" y="189"/>
                  </a:lnTo>
                  <a:lnTo>
                    <a:pt x="739" y="198"/>
                  </a:lnTo>
                  <a:lnTo>
                    <a:pt x="732" y="204"/>
                  </a:lnTo>
                  <a:lnTo>
                    <a:pt x="730" y="206"/>
                  </a:lnTo>
                  <a:lnTo>
                    <a:pt x="730" y="209"/>
                  </a:lnTo>
                  <a:lnTo>
                    <a:pt x="734" y="215"/>
                  </a:lnTo>
                  <a:lnTo>
                    <a:pt x="739" y="226"/>
                  </a:lnTo>
                  <a:lnTo>
                    <a:pt x="741" y="241"/>
                  </a:lnTo>
                  <a:lnTo>
                    <a:pt x="743" y="258"/>
                  </a:lnTo>
                  <a:lnTo>
                    <a:pt x="743" y="277"/>
                  </a:lnTo>
                  <a:lnTo>
                    <a:pt x="741" y="296"/>
                  </a:lnTo>
                  <a:lnTo>
                    <a:pt x="732" y="317"/>
                  </a:lnTo>
                  <a:lnTo>
                    <a:pt x="719" y="336"/>
                  </a:lnTo>
                  <a:lnTo>
                    <a:pt x="700" y="358"/>
                  </a:lnTo>
                  <a:lnTo>
                    <a:pt x="677" y="373"/>
                  </a:lnTo>
                  <a:lnTo>
                    <a:pt x="656" y="381"/>
                  </a:lnTo>
                  <a:lnTo>
                    <a:pt x="634" y="383"/>
                  </a:lnTo>
                  <a:lnTo>
                    <a:pt x="613" y="383"/>
                  </a:lnTo>
                  <a:lnTo>
                    <a:pt x="594" y="379"/>
                  </a:lnTo>
                  <a:lnTo>
                    <a:pt x="577" y="375"/>
                  </a:lnTo>
                  <a:lnTo>
                    <a:pt x="564" y="368"/>
                  </a:lnTo>
                  <a:lnTo>
                    <a:pt x="553" y="362"/>
                  </a:lnTo>
                  <a:lnTo>
                    <a:pt x="545" y="358"/>
                  </a:lnTo>
                  <a:lnTo>
                    <a:pt x="543" y="358"/>
                  </a:lnTo>
                  <a:lnTo>
                    <a:pt x="545" y="360"/>
                  </a:lnTo>
                  <a:lnTo>
                    <a:pt x="545" y="366"/>
                  </a:lnTo>
                  <a:lnTo>
                    <a:pt x="545" y="377"/>
                  </a:lnTo>
                  <a:lnTo>
                    <a:pt x="543" y="390"/>
                  </a:lnTo>
                  <a:lnTo>
                    <a:pt x="541" y="407"/>
                  </a:lnTo>
                  <a:lnTo>
                    <a:pt x="532" y="426"/>
                  </a:lnTo>
                  <a:lnTo>
                    <a:pt x="519" y="447"/>
                  </a:lnTo>
                  <a:lnTo>
                    <a:pt x="502" y="468"/>
                  </a:lnTo>
                  <a:lnTo>
                    <a:pt x="477" y="492"/>
                  </a:lnTo>
                  <a:lnTo>
                    <a:pt x="447" y="517"/>
                  </a:lnTo>
                  <a:lnTo>
                    <a:pt x="409" y="534"/>
                  </a:lnTo>
                  <a:lnTo>
                    <a:pt x="375" y="545"/>
                  </a:lnTo>
                  <a:lnTo>
                    <a:pt x="338" y="547"/>
                  </a:lnTo>
                  <a:lnTo>
                    <a:pt x="306" y="543"/>
                  </a:lnTo>
                  <a:lnTo>
                    <a:pt x="275" y="534"/>
                  </a:lnTo>
                  <a:lnTo>
                    <a:pt x="249" y="522"/>
                  </a:lnTo>
                  <a:lnTo>
                    <a:pt x="226" y="511"/>
                  </a:lnTo>
                  <a:lnTo>
                    <a:pt x="209" y="500"/>
                  </a:lnTo>
                  <a:lnTo>
                    <a:pt x="198" y="492"/>
                  </a:lnTo>
                  <a:lnTo>
                    <a:pt x="194" y="490"/>
                  </a:lnTo>
                  <a:lnTo>
                    <a:pt x="194" y="492"/>
                  </a:lnTo>
                  <a:lnTo>
                    <a:pt x="194" y="498"/>
                  </a:lnTo>
                  <a:lnTo>
                    <a:pt x="192" y="507"/>
                  </a:lnTo>
                  <a:lnTo>
                    <a:pt x="187" y="515"/>
                  </a:lnTo>
                  <a:lnTo>
                    <a:pt x="181" y="526"/>
                  </a:lnTo>
                  <a:lnTo>
                    <a:pt x="172" y="539"/>
                  </a:lnTo>
                  <a:lnTo>
                    <a:pt x="160" y="547"/>
                  </a:lnTo>
                  <a:lnTo>
                    <a:pt x="143" y="556"/>
                  </a:lnTo>
                  <a:lnTo>
                    <a:pt x="123" y="562"/>
                  </a:lnTo>
                  <a:lnTo>
                    <a:pt x="98" y="564"/>
                  </a:lnTo>
                  <a:lnTo>
                    <a:pt x="72" y="562"/>
                  </a:lnTo>
                  <a:lnTo>
                    <a:pt x="51" y="556"/>
                  </a:lnTo>
                  <a:lnTo>
                    <a:pt x="34" y="547"/>
                  </a:lnTo>
                  <a:lnTo>
                    <a:pt x="21" y="539"/>
                  </a:lnTo>
                  <a:lnTo>
                    <a:pt x="13" y="526"/>
                  </a:lnTo>
                  <a:lnTo>
                    <a:pt x="6" y="515"/>
                  </a:lnTo>
                  <a:lnTo>
                    <a:pt x="2" y="507"/>
                  </a:lnTo>
                  <a:lnTo>
                    <a:pt x="0" y="498"/>
                  </a:lnTo>
                  <a:lnTo>
                    <a:pt x="0" y="492"/>
                  </a:lnTo>
                  <a:lnTo>
                    <a:pt x="0" y="490"/>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grpSp>
      <p:sp>
        <p:nvSpPr>
          <p:cNvPr id="17418" name="Freeform 10">
            <a:extLst>
              <a:ext uri="{FF2B5EF4-FFF2-40B4-BE49-F238E27FC236}">
                <a16:creationId xmlns:a16="http://schemas.microsoft.com/office/drawing/2014/main" id="{ED149864-4631-0BFE-6F5F-5C8FAF86EB66}"/>
              </a:ext>
            </a:extLst>
          </p:cNvPr>
          <p:cNvSpPr>
            <a:spLocks/>
          </p:cNvSpPr>
          <p:nvPr/>
        </p:nvSpPr>
        <p:spPr bwMode="auto">
          <a:xfrm>
            <a:off x="6505575" y="2514600"/>
            <a:ext cx="266700" cy="268288"/>
          </a:xfrm>
          <a:custGeom>
            <a:avLst/>
            <a:gdLst>
              <a:gd name="T0" fmla="*/ 266700 w 168"/>
              <a:gd name="T1" fmla="*/ 268288 h 169"/>
              <a:gd name="T2" fmla="*/ 266700 w 168"/>
              <a:gd name="T3" fmla="*/ 0 h 169"/>
              <a:gd name="T4" fmla="*/ 0 w 168"/>
              <a:gd name="T5" fmla="*/ 0 h 169"/>
              <a:gd name="T6" fmla="*/ 0 w 168"/>
              <a:gd name="T7" fmla="*/ 268288 h 169"/>
              <a:gd name="T8" fmla="*/ 266700 w 168"/>
              <a:gd name="T9" fmla="*/ 268288 h 169"/>
              <a:gd name="T10" fmla="*/ 266700 w 168"/>
              <a:gd name="T11" fmla="*/ 268288 h 1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 h="169">
                <a:moveTo>
                  <a:pt x="168" y="169"/>
                </a:moveTo>
                <a:lnTo>
                  <a:pt x="168" y="0"/>
                </a:lnTo>
                <a:lnTo>
                  <a:pt x="0" y="0"/>
                </a:lnTo>
                <a:lnTo>
                  <a:pt x="0" y="169"/>
                </a:lnTo>
                <a:lnTo>
                  <a:pt x="168" y="169"/>
                </a:lnTo>
              </a:path>
            </a:pathLst>
          </a:custGeom>
          <a:solidFill>
            <a:schemeClr val="folHlink"/>
          </a:solidFill>
          <a:ln w="6350">
            <a:solidFill>
              <a:srgbClr val="000000"/>
            </a:solidFill>
            <a:prstDash val="solid"/>
            <a:round/>
            <a:headEnd/>
            <a:tailEnd/>
          </a:ln>
        </p:spPr>
        <p:txBody>
          <a:bodyPr/>
          <a:lstStyle/>
          <a:p>
            <a:endParaRPr lang="en-US"/>
          </a:p>
        </p:txBody>
      </p:sp>
      <p:sp>
        <p:nvSpPr>
          <p:cNvPr id="17419" name="Freeform 11">
            <a:extLst>
              <a:ext uri="{FF2B5EF4-FFF2-40B4-BE49-F238E27FC236}">
                <a16:creationId xmlns:a16="http://schemas.microsoft.com/office/drawing/2014/main" id="{FD9631A9-23D3-1B2D-72CF-B3CCCA8A6F06}"/>
              </a:ext>
            </a:extLst>
          </p:cNvPr>
          <p:cNvSpPr>
            <a:spLocks/>
          </p:cNvSpPr>
          <p:nvPr/>
        </p:nvSpPr>
        <p:spPr bwMode="auto">
          <a:xfrm>
            <a:off x="6505575" y="3221038"/>
            <a:ext cx="266700" cy="268287"/>
          </a:xfrm>
          <a:custGeom>
            <a:avLst/>
            <a:gdLst>
              <a:gd name="T0" fmla="*/ 266700 w 168"/>
              <a:gd name="T1" fmla="*/ 263525 h 169"/>
              <a:gd name="T2" fmla="*/ 266700 w 168"/>
              <a:gd name="T3" fmla="*/ 0 h 169"/>
              <a:gd name="T4" fmla="*/ 0 w 168"/>
              <a:gd name="T5" fmla="*/ 0 h 169"/>
              <a:gd name="T6" fmla="*/ 0 w 168"/>
              <a:gd name="T7" fmla="*/ 268287 h 169"/>
              <a:gd name="T8" fmla="*/ 266700 w 168"/>
              <a:gd name="T9" fmla="*/ 268287 h 169"/>
              <a:gd name="T10" fmla="*/ 266700 w 168"/>
              <a:gd name="T11" fmla="*/ 268287 h 1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 h="169">
                <a:moveTo>
                  <a:pt x="168" y="166"/>
                </a:moveTo>
                <a:lnTo>
                  <a:pt x="168" y="0"/>
                </a:lnTo>
                <a:lnTo>
                  <a:pt x="0" y="0"/>
                </a:lnTo>
                <a:lnTo>
                  <a:pt x="0" y="169"/>
                </a:lnTo>
                <a:lnTo>
                  <a:pt x="168" y="169"/>
                </a:lnTo>
              </a:path>
            </a:pathLst>
          </a:custGeom>
          <a:solidFill>
            <a:schemeClr val="tx1"/>
          </a:solidFill>
          <a:ln w="6350">
            <a:solidFill>
              <a:srgbClr val="000000"/>
            </a:solidFill>
            <a:prstDash val="solid"/>
            <a:round/>
            <a:headEnd/>
            <a:tailEnd/>
          </a:ln>
        </p:spPr>
        <p:txBody>
          <a:bodyPr/>
          <a:lstStyle/>
          <a:p>
            <a:endParaRPr lang="en-US"/>
          </a:p>
        </p:txBody>
      </p:sp>
      <p:sp>
        <p:nvSpPr>
          <p:cNvPr id="17420" name="Freeform 12">
            <a:extLst>
              <a:ext uri="{FF2B5EF4-FFF2-40B4-BE49-F238E27FC236}">
                <a16:creationId xmlns:a16="http://schemas.microsoft.com/office/drawing/2014/main" id="{054FD127-051F-ABAA-BB14-42C4DFAEF67E}"/>
              </a:ext>
            </a:extLst>
          </p:cNvPr>
          <p:cNvSpPr>
            <a:spLocks/>
          </p:cNvSpPr>
          <p:nvPr/>
        </p:nvSpPr>
        <p:spPr bwMode="auto">
          <a:xfrm>
            <a:off x="7026275" y="2514600"/>
            <a:ext cx="266700" cy="268288"/>
          </a:xfrm>
          <a:custGeom>
            <a:avLst/>
            <a:gdLst>
              <a:gd name="T0" fmla="*/ 266700 w 168"/>
              <a:gd name="T1" fmla="*/ 268288 h 169"/>
              <a:gd name="T2" fmla="*/ 266700 w 168"/>
              <a:gd name="T3" fmla="*/ 0 h 169"/>
              <a:gd name="T4" fmla="*/ 0 w 168"/>
              <a:gd name="T5" fmla="*/ 0 h 169"/>
              <a:gd name="T6" fmla="*/ 0 w 168"/>
              <a:gd name="T7" fmla="*/ 268288 h 169"/>
              <a:gd name="T8" fmla="*/ 266700 w 168"/>
              <a:gd name="T9" fmla="*/ 268288 h 169"/>
              <a:gd name="T10" fmla="*/ 266700 w 168"/>
              <a:gd name="T11" fmla="*/ 268288 h 1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 h="169">
                <a:moveTo>
                  <a:pt x="168" y="169"/>
                </a:moveTo>
                <a:lnTo>
                  <a:pt x="168" y="0"/>
                </a:lnTo>
                <a:lnTo>
                  <a:pt x="0" y="0"/>
                </a:lnTo>
                <a:lnTo>
                  <a:pt x="0" y="169"/>
                </a:lnTo>
                <a:lnTo>
                  <a:pt x="168" y="169"/>
                </a:lnTo>
              </a:path>
            </a:pathLst>
          </a:custGeom>
          <a:solidFill>
            <a:schemeClr val="folHlink"/>
          </a:solidFill>
          <a:ln w="6350">
            <a:solidFill>
              <a:srgbClr val="000000"/>
            </a:solidFill>
            <a:prstDash val="solid"/>
            <a:round/>
            <a:headEnd/>
            <a:tailEnd/>
          </a:ln>
        </p:spPr>
        <p:txBody>
          <a:bodyPr/>
          <a:lstStyle/>
          <a:p>
            <a:endParaRPr lang="en-US"/>
          </a:p>
        </p:txBody>
      </p:sp>
      <p:sp>
        <p:nvSpPr>
          <p:cNvPr id="17421" name="Freeform 13">
            <a:extLst>
              <a:ext uri="{FF2B5EF4-FFF2-40B4-BE49-F238E27FC236}">
                <a16:creationId xmlns:a16="http://schemas.microsoft.com/office/drawing/2014/main" id="{C3126C70-0104-23F6-FFAB-E016DE6EAC03}"/>
              </a:ext>
            </a:extLst>
          </p:cNvPr>
          <p:cNvSpPr>
            <a:spLocks/>
          </p:cNvSpPr>
          <p:nvPr/>
        </p:nvSpPr>
        <p:spPr bwMode="auto">
          <a:xfrm>
            <a:off x="6505575" y="4348163"/>
            <a:ext cx="266700" cy="266700"/>
          </a:xfrm>
          <a:custGeom>
            <a:avLst/>
            <a:gdLst>
              <a:gd name="T0" fmla="*/ 266700 w 168"/>
              <a:gd name="T1" fmla="*/ 266700 h 168"/>
              <a:gd name="T2" fmla="*/ 266700 w 168"/>
              <a:gd name="T3" fmla="*/ 0 h 168"/>
              <a:gd name="T4" fmla="*/ 0 w 168"/>
              <a:gd name="T5" fmla="*/ 0 h 168"/>
              <a:gd name="T6" fmla="*/ 0 w 168"/>
              <a:gd name="T7" fmla="*/ 266700 h 168"/>
              <a:gd name="T8" fmla="*/ 266700 w 168"/>
              <a:gd name="T9" fmla="*/ 266700 h 168"/>
              <a:gd name="T10" fmla="*/ 266700 w 168"/>
              <a:gd name="T11" fmla="*/ 266700 h 1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 h="168">
                <a:moveTo>
                  <a:pt x="168" y="168"/>
                </a:moveTo>
                <a:lnTo>
                  <a:pt x="168" y="0"/>
                </a:lnTo>
                <a:lnTo>
                  <a:pt x="0" y="0"/>
                </a:lnTo>
                <a:lnTo>
                  <a:pt x="0" y="168"/>
                </a:lnTo>
                <a:lnTo>
                  <a:pt x="168" y="168"/>
                </a:lnTo>
              </a:path>
            </a:pathLst>
          </a:custGeom>
          <a:solidFill>
            <a:schemeClr val="tx1"/>
          </a:solidFill>
          <a:ln w="6350">
            <a:solidFill>
              <a:srgbClr val="000000"/>
            </a:solidFill>
            <a:prstDash val="solid"/>
            <a:round/>
            <a:headEnd/>
            <a:tailEnd/>
          </a:ln>
        </p:spPr>
        <p:txBody>
          <a:bodyPr/>
          <a:lstStyle/>
          <a:p>
            <a:endParaRPr lang="en-US"/>
          </a:p>
        </p:txBody>
      </p:sp>
      <p:sp>
        <p:nvSpPr>
          <p:cNvPr id="17422" name="Freeform 14">
            <a:extLst>
              <a:ext uri="{FF2B5EF4-FFF2-40B4-BE49-F238E27FC236}">
                <a16:creationId xmlns:a16="http://schemas.microsoft.com/office/drawing/2014/main" id="{832CA08C-A949-A743-B455-9F526AAC4722}"/>
              </a:ext>
            </a:extLst>
          </p:cNvPr>
          <p:cNvSpPr>
            <a:spLocks/>
          </p:cNvSpPr>
          <p:nvPr/>
        </p:nvSpPr>
        <p:spPr bwMode="auto">
          <a:xfrm>
            <a:off x="5984875" y="2514600"/>
            <a:ext cx="266700" cy="268288"/>
          </a:xfrm>
          <a:custGeom>
            <a:avLst/>
            <a:gdLst>
              <a:gd name="T0" fmla="*/ 266700 w 168"/>
              <a:gd name="T1" fmla="*/ 268288 h 169"/>
              <a:gd name="T2" fmla="*/ 266700 w 168"/>
              <a:gd name="T3" fmla="*/ 0 h 169"/>
              <a:gd name="T4" fmla="*/ 0 w 168"/>
              <a:gd name="T5" fmla="*/ 0 h 169"/>
              <a:gd name="T6" fmla="*/ 0 w 168"/>
              <a:gd name="T7" fmla="*/ 268288 h 169"/>
              <a:gd name="T8" fmla="*/ 266700 w 168"/>
              <a:gd name="T9" fmla="*/ 268288 h 169"/>
              <a:gd name="T10" fmla="*/ 266700 w 168"/>
              <a:gd name="T11" fmla="*/ 268288 h 1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 h="169">
                <a:moveTo>
                  <a:pt x="168" y="169"/>
                </a:moveTo>
                <a:lnTo>
                  <a:pt x="168" y="0"/>
                </a:lnTo>
                <a:lnTo>
                  <a:pt x="0" y="0"/>
                </a:lnTo>
                <a:lnTo>
                  <a:pt x="0" y="169"/>
                </a:lnTo>
                <a:lnTo>
                  <a:pt x="168" y="169"/>
                </a:lnTo>
              </a:path>
            </a:pathLst>
          </a:custGeom>
          <a:solidFill>
            <a:schemeClr val="folHlink"/>
          </a:solidFill>
          <a:ln w="6350">
            <a:solidFill>
              <a:srgbClr val="000000"/>
            </a:solidFill>
            <a:prstDash val="solid"/>
            <a:round/>
            <a:headEnd/>
            <a:tailEnd/>
          </a:ln>
        </p:spPr>
        <p:txBody>
          <a:bodyPr/>
          <a:lstStyle/>
          <a:p>
            <a:endParaRPr lang="en-US"/>
          </a:p>
        </p:txBody>
      </p:sp>
      <p:sp>
        <p:nvSpPr>
          <p:cNvPr id="17423" name="Freeform 15">
            <a:extLst>
              <a:ext uri="{FF2B5EF4-FFF2-40B4-BE49-F238E27FC236}">
                <a16:creationId xmlns:a16="http://schemas.microsoft.com/office/drawing/2014/main" id="{D9BCC875-DA70-BA54-5408-E67DCA6E0531}"/>
              </a:ext>
            </a:extLst>
          </p:cNvPr>
          <p:cNvSpPr>
            <a:spLocks/>
          </p:cNvSpPr>
          <p:nvPr/>
        </p:nvSpPr>
        <p:spPr bwMode="auto">
          <a:xfrm>
            <a:off x="6505575" y="3783013"/>
            <a:ext cx="266700" cy="266700"/>
          </a:xfrm>
          <a:custGeom>
            <a:avLst/>
            <a:gdLst>
              <a:gd name="T0" fmla="*/ 266700 w 168"/>
              <a:gd name="T1" fmla="*/ 266700 h 168"/>
              <a:gd name="T2" fmla="*/ 266700 w 168"/>
              <a:gd name="T3" fmla="*/ 0 h 168"/>
              <a:gd name="T4" fmla="*/ 0 w 168"/>
              <a:gd name="T5" fmla="*/ 0 h 168"/>
              <a:gd name="T6" fmla="*/ 0 w 168"/>
              <a:gd name="T7" fmla="*/ 266700 h 168"/>
              <a:gd name="T8" fmla="*/ 266700 w 168"/>
              <a:gd name="T9" fmla="*/ 266700 h 168"/>
              <a:gd name="T10" fmla="*/ 266700 w 168"/>
              <a:gd name="T11" fmla="*/ 266700 h 1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 h="168">
                <a:moveTo>
                  <a:pt x="168" y="168"/>
                </a:moveTo>
                <a:lnTo>
                  <a:pt x="168" y="0"/>
                </a:lnTo>
                <a:lnTo>
                  <a:pt x="0" y="0"/>
                </a:lnTo>
                <a:lnTo>
                  <a:pt x="0" y="168"/>
                </a:lnTo>
                <a:lnTo>
                  <a:pt x="168" y="168"/>
                </a:lnTo>
              </a:path>
            </a:pathLst>
          </a:custGeom>
          <a:solidFill>
            <a:schemeClr val="tx1"/>
          </a:solidFill>
          <a:ln w="6350">
            <a:solidFill>
              <a:srgbClr val="000000"/>
            </a:solidFill>
            <a:prstDash val="solid"/>
            <a:round/>
            <a:headEnd/>
            <a:tailEnd/>
          </a:ln>
        </p:spPr>
        <p:txBody>
          <a:bodyPr/>
          <a:lstStyle/>
          <a:p>
            <a:endParaRPr lang="en-US"/>
          </a:p>
        </p:txBody>
      </p:sp>
      <p:sp>
        <p:nvSpPr>
          <p:cNvPr id="17424" name="Freeform 16">
            <a:extLst>
              <a:ext uri="{FF2B5EF4-FFF2-40B4-BE49-F238E27FC236}">
                <a16:creationId xmlns:a16="http://schemas.microsoft.com/office/drawing/2014/main" id="{0F3445A0-33D6-A393-8075-B6AC24AB8408}"/>
              </a:ext>
            </a:extLst>
          </p:cNvPr>
          <p:cNvSpPr>
            <a:spLocks/>
          </p:cNvSpPr>
          <p:nvPr/>
        </p:nvSpPr>
        <p:spPr bwMode="auto">
          <a:xfrm>
            <a:off x="6778625" y="4986338"/>
            <a:ext cx="266700" cy="266700"/>
          </a:xfrm>
          <a:custGeom>
            <a:avLst/>
            <a:gdLst>
              <a:gd name="T0" fmla="*/ 266700 w 168"/>
              <a:gd name="T1" fmla="*/ 266700 h 168"/>
              <a:gd name="T2" fmla="*/ 266700 w 168"/>
              <a:gd name="T3" fmla="*/ 0 h 168"/>
              <a:gd name="T4" fmla="*/ 0 w 168"/>
              <a:gd name="T5" fmla="*/ 0 h 168"/>
              <a:gd name="T6" fmla="*/ 0 w 168"/>
              <a:gd name="T7" fmla="*/ 266700 h 168"/>
              <a:gd name="T8" fmla="*/ 266700 w 168"/>
              <a:gd name="T9" fmla="*/ 266700 h 168"/>
              <a:gd name="T10" fmla="*/ 266700 w 168"/>
              <a:gd name="T11" fmla="*/ 266700 h 1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 h="168">
                <a:moveTo>
                  <a:pt x="168" y="168"/>
                </a:moveTo>
                <a:lnTo>
                  <a:pt x="168" y="0"/>
                </a:lnTo>
                <a:lnTo>
                  <a:pt x="0" y="0"/>
                </a:lnTo>
                <a:lnTo>
                  <a:pt x="0" y="168"/>
                </a:lnTo>
                <a:lnTo>
                  <a:pt x="168" y="168"/>
                </a:lnTo>
              </a:path>
            </a:pathLst>
          </a:custGeom>
          <a:solidFill>
            <a:schemeClr val="folHlink"/>
          </a:solidFill>
          <a:ln w="6350">
            <a:solidFill>
              <a:srgbClr val="000000"/>
            </a:solidFill>
            <a:prstDash val="solid"/>
            <a:round/>
            <a:headEnd/>
            <a:tailEnd/>
          </a:ln>
        </p:spPr>
        <p:txBody>
          <a:bodyPr/>
          <a:lstStyle/>
          <a:p>
            <a:endParaRPr lang="en-US"/>
          </a:p>
        </p:txBody>
      </p:sp>
      <p:sp>
        <p:nvSpPr>
          <p:cNvPr id="17425" name="Freeform 17">
            <a:extLst>
              <a:ext uri="{FF2B5EF4-FFF2-40B4-BE49-F238E27FC236}">
                <a16:creationId xmlns:a16="http://schemas.microsoft.com/office/drawing/2014/main" id="{30A1563F-3A1F-C6AA-E2F2-B05944167879}"/>
              </a:ext>
            </a:extLst>
          </p:cNvPr>
          <p:cNvSpPr>
            <a:spLocks/>
          </p:cNvSpPr>
          <p:nvPr/>
        </p:nvSpPr>
        <p:spPr bwMode="auto">
          <a:xfrm>
            <a:off x="6284913" y="4986338"/>
            <a:ext cx="271462" cy="266700"/>
          </a:xfrm>
          <a:custGeom>
            <a:avLst/>
            <a:gdLst>
              <a:gd name="T0" fmla="*/ 266700 w 171"/>
              <a:gd name="T1" fmla="*/ 266700 h 168"/>
              <a:gd name="T2" fmla="*/ 271462 w 171"/>
              <a:gd name="T3" fmla="*/ 0 h 168"/>
              <a:gd name="T4" fmla="*/ 0 w 171"/>
              <a:gd name="T5" fmla="*/ 0 h 168"/>
              <a:gd name="T6" fmla="*/ 0 w 171"/>
              <a:gd name="T7" fmla="*/ 266700 h 168"/>
              <a:gd name="T8" fmla="*/ 271462 w 171"/>
              <a:gd name="T9" fmla="*/ 266700 h 168"/>
              <a:gd name="T10" fmla="*/ 271462 w 171"/>
              <a:gd name="T11" fmla="*/ 266700 h 1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1" h="168">
                <a:moveTo>
                  <a:pt x="168" y="168"/>
                </a:moveTo>
                <a:lnTo>
                  <a:pt x="171" y="0"/>
                </a:lnTo>
                <a:lnTo>
                  <a:pt x="0" y="0"/>
                </a:lnTo>
                <a:lnTo>
                  <a:pt x="0" y="168"/>
                </a:lnTo>
                <a:lnTo>
                  <a:pt x="171" y="168"/>
                </a:lnTo>
              </a:path>
            </a:pathLst>
          </a:custGeom>
          <a:solidFill>
            <a:schemeClr val="folHlink"/>
          </a:solidFill>
          <a:ln w="6350">
            <a:solidFill>
              <a:srgbClr val="000000"/>
            </a:solidFill>
            <a:prstDash val="solid"/>
            <a:round/>
            <a:headEnd/>
            <a:tailEnd/>
          </a:ln>
        </p:spPr>
        <p:txBody>
          <a:bodyPr/>
          <a:lstStyle/>
          <a:p>
            <a:endParaRPr lang="en-US"/>
          </a:p>
        </p:txBody>
      </p:sp>
      <p:sp>
        <p:nvSpPr>
          <p:cNvPr id="17426" name="Freeform 18">
            <a:extLst>
              <a:ext uri="{FF2B5EF4-FFF2-40B4-BE49-F238E27FC236}">
                <a16:creationId xmlns:a16="http://schemas.microsoft.com/office/drawing/2014/main" id="{52DE1A15-7159-698A-5EBB-D602081522F5}"/>
              </a:ext>
            </a:extLst>
          </p:cNvPr>
          <p:cNvSpPr>
            <a:spLocks/>
          </p:cNvSpPr>
          <p:nvPr/>
        </p:nvSpPr>
        <p:spPr bwMode="auto">
          <a:xfrm>
            <a:off x="5105400" y="4043363"/>
            <a:ext cx="268288" cy="269875"/>
          </a:xfrm>
          <a:custGeom>
            <a:avLst/>
            <a:gdLst>
              <a:gd name="T0" fmla="*/ 0 w 169"/>
              <a:gd name="T1" fmla="*/ 266700 h 170"/>
              <a:gd name="T2" fmla="*/ 268288 w 169"/>
              <a:gd name="T3" fmla="*/ 269875 h 170"/>
              <a:gd name="T4" fmla="*/ 268288 w 169"/>
              <a:gd name="T5" fmla="*/ 0 h 170"/>
              <a:gd name="T6" fmla="*/ 0 w 169"/>
              <a:gd name="T7" fmla="*/ 0 h 170"/>
              <a:gd name="T8" fmla="*/ 0 w 169"/>
              <a:gd name="T9" fmla="*/ 269875 h 170"/>
              <a:gd name="T10" fmla="*/ 0 w 169"/>
              <a:gd name="T11" fmla="*/ 269875 h 1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9" h="170">
                <a:moveTo>
                  <a:pt x="0" y="168"/>
                </a:moveTo>
                <a:lnTo>
                  <a:pt x="169" y="170"/>
                </a:lnTo>
                <a:lnTo>
                  <a:pt x="169" y="0"/>
                </a:lnTo>
                <a:lnTo>
                  <a:pt x="0" y="0"/>
                </a:lnTo>
                <a:lnTo>
                  <a:pt x="0" y="170"/>
                </a:lnTo>
              </a:path>
            </a:pathLst>
          </a:custGeom>
          <a:solidFill>
            <a:schemeClr val="folHlink"/>
          </a:solidFill>
          <a:ln w="6350">
            <a:solidFill>
              <a:srgbClr val="000000"/>
            </a:solidFill>
            <a:prstDash val="solid"/>
            <a:round/>
            <a:headEnd/>
            <a:tailEnd/>
          </a:ln>
        </p:spPr>
        <p:txBody>
          <a:bodyPr/>
          <a:lstStyle/>
          <a:p>
            <a:endParaRPr lang="en-US"/>
          </a:p>
        </p:txBody>
      </p:sp>
      <p:sp>
        <p:nvSpPr>
          <p:cNvPr id="17427" name="Freeform 19">
            <a:extLst>
              <a:ext uri="{FF2B5EF4-FFF2-40B4-BE49-F238E27FC236}">
                <a16:creationId xmlns:a16="http://schemas.microsoft.com/office/drawing/2014/main" id="{8B89CBA4-22B2-6AE1-7F35-6CAC3D8D0C7C}"/>
              </a:ext>
            </a:extLst>
          </p:cNvPr>
          <p:cNvSpPr>
            <a:spLocks/>
          </p:cNvSpPr>
          <p:nvPr/>
        </p:nvSpPr>
        <p:spPr bwMode="auto">
          <a:xfrm>
            <a:off x="5105400" y="3522663"/>
            <a:ext cx="268288" cy="266700"/>
          </a:xfrm>
          <a:custGeom>
            <a:avLst/>
            <a:gdLst>
              <a:gd name="T0" fmla="*/ 0 w 169"/>
              <a:gd name="T1" fmla="*/ 266700 h 168"/>
              <a:gd name="T2" fmla="*/ 268288 w 169"/>
              <a:gd name="T3" fmla="*/ 266700 h 168"/>
              <a:gd name="T4" fmla="*/ 268288 w 169"/>
              <a:gd name="T5" fmla="*/ 0 h 168"/>
              <a:gd name="T6" fmla="*/ 0 w 169"/>
              <a:gd name="T7" fmla="*/ 0 h 168"/>
              <a:gd name="T8" fmla="*/ 0 w 169"/>
              <a:gd name="T9" fmla="*/ 266700 h 168"/>
              <a:gd name="T10" fmla="*/ 0 w 169"/>
              <a:gd name="T11" fmla="*/ 266700 h 1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9" h="168">
                <a:moveTo>
                  <a:pt x="0" y="168"/>
                </a:moveTo>
                <a:lnTo>
                  <a:pt x="169" y="168"/>
                </a:lnTo>
                <a:lnTo>
                  <a:pt x="169" y="0"/>
                </a:lnTo>
                <a:lnTo>
                  <a:pt x="0" y="0"/>
                </a:lnTo>
                <a:lnTo>
                  <a:pt x="0" y="168"/>
                </a:lnTo>
              </a:path>
            </a:pathLst>
          </a:custGeom>
          <a:solidFill>
            <a:schemeClr val="folHlink"/>
          </a:solidFill>
          <a:ln w="6350">
            <a:solidFill>
              <a:srgbClr val="000000"/>
            </a:solidFill>
            <a:prstDash val="solid"/>
            <a:round/>
            <a:headEnd/>
            <a:tailEnd/>
          </a:ln>
        </p:spPr>
        <p:txBody>
          <a:bodyPr/>
          <a:lstStyle/>
          <a:p>
            <a:endParaRPr lang="en-US"/>
          </a:p>
        </p:txBody>
      </p:sp>
      <p:sp>
        <p:nvSpPr>
          <p:cNvPr id="17428" name="Freeform 20">
            <a:extLst>
              <a:ext uri="{FF2B5EF4-FFF2-40B4-BE49-F238E27FC236}">
                <a16:creationId xmlns:a16="http://schemas.microsoft.com/office/drawing/2014/main" id="{3C1101B6-D771-B3D0-4A47-16ED68CADC11}"/>
              </a:ext>
            </a:extLst>
          </p:cNvPr>
          <p:cNvSpPr>
            <a:spLocks/>
          </p:cNvSpPr>
          <p:nvPr/>
        </p:nvSpPr>
        <p:spPr bwMode="auto">
          <a:xfrm>
            <a:off x="5745163" y="3783013"/>
            <a:ext cx="266700" cy="266700"/>
          </a:xfrm>
          <a:custGeom>
            <a:avLst/>
            <a:gdLst>
              <a:gd name="T0" fmla="*/ 266700 w 168"/>
              <a:gd name="T1" fmla="*/ 266700 h 168"/>
              <a:gd name="T2" fmla="*/ 266700 w 168"/>
              <a:gd name="T3" fmla="*/ 0 h 168"/>
              <a:gd name="T4" fmla="*/ 0 w 168"/>
              <a:gd name="T5" fmla="*/ 0 h 168"/>
              <a:gd name="T6" fmla="*/ 0 w 168"/>
              <a:gd name="T7" fmla="*/ 266700 h 168"/>
              <a:gd name="T8" fmla="*/ 266700 w 168"/>
              <a:gd name="T9" fmla="*/ 266700 h 168"/>
              <a:gd name="T10" fmla="*/ 266700 w 168"/>
              <a:gd name="T11" fmla="*/ 266700 h 1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 h="168">
                <a:moveTo>
                  <a:pt x="168" y="168"/>
                </a:moveTo>
                <a:lnTo>
                  <a:pt x="168" y="0"/>
                </a:lnTo>
                <a:lnTo>
                  <a:pt x="0" y="0"/>
                </a:lnTo>
                <a:lnTo>
                  <a:pt x="0" y="168"/>
                </a:lnTo>
                <a:lnTo>
                  <a:pt x="168" y="168"/>
                </a:lnTo>
              </a:path>
            </a:pathLst>
          </a:custGeom>
          <a:solidFill>
            <a:schemeClr val="tx1"/>
          </a:solidFill>
          <a:ln w="6350">
            <a:solidFill>
              <a:srgbClr val="000000"/>
            </a:solidFill>
            <a:prstDash val="solid"/>
            <a:round/>
            <a:headEnd/>
            <a:tailEnd/>
          </a:ln>
        </p:spPr>
        <p:txBody>
          <a:bodyPr/>
          <a:lstStyle/>
          <a:p>
            <a:endParaRPr lang="en-US"/>
          </a:p>
        </p:txBody>
      </p:sp>
      <p:sp>
        <p:nvSpPr>
          <p:cNvPr id="17429" name="Freeform 21">
            <a:extLst>
              <a:ext uri="{FF2B5EF4-FFF2-40B4-BE49-F238E27FC236}">
                <a16:creationId xmlns:a16="http://schemas.microsoft.com/office/drawing/2014/main" id="{5E5FC753-E4DD-ABA3-3AF9-6CE0279C2C25}"/>
              </a:ext>
            </a:extLst>
          </p:cNvPr>
          <p:cNvSpPr>
            <a:spLocks/>
          </p:cNvSpPr>
          <p:nvPr/>
        </p:nvSpPr>
        <p:spPr bwMode="auto">
          <a:xfrm>
            <a:off x="7289800" y="3783013"/>
            <a:ext cx="266700" cy="266700"/>
          </a:xfrm>
          <a:custGeom>
            <a:avLst/>
            <a:gdLst>
              <a:gd name="T0" fmla="*/ 266700 w 168"/>
              <a:gd name="T1" fmla="*/ 266700 h 168"/>
              <a:gd name="T2" fmla="*/ 266700 w 168"/>
              <a:gd name="T3" fmla="*/ 0 h 168"/>
              <a:gd name="T4" fmla="*/ 0 w 168"/>
              <a:gd name="T5" fmla="*/ 0 h 168"/>
              <a:gd name="T6" fmla="*/ 0 w 168"/>
              <a:gd name="T7" fmla="*/ 266700 h 168"/>
              <a:gd name="T8" fmla="*/ 266700 w 168"/>
              <a:gd name="T9" fmla="*/ 266700 h 168"/>
              <a:gd name="T10" fmla="*/ 266700 w 168"/>
              <a:gd name="T11" fmla="*/ 266700 h 1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 h="168">
                <a:moveTo>
                  <a:pt x="168" y="168"/>
                </a:moveTo>
                <a:lnTo>
                  <a:pt x="168" y="0"/>
                </a:lnTo>
                <a:lnTo>
                  <a:pt x="0" y="0"/>
                </a:lnTo>
                <a:lnTo>
                  <a:pt x="0" y="168"/>
                </a:lnTo>
                <a:lnTo>
                  <a:pt x="168" y="168"/>
                </a:lnTo>
              </a:path>
            </a:pathLst>
          </a:custGeom>
          <a:solidFill>
            <a:schemeClr val="tx1"/>
          </a:solidFill>
          <a:ln w="6350">
            <a:solidFill>
              <a:srgbClr val="000000"/>
            </a:solidFill>
            <a:prstDash val="solid"/>
            <a:round/>
            <a:headEnd/>
            <a:tailEnd/>
          </a:ln>
        </p:spPr>
        <p:txBody>
          <a:bodyPr/>
          <a:lstStyle/>
          <a:p>
            <a:endParaRPr lang="en-US"/>
          </a:p>
        </p:txBody>
      </p:sp>
      <p:sp>
        <p:nvSpPr>
          <p:cNvPr id="17430" name="Line 22">
            <a:extLst>
              <a:ext uri="{FF2B5EF4-FFF2-40B4-BE49-F238E27FC236}">
                <a16:creationId xmlns:a16="http://schemas.microsoft.com/office/drawing/2014/main" id="{BE49A7EC-51CB-55B6-9C9E-D31043EE0F1D}"/>
              </a:ext>
            </a:extLst>
          </p:cNvPr>
          <p:cNvSpPr>
            <a:spLocks noChangeShapeType="1"/>
          </p:cNvSpPr>
          <p:nvPr/>
        </p:nvSpPr>
        <p:spPr bwMode="auto">
          <a:xfrm>
            <a:off x="6116638" y="2782888"/>
            <a:ext cx="431800" cy="43815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1" name="Line 23">
            <a:extLst>
              <a:ext uri="{FF2B5EF4-FFF2-40B4-BE49-F238E27FC236}">
                <a16:creationId xmlns:a16="http://schemas.microsoft.com/office/drawing/2014/main" id="{B68309DD-63D7-6357-7996-B5B3D8F68975}"/>
              </a:ext>
            </a:extLst>
          </p:cNvPr>
          <p:cNvSpPr>
            <a:spLocks noChangeShapeType="1"/>
          </p:cNvSpPr>
          <p:nvPr/>
        </p:nvSpPr>
        <p:spPr bwMode="auto">
          <a:xfrm>
            <a:off x="6629400" y="2782888"/>
            <a:ext cx="4763" cy="43497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2" name="Line 24">
            <a:extLst>
              <a:ext uri="{FF2B5EF4-FFF2-40B4-BE49-F238E27FC236}">
                <a16:creationId xmlns:a16="http://schemas.microsoft.com/office/drawing/2014/main" id="{67C9A723-BFF1-9B75-617D-2AE5A6C4D15B}"/>
              </a:ext>
            </a:extLst>
          </p:cNvPr>
          <p:cNvSpPr>
            <a:spLocks noChangeShapeType="1"/>
          </p:cNvSpPr>
          <p:nvPr/>
        </p:nvSpPr>
        <p:spPr bwMode="auto">
          <a:xfrm flipH="1">
            <a:off x="6727825" y="2782888"/>
            <a:ext cx="430213" cy="43815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3" name="Line 25">
            <a:extLst>
              <a:ext uri="{FF2B5EF4-FFF2-40B4-BE49-F238E27FC236}">
                <a16:creationId xmlns:a16="http://schemas.microsoft.com/office/drawing/2014/main" id="{0514FE98-9859-BF36-006B-F39B545E2C6C}"/>
              </a:ext>
            </a:extLst>
          </p:cNvPr>
          <p:cNvSpPr>
            <a:spLocks noChangeShapeType="1"/>
          </p:cNvSpPr>
          <p:nvPr/>
        </p:nvSpPr>
        <p:spPr bwMode="auto">
          <a:xfrm flipH="1">
            <a:off x="6011863" y="3352800"/>
            <a:ext cx="493712" cy="4937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4" name="Line 26">
            <a:extLst>
              <a:ext uri="{FF2B5EF4-FFF2-40B4-BE49-F238E27FC236}">
                <a16:creationId xmlns:a16="http://schemas.microsoft.com/office/drawing/2014/main" id="{70DBA8B8-7C31-0673-92C9-704E06981BE3}"/>
              </a:ext>
            </a:extLst>
          </p:cNvPr>
          <p:cNvSpPr>
            <a:spLocks noChangeShapeType="1"/>
          </p:cNvSpPr>
          <p:nvPr/>
        </p:nvSpPr>
        <p:spPr bwMode="auto">
          <a:xfrm>
            <a:off x="6011863" y="3914775"/>
            <a:ext cx="493712" cy="317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5" name="Line 27">
            <a:extLst>
              <a:ext uri="{FF2B5EF4-FFF2-40B4-BE49-F238E27FC236}">
                <a16:creationId xmlns:a16="http://schemas.microsoft.com/office/drawing/2014/main" id="{4AD27181-B953-20FF-C742-01B830AE71BA}"/>
              </a:ext>
            </a:extLst>
          </p:cNvPr>
          <p:cNvSpPr>
            <a:spLocks noChangeShapeType="1"/>
          </p:cNvSpPr>
          <p:nvPr/>
        </p:nvSpPr>
        <p:spPr bwMode="auto">
          <a:xfrm>
            <a:off x="6772275" y="3914775"/>
            <a:ext cx="512763" cy="317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6" name="Line 28">
            <a:extLst>
              <a:ext uri="{FF2B5EF4-FFF2-40B4-BE49-F238E27FC236}">
                <a16:creationId xmlns:a16="http://schemas.microsoft.com/office/drawing/2014/main" id="{6526060C-7ACA-1152-1E89-6FCE1BF09F13}"/>
              </a:ext>
            </a:extLst>
          </p:cNvPr>
          <p:cNvSpPr>
            <a:spLocks noChangeShapeType="1"/>
          </p:cNvSpPr>
          <p:nvPr/>
        </p:nvSpPr>
        <p:spPr bwMode="auto">
          <a:xfrm flipH="1">
            <a:off x="6775450" y="3956050"/>
            <a:ext cx="514350" cy="51593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7" name="Line 29">
            <a:extLst>
              <a:ext uri="{FF2B5EF4-FFF2-40B4-BE49-F238E27FC236}">
                <a16:creationId xmlns:a16="http://schemas.microsoft.com/office/drawing/2014/main" id="{EC89DA53-9BFB-BAD4-4377-29D502DCE4C4}"/>
              </a:ext>
            </a:extLst>
          </p:cNvPr>
          <p:cNvSpPr>
            <a:spLocks noChangeShapeType="1"/>
          </p:cNvSpPr>
          <p:nvPr/>
        </p:nvSpPr>
        <p:spPr bwMode="auto">
          <a:xfrm>
            <a:off x="6011863" y="3978275"/>
            <a:ext cx="493712" cy="4937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8" name="Line 30">
            <a:extLst>
              <a:ext uri="{FF2B5EF4-FFF2-40B4-BE49-F238E27FC236}">
                <a16:creationId xmlns:a16="http://schemas.microsoft.com/office/drawing/2014/main" id="{BA58D72C-B882-AF07-BFD3-40F019EA9361}"/>
              </a:ext>
            </a:extLst>
          </p:cNvPr>
          <p:cNvSpPr>
            <a:spLocks noChangeShapeType="1"/>
          </p:cNvSpPr>
          <p:nvPr/>
        </p:nvSpPr>
        <p:spPr bwMode="auto">
          <a:xfrm flipV="1">
            <a:off x="6419850" y="4618038"/>
            <a:ext cx="128588" cy="36512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9" name="Line 31">
            <a:extLst>
              <a:ext uri="{FF2B5EF4-FFF2-40B4-BE49-F238E27FC236}">
                <a16:creationId xmlns:a16="http://schemas.microsoft.com/office/drawing/2014/main" id="{8740E3E8-109F-E7B7-53F2-DFB6D2A18D1E}"/>
              </a:ext>
            </a:extLst>
          </p:cNvPr>
          <p:cNvSpPr>
            <a:spLocks noChangeShapeType="1"/>
          </p:cNvSpPr>
          <p:nvPr/>
        </p:nvSpPr>
        <p:spPr bwMode="auto">
          <a:xfrm flipH="1" flipV="1">
            <a:off x="6731000" y="4614863"/>
            <a:ext cx="179388" cy="36830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0" name="Line 32">
            <a:extLst>
              <a:ext uri="{FF2B5EF4-FFF2-40B4-BE49-F238E27FC236}">
                <a16:creationId xmlns:a16="http://schemas.microsoft.com/office/drawing/2014/main" id="{DEE493CF-69C8-579C-E35F-47AF04158B77}"/>
              </a:ext>
            </a:extLst>
          </p:cNvPr>
          <p:cNvSpPr>
            <a:spLocks noChangeShapeType="1"/>
          </p:cNvSpPr>
          <p:nvPr/>
        </p:nvSpPr>
        <p:spPr bwMode="auto">
          <a:xfrm>
            <a:off x="5373688" y="3654425"/>
            <a:ext cx="368300" cy="17621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1" name="Line 33">
            <a:extLst>
              <a:ext uri="{FF2B5EF4-FFF2-40B4-BE49-F238E27FC236}">
                <a16:creationId xmlns:a16="http://schemas.microsoft.com/office/drawing/2014/main" id="{E8E43BF2-E4BC-5228-C100-D0B4515DB921}"/>
              </a:ext>
            </a:extLst>
          </p:cNvPr>
          <p:cNvSpPr>
            <a:spLocks noChangeShapeType="1"/>
          </p:cNvSpPr>
          <p:nvPr/>
        </p:nvSpPr>
        <p:spPr bwMode="auto">
          <a:xfrm flipV="1">
            <a:off x="5373688" y="4005263"/>
            <a:ext cx="371475" cy="17303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2" name="Line 34">
            <a:extLst>
              <a:ext uri="{FF2B5EF4-FFF2-40B4-BE49-F238E27FC236}">
                <a16:creationId xmlns:a16="http://schemas.microsoft.com/office/drawing/2014/main" id="{5F194A91-F155-4FD0-04B7-9A8BDF253523}"/>
              </a:ext>
            </a:extLst>
          </p:cNvPr>
          <p:cNvSpPr>
            <a:spLocks noChangeShapeType="1"/>
          </p:cNvSpPr>
          <p:nvPr/>
        </p:nvSpPr>
        <p:spPr bwMode="auto">
          <a:xfrm>
            <a:off x="7556500" y="3914775"/>
            <a:ext cx="509588" cy="317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3" name="Rectangle 80">
            <a:extLst>
              <a:ext uri="{FF2B5EF4-FFF2-40B4-BE49-F238E27FC236}">
                <a16:creationId xmlns:a16="http://schemas.microsoft.com/office/drawing/2014/main" id="{3808F963-8616-347B-EEC7-B99CEF595D47}"/>
              </a:ext>
            </a:extLst>
          </p:cNvPr>
          <p:cNvSpPr>
            <a:spLocks noGrp="1" noChangeArrowheads="1"/>
          </p:cNvSpPr>
          <p:nvPr>
            <p:ph type="body" idx="1"/>
          </p:nvPr>
        </p:nvSpPr>
        <p:spPr>
          <a:xfrm>
            <a:off x="381000" y="1295400"/>
            <a:ext cx="4191000" cy="4876800"/>
          </a:xfrm>
        </p:spPr>
        <p:txBody>
          <a:bodyPr/>
          <a:lstStyle/>
          <a:p>
            <a:pPr eaLnBrk="1" hangingPunct="1"/>
            <a:r>
              <a:rPr lang="en-US" altLang="en-US"/>
              <a:t>Switch: moves bits between links</a:t>
            </a:r>
          </a:p>
          <a:p>
            <a:pPr lvl="1" eaLnBrk="1" hangingPunct="1"/>
            <a:r>
              <a:rPr lang="en-US" altLang="en-US"/>
              <a:t>Packet switching</a:t>
            </a:r>
          </a:p>
          <a:p>
            <a:pPr lvl="1" eaLnBrk="1" hangingPunct="1"/>
            <a:r>
              <a:rPr lang="en-US" altLang="en-US"/>
              <a:t>Circuit switching</a:t>
            </a:r>
          </a:p>
        </p:txBody>
      </p:sp>
      <p:sp>
        <p:nvSpPr>
          <p:cNvPr id="17444" name="Freeform 85">
            <a:extLst>
              <a:ext uri="{FF2B5EF4-FFF2-40B4-BE49-F238E27FC236}">
                <a16:creationId xmlns:a16="http://schemas.microsoft.com/office/drawing/2014/main" id="{A4B1F28B-6A12-9D97-F2EC-5249452AE9A9}"/>
              </a:ext>
            </a:extLst>
          </p:cNvPr>
          <p:cNvSpPr>
            <a:spLocks/>
          </p:cNvSpPr>
          <p:nvPr/>
        </p:nvSpPr>
        <p:spPr bwMode="auto">
          <a:xfrm>
            <a:off x="8001000" y="3771900"/>
            <a:ext cx="266700" cy="266700"/>
          </a:xfrm>
          <a:custGeom>
            <a:avLst/>
            <a:gdLst>
              <a:gd name="T0" fmla="*/ 266700 w 168"/>
              <a:gd name="T1" fmla="*/ 266700 h 168"/>
              <a:gd name="T2" fmla="*/ 266700 w 168"/>
              <a:gd name="T3" fmla="*/ 0 h 168"/>
              <a:gd name="T4" fmla="*/ 0 w 168"/>
              <a:gd name="T5" fmla="*/ 0 h 168"/>
              <a:gd name="T6" fmla="*/ 0 w 168"/>
              <a:gd name="T7" fmla="*/ 266700 h 168"/>
              <a:gd name="T8" fmla="*/ 266700 w 168"/>
              <a:gd name="T9" fmla="*/ 266700 h 168"/>
              <a:gd name="T10" fmla="*/ 266700 w 168"/>
              <a:gd name="T11" fmla="*/ 266700 h 1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 h="168">
                <a:moveTo>
                  <a:pt x="168" y="168"/>
                </a:moveTo>
                <a:lnTo>
                  <a:pt x="168" y="0"/>
                </a:lnTo>
                <a:lnTo>
                  <a:pt x="0" y="0"/>
                </a:lnTo>
                <a:lnTo>
                  <a:pt x="0" y="168"/>
                </a:lnTo>
                <a:lnTo>
                  <a:pt x="168" y="168"/>
                </a:lnTo>
              </a:path>
            </a:pathLst>
          </a:custGeom>
          <a:solidFill>
            <a:schemeClr val="folHlink"/>
          </a:solidFill>
          <a:ln w="6350">
            <a:solidFill>
              <a:srgbClr val="000000"/>
            </a:solidFill>
            <a:prstDash val="solid"/>
            <a:round/>
            <a:headEnd/>
            <a:tailEnd/>
          </a:ln>
        </p:spPr>
        <p:txBody>
          <a:bodyPr/>
          <a:lstStyle/>
          <a:p>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58">
            <a:extLst>
              <a:ext uri="{FF2B5EF4-FFF2-40B4-BE49-F238E27FC236}">
                <a16:creationId xmlns:a16="http://schemas.microsoft.com/office/drawing/2014/main" id="{0AAF2C17-0981-4F72-C3A6-DA6FB05E66C9}"/>
              </a:ext>
            </a:extLst>
          </p:cNvPr>
          <p:cNvSpPr>
            <a:spLocks noChangeArrowheads="1"/>
          </p:cNvSpPr>
          <p:nvPr/>
        </p:nvSpPr>
        <p:spPr bwMode="auto">
          <a:xfrm>
            <a:off x="685800" y="1600200"/>
            <a:ext cx="8077200" cy="4419600"/>
          </a:xfrm>
          <a:prstGeom prst="rect">
            <a:avLst/>
          </a:prstGeom>
          <a:solidFill>
            <a:srgbClr val="FFFFFF"/>
          </a:solidFill>
          <a:ln w="9525">
            <a:solidFill>
              <a:srgbClr val="000000"/>
            </a:solidFill>
            <a:miter lim="800000"/>
            <a:headEnd/>
            <a:tailEnd/>
          </a:ln>
          <a:effectLst>
            <a:outerShdw dist="107763" dir="2700000" algn="ctr" rotWithShape="0">
              <a:schemeClr val="bg2"/>
            </a:outerShdw>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8438" name="Rectangle 3">
            <a:extLst>
              <a:ext uri="{FF2B5EF4-FFF2-40B4-BE49-F238E27FC236}">
                <a16:creationId xmlns:a16="http://schemas.microsoft.com/office/drawing/2014/main" id="{5C78953C-F243-4FB2-ACE9-C1C3FBE63F18}"/>
              </a:ext>
            </a:extLst>
          </p:cNvPr>
          <p:cNvSpPr>
            <a:spLocks noGrp="1" noChangeArrowheads="1"/>
          </p:cNvSpPr>
          <p:nvPr>
            <p:ph type="title"/>
          </p:nvPr>
        </p:nvSpPr>
        <p:spPr/>
        <p:txBody>
          <a:bodyPr/>
          <a:lstStyle/>
          <a:p>
            <a:pPr eaLnBrk="1" hangingPunct="1"/>
            <a:r>
              <a:rPr lang="en-US" altLang="en-US"/>
              <a:t>Back in the Old Days…</a:t>
            </a:r>
          </a:p>
        </p:txBody>
      </p:sp>
      <p:pic>
        <p:nvPicPr>
          <p:cNvPr id="18439" name="Picture 20" descr="Click To Preview">
            <a:extLst>
              <a:ext uri="{FF2B5EF4-FFF2-40B4-BE49-F238E27FC236}">
                <a16:creationId xmlns:a16="http://schemas.microsoft.com/office/drawing/2014/main" id="{93BC87CD-DFAA-49B5-371D-1B04CF72B0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752600"/>
            <a:ext cx="731838"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0" name="Picture 42" descr="Click To Preview">
            <a:extLst>
              <a:ext uri="{FF2B5EF4-FFF2-40B4-BE49-F238E27FC236}">
                <a16:creationId xmlns:a16="http://schemas.microsoft.com/office/drawing/2014/main" id="{68F063EF-F174-5A5A-455A-83E65681AB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0763" y="3429000"/>
            <a:ext cx="731837"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1" name="Picture 43" descr="Click To Preview">
            <a:extLst>
              <a:ext uri="{FF2B5EF4-FFF2-40B4-BE49-F238E27FC236}">
                <a16:creationId xmlns:a16="http://schemas.microsoft.com/office/drawing/2014/main" id="{B70145A0-D08F-AD5C-9E90-A9728F52E9ED}"/>
              </a:ext>
            </a:extLst>
          </p:cNvPr>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974725" y="4191000"/>
            <a:ext cx="731838"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2" name="Picture 45" descr="Click To Preview">
            <a:extLst>
              <a:ext uri="{FF2B5EF4-FFF2-40B4-BE49-F238E27FC236}">
                <a16:creationId xmlns:a16="http://schemas.microsoft.com/office/drawing/2014/main" id="{4B840666-A8DD-8C3D-086E-146D6649E5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0763" y="2590800"/>
            <a:ext cx="731837"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3" name="Line 46">
            <a:extLst>
              <a:ext uri="{FF2B5EF4-FFF2-40B4-BE49-F238E27FC236}">
                <a16:creationId xmlns:a16="http://schemas.microsoft.com/office/drawing/2014/main" id="{2640B0F7-B0A6-CF5E-A0A5-4AED2E611622}"/>
              </a:ext>
            </a:extLst>
          </p:cNvPr>
          <p:cNvSpPr>
            <a:spLocks noChangeShapeType="1"/>
          </p:cNvSpPr>
          <p:nvPr/>
        </p:nvSpPr>
        <p:spPr bwMode="auto">
          <a:xfrm>
            <a:off x="1828800" y="3048000"/>
            <a:ext cx="5638800" cy="0"/>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444" name="Line 47">
            <a:extLst>
              <a:ext uri="{FF2B5EF4-FFF2-40B4-BE49-F238E27FC236}">
                <a16:creationId xmlns:a16="http://schemas.microsoft.com/office/drawing/2014/main" id="{42CD728F-956C-BF51-0C3B-44621F319F46}"/>
              </a:ext>
            </a:extLst>
          </p:cNvPr>
          <p:cNvSpPr>
            <a:spLocks noChangeShapeType="1"/>
          </p:cNvSpPr>
          <p:nvPr/>
        </p:nvSpPr>
        <p:spPr bwMode="auto">
          <a:xfrm>
            <a:off x="1828800" y="3733800"/>
            <a:ext cx="5638800" cy="0"/>
          </a:xfrm>
          <a:prstGeom prst="line">
            <a:avLst/>
          </a:prstGeom>
          <a:noFill/>
          <a:ln w="28575">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445" name="Line 48">
            <a:extLst>
              <a:ext uri="{FF2B5EF4-FFF2-40B4-BE49-F238E27FC236}">
                <a16:creationId xmlns:a16="http://schemas.microsoft.com/office/drawing/2014/main" id="{D6853675-BFD0-638F-68D8-9CB0BA130D5F}"/>
              </a:ext>
            </a:extLst>
          </p:cNvPr>
          <p:cNvSpPr>
            <a:spLocks noChangeShapeType="1"/>
          </p:cNvSpPr>
          <p:nvPr/>
        </p:nvSpPr>
        <p:spPr bwMode="auto">
          <a:xfrm>
            <a:off x="1828800" y="4495800"/>
            <a:ext cx="5638800" cy="0"/>
          </a:xfrm>
          <a:prstGeom prst="line">
            <a:avLst/>
          </a:prstGeom>
          <a:noFill/>
          <a:ln w="28575">
            <a:solidFill>
              <a:schemeClr val="fo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446" name="Line 49">
            <a:extLst>
              <a:ext uri="{FF2B5EF4-FFF2-40B4-BE49-F238E27FC236}">
                <a16:creationId xmlns:a16="http://schemas.microsoft.com/office/drawing/2014/main" id="{EFBFB820-7A4F-209D-7093-174E003432E0}"/>
              </a:ext>
            </a:extLst>
          </p:cNvPr>
          <p:cNvSpPr>
            <a:spLocks noChangeShapeType="1"/>
          </p:cNvSpPr>
          <p:nvPr/>
        </p:nvSpPr>
        <p:spPr bwMode="auto">
          <a:xfrm>
            <a:off x="1828800" y="5257800"/>
            <a:ext cx="5638800" cy="0"/>
          </a:xfrm>
          <a:prstGeom prst="line">
            <a:avLst/>
          </a:prstGeom>
          <a:noFill/>
          <a:ln w="28575">
            <a:solidFill>
              <a:schemeClr val="bg2"/>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pic>
        <p:nvPicPr>
          <p:cNvPr id="18447" name="Picture 50" descr="Click To Preview">
            <a:extLst>
              <a:ext uri="{FF2B5EF4-FFF2-40B4-BE49-F238E27FC236}">
                <a16:creationId xmlns:a16="http://schemas.microsoft.com/office/drawing/2014/main" id="{7EDE94A0-61E7-D810-EABE-7EF3C8F8C2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0" y="3352800"/>
            <a:ext cx="731838"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8" name="Picture 51" descr="Click To Preview">
            <a:extLst>
              <a:ext uri="{FF2B5EF4-FFF2-40B4-BE49-F238E27FC236}">
                <a16:creationId xmlns:a16="http://schemas.microsoft.com/office/drawing/2014/main" id="{4086FBBC-AC98-DE1B-E2C5-B04CC330C349}"/>
              </a:ext>
            </a:extLst>
          </p:cNvPr>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7620000" y="2590800"/>
            <a:ext cx="731838"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9" name="Picture 54" descr="Click To Preview">
            <a:extLst>
              <a:ext uri="{FF2B5EF4-FFF2-40B4-BE49-F238E27FC236}">
                <a16:creationId xmlns:a16="http://schemas.microsoft.com/office/drawing/2014/main" id="{72945ABA-4A46-BDDC-351B-1F31EAC045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0" y="4876800"/>
            <a:ext cx="731838"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0" name="Picture 56" descr="Click To Preview">
            <a:extLst>
              <a:ext uri="{FF2B5EF4-FFF2-40B4-BE49-F238E27FC236}">
                <a16:creationId xmlns:a16="http://schemas.microsoft.com/office/drawing/2014/main" id="{E144AD59-97C9-EAC8-965D-CF59941BA4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4953000"/>
            <a:ext cx="731838"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1" name="Picture 57" descr="Click To Preview">
            <a:extLst>
              <a:ext uri="{FF2B5EF4-FFF2-40B4-BE49-F238E27FC236}">
                <a16:creationId xmlns:a16="http://schemas.microsoft.com/office/drawing/2014/main" id="{DEA8490D-DF4A-790C-EE6B-B4C681F6F0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0" y="4114800"/>
            <a:ext cx="731838"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52" name="Rectangle 61">
            <a:extLst>
              <a:ext uri="{FF2B5EF4-FFF2-40B4-BE49-F238E27FC236}">
                <a16:creationId xmlns:a16="http://schemas.microsoft.com/office/drawing/2014/main" id="{8A572EBE-7DB7-F62B-6AFD-2587659DDBA7}"/>
              </a:ext>
            </a:extLst>
          </p:cNvPr>
          <p:cNvSpPr>
            <a:spLocks noChangeArrowheads="1"/>
          </p:cNvSpPr>
          <p:nvPr/>
        </p:nvSpPr>
        <p:spPr bwMode="auto">
          <a:xfrm>
            <a:off x="3810000" y="2743200"/>
            <a:ext cx="1524000" cy="3048000"/>
          </a:xfrm>
          <a:prstGeom prst="rect">
            <a:avLst/>
          </a:prstGeom>
          <a:noFill/>
          <a:ln w="1905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8453" name="Line 63">
            <a:extLst>
              <a:ext uri="{FF2B5EF4-FFF2-40B4-BE49-F238E27FC236}">
                <a16:creationId xmlns:a16="http://schemas.microsoft.com/office/drawing/2014/main" id="{1F2D9A24-360B-20B3-3147-302E6156B9D5}"/>
              </a:ext>
            </a:extLst>
          </p:cNvPr>
          <p:cNvSpPr>
            <a:spLocks noChangeShapeType="1"/>
          </p:cNvSpPr>
          <p:nvPr/>
        </p:nvSpPr>
        <p:spPr bwMode="auto">
          <a:xfrm>
            <a:off x="4114800" y="3733800"/>
            <a:ext cx="838200" cy="0"/>
          </a:xfrm>
          <a:prstGeom prst="line">
            <a:avLst/>
          </a:prstGeom>
          <a:noFill/>
          <a:ln w="19050">
            <a:solidFill>
              <a:srgbClr val="0000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454" name="Line 64">
            <a:extLst>
              <a:ext uri="{FF2B5EF4-FFF2-40B4-BE49-F238E27FC236}">
                <a16:creationId xmlns:a16="http://schemas.microsoft.com/office/drawing/2014/main" id="{386E3C4B-589C-9F94-9984-F36712440FE4}"/>
              </a:ext>
            </a:extLst>
          </p:cNvPr>
          <p:cNvSpPr>
            <a:spLocks noChangeShapeType="1"/>
          </p:cNvSpPr>
          <p:nvPr/>
        </p:nvSpPr>
        <p:spPr bwMode="auto">
          <a:xfrm>
            <a:off x="4114800" y="4495800"/>
            <a:ext cx="838200" cy="0"/>
          </a:xfrm>
          <a:prstGeom prst="line">
            <a:avLst/>
          </a:prstGeom>
          <a:noFill/>
          <a:ln w="19050">
            <a:solidFill>
              <a:srgbClr val="0000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455" name="Line 65">
            <a:extLst>
              <a:ext uri="{FF2B5EF4-FFF2-40B4-BE49-F238E27FC236}">
                <a16:creationId xmlns:a16="http://schemas.microsoft.com/office/drawing/2014/main" id="{A4FEFAC7-5DD3-5906-C36E-75511A81B720}"/>
              </a:ext>
            </a:extLst>
          </p:cNvPr>
          <p:cNvSpPr>
            <a:spLocks noChangeShapeType="1"/>
          </p:cNvSpPr>
          <p:nvPr/>
        </p:nvSpPr>
        <p:spPr bwMode="auto">
          <a:xfrm>
            <a:off x="4114800" y="5257800"/>
            <a:ext cx="838200" cy="0"/>
          </a:xfrm>
          <a:prstGeom prst="line">
            <a:avLst/>
          </a:prstGeom>
          <a:noFill/>
          <a:ln w="19050">
            <a:solidFill>
              <a:srgbClr val="0000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456" name="Line 66">
            <a:extLst>
              <a:ext uri="{FF2B5EF4-FFF2-40B4-BE49-F238E27FC236}">
                <a16:creationId xmlns:a16="http://schemas.microsoft.com/office/drawing/2014/main" id="{7188CFEB-B164-8395-442B-294AC065CE46}"/>
              </a:ext>
            </a:extLst>
          </p:cNvPr>
          <p:cNvSpPr>
            <a:spLocks noChangeShapeType="1"/>
          </p:cNvSpPr>
          <p:nvPr/>
        </p:nvSpPr>
        <p:spPr bwMode="auto">
          <a:xfrm>
            <a:off x="4114800" y="3048000"/>
            <a:ext cx="838200" cy="0"/>
          </a:xfrm>
          <a:prstGeom prst="line">
            <a:avLst/>
          </a:prstGeom>
          <a:noFill/>
          <a:ln w="19050">
            <a:solidFill>
              <a:srgbClr val="0000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1105">
            <a:extLst>
              <a:ext uri="{FF2B5EF4-FFF2-40B4-BE49-F238E27FC236}">
                <a16:creationId xmlns:a16="http://schemas.microsoft.com/office/drawing/2014/main" id="{CD60DB5E-115E-5637-41DA-36372ADC219D}"/>
              </a:ext>
            </a:extLst>
          </p:cNvPr>
          <p:cNvSpPr>
            <a:spLocks noChangeArrowheads="1"/>
          </p:cNvSpPr>
          <p:nvPr/>
        </p:nvSpPr>
        <p:spPr bwMode="auto">
          <a:xfrm>
            <a:off x="457200" y="1828800"/>
            <a:ext cx="8305800" cy="4267200"/>
          </a:xfrm>
          <a:prstGeom prst="rect">
            <a:avLst/>
          </a:prstGeom>
          <a:solidFill>
            <a:srgbClr val="FFFFFF"/>
          </a:solidFill>
          <a:ln w="9525">
            <a:solidFill>
              <a:schemeClr val="tx1"/>
            </a:solidFill>
            <a:miter lim="800000"/>
            <a:headEnd/>
            <a:tailEnd/>
          </a:ln>
          <a:effectLst>
            <a:outerShdw dist="107763" dir="2700000" algn="ctr" rotWithShape="0">
              <a:schemeClr val="bg2"/>
            </a:outerShdw>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62" name="Rectangle 1026">
            <a:extLst>
              <a:ext uri="{FF2B5EF4-FFF2-40B4-BE49-F238E27FC236}">
                <a16:creationId xmlns:a16="http://schemas.microsoft.com/office/drawing/2014/main" id="{76DE3D70-711A-09B2-E756-0E3B64E27C08}"/>
              </a:ext>
            </a:extLst>
          </p:cNvPr>
          <p:cNvSpPr>
            <a:spLocks noGrp="1" noChangeArrowheads="1"/>
          </p:cNvSpPr>
          <p:nvPr>
            <p:ph type="title"/>
          </p:nvPr>
        </p:nvSpPr>
        <p:spPr/>
        <p:txBody>
          <a:bodyPr/>
          <a:lstStyle/>
          <a:p>
            <a:pPr eaLnBrk="1" hangingPunct="1"/>
            <a:r>
              <a:rPr lang="en-US" altLang="en-US"/>
              <a:t>Then Came TDM…</a:t>
            </a:r>
          </a:p>
        </p:txBody>
      </p:sp>
      <p:sp>
        <p:nvSpPr>
          <p:cNvPr id="19463" name="Line 1028">
            <a:extLst>
              <a:ext uri="{FF2B5EF4-FFF2-40B4-BE49-F238E27FC236}">
                <a16:creationId xmlns:a16="http://schemas.microsoft.com/office/drawing/2014/main" id="{5D7DED1D-7FC2-E110-F016-384B8EA18056}"/>
              </a:ext>
            </a:extLst>
          </p:cNvPr>
          <p:cNvSpPr>
            <a:spLocks noChangeShapeType="1"/>
          </p:cNvSpPr>
          <p:nvPr/>
        </p:nvSpPr>
        <p:spPr bwMode="auto">
          <a:xfrm>
            <a:off x="2667000" y="4373563"/>
            <a:ext cx="381000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64" name="Line 1029">
            <a:extLst>
              <a:ext uri="{FF2B5EF4-FFF2-40B4-BE49-F238E27FC236}">
                <a16:creationId xmlns:a16="http://schemas.microsoft.com/office/drawing/2014/main" id="{E52F668B-5D7D-3A19-A17A-6FA15B6D45BB}"/>
              </a:ext>
            </a:extLst>
          </p:cNvPr>
          <p:cNvSpPr>
            <a:spLocks noChangeShapeType="1"/>
          </p:cNvSpPr>
          <p:nvPr/>
        </p:nvSpPr>
        <p:spPr bwMode="auto">
          <a:xfrm>
            <a:off x="2667000" y="3916363"/>
            <a:ext cx="381000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65" name="Rectangle 1058">
            <a:extLst>
              <a:ext uri="{FF2B5EF4-FFF2-40B4-BE49-F238E27FC236}">
                <a16:creationId xmlns:a16="http://schemas.microsoft.com/office/drawing/2014/main" id="{C4257BB8-9038-24BB-1972-373947184FC2}"/>
              </a:ext>
            </a:extLst>
          </p:cNvPr>
          <p:cNvSpPr>
            <a:spLocks noChangeArrowheads="1"/>
          </p:cNvSpPr>
          <p:nvPr/>
        </p:nvSpPr>
        <p:spPr bwMode="auto">
          <a:xfrm>
            <a:off x="4800600" y="3916363"/>
            <a:ext cx="76200" cy="4572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66" name="Rectangle 1059">
            <a:extLst>
              <a:ext uri="{FF2B5EF4-FFF2-40B4-BE49-F238E27FC236}">
                <a16:creationId xmlns:a16="http://schemas.microsoft.com/office/drawing/2014/main" id="{85F322E2-4F94-C1C8-AC3A-57723B7ACF1A}"/>
              </a:ext>
            </a:extLst>
          </p:cNvPr>
          <p:cNvSpPr>
            <a:spLocks noChangeArrowheads="1"/>
          </p:cNvSpPr>
          <p:nvPr/>
        </p:nvSpPr>
        <p:spPr bwMode="auto">
          <a:xfrm>
            <a:off x="5334000" y="3916363"/>
            <a:ext cx="76200" cy="457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67" name="Rectangle 1060">
            <a:extLst>
              <a:ext uri="{FF2B5EF4-FFF2-40B4-BE49-F238E27FC236}">
                <a16:creationId xmlns:a16="http://schemas.microsoft.com/office/drawing/2014/main" id="{F13B64BF-1A4B-74C5-F03C-C2021613881F}"/>
              </a:ext>
            </a:extLst>
          </p:cNvPr>
          <p:cNvSpPr>
            <a:spLocks noChangeArrowheads="1"/>
          </p:cNvSpPr>
          <p:nvPr/>
        </p:nvSpPr>
        <p:spPr bwMode="auto">
          <a:xfrm>
            <a:off x="5791200" y="3916363"/>
            <a:ext cx="76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68" name="Rectangle 1061">
            <a:extLst>
              <a:ext uri="{FF2B5EF4-FFF2-40B4-BE49-F238E27FC236}">
                <a16:creationId xmlns:a16="http://schemas.microsoft.com/office/drawing/2014/main" id="{BD0180BB-BC13-958F-95C5-68E9BF4DA259}"/>
              </a:ext>
            </a:extLst>
          </p:cNvPr>
          <p:cNvSpPr>
            <a:spLocks noChangeArrowheads="1"/>
          </p:cNvSpPr>
          <p:nvPr/>
        </p:nvSpPr>
        <p:spPr bwMode="auto">
          <a:xfrm>
            <a:off x="6248400" y="3916363"/>
            <a:ext cx="762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69" name="Rectangle 1065">
            <a:extLst>
              <a:ext uri="{FF2B5EF4-FFF2-40B4-BE49-F238E27FC236}">
                <a16:creationId xmlns:a16="http://schemas.microsoft.com/office/drawing/2014/main" id="{01A696EA-C375-E42C-9775-77D8E40781E1}"/>
              </a:ext>
            </a:extLst>
          </p:cNvPr>
          <p:cNvSpPr>
            <a:spLocks noChangeArrowheads="1"/>
          </p:cNvSpPr>
          <p:nvPr/>
        </p:nvSpPr>
        <p:spPr bwMode="auto">
          <a:xfrm>
            <a:off x="2819400" y="3916363"/>
            <a:ext cx="76200" cy="457200"/>
          </a:xfrm>
          <a:prstGeom prst="rect">
            <a:avLst/>
          </a:prstGeom>
          <a:solidFill>
            <a:schemeClr val="hlink"/>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70" name="Rectangle 1066">
            <a:extLst>
              <a:ext uri="{FF2B5EF4-FFF2-40B4-BE49-F238E27FC236}">
                <a16:creationId xmlns:a16="http://schemas.microsoft.com/office/drawing/2014/main" id="{AA92C6EC-CC89-FCC9-25FA-B1738948F559}"/>
              </a:ext>
            </a:extLst>
          </p:cNvPr>
          <p:cNvSpPr>
            <a:spLocks noChangeArrowheads="1"/>
          </p:cNvSpPr>
          <p:nvPr/>
        </p:nvSpPr>
        <p:spPr bwMode="auto">
          <a:xfrm>
            <a:off x="3276600" y="3916363"/>
            <a:ext cx="76200" cy="457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71" name="Rectangle 1067">
            <a:extLst>
              <a:ext uri="{FF2B5EF4-FFF2-40B4-BE49-F238E27FC236}">
                <a16:creationId xmlns:a16="http://schemas.microsoft.com/office/drawing/2014/main" id="{BC5EF1F7-9A29-4395-EF18-0B583727F4FC}"/>
              </a:ext>
            </a:extLst>
          </p:cNvPr>
          <p:cNvSpPr>
            <a:spLocks noChangeArrowheads="1"/>
          </p:cNvSpPr>
          <p:nvPr/>
        </p:nvSpPr>
        <p:spPr bwMode="auto">
          <a:xfrm>
            <a:off x="3810000" y="3916363"/>
            <a:ext cx="76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72" name="Rectangle 1068">
            <a:extLst>
              <a:ext uri="{FF2B5EF4-FFF2-40B4-BE49-F238E27FC236}">
                <a16:creationId xmlns:a16="http://schemas.microsoft.com/office/drawing/2014/main" id="{170C5D3F-36A4-B03E-043F-83885DCC47A1}"/>
              </a:ext>
            </a:extLst>
          </p:cNvPr>
          <p:cNvSpPr>
            <a:spLocks noChangeArrowheads="1"/>
          </p:cNvSpPr>
          <p:nvPr/>
        </p:nvSpPr>
        <p:spPr bwMode="auto">
          <a:xfrm>
            <a:off x="4267200" y="3916363"/>
            <a:ext cx="762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73" name="Text Box 1069">
            <a:extLst>
              <a:ext uri="{FF2B5EF4-FFF2-40B4-BE49-F238E27FC236}">
                <a16:creationId xmlns:a16="http://schemas.microsoft.com/office/drawing/2014/main" id="{D3155624-AFC7-606E-0270-0CC67EE795E9}"/>
              </a:ext>
            </a:extLst>
          </p:cNvPr>
          <p:cNvSpPr txBox="1">
            <a:spLocks noChangeArrowheads="1"/>
          </p:cNvSpPr>
          <p:nvPr/>
        </p:nvSpPr>
        <p:spPr bwMode="auto">
          <a:xfrm>
            <a:off x="642938" y="2468563"/>
            <a:ext cx="2252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lgn="l"/>
            <a:r>
              <a:rPr lang="en-US" altLang="en-US">
                <a:solidFill>
                  <a:srgbClr val="000000"/>
                </a:solidFill>
              </a:rPr>
              <a:t>Multiplex (mux)</a:t>
            </a:r>
          </a:p>
        </p:txBody>
      </p:sp>
      <p:sp>
        <p:nvSpPr>
          <p:cNvPr id="19474" name="Text Box 1070">
            <a:extLst>
              <a:ext uri="{FF2B5EF4-FFF2-40B4-BE49-F238E27FC236}">
                <a16:creationId xmlns:a16="http://schemas.microsoft.com/office/drawing/2014/main" id="{AEA5D3EA-CBB0-0837-3D34-E36DC650543B}"/>
              </a:ext>
            </a:extLst>
          </p:cNvPr>
          <p:cNvSpPr txBox="1">
            <a:spLocks noChangeArrowheads="1"/>
          </p:cNvSpPr>
          <p:nvPr/>
        </p:nvSpPr>
        <p:spPr bwMode="auto">
          <a:xfrm>
            <a:off x="5715000" y="2468563"/>
            <a:ext cx="29829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lgn="l"/>
            <a:r>
              <a:rPr lang="en-US" altLang="en-US">
                <a:solidFill>
                  <a:srgbClr val="000000"/>
                </a:solidFill>
              </a:rPr>
              <a:t>Demultiplex (demux)</a:t>
            </a:r>
          </a:p>
        </p:txBody>
      </p:sp>
      <p:pic>
        <p:nvPicPr>
          <p:cNvPr id="19475" name="Picture 1077" descr="Click To Preview">
            <a:extLst>
              <a:ext uri="{FF2B5EF4-FFF2-40B4-BE49-F238E27FC236}">
                <a16:creationId xmlns:a16="http://schemas.microsoft.com/office/drawing/2014/main" id="{FCF428FF-8A28-BEED-17FE-E8767C9B27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382963"/>
            <a:ext cx="73183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6" name="Picture 1081" descr="Click To Preview">
            <a:extLst>
              <a:ext uri="{FF2B5EF4-FFF2-40B4-BE49-F238E27FC236}">
                <a16:creationId xmlns:a16="http://schemas.microsoft.com/office/drawing/2014/main" id="{432AF71D-92B0-E929-6073-9BB547F12833}"/>
              </a:ext>
            </a:extLst>
          </p:cNvPr>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914400" y="4221163"/>
            <a:ext cx="73183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7" name="Picture 1084" descr="Click To Preview">
            <a:extLst>
              <a:ext uri="{FF2B5EF4-FFF2-40B4-BE49-F238E27FC236}">
                <a16:creationId xmlns:a16="http://schemas.microsoft.com/office/drawing/2014/main" id="{C74BAE77-5022-8B8E-F2C2-F71C98D965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2925763"/>
            <a:ext cx="73183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8" name="Picture 1089" descr="Click To Preview">
            <a:extLst>
              <a:ext uri="{FF2B5EF4-FFF2-40B4-BE49-F238E27FC236}">
                <a16:creationId xmlns:a16="http://schemas.microsoft.com/office/drawing/2014/main" id="{1BCDF190-DBEE-B1C7-2170-7782BD2620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4754563"/>
            <a:ext cx="73183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9" name="Picture 1094" descr="Click To Preview">
            <a:extLst>
              <a:ext uri="{FF2B5EF4-FFF2-40B4-BE49-F238E27FC236}">
                <a16:creationId xmlns:a16="http://schemas.microsoft.com/office/drawing/2014/main" id="{F9721FA4-DE22-B85D-E82B-CE61A40144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0" y="3306763"/>
            <a:ext cx="73183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80" name="Picture 1095" descr="Click To Preview">
            <a:extLst>
              <a:ext uri="{FF2B5EF4-FFF2-40B4-BE49-F238E27FC236}">
                <a16:creationId xmlns:a16="http://schemas.microsoft.com/office/drawing/2014/main" id="{90A20B43-55A4-7EA2-A00D-935282BBEBDC}"/>
              </a:ext>
            </a:extLst>
          </p:cNvPr>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7620000" y="4068763"/>
            <a:ext cx="73183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81" name="Picture 1096" descr="Click To Preview">
            <a:extLst>
              <a:ext uri="{FF2B5EF4-FFF2-40B4-BE49-F238E27FC236}">
                <a16:creationId xmlns:a16="http://schemas.microsoft.com/office/drawing/2014/main" id="{CD74DDEF-2334-2387-5CA6-B3B80E7568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2925763"/>
            <a:ext cx="73183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82" name="Picture 1097" descr="Click To Preview">
            <a:extLst>
              <a:ext uri="{FF2B5EF4-FFF2-40B4-BE49-F238E27FC236}">
                <a16:creationId xmlns:a16="http://schemas.microsoft.com/office/drawing/2014/main" id="{0497DEB2-9815-FA70-3FF6-E52FF7C868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800" y="4678363"/>
            <a:ext cx="73183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83" name="Oval 1126">
            <a:extLst>
              <a:ext uri="{FF2B5EF4-FFF2-40B4-BE49-F238E27FC236}">
                <a16:creationId xmlns:a16="http://schemas.microsoft.com/office/drawing/2014/main" id="{073AE68B-BCE9-4032-429F-43A86381F429}"/>
              </a:ext>
            </a:extLst>
          </p:cNvPr>
          <p:cNvSpPr>
            <a:spLocks noChangeArrowheads="1"/>
          </p:cNvSpPr>
          <p:nvPr/>
        </p:nvSpPr>
        <p:spPr bwMode="auto">
          <a:xfrm>
            <a:off x="1701800" y="3687763"/>
            <a:ext cx="990600" cy="914400"/>
          </a:xfrm>
          <a:prstGeom prst="ellipse">
            <a:avLst/>
          </a:prstGeom>
          <a:noFill/>
          <a:ln w="9525">
            <a:solidFill>
              <a:srgbClr val="000000"/>
            </a:solidFill>
            <a:round/>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84" name="Oval 1127">
            <a:extLst>
              <a:ext uri="{FF2B5EF4-FFF2-40B4-BE49-F238E27FC236}">
                <a16:creationId xmlns:a16="http://schemas.microsoft.com/office/drawing/2014/main" id="{C11F904E-D88B-EF4B-E74E-840C38D8B74A}"/>
              </a:ext>
            </a:extLst>
          </p:cNvPr>
          <p:cNvSpPr>
            <a:spLocks noChangeArrowheads="1"/>
          </p:cNvSpPr>
          <p:nvPr/>
        </p:nvSpPr>
        <p:spPr bwMode="auto">
          <a:xfrm>
            <a:off x="2201863" y="4116388"/>
            <a:ext cx="76200" cy="76200"/>
          </a:xfrm>
          <a:prstGeom prst="ellipse">
            <a:avLst/>
          </a:prstGeom>
          <a:noFill/>
          <a:ln w="9525">
            <a:solidFill>
              <a:srgbClr val="000000"/>
            </a:solidFill>
            <a:round/>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85" name="Oval 1128">
            <a:extLst>
              <a:ext uri="{FF2B5EF4-FFF2-40B4-BE49-F238E27FC236}">
                <a16:creationId xmlns:a16="http://schemas.microsoft.com/office/drawing/2014/main" id="{748D81AC-41DC-3853-EA6A-A262C3A99C0E}"/>
              </a:ext>
            </a:extLst>
          </p:cNvPr>
          <p:cNvSpPr>
            <a:spLocks noChangeArrowheads="1"/>
          </p:cNvSpPr>
          <p:nvPr/>
        </p:nvSpPr>
        <p:spPr bwMode="auto">
          <a:xfrm>
            <a:off x="1854200" y="4373563"/>
            <a:ext cx="76200" cy="76200"/>
          </a:xfrm>
          <a:prstGeom prst="ellipse">
            <a:avLst/>
          </a:prstGeom>
          <a:solidFill>
            <a:schemeClr val="bg2"/>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86" name="Oval 1129">
            <a:extLst>
              <a:ext uri="{FF2B5EF4-FFF2-40B4-BE49-F238E27FC236}">
                <a16:creationId xmlns:a16="http://schemas.microsoft.com/office/drawing/2014/main" id="{8A5CBD75-CF6F-2AEB-1E9E-465300E3DC37}"/>
              </a:ext>
            </a:extLst>
          </p:cNvPr>
          <p:cNvSpPr>
            <a:spLocks noChangeArrowheads="1"/>
          </p:cNvSpPr>
          <p:nvPr/>
        </p:nvSpPr>
        <p:spPr bwMode="auto">
          <a:xfrm>
            <a:off x="1778000" y="3992563"/>
            <a:ext cx="76200" cy="76200"/>
          </a:xfrm>
          <a:prstGeom prst="ellipse">
            <a:avLst/>
          </a:prstGeom>
          <a:solidFill>
            <a:schemeClr val="tx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87" name="Oval 1130">
            <a:extLst>
              <a:ext uri="{FF2B5EF4-FFF2-40B4-BE49-F238E27FC236}">
                <a16:creationId xmlns:a16="http://schemas.microsoft.com/office/drawing/2014/main" id="{C41AF062-8062-6ECD-769C-A8E284D16353}"/>
              </a:ext>
            </a:extLst>
          </p:cNvPr>
          <p:cNvSpPr>
            <a:spLocks noChangeArrowheads="1"/>
          </p:cNvSpPr>
          <p:nvPr/>
        </p:nvSpPr>
        <p:spPr bwMode="auto">
          <a:xfrm>
            <a:off x="1963738" y="3778250"/>
            <a:ext cx="76200" cy="76200"/>
          </a:xfrm>
          <a:prstGeom prst="ellipse">
            <a:avLst/>
          </a:prstGeom>
          <a:solidFill>
            <a:schemeClr val="hlink"/>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88" name="Oval 1131">
            <a:extLst>
              <a:ext uri="{FF2B5EF4-FFF2-40B4-BE49-F238E27FC236}">
                <a16:creationId xmlns:a16="http://schemas.microsoft.com/office/drawing/2014/main" id="{F5579F5E-6136-0CB3-A37A-0B81FEA76B2C}"/>
              </a:ext>
            </a:extLst>
          </p:cNvPr>
          <p:cNvSpPr>
            <a:spLocks noChangeArrowheads="1"/>
          </p:cNvSpPr>
          <p:nvPr/>
        </p:nvSpPr>
        <p:spPr bwMode="auto">
          <a:xfrm>
            <a:off x="2187575" y="4483100"/>
            <a:ext cx="76200" cy="76200"/>
          </a:xfrm>
          <a:prstGeom prst="ellipse">
            <a:avLst/>
          </a:prstGeom>
          <a:solidFill>
            <a:schemeClr val="folHlink"/>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89" name="Line 1133">
            <a:extLst>
              <a:ext uri="{FF2B5EF4-FFF2-40B4-BE49-F238E27FC236}">
                <a16:creationId xmlns:a16="http://schemas.microsoft.com/office/drawing/2014/main" id="{D45DA0BB-C279-B5AE-4B30-4D605F09F0D6}"/>
              </a:ext>
            </a:extLst>
          </p:cNvPr>
          <p:cNvSpPr>
            <a:spLocks noChangeShapeType="1"/>
          </p:cNvSpPr>
          <p:nvPr/>
        </p:nvSpPr>
        <p:spPr bwMode="auto">
          <a:xfrm>
            <a:off x="2286000" y="4144963"/>
            <a:ext cx="457200"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90" name="Oval 1136">
            <a:extLst>
              <a:ext uri="{FF2B5EF4-FFF2-40B4-BE49-F238E27FC236}">
                <a16:creationId xmlns:a16="http://schemas.microsoft.com/office/drawing/2014/main" id="{E34B5987-B73B-3366-85A5-1DACAD56ACDE}"/>
              </a:ext>
            </a:extLst>
          </p:cNvPr>
          <p:cNvSpPr>
            <a:spLocks noChangeArrowheads="1"/>
          </p:cNvSpPr>
          <p:nvPr/>
        </p:nvSpPr>
        <p:spPr bwMode="auto">
          <a:xfrm rot="10800000">
            <a:off x="6551613" y="3686175"/>
            <a:ext cx="990600" cy="914400"/>
          </a:xfrm>
          <a:prstGeom prst="ellipse">
            <a:avLst/>
          </a:prstGeom>
          <a:noFill/>
          <a:ln w="9525">
            <a:solidFill>
              <a:srgbClr val="000000"/>
            </a:solidFill>
            <a:round/>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91" name="Oval 1137">
            <a:extLst>
              <a:ext uri="{FF2B5EF4-FFF2-40B4-BE49-F238E27FC236}">
                <a16:creationId xmlns:a16="http://schemas.microsoft.com/office/drawing/2014/main" id="{DF68D423-0829-5DD3-0629-5C2A930C4728}"/>
              </a:ext>
            </a:extLst>
          </p:cNvPr>
          <p:cNvSpPr>
            <a:spLocks noChangeArrowheads="1"/>
          </p:cNvSpPr>
          <p:nvPr/>
        </p:nvSpPr>
        <p:spPr bwMode="auto">
          <a:xfrm rot="10800000">
            <a:off x="6965950" y="4095750"/>
            <a:ext cx="76200" cy="76200"/>
          </a:xfrm>
          <a:prstGeom prst="ellipse">
            <a:avLst/>
          </a:prstGeom>
          <a:noFill/>
          <a:ln w="9525">
            <a:solidFill>
              <a:srgbClr val="000000"/>
            </a:solidFill>
            <a:round/>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92" name="Oval 1138">
            <a:extLst>
              <a:ext uri="{FF2B5EF4-FFF2-40B4-BE49-F238E27FC236}">
                <a16:creationId xmlns:a16="http://schemas.microsoft.com/office/drawing/2014/main" id="{6BBFE3AC-DE80-A1FE-BC08-5315FD891878}"/>
              </a:ext>
            </a:extLst>
          </p:cNvPr>
          <p:cNvSpPr>
            <a:spLocks noChangeArrowheads="1"/>
          </p:cNvSpPr>
          <p:nvPr/>
        </p:nvSpPr>
        <p:spPr bwMode="auto">
          <a:xfrm rot="10800000">
            <a:off x="7313613" y="3838575"/>
            <a:ext cx="76200" cy="76200"/>
          </a:xfrm>
          <a:prstGeom prst="ellipse">
            <a:avLst/>
          </a:prstGeom>
          <a:solidFill>
            <a:schemeClr val="tx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93" name="Oval 1139">
            <a:extLst>
              <a:ext uri="{FF2B5EF4-FFF2-40B4-BE49-F238E27FC236}">
                <a16:creationId xmlns:a16="http://schemas.microsoft.com/office/drawing/2014/main" id="{9323A668-E944-A940-A476-DEE47C816778}"/>
              </a:ext>
            </a:extLst>
          </p:cNvPr>
          <p:cNvSpPr>
            <a:spLocks noChangeArrowheads="1"/>
          </p:cNvSpPr>
          <p:nvPr/>
        </p:nvSpPr>
        <p:spPr bwMode="auto">
          <a:xfrm rot="10800000">
            <a:off x="7389813" y="4219575"/>
            <a:ext cx="76200" cy="76200"/>
          </a:xfrm>
          <a:prstGeom prst="ellipse">
            <a:avLst/>
          </a:prstGeom>
          <a:solidFill>
            <a:schemeClr val="bg2"/>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94" name="Oval 1140">
            <a:extLst>
              <a:ext uri="{FF2B5EF4-FFF2-40B4-BE49-F238E27FC236}">
                <a16:creationId xmlns:a16="http://schemas.microsoft.com/office/drawing/2014/main" id="{D4EE33E6-B164-3E50-E303-0BE8F5D7EE46}"/>
              </a:ext>
            </a:extLst>
          </p:cNvPr>
          <p:cNvSpPr>
            <a:spLocks noChangeArrowheads="1"/>
          </p:cNvSpPr>
          <p:nvPr/>
        </p:nvSpPr>
        <p:spPr bwMode="auto">
          <a:xfrm rot="10800000">
            <a:off x="7204075" y="4433888"/>
            <a:ext cx="76200" cy="76200"/>
          </a:xfrm>
          <a:prstGeom prst="ellipse">
            <a:avLst/>
          </a:prstGeom>
          <a:solidFill>
            <a:schemeClr val="hlink"/>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95" name="Oval 1141">
            <a:extLst>
              <a:ext uri="{FF2B5EF4-FFF2-40B4-BE49-F238E27FC236}">
                <a16:creationId xmlns:a16="http://schemas.microsoft.com/office/drawing/2014/main" id="{32AB5FD3-B33B-F49D-ACCC-DDF17310DEF8}"/>
              </a:ext>
            </a:extLst>
          </p:cNvPr>
          <p:cNvSpPr>
            <a:spLocks noChangeArrowheads="1"/>
          </p:cNvSpPr>
          <p:nvPr/>
        </p:nvSpPr>
        <p:spPr bwMode="auto">
          <a:xfrm rot="10800000">
            <a:off x="6980238" y="3729038"/>
            <a:ext cx="76200" cy="76200"/>
          </a:xfrm>
          <a:prstGeom prst="ellipse">
            <a:avLst/>
          </a:prstGeom>
          <a:solidFill>
            <a:schemeClr val="folHlink"/>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19496" name="Line 1143">
            <a:extLst>
              <a:ext uri="{FF2B5EF4-FFF2-40B4-BE49-F238E27FC236}">
                <a16:creationId xmlns:a16="http://schemas.microsoft.com/office/drawing/2014/main" id="{8F26CD96-CC66-0A3E-9A6B-D8A1ED81DFF8}"/>
              </a:ext>
            </a:extLst>
          </p:cNvPr>
          <p:cNvSpPr>
            <a:spLocks noChangeShapeType="1"/>
          </p:cNvSpPr>
          <p:nvPr/>
        </p:nvSpPr>
        <p:spPr bwMode="auto">
          <a:xfrm>
            <a:off x="6477000" y="4144963"/>
            <a:ext cx="457200"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97" name="Line 1144">
            <a:extLst>
              <a:ext uri="{FF2B5EF4-FFF2-40B4-BE49-F238E27FC236}">
                <a16:creationId xmlns:a16="http://schemas.microsoft.com/office/drawing/2014/main" id="{08B6601F-A245-4AAE-CEEF-10687E0CAF38}"/>
              </a:ext>
            </a:extLst>
          </p:cNvPr>
          <p:cNvSpPr>
            <a:spLocks noChangeShapeType="1"/>
          </p:cNvSpPr>
          <p:nvPr/>
        </p:nvSpPr>
        <p:spPr bwMode="auto">
          <a:xfrm>
            <a:off x="2209800" y="4144963"/>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498" name="Line 1145">
            <a:extLst>
              <a:ext uri="{FF2B5EF4-FFF2-40B4-BE49-F238E27FC236}">
                <a16:creationId xmlns:a16="http://schemas.microsoft.com/office/drawing/2014/main" id="{BE26D5F4-BCFE-62E0-5516-A6B2F5E0FD0B}"/>
              </a:ext>
            </a:extLst>
          </p:cNvPr>
          <p:cNvSpPr>
            <a:spLocks noChangeShapeType="1"/>
          </p:cNvSpPr>
          <p:nvPr/>
        </p:nvSpPr>
        <p:spPr bwMode="auto">
          <a:xfrm flipV="1">
            <a:off x="7010400" y="3763963"/>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9499" name="Rectangle 1146">
            <a:extLst>
              <a:ext uri="{FF2B5EF4-FFF2-40B4-BE49-F238E27FC236}">
                <a16:creationId xmlns:a16="http://schemas.microsoft.com/office/drawing/2014/main" id="{7E84B1C5-D3A0-907A-EC2B-0012A543D26A}"/>
              </a:ext>
            </a:extLst>
          </p:cNvPr>
          <p:cNvSpPr>
            <a:spLocks noChangeArrowheads="1"/>
          </p:cNvSpPr>
          <p:nvPr/>
        </p:nvSpPr>
        <p:spPr bwMode="auto">
          <a:xfrm>
            <a:off x="304800" y="1219200"/>
            <a:ext cx="84582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lgn="l" eaLnBrk="1" hangingPunct="1">
              <a:spcBef>
                <a:spcPct val="20000"/>
              </a:spcBef>
              <a:buClr>
                <a:srgbClr val="000000"/>
              </a:buClr>
              <a:buFontTx/>
              <a:buChar char="•"/>
            </a:pPr>
            <a:r>
              <a:rPr lang="en-US" altLang="en-US" sz="2800">
                <a:solidFill>
                  <a:srgbClr val="000000"/>
                </a:solidFill>
              </a:rPr>
              <a:t>Synchronous time division multiplexing</a:t>
            </a:r>
          </a:p>
        </p:txBody>
      </p:sp>
    </p:spTree>
  </p:cSld>
  <p:clrMapOvr>
    <a:masterClrMapping/>
  </p:clrMapOvr>
  <p:transition advTm="2688"/>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68">
            <a:extLst>
              <a:ext uri="{FF2B5EF4-FFF2-40B4-BE49-F238E27FC236}">
                <a16:creationId xmlns:a16="http://schemas.microsoft.com/office/drawing/2014/main" id="{92461ACA-E9A2-6F4C-3C78-201457C59620}"/>
              </a:ext>
            </a:extLst>
          </p:cNvPr>
          <p:cNvSpPr>
            <a:spLocks noChangeArrowheads="1"/>
          </p:cNvSpPr>
          <p:nvPr/>
        </p:nvSpPr>
        <p:spPr bwMode="auto">
          <a:xfrm>
            <a:off x="457200" y="1828800"/>
            <a:ext cx="8305800" cy="4267200"/>
          </a:xfrm>
          <a:prstGeom prst="rect">
            <a:avLst/>
          </a:prstGeom>
          <a:solidFill>
            <a:srgbClr val="FFFFFF"/>
          </a:solidFill>
          <a:ln w="9525">
            <a:solidFill>
              <a:schemeClr val="tx1"/>
            </a:solidFill>
            <a:miter lim="800000"/>
            <a:headEnd/>
            <a:tailEnd/>
          </a:ln>
          <a:effectLst>
            <a:outerShdw dist="107763" dir="2700000" algn="ctr" rotWithShape="0">
              <a:schemeClr val="bg2"/>
            </a:outerShdw>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20486" name="Rectangle 15">
            <a:extLst>
              <a:ext uri="{FF2B5EF4-FFF2-40B4-BE49-F238E27FC236}">
                <a16:creationId xmlns:a16="http://schemas.microsoft.com/office/drawing/2014/main" id="{450EC98C-5383-C25F-99C1-061CC75CEA87}"/>
              </a:ext>
            </a:extLst>
          </p:cNvPr>
          <p:cNvSpPr>
            <a:spLocks noGrp="1" noChangeArrowheads="1"/>
          </p:cNvSpPr>
          <p:nvPr>
            <p:ph type="title"/>
          </p:nvPr>
        </p:nvSpPr>
        <p:spPr/>
        <p:txBody>
          <a:bodyPr/>
          <a:lstStyle/>
          <a:p>
            <a:pPr eaLnBrk="1" hangingPunct="1"/>
            <a:r>
              <a:rPr lang="en-US" altLang="en-US"/>
              <a:t>TDM Logical Network View</a:t>
            </a:r>
          </a:p>
        </p:txBody>
      </p:sp>
      <p:sp>
        <p:nvSpPr>
          <p:cNvPr id="20487" name="Oval 46">
            <a:extLst>
              <a:ext uri="{FF2B5EF4-FFF2-40B4-BE49-F238E27FC236}">
                <a16:creationId xmlns:a16="http://schemas.microsoft.com/office/drawing/2014/main" id="{0DE84797-4F4B-79D2-EE2E-08E8731852C6}"/>
              </a:ext>
            </a:extLst>
          </p:cNvPr>
          <p:cNvSpPr>
            <a:spLocks noChangeArrowheads="1"/>
          </p:cNvSpPr>
          <p:nvPr/>
        </p:nvSpPr>
        <p:spPr bwMode="auto">
          <a:xfrm>
            <a:off x="2252663" y="3783013"/>
            <a:ext cx="76200" cy="76200"/>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20488" name="Line 47">
            <a:extLst>
              <a:ext uri="{FF2B5EF4-FFF2-40B4-BE49-F238E27FC236}">
                <a16:creationId xmlns:a16="http://schemas.microsoft.com/office/drawing/2014/main" id="{61C3AC8A-CB3B-EC51-BD3A-909160B6B3E5}"/>
              </a:ext>
            </a:extLst>
          </p:cNvPr>
          <p:cNvSpPr>
            <a:spLocks noChangeShapeType="1"/>
          </p:cNvSpPr>
          <p:nvPr/>
        </p:nvSpPr>
        <p:spPr bwMode="auto">
          <a:xfrm>
            <a:off x="1447800" y="2819400"/>
            <a:ext cx="838200" cy="9906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489" name="Line 48">
            <a:extLst>
              <a:ext uri="{FF2B5EF4-FFF2-40B4-BE49-F238E27FC236}">
                <a16:creationId xmlns:a16="http://schemas.microsoft.com/office/drawing/2014/main" id="{8829E7B0-CB97-60EB-444D-DCBB80E9FD78}"/>
              </a:ext>
            </a:extLst>
          </p:cNvPr>
          <p:cNvSpPr>
            <a:spLocks noChangeShapeType="1"/>
          </p:cNvSpPr>
          <p:nvPr/>
        </p:nvSpPr>
        <p:spPr bwMode="auto">
          <a:xfrm flipV="1">
            <a:off x="1371600" y="3810000"/>
            <a:ext cx="914400" cy="1295400"/>
          </a:xfrm>
          <a:prstGeom prst="line">
            <a:avLst/>
          </a:prstGeom>
          <a:noFill/>
          <a:ln w="9525">
            <a:solidFill>
              <a:schemeClr val="bg2"/>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490" name="Line 49">
            <a:extLst>
              <a:ext uri="{FF2B5EF4-FFF2-40B4-BE49-F238E27FC236}">
                <a16:creationId xmlns:a16="http://schemas.microsoft.com/office/drawing/2014/main" id="{00E92C89-9083-9CCB-2F4E-A94DA0343617}"/>
              </a:ext>
            </a:extLst>
          </p:cNvPr>
          <p:cNvSpPr>
            <a:spLocks noChangeShapeType="1"/>
          </p:cNvSpPr>
          <p:nvPr/>
        </p:nvSpPr>
        <p:spPr bwMode="auto">
          <a:xfrm>
            <a:off x="1447800" y="3505200"/>
            <a:ext cx="838200" cy="304800"/>
          </a:xfrm>
          <a:prstGeom prst="line">
            <a:avLst/>
          </a:prstGeom>
          <a:noFill/>
          <a:ln w="9525">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491" name="Line 50">
            <a:extLst>
              <a:ext uri="{FF2B5EF4-FFF2-40B4-BE49-F238E27FC236}">
                <a16:creationId xmlns:a16="http://schemas.microsoft.com/office/drawing/2014/main" id="{B77FED75-C4FB-55A0-7AA1-E6C25DAF8E4F}"/>
              </a:ext>
            </a:extLst>
          </p:cNvPr>
          <p:cNvSpPr>
            <a:spLocks noChangeShapeType="1"/>
          </p:cNvSpPr>
          <p:nvPr/>
        </p:nvSpPr>
        <p:spPr bwMode="auto">
          <a:xfrm flipV="1">
            <a:off x="1447800" y="3810000"/>
            <a:ext cx="838200" cy="381000"/>
          </a:xfrm>
          <a:prstGeom prst="line">
            <a:avLst/>
          </a:prstGeom>
          <a:noFill/>
          <a:ln w="9525">
            <a:solidFill>
              <a:schemeClr val="fo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492" name="Oval 52">
            <a:extLst>
              <a:ext uri="{FF2B5EF4-FFF2-40B4-BE49-F238E27FC236}">
                <a16:creationId xmlns:a16="http://schemas.microsoft.com/office/drawing/2014/main" id="{45AEA605-663C-5A8D-BD9A-3FCADFCB989B}"/>
              </a:ext>
            </a:extLst>
          </p:cNvPr>
          <p:cNvSpPr>
            <a:spLocks noChangeArrowheads="1"/>
          </p:cNvSpPr>
          <p:nvPr/>
        </p:nvSpPr>
        <p:spPr bwMode="auto">
          <a:xfrm rot="10800000">
            <a:off x="6705600" y="3759200"/>
            <a:ext cx="76200" cy="76200"/>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20493" name="Line 53">
            <a:extLst>
              <a:ext uri="{FF2B5EF4-FFF2-40B4-BE49-F238E27FC236}">
                <a16:creationId xmlns:a16="http://schemas.microsoft.com/office/drawing/2014/main" id="{C6BE44EC-1B53-34DF-6C54-126C265CB7AD}"/>
              </a:ext>
            </a:extLst>
          </p:cNvPr>
          <p:cNvSpPr>
            <a:spLocks noChangeShapeType="1"/>
          </p:cNvSpPr>
          <p:nvPr/>
        </p:nvSpPr>
        <p:spPr bwMode="auto">
          <a:xfrm rot="10800000">
            <a:off x="6748463" y="3808413"/>
            <a:ext cx="838200" cy="990600"/>
          </a:xfrm>
          <a:prstGeom prst="line">
            <a:avLst/>
          </a:prstGeom>
          <a:noFill/>
          <a:ln w="9525">
            <a:solidFill>
              <a:schemeClr val="bg2"/>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494" name="Line 54">
            <a:extLst>
              <a:ext uri="{FF2B5EF4-FFF2-40B4-BE49-F238E27FC236}">
                <a16:creationId xmlns:a16="http://schemas.microsoft.com/office/drawing/2014/main" id="{69173038-BDB2-44DB-3849-EFDB99F140A7}"/>
              </a:ext>
            </a:extLst>
          </p:cNvPr>
          <p:cNvSpPr>
            <a:spLocks noChangeShapeType="1"/>
          </p:cNvSpPr>
          <p:nvPr/>
        </p:nvSpPr>
        <p:spPr bwMode="auto">
          <a:xfrm rot="10800000" flipV="1">
            <a:off x="6748463" y="2513013"/>
            <a:ext cx="914400" cy="12954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495" name="Line 55">
            <a:extLst>
              <a:ext uri="{FF2B5EF4-FFF2-40B4-BE49-F238E27FC236}">
                <a16:creationId xmlns:a16="http://schemas.microsoft.com/office/drawing/2014/main" id="{5B6E7586-F99F-AC91-D670-C3707ADE27D5}"/>
              </a:ext>
            </a:extLst>
          </p:cNvPr>
          <p:cNvSpPr>
            <a:spLocks noChangeShapeType="1"/>
          </p:cNvSpPr>
          <p:nvPr/>
        </p:nvSpPr>
        <p:spPr bwMode="auto">
          <a:xfrm rot="10800000">
            <a:off x="6748463" y="3808413"/>
            <a:ext cx="838200" cy="304800"/>
          </a:xfrm>
          <a:prstGeom prst="line">
            <a:avLst/>
          </a:prstGeom>
          <a:noFill/>
          <a:ln w="9525">
            <a:solidFill>
              <a:schemeClr val="fo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496" name="Line 56">
            <a:extLst>
              <a:ext uri="{FF2B5EF4-FFF2-40B4-BE49-F238E27FC236}">
                <a16:creationId xmlns:a16="http://schemas.microsoft.com/office/drawing/2014/main" id="{EFE3F57B-31AB-FB13-4937-BCC46DF0B736}"/>
              </a:ext>
            </a:extLst>
          </p:cNvPr>
          <p:cNvSpPr>
            <a:spLocks noChangeShapeType="1"/>
          </p:cNvSpPr>
          <p:nvPr/>
        </p:nvSpPr>
        <p:spPr bwMode="auto">
          <a:xfrm rot="10800000" flipV="1">
            <a:off x="6748463" y="3427413"/>
            <a:ext cx="838200" cy="381000"/>
          </a:xfrm>
          <a:prstGeom prst="line">
            <a:avLst/>
          </a:prstGeom>
          <a:noFill/>
          <a:ln w="9525">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20497" name="Group 67">
            <a:extLst>
              <a:ext uri="{FF2B5EF4-FFF2-40B4-BE49-F238E27FC236}">
                <a16:creationId xmlns:a16="http://schemas.microsoft.com/office/drawing/2014/main" id="{7AF26347-09C1-282E-31DC-A0EF7891E8C3}"/>
              </a:ext>
            </a:extLst>
          </p:cNvPr>
          <p:cNvGrpSpPr>
            <a:grpSpLocks/>
          </p:cNvGrpSpPr>
          <p:nvPr/>
        </p:nvGrpSpPr>
        <p:grpSpPr bwMode="auto">
          <a:xfrm>
            <a:off x="2819400" y="3581400"/>
            <a:ext cx="3581400" cy="457200"/>
            <a:chOff x="1680" y="2304"/>
            <a:chExt cx="2400" cy="288"/>
          </a:xfrm>
        </p:grpSpPr>
        <p:sp>
          <p:nvSpPr>
            <p:cNvPr id="20508" name="Line 11">
              <a:extLst>
                <a:ext uri="{FF2B5EF4-FFF2-40B4-BE49-F238E27FC236}">
                  <a16:creationId xmlns:a16="http://schemas.microsoft.com/office/drawing/2014/main" id="{6C756B39-53A0-BE2E-906B-A073D25906BC}"/>
                </a:ext>
              </a:extLst>
            </p:cNvPr>
            <p:cNvSpPr>
              <a:spLocks noChangeShapeType="1"/>
            </p:cNvSpPr>
            <p:nvPr/>
          </p:nvSpPr>
          <p:spPr bwMode="auto">
            <a:xfrm>
              <a:off x="1680" y="2532"/>
              <a:ext cx="2400" cy="0"/>
            </a:xfrm>
            <a:prstGeom prst="line">
              <a:avLst/>
            </a:prstGeom>
            <a:noFill/>
            <a:ln w="381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09" name="Line 12">
              <a:extLst>
                <a:ext uri="{FF2B5EF4-FFF2-40B4-BE49-F238E27FC236}">
                  <a16:creationId xmlns:a16="http://schemas.microsoft.com/office/drawing/2014/main" id="{0C35A269-8947-B1E5-7DE9-65757F3F64AD}"/>
                </a:ext>
              </a:extLst>
            </p:cNvPr>
            <p:cNvSpPr>
              <a:spLocks noChangeShapeType="1"/>
            </p:cNvSpPr>
            <p:nvPr/>
          </p:nvSpPr>
          <p:spPr bwMode="auto">
            <a:xfrm>
              <a:off x="1680" y="2475"/>
              <a:ext cx="2400" cy="0"/>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10" name="Line 35">
              <a:extLst>
                <a:ext uri="{FF2B5EF4-FFF2-40B4-BE49-F238E27FC236}">
                  <a16:creationId xmlns:a16="http://schemas.microsoft.com/office/drawing/2014/main" id="{B754C553-4919-52B7-FB25-8293D1667D65}"/>
                </a:ext>
              </a:extLst>
            </p:cNvPr>
            <p:cNvSpPr>
              <a:spLocks noChangeShapeType="1"/>
            </p:cNvSpPr>
            <p:nvPr/>
          </p:nvSpPr>
          <p:spPr bwMode="auto">
            <a:xfrm>
              <a:off x="1680" y="2592"/>
              <a:ext cx="240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11" name="Line 36">
              <a:extLst>
                <a:ext uri="{FF2B5EF4-FFF2-40B4-BE49-F238E27FC236}">
                  <a16:creationId xmlns:a16="http://schemas.microsoft.com/office/drawing/2014/main" id="{5F32D2A2-E6ED-8D21-BB23-3767216B4339}"/>
                </a:ext>
              </a:extLst>
            </p:cNvPr>
            <p:cNvSpPr>
              <a:spLocks noChangeShapeType="1"/>
            </p:cNvSpPr>
            <p:nvPr/>
          </p:nvSpPr>
          <p:spPr bwMode="auto">
            <a:xfrm>
              <a:off x="1680" y="2304"/>
              <a:ext cx="240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12" name="Line 63">
              <a:extLst>
                <a:ext uri="{FF2B5EF4-FFF2-40B4-BE49-F238E27FC236}">
                  <a16:creationId xmlns:a16="http://schemas.microsoft.com/office/drawing/2014/main" id="{084BE036-7B94-A875-128A-DC15778FD89B}"/>
                </a:ext>
              </a:extLst>
            </p:cNvPr>
            <p:cNvSpPr>
              <a:spLocks noChangeShapeType="1"/>
            </p:cNvSpPr>
            <p:nvPr/>
          </p:nvSpPr>
          <p:spPr bwMode="auto">
            <a:xfrm>
              <a:off x="1680" y="2409"/>
              <a:ext cx="24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13" name="Line 64">
              <a:extLst>
                <a:ext uri="{FF2B5EF4-FFF2-40B4-BE49-F238E27FC236}">
                  <a16:creationId xmlns:a16="http://schemas.microsoft.com/office/drawing/2014/main" id="{1616EABD-AEE5-4BB8-4E6A-5350BF6AE9AD}"/>
                </a:ext>
              </a:extLst>
            </p:cNvPr>
            <p:cNvSpPr>
              <a:spLocks noChangeShapeType="1"/>
            </p:cNvSpPr>
            <p:nvPr/>
          </p:nvSpPr>
          <p:spPr bwMode="auto">
            <a:xfrm>
              <a:off x="1680" y="2352"/>
              <a:ext cx="2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0498" name="Line 65">
            <a:extLst>
              <a:ext uri="{FF2B5EF4-FFF2-40B4-BE49-F238E27FC236}">
                <a16:creationId xmlns:a16="http://schemas.microsoft.com/office/drawing/2014/main" id="{D6A8CA10-F0EE-B4CE-B1A2-7CD04EABDEC2}"/>
              </a:ext>
            </a:extLst>
          </p:cNvPr>
          <p:cNvSpPr>
            <a:spLocks noChangeShapeType="1"/>
          </p:cNvSpPr>
          <p:nvPr/>
        </p:nvSpPr>
        <p:spPr bwMode="auto">
          <a:xfrm>
            <a:off x="2362200" y="3810000"/>
            <a:ext cx="457200"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9" name="Line 66">
            <a:extLst>
              <a:ext uri="{FF2B5EF4-FFF2-40B4-BE49-F238E27FC236}">
                <a16:creationId xmlns:a16="http://schemas.microsoft.com/office/drawing/2014/main" id="{7F796183-6156-E8E6-81DF-3463FF336B82}"/>
              </a:ext>
            </a:extLst>
          </p:cNvPr>
          <p:cNvSpPr>
            <a:spLocks noChangeShapeType="1"/>
          </p:cNvSpPr>
          <p:nvPr/>
        </p:nvSpPr>
        <p:spPr bwMode="auto">
          <a:xfrm>
            <a:off x="6400800" y="3810000"/>
            <a:ext cx="457200"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20500" name="Picture 69" descr="Click To Preview">
            <a:extLst>
              <a:ext uri="{FF2B5EF4-FFF2-40B4-BE49-F238E27FC236}">
                <a16:creationId xmlns:a16="http://schemas.microsoft.com/office/drawing/2014/main" id="{0B5C86B1-2DBB-526F-C202-16212B37ED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763" y="3048000"/>
            <a:ext cx="731837"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1" name="Picture 70" descr="Click To Preview">
            <a:extLst>
              <a:ext uri="{FF2B5EF4-FFF2-40B4-BE49-F238E27FC236}">
                <a16:creationId xmlns:a16="http://schemas.microsoft.com/office/drawing/2014/main" id="{17FAFA9C-3F9E-5EB6-2289-53EEE6D3BECB}"/>
              </a:ext>
            </a:extLst>
          </p:cNvPr>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609600" y="3886200"/>
            <a:ext cx="731838"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2" name="Picture 71" descr="Click To Preview">
            <a:extLst>
              <a:ext uri="{FF2B5EF4-FFF2-40B4-BE49-F238E27FC236}">
                <a16:creationId xmlns:a16="http://schemas.microsoft.com/office/drawing/2014/main" id="{DD19797A-FD27-C861-DECC-00CD82B180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209800"/>
            <a:ext cx="731838"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3" name="Picture 72" descr="Click To Preview">
            <a:extLst>
              <a:ext uri="{FF2B5EF4-FFF2-40B4-BE49-F238E27FC236}">
                <a16:creationId xmlns:a16="http://schemas.microsoft.com/office/drawing/2014/main" id="{DF8E499C-570D-8E23-D309-519477C56B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4800600"/>
            <a:ext cx="731838"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4" name="Picture 73" descr="Click To Preview">
            <a:extLst>
              <a:ext uri="{FF2B5EF4-FFF2-40B4-BE49-F238E27FC236}">
                <a16:creationId xmlns:a16="http://schemas.microsoft.com/office/drawing/2014/main" id="{16A8EBFB-2BF7-05D4-1A02-FDD3E973E8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6363" y="3048000"/>
            <a:ext cx="731837"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5" name="Picture 74" descr="Click To Preview">
            <a:extLst>
              <a:ext uri="{FF2B5EF4-FFF2-40B4-BE49-F238E27FC236}">
                <a16:creationId xmlns:a16="http://schemas.microsoft.com/office/drawing/2014/main" id="{B6F9BE4C-688A-B6BD-2458-01B6F86340B8}"/>
              </a:ext>
            </a:extLst>
          </p:cNvPr>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7726363" y="3886200"/>
            <a:ext cx="731837"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6" name="Picture 75" descr="Click To Preview">
            <a:extLst>
              <a:ext uri="{FF2B5EF4-FFF2-40B4-BE49-F238E27FC236}">
                <a16:creationId xmlns:a16="http://schemas.microsoft.com/office/drawing/2014/main" id="{9A87A420-73A3-CECD-52E6-B87B6ED2B3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2400" y="2163763"/>
            <a:ext cx="73183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7" name="Picture 76" descr="Click To Preview">
            <a:extLst>
              <a:ext uri="{FF2B5EF4-FFF2-40B4-BE49-F238E27FC236}">
                <a16:creationId xmlns:a16="http://schemas.microsoft.com/office/drawing/2014/main" id="{C2E49AE9-C70D-B88A-C873-9700A3C28B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6038" y="4800600"/>
            <a:ext cx="731837"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48">
            <a:extLst>
              <a:ext uri="{FF2B5EF4-FFF2-40B4-BE49-F238E27FC236}">
                <a16:creationId xmlns:a16="http://schemas.microsoft.com/office/drawing/2014/main" id="{F8EB545C-2794-A917-ABE1-690DACC0F48A}"/>
              </a:ext>
            </a:extLst>
          </p:cNvPr>
          <p:cNvSpPr>
            <a:spLocks noChangeArrowheads="1"/>
          </p:cNvSpPr>
          <p:nvPr/>
        </p:nvSpPr>
        <p:spPr bwMode="auto">
          <a:xfrm>
            <a:off x="457200" y="1828800"/>
            <a:ext cx="8458200" cy="4267200"/>
          </a:xfrm>
          <a:prstGeom prst="rect">
            <a:avLst/>
          </a:prstGeom>
          <a:solidFill>
            <a:srgbClr val="FFFFFF"/>
          </a:solidFill>
          <a:ln w="9525">
            <a:solidFill>
              <a:schemeClr val="tx1"/>
            </a:solidFill>
            <a:miter lim="800000"/>
            <a:headEnd/>
            <a:tailEnd/>
          </a:ln>
          <a:effectLst>
            <a:outerShdw dist="107763" dir="2700000" algn="ctr" rotWithShape="0">
              <a:schemeClr val="bg2"/>
            </a:outerShdw>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21510" name="Rectangle 2">
            <a:extLst>
              <a:ext uri="{FF2B5EF4-FFF2-40B4-BE49-F238E27FC236}">
                <a16:creationId xmlns:a16="http://schemas.microsoft.com/office/drawing/2014/main" id="{642C1C00-2AEC-B764-A0FA-5AD9856048CB}"/>
              </a:ext>
            </a:extLst>
          </p:cNvPr>
          <p:cNvSpPr>
            <a:spLocks noGrp="1" noChangeArrowheads="1"/>
          </p:cNvSpPr>
          <p:nvPr>
            <p:ph type="title"/>
          </p:nvPr>
        </p:nvSpPr>
        <p:spPr/>
        <p:txBody>
          <a:bodyPr/>
          <a:lstStyle/>
          <a:p>
            <a:pPr eaLnBrk="1" hangingPunct="1"/>
            <a:r>
              <a:rPr lang="en-US" altLang="en-US"/>
              <a:t>Packet Switching (Internet)</a:t>
            </a:r>
          </a:p>
        </p:txBody>
      </p:sp>
      <p:sp>
        <p:nvSpPr>
          <p:cNvPr id="21511" name="Oval 3">
            <a:extLst>
              <a:ext uri="{FF2B5EF4-FFF2-40B4-BE49-F238E27FC236}">
                <a16:creationId xmlns:a16="http://schemas.microsoft.com/office/drawing/2014/main" id="{1028F022-DFBC-B797-0441-A576664F9B3B}"/>
              </a:ext>
            </a:extLst>
          </p:cNvPr>
          <p:cNvSpPr>
            <a:spLocks noChangeArrowheads="1"/>
          </p:cNvSpPr>
          <p:nvPr/>
        </p:nvSpPr>
        <p:spPr bwMode="auto">
          <a:xfrm>
            <a:off x="1765300" y="3409950"/>
            <a:ext cx="990600" cy="9144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21512" name="Oval 6">
            <a:extLst>
              <a:ext uri="{FF2B5EF4-FFF2-40B4-BE49-F238E27FC236}">
                <a16:creationId xmlns:a16="http://schemas.microsoft.com/office/drawing/2014/main" id="{1424C8B8-E3A6-90F1-5BCF-98C7E7015536}"/>
              </a:ext>
            </a:extLst>
          </p:cNvPr>
          <p:cNvSpPr>
            <a:spLocks noChangeArrowheads="1"/>
          </p:cNvSpPr>
          <p:nvPr/>
        </p:nvSpPr>
        <p:spPr bwMode="auto">
          <a:xfrm>
            <a:off x="6413500" y="3409950"/>
            <a:ext cx="990600" cy="9144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21513" name="Line 7">
            <a:extLst>
              <a:ext uri="{FF2B5EF4-FFF2-40B4-BE49-F238E27FC236}">
                <a16:creationId xmlns:a16="http://schemas.microsoft.com/office/drawing/2014/main" id="{D084C59B-2B30-1BA8-FE74-878D797E91D0}"/>
              </a:ext>
            </a:extLst>
          </p:cNvPr>
          <p:cNvSpPr>
            <a:spLocks noChangeShapeType="1"/>
          </p:cNvSpPr>
          <p:nvPr/>
        </p:nvSpPr>
        <p:spPr bwMode="auto">
          <a:xfrm>
            <a:off x="2568575" y="3849688"/>
            <a:ext cx="457200"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14" name="Line 8">
            <a:extLst>
              <a:ext uri="{FF2B5EF4-FFF2-40B4-BE49-F238E27FC236}">
                <a16:creationId xmlns:a16="http://schemas.microsoft.com/office/drawing/2014/main" id="{32FEE0E9-3DA9-1559-1574-A16459AD94F9}"/>
              </a:ext>
            </a:extLst>
          </p:cNvPr>
          <p:cNvSpPr>
            <a:spLocks noChangeShapeType="1"/>
          </p:cNvSpPr>
          <p:nvPr/>
        </p:nvSpPr>
        <p:spPr bwMode="auto">
          <a:xfrm>
            <a:off x="6364288" y="3863975"/>
            <a:ext cx="457200"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15" name="Rectangle 9">
            <a:extLst>
              <a:ext uri="{FF2B5EF4-FFF2-40B4-BE49-F238E27FC236}">
                <a16:creationId xmlns:a16="http://schemas.microsoft.com/office/drawing/2014/main" id="{1EED7AB7-D37C-E1A5-8CC4-3ED3F6D5EF81}"/>
              </a:ext>
            </a:extLst>
          </p:cNvPr>
          <p:cNvSpPr>
            <a:spLocks noChangeArrowheads="1"/>
          </p:cNvSpPr>
          <p:nvPr/>
        </p:nvSpPr>
        <p:spPr bwMode="auto">
          <a:xfrm>
            <a:off x="6261100" y="3638550"/>
            <a:ext cx="76200" cy="457200"/>
          </a:xfrm>
          <a:prstGeom prst="rect">
            <a:avLst/>
          </a:prstGeom>
          <a:solidFill>
            <a:schemeClr val="tx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21516" name="Rectangle 10">
            <a:extLst>
              <a:ext uri="{FF2B5EF4-FFF2-40B4-BE49-F238E27FC236}">
                <a16:creationId xmlns:a16="http://schemas.microsoft.com/office/drawing/2014/main" id="{4403B65F-7336-C272-124F-235A7AEB9206}"/>
              </a:ext>
            </a:extLst>
          </p:cNvPr>
          <p:cNvSpPr>
            <a:spLocks noChangeArrowheads="1"/>
          </p:cNvSpPr>
          <p:nvPr/>
        </p:nvSpPr>
        <p:spPr bwMode="auto">
          <a:xfrm>
            <a:off x="3136900" y="3638550"/>
            <a:ext cx="76200" cy="457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21517" name="Rectangle 11">
            <a:extLst>
              <a:ext uri="{FF2B5EF4-FFF2-40B4-BE49-F238E27FC236}">
                <a16:creationId xmlns:a16="http://schemas.microsoft.com/office/drawing/2014/main" id="{EA2FE3B5-C761-D5CC-959A-93A597A56E0E}"/>
              </a:ext>
            </a:extLst>
          </p:cNvPr>
          <p:cNvSpPr>
            <a:spLocks noChangeArrowheads="1"/>
          </p:cNvSpPr>
          <p:nvPr/>
        </p:nvSpPr>
        <p:spPr bwMode="auto">
          <a:xfrm>
            <a:off x="3517900" y="3638550"/>
            <a:ext cx="228600" cy="457200"/>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21518" name="Rectangle 12">
            <a:extLst>
              <a:ext uri="{FF2B5EF4-FFF2-40B4-BE49-F238E27FC236}">
                <a16:creationId xmlns:a16="http://schemas.microsoft.com/office/drawing/2014/main" id="{A01F5196-18E4-C71D-243E-8BE928761D11}"/>
              </a:ext>
            </a:extLst>
          </p:cNvPr>
          <p:cNvSpPr>
            <a:spLocks noChangeArrowheads="1"/>
          </p:cNvSpPr>
          <p:nvPr/>
        </p:nvSpPr>
        <p:spPr bwMode="auto">
          <a:xfrm>
            <a:off x="3975100" y="3638550"/>
            <a:ext cx="228600" cy="4572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21519" name="Rectangle 13">
            <a:extLst>
              <a:ext uri="{FF2B5EF4-FFF2-40B4-BE49-F238E27FC236}">
                <a16:creationId xmlns:a16="http://schemas.microsoft.com/office/drawing/2014/main" id="{0067F855-C337-81AF-7279-61A407D5159E}"/>
              </a:ext>
            </a:extLst>
          </p:cNvPr>
          <p:cNvSpPr>
            <a:spLocks noChangeArrowheads="1"/>
          </p:cNvSpPr>
          <p:nvPr/>
        </p:nvSpPr>
        <p:spPr bwMode="auto">
          <a:xfrm>
            <a:off x="4432300" y="3638550"/>
            <a:ext cx="76200" cy="457200"/>
          </a:xfrm>
          <a:prstGeom prst="rect">
            <a:avLst/>
          </a:prstGeom>
          <a:solidFill>
            <a:schemeClr val="tx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21520" name="Rectangle 14">
            <a:extLst>
              <a:ext uri="{FF2B5EF4-FFF2-40B4-BE49-F238E27FC236}">
                <a16:creationId xmlns:a16="http://schemas.microsoft.com/office/drawing/2014/main" id="{F38880CE-5F16-08DA-2110-2992050A66F1}"/>
              </a:ext>
            </a:extLst>
          </p:cNvPr>
          <p:cNvSpPr>
            <a:spLocks noChangeArrowheads="1"/>
          </p:cNvSpPr>
          <p:nvPr/>
        </p:nvSpPr>
        <p:spPr bwMode="auto">
          <a:xfrm>
            <a:off x="4584700" y="3638550"/>
            <a:ext cx="7620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21521" name="Rectangle 15">
            <a:extLst>
              <a:ext uri="{FF2B5EF4-FFF2-40B4-BE49-F238E27FC236}">
                <a16:creationId xmlns:a16="http://schemas.microsoft.com/office/drawing/2014/main" id="{1D6FB8E7-1A81-9166-7ECA-FCD3BA081EBF}"/>
              </a:ext>
            </a:extLst>
          </p:cNvPr>
          <p:cNvSpPr>
            <a:spLocks noChangeArrowheads="1"/>
          </p:cNvSpPr>
          <p:nvPr/>
        </p:nvSpPr>
        <p:spPr bwMode="auto">
          <a:xfrm>
            <a:off x="5651500" y="3638550"/>
            <a:ext cx="76200" cy="4572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21522" name="Rectangle 16">
            <a:extLst>
              <a:ext uri="{FF2B5EF4-FFF2-40B4-BE49-F238E27FC236}">
                <a16:creationId xmlns:a16="http://schemas.microsoft.com/office/drawing/2014/main" id="{62D412C6-7336-F0EF-4CEF-2BB3F6F57162}"/>
              </a:ext>
            </a:extLst>
          </p:cNvPr>
          <p:cNvSpPr>
            <a:spLocks noChangeArrowheads="1"/>
          </p:cNvSpPr>
          <p:nvPr/>
        </p:nvSpPr>
        <p:spPr bwMode="auto">
          <a:xfrm>
            <a:off x="5880100" y="3638550"/>
            <a:ext cx="228600" cy="4572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21523" name="Rectangle 17">
            <a:extLst>
              <a:ext uri="{FF2B5EF4-FFF2-40B4-BE49-F238E27FC236}">
                <a16:creationId xmlns:a16="http://schemas.microsoft.com/office/drawing/2014/main" id="{7D63A536-F115-12D6-2F83-10ACB00C6D7D}"/>
              </a:ext>
            </a:extLst>
          </p:cNvPr>
          <p:cNvSpPr>
            <a:spLocks noChangeArrowheads="1"/>
          </p:cNvSpPr>
          <p:nvPr/>
        </p:nvSpPr>
        <p:spPr bwMode="auto">
          <a:xfrm>
            <a:off x="4279900" y="3638550"/>
            <a:ext cx="76200" cy="457200"/>
          </a:xfrm>
          <a:prstGeom prst="rect">
            <a:avLst/>
          </a:prstGeom>
          <a:solidFill>
            <a:schemeClr val="tx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grpSp>
        <p:nvGrpSpPr>
          <p:cNvPr id="21524" name="Group 59">
            <a:extLst>
              <a:ext uri="{FF2B5EF4-FFF2-40B4-BE49-F238E27FC236}">
                <a16:creationId xmlns:a16="http://schemas.microsoft.com/office/drawing/2014/main" id="{15D577C0-F3D6-590C-95B4-4D8D80706E6C}"/>
              </a:ext>
            </a:extLst>
          </p:cNvPr>
          <p:cNvGrpSpPr>
            <a:grpSpLocks/>
          </p:cNvGrpSpPr>
          <p:nvPr/>
        </p:nvGrpSpPr>
        <p:grpSpPr bwMode="auto">
          <a:xfrm>
            <a:off x="2039938" y="3690938"/>
            <a:ext cx="504825" cy="354012"/>
            <a:chOff x="1285" y="2229"/>
            <a:chExt cx="318" cy="223"/>
          </a:xfrm>
        </p:grpSpPr>
        <p:sp>
          <p:nvSpPr>
            <p:cNvPr id="21547" name="Freeform 18">
              <a:extLst>
                <a:ext uri="{FF2B5EF4-FFF2-40B4-BE49-F238E27FC236}">
                  <a16:creationId xmlns:a16="http://schemas.microsoft.com/office/drawing/2014/main" id="{D0ED777C-D1C3-57B8-A5D1-9B4397E18BCB}"/>
                </a:ext>
              </a:extLst>
            </p:cNvPr>
            <p:cNvSpPr>
              <a:spLocks/>
            </p:cNvSpPr>
            <p:nvPr/>
          </p:nvSpPr>
          <p:spPr bwMode="auto">
            <a:xfrm>
              <a:off x="1285" y="2229"/>
              <a:ext cx="318" cy="215"/>
            </a:xfrm>
            <a:custGeom>
              <a:avLst/>
              <a:gdLst>
                <a:gd name="T0" fmla="*/ 0 w 1012"/>
                <a:gd name="T1" fmla="*/ 0 h 292"/>
                <a:gd name="T2" fmla="*/ 317 w 1012"/>
                <a:gd name="T3" fmla="*/ 0 h 292"/>
                <a:gd name="T4" fmla="*/ 318 w 1012"/>
                <a:gd name="T5" fmla="*/ 215 h 292"/>
                <a:gd name="T6" fmla="*/ 6 w 1012"/>
                <a:gd name="T7" fmla="*/ 214 h 2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12" h="292">
                  <a:moveTo>
                    <a:pt x="0" y="0"/>
                  </a:moveTo>
                  <a:lnTo>
                    <a:pt x="1009" y="0"/>
                  </a:lnTo>
                  <a:lnTo>
                    <a:pt x="1012" y="292"/>
                  </a:lnTo>
                  <a:lnTo>
                    <a:pt x="18" y="291"/>
                  </a:ln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48" name="Line 19">
              <a:extLst>
                <a:ext uri="{FF2B5EF4-FFF2-40B4-BE49-F238E27FC236}">
                  <a16:creationId xmlns:a16="http://schemas.microsoft.com/office/drawing/2014/main" id="{C83084CC-066D-D8C4-96FD-44014D6654D9}"/>
                </a:ext>
              </a:extLst>
            </p:cNvPr>
            <p:cNvSpPr>
              <a:spLocks noChangeShapeType="1"/>
            </p:cNvSpPr>
            <p:nvPr/>
          </p:nvSpPr>
          <p:spPr bwMode="auto">
            <a:xfrm>
              <a:off x="1500" y="2238"/>
              <a:ext cx="0" cy="2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49" name="Line 20">
              <a:extLst>
                <a:ext uri="{FF2B5EF4-FFF2-40B4-BE49-F238E27FC236}">
                  <a16:creationId xmlns:a16="http://schemas.microsoft.com/office/drawing/2014/main" id="{A9F91DFE-E856-2C08-2104-E8198500025E}"/>
                </a:ext>
              </a:extLst>
            </p:cNvPr>
            <p:cNvSpPr>
              <a:spLocks noChangeShapeType="1"/>
            </p:cNvSpPr>
            <p:nvPr/>
          </p:nvSpPr>
          <p:spPr bwMode="auto">
            <a:xfrm>
              <a:off x="1431" y="2237"/>
              <a:ext cx="0" cy="2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1525" name="Text Box 36">
            <a:extLst>
              <a:ext uri="{FF2B5EF4-FFF2-40B4-BE49-F238E27FC236}">
                <a16:creationId xmlns:a16="http://schemas.microsoft.com/office/drawing/2014/main" id="{337AFCA6-7385-F638-6661-E10FFCC03E3C}"/>
              </a:ext>
            </a:extLst>
          </p:cNvPr>
          <p:cNvSpPr txBox="1">
            <a:spLocks noChangeArrowheads="1"/>
          </p:cNvSpPr>
          <p:nvPr/>
        </p:nvSpPr>
        <p:spPr bwMode="auto">
          <a:xfrm>
            <a:off x="3760788" y="2590800"/>
            <a:ext cx="1268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lgn="l" eaLnBrk="1" hangingPunct="1"/>
            <a:r>
              <a:rPr lang="en-US" altLang="en-US">
                <a:solidFill>
                  <a:srgbClr val="000000"/>
                </a:solidFill>
              </a:rPr>
              <a:t>Packets</a:t>
            </a:r>
          </a:p>
        </p:txBody>
      </p:sp>
      <p:pic>
        <p:nvPicPr>
          <p:cNvPr id="21526" name="Picture 39" descr="Click To Preview">
            <a:extLst>
              <a:ext uri="{FF2B5EF4-FFF2-40B4-BE49-F238E27FC236}">
                <a16:creationId xmlns:a16="http://schemas.microsoft.com/office/drawing/2014/main" id="{543F78BF-5451-BF59-3F17-75733CF58D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4648200"/>
            <a:ext cx="731838"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7" name="Picture 41" descr="Click To Preview">
            <a:extLst>
              <a:ext uri="{FF2B5EF4-FFF2-40B4-BE49-F238E27FC236}">
                <a16:creationId xmlns:a16="http://schemas.microsoft.com/office/drawing/2014/main" id="{3F2C70F4-F572-80BF-B2D9-E77012C899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4602163"/>
            <a:ext cx="73183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8" name="Picture 43" descr="Click To Preview">
            <a:extLst>
              <a:ext uri="{FF2B5EF4-FFF2-40B4-BE49-F238E27FC236}">
                <a16:creationId xmlns:a16="http://schemas.microsoft.com/office/drawing/2014/main" id="{4F366DD8-49A7-4E9E-8FD7-1D9FF61430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9763" y="3505200"/>
            <a:ext cx="731837"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9" name="Picture 44" descr="Click To Preview">
            <a:extLst>
              <a:ext uri="{FF2B5EF4-FFF2-40B4-BE49-F238E27FC236}">
                <a16:creationId xmlns:a16="http://schemas.microsoft.com/office/drawing/2014/main" id="{40CD0769-734E-7FE2-939F-39C470F29E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9763" y="2392363"/>
            <a:ext cx="731837"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30" name="Picture 45" descr="Click To Preview">
            <a:extLst>
              <a:ext uri="{FF2B5EF4-FFF2-40B4-BE49-F238E27FC236}">
                <a16:creationId xmlns:a16="http://schemas.microsoft.com/office/drawing/2014/main" id="{246C192F-69DA-52E9-6460-E148502698CF}"/>
              </a:ext>
            </a:extLst>
          </p:cNvPr>
          <p:cNvPicPr>
            <a:picLocks noChangeAspect="1" noChangeArrowheads="1"/>
          </p:cNvPicPr>
          <p:nvPr/>
        </p:nvPicPr>
        <p:blipFill>
          <a:blip r:embed="rId5">
            <a:grayscl/>
            <a:extLst>
              <a:ext uri="{28A0092B-C50C-407E-A947-70E740481C1C}">
                <a14:useLocalDpi xmlns:a14="http://schemas.microsoft.com/office/drawing/2010/main" val="0"/>
              </a:ext>
            </a:extLst>
          </a:blip>
          <a:srcRect/>
          <a:stretch>
            <a:fillRect/>
          </a:stretch>
        </p:blipFill>
        <p:spPr bwMode="auto">
          <a:xfrm>
            <a:off x="8031163" y="2514600"/>
            <a:ext cx="731837"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31" name="Picture 47" descr="Click To Preview">
            <a:extLst>
              <a:ext uri="{FF2B5EF4-FFF2-40B4-BE49-F238E27FC236}">
                <a16:creationId xmlns:a16="http://schemas.microsoft.com/office/drawing/2014/main" id="{543081EE-7B55-2992-77EA-48F380F5FCD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01000" y="3535363"/>
            <a:ext cx="73183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32" name="Line 4">
            <a:extLst>
              <a:ext uri="{FF2B5EF4-FFF2-40B4-BE49-F238E27FC236}">
                <a16:creationId xmlns:a16="http://schemas.microsoft.com/office/drawing/2014/main" id="{0D4612AE-03C9-D6B2-4E79-951C54E41279}"/>
              </a:ext>
            </a:extLst>
          </p:cNvPr>
          <p:cNvSpPr>
            <a:spLocks noChangeShapeType="1"/>
          </p:cNvSpPr>
          <p:nvPr/>
        </p:nvSpPr>
        <p:spPr bwMode="auto">
          <a:xfrm>
            <a:off x="2679700" y="4095750"/>
            <a:ext cx="381000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33" name="Line 5">
            <a:extLst>
              <a:ext uri="{FF2B5EF4-FFF2-40B4-BE49-F238E27FC236}">
                <a16:creationId xmlns:a16="http://schemas.microsoft.com/office/drawing/2014/main" id="{ECD39325-B841-E483-E48E-A8B869861DE7}"/>
              </a:ext>
            </a:extLst>
          </p:cNvPr>
          <p:cNvSpPr>
            <a:spLocks noChangeShapeType="1"/>
          </p:cNvSpPr>
          <p:nvPr/>
        </p:nvSpPr>
        <p:spPr bwMode="auto">
          <a:xfrm>
            <a:off x="2679700" y="3638550"/>
            <a:ext cx="381000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34" name="Line 49">
            <a:extLst>
              <a:ext uri="{FF2B5EF4-FFF2-40B4-BE49-F238E27FC236}">
                <a16:creationId xmlns:a16="http://schemas.microsoft.com/office/drawing/2014/main" id="{A512AAA2-F6CB-D0F5-B7AF-B00857B26CC0}"/>
              </a:ext>
            </a:extLst>
          </p:cNvPr>
          <p:cNvSpPr>
            <a:spLocks noChangeShapeType="1"/>
          </p:cNvSpPr>
          <p:nvPr/>
        </p:nvSpPr>
        <p:spPr bwMode="auto">
          <a:xfrm>
            <a:off x="4343400" y="2971800"/>
            <a:ext cx="0" cy="533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21535" name="Group 54">
            <a:extLst>
              <a:ext uri="{FF2B5EF4-FFF2-40B4-BE49-F238E27FC236}">
                <a16:creationId xmlns:a16="http://schemas.microsoft.com/office/drawing/2014/main" id="{A67EF7E1-2FE0-FCA4-45C5-62C362592152}"/>
              </a:ext>
            </a:extLst>
          </p:cNvPr>
          <p:cNvGrpSpPr>
            <a:grpSpLocks/>
          </p:cNvGrpSpPr>
          <p:nvPr/>
        </p:nvGrpSpPr>
        <p:grpSpPr bwMode="auto">
          <a:xfrm>
            <a:off x="1371600" y="2895600"/>
            <a:ext cx="914400" cy="2057400"/>
            <a:chOff x="864" y="1728"/>
            <a:chExt cx="576" cy="1296"/>
          </a:xfrm>
        </p:grpSpPr>
        <p:sp>
          <p:nvSpPr>
            <p:cNvPr id="21544" name="Line 50">
              <a:extLst>
                <a:ext uri="{FF2B5EF4-FFF2-40B4-BE49-F238E27FC236}">
                  <a16:creationId xmlns:a16="http://schemas.microsoft.com/office/drawing/2014/main" id="{625FB3AB-F364-CC51-19B9-35A4CC5309EE}"/>
                </a:ext>
              </a:extLst>
            </p:cNvPr>
            <p:cNvSpPr>
              <a:spLocks noChangeShapeType="1"/>
            </p:cNvSpPr>
            <p:nvPr/>
          </p:nvSpPr>
          <p:spPr bwMode="auto">
            <a:xfrm>
              <a:off x="912" y="1728"/>
              <a:ext cx="528" cy="624"/>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45" name="Line 52">
              <a:extLst>
                <a:ext uri="{FF2B5EF4-FFF2-40B4-BE49-F238E27FC236}">
                  <a16:creationId xmlns:a16="http://schemas.microsoft.com/office/drawing/2014/main" id="{FA5D4DB6-CEAA-D775-DB2F-150122425414}"/>
                </a:ext>
              </a:extLst>
            </p:cNvPr>
            <p:cNvSpPr>
              <a:spLocks noChangeShapeType="1"/>
            </p:cNvSpPr>
            <p:nvPr/>
          </p:nvSpPr>
          <p:spPr bwMode="auto">
            <a:xfrm>
              <a:off x="912" y="2352"/>
              <a:ext cx="528" cy="0"/>
            </a:xfrm>
            <a:prstGeom prst="line">
              <a:avLst/>
            </a:prstGeom>
            <a:noFill/>
            <a:ln w="9525">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46" name="Line 53">
              <a:extLst>
                <a:ext uri="{FF2B5EF4-FFF2-40B4-BE49-F238E27FC236}">
                  <a16:creationId xmlns:a16="http://schemas.microsoft.com/office/drawing/2014/main" id="{8259BCC3-1DD1-8CAC-F60D-A338740989E9}"/>
                </a:ext>
              </a:extLst>
            </p:cNvPr>
            <p:cNvSpPr>
              <a:spLocks noChangeShapeType="1"/>
            </p:cNvSpPr>
            <p:nvPr/>
          </p:nvSpPr>
          <p:spPr bwMode="auto">
            <a:xfrm flipV="1">
              <a:off x="864" y="2352"/>
              <a:ext cx="576" cy="672"/>
            </a:xfrm>
            <a:prstGeom prst="line">
              <a:avLst/>
            </a:prstGeom>
            <a:noFill/>
            <a:ln w="9525">
              <a:solidFill>
                <a:schemeClr val="fo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21536" name="Group 55">
            <a:extLst>
              <a:ext uri="{FF2B5EF4-FFF2-40B4-BE49-F238E27FC236}">
                <a16:creationId xmlns:a16="http://schemas.microsoft.com/office/drawing/2014/main" id="{3D0CA6A4-BDCA-B577-1806-7D93A1D7D5B4}"/>
              </a:ext>
            </a:extLst>
          </p:cNvPr>
          <p:cNvGrpSpPr>
            <a:grpSpLocks/>
          </p:cNvGrpSpPr>
          <p:nvPr/>
        </p:nvGrpSpPr>
        <p:grpSpPr bwMode="auto">
          <a:xfrm rot="10800000">
            <a:off x="7010400" y="2819400"/>
            <a:ext cx="914400" cy="2057400"/>
            <a:chOff x="864" y="1728"/>
            <a:chExt cx="576" cy="1296"/>
          </a:xfrm>
        </p:grpSpPr>
        <p:sp>
          <p:nvSpPr>
            <p:cNvPr id="21541" name="Line 56">
              <a:extLst>
                <a:ext uri="{FF2B5EF4-FFF2-40B4-BE49-F238E27FC236}">
                  <a16:creationId xmlns:a16="http://schemas.microsoft.com/office/drawing/2014/main" id="{ECEC9099-6953-1E11-7DCF-1DFA4EBA9928}"/>
                </a:ext>
              </a:extLst>
            </p:cNvPr>
            <p:cNvSpPr>
              <a:spLocks noChangeShapeType="1"/>
            </p:cNvSpPr>
            <p:nvPr/>
          </p:nvSpPr>
          <p:spPr bwMode="auto">
            <a:xfrm>
              <a:off x="912" y="1728"/>
              <a:ext cx="528" cy="624"/>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42" name="Line 57">
              <a:extLst>
                <a:ext uri="{FF2B5EF4-FFF2-40B4-BE49-F238E27FC236}">
                  <a16:creationId xmlns:a16="http://schemas.microsoft.com/office/drawing/2014/main" id="{D060EA7C-9144-EE80-7BB0-27A6791FE5AD}"/>
                </a:ext>
              </a:extLst>
            </p:cNvPr>
            <p:cNvSpPr>
              <a:spLocks noChangeShapeType="1"/>
            </p:cNvSpPr>
            <p:nvPr/>
          </p:nvSpPr>
          <p:spPr bwMode="auto">
            <a:xfrm>
              <a:off x="912" y="2352"/>
              <a:ext cx="528" cy="0"/>
            </a:xfrm>
            <a:prstGeom prst="line">
              <a:avLst/>
            </a:prstGeom>
            <a:noFill/>
            <a:ln w="9525">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543" name="Line 58">
              <a:extLst>
                <a:ext uri="{FF2B5EF4-FFF2-40B4-BE49-F238E27FC236}">
                  <a16:creationId xmlns:a16="http://schemas.microsoft.com/office/drawing/2014/main" id="{7F3AB818-46E9-D6FF-EA97-37F48032F0C2}"/>
                </a:ext>
              </a:extLst>
            </p:cNvPr>
            <p:cNvSpPr>
              <a:spLocks noChangeShapeType="1"/>
            </p:cNvSpPr>
            <p:nvPr/>
          </p:nvSpPr>
          <p:spPr bwMode="auto">
            <a:xfrm flipV="1">
              <a:off x="864" y="2352"/>
              <a:ext cx="576" cy="672"/>
            </a:xfrm>
            <a:prstGeom prst="line">
              <a:avLst/>
            </a:prstGeom>
            <a:noFill/>
            <a:ln w="9525">
              <a:solidFill>
                <a:schemeClr val="fo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21537" name="Group 60">
            <a:extLst>
              <a:ext uri="{FF2B5EF4-FFF2-40B4-BE49-F238E27FC236}">
                <a16:creationId xmlns:a16="http://schemas.microsoft.com/office/drawing/2014/main" id="{3B0F19BB-4BBC-832C-62FC-389714281078}"/>
              </a:ext>
            </a:extLst>
          </p:cNvPr>
          <p:cNvGrpSpPr>
            <a:grpSpLocks/>
          </p:cNvGrpSpPr>
          <p:nvPr/>
        </p:nvGrpSpPr>
        <p:grpSpPr bwMode="auto">
          <a:xfrm>
            <a:off x="6781800" y="3690938"/>
            <a:ext cx="504825" cy="354012"/>
            <a:chOff x="1285" y="2229"/>
            <a:chExt cx="318" cy="223"/>
          </a:xfrm>
        </p:grpSpPr>
        <p:sp>
          <p:nvSpPr>
            <p:cNvPr id="21538" name="Freeform 61">
              <a:extLst>
                <a:ext uri="{FF2B5EF4-FFF2-40B4-BE49-F238E27FC236}">
                  <a16:creationId xmlns:a16="http://schemas.microsoft.com/office/drawing/2014/main" id="{51DC1129-7562-75B4-4C7B-F59D8D83DF1D}"/>
                </a:ext>
              </a:extLst>
            </p:cNvPr>
            <p:cNvSpPr>
              <a:spLocks/>
            </p:cNvSpPr>
            <p:nvPr/>
          </p:nvSpPr>
          <p:spPr bwMode="auto">
            <a:xfrm>
              <a:off x="1285" y="2229"/>
              <a:ext cx="318" cy="215"/>
            </a:xfrm>
            <a:custGeom>
              <a:avLst/>
              <a:gdLst>
                <a:gd name="T0" fmla="*/ 0 w 1012"/>
                <a:gd name="T1" fmla="*/ 0 h 292"/>
                <a:gd name="T2" fmla="*/ 317 w 1012"/>
                <a:gd name="T3" fmla="*/ 0 h 292"/>
                <a:gd name="T4" fmla="*/ 318 w 1012"/>
                <a:gd name="T5" fmla="*/ 215 h 292"/>
                <a:gd name="T6" fmla="*/ 6 w 1012"/>
                <a:gd name="T7" fmla="*/ 214 h 2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12" h="292">
                  <a:moveTo>
                    <a:pt x="0" y="0"/>
                  </a:moveTo>
                  <a:lnTo>
                    <a:pt x="1009" y="0"/>
                  </a:lnTo>
                  <a:lnTo>
                    <a:pt x="1012" y="292"/>
                  </a:lnTo>
                  <a:lnTo>
                    <a:pt x="18" y="291"/>
                  </a:ln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39" name="Line 62">
              <a:extLst>
                <a:ext uri="{FF2B5EF4-FFF2-40B4-BE49-F238E27FC236}">
                  <a16:creationId xmlns:a16="http://schemas.microsoft.com/office/drawing/2014/main" id="{27F00E3A-4ED2-BCDC-8062-F95B7177BBA1}"/>
                </a:ext>
              </a:extLst>
            </p:cNvPr>
            <p:cNvSpPr>
              <a:spLocks noChangeShapeType="1"/>
            </p:cNvSpPr>
            <p:nvPr/>
          </p:nvSpPr>
          <p:spPr bwMode="auto">
            <a:xfrm>
              <a:off x="1500" y="2238"/>
              <a:ext cx="0" cy="2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40" name="Line 63">
              <a:extLst>
                <a:ext uri="{FF2B5EF4-FFF2-40B4-BE49-F238E27FC236}">
                  <a16:creationId xmlns:a16="http://schemas.microsoft.com/office/drawing/2014/main" id="{63C24184-181F-F989-AD87-51D325BE4641}"/>
                </a:ext>
              </a:extLst>
            </p:cNvPr>
            <p:cNvSpPr>
              <a:spLocks noChangeShapeType="1"/>
            </p:cNvSpPr>
            <p:nvPr/>
          </p:nvSpPr>
          <p:spPr bwMode="auto">
            <a:xfrm>
              <a:off x="1431" y="2237"/>
              <a:ext cx="0" cy="2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1026">
            <a:extLst>
              <a:ext uri="{FF2B5EF4-FFF2-40B4-BE49-F238E27FC236}">
                <a16:creationId xmlns:a16="http://schemas.microsoft.com/office/drawing/2014/main" id="{11FDCC20-D44B-A75E-79A0-94135B384F55}"/>
              </a:ext>
            </a:extLst>
          </p:cNvPr>
          <p:cNvSpPr>
            <a:spLocks noGrp="1" noChangeArrowheads="1"/>
          </p:cNvSpPr>
          <p:nvPr>
            <p:ph type="title"/>
          </p:nvPr>
        </p:nvSpPr>
        <p:spPr/>
        <p:txBody>
          <a:bodyPr/>
          <a:lstStyle/>
          <a:p>
            <a:pPr eaLnBrk="1" hangingPunct="1"/>
            <a:r>
              <a:rPr lang="en-US" altLang="en-US"/>
              <a:t>Packet Switching</a:t>
            </a:r>
          </a:p>
        </p:txBody>
      </p:sp>
      <p:sp>
        <p:nvSpPr>
          <p:cNvPr id="22534" name="Rectangle 1027">
            <a:extLst>
              <a:ext uri="{FF2B5EF4-FFF2-40B4-BE49-F238E27FC236}">
                <a16:creationId xmlns:a16="http://schemas.microsoft.com/office/drawing/2014/main" id="{C6F0E4F3-939E-2A02-E791-C9B540739DD7}"/>
              </a:ext>
            </a:extLst>
          </p:cNvPr>
          <p:cNvSpPr>
            <a:spLocks noGrp="1" noChangeArrowheads="1"/>
          </p:cNvSpPr>
          <p:nvPr>
            <p:ph type="body" idx="1"/>
          </p:nvPr>
        </p:nvSpPr>
        <p:spPr/>
        <p:txBody>
          <a:bodyPr/>
          <a:lstStyle/>
          <a:p>
            <a:pPr eaLnBrk="1" hangingPunct="1"/>
            <a:r>
              <a:rPr lang="en-US" altLang="en-US" dirty="0"/>
              <a:t>Interleave packets from different sources</a:t>
            </a:r>
          </a:p>
          <a:p>
            <a:pPr eaLnBrk="1" hangingPunct="1"/>
            <a:r>
              <a:rPr lang="en-US" altLang="en-US" dirty="0"/>
              <a:t>Efficient: resources used on demand</a:t>
            </a:r>
          </a:p>
          <a:p>
            <a:pPr lvl="1" eaLnBrk="1" hangingPunct="1"/>
            <a:r>
              <a:rPr lang="en-US" altLang="en-US" dirty="0"/>
              <a:t>Statistical multiplexing</a:t>
            </a:r>
          </a:p>
          <a:p>
            <a:pPr eaLnBrk="1" hangingPunct="1"/>
            <a:r>
              <a:rPr lang="en-US" altLang="en-US" dirty="0"/>
              <a:t>General</a:t>
            </a:r>
          </a:p>
          <a:p>
            <a:pPr lvl="1" eaLnBrk="1" hangingPunct="1"/>
            <a:r>
              <a:rPr lang="en-US" altLang="en-US" dirty="0"/>
              <a:t>Multiple types of applications</a:t>
            </a:r>
          </a:p>
          <a:p>
            <a:pPr eaLnBrk="1" hangingPunct="1"/>
            <a:r>
              <a:rPr lang="en-US" altLang="en-US" dirty="0"/>
              <a:t>Accommodates </a:t>
            </a:r>
            <a:r>
              <a:rPr lang="en-US" altLang="en-US" dirty="0" err="1"/>
              <a:t>bursty</a:t>
            </a:r>
            <a:r>
              <a:rPr lang="en-US" altLang="en-US" dirty="0"/>
              <a:t> traffic</a:t>
            </a:r>
          </a:p>
          <a:p>
            <a:pPr lvl="1" eaLnBrk="1" hangingPunct="1"/>
            <a:r>
              <a:rPr lang="en-US" altLang="en-US" dirty="0"/>
              <a:t>Addition of queues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81">
            <a:extLst>
              <a:ext uri="{FF2B5EF4-FFF2-40B4-BE49-F238E27FC236}">
                <a16:creationId xmlns:a16="http://schemas.microsoft.com/office/drawing/2014/main" id="{942EDDDD-E0C8-128E-44C8-5D478934A522}"/>
              </a:ext>
            </a:extLst>
          </p:cNvPr>
          <p:cNvSpPr>
            <a:spLocks noChangeArrowheads="1"/>
          </p:cNvSpPr>
          <p:nvPr/>
        </p:nvSpPr>
        <p:spPr bwMode="auto">
          <a:xfrm>
            <a:off x="4724400" y="1524000"/>
            <a:ext cx="4038600" cy="3810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25606" name="Rectangle 82">
            <a:extLst>
              <a:ext uri="{FF2B5EF4-FFF2-40B4-BE49-F238E27FC236}">
                <a16:creationId xmlns:a16="http://schemas.microsoft.com/office/drawing/2014/main" id="{CAAA4BD2-0ABE-FAE4-FCA0-BFD8BE0D013A}"/>
              </a:ext>
            </a:extLst>
          </p:cNvPr>
          <p:cNvSpPr>
            <a:spLocks noChangeArrowheads="1"/>
          </p:cNvSpPr>
          <p:nvPr/>
        </p:nvSpPr>
        <p:spPr bwMode="auto">
          <a:xfrm>
            <a:off x="4724400" y="2057400"/>
            <a:ext cx="4038600" cy="38100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25607" name="Text Box 83">
            <a:extLst>
              <a:ext uri="{FF2B5EF4-FFF2-40B4-BE49-F238E27FC236}">
                <a16:creationId xmlns:a16="http://schemas.microsoft.com/office/drawing/2014/main" id="{A6CA0917-B82F-746E-83A3-60F54EB0CB49}"/>
              </a:ext>
            </a:extLst>
          </p:cNvPr>
          <p:cNvSpPr txBox="1">
            <a:spLocks noChangeArrowheads="1"/>
          </p:cNvSpPr>
          <p:nvPr/>
        </p:nvSpPr>
        <p:spPr bwMode="auto">
          <a:xfrm>
            <a:off x="5527675" y="1524000"/>
            <a:ext cx="2030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lgn="l"/>
            <a:r>
              <a:rPr lang="en-US" altLang="en-US">
                <a:solidFill>
                  <a:srgbClr val="000000"/>
                </a:solidFill>
              </a:rPr>
              <a:t>Internet[work]</a:t>
            </a:r>
          </a:p>
        </p:txBody>
      </p:sp>
      <p:sp>
        <p:nvSpPr>
          <p:cNvPr id="25608" name="Rectangle 3">
            <a:extLst>
              <a:ext uri="{FF2B5EF4-FFF2-40B4-BE49-F238E27FC236}">
                <a16:creationId xmlns:a16="http://schemas.microsoft.com/office/drawing/2014/main" id="{166A8B45-4C2C-1B1F-3201-5F2D7AA5BD9F}"/>
              </a:ext>
            </a:extLst>
          </p:cNvPr>
          <p:cNvSpPr>
            <a:spLocks noGrp="1" noChangeArrowheads="1"/>
          </p:cNvSpPr>
          <p:nvPr>
            <p:ph type="title"/>
          </p:nvPr>
        </p:nvSpPr>
        <p:spPr/>
        <p:txBody>
          <a:bodyPr/>
          <a:lstStyle/>
          <a:p>
            <a:pPr eaLnBrk="1" hangingPunct="1"/>
            <a:r>
              <a:rPr lang="en-US" altLang="en-US"/>
              <a:t>Second Step: Internet[work]</a:t>
            </a:r>
          </a:p>
        </p:txBody>
      </p:sp>
      <p:sp>
        <p:nvSpPr>
          <p:cNvPr id="25609" name="Line 2">
            <a:extLst>
              <a:ext uri="{FF2B5EF4-FFF2-40B4-BE49-F238E27FC236}">
                <a16:creationId xmlns:a16="http://schemas.microsoft.com/office/drawing/2014/main" id="{A16B525C-4867-7C01-79D1-C70462A3E040}"/>
              </a:ext>
            </a:extLst>
          </p:cNvPr>
          <p:cNvSpPr>
            <a:spLocks noChangeShapeType="1"/>
          </p:cNvSpPr>
          <p:nvPr/>
        </p:nvSpPr>
        <p:spPr bwMode="auto">
          <a:xfrm flipV="1">
            <a:off x="6400800" y="3733800"/>
            <a:ext cx="2286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0" name="Freeform 40">
            <a:extLst>
              <a:ext uri="{FF2B5EF4-FFF2-40B4-BE49-F238E27FC236}">
                <a16:creationId xmlns:a16="http://schemas.microsoft.com/office/drawing/2014/main" id="{BDE5CC3A-77A5-0BF5-6C20-A56D5E0A6614}"/>
              </a:ext>
            </a:extLst>
          </p:cNvPr>
          <p:cNvSpPr>
            <a:spLocks/>
          </p:cNvSpPr>
          <p:nvPr/>
        </p:nvSpPr>
        <p:spPr bwMode="auto">
          <a:xfrm>
            <a:off x="6818313" y="2286000"/>
            <a:ext cx="177800" cy="177800"/>
          </a:xfrm>
          <a:custGeom>
            <a:avLst/>
            <a:gdLst>
              <a:gd name="T0" fmla="*/ 177800 w 112"/>
              <a:gd name="T1" fmla="*/ 177800 h 112"/>
              <a:gd name="T2" fmla="*/ 177800 w 112"/>
              <a:gd name="T3" fmla="*/ 0 h 112"/>
              <a:gd name="T4" fmla="*/ 0 w 112"/>
              <a:gd name="T5" fmla="*/ 0 h 112"/>
              <a:gd name="T6" fmla="*/ 0 w 112"/>
              <a:gd name="T7" fmla="*/ 177800 h 112"/>
              <a:gd name="T8" fmla="*/ 177800 w 112"/>
              <a:gd name="T9" fmla="*/ 177800 h 112"/>
              <a:gd name="T10" fmla="*/ 177800 w 112"/>
              <a:gd name="T11" fmla="*/ 177800 h 1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112">
                <a:moveTo>
                  <a:pt x="112" y="112"/>
                </a:moveTo>
                <a:lnTo>
                  <a:pt x="112" y="0"/>
                </a:lnTo>
                <a:lnTo>
                  <a:pt x="0" y="0"/>
                </a:lnTo>
                <a:lnTo>
                  <a:pt x="0" y="112"/>
                </a:lnTo>
                <a:lnTo>
                  <a:pt x="112" y="112"/>
                </a:lnTo>
              </a:path>
            </a:pathLst>
          </a:custGeom>
          <a:solidFill>
            <a:schemeClr val="accent1"/>
          </a:solidFill>
          <a:ln w="7938">
            <a:solidFill>
              <a:srgbClr val="000000"/>
            </a:solidFill>
            <a:prstDash val="solid"/>
            <a:round/>
            <a:headEnd/>
            <a:tailEnd/>
          </a:ln>
        </p:spPr>
        <p:txBody>
          <a:bodyPr/>
          <a:lstStyle/>
          <a:p>
            <a:endParaRPr lang="en-US"/>
          </a:p>
        </p:txBody>
      </p:sp>
      <p:sp>
        <p:nvSpPr>
          <p:cNvPr id="25611" name="Freeform 41">
            <a:extLst>
              <a:ext uri="{FF2B5EF4-FFF2-40B4-BE49-F238E27FC236}">
                <a16:creationId xmlns:a16="http://schemas.microsoft.com/office/drawing/2014/main" id="{19BACBDC-75F4-230E-7FC8-FEB493EF8DDB}"/>
              </a:ext>
            </a:extLst>
          </p:cNvPr>
          <p:cNvSpPr>
            <a:spLocks/>
          </p:cNvSpPr>
          <p:nvPr/>
        </p:nvSpPr>
        <p:spPr bwMode="auto">
          <a:xfrm>
            <a:off x="5951538" y="2774950"/>
            <a:ext cx="180975" cy="177800"/>
          </a:xfrm>
          <a:custGeom>
            <a:avLst/>
            <a:gdLst>
              <a:gd name="T0" fmla="*/ 177800 w 114"/>
              <a:gd name="T1" fmla="*/ 177800 h 112"/>
              <a:gd name="T2" fmla="*/ 180975 w 114"/>
              <a:gd name="T3" fmla="*/ 0 h 112"/>
              <a:gd name="T4" fmla="*/ 0 w 114"/>
              <a:gd name="T5" fmla="*/ 0 h 112"/>
              <a:gd name="T6" fmla="*/ 0 w 114"/>
              <a:gd name="T7" fmla="*/ 177800 h 112"/>
              <a:gd name="T8" fmla="*/ 180975 w 114"/>
              <a:gd name="T9" fmla="*/ 177800 h 112"/>
              <a:gd name="T10" fmla="*/ 180975 w 114"/>
              <a:gd name="T11" fmla="*/ 177800 h 1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2">
                <a:moveTo>
                  <a:pt x="112" y="112"/>
                </a:moveTo>
                <a:lnTo>
                  <a:pt x="114" y="0"/>
                </a:lnTo>
                <a:lnTo>
                  <a:pt x="0" y="0"/>
                </a:lnTo>
                <a:lnTo>
                  <a:pt x="0" y="112"/>
                </a:lnTo>
                <a:lnTo>
                  <a:pt x="114" y="112"/>
                </a:lnTo>
              </a:path>
            </a:pathLst>
          </a:custGeom>
          <a:solidFill>
            <a:schemeClr val="accent1"/>
          </a:solidFill>
          <a:ln w="7938">
            <a:solidFill>
              <a:srgbClr val="000000"/>
            </a:solidFill>
            <a:prstDash val="solid"/>
            <a:round/>
            <a:headEnd/>
            <a:tailEnd/>
          </a:ln>
        </p:spPr>
        <p:txBody>
          <a:bodyPr/>
          <a:lstStyle/>
          <a:p>
            <a:endParaRPr lang="en-US"/>
          </a:p>
        </p:txBody>
      </p:sp>
      <p:sp>
        <p:nvSpPr>
          <p:cNvPr id="25612" name="Freeform 42">
            <a:extLst>
              <a:ext uri="{FF2B5EF4-FFF2-40B4-BE49-F238E27FC236}">
                <a16:creationId xmlns:a16="http://schemas.microsoft.com/office/drawing/2014/main" id="{EA80B089-FDBB-423A-39E3-DBDD8D81F6CD}"/>
              </a:ext>
            </a:extLst>
          </p:cNvPr>
          <p:cNvSpPr>
            <a:spLocks/>
          </p:cNvSpPr>
          <p:nvPr/>
        </p:nvSpPr>
        <p:spPr bwMode="auto">
          <a:xfrm>
            <a:off x="7696200" y="2770188"/>
            <a:ext cx="180975" cy="182562"/>
          </a:xfrm>
          <a:custGeom>
            <a:avLst/>
            <a:gdLst>
              <a:gd name="T0" fmla="*/ 0 w 114"/>
              <a:gd name="T1" fmla="*/ 177800 h 115"/>
              <a:gd name="T2" fmla="*/ 180975 w 114"/>
              <a:gd name="T3" fmla="*/ 182562 h 115"/>
              <a:gd name="T4" fmla="*/ 180975 w 114"/>
              <a:gd name="T5" fmla="*/ 0 h 115"/>
              <a:gd name="T6" fmla="*/ 3175 w 114"/>
              <a:gd name="T7" fmla="*/ 0 h 115"/>
              <a:gd name="T8" fmla="*/ 3175 w 114"/>
              <a:gd name="T9" fmla="*/ 182562 h 115"/>
              <a:gd name="T10" fmla="*/ 3175 w 114"/>
              <a:gd name="T11" fmla="*/ 182562 h 1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5">
                <a:moveTo>
                  <a:pt x="0" y="112"/>
                </a:moveTo>
                <a:lnTo>
                  <a:pt x="114" y="115"/>
                </a:lnTo>
                <a:lnTo>
                  <a:pt x="114" y="0"/>
                </a:lnTo>
                <a:lnTo>
                  <a:pt x="2" y="0"/>
                </a:lnTo>
                <a:lnTo>
                  <a:pt x="2" y="115"/>
                </a:lnTo>
              </a:path>
            </a:pathLst>
          </a:custGeom>
          <a:solidFill>
            <a:schemeClr val="accent1"/>
          </a:solidFill>
          <a:ln w="7938">
            <a:solidFill>
              <a:srgbClr val="000000"/>
            </a:solidFill>
            <a:prstDash val="solid"/>
            <a:round/>
            <a:headEnd/>
            <a:tailEnd/>
          </a:ln>
        </p:spPr>
        <p:txBody>
          <a:bodyPr/>
          <a:lstStyle/>
          <a:p>
            <a:endParaRPr lang="en-US"/>
          </a:p>
        </p:txBody>
      </p:sp>
      <p:sp>
        <p:nvSpPr>
          <p:cNvPr id="25613" name="Freeform 43">
            <a:extLst>
              <a:ext uri="{FF2B5EF4-FFF2-40B4-BE49-F238E27FC236}">
                <a16:creationId xmlns:a16="http://schemas.microsoft.com/office/drawing/2014/main" id="{90FD6552-E1A7-5BCD-0ADA-104DAE2BE675}"/>
              </a:ext>
            </a:extLst>
          </p:cNvPr>
          <p:cNvSpPr>
            <a:spLocks/>
          </p:cNvSpPr>
          <p:nvPr/>
        </p:nvSpPr>
        <p:spPr bwMode="auto">
          <a:xfrm>
            <a:off x="8297863" y="3690938"/>
            <a:ext cx="177800" cy="180975"/>
          </a:xfrm>
          <a:custGeom>
            <a:avLst/>
            <a:gdLst>
              <a:gd name="T0" fmla="*/ 0 w 112"/>
              <a:gd name="T1" fmla="*/ 177800 h 114"/>
              <a:gd name="T2" fmla="*/ 177800 w 112"/>
              <a:gd name="T3" fmla="*/ 180975 h 114"/>
              <a:gd name="T4" fmla="*/ 177800 w 112"/>
              <a:gd name="T5" fmla="*/ 0 h 114"/>
              <a:gd name="T6" fmla="*/ 0 w 112"/>
              <a:gd name="T7" fmla="*/ 0 h 114"/>
              <a:gd name="T8" fmla="*/ 0 w 112"/>
              <a:gd name="T9" fmla="*/ 180975 h 114"/>
              <a:gd name="T10" fmla="*/ 0 w 112"/>
              <a:gd name="T11" fmla="*/ 180975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114">
                <a:moveTo>
                  <a:pt x="0" y="112"/>
                </a:moveTo>
                <a:lnTo>
                  <a:pt x="112" y="114"/>
                </a:lnTo>
                <a:lnTo>
                  <a:pt x="112" y="0"/>
                </a:lnTo>
                <a:lnTo>
                  <a:pt x="0" y="0"/>
                </a:lnTo>
                <a:lnTo>
                  <a:pt x="0" y="114"/>
                </a:lnTo>
              </a:path>
            </a:pathLst>
          </a:custGeom>
          <a:solidFill>
            <a:schemeClr val="accent1"/>
          </a:solidFill>
          <a:ln w="7938">
            <a:solidFill>
              <a:srgbClr val="000000"/>
            </a:solidFill>
            <a:prstDash val="solid"/>
            <a:round/>
            <a:headEnd/>
            <a:tailEnd/>
          </a:ln>
        </p:spPr>
        <p:txBody>
          <a:bodyPr/>
          <a:lstStyle/>
          <a:p>
            <a:endParaRPr lang="en-US"/>
          </a:p>
        </p:txBody>
      </p:sp>
      <p:sp>
        <p:nvSpPr>
          <p:cNvPr id="25614" name="Freeform 44">
            <a:extLst>
              <a:ext uri="{FF2B5EF4-FFF2-40B4-BE49-F238E27FC236}">
                <a16:creationId xmlns:a16="http://schemas.microsoft.com/office/drawing/2014/main" id="{759FE530-9C2F-76F7-B727-047AEE8FAAB1}"/>
              </a:ext>
            </a:extLst>
          </p:cNvPr>
          <p:cNvSpPr>
            <a:spLocks/>
          </p:cNvSpPr>
          <p:nvPr/>
        </p:nvSpPr>
        <p:spPr bwMode="auto">
          <a:xfrm>
            <a:off x="5334000" y="3694113"/>
            <a:ext cx="182563" cy="177800"/>
          </a:xfrm>
          <a:custGeom>
            <a:avLst/>
            <a:gdLst>
              <a:gd name="T0" fmla="*/ 182563 w 115"/>
              <a:gd name="T1" fmla="*/ 177800 h 112"/>
              <a:gd name="T2" fmla="*/ 182563 w 115"/>
              <a:gd name="T3" fmla="*/ 0 h 112"/>
              <a:gd name="T4" fmla="*/ 0 w 115"/>
              <a:gd name="T5" fmla="*/ 0 h 112"/>
              <a:gd name="T6" fmla="*/ 0 w 115"/>
              <a:gd name="T7" fmla="*/ 177800 h 112"/>
              <a:gd name="T8" fmla="*/ 182563 w 115"/>
              <a:gd name="T9" fmla="*/ 177800 h 112"/>
              <a:gd name="T10" fmla="*/ 182563 w 115"/>
              <a:gd name="T11" fmla="*/ 177800 h 1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5" h="112">
                <a:moveTo>
                  <a:pt x="115" y="112"/>
                </a:moveTo>
                <a:lnTo>
                  <a:pt x="115" y="0"/>
                </a:lnTo>
                <a:lnTo>
                  <a:pt x="0" y="0"/>
                </a:lnTo>
                <a:lnTo>
                  <a:pt x="0" y="112"/>
                </a:lnTo>
                <a:lnTo>
                  <a:pt x="115" y="112"/>
                </a:lnTo>
              </a:path>
            </a:pathLst>
          </a:custGeom>
          <a:solidFill>
            <a:schemeClr val="accent1"/>
          </a:solidFill>
          <a:ln w="7938">
            <a:solidFill>
              <a:srgbClr val="000000"/>
            </a:solidFill>
            <a:prstDash val="solid"/>
            <a:round/>
            <a:headEnd/>
            <a:tailEnd/>
          </a:ln>
        </p:spPr>
        <p:txBody>
          <a:bodyPr/>
          <a:lstStyle/>
          <a:p>
            <a:endParaRPr lang="en-US"/>
          </a:p>
        </p:txBody>
      </p:sp>
      <p:grpSp>
        <p:nvGrpSpPr>
          <p:cNvPr id="25615" name="Group 45">
            <a:extLst>
              <a:ext uri="{FF2B5EF4-FFF2-40B4-BE49-F238E27FC236}">
                <a16:creationId xmlns:a16="http://schemas.microsoft.com/office/drawing/2014/main" id="{8DECC77A-B9B3-AF62-4660-207C6BF8CD15}"/>
              </a:ext>
            </a:extLst>
          </p:cNvPr>
          <p:cNvGrpSpPr>
            <a:grpSpLocks/>
          </p:cNvGrpSpPr>
          <p:nvPr/>
        </p:nvGrpSpPr>
        <p:grpSpPr bwMode="auto">
          <a:xfrm>
            <a:off x="6405563" y="2649538"/>
            <a:ext cx="1003300" cy="746125"/>
            <a:chOff x="3891" y="2677"/>
            <a:chExt cx="632" cy="470"/>
          </a:xfrm>
        </p:grpSpPr>
        <p:sp>
          <p:nvSpPr>
            <p:cNvPr id="25648" name="Freeform 46">
              <a:extLst>
                <a:ext uri="{FF2B5EF4-FFF2-40B4-BE49-F238E27FC236}">
                  <a16:creationId xmlns:a16="http://schemas.microsoft.com/office/drawing/2014/main" id="{A053A94D-0C04-D4AD-C9E3-273BB8165AD5}"/>
                </a:ext>
              </a:extLst>
            </p:cNvPr>
            <p:cNvSpPr>
              <a:spLocks/>
            </p:cNvSpPr>
            <p:nvPr/>
          </p:nvSpPr>
          <p:spPr bwMode="auto">
            <a:xfrm>
              <a:off x="4246" y="2687"/>
              <a:ext cx="277" cy="228"/>
            </a:xfrm>
            <a:custGeom>
              <a:avLst/>
              <a:gdLst>
                <a:gd name="T0" fmla="*/ 0 w 277"/>
                <a:gd name="T1" fmla="*/ 23 h 228"/>
                <a:gd name="T2" fmla="*/ 5 w 277"/>
                <a:gd name="T3" fmla="*/ 23 h 228"/>
                <a:gd name="T4" fmla="*/ 10 w 277"/>
                <a:gd name="T5" fmla="*/ 19 h 228"/>
                <a:gd name="T6" fmla="*/ 17 w 277"/>
                <a:gd name="T7" fmla="*/ 14 h 228"/>
                <a:gd name="T8" fmla="*/ 26 w 277"/>
                <a:gd name="T9" fmla="*/ 9 h 228"/>
                <a:gd name="T10" fmla="*/ 36 w 277"/>
                <a:gd name="T11" fmla="*/ 4 h 228"/>
                <a:gd name="T12" fmla="*/ 50 w 277"/>
                <a:gd name="T13" fmla="*/ 2 h 228"/>
                <a:gd name="T14" fmla="*/ 65 w 277"/>
                <a:gd name="T15" fmla="*/ 0 h 228"/>
                <a:gd name="T16" fmla="*/ 79 w 277"/>
                <a:gd name="T17" fmla="*/ 0 h 228"/>
                <a:gd name="T18" fmla="*/ 96 w 277"/>
                <a:gd name="T19" fmla="*/ 4 h 228"/>
                <a:gd name="T20" fmla="*/ 110 w 277"/>
                <a:gd name="T21" fmla="*/ 11 h 228"/>
                <a:gd name="T22" fmla="*/ 124 w 277"/>
                <a:gd name="T23" fmla="*/ 23 h 228"/>
                <a:gd name="T24" fmla="*/ 134 w 277"/>
                <a:gd name="T25" fmla="*/ 33 h 228"/>
                <a:gd name="T26" fmla="*/ 143 w 277"/>
                <a:gd name="T27" fmla="*/ 42 h 228"/>
                <a:gd name="T28" fmla="*/ 148 w 277"/>
                <a:gd name="T29" fmla="*/ 52 h 228"/>
                <a:gd name="T30" fmla="*/ 150 w 277"/>
                <a:gd name="T31" fmla="*/ 59 h 228"/>
                <a:gd name="T32" fmla="*/ 153 w 277"/>
                <a:gd name="T33" fmla="*/ 66 h 228"/>
                <a:gd name="T34" fmla="*/ 153 w 277"/>
                <a:gd name="T35" fmla="*/ 73 h 228"/>
                <a:gd name="T36" fmla="*/ 153 w 277"/>
                <a:gd name="T37" fmla="*/ 78 h 228"/>
                <a:gd name="T38" fmla="*/ 153 w 277"/>
                <a:gd name="T39" fmla="*/ 81 h 228"/>
                <a:gd name="T40" fmla="*/ 153 w 277"/>
                <a:gd name="T41" fmla="*/ 81 h 228"/>
                <a:gd name="T42" fmla="*/ 153 w 277"/>
                <a:gd name="T43" fmla="*/ 81 h 228"/>
                <a:gd name="T44" fmla="*/ 155 w 277"/>
                <a:gd name="T45" fmla="*/ 78 h 228"/>
                <a:gd name="T46" fmla="*/ 160 w 277"/>
                <a:gd name="T47" fmla="*/ 76 h 228"/>
                <a:gd name="T48" fmla="*/ 167 w 277"/>
                <a:gd name="T49" fmla="*/ 73 h 228"/>
                <a:gd name="T50" fmla="*/ 174 w 277"/>
                <a:gd name="T51" fmla="*/ 71 h 228"/>
                <a:gd name="T52" fmla="*/ 181 w 277"/>
                <a:gd name="T53" fmla="*/ 69 h 228"/>
                <a:gd name="T54" fmla="*/ 191 w 277"/>
                <a:gd name="T55" fmla="*/ 69 h 228"/>
                <a:gd name="T56" fmla="*/ 200 w 277"/>
                <a:gd name="T57" fmla="*/ 71 h 228"/>
                <a:gd name="T58" fmla="*/ 210 w 277"/>
                <a:gd name="T59" fmla="*/ 73 h 228"/>
                <a:gd name="T60" fmla="*/ 219 w 277"/>
                <a:gd name="T61" fmla="*/ 81 h 228"/>
                <a:gd name="T62" fmla="*/ 229 w 277"/>
                <a:gd name="T63" fmla="*/ 90 h 228"/>
                <a:gd name="T64" fmla="*/ 234 w 277"/>
                <a:gd name="T65" fmla="*/ 97 h 228"/>
                <a:gd name="T66" fmla="*/ 236 w 277"/>
                <a:gd name="T67" fmla="*/ 107 h 228"/>
                <a:gd name="T68" fmla="*/ 239 w 277"/>
                <a:gd name="T69" fmla="*/ 116 h 228"/>
                <a:gd name="T70" fmla="*/ 239 w 277"/>
                <a:gd name="T71" fmla="*/ 124 h 228"/>
                <a:gd name="T72" fmla="*/ 236 w 277"/>
                <a:gd name="T73" fmla="*/ 131 h 228"/>
                <a:gd name="T74" fmla="*/ 236 w 277"/>
                <a:gd name="T75" fmla="*/ 138 h 228"/>
                <a:gd name="T76" fmla="*/ 234 w 277"/>
                <a:gd name="T77" fmla="*/ 143 h 228"/>
                <a:gd name="T78" fmla="*/ 234 w 277"/>
                <a:gd name="T79" fmla="*/ 145 h 228"/>
                <a:gd name="T80" fmla="*/ 231 w 277"/>
                <a:gd name="T81" fmla="*/ 145 h 228"/>
                <a:gd name="T82" fmla="*/ 234 w 277"/>
                <a:gd name="T83" fmla="*/ 147 h 228"/>
                <a:gd name="T84" fmla="*/ 236 w 277"/>
                <a:gd name="T85" fmla="*/ 147 h 228"/>
                <a:gd name="T86" fmla="*/ 241 w 277"/>
                <a:gd name="T87" fmla="*/ 152 h 228"/>
                <a:gd name="T88" fmla="*/ 248 w 277"/>
                <a:gd name="T89" fmla="*/ 157 h 228"/>
                <a:gd name="T90" fmla="*/ 253 w 277"/>
                <a:gd name="T91" fmla="*/ 164 h 228"/>
                <a:gd name="T92" fmla="*/ 260 w 277"/>
                <a:gd name="T93" fmla="*/ 174 h 228"/>
                <a:gd name="T94" fmla="*/ 267 w 277"/>
                <a:gd name="T95" fmla="*/ 183 h 228"/>
                <a:gd name="T96" fmla="*/ 272 w 277"/>
                <a:gd name="T97" fmla="*/ 195 h 228"/>
                <a:gd name="T98" fmla="*/ 274 w 277"/>
                <a:gd name="T99" fmla="*/ 212 h 228"/>
                <a:gd name="T100" fmla="*/ 277 w 277"/>
                <a:gd name="T101" fmla="*/ 228 h 2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77" h="228">
                  <a:moveTo>
                    <a:pt x="0" y="23"/>
                  </a:moveTo>
                  <a:lnTo>
                    <a:pt x="5" y="23"/>
                  </a:lnTo>
                  <a:lnTo>
                    <a:pt x="10" y="19"/>
                  </a:lnTo>
                  <a:lnTo>
                    <a:pt x="17" y="14"/>
                  </a:lnTo>
                  <a:lnTo>
                    <a:pt x="26" y="9"/>
                  </a:lnTo>
                  <a:lnTo>
                    <a:pt x="36" y="4"/>
                  </a:lnTo>
                  <a:lnTo>
                    <a:pt x="50" y="2"/>
                  </a:lnTo>
                  <a:lnTo>
                    <a:pt x="65" y="0"/>
                  </a:lnTo>
                  <a:lnTo>
                    <a:pt x="79" y="0"/>
                  </a:lnTo>
                  <a:lnTo>
                    <a:pt x="96" y="4"/>
                  </a:lnTo>
                  <a:lnTo>
                    <a:pt x="110" y="11"/>
                  </a:lnTo>
                  <a:lnTo>
                    <a:pt x="124" y="23"/>
                  </a:lnTo>
                  <a:lnTo>
                    <a:pt x="134" y="33"/>
                  </a:lnTo>
                  <a:lnTo>
                    <a:pt x="143" y="42"/>
                  </a:lnTo>
                  <a:lnTo>
                    <a:pt x="148" y="52"/>
                  </a:lnTo>
                  <a:lnTo>
                    <a:pt x="150" y="59"/>
                  </a:lnTo>
                  <a:lnTo>
                    <a:pt x="153" y="66"/>
                  </a:lnTo>
                  <a:lnTo>
                    <a:pt x="153" y="73"/>
                  </a:lnTo>
                  <a:lnTo>
                    <a:pt x="153" y="78"/>
                  </a:lnTo>
                  <a:lnTo>
                    <a:pt x="153" y="81"/>
                  </a:lnTo>
                  <a:lnTo>
                    <a:pt x="155" y="78"/>
                  </a:lnTo>
                  <a:lnTo>
                    <a:pt x="160" y="76"/>
                  </a:lnTo>
                  <a:lnTo>
                    <a:pt x="167" y="73"/>
                  </a:lnTo>
                  <a:lnTo>
                    <a:pt x="174" y="71"/>
                  </a:lnTo>
                  <a:lnTo>
                    <a:pt x="181" y="69"/>
                  </a:lnTo>
                  <a:lnTo>
                    <a:pt x="191" y="69"/>
                  </a:lnTo>
                  <a:lnTo>
                    <a:pt x="200" y="71"/>
                  </a:lnTo>
                  <a:lnTo>
                    <a:pt x="210" y="73"/>
                  </a:lnTo>
                  <a:lnTo>
                    <a:pt x="219" y="81"/>
                  </a:lnTo>
                  <a:lnTo>
                    <a:pt x="229" y="90"/>
                  </a:lnTo>
                  <a:lnTo>
                    <a:pt x="234" y="97"/>
                  </a:lnTo>
                  <a:lnTo>
                    <a:pt x="236" y="107"/>
                  </a:lnTo>
                  <a:lnTo>
                    <a:pt x="239" y="116"/>
                  </a:lnTo>
                  <a:lnTo>
                    <a:pt x="239" y="124"/>
                  </a:lnTo>
                  <a:lnTo>
                    <a:pt x="236" y="131"/>
                  </a:lnTo>
                  <a:lnTo>
                    <a:pt x="236" y="138"/>
                  </a:lnTo>
                  <a:lnTo>
                    <a:pt x="234" y="143"/>
                  </a:lnTo>
                  <a:lnTo>
                    <a:pt x="234" y="145"/>
                  </a:lnTo>
                  <a:lnTo>
                    <a:pt x="231" y="145"/>
                  </a:lnTo>
                  <a:lnTo>
                    <a:pt x="234" y="147"/>
                  </a:lnTo>
                  <a:lnTo>
                    <a:pt x="236" y="147"/>
                  </a:lnTo>
                  <a:lnTo>
                    <a:pt x="241" y="152"/>
                  </a:lnTo>
                  <a:lnTo>
                    <a:pt x="248" y="157"/>
                  </a:lnTo>
                  <a:lnTo>
                    <a:pt x="253" y="164"/>
                  </a:lnTo>
                  <a:lnTo>
                    <a:pt x="260" y="174"/>
                  </a:lnTo>
                  <a:lnTo>
                    <a:pt x="267" y="183"/>
                  </a:lnTo>
                  <a:lnTo>
                    <a:pt x="272" y="195"/>
                  </a:lnTo>
                  <a:lnTo>
                    <a:pt x="274" y="212"/>
                  </a:lnTo>
                  <a:lnTo>
                    <a:pt x="277" y="228"/>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5649" name="Freeform 47">
              <a:extLst>
                <a:ext uri="{FF2B5EF4-FFF2-40B4-BE49-F238E27FC236}">
                  <a16:creationId xmlns:a16="http://schemas.microsoft.com/office/drawing/2014/main" id="{0AC99FCD-0F6B-F503-4EE2-3C25C317B33F}"/>
                </a:ext>
              </a:extLst>
            </p:cNvPr>
            <p:cNvSpPr>
              <a:spLocks/>
            </p:cNvSpPr>
            <p:nvPr/>
          </p:nvSpPr>
          <p:spPr bwMode="auto">
            <a:xfrm>
              <a:off x="3891" y="2677"/>
              <a:ext cx="358" cy="236"/>
            </a:xfrm>
            <a:custGeom>
              <a:avLst/>
              <a:gdLst>
                <a:gd name="T0" fmla="*/ 2 w 358"/>
                <a:gd name="T1" fmla="*/ 219 h 236"/>
                <a:gd name="T2" fmla="*/ 9 w 358"/>
                <a:gd name="T3" fmla="*/ 193 h 236"/>
                <a:gd name="T4" fmla="*/ 21 w 358"/>
                <a:gd name="T5" fmla="*/ 174 h 236"/>
                <a:gd name="T6" fmla="*/ 33 w 358"/>
                <a:gd name="T7" fmla="*/ 162 h 236"/>
                <a:gd name="T8" fmla="*/ 43 w 358"/>
                <a:gd name="T9" fmla="*/ 155 h 236"/>
                <a:gd name="T10" fmla="*/ 43 w 358"/>
                <a:gd name="T11" fmla="*/ 155 h 236"/>
                <a:gd name="T12" fmla="*/ 40 w 358"/>
                <a:gd name="T13" fmla="*/ 145 h 236"/>
                <a:gd name="T14" fmla="*/ 38 w 358"/>
                <a:gd name="T15" fmla="*/ 134 h 236"/>
                <a:gd name="T16" fmla="*/ 38 w 358"/>
                <a:gd name="T17" fmla="*/ 117 h 236"/>
                <a:gd name="T18" fmla="*/ 48 w 358"/>
                <a:gd name="T19" fmla="*/ 98 h 236"/>
                <a:gd name="T20" fmla="*/ 67 w 358"/>
                <a:gd name="T21" fmla="*/ 83 h 236"/>
                <a:gd name="T22" fmla="*/ 83 w 358"/>
                <a:gd name="T23" fmla="*/ 79 h 236"/>
                <a:gd name="T24" fmla="*/ 102 w 358"/>
                <a:gd name="T25" fmla="*/ 81 h 236"/>
                <a:gd name="T26" fmla="*/ 114 w 358"/>
                <a:gd name="T27" fmla="*/ 86 h 236"/>
                <a:gd name="T28" fmla="*/ 121 w 358"/>
                <a:gd name="T29" fmla="*/ 91 h 236"/>
                <a:gd name="T30" fmla="*/ 124 w 358"/>
                <a:gd name="T31" fmla="*/ 88 h 236"/>
                <a:gd name="T32" fmla="*/ 121 w 358"/>
                <a:gd name="T33" fmla="*/ 81 h 236"/>
                <a:gd name="T34" fmla="*/ 124 w 358"/>
                <a:gd name="T35" fmla="*/ 69 h 236"/>
                <a:gd name="T36" fmla="*/ 133 w 358"/>
                <a:gd name="T37" fmla="*/ 52 h 236"/>
                <a:gd name="T38" fmla="*/ 152 w 358"/>
                <a:gd name="T39" fmla="*/ 31 h 236"/>
                <a:gd name="T40" fmla="*/ 181 w 358"/>
                <a:gd name="T41" fmla="*/ 14 h 236"/>
                <a:gd name="T42" fmla="*/ 212 w 358"/>
                <a:gd name="T43" fmla="*/ 10 h 236"/>
                <a:gd name="T44" fmla="*/ 238 w 358"/>
                <a:gd name="T45" fmla="*/ 14 h 236"/>
                <a:gd name="T46" fmla="*/ 260 w 358"/>
                <a:gd name="T47" fmla="*/ 24 h 236"/>
                <a:gd name="T48" fmla="*/ 272 w 358"/>
                <a:gd name="T49" fmla="*/ 31 h 236"/>
                <a:gd name="T50" fmla="*/ 274 w 358"/>
                <a:gd name="T51" fmla="*/ 31 h 236"/>
                <a:gd name="T52" fmla="*/ 274 w 358"/>
                <a:gd name="T53" fmla="*/ 26 h 236"/>
                <a:gd name="T54" fmla="*/ 279 w 358"/>
                <a:gd name="T55" fmla="*/ 17 h 236"/>
                <a:gd name="T56" fmla="*/ 288 w 358"/>
                <a:gd name="T57" fmla="*/ 7 h 236"/>
                <a:gd name="T58" fmla="*/ 305 w 358"/>
                <a:gd name="T59" fmla="*/ 2 h 236"/>
                <a:gd name="T60" fmla="*/ 327 w 358"/>
                <a:gd name="T61" fmla="*/ 2 h 236"/>
                <a:gd name="T62" fmla="*/ 343 w 358"/>
                <a:gd name="T63" fmla="*/ 7 h 236"/>
                <a:gd name="T64" fmla="*/ 350 w 358"/>
                <a:gd name="T65" fmla="*/ 17 h 236"/>
                <a:gd name="T66" fmla="*/ 355 w 358"/>
                <a:gd name="T67" fmla="*/ 26 h 236"/>
                <a:gd name="T68" fmla="*/ 358 w 358"/>
                <a:gd name="T69" fmla="*/ 31 h 2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58" h="236">
                  <a:moveTo>
                    <a:pt x="0" y="236"/>
                  </a:moveTo>
                  <a:lnTo>
                    <a:pt x="2" y="219"/>
                  </a:lnTo>
                  <a:lnTo>
                    <a:pt x="5" y="205"/>
                  </a:lnTo>
                  <a:lnTo>
                    <a:pt x="9" y="193"/>
                  </a:lnTo>
                  <a:lnTo>
                    <a:pt x="14" y="181"/>
                  </a:lnTo>
                  <a:lnTo>
                    <a:pt x="21" y="174"/>
                  </a:lnTo>
                  <a:lnTo>
                    <a:pt x="29" y="167"/>
                  </a:lnTo>
                  <a:lnTo>
                    <a:pt x="33" y="162"/>
                  </a:lnTo>
                  <a:lnTo>
                    <a:pt x="38" y="157"/>
                  </a:lnTo>
                  <a:lnTo>
                    <a:pt x="43" y="155"/>
                  </a:lnTo>
                  <a:lnTo>
                    <a:pt x="40" y="150"/>
                  </a:lnTo>
                  <a:lnTo>
                    <a:pt x="40" y="145"/>
                  </a:lnTo>
                  <a:lnTo>
                    <a:pt x="38" y="141"/>
                  </a:lnTo>
                  <a:lnTo>
                    <a:pt x="38" y="134"/>
                  </a:lnTo>
                  <a:lnTo>
                    <a:pt x="38" y="124"/>
                  </a:lnTo>
                  <a:lnTo>
                    <a:pt x="38" y="117"/>
                  </a:lnTo>
                  <a:lnTo>
                    <a:pt x="43" y="107"/>
                  </a:lnTo>
                  <a:lnTo>
                    <a:pt x="48" y="98"/>
                  </a:lnTo>
                  <a:lnTo>
                    <a:pt x="55" y="91"/>
                  </a:lnTo>
                  <a:lnTo>
                    <a:pt x="67" y="83"/>
                  </a:lnTo>
                  <a:lnTo>
                    <a:pt x="76" y="81"/>
                  </a:lnTo>
                  <a:lnTo>
                    <a:pt x="83" y="79"/>
                  </a:lnTo>
                  <a:lnTo>
                    <a:pt x="93" y="79"/>
                  </a:lnTo>
                  <a:lnTo>
                    <a:pt x="102" y="81"/>
                  </a:lnTo>
                  <a:lnTo>
                    <a:pt x="110" y="83"/>
                  </a:lnTo>
                  <a:lnTo>
                    <a:pt x="114" y="86"/>
                  </a:lnTo>
                  <a:lnTo>
                    <a:pt x="119" y="88"/>
                  </a:lnTo>
                  <a:lnTo>
                    <a:pt x="121" y="91"/>
                  </a:lnTo>
                  <a:lnTo>
                    <a:pt x="124" y="91"/>
                  </a:lnTo>
                  <a:lnTo>
                    <a:pt x="124" y="88"/>
                  </a:lnTo>
                  <a:lnTo>
                    <a:pt x="121" y="86"/>
                  </a:lnTo>
                  <a:lnTo>
                    <a:pt x="121" y="81"/>
                  </a:lnTo>
                  <a:lnTo>
                    <a:pt x="124" y="76"/>
                  </a:lnTo>
                  <a:lnTo>
                    <a:pt x="124" y="69"/>
                  </a:lnTo>
                  <a:lnTo>
                    <a:pt x="129" y="60"/>
                  </a:lnTo>
                  <a:lnTo>
                    <a:pt x="133" y="52"/>
                  </a:lnTo>
                  <a:lnTo>
                    <a:pt x="141" y="43"/>
                  </a:lnTo>
                  <a:lnTo>
                    <a:pt x="152" y="31"/>
                  </a:lnTo>
                  <a:lnTo>
                    <a:pt x="164" y="21"/>
                  </a:lnTo>
                  <a:lnTo>
                    <a:pt x="181" y="14"/>
                  </a:lnTo>
                  <a:lnTo>
                    <a:pt x="195" y="10"/>
                  </a:lnTo>
                  <a:lnTo>
                    <a:pt x="212" y="10"/>
                  </a:lnTo>
                  <a:lnTo>
                    <a:pt x="226" y="10"/>
                  </a:lnTo>
                  <a:lnTo>
                    <a:pt x="238" y="14"/>
                  </a:lnTo>
                  <a:lnTo>
                    <a:pt x="250" y="19"/>
                  </a:lnTo>
                  <a:lnTo>
                    <a:pt x="260" y="24"/>
                  </a:lnTo>
                  <a:lnTo>
                    <a:pt x="267" y="29"/>
                  </a:lnTo>
                  <a:lnTo>
                    <a:pt x="272" y="31"/>
                  </a:lnTo>
                  <a:lnTo>
                    <a:pt x="274" y="33"/>
                  </a:lnTo>
                  <a:lnTo>
                    <a:pt x="274" y="31"/>
                  </a:lnTo>
                  <a:lnTo>
                    <a:pt x="274" y="29"/>
                  </a:lnTo>
                  <a:lnTo>
                    <a:pt x="274" y="26"/>
                  </a:lnTo>
                  <a:lnTo>
                    <a:pt x="276" y="21"/>
                  </a:lnTo>
                  <a:lnTo>
                    <a:pt x="279" y="17"/>
                  </a:lnTo>
                  <a:lnTo>
                    <a:pt x="284" y="12"/>
                  </a:lnTo>
                  <a:lnTo>
                    <a:pt x="288" y="7"/>
                  </a:lnTo>
                  <a:lnTo>
                    <a:pt x="296" y="5"/>
                  </a:lnTo>
                  <a:lnTo>
                    <a:pt x="305" y="2"/>
                  </a:lnTo>
                  <a:lnTo>
                    <a:pt x="315" y="0"/>
                  </a:lnTo>
                  <a:lnTo>
                    <a:pt x="327" y="2"/>
                  </a:lnTo>
                  <a:lnTo>
                    <a:pt x="336" y="5"/>
                  </a:lnTo>
                  <a:lnTo>
                    <a:pt x="343" y="7"/>
                  </a:lnTo>
                  <a:lnTo>
                    <a:pt x="348" y="12"/>
                  </a:lnTo>
                  <a:lnTo>
                    <a:pt x="350" y="17"/>
                  </a:lnTo>
                  <a:lnTo>
                    <a:pt x="355" y="21"/>
                  </a:lnTo>
                  <a:lnTo>
                    <a:pt x="355" y="26"/>
                  </a:lnTo>
                  <a:lnTo>
                    <a:pt x="358" y="29"/>
                  </a:lnTo>
                  <a:lnTo>
                    <a:pt x="358" y="31"/>
                  </a:lnTo>
                  <a:lnTo>
                    <a:pt x="358" y="33"/>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5650" name="Freeform 48">
              <a:extLst>
                <a:ext uri="{FF2B5EF4-FFF2-40B4-BE49-F238E27FC236}">
                  <a16:creationId xmlns:a16="http://schemas.microsoft.com/office/drawing/2014/main" id="{B75DD99D-6D06-8CBE-0075-714FD9E9ECE3}"/>
                </a:ext>
              </a:extLst>
            </p:cNvPr>
            <p:cNvSpPr>
              <a:spLocks/>
            </p:cNvSpPr>
            <p:nvPr/>
          </p:nvSpPr>
          <p:spPr bwMode="auto">
            <a:xfrm>
              <a:off x="3891" y="2911"/>
              <a:ext cx="272" cy="229"/>
            </a:xfrm>
            <a:custGeom>
              <a:avLst/>
              <a:gdLst>
                <a:gd name="T0" fmla="*/ 272 w 272"/>
                <a:gd name="T1" fmla="*/ 202 h 229"/>
                <a:gd name="T2" fmla="*/ 272 w 272"/>
                <a:gd name="T3" fmla="*/ 205 h 229"/>
                <a:gd name="T4" fmla="*/ 267 w 272"/>
                <a:gd name="T5" fmla="*/ 207 h 229"/>
                <a:gd name="T6" fmla="*/ 260 w 272"/>
                <a:gd name="T7" fmla="*/ 212 h 229"/>
                <a:gd name="T8" fmla="*/ 250 w 272"/>
                <a:gd name="T9" fmla="*/ 217 h 229"/>
                <a:gd name="T10" fmla="*/ 238 w 272"/>
                <a:gd name="T11" fmla="*/ 221 h 229"/>
                <a:gd name="T12" fmla="*/ 226 w 272"/>
                <a:gd name="T13" fmla="*/ 226 h 229"/>
                <a:gd name="T14" fmla="*/ 212 w 272"/>
                <a:gd name="T15" fmla="*/ 229 h 229"/>
                <a:gd name="T16" fmla="*/ 195 w 272"/>
                <a:gd name="T17" fmla="*/ 226 h 229"/>
                <a:gd name="T18" fmla="*/ 181 w 272"/>
                <a:gd name="T19" fmla="*/ 224 h 229"/>
                <a:gd name="T20" fmla="*/ 164 w 272"/>
                <a:gd name="T21" fmla="*/ 214 h 229"/>
                <a:gd name="T22" fmla="*/ 152 w 272"/>
                <a:gd name="T23" fmla="*/ 205 h 229"/>
                <a:gd name="T24" fmla="*/ 141 w 272"/>
                <a:gd name="T25" fmla="*/ 195 h 229"/>
                <a:gd name="T26" fmla="*/ 133 w 272"/>
                <a:gd name="T27" fmla="*/ 186 h 229"/>
                <a:gd name="T28" fmla="*/ 129 w 272"/>
                <a:gd name="T29" fmla="*/ 176 h 229"/>
                <a:gd name="T30" fmla="*/ 124 w 272"/>
                <a:gd name="T31" fmla="*/ 167 h 229"/>
                <a:gd name="T32" fmla="*/ 124 w 272"/>
                <a:gd name="T33" fmla="*/ 159 h 229"/>
                <a:gd name="T34" fmla="*/ 121 w 272"/>
                <a:gd name="T35" fmla="*/ 155 h 229"/>
                <a:gd name="T36" fmla="*/ 121 w 272"/>
                <a:gd name="T37" fmla="*/ 150 h 229"/>
                <a:gd name="T38" fmla="*/ 124 w 272"/>
                <a:gd name="T39" fmla="*/ 148 h 229"/>
                <a:gd name="T40" fmla="*/ 124 w 272"/>
                <a:gd name="T41" fmla="*/ 145 h 229"/>
                <a:gd name="T42" fmla="*/ 121 w 272"/>
                <a:gd name="T43" fmla="*/ 148 h 229"/>
                <a:gd name="T44" fmla="*/ 119 w 272"/>
                <a:gd name="T45" fmla="*/ 150 h 229"/>
                <a:gd name="T46" fmla="*/ 114 w 272"/>
                <a:gd name="T47" fmla="*/ 152 h 229"/>
                <a:gd name="T48" fmla="*/ 110 w 272"/>
                <a:gd name="T49" fmla="*/ 155 h 229"/>
                <a:gd name="T50" fmla="*/ 102 w 272"/>
                <a:gd name="T51" fmla="*/ 157 h 229"/>
                <a:gd name="T52" fmla="*/ 93 w 272"/>
                <a:gd name="T53" fmla="*/ 157 h 229"/>
                <a:gd name="T54" fmla="*/ 83 w 272"/>
                <a:gd name="T55" fmla="*/ 157 h 229"/>
                <a:gd name="T56" fmla="*/ 76 w 272"/>
                <a:gd name="T57" fmla="*/ 157 h 229"/>
                <a:gd name="T58" fmla="*/ 67 w 272"/>
                <a:gd name="T59" fmla="*/ 152 h 229"/>
                <a:gd name="T60" fmla="*/ 55 w 272"/>
                <a:gd name="T61" fmla="*/ 145 h 229"/>
                <a:gd name="T62" fmla="*/ 48 w 272"/>
                <a:gd name="T63" fmla="*/ 138 h 229"/>
                <a:gd name="T64" fmla="*/ 43 w 272"/>
                <a:gd name="T65" fmla="*/ 128 h 229"/>
                <a:gd name="T66" fmla="*/ 38 w 272"/>
                <a:gd name="T67" fmla="*/ 121 h 229"/>
                <a:gd name="T68" fmla="*/ 38 w 272"/>
                <a:gd name="T69" fmla="*/ 112 h 229"/>
                <a:gd name="T70" fmla="*/ 38 w 272"/>
                <a:gd name="T71" fmla="*/ 105 h 229"/>
                <a:gd name="T72" fmla="*/ 38 w 272"/>
                <a:gd name="T73" fmla="*/ 97 h 229"/>
                <a:gd name="T74" fmla="*/ 40 w 272"/>
                <a:gd name="T75" fmla="*/ 90 h 229"/>
                <a:gd name="T76" fmla="*/ 40 w 272"/>
                <a:gd name="T77" fmla="*/ 86 h 229"/>
                <a:gd name="T78" fmla="*/ 43 w 272"/>
                <a:gd name="T79" fmla="*/ 83 h 229"/>
                <a:gd name="T80" fmla="*/ 43 w 272"/>
                <a:gd name="T81" fmla="*/ 81 h 229"/>
                <a:gd name="T82" fmla="*/ 43 w 272"/>
                <a:gd name="T83" fmla="*/ 81 h 229"/>
                <a:gd name="T84" fmla="*/ 38 w 272"/>
                <a:gd name="T85" fmla="*/ 78 h 229"/>
                <a:gd name="T86" fmla="*/ 33 w 272"/>
                <a:gd name="T87" fmla="*/ 76 h 229"/>
                <a:gd name="T88" fmla="*/ 29 w 272"/>
                <a:gd name="T89" fmla="*/ 71 h 229"/>
                <a:gd name="T90" fmla="*/ 21 w 272"/>
                <a:gd name="T91" fmla="*/ 64 h 229"/>
                <a:gd name="T92" fmla="*/ 14 w 272"/>
                <a:gd name="T93" fmla="*/ 55 h 229"/>
                <a:gd name="T94" fmla="*/ 9 w 272"/>
                <a:gd name="T95" fmla="*/ 45 h 229"/>
                <a:gd name="T96" fmla="*/ 5 w 272"/>
                <a:gd name="T97" fmla="*/ 31 h 229"/>
                <a:gd name="T98" fmla="*/ 2 w 272"/>
                <a:gd name="T99" fmla="*/ 16 h 229"/>
                <a:gd name="T100" fmla="*/ 0 w 272"/>
                <a:gd name="T101" fmla="*/ 0 h 22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72" h="229">
                  <a:moveTo>
                    <a:pt x="272" y="202"/>
                  </a:moveTo>
                  <a:lnTo>
                    <a:pt x="272" y="205"/>
                  </a:lnTo>
                  <a:lnTo>
                    <a:pt x="267" y="207"/>
                  </a:lnTo>
                  <a:lnTo>
                    <a:pt x="260" y="212"/>
                  </a:lnTo>
                  <a:lnTo>
                    <a:pt x="250" y="217"/>
                  </a:lnTo>
                  <a:lnTo>
                    <a:pt x="238" y="221"/>
                  </a:lnTo>
                  <a:lnTo>
                    <a:pt x="226" y="226"/>
                  </a:lnTo>
                  <a:lnTo>
                    <a:pt x="212" y="229"/>
                  </a:lnTo>
                  <a:lnTo>
                    <a:pt x="195" y="226"/>
                  </a:lnTo>
                  <a:lnTo>
                    <a:pt x="181" y="224"/>
                  </a:lnTo>
                  <a:lnTo>
                    <a:pt x="164" y="214"/>
                  </a:lnTo>
                  <a:lnTo>
                    <a:pt x="152" y="205"/>
                  </a:lnTo>
                  <a:lnTo>
                    <a:pt x="141" y="195"/>
                  </a:lnTo>
                  <a:lnTo>
                    <a:pt x="133" y="186"/>
                  </a:lnTo>
                  <a:lnTo>
                    <a:pt x="129" y="176"/>
                  </a:lnTo>
                  <a:lnTo>
                    <a:pt x="124" y="167"/>
                  </a:lnTo>
                  <a:lnTo>
                    <a:pt x="124" y="159"/>
                  </a:lnTo>
                  <a:lnTo>
                    <a:pt x="121" y="155"/>
                  </a:lnTo>
                  <a:lnTo>
                    <a:pt x="121" y="150"/>
                  </a:lnTo>
                  <a:lnTo>
                    <a:pt x="124" y="148"/>
                  </a:lnTo>
                  <a:lnTo>
                    <a:pt x="124" y="145"/>
                  </a:lnTo>
                  <a:lnTo>
                    <a:pt x="121" y="148"/>
                  </a:lnTo>
                  <a:lnTo>
                    <a:pt x="119" y="150"/>
                  </a:lnTo>
                  <a:lnTo>
                    <a:pt x="114" y="152"/>
                  </a:lnTo>
                  <a:lnTo>
                    <a:pt x="110" y="155"/>
                  </a:lnTo>
                  <a:lnTo>
                    <a:pt x="102" y="157"/>
                  </a:lnTo>
                  <a:lnTo>
                    <a:pt x="93" y="157"/>
                  </a:lnTo>
                  <a:lnTo>
                    <a:pt x="83" y="157"/>
                  </a:lnTo>
                  <a:lnTo>
                    <a:pt x="76" y="157"/>
                  </a:lnTo>
                  <a:lnTo>
                    <a:pt x="67" y="152"/>
                  </a:lnTo>
                  <a:lnTo>
                    <a:pt x="55" y="145"/>
                  </a:lnTo>
                  <a:lnTo>
                    <a:pt x="48" y="138"/>
                  </a:lnTo>
                  <a:lnTo>
                    <a:pt x="43" y="128"/>
                  </a:lnTo>
                  <a:lnTo>
                    <a:pt x="38" y="121"/>
                  </a:lnTo>
                  <a:lnTo>
                    <a:pt x="38" y="112"/>
                  </a:lnTo>
                  <a:lnTo>
                    <a:pt x="38" y="105"/>
                  </a:lnTo>
                  <a:lnTo>
                    <a:pt x="38" y="97"/>
                  </a:lnTo>
                  <a:lnTo>
                    <a:pt x="40" y="90"/>
                  </a:lnTo>
                  <a:lnTo>
                    <a:pt x="40" y="86"/>
                  </a:lnTo>
                  <a:lnTo>
                    <a:pt x="43" y="83"/>
                  </a:lnTo>
                  <a:lnTo>
                    <a:pt x="43" y="81"/>
                  </a:lnTo>
                  <a:lnTo>
                    <a:pt x="38" y="78"/>
                  </a:lnTo>
                  <a:lnTo>
                    <a:pt x="33" y="76"/>
                  </a:lnTo>
                  <a:lnTo>
                    <a:pt x="29" y="71"/>
                  </a:lnTo>
                  <a:lnTo>
                    <a:pt x="21" y="64"/>
                  </a:lnTo>
                  <a:lnTo>
                    <a:pt x="14" y="55"/>
                  </a:lnTo>
                  <a:lnTo>
                    <a:pt x="9" y="45"/>
                  </a:lnTo>
                  <a:lnTo>
                    <a:pt x="5" y="31"/>
                  </a:lnTo>
                  <a:lnTo>
                    <a:pt x="2" y="16"/>
                  </a:lnTo>
                  <a:lnTo>
                    <a:pt x="0" y="0"/>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5651" name="Freeform 49">
              <a:extLst>
                <a:ext uri="{FF2B5EF4-FFF2-40B4-BE49-F238E27FC236}">
                  <a16:creationId xmlns:a16="http://schemas.microsoft.com/office/drawing/2014/main" id="{9816F950-8E4C-642B-3B14-A47AE893B0B6}"/>
                </a:ext>
              </a:extLst>
            </p:cNvPr>
            <p:cNvSpPr>
              <a:spLocks/>
            </p:cNvSpPr>
            <p:nvPr/>
          </p:nvSpPr>
          <p:spPr bwMode="auto">
            <a:xfrm>
              <a:off x="4165" y="2911"/>
              <a:ext cx="355" cy="236"/>
            </a:xfrm>
            <a:custGeom>
              <a:avLst/>
              <a:gdLst>
                <a:gd name="T0" fmla="*/ 355 w 355"/>
                <a:gd name="T1" fmla="*/ 16 h 236"/>
                <a:gd name="T2" fmla="*/ 348 w 355"/>
                <a:gd name="T3" fmla="*/ 45 h 236"/>
                <a:gd name="T4" fmla="*/ 334 w 355"/>
                <a:gd name="T5" fmla="*/ 64 h 236"/>
                <a:gd name="T6" fmla="*/ 322 w 355"/>
                <a:gd name="T7" fmla="*/ 76 h 236"/>
                <a:gd name="T8" fmla="*/ 315 w 355"/>
                <a:gd name="T9" fmla="*/ 81 h 236"/>
                <a:gd name="T10" fmla="*/ 315 w 355"/>
                <a:gd name="T11" fmla="*/ 83 h 236"/>
                <a:gd name="T12" fmla="*/ 317 w 355"/>
                <a:gd name="T13" fmla="*/ 90 h 236"/>
                <a:gd name="T14" fmla="*/ 320 w 355"/>
                <a:gd name="T15" fmla="*/ 105 h 236"/>
                <a:gd name="T16" fmla="*/ 317 w 355"/>
                <a:gd name="T17" fmla="*/ 121 h 236"/>
                <a:gd name="T18" fmla="*/ 310 w 355"/>
                <a:gd name="T19" fmla="*/ 138 h 236"/>
                <a:gd name="T20" fmla="*/ 291 w 355"/>
                <a:gd name="T21" fmla="*/ 152 h 236"/>
                <a:gd name="T22" fmla="*/ 272 w 355"/>
                <a:gd name="T23" fmla="*/ 159 h 236"/>
                <a:gd name="T24" fmla="*/ 255 w 355"/>
                <a:gd name="T25" fmla="*/ 157 h 236"/>
                <a:gd name="T26" fmla="*/ 241 w 355"/>
                <a:gd name="T27" fmla="*/ 152 h 236"/>
                <a:gd name="T28" fmla="*/ 234 w 355"/>
                <a:gd name="T29" fmla="*/ 148 h 236"/>
                <a:gd name="T30" fmla="*/ 234 w 355"/>
                <a:gd name="T31" fmla="*/ 148 h 236"/>
                <a:gd name="T32" fmla="*/ 234 w 355"/>
                <a:gd name="T33" fmla="*/ 155 h 236"/>
                <a:gd name="T34" fmla="*/ 231 w 355"/>
                <a:gd name="T35" fmla="*/ 169 h 236"/>
                <a:gd name="T36" fmla="*/ 224 w 355"/>
                <a:gd name="T37" fmla="*/ 186 h 236"/>
                <a:gd name="T38" fmla="*/ 205 w 355"/>
                <a:gd name="T39" fmla="*/ 205 h 236"/>
                <a:gd name="T40" fmla="*/ 177 w 355"/>
                <a:gd name="T41" fmla="*/ 224 h 236"/>
                <a:gd name="T42" fmla="*/ 146 w 355"/>
                <a:gd name="T43" fmla="*/ 229 h 236"/>
                <a:gd name="T44" fmla="*/ 117 w 355"/>
                <a:gd name="T45" fmla="*/ 224 h 236"/>
                <a:gd name="T46" fmla="*/ 98 w 355"/>
                <a:gd name="T47" fmla="*/ 214 h 236"/>
                <a:gd name="T48" fmla="*/ 86 w 355"/>
                <a:gd name="T49" fmla="*/ 205 h 236"/>
                <a:gd name="T50" fmla="*/ 84 w 355"/>
                <a:gd name="T51" fmla="*/ 205 h 236"/>
                <a:gd name="T52" fmla="*/ 81 w 355"/>
                <a:gd name="T53" fmla="*/ 212 h 236"/>
                <a:gd name="T54" fmla="*/ 76 w 355"/>
                <a:gd name="T55" fmla="*/ 219 h 236"/>
                <a:gd name="T56" fmla="*/ 69 w 355"/>
                <a:gd name="T57" fmla="*/ 229 h 236"/>
                <a:gd name="T58" fmla="*/ 53 w 355"/>
                <a:gd name="T59" fmla="*/ 236 h 236"/>
                <a:gd name="T60" fmla="*/ 31 w 355"/>
                <a:gd name="T61" fmla="*/ 236 h 236"/>
                <a:gd name="T62" fmla="*/ 14 w 355"/>
                <a:gd name="T63" fmla="*/ 229 h 236"/>
                <a:gd name="T64" fmla="*/ 5 w 355"/>
                <a:gd name="T65" fmla="*/ 219 h 236"/>
                <a:gd name="T66" fmla="*/ 0 w 355"/>
                <a:gd name="T67" fmla="*/ 212 h 236"/>
                <a:gd name="T68" fmla="*/ 0 w 355"/>
                <a:gd name="T69" fmla="*/ 205 h 2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55" h="236">
                  <a:moveTo>
                    <a:pt x="355" y="0"/>
                  </a:moveTo>
                  <a:lnTo>
                    <a:pt x="355" y="16"/>
                  </a:lnTo>
                  <a:lnTo>
                    <a:pt x="353" y="33"/>
                  </a:lnTo>
                  <a:lnTo>
                    <a:pt x="348" y="45"/>
                  </a:lnTo>
                  <a:lnTo>
                    <a:pt x="341" y="55"/>
                  </a:lnTo>
                  <a:lnTo>
                    <a:pt x="334" y="64"/>
                  </a:lnTo>
                  <a:lnTo>
                    <a:pt x="329" y="71"/>
                  </a:lnTo>
                  <a:lnTo>
                    <a:pt x="322" y="76"/>
                  </a:lnTo>
                  <a:lnTo>
                    <a:pt x="317" y="78"/>
                  </a:lnTo>
                  <a:lnTo>
                    <a:pt x="315" y="81"/>
                  </a:lnTo>
                  <a:lnTo>
                    <a:pt x="312" y="83"/>
                  </a:lnTo>
                  <a:lnTo>
                    <a:pt x="315" y="83"/>
                  </a:lnTo>
                  <a:lnTo>
                    <a:pt x="315" y="86"/>
                  </a:lnTo>
                  <a:lnTo>
                    <a:pt x="317" y="90"/>
                  </a:lnTo>
                  <a:lnTo>
                    <a:pt x="317" y="97"/>
                  </a:lnTo>
                  <a:lnTo>
                    <a:pt x="320" y="105"/>
                  </a:lnTo>
                  <a:lnTo>
                    <a:pt x="320" y="112"/>
                  </a:lnTo>
                  <a:lnTo>
                    <a:pt x="317" y="121"/>
                  </a:lnTo>
                  <a:lnTo>
                    <a:pt x="315" y="131"/>
                  </a:lnTo>
                  <a:lnTo>
                    <a:pt x="310" y="138"/>
                  </a:lnTo>
                  <a:lnTo>
                    <a:pt x="300" y="148"/>
                  </a:lnTo>
                  <a:lnTo>
                    <a:pt x="291" y="152"/>
                  </a:lnTo>
                  <a:lnTo>
                    <a:pt x="281" y="157"/>
                  </a:lnTo>
                  <a:lnTo>
                    <a:pt x="272" y="159"/>
                  </a:lnTo>
                  <a:lnTo>
                    <a:pt x="262" y="159"/>
                  </a:lnTo>
                  <a:lnTo>
                    <a:pt x="255" y="157"/>
                  </a:lnTo>
                  <a:lnTo>
                    <a:pt x="248" y="155"/>
                  </a:lnTo>
                  <a:lnTo>
                    <a:pt x="241" y="152"/>
                  </a:lnTo>
                  <a:lnTo>
                    <a:pt x="236" y="150"/>
                  </a:lnTo>
                  <a:lnTo>
                    <a:pt x="234" y="148"/>
                  </a:lnTo>
                  <a:lnTo>
                    <a:pt x="234" y="150"/>
                  </a:lnTo>
                  <a:lnTo>
                    <a:pt x="234" y="155"/>
                  </a:lnTo>
                  <a:lnTo>
                    <a:pt x="234" y="162"/>
                  </a:lnTo>
                  <a:lnTo>
                    <a:pt x="231" y="169"/>
                  </a:lnTo>
                  <a:lnTo>
                    <a:pt x="229" y="176"/>
                  </a:lnTo>
                  <a:lnTo>
                    <a:pt x="224" y="186"/>
                  </a:lnTo>
                  <a:lnTo>
                    <a:pt x="215" y="195"/>
                  </a:lnTo>
                  <a:lnTo>
                    <a:pt x="205" y="205"/>
                  </a:lnTo>
                  <a:lnTo>
                    <a:pt x="191" y="217"/>
                  </a:lnTo>
                  <a:lnTo>
                    <a:pt x="177" y="224"/>
                  </a:lnTo>
                  <a:lnTo>
                    <a:pt x="160" y="229"/>
                  </a:lnTo>
                  <a:lnTo>
                    <a:pt x="146" y="229"/>
                  </a:lnTo>
                  <a:lnTo>
                    <a:pt x="131" y="226"/>
                  </a:lnTo>
                  <a:lnTo>
                    <a:pt x="117" y="224"/>
                  </a:lnTo>
                  <a:lnTo>
                    <a:pt x="107" y="219"/>
                  </a:lnTo>
                  <a:lnTo>
                    <a:pt x="98" y="214"/>
                  </a:lnTo>
                  <a:lnTo>
                    <a:pt x="91" y="209"/>
                  </a:lnTo>
                  <a:lnTo>
                    <a:pt x="86" y="205"/>
                  </a:lnTo>
                  <a:lnTo>
                    <a:pt x="84" y="205"/>
                  </a:lnTo>
                  <a:lnTo>
                    <a:pt x="84" y="207"/>
                  </a:lnTo>
                  <a:lnTo>
                    <a:pt x="81" y="212"/>
                  </a:lnTo>
                  <a:lnTo>
                    <a:pt x="81" y="214"/>
                  </a:lnTo>
                  <a:lnTo>
                    <a:pt x="76" y="219"/>
                  </a:lnTo>
                  <a:lnTo>
                    <a:pt x="74" y="224"/>
                  </a:lnTo>
                  <a:lnTo>
                    <a:pt x="69" y="229"/>
                  </a:lnTo>
                  <a:lnTo>
                    <a:pt x="62" y="233"/>
                  </a:lnTo>
                  <a:lnTo>
                    <a:pt x="53" y="236"/>
                  </a:lnTo>
                  <a:lnTo>
                    <a:pt x="41" y="236"/>
                  </a:lnTo>
                  <a:lnTo>
                    <a:pt x="31" y="236"/>
                  </a:lnTo>
                  <a:lnTo>
                    <a:pt x="22" y="233"/>
                  </a:lnTo>
                  <a:lnTo>
                    <a:pt x="14" y="229"/>
                  </a:lnTo>
                  <a:lnTo>
                    <a:pt x="10" y="224"/>
                  </a:lnTo>
                  <a:lnTo>
                    <a:pt x="5" y="219"/>
                  </a:lnTo>
                  <a:lnTo>
                    <a:pt x="2" y="214"/>
                  </a:lnTo>
                  <a:lnTo>
                    <a:pt x="0" y="212"/>
                  </a:lnTo>
                  <a:lnTo>
                    <a:pt x="0" y="207"/>
                  </a:lnTo>
                  <a:lnTo>
                    <a:pt x="0" y="205"/>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grpSp>
      <p:sp>
        <p:nvSpPr>
          <p:cNvPr id="25616" name="Freeform 50">
            <a:extLst>
              <a:ext uri="{FF2B5EF4-FFF2-40B4-BE49-F238E27FC236}">
                <a16:creationId xmlns:a16="http://schemas.microsoft.com/office/drawing/2014/main" id="{D5F2FC66-D598-E8FC-C606-F57FDAAA451C}"/>
              </a:ext>
            </a:extLst>
          </p:cNvPr>
          <p:cNvSpPr>
            <a:spLocks/>
          </p:cNvSpPr>
          <p:nvPr/>
        </p:nvSpPr>
        <p:spPr bwMode="auto">
          <a:xfrm>
            <a:off x="7797800" y="3857625"/>
            <a:ext cx="434975" cy="361950"/>
          </a:xfrm>
          <a:custGeom>
            <a:avLst/>
            <a:gdLst>
              <a:gd name="T0" fmla="*/ 0 w 274"/>
              <a:gd name="T1" fmla="*/ 36513 h 228"/>
              <a:gd name="T2" fmla="*/ 4763 w 274"/>
              <a:gd name="T3" fmla="*/ 33338 h 228"/>
              <a:gd name="T4" fmla="*/ 11113 w 274"/>
              <a:gd name="T5" fmla="*/ 30163 h 228"/>
              <a:gd name="T6" fmla="*/ 23813 w 274"/>
              <a:gd name="T7" fmla="*/ 22225 h 228"/>
              <a:gd name="T8" fmla="*/ 38100 w 274"/>
              <a:gd name="T9" fmla="*/ 14288 h 228"/>
              <a:gd name="T10" fmla="*/ 57150 w 274"/>
              <a:gd name="T11" fmla="*/ 6350 h 228"/>
              <a:gd name="T12" fmla="*/ 76200 w 274"/>
              <a:gd name="T13" fmla="*/ 0 h 228"/>
              <a:gd name="T14" fmla="*/ 98425 w 274"/>
              <a:gd name="T15" fmla="*/ 0 h 228"/>
              <a:gd name="T16" fmla="*/ 122238 w 274"/>
              <a:gd name="T17" fmla="*/ 0 h 228"/>
              <a:gd name="T18" fmla="*/ 147638 w 274"/>
              <a:gd name="T19" fmla="*/ 6350 h 228"/>
              <a:gd name="T20" fmla="*/ 171450 w 274"/>
              <a:gd name="T21" fmla="*/ 19050 h 228"/>
              <a:gd name="T22" fmla="*/ 193675 w 274"/>
              <a:gd name="T23" fmla="*/ 33338 h 228"/>
              <a:gd name="T24" fmla="*/ 212725 w 274"/>
              <a:gd name="T25" fmla="*/ 52388 h 228"/>
              <a:gd name="T26" fmla="*/ 223838 w 274"/>
              <a:gd name="T27" fmla="*/ 68263 h 228"/>
              <a:gd name="T28" fmla="*/ 231775 w 274"/>
              <a:gd name="T29" fmla="*/ 82550 h 228"/>
              <a:gd name="T30" fmla="*/ 234950 w 274"/>
              <a:gd name="T31" fmla="*/ 93663 h 228"/>
              <a:gd name="T32" fmla="*/ 239713 w 274"/>
              <a:gd name="T33" fmla="*/ 104775 h 228"/>
              <a:gd name="T34" fmla="*/ 239713 w 274"/>
              <a:gd name="T35" fmla="*/ 112713 h 228"/>
              <a:gd name="T36" fmla="*/ 239713 w 274"/>
              <a:gd name="T37" fmla="*/ 120650 h 228"/>
              <a:gd name="T38" fmla="*/ 239713 w 274"/>
              <a:gd name="T39" fmla="*/ 123825 h 228"/>
              <a:gd name="T40" fmla="*/ 239713 w 274"/>
              <a:gd name="T41" fmla="*/ 128588 h 228"/>
              <a:gd name="T42" fmla="*/ 239713 w 274"/>
              <a:gd name="T43" fmla="*/ 128588 h 228"/>
              <a:gd name="T44" fmla="*/ 246063 w 274"/>
              <a:gd name="T45" fmla="*/ 123825 h 228"/>
              <a:gd name="T46" fmla="*/ 254000 w 274"/>
              <a:gd name="T47" fmla="*/ 120650 h 228"/>
              <a:gd name="T48" fmla="*/ 261938 w 274"/>
              <a:gd name="T49" fmla="*/ 117475 h 228"/>
              <a:gd name="T50" fmla="*/ 273050 w 274"/>
              <a:gd name="T51" fmla="*/ 112713 h 228"/>
              <a:gd name="T52" fmla="*/ 288925 w 274"/>
              <a:gd name="T53" fmla="*/ 109538 h 228"/>
              <a:gd name="T54" fmla="*/ 300038 w 274"/>
              <a:gd name="T55" fmla="*/ 109538 h 228"/>
              <a:gd name="T56" fmla="*/ 314325 w 274"/>
              <a:gd name="T57" fmla="*/ 112713 h 228"/>
              <a:gd name="T58" fmla="*/ 330200 w 274"/>
              <a:gd name="T59" fmla="*/ 117475 h 228"/>
              <a:gd name="T60" fmla="*/ 344488 w 274"/>
              <a:gd name="T61" fmla="*/ 128588 h 228"/>
              <a:gd name="T62" fmla="*/ 360363 w 274"/>
              <a:gd name="T63" fmla="*/ 139700 h 228"/>
              <a:gd name="T64" fmla="*/ 368300 w 274"/>
              <a:gd name="T65" fmla="*/ 153988 h 228"/>
              <a:gd name="T66" fmla="*/ 371475 w 274"/>
              <a:gd name="T67" fmla="*/ 169863 h 228"/>
              <a:gd name="T68" fmla="*/ 374650 w 274"/>
              <a:gd name="T69" fmla="*/ 180975 h 228"/>
              <a:gd name="T70" fmla="*/ 374650 w 274"/>
              <a:gd name="T71" fmla="*/ 196850 h 228"/>
              <a:gd name="T72" fmla="*/ 374650 w 274"/>
              <a:gd name="T73" fmla="*/ 207963 h 228"/>
              <a:gd name="T74" fmla="*/ 371475 w 274"/>
              <a:gd name="T75" fmla="*/ 214313 h 228"/>
              <a:gd name="T76" fmla="*/ 368300 w 274"/>
              <a:gd name="T77" fmla="*/ 222250 h 228"/>
              <a:gd name="T78" fmla="*/ 368300 w 274"/>
              <a:gd name="T79" fmla="*/ 230188 h 228"/>
              <a:gd name="T80" fmla="*/ 368300 w 274"/>
              <a:gd name="T81" fmla="*/ 230188 h 228"/>
              <a:gd name="T82" fmla="*/ 368300 w 274"/>
              <a:gd name="T83" fmla="*/ 230188 h 228"/>
              <a:gd name="T84" fmla="*/ 374650 w 274"/>
              <a:gd name="T85" fmla="*/ 233363 h 228"/>
              <a:gd name="T86" fmla="*/ 382588 w 274"/>
              <a:gd name="T87" fmla="*/ 241300 h 228"/>
              <a:gd name="T88" fmla="*/ 390525 w 274"/>
              <a:gd name="T89" fmla="*/ 249238 h 228"/>
              <a:gd name="T90" fmla="*/ 401638 w 274"/>
              <a:gd name="T91" fmla="*/ 260350 h 228"/>
              <a:gd name="T92" fmla="*/ 409575 w 274"/>
              <a:gd name="T93" fmla="*/ 271463 h 228"/>
              <a:gd name="T94" fmla="*/ 420688 w 274"/>
              <a:gd name="T95" fmla="*/ 290513 h 228"/>
              <a:gd name="T96" fmla="*/ 428625 w 274"/>
              <a:gd name="T97" fmla="*/ 309563 h 228"/>
              <a:gd name="T98" fmla="*/ 431800 w 274"/>
              <a:gd name="T99" fmla="*/ 331788 h 228"/>
              <a:gd name="T100" fmla="*/ 434975 w 274"/>
              <a:gd name="T101" fmla="*/ 361950 h 2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74" h="228">
                <a:moveTo>
                  <a:pt x="0" y="23"/>
                </a:moveTo>
                <a:lnTo>
                  <a:pt x="3" y="21"/>
                </a:lnTo>
                <a:lnTo>
                  <a:pt x="7" y="19"/>
                </a:lnTo>
                <a:lnTo>
                  <a:pt x="15" y="14"/>
                </a:lnTo>
                <a:lnTo>
                  <a:pt x="24" y="9"/>
                </a:lnTo>
                <a:lnTo>
                  <a:pt x="36" y="4"/>
                </a:lnTo>
                <a:lnTo>
                  <a:pt x="48" y="0"/>
                </a:lnTo>
                <a:lnTo>
                  <a:pt x="62" y="0"/>
                </a:lnTo>
                <a:lnTo>
                  <a:pt x="77" y="0"/>
                </a:lnTo>
                <a:lnTo>
                  <a:pt x="93" y="4"/>
                </a:lnTo>
                <a:lnTo>
                  <a:pt x="108" y="12"/>
                </a:lnTo>
                <a:lnTo>
                  <a:pt x="122" y="21"/>
                </a:lnTo>
                <a:lnTo>
                  <a:pt x="134" y="33"/>
                </a:lnTo>
                <a:lnTo>
                  <a:pt x="141" y="43"/>
                </a:lnTo>
                <a:lnTo>
                  <a:pt x="146" y="52"/>
                </a:lnTo>
                <a:lnTo>
                  <a:pt x="148" y="59"/>
                </a:lnTo>
                <a:lnTo>
                  <a:pt x="151" y="66"/>
                </a:lnTo>
                <a:lnTo>
                  <a:pt x="151" y="71"/>
                </a:lnTo>
                <a:lnTo>
                  <a:pt x="151" y="76"/>
                </a:lnTo>
                <a:lnTo>
                  <a:pt x="151" y="78"/>
                </a:lnTo>
                <a:lnTo>
                  <a:pt x="151" y="81"/>
                </a:lnTo>
                <a:lnTo>
                  <a:pt x="155" y="78"/>
                </a:lnTo>
                <a:lnTo>
                  <a:pt x="160" y="76"/>
                </a:lnTo>
                <a:lnTo>
                  <a:pt x="165" y="74"/>
                </a:lnTo>
                <a:lnTo>
                  <a:pt x="172" y="71"/>
                </a:lnTo>
                <a:lnTo>
                  <a:pt x="182" y="69"/>
                </a:lnTo>
                <a:lnTo>
                  <a:pt x="189" y="69"/>
                </a:lnTo>
                <a:lnTo>
                  <a:pt x="198" y="71"/>
                </a:lnTo>
                <a:lnTo>
                  <a:pt x="208" y="74"/>
                </a:lnTo>
                <a:lnTo>
                  <a:pt x="217" y="81"/>
                </a:lnTo>
                <a:lnTo>
                  <a:pt x="227" y="88"/>
                </a:lnTo>
                <a:lnTo>
                  <a:pt x="232" y="97"/>
                </a:lnTo>
                <a:lnTo>
                  <a:pt x="234" y="107"/>
                </a:lnTo>
                <a:lnTo>
                  <a:pt x="236" y="114"/>
                </a:lnTo>
                <a:lnTo>
                  <a:pt x="236" y="124"/>
                </a:lnTo>
                <a:lnTo>
                  <a:pt x="236" y="131"/>
                </a:lnTo>
                <a:lnTo>
                  <a:pt x="234" y="135"/>
                </a:lnTo>
                <a:lnTo>
                  <a:pt x="232" y="140"/>
                </a:lnTo>
                <a:lnTo>
                  <a:pt x="232" y="145"/>
                </a:lnTo>
                <a:lnTo>
                  <a:pt x="236" y="147"/>
                </a:lnTo>
                <a:lnTo>
                  <a:pt x="241" y="152"/>
                </a:lnTo>
                <a:lnTo>
                  <a:pt x="246" y="157"/>
                </a:lnTo>
                <a:lnTo>
                  <a:pt x="253" y="164"/>
                </a:lnTo>
                <a:lnTo>
                  <a:pt x="258" y="171"/>
                </a:lnTo>
                <a:lnTo>
                  <a:pt x="265" y="183"/>
                </a:lnTo>
                <a:lnTo>
                  <a:pt x="270" y="195"/>
                </a:lnTo>
                <a:lnTo>
                  <a:pt x="272" y="209"/>
                </a:lnTo>
                <a:lnTo>
                  <a:pt x="274" y="228"/>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5617" name="Freeform 51">
            <a:extLst>
              <a:ext uri="{FF2B5EF4-FFF2-40B4-BE49-F238E27FC236}">
                <a16:creationId xmlns:a16="http://schemas.microsoft.com/office/drawing/2014/main" id="{A78D0372-F940-A107-89C5-713554AEF7EB}"/>
              </a:ext>
            </a:extLst>
          </p:cNvPr>
          <p:cNvSpPr>
            <a:spLocks/>
          </p:cNvSpPr>
          <p:nvPr/>
        </p:nvSpPr>
        <p:spPr bwMode="auto">
          <a:xfrm>
            <a:off x="7231063" y="3841750"/>
            <a:ext cx="566737" cy="374650"/>
          </a:xfrm>
          <a:custGeom>
            <a:avLst/>
            <a:gdLst>
              <a:gd name="T0" fmla="*/ 3175 w 357"/>
              <a:gd name="T1" fmla="*/ 347663 h 236"/>
              <a:gd name="T2" fmla="*/ 14287 w 357"/>
              <a:gd name="T3" fmla="*/ 303213 h 236"/>
              <a:gd name="T4" fmla="*/ 33337 w 357"/>
              <a:gd name="T5" fmla="*/ 273050 h 236"/>
              <a:gd name="T6" fmla="*/ 52387 w 357"/>
              <a:gd name="T7" fmla="*/ 254000 h 236"/>
              <a:gd name="T8" fmla="*/ 68262 w 357"/>
              <a:gd name="T9" fmla="*/ 246063 h 236"/>
              <a:gd name="T10" fmla="*/ 68262 w 357"/>
              <a:gd name="T11" fmla="*/ 242888 h 236"/>
              <a:gd name="T12" fmla="*/ 63500 w 357"/>
              <a:gd name="T13" fmla="*/ 230188 h 236"/>
              <a:gd name="T14" fmla="*/ 60325 w 357"/>
              <a:gd name="T15" fmla="*/ 207963 h 236"/>
              <a:gd name="T16" fmla="*/ 63500 w 357"/>
              <a:gd name="T17" fmla="*/ 180975 h 236"/>
              <a:gd name="T18" fmla="*/ 74612 w 357"/>
              <a:gd name="T19" fmla="*/ 155575 h 236"/>
              <a:gd name="T20" fmla="*/ 104775 w 357"/>
              <a:gd name="T21" fmla="*/ 133350 h 236"/>
              <a:gd name="T22" fmla="*/ 134937 w 357"/>
              <a:gd name="T23" fmla="*/ 125413 h 236"/>
              <a:gd name="T24" fmla="*/ 161925 w 357"/>
              <a:gd name="T25" fmla="*/ 125413 h 236"/>
              <a:gd name="T26" fmla="*/ 180975 w 357"/>
              <a:gd name="T27" fmla="*/ 133350 h 236"/>
              <a:gd name="T28" fmla="*/ 196850 w 357"/>
              <a:gd name="T29" fmla="*/ 139700 h 236"/>
              <a:gd name="T30" fmla="*/ 196850 w 357"/>
              <a:gd name="T31" fmla="*/ 139700 h 236"/>
              <a:gd name="T32" fmla="*/ 196850 w 357"/>
              <a:gd name="T33" fmla="*/ 128588 h 236"/>
              <a:gd name="T34" fmla="*/ 200025 w 357"/>
              <a:gd name="T35" fmla="*/ 109538 h 236"/>
              <a:gd name="T36" fmla="*/ 211137 w 357"/>
              <a:gd name="T37" fmla="*/ 79375 h 236"/>
              <a:gd name="T38" fmla="*/ 241300 w 357"/>
              <a:gd name="T39" fmla="*/ 49213 h 236"/>
              <a:gd name="T40" fmla="*/ 287337 w 357"/>
              <a:gd name="T41" fmla="*/ 19050 h 236"/>
              <a:gd name="T42" fmla="*/ 336550 w 357"/>
              <a:gd name="T43" fmla="*/ 11113 h 236"/>
              <a:gd name="T44" fmla="*/ 377825 w 357"/>
              <a:gd name="T45" fmla="*/ 22225 h 236"/>
              <a:gd name="T46" fmla="*/ 412750 w 357"/>
              <a:gd name="T47" fmla="*/ 38100 h 236"/>
              <a:gd name="T48" fmla="*/ 430212 w 357"/>
              <a:gd name="T49" fmla="*/ 49213 h 236"/>
              <a:gd name="T50" fmla="*/ 434975 w 357"/>
              <a:gd name="T51" fmla="*/ 49213 h 236"/>
              <a:gd name="T52" fmla="*/ 434975 w 357"/>
              <a:gd name="T53" fmla="*/ 41275 h 236"/>
              <a:gd name="T54" fmla="*/ 442912 w 357"/>
              <a:gd name="T55" fmla="*/ 26988 h 236"/>
              <a:gd name="T56" fmla="*/ 457200 w 357"/>
              <a:gd name="T57" fmla="*/ 11113 h 236"/>
              <a:gd name="T58" fmla="*/ 484187 w 357"/>
              <a:gd name="T59" fmla="*/ 3175 h 236"/>
              <a:gd name="T60" fmla="*/ 517525 w 357"/>
              <a:gd name="T61" fmla="*/ 3175 h 236"/>
              <a:gd name="T62" fmla="*/ 544512 w 357"/>
              <a:gd name="T63" fmla="*/ 11113 h 236"/>
              <a:gd name="T64" fmla="*/ 560387 w 357"/>
              <a:gd name="T65" fmla="*/ 26988 h 236"/>
              <a:gd name="T66" fmla="*/ 566737 w 357"/>
              <a:gd name="T67" fmla="*/ 41275 h 236"/>
              <a:gd name="T68" fmla="*/ 566737 w 357"/>
              <a:gd name="T69" fmla="*/ 49213 h 2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57" h="236">
                <a:moveTo>
                  <a:pt x="0" y="236"/>
                </a:moveTo>
                <a:lnTo>
                  <a:pt x="2" y="219"/>
                </a:lnTo>
                <a:lnTo>
                  <a:pt x="4" y="205"/>
                </a:lnTo>
                <a:lnTo>
                  <a:pt x="9" y="191"/>
                </a:lnTo>
                <a:lnTo>
                  <a:pt x="16" y="181"/>
                </a:lnTo>
                <a:lnTo>
                  <a:pt x="21" y="172"/>
                </a:lnTo>
                <a:lnTo>
                  <a:pt x="28" y="165"/>
                </a:lnTo>
                <a:lnTo>
                  <a:pt x="33" y="160"/>
                </a:lnTo>
                <a:lnTo>
                  <a:pt x="38" y="157"/>
                </a:lnTo>
                <a:lnTo>
                  <a:pt x="43" y="155"/>
                </a:lnTo>
                <a:lnTo>
                  <a:pt x="43" y="153"/>
                </a:lnTo>
                <a:lnTo>
                  <a:pt x="43" y="150"/>
                </a:lnTo>
                <a:lnTo>
                  <a:pt x="40" y="145"/>
                </a:lnTo>
                <a:lnTo>
                  <a:pt x="38" y="138"/>
                </a:lnTo>
                <a:lnTo>
                  <a:pt x="38" y="131"/>
                </a:lnTo>
                <a:lnTo>
                  <a:pt x="38" y="124"/>
                </a:lnTo>
                <a:lnTo>
                  <a:pt x="40" y="114"/>
                </a:lnTo>
                <a:lnTo>
                  <a:pt x="43" y="107"/>
                </a:lnTo>
                <a:lnTo>
                  <a:pt x="47" y="98"/>
                </a:lnTo>
                <a:lnTo>
                  <a:pt x="57" y="91"/>
                </a:lnTo>
                <a:lnTo>
                  <a:pt x="66" y="84"/>
                </a:lnTo>
                <a:lnTo>
                  <a:pt x="76" y="79"/>
                </a:lnTo>
                <a:lnTo>
                  <a:pt x="85" y="79"/>
                </a:lnTo>
                <a:lnTo>
                  <a:pt x="93" y="79"/>
                </a:lnTo>
                <a:lnTo>
                  <a:pt x="102" y="79"/>
                </a:lnTo>
                <a:lnTo>
                  <a:pt x="109" y="81"/>
                </a:lnTo>
                <a:lnTo>
                  <a:pt x="114" y="84"/>
                </a:lnTo>
                <a:lnTo>
                  <a:pt x="119" y="86"/>
                </a:lnTo>
                <a:lnTo>
                  <a:pt x="124" y="88"/>
                </a:lnTo>
                <a:lnTo>
                  <a:pt x="124" y="91"/>
                </a:lnTo>
                <a:lnTo>
                  <a:pt x="124" y="88"/>
                </a:lnTo>
                <a:lnTo>
                  <a:pt x="124" y="86"/>
                </a:lnTo>
                <a:lnTo>
                  <a:pt x="124" y="81"/>
                </a:lnTo>
                <a:lnTo>
                  <a:pt x="124" y="76"/>
                </a:lnTo>
                <a:lnTo>
                  <a:pt x="126" y="69"/>
                </a:lnTo>
                <a:lnTo>
                  <a:pt x="128" y="60"/>
                </a:lnTo>
                <a:lnTo>
                  <a:pt x="133" y="50"/>
                </a:lnTo>
                <a:lnTo>
                  <a:pt x="140" y="41"/>
                </a:lnTo>
                <a:lnTo>
                  <a:pt x="152" y="31"/>
                </a:lnTo>
                <a:lnTo>
                  <a:pt x="167" y="22"/>
                </a:lnTo>
                <a:lnTo>
                  <a:pt x="181" y="12"/>
                </a:lnTo>
                <a:lnTo>
                  <a:pt x="198" y="10"/>
                </a:lnTo>
                <a:lnTo>
                  <a:pt x="212" y="7"/>
                </a:lnTo>
                <a:lnTo>
                  <a:pt x="226" y="10"/>
                </a:lnTo>
                <a:lnTo>
                  <a:pt x="238" y="14"/>
                </a:lnTo>
                <a:lnTo>
                  <a:pt x="250" y="19"/>
                </a:lnTo>
                <a:lnTo>
                  <a:pt x="260" y="24"/>
                </a:lnTo>
                <a:lnTo>
                  <a:pt x="267" y="29"/>
                </a:lnTo>
                <a:lnTo>
                  <a:pt x="271" y="31"/>
                </a:lnTo>
                <a:lnTo>
                  <a:pt x="274" y="33"/>
                </a:lnTo>
                <a:lnTo>
                  <a:pt x="274" y="31"/>
                </a:lnTo>
                <a:lnTo>
                  <a:pt x="274" y="29"/>
                </a:lnTo>
                <a:lnTo>
                  <a:pt x="274" y="26"/>
                </a:lnTo>
                <a:lnTo>
                  <a:pt x="276" y="22"/>
                </a:lnTo>
                <a:lnTo>
                  <a:pt x="279" y="17"/>
                </a:lnTo>
                <a:lnTo>
                  <a:pt x="283" y="12"/>
                </a:lnTo>
                <a:lnTo>
                  <a:pt x="288" y="7"/>
                </a:lnTo>
                <a:lnTo>
                  <a:pt x="295" y="5"/>
                </a:lnTo>
                <a:lnTo>
                  <a:pt x="305" y="2"/>
                </a:lnTo>
                <a:lnTo>
                  <a:pt x="317" y="0"/>
                </a:lnTo>
                <a:lnTo>
                  <a:pt x="326" y="2"/>
                </a:lnTo>
                <a:lnTo>
                  <a:pt x="336" y="5"/>
                </a:lnTo>
                <a:lnTo>
                  <a:pt x="343" y="7"/>
                </a:lnTo>
                <a:lnTo>
                  <a:pt x="348" y="12"/>
                </a:lnTo>
                <a:lnTo>
                  <a:pt x="353" y="17"/>
                </a:lnTo>
                <a:lnTo>
                  <a:pt x="355" y="22"/>
                </a:lnTo>
                <a:lnTo>
                  <a:pt x="357" y="26"/>
                </a:lnTo>
                <a:lnTo>
                  <a:pt x="357" y="29"/>
                </a:lnTo>
                <a:lnTo>
                  <a:pt x="357" y="31"/>
                </a:lnTo>
                <a:lnTo>
                  <a:pt x="357" y="33"/>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5618" name="Freeform 52">
            <a:extLst>
              <a:ext uri="{FF2B5EF4-FFF2-40B4-BE49-F238E27FC236}">
                <a16:creationId xmlns:a16="http://schemas.microsoft.com/office/drawing/2014/main" id="{CA2E229E-9D0D-CC6F-6F18-83115BD9D4F9}"/>
              </a:ext>
            </a:extLst>
          </p:cNvPr>
          <p:cNvSpPr>
            <a:spLocks/>
          </p:cNvSpPr>
          <p:nvPr/>
        </p:nvSpPr>
        <p:spPr bwMode="auto">
          <a:xfrm>
            <a:off x="7231063" y="4208463"/>
            <a:ext cx="434975" cy="363537"/>
          </a:xfrm>
          <a:custGeom>
            <a:avLst/>
            <a:gdLst>
              <a:gd name="T0" fmla="*/ 434975 w 274"/>
              <a:gd name="T1" fmla="*/ 325437 h 229"/>
              <a:gd name="T2" fmla="*/ 430213 w 274"/>
              <a:gd name="T3" fmla="*/ 330200 h 229"/>
              <a:gd name="T4" fmla="*/ 423863 w 274"/>
              <a:gd name="T5" fmla="*/ 333375 h 229"/>
              <a:gd name="T6" fmla="*/ 412750 w 274"/>
              <a:gd name="T7" fmla="*/ 341312 h 229"/>
              <a:gd name="T8" fmla="*/ 396875 w 274"/>
              <a:gd name="T9" fmla="*/ 349250 h 229"/>
              <a:gd name="T10" fmla="*/ 377825 w 274"/>
              <a:gd name="T11" fmla="*/ 355600 h 229"/>
              <a:gd name="T12" fmla="*/ 358775 w 274"/>
              <a:gd name="T13" fmla="*/ 363537 h 229"/>
              <a:gd name="T14" fmla="*/ 336550 w 274"/>
              <a:gd name="T15" fmla="*/ 363537 h 229"/>
              <a:gd name="T16" fmla="*/ 314325 w 274"/>
              <a:gd name="T17" fmla="*/ 363537 h 229"/>
              <a:gd name="T18" fmla="*/ 287338 w 274"/>
              <a:gd name="T19" fmla="*/ 355600 h 229"/>
              <a:gd name="T20" fmla="*/ 265113 w 274"/>
              <a:gd name="T21" fmla="*/ 344487 h 229"/>
              <a:gd name="T22" fmla="*/ 241300 w 274"/>
              <a:gd name="T23" fmla="*/ 330200 h 229"/>
              <a:gd name="T24" fmla="*/ 222250 w 274"/>
              <a:gd name="T25" fmla="*/ 311150 h 229"/>
              <a:gd name="T26" fmla="*/ 211138 w 274"/>
              <a:gd name="T27" fmla="*/ 295275 h 229"/>
              <a:gd name="T28" fmla="*/ 203200 w 274"/>
              <a:gd name="T29" fmla="*/ 284162 h 229"/>
              <a:gd name="T30" fmla="*/ 200025 w 274"/>
              <a:gd name="T31" fmla="*/ 269875 h 229"/>
              <a:gd name="T32" fmla="*/ 196850 w 274"/>
              <a:gd name="T33" fmla="*/ 257175 h 229"/>
              <a:gd name="T34" fmla="*/ 196850 w 274"/>
              <a:gd name="T35" fmla="*/ 250825 h 229"/>
              <a:gd name="T36" fmla="*/ 196850 w 274"/>
              <a:gd name="T37" fmla="*/ 242887 h 229"/>
              <a:gd name="T38" fmla="*/ 196850 w 274"/>
              <a:gd name="T39" fmla="*/ 239712 h 229"/>
              <a:gd name="T40" fmla="*/ 196850 w 274"/>
              <a:gd name="T41" fmla="*/ 234950 h 229"/>
              <a:gd name="T42" fmla="*/ 196850 w 274"/>
              <a:gd name="T43" fmla="*/ 234950 h 229"/>
              <a:gd name="T44" fmla="*/ 188913 w 274"/>
              <a:gd name="T45" fmla="*/ 239712 h 229"/>
              <a:gd name="T46" fmla="*/ 180975 w 274"/>
              <a:gd name="T47" fmla="*/ 242887 h 229"/>
              <a:gd name="T48" fmla="*/ 173038 w 274"/>
              <a:gd name="T49" fmla="*/ 246062 h 229"/>
              <a:gd name="T50" fmla="*/ 161925 w 274"/>
              <a:gd name="T51" fmla="*/ 250825 h 229"/>
              <a:gd name="T52" fmla="*/ 147638 w 274"/>
              <a:gd name="T53" fmla="*/ 254000 h 229"/>
              <a:gd name="T54" fmla="*/ 134938 w 274"/>
              <a:gd name="T55" fmla="*/ 254000 h 229"/>
              <a:gd name="T56" fmla="*/ 120650 w 274"/>
              <a:gd name="T57" fmla="*/ 250825 h 229"/>
              <a:gd name="T58" fmla="*/ 104775 w 274"/>
              <a:gd name="T59" fmla="*/ 246062 h 229"/>
              <a:gd name="T60" fmla="*/ 90488 w 274"/>
              <a:gd name="T61" fmla="*/ 234950 h 229"/>
              <a:gd name="T62" fmla="*/ 74613 w 274"/>
              <a:gd name="T63" fmla="*/ 223837 h 229"/>
              <a:gd name="T64" fmla="*/ 68263 w 274"/>
              <a:gd name="T65" fmla="*/ 207962 h 229"/>
              <a:gd name="T66" fmla="*/ 63500 w 274"/>
              <a:gd name="T67" fmla="*/ 193675 h 229"/>
              <a:gd name="T68" fmla="*/ 60325 w 274"/>
              <a:gd name="T69" fmla="*/ 182562 h 229"/>
              <a:gd name="T70" fmla="*/ 60325 w 274"/>
              <a:gd name="T71" fmla="*/ 166687 h 229"/>
              <a:gd name="T72" fmla="*/ 60325 w 274"/>
              <a:gd name="T73" fmla="*/ 155575 h 229"/>
              <a:gd name="T74" fmla="*/ 63500 w 274"/>
              <a:gd name="T75" fmla="*/ 147637 h 229"/>
              <a:gd name="T76" fmla="*/ 68263 w 274"/>
              <a:gd name="T77" fmla="*/ 141287 h 229"/>
              <a:gd name="T78" fmla="*/ 68263 w 274"/>
              <a:gd name="T79" fmla="*/ 133350 h 229"/>
              <a:gd name="T80" fmla="*/ 68263 w 274"/>
              <a:gd name="T81" fmla="*/ 133350 h 229"/>
              <a:gd name="T82" fmla="*/ 68263 w 274"/>
              <a:gd name="T83" fmla="*/ 133350 h 229"/>
              <a:gd name="T84" fmla="*/ 60325 w 274"/>
              <a:gd name="T85" fmla="*/ 128587 h 229"/>
              <a:gd name="T86" fmla="*/ 52388 w 274"/>
              <a:gd name="T87" fmla="*/ 122237 h 229"/>
              <a:gd name="T88" fmla="*/ 44450 w 274"/>
              <a:gd name="T89" fmla="*/ 114300 h 229"/>
              <a:gd name="T90" fmla="*/ 33338 w 274"/>
              <a:gd name="T91" fmla="*/ 103187 h 229"/>
              <a:gd name="T92" fmla="*/ 25400 w 274"/>
              <a:gd name="T93" fmla="*/ 92075 h 229"/>
              <a:gd name="T94" fmla="*/ 14288 w 274"/>
              <a:gd name="T95" fmla="*/ 73025 h 229"/>
              <a:gd name="T96" fmla="*/ 6350 w 274"/>
              <a:gd name="T97" fmla="*/ 53975 h 229"/>
              <a:gd name="T98" fmla="*/ 3175 w 274"/>
              <a:gd name="T99" fmla="*/ 30162 h 229"/>
              <a:gd name="T100" fmla="*/ 0 w 274"/>
              <a:gd name="T101" fmla="*/ 0 h 22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74" h="229">
                <a:moveTo>
                  <a:pt x="274" y="205"/>
                </a:moveTo>
                <a:lnTo>
                  <a:pt x="271" y="208"/>
                </a:lnTo>
                <a:lnTo>
                  <a:pt x="267" y="210"/>
                </a:lnTo>
                <a:lnTo>
                  <a:pt x="260" y="215"/>
                </a:lnTo>
                <a:lnTo>
                  <a:pt x="250" y="220"/>
                </a:lnTo>
                <a:lnTo>
                  <a:pt x="238" y="224"/>
                </a:lnTo>
                <a:lnTo>
                  <a:pt x="226" y="229"/>
                </a:lnTo>
                <a:lnTo>
                  <a:pt x="212" y="229"/>
                </a:lnTo>
                <a:lnTo>
                  <a:pt x="198" y="229"/>
                </a:lnTo>
                <a:lnTo>
                  <a:pt x="181" y="224"/>
                </a:lnTo>
                <a:lnTo>
                  <a:pt x="167" y="217"/>
                </a:lnTo>
                <a:lnTo>
                  <a:pt x="152" y="208"/>
                </a:lnTo>
                <a:lnTo>
                  <a:pt x="140" y="196"/>
                </a:lnTo>
                <a:lnTo>
                  <a:pt x="133" y="186"/>
                </a:lnTo>
                <a:lnTo>
                  <a:pt x="128" y="179"/>
                </a:lnTo>
                <a:lnTo>
                  <a:pt x="126" y="170"/>
                </a:lnTo>
                <a:lnTo>
                  <a:pt x="124" y="162"/>
                </a:lnTo>
                <a:lnTo>
                  <a:pt x="124" y="158"/>
                </a:lnTo>
                <a:lnTo>
                  <a:pt x="124" y="153"/>
                </a:lnTo>
                <a:lnTo>
                  <a:pt x="124" y="151"/>
                </a:lnTo>
                <a:lnTo>
                  <a:pt x="124" y="148"/>
                </a:lnTo>
                <a:lnTo>
                  <a:pt x="119" y="151"/>
                </a:lnTo>
                <a:lnTo>
                  <a:pt x="114" y="153"/>
                </a:lnTo>
                <a:lnTo>
                  <a:pt x="109" y="155"/>
                </a:lnTo>
                <a:lnTo>
                  <a:pt x="102" y="158"/>
                </a:lnTo>
                <a:lnTo>
                  <a:pt x="93" y="160"/>
                </a:lnTo>
                <a:lnTo>
                  <a:pt x="85" y="160"/>
                </a:lnTo>
                <a:lnTo>
                  <a:pt x="76" y="158"/>
                </a:lnTo>
                <a:lnTo>
                  <a:pt x="66" y="155"/>
                </a:lnTo>
                <a:lnTo>
                  <a:pt x="57" y="148"/>
                </a:lnTo>
                <a:lnTo>
                  <a:pt x="47" y="141"/>
                </a:lnTo>
                <a:lnTo>
                  <a:pt x="43" y="131"/>
                </a:lnTo>
                <a:lnTo>
                  <a:pt x="40" y="122"/>
                </a:lnTo>
                <a:lnTo>
                  <a:pt x="38" y="115"/>
                </a:lnTo>
                <a:lnTo>
                  <a:pt x="38" y="105"/>
                </a:lnTo>
                <a:lnTo>
                  <a:pt x="38" y="98"/>
                </a:lnTo>
                <a:lnTo>
                  <a:pt x="40" y="93"/>
                </a:lnTo>
                <a:lnTo>
                  <a:pt x="43" y="89"/>
                </a:lnTo>
                <a:lnTo>
                  <a:pt x="43" y="84"/>
                </a:lnTo>
                <a:lnTo>
                  <a:pt x="38" y="81"/>
                </a:lnTo>
                <a:lnTo>
                  <a:pt x="33" y="77"/>
                </a:lnTo>
                <a:lnTo>
                  <a:pt x="28" y="72"/>
                </a:lnTo>
                <a:lnTo>
                  <a:pt x="21" y="65"/>
                </a:lnTo>
                <a:lnTo>
                  <a:pt x="16" y="58"/>
                </a:lnTo>
                <a:lnTo>
                  <a:pt x="9" y="46"/>
                </a:lnTo>
                <a:lnTo>
                  <a:pt x="4" y="34"/>
                </a:lnTo>
                <a:lnTo>
                  <a:pt x="2" y="19"/>
                </a:lnTo>
                <a:lnTo>
                  <a:pt x="0" y="0"/>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5619" name="Freeform 53">
            <a:extLst>
              <a:ext uri="{FF2B5EF4-FFF2-40B4-BE49-F238E27FC236}">
                <a16:creationId xmlns:a16="http://schemas.microsoft.com/office/drawing/2014/main" id="{98A3ADA2-9486-DC8F-FEB1-60DC7BAEC4A7}"/>
              </a:ext>
            </a:extLst>
          </p:cNvPr>
          <p:cNvSpPr>
            <a:spLocks/>
          </p:cNvSpPr>
          <p:nvPr/>
        </p:nvSpPr>
        <p:spPr bwMode="auto">
          <a:xfrm>
            <a:off x="7666038" y="4208463"/>
            <a:ext cx="563562" cy="379412"/>
          </a:xfrm>
          <a:custGeom>
            <a:avLst/>
            <a:gdLst>
              <a:gd name="T0" fmla="*/ 563562 w 355"/>
              <a:gd name="T1" fmla="*/ 30162 h 239"/>
              <a:gd name="T2" fmla="*/ 552450 w 355"/>
              <a:gd name="T3" fmla="*/ 76200 h 239"/>
              <a:gd name="T4" fmla="*/ 533400 w 355"/>
              <a:gd name="T5" fmla="*/ 106362 h 239"/>
              <a:gd name="T6" fmla="*/ 514350 w 355"/>
              <a:gd name="T7" fmla="*/ 125412 h 239"/>
              <a:gd name="T8" fmla="*/ 500062 w 355"/>
              <a:gd name="T9" fmla="*/ 133350 h 239"/>
              <a:gd name="T10" fmla="*/ 500062 w 355"/>
              <a:gd name="T11" fmla="*/ 136525 h 239"/>
              <a:gd name="T12" fmla="*/ 503237 w 355"/>
              <a:gd name="T13" fmla="*/ 147637 h 239"/>
              <a:gd name="T14" fmla="*/ 506412 w 355"/>
              <a:gd name="T15" fmla="*/ 171450 h 239"/>
              <a:gd name="T16" fmla="*/ 503237 w 355"/>
              <a:gd name="T17" fmla="*/ 196850 h 239"/>
              <a:gd name="T18" fmla="*/ 492125 w 355"/>
              <a:gd name="T19" fmla="*/ 223837 h 239"/>
              <a:gd name="T20" fmla="*/ 461962 w 355"/>
              <a:gd name="T21" fmla="*/ 246062 h 239"/>
              <a:gd name="T22" fmla="*/ 431800 w 355"/>
              <a:gd name="T23" fmla="*/ 254000 h 239"/>
              <a:gd name="T24" fmla="*/ 404812 w 355"/>
              <a:gd name="T25" fmla="*/ 254000 h 239"/>
              <a:gd name="T26" fmla="*/ 385762 w 355"/>
              <a:gd name="T27" fmla="*/ 246062 h 239"/>
              <a:gd name="T28" fmla="*/ 371475 w 355"/>
              <a:gd name="T29" fmla="*/ 239712 h 239"/>
              <a:gd name="T30" fmla="*/ 371475 w 355"/>
              <a:gd name="T31" fmla="*/ 239712 h 239"/>
              <a:gd name="T32" fmla="*/ 371475 w 355"/>
              <a:gd name="T33" fmla="*/ 250825 h 239"/>
              <a:gd name="T34" fmla="*/ 366712 w 355"/>
              <a:gd name="T35" fmla="*/ 269875 h 239"/>
              <a:gd name="T36" fmla="*/ 355600 w 355"/>
              <a:gd name="T37" fmla="*/ 300037 h 239"/>
              <a:gd name="T38" fmla="*/ 325437 w 355"/>
              <a:gd name="T39" fmla="*/ 330200 h 239"/>
              <a:gd name="T40" fmla="*/ 279400 w 355"/>
              <a:gd name="T41" fmla="*/ 360362 h 239"/>
              <a:gd name="T42" fmla="*/ 230187 w 355"/>
              <a:gd name="T43" fmla="*/ 368300 h 239"/>
              <a:gd name="T44" fmla="*/ 188912 w 355"/>
              <a:gd name="T45" fmla="*/ 355600 h 239"/>
              <a:gd name="T46" fmla="*/ 155575 w 355"/>
              <a:gd name="T47" fmla="*/ 341312 h 239"/>
              <a:gd name="T48" fmla="*/ 136525 w 355"/>
              <a:gd name="T49" fmla="*/ 330200 h 239"/>
              <a:gd name="T50" fmla="*/ 131762 w 355"/>
              <a:gd name="T51" fmla="*/ 330200 h 239"/>
              <a:gd name="T52" fmla="*/ 131762 w 355"/>
              <a:gd name="T53" fmla="*/ 338137 h 239"/>
              <a:gd name="T54" fmla="*/ 125412 w 355"/>
              <a:gd name="T55" fmla="*/ 352425 h 239"/>
              <a:gd name="T56" fmla="*/ 109537 w 355"/>
              <a:gd name="T57" fmla="*/ 368300 h 239"/>
              <a:gd name="T58" fmla="*/ 82550 w 355"/>
              <a:gd name="T59" fmla="*/ 374650 h 239"/>
              <a:gd name="T60" fmla="*/ 49212 w 355"/>
              <a:gd name="T61" fmla="*/ 374650 h 239"/>
              <a:gd name="T62" fmla="*/ 22225 w 355"/>
              <a:gd name="T63" fmla="*/ 368300 h 239"/>
              <a:gd name="T64" fmla="*/ 7937 w 355"/>
              <a:gd name="T65" fmla="*/ 352425 h 239"/>
              <a:gd name="T66" fmla="*/ 0 w 355"/>
              <a:gd name="T67" fmla="*/ 338137 h 239"/>
              <a:gd name="T68" fmla="*/ 0 w 355"/>
              <a:gd name="T69" fmla="*/ 330200 h 2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55" h="239">
                <a:moveTo>
                  <a:pt x="355" y="0"/>
                </a:moveTo>
                <a:lnTo>
                  <a:pt x="355" y="19"/>
                </a:lnTo>
                <a:lnTo>
                  <a:pt x="353" y="34"/>
                </a:lnTo>
                <a:lnTo>
                  <a:pt x="348" y="48"/>
                </a:lnTo>
                <a:lnTo>
                  <a:pt x="341" y="58"/>
                </a:lnTo>
                <a:lnTo>
                  <a:pt x="336" y="67"/>
                </a:lnTo>
                <a:lnTo>
                  <a:pt x="329" y="74"/>
                </a:lnTo>
                <a:lnTo>
                  <a:pt x="324" y="79"/>
                </a:lnTo>
                <a:lnTo>
                  <a:pt x="319" y="81"/>
                </a:lnTo>
                <a:lnTo>
                  <a:pt x="315" y="84"/>
                </a:lnTo>
                <a:lnTo>
                  <a:pt x="315" y="86"/>
                </a:lnTo>
                <a:lnTo>
                  <a:pt x="315" y="89"/>
                </a:lnTo>
                <a:lnTo>
                  <a:pt x="317" y="93"/>
                </a:lnTo>
                <a:lnTo>
                  <a:pt x="319" y="100"/>
                </a:lnTo>
                <a:lnTo>
                  <a:pt x="319" y="108"/>
                </a:lnTo>
                <a:lnTo>
                  <a:pt x="319" y="115"/>
                </a:lnTo>
                <a:lnTo>
                  <a:pt x="317" y="124"/>
                </a:lnTo>
                <a:lnTo>
                  <a:pt x="315" y="131"/>
                </a:lnTo>
                <a:lnTo>
                  <a:pt x="310" y="141"/>
                </a:lnTo>
                <a:lnTo>
                  <a:pt x="300" y="151"/>
                </a:lnTo>
                <a:lnTo>
                  <a:pt x="291" y="155"/>
                </a:lnTo>
                <a:lnTo>
                  <a:pt x="281" y="160"/>
                </a:lnTo>
                <a:lnTo>
                  <a:pt x="272" y="160"/>
                </a:lnTo>
                <a:lnTo>
                  <a:pt x="265" y="160"/>
                </a:lnTo>
                <a:lnTo>
                  <a:pt x="255" y="160"/>
                </a:lnTo>
                <a:lnTo>
                  <a:pt x="248" y="158"/>
                </a:lnTo>
                <a:lnTo>
                  <a:pt x="243" y="155"/>
                </a:lnTo>
                <a:lnTo>
                  <a:pt x="238" y="153"/>
                </a:lnTo>
                <a:lnTo>
                  <a:pt x="234" y="151"/>
                </a:lnTo>
                <a:lnTo>
                  <a:pt x="234" y="153"/>
                </a:lnTo>
                <a:lnTo>
                  <a:pt x="234" y="158"/>
                </a:lnTo>
                <a:lnTo>
                  <a:pt x="234" y="162"/>
                </a:lnTo>
                <a:lnTo>
                  <a:pt x="231" y="170"/>
                </a:lnTo>
                <a:lnTo>
                  <a:pt x="229" y="179"/>
                </a:lnTo>
                <a:lnTo>
                  <a:pt x="224" y="189"/>
                </a:lnTo>
                <a:lnTo>
                  <a:pt x="217" y="198"/>
                </a:lnTo>
                <a:lnTo>
                  <a:pt x="205" y="208"/>
                </a:lnTo>
                <a:lnTo>
                  <a:pt x="191" y="217"/>
                </a:lnTo>
                <a:lnTo>
                  <a:pt x="176" y="227"/>
                </a:lnTo>
                <a:lnTo>
                  <a:pt x="160" y="229"/>
                </a:lnTo>
                <a:lnTo>
                  <a:pt x="145" y="232"/>
                </a:lnTo>
                <a:lnTo>
                  <a:pt x="131" y="229"/>
                </a:lnTo>
                <a:lnTo>
                  <a:pt x="119" y="224"/>
                </a:lnTo>
                <a:lnTo>
                  <a:pt x="107" y="220"/>
                </a:lnTo>
                <a:lnTo>
                  <a:pt x="98" y="215"/>
                </a:lnTo>
                <a:lnTo>
                  <a:pt x="90" y="210"/>
                </a:lnTo>
                <a:lnTo>
                  <a:pt x="86" y="208"/>
                </a:lnTo>
                <a:lnTo>
                  <a:pt x="83" y="208"/>
                </a:lnTo>
                <a:lnTo>
                  <a:pt x="83" y="210"/>
                </a:lnTo>
                <a:lnTo>
                  <a:pt x="83" y="213"/>
                </a:lnTo>
                <a:lnTo>
                  <a:pt x="81" y="217"/>
                </a:lnTo>
                <a:lnTo>
                  <a:pt x="79" y="222"/>
                </a:lnTo>
                <a:lnTo>
                  <a:pt x="74" y="227"/>
                </a:lnTo>
                <a:lnTo>
                  <a:pt x="69" y="232"/>
                </a:lnTo>
                <a:lnTo>
                  <a:pt x="62" y="234"/>
                </a:lnTo>
                <a:lnTo>
                  <a:pt x="52" y="236"/>
                </a:lnTo>
                <a:lnTo>
                  <a:pt x="43" y="239"/>
                </a:lnTo>
                <a:lnTo>
                  <a:pt x="31" y="236"/>
                </a:lnTo>
                <a:lnTo>
                  <a:pt x="21" y="234"/>
                </a:lnTo>
                <a:lnTo>
                  <a:pt x="14" y="232"/>
                </a:lnTo>
                <a:lnTo>
                  <a:pt x="9" y="227"/>
                </a:lnTo>
                <a:lnTo>
                  <a:pt x="5" y="222"/>
                </a:lnTo>
                <a:lnTo>
                  <a:pt x="2" y="217"/>
                </a:lnTo>
                <a:lnTo>
                  <a:pt x="0" y="213"/>
                </a:lnTo>
                <a:lnTo>
                  <a:pt x="0" y="210"/>
                </a:lnTo>
                <a:lnTo>
                  <a:pt x="0" y="208"/>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5620" name="Freeform 54">
            <a:extLst>
              <a:ext uri="{FF2B5EF4-FFF2-40B4-BE49-F238E27FC236}">
                <a16:creationId xmlns:a16="http://schemas.microsoft.com/office/drawing/2014/main" id="{9E140CA3-E0A9-899E-021B-9D071AF12410}"/>
              </a:ext>
            </a:extLst>
          </p:cNvPr>
          <p:cNvSpPr>
            <a:spLocks/>
          </p:cNvSpPr>
          <p:nvPr/>
        </p:nvSpPr>
        <p:spPr bwMode="auto">
          <a:xfrm>
            <a:off x="6137275" y="3860800"/>
            <a:ext cx="438150" cy="363538"/>
          </a:xfrm>
          <a:custGeom>
            <a:avLst/>
            <a:gdLst>
              <a:gd name="T0" fmla="*/ 0 w 276"/>
              <a:gd name="T1" fmla="*/ 38100 h 229"/>
              <a:gd name="T2" fmla="*/ 6350 w 276"/>
              <a:gd name="T3" fmla="*/ 38100 h 229"/>
              <a:gd name="T4" fmla="*/ 11113 w 276"/>
              <a:gd name="T5" fmla="*/ 30163 h 229"/>
              <a:gd name="T6" fmla="*/ 25400 w 276"/>
              <a:gd name="T7" fmla="*/ 22225 h 229"/>
              <a:gd name="T8" fmla="*/ 41275 w 276"/>
              <a:gd name="T9" fmla="*/ 15875 h 229"/>
              <a:gd name="T10" fmla="*/ 55563 w 276"/>
              <a:gd name="T11" fmla="*/ 7938 h 229"/>
              <a:gd name="T12" fmla="*/ 79375 w 276"/>
              <a:gd name="T13" fmla="*/ 3175 h 229"/>
              <a:gd name="T14" fmla="*/ 101600 w 276"/>
              <a:gd name="T15" fmla="*/ 0 h 229"/>
              <a:gd name="T16" fmla="*/ 123825 w 276"/>
              <a:gd name="T17" fmla="*/ 0 h 229"/>
              <a:gd name="T18" fmla="*/ 150813 w 276"/>
              <a:gd name="T19" fmla="*/ 7938 h 229"/>
              <a:gd name="T20" fmla="*/ 173038 w 276"/>
              <a:gd name="T21" fmla="*/ 19050 h 229"/>
              <a:gd name="T22" fmla="*/ 196850 w 276"/>
              <a:gd name="T23" fmla="*/ 38100 h 229"/>
              <a:gd name="T24" fmla="*/ 211138 w 276"/>
              <a:gd name="T25" fmla="*/ 52388 h 229"/>
              <a:gd name="T26" fmla="*/ 227013 w 276"/>
              <a:gd name="T27" fmla="*/ 68263 h 229"/>
              <a:gd name="T28" fmla="*/ 233363 w 276"/>
              <a:gd name="T29" fmla="*/ 82550 h 229"/>
              <a:gd name="T30" fmla="*/ 238125 w 276"/>
              <a:gd name="T31" fmla="*/ 95250 h 229"/>
              <a:gd name="T32" fmla="*/ 241300 w 276"/>
              <a:gd name="T33" fmla="*/ 106363 h 229"/>
              <a:gd name="T34" fmla="*/ 241300 w 276"/>
              <a:gd name="T35" fmla="*/ 117475 h 229"/>
              <a:gd name="T36" fmla="*/ 241300 w 276"/>
              <a:gd name="T37" fmla="*/ 125413 h 229"/>
              <a:gd name="T38" fmla="*/ 241300 w 276"/>
              <a:gd name="T39" fmla="*/ 128588 h 229"/>
              <a:gd name="T40" fmla="*/ 241300 w 276"/>
              <a:gd name="T41" fmla="*/ 128588 h 229"/>
              <a:gd name="T42" fmla="*/ 241300 w 276"/>
              <a:gd name="T43" fmla="*/ 128588 h 229"/>
              <a:gd name="T44" fmla="*/ 246063 w 276"/>
              <a:gd name="T45" fmla="*/ 125413 h 229"/>
              <a:gd name="T46" fmla="*/ 252413 w 276"/>
              <a:gd name="T47" fmla="*/ 120650 h 229"/>
              <a:gd name="T48" fmla="*/ 265113 w 276"/>
              <a:gd name="T49" fmla="*/ 117475 h 229"/>
              <a:gd name="T50" fmla="*/ 276225 w 276"/>
              <a:gd name="T51" fmla="*/ 114300 h 229"/>
              <a:gd name="T52" fmla="*/ 287338 w 276"/>
              <a:gd name="T53" fmla="*/ 109538 h 229"/>
              <a:gd name="T54" fmla="*/ 301625 w 276"/>
              <a:gd name="T55" fmla="*/ 109538 h 229"/>
              <a:gd name="T56" fmla="*/ 317500 w 276"/>
              <a:gd name="T57" fmla="*/ 114300 h 229"/>
              <a:gd name="T58" fmla="*/ 331788 w 276"/>
              <a:gd name="T59" fmla="*/ 117475 h 229"/>
              <a:gd name="T60" fmla="*/ 347663 w 276"/>
              <a:gd name="T61" fmla="*/ 128588 h 229"/>
              <a:gd name="T62" fmla="*/ 363538 w 276"/>
              <a:gd name="T63" fmla="*/ 144463 h 229"/>
              <a:gd name="T64" fmla="*/ 369888 w 276"/>
              <a:gd name="T65" fmla="*/ 155575 h 229"/>
              <a:gd name="T66" fmla="*/ 374650 w 276"/>
              <a:gd name="T67" fmla="*/ 169863 h 229"/>
              <a:gd name="T68" fmla="*/ 377825 w 276"/>
              <a:gd name="T69" fmla="*/ 185738 h 229"/>
              <a:gd name="T70" fmla="*/ 377825 w 276"/>
              <a:gd name="T71" fmla="*/ 196850 h 229"/>
              <a:gd name="T72" fmla="*/ 374650 w 276"/>
              <a:gd name="T73" fmla="*/ 207963 h 229"/>
              <a:gd name="T74" fmla="*/ 374650 w 276"/>
              <a:gd name="T75" fmla="*/ 219075 h 229"/>
              <a:gd name="T76" fmla="*/ 369888 w 276"/>
              <a:gd name="T77" fmla="*/ 227013 h 229"/>
              <a:gd name="T78" fmla="*/ 369888 w 276"/>
              <a:gd name="T79" fmla="*/ 230188 h 229"/>
              <a:gd name="T80" fmla="*/ 366713 w 276"/>
              <a:gd name="T81" fmla="*/ 230188 h 229"/>
              <a:gd name="T82" fmla="*/ 369888 w 276"/>
              <a:gd name="T83" fmla="*/ 234950 h 229"/>
              <a:gd name="T84" fmla="*/ 374650 w 276"/>
              <a:gd name="T85" fmla="*/ 234950 h 229"/>
              <a:gd name="T86" fmla="*/ 381000 w 276"/>
              <a:gd name="T87" fmla="*/ 242888 h 229"/>
              <a:gd name="T88" fmla="*/ 393700 w 276"/>
              <a:gd name="T89" fmla="*/ 249238 h 229"/>
              <a:gd name="T90" fmla="*/ 400050 w 276"/>
              <a:gd name="T91" fmla="*/ 260350 h 229"/>
              <a:gd name="T92" fmla="*/ 411163 w 276"/>
              <a:gd name="T93" fmla="*/ 276225 h 229"/>
              <a:gd name="T94" fmla="*/ 423863 w 276"/>
              <a:gd name="T95" fmla="*/ 292100 h 229"/>
              <a:gd name="T96" fmla="*/ 430213 w 276"/>
              <a:gd name="T97" fmla="*/ 309563 h 229"/>
              <a:gd name="T98" fmla="*/ 434975 w 276"/>
              <a:gd name="T99" fmla="*/ 336550 h 229"/>
              <a:gd name="T100" fmla="*/ 438150 w 276"/>
              <a:gd name="T101" fmla="*/ 363538 h 22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76" h="229">
                <a:moveTo>
                  <a:pt x="0" y="24"/>
                </a:moveTo>
                <a:lnTo>
                  <a:pt x="4" y="24"/>
                </a:lnTo>
                <a:lnTo>
                  <a:pt x="7" y="19"/>
                </a:lnTo>
                <a:lnTo>
                  <a:pt x="16" y="14"/>
                </a:lnTo>
                <a:lnTo>
                  <a:pt x="26" y="10"/>
                </a:lnTo>
                <a:lnTo>
                  <a:pt x="35" y="5"/>
                </a:lnTo>
                <a:lnTo>
                  <a:pt x="50" y="2"/>
                </a:lnTo>
                <a:lnTo>
                  <a:pt x="64" y="0"/>
                </a:lnTo>
                <a:lnTo>
                  <a:pt x="78" y="0"/>
                </a:lnTo>
                <a:lnTo>
                  <a:pt x="95" y="5"/>
                </a:lnTo>
                <a:lnTo>
                  <a:pt x="109" y="12"/>
                </a:lnTo>
                <a:lnTo>
                  <a:pt x="124" y="24"/>
                </a:lnTo>
                <a:lnTo>
                  <a:pt x="133" y="33"/>
                </a:lnTo>
                <a:lnTo>
                  <a:pt x="143" y="43"/>
                </a:lnTo>
                <a:lnTo>
                  <a:pt x="147" y="52"/>
                </a:lnTo>
                <a:lnTo>
                  <a:pt x="150" y="60"/>
                </a:lnTo>
                <a:lnTo>
                  <a:pt x="152" y="67"/>
                </a:lnTo>
                <a:lnTo>
                  <a:pt x="152" y="74"/>
                </a:lnTo>
                <a:lnTo>
                  <a:pt x="152" y="79"/>
                </a:lnTo>
                <a:lnTo>
                  <a:pt x="152" y="81"/>
                </a:lnTo>
                <a:lnTo>
                  <a:pt x="155" y="79"/>
                </a:lnTo>
                <a:lnTo>
                  <a:pt x="159" y="76"/>
                </a:lnTo>
                <a:lnTo>
                  <a:pt x="167" y="74"/>
                </a:lnTo>
                <a:lnTo>
                  <a:pt x="174" y="72"/>
                </a:lnTo>
                <a:lnTo>
                  <a:pt x="181" y="69"/>
                </a:lnTo>
                <a:lnTo>
                  <a:pt x="190" y="69"/>
                </a:lnTo>
                <a:lnTo>
                  <a:pt x="200" y="72"/>
                </a:lnTo>
                <a:lnTo>
                  <a:pt x="209" y="74"/>
                </a:lnTo>
                <a:lnTo>
                  <a:pt x="219" y="81"/>
                </a:lnTo>
                <a:lnTo>
                  <a:pt x="229" y="91"/>
                </a:lnTo>
                <a:lnTo>
                  <a:pt x="233" y="98"/>
                </a:lnTo>
                <a:lnTo>
                  <a:pt x="236" y="107"/>
                </a:lnTo>
                <a:lnTo>
                  <a:pt x="238" y="117"/>
                </a:lnTo>
                <a:lnTo>
                  <a:pt x="238" y="124"/>
                </a:lnTo>
                <a:lnTo>
                  <a:pt x="236" y="131"/>
                </a:lnTo>
                <a:lnTo>
                  <a:pt x="236" y="138"/>
                </a:lnTo>
                <a:lnTo>
                  <a:pt x="233" y="143"/>
                </a:lnTo>
                <a:lnTo>
                  <a:pt x="233" y="145"/>
                </a:lnTo>
                <a:lnTo>
                  <a:pt x="231" y="145"/>
                </a:lnTo>
                <a:lnTo>
                  <a:pt x="233" y="148"/>
                </a:lnTo>
                <a:lnTo>
                  <a:pt x="236" y="148"/>
                </a:lnTo>
                <a:lnTo>
                  <a:pt x="240" y="153"/>
                </a:lnTo>
                <a:lnTo>
                  <a:pt x="248" y="157"/>
                </a:lnTo>
                <a:lnTo>
                  <a:pt x="252" y="164"/>
                </a:lnTo>
                <a:lnTo>
                  <a:pt x="259" y="174"/>
                </a:lnTo>
                <a:lnTo>
                  <a:pt x="267" y="184"/>
                </a:lnTo>
                <a:lnTo>
                  <a:pt x="271" y="195"/>
                </a:lnTo>
                <a:lnTo>
                  <a:pt x="274" y="212"/>
                </a:lnTo>
                <a:lnTo>
                  <a:pt x="276" y="229"/>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5621" name="Freeform 55">
            <a:extLst>
              <a:ext uri="{FF2B5EF4-FFF2-40B4-BE49-F238E27FC236}">
                <a16:creationId xmlns:a16="http://schemas.microsoft.com/office/drawing/2014/main" id="{387F6827-1BC2-E05B-1E7F-3A28164DB80A}"/>
              </a:ext>
            </a:extLst>
          </p:cNvPr>
          <p:cNvSpPr>
            <a:spLocks/>
          </p:cNvSpPr>
          <p:nvPr/>
        </p:nvSpPr>
        <p:spPr bwMode="auto">
          <a:xfrm>
            <a:off x="5572125" y="3844925"/>
            <a:ext cx="568325" cy="374650"/>
          </a:xfrm>
          <a:custGeom>
            <a:avLst/>
            <a:gdLst>
              <a:gd name="T0" fmla="*/ 4763 w 358"/>
              <a:gd name="T1" fmla="*/ 349250 h 236"/>
              <a:gd name="T2" fmla="*/ 15875 w 358"/>
              <a:gd name="T3" fmla="*/ 307975 h 236"/>
              <a:gd name="T4" fmla="*/ 34925 w 358"/>
              <a:gd name="T5" fmla="*/ 276225 h 236"/>
              <a:gd name="T6" fmla="*/ 53975 w 358"/>
              <a:gd name="T7" fmla="*/ 258763 h 236"/>
              <a:gd name="T8" fmla="*/ 68263 w 358"/>
              <a:gd name="T9" fmla="*/ 246063 h 236"/>
              <a:gd name="T10" fmla="*/ 68263 w 358"/>
              <a:gd name="T11" fmla="*/ 246063 h 236"/>
              <a:gd name="T12" fmla="*/ 65088 w 358"/>
              <a:gd name="T13" fmla="*/ 231775 h 236"/>
              <a:gd name="T14" fmla="*/ 61913 w 358"/>
              <a:gd name="T15" fmla="*/ 212725 h 236"/>
              <a:gd name="T16" fmla="*/ 61913 w 358"/>
              <a:gd name="T17" fmla="*/ 185738 h 236"/>
              <a:gd name="T18" fmla="*/ 76200 w 358"/>
              <a:gd name="T19" fmla="*/ 155575 h 236"/>
              <a:gd name="T20" fmla="*/ 103188 w 358"/>
              <a:gd name="T21" fmla="*/ 133350 h 236"/>
              <a:gd name="T22" fmla="*/ 133350 w 358"/>
              <a:gd name="T23" fmla="*/ 125413 h 236"/>
              <a:gd name="T24" fmla="*/ 163513 w 358"/>
              <a:gd name="T25" fmla="*/ 130175 h 236"/>
              <a:gd name="T26" fmla="*/ 182563 w 358"/>
              <a:gd name="T27" fmla="*/ 136525 h 236"/>
              <a:gd name="T28" fmla="*/ 193675 w 358"/>
              <a:gd name="T29" fmla="*/ 144463 h 236"/>
              <a:gd name="T30" fmla="*/ 196850 w 358"/>
              <a:gd name="T31" fmla="*/ 141288 h 236"/>
              <a:gd name="T32" fmla="*/ 193675 w 358"/>
              <a:gd name="T33" fmla="*/ 130175 h 236"/>
              <a:gd name="T34" fmla="*/ 196850 w 358"/>
              <a:gd name="T35" fmla="*/ 111125 h 236"/>
              <a:gd name="T36" fmla="*/ 212725 w 358"/>
              <a:gd name="T37" fmla="*/ 84138 h 236"/>
              <a:gd name="T38" fmla="*/ 242888 w 358"/>
              <a:gd name="T39" fmla="*/ 49213 h 236"/>
              <a:gd name="T40" fmla="*/ 288925 w 358"/>
              <a:gd name="T41" fmla="*/ 23813 h 236"/>
              <a:gd name="T42" fmla="*/ 338138 w 358"/>
              <a:gd name="T43" fmla="*/ 15875 h 236"/>
              <a:gd name="T44" fmla="*/ 379413 w 358"/>
              <a:gd name="T45" fmla="*/ 23813 h 236"/>
              <a:gd name="T46" fmla="*/ 412750 w 358"/>
              <a:gd name="T47" fmla="*/ 38100 h 236"/>
              <a:gd name="T48" fmla="*/ 431800 w 358"/>
              <a:gd name="T49" fmla="*/ 49213 h 236"/>
              <a:gd name="T50" fmla="*/ 436563 w 358"/>
              <a:gd name="T51" fmla="*/ 49213 h 236"/>
              <a:gd name="T52" fmla="*/ 436563 w 358"/>
              <a:gd name="T53" fmla="*/ 42863 h 236"/>
              <a:gd name="T54" fmla="*/ 442913 w 358"/>
              <a:gd name="T55" fmla="*/ 26988 h 236"/>
              <a:gd name="T56" fmla="*/ 458788 w 358"/>
              <a:gd name="T57" fmla="*/ 12700 h 236"/>
              <a:gd name="T58" fmla="*/ 485775 w 358"/>
              <a:gd name="T59" fmla="*/ 4763 h 236"/>
              <a:gd name="T60" fmla="*/ 519113 w 358"/>
              <a:gd name="T61" fmla="*/ 4763 h 236"/>
              <a:gd name="T62" fmla="*/ 546100 w 358"/>
              <a:gd name="T63" fmla="*/ 12700 h 236"/>
              <a:gd name="T64" fmla="*/ 557213 w 358"/>
              <a:gd name="T65" fmla="*/ 26988 h 236"/>
              <a:gd name="T66" fmla="*/ 565150 w 358"/>
              <a:gd name="T67" fmla="*/ 42863 h 236"/>
              <a:gd name="T68" fmla="*/ 568325 w 358"/>
              <a:gd name="T69" fmla="*/ 49213 h 2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58" h="236">
                <a:moveTo>
                  <a:pt x="0" y="236"/>
                </a:moveTo>
                <a:lnTo>
                  <a:pt x="3" y="220"/>
                </a:lnTo>
                <a:lnTo>
                  <a:pt x="5" y="205"/>
                </a:lnTo>
                <a:lnTo>
                  <a:pt x="10" y="194"/>
                </a:lnTo>
                <a:lnTo>
                  <a:pt x="15" y="182"/>
                </a:lnTo>
                <a:lnTo>
                  <a:pt x="22" y="174"/>
                </a:lnTo>
                <a:lnTo>
                  <a:pt x="29" y="167"/>
                </a:lnTo>
                <a:lnTo>
                  <a:pt x="34" y="163"/>
                </a:lnTo>
                <a:lnTo>
                  <a:pt x="39" y="158"/>
                </a:lnTo>
                <a:lnTo>
                  <a:pt x="43" y="155"/>
                </a:lnTo>
                <a:lnTo>
                  <a:pt x="41" y="151"/>
                </a:lnTo>
                <a:lnTo>
                  <a:pt x="41" y="146"/>
                </a:lnTo>
                <a:lnTo>
                  <a:pt x="39" y="141"/>
                </a:lnTo>
                <a:lnTo>
                  <a:pt x="39" y="134"/>
                </a:lnTo>
                <a:lnTo>
                  <a:pt x="39" y="124"/>
                </a:lnTo>
                <a:lnTo>
                  <a:pt x="39" y="117"/>
                </a:lnTo>
                <a:lnTo>
                  <a:pt x="43" y="108"/>
                </a:lnTo>
                <a:lnTo>
                  <a:pt x="48" y="98"/>
                </a:lnTo>
                <a:lnTo>
                  <a:pt x="55" y="91"/>
                </a:lnTo>
                <a:lnTo>
                  <a:pt x="65" y="84"/>
                </a:lnTo>
                <a:lnTo>
                  <a:pt x="77" y="82"/>
                </a:lnTo>
                <a:lnTo>
                  <a:pt x="84" y="79"/>
                </a:lnTo>
                <a:lnTo>
                  <a:pt x="93" y="79"/>
                </a:lnTo>
                <a:lnTo>
                  <a:pt x="103" y="82"/>
                </a:lnTo>
                <a:lnTo>
                  <a:pt x="110" y="84"/>
                </a:lnTo>
                <a:lnTo>
                  <a:pt x="115" y="86"/>
                </a:lnTo>
                <a:lnTo>
                  <a:pt x="120" y="89"/>
                </a:lnTo>
                <a:lnTo>
                  <a:pt x="122" y="91"/>
                </a:lnTo>
                <a:lnTo>
                  <a:pt x="124" y="91"/>
                </a:lnTo>
                <a:lnTo>
                  <a:pt x="124" y="89"/>
                </a:lnTo>
                <a:lnTo>
                  <a:pt x="122" y="86"/>
                </a:lnTo>
                <a:lnTo>
                  <a:pt x="122" y="82"/>
                </a:lnTo>
                <a:lnTo>
                  <a:pt x="124" y="77"/>
                </a:lnTo>
                <a:lnTo>
                  <a:pt x="124" y="70"/>
                </a:lnTo>
                <a:lnTo>
                  <a:pt x="129" y="60"/>
                </a:lnTo>
                <a:lnTo>
                  <a:pt x="134" y="53"/>
                </a:lnTo>
                <a:lnTo>
                  <a:pt x="141" y="43"/>
                </a:lnTo>
                <a:lnTo>
                  <a:pt x="153" y="31"/>
                </a:lnTo>
                <a:lnTo>
                  <a:pt x="165" y="22"/>
                </a:lnTo>
                <a:lnTo>
                  <a:pt x="182" y="15"/>
                </a:lnTo>
                <a:lnTo>
                  <a:pt x="196" y="10"/>
                </a:lnTo>
                <a:lnTo>
                  <a:pt x="213" y="10"/>
                </a:lnTo>
                <a:lnTo>
                  <a:pt x="227" y="10"/>
                </a:lnTo>
                <a:lnTo>
                  <a:pt x="239" y="15"/>
                </a:lnTo>
                <a:lnTo>
                  <a:pt x="251" y="20"/>
                </a:lnTo>
                <a:lnTo>
                  <a:pt x="260" y="24"/>
                </a:lnTo>
                <a:lnTo>
                  <a:pt x="267" y="29"/>
                </a:lnTo>
                <a:lnTo>
                  <a:pt x="272" y="31"/>
                </a:lnTo>
                <a:lnTo>
                  <a:pt x="275" y="34"/>
                </a:lnTo>
                <a:lnTo>
                  <a:pt x="275" y="31"/>
                </a:lnTo>
                <a:lnTo>
                  <a:pt x="275" y="29"/>
                </a:lnTo>
                <a:lnTo>
                  <a:pt x="275" y="27"/>
                </a:lnTo>
                <a:lnTo>
                  <a:pt x="277" y="22"/>
                </a:lnTo>
                <a:lnTo>
                  <a:pt x="279" y="17"/>
                </a:lnTo>
                <a:lnTo>
                  <a:pt x="284" y="12"/>
                </a:lnTo>
                <a:lnTo>
                  <a:pt x="289" y="8"/>
                </a:lnTo>
                <a:lnTo>
                  <a:pt x="296" y="5"/>
                </a:lnTo>
                <a:lnTo>
                  <a:pt x="306" y="3"/>
                </a:lnTo>
                <a:lnTo>
                  <a:pt x="315" y="0"/>
                </a:lnTo>
                <a:lnTo>
                  <a:pt x="327" y="3"/>
                </a:lnTo>
                <a:lnTo>
                  <a:pt x="337" y="5"/>
                </a:lnTo>
                <a:lnTo>
                  <a:pt x="344" y="8"/>
                </a:lnTo>
                <a:lnTo>
                  <a:pt x="348" y="12"/>
                </a:lnTo>
                <a:lnTo>
                  <a:pt x="351" y="17"/>
                </a:lnTo>
                <a:lnTo>
                  <a:pt x="356" y="22"/>
                </a:lnTo>
                <a:lnTo>
                  <a:pt x="356" y="27"/>
                </a:lnTo>
                <a:lnTo>
                  <a:pt x="358" y="29"/>
                </a:lnTo>
                <a:lnTo>
                  <a:pt x="358" y="31"/>
                </a:lnTo>
                <a:lnTo>
                  <a:pt x="358" y="34"/>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5622" name="Freeform 56">
            <a:extLst>
              <a:ext uri="{FF2B5EF4-FFF2-40B4-BE49-F238E27FC236}">
                <a16:creationId xmlns:a16="http://schemas.microsoft.com/office/drawing/2014/main" id="{6171452F-0142-4633-8AAC-16576F3D5FDC}"/>
              </a:ext>
            </a:extLst>
          </p:cNvPr>
          <p:cNvSpPr>
            <a:spLocks/>
          </p:cNvSpPr>
          <p:nvPr/>
        </p:nvSpPr>
        <p:spPr bwMode="auto">
          <a:xfrm>
            <a:off x="5572125" y="4216400"/>
            <a:ext cx="431800" cy="363538"/>
          </a:xfrm>
          <a:custGeom>
            <a:avLst/>
            <a:gdLst>
              <a:gd name="T0" fmla="*/ 431800 w 272"/>
              <a:gd name="T1" fmla="*/ 322263 h 229"/>
              <a:gd name="T2" fmla="*/ 431800 w 272"/>
              <a:gd name="T3" fmla="*/ 325438 h 229"/>
              <a:gd name="T4" fmla="*/ 423863 w 272"/>
              <a:gd name="T5" fmla="*/ 330200 h 229"/>
              <a:gd name="T6" fmla="*/ 412750 w 272"/>
              <a:gd name="T7" fmla="*/ 336550 h 229"/>
              <a:gd name="T8" fmla="*/ 398463 w 272"/>
              <a:gd name="T9" fmla="*/ 344488 h 229"/>
              <a:gd name="T10" fmla="*/ 379413 w 272"/>
              <a:gd name="T11" fmla="*/ 352425 h 229"/>
              <a:gd name="T12" fmla="*/ 360363 w 272"/>
              <a:gd name="T13" fmla="*/ 360363 h 229"/>
              <a:gd name="T14" fmla="*/ 338138 w 272"/>
              <a:gd name="T15" fmla="*/ 363538 h 229"/>
              <a:gd name="T16" fmla="*/ 311150 w 272"/>
              <a:gd name="T17" fmla="*/ 360363 h 229"/>
              <a:gd name="T18" fmla="*/ 288925 w 272"/>
              <a:gd name="T19" fmla="*/ 355600 h 229"/>
              <a:gd name="T20" fmla="*/ 261938 w 272"/>
              <a:gd name="T21" fmla="*/ 341313 h 229"/>
              <a:gd name="T22" fmla="*/ 242888 w 272"/>
              <a:gd name="T23" fmla="*/ 325438 h 229"/>
              <a:gd name="T24" fmla="*/ 223838 w 272"/>
              <a:gd name="T25" fmla="*/ 311150 h 229"/>
              <a:gd name="T26" fmla="*/ 212725 w 272"/>
              <a:gd name="T27" fmla="*/ 295275 h 229"/>
              <a:gd name="T28" fmla="*/ 204788 w 272"/>
              <a:gd name="T29" fmla="*/ 280988 h 229"/>
              <a:gd name="T30" fmla="*/ 196850 w 272"/>
              <a:gd name="T31" fmla="*/ 265113 h 229"/>
              <a:gd name="T32" fmla="*/ 196850 w 272"/>
              <a:gd name="T33" fmla="*/ 254000 h 229"/>
              <a:gd name="T34" fmla="*/ 193675 w 272"/>
              <a:gd name="T35" fmla="*/ 246063 h 229"/>
              <a:gd name="T36" fmla="*/ 193675 w 272"/>
              <a:gd name="T37" fmla="*/ 238125 h 229"/>
              <a:gd name="T38" fmla="*/ 196850 w 272"/>
              <a:gd name="T39" fmla="*/ 234950 h 229"/>
              <a:gd name="T40" fmla="*/ 196850 w 272"/>
              <a:gd name="T41" fmla="*/ 231775 h 229"/>
              <a:gd name="T42" fmla="*/ 193675 w 272"/>
              <a:gd name="T43" fmla="*/ 234950 h 229"/>
              <a:gd name="T44" fmla="*/ 190500 w 272"/>
              <a:gd name="T45" fmla="*/ 238125 h 229"/>
              <a:gd name="T46" fmla="*/ 182563 w 272"/>
              <a:gd name="T47" fmla="*/ 242888 h 229"/>
              <a:gd name="T48" fmla="*/ 174625 w 272"/>
              <a:gd name="T49" fmla="*/ 246063 h 229"/>
              <a:gd name="T50" fmla="*/ 163513 w 272"/>
              <a:gd name="T51" fmla="*/ 249238 h 229"/>
              <a:gd name="T52" fmla="*/ 147638 w 272"/>
              <a:gd name="T53" fmla="*/ 249238 h 229"/>
              <a:gd name="T54" fmla="*/ 133350 w 272"/>
              <a:gd name="T55" fmla="*/ 249238 h 229"/>
              <a:gd name="T56" fmla="*/ 122238 w 272"/>
              <a:gd name="T57" fmla="*/ 249238 h 229"/>
              <a:gd name="T58" fmla="*/ 103188 w 272"/>
              <a:gd name="T59" fmla="*/ 242888 h 229"/>
              <a:gd name="T60" fmla="*/ 87313 w 272"/>
              <a:gd name="T61" fmla="*/ 231775 h 229"/>
              <a:gd name="T62" fmla="*/ 76200 w 272"/>
              <a:gd name="T63" fmla="*/ 219075 h 229"/>
              <a:gd name="T64" fmla="*/ 68263 w 272"/>
              <a:gd name="T65" fmla="*/ 204788 h 229"/>
              <a:gd name="T66" fmla="*/ 61913 w 272"/>
              <a:gd name="T67" fmla="*/ 193675 h 229"/>
              <a:gd name="T68" fmla="*/ 61913 w 272"/>
              <a:gd name="T69" fmla="*/ 177800 h 229"/>
              <a:gd name="T70" fmla="*/ 61913 w 272"/>
              <a:gd name="T71" fmla="*/ 166688 h 229"/>
              <a:gd name="T72" fmla="*/ 61913 w 272"/>
              <a:gd name="T73" fmla="*/ 155575 h 229"/>
              <a:gd name="T74" fmla="*/ 65088 w 272"/>
              <a:gd name="T75" fmla="*/ 144463 h 229"/>
              <a:gd name="T76" fmla="*/ 65088 w 272"/>
              <a:gd name="T77" fmla="*/ 136525 h 229"/>
              <a:gd name="T78" fmla="*/ 68263 w 272"/>
              <a:gd name="T79" fmla="*/ 133350 h 229"/>
              <a:gd name="T80" fmla="*/ 68263 w 272"/>
              <a:gd name="T81" fmla="*/ 128588 h 229"/>
              <a:gd name="T82" fmla="*/ 68263 w 272"/>
              <a:gd name="T83" fmla="*/ 128588 h 229"/>
              <a:gd name="T84" fmla="*/ 61913 w 272"/>
              <a:gd name="T85" fmla="*/ 125413 h 229"/>
              <a:gd name="T86" fmla="*/ 53975 w 272"/>
              <a:gd name="T87" fmla="*/ 120650 h 229"/>
              <a:gd name="T88" fmla="*/ 46038 w 272"/>
              <a:gd name="T89" fmla="*/ 114300 h 229"/>
              <a:gd name="T90" fmla="*/ 34925 w 272"/>
              <a:gd name="T91" fmla="*/ 101600 h 229"/>
              <a:gd name="T92" fmla="*/ 23813 w 272"/>
              <a:gd name="T93" fmla="*/ 87313 h 229"/>
              <a:gd name="T94" fmla="*/ 15875 w 272"/>
              <a:gd name="T95" fmla="*/ 71438 h 229"/>
              <a:gd name="T96" fmla="*/ 7938 w 272"/>
              <a:gd name="T97" fmla="*/ 49213 h 229"/>
              <a:gd name="T98" fmla="*/ 4763 w 272"/>
              <a:gd name="T99" fmla="*/ 26988 h 229"/>
              <a:gd name="T100" fmla="*/ 0 w 272"/>
              <a:gd name="T101" fmla="*/ 0 h 22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72" h="229">
                <a:moveTo>
                  <a:pt x="272" y="203"/>
                </a:moveTo>
                <a:lnTo>
                  <a:pt x="272" y="205"/>
                </a:lnTo>
                <a:lnTo>
                  <a:pt x="267" y="208"/>
                </a:lnTo>
                <a:lnTo>
                  <a:pt x="260" y="212"/>
                </a:lnTo>
                <a:lnTo>
                  <a:pt x="251" y="217"/>
                </a:lnTo>
                <a:lnTo>
                  <a:pt x="239" y="222"/>
                </a:lnTo>
                <a:lnTo>
                  <a:pt x="227" y="227"/>
                </a:lnTo>
                <a:lnTo>
                  <a:pt x="213" y="229"/>
                </a:lnTo>
                <a:lnTo>
                  <a:pt x="196" y="227"/>
                </a:lnTo>
                <a:lnTo>
                  <a:pt x="182" y="224"/>
                </a:lnTo>
                <a:lnTo>
                  <a:pt x="165" y="215"/>
                </a:lnTo>
                <a:lnTo>
                  <a:pt x="153" y="205"/>
                </a:lnTo>
                <a:lnTo>
                  <a:pt x="141" y="196"/>
                </a:lnTo>
                <a:lnTo>
                  <a:pt x="134" y="186"/>
                </a:lnTo>
                <a:lnTo>
                  <a:pt x="129" y="177"/>
                </a:lnTo>
                <a:lnTo>
                  <a:pt x="124" y="167"/>
                </a:lnTo>
                <a:lnTo>
                  <a:pt x="124" y="160"/>
                </a:lnTo>
                <a:lnTo>
                  <a:pt x="122" y="155"/>
                </a:lnTo>
                <a:lnTo>
                  <a:pt x="122" y="150"/>
                </a:lnTo>
                <a:lnTo>
                  <a:pt x="124" y="148"/>
                </a:lnTo>
                <a:lnTo>
                  <a:pt x="124" y="146"/>
                </a:lnTo>
                <a:lnTo>
                  <a:pt x="122" y="148"/>
                </a:lnTo>
                <a:lnTo>
                  <a:pt x="120" y="150"/>
                </a:lnTo>
                <a:lnTo>
                  <a:pt x="115" y="153"/>
                </a:lnTo>
                <a:lnTo>
                  <a:pt x="110" y="155"/>
                </a:lnTo>
                <a:lnTo>
                  <a:pt x="103" y="157"/>
                </a:lnTo>
                <a:lnTo>
                  <a:pt x="93" y="157"/>
                </a:lnTo>
                <a:lnTo>
                  <a:pt x="84" y="157"/>
                </a:lnTo>
                <a:lnTo>
                  <a:pt x="77" y="157"/>
                </a:lnTo>
                <a:lnTo>
                  <a:pt x="65" y="153"/>
                </a:lnTo>
                <a:lnTo>
                  <a:pt x="55" y="146"/>
                </a:lnTo>
                <a:lnTo>
                  <a:pt x="48" y="138"/>
                </a:lnTo>
                <a:lnTo>
                  <a:pt x="43" y="129"/>
                </a:lnTo>
                <a:lnTo>
                  <a:pt x="39" y="122"/>
                </a:lnTo>
                <a:lnTo>
                  <a:pt x="39" y="112"/>
                </a:lnTo>
                <a:lnTo>
                  <a:pt x="39" y="105"/>
                </a:lnTo>
                <a:lnTo>
                  <a:pt x="39" y="98"/>
                </a:lnTo>
                <a:lnTo>
                  <a:pt x="41" y="91"/>
                </a:lnTo>
                <a:lnTo>
                  <a:pt x="41" y="86"/>
                </a:lnTo>
                <a:lnTo>
                  <a:pt x="43" y="84"/>
                </a:lnTo>
                <a:lnTo>
                  <a:pt x="43" y="81"/>
                </a:lnTo>
                <a:lnTo>
                  <a:pt x="39" y="79"/>
                </a:lnTo>
                <a:lnTo>
                  <a:pt x="34" y="76"/>
                </a:lnTo>
                <a:lnTo>
                  <a:pt x="29" y="72"/>
                </a:lnTo>
                <a:lnTo>
                  <a:pt x="22" y="64"/>
                </a:lnTo>
                <a:lnTo>
                  <a:pt x="15" y="55"/>
                </a:lnTo>
                <a:lnTo>
                  <a:pt x="10" y="45"/>
                </a:lnTo>
                <a:lnTo>
                  <a:pt x="5" y="31"/>
                </a:lnTo>
                <a:lnTo>
                  <a:pt x="3" y="17"/>
                </a:lnTo>
                <a:lnTo>
                  <a:pt x="0" y="0"/>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5623" name="Freeform 57">
            <a:extLst>
              <a:ext uri="{FF2B5EF4-FFF2-40B4-BE49-F238E27FC236}">
                <a16:creationId xmlns:a16="http://schemas.microsoft.com/office/drawing/2014/main" id="{EBFD7ED8-74B1-C49B-ACED-A0C4D50E4184}"/>
              </a:ext>
            </a:extLst>
          </p:cNvPr>
          <p:cNvSpPr>
            <a:spLocks/>
          </p:cNvSpPr>
          <p:nvPr/>
        </p:nvSpPr>
        <p:spPr bwMode="auto">
          <a:xfrm>
            <a:off x="6003925" y="4216400"/>
            <a:ext cx="571500" cy="374650"/>
          </a:xfrm>
          <a:custGeom>
            <a:avLst/>
            <a:gdLst>
              <a:gd name="T0" fmla="*/ 4763 w 360"/>
              <a:gd name="T1" fmla="*/ 325438 h 236"/>
              <a:gd name="T2" fmla="*/ 4763 w 360"/>
              <a:gd name="T3" fmla="*/ 336550 h 236"/>
              <a:gd name="T4" fmla="*/ 11113 w 360"/>
              <a:gd name="T5" fmla="*/ 347663 h 236"/>
              <a:gd name="T6" fmla="*/ 26988 w 360"/>
              <a:gd name="T7" fmla="*/ 363538 h 236"/>
              <a:gd name="T8" fmla="*/ 53975 w 360"/>
              <a:gd name="T9" fmla="*/ 374650 h 236"/>
              <a:gd name="T10" fmla="*/ 87313 w 360"/>
              <a:gd name="T11" fmla="*/ 374650 h 236"/>
              <a:gd name="T12" fmla="*/ 114300 w 360"/>
              <a:gd name="T13" fmla="*/ 363538 h 236"/>
              <a:gd name="T14" fmla="*/ 125413 w 360"/>
              <a:gd name="T15" fmla="*/ 347663 h 236"/>
              <a:gd name="T16" fmla="*/ 133350 w 360"/>
              <a:gd name="T17" fmla="*/ 336550 h 236"/>
              <a:gd name="T18" fmla="*/ 136525 w 360"/>
              <a:gd name="T19" fmla="*/ 325438 h 236"/>
              <a:gd name="T20" fmla="*/ 139700 w 360"/>
              <a:gd name="T21" fmla="*/ 325438 h 236"/>
              <a:gd name="T22" fmla="*/ 158750 w 360"/>
              <a:gd name="T23" fmla="*/ 341313 h 236"/>
              <a:gd name="T24" fmla="*/ 188913 w 360"/>
              <a:gd name="T25" fmla="*/ 355600 h 236"/>
              <a:gd name="T26" fmla="*/ 234950 w 360"/>
              <a:gd name="T27" fmla="*/ 363538 h 236"/>
              <a:gd name="T28" fmla="*/ 284163 w 360"/>
              <a:gd name="T29" fmla="*/ 355600 h 236"/>
              <a:gd name="T30" fmla="*/ 330200 w 360"/>
              <a:gd name="T31" fmla="*/ 325438 h 236"/>
              <a:gd name="T32" fmla="*/ 360363 w 360"/>
              <a:gd name="T33" fmla="*/ 295275 h 236"/>
              <a:gd name="T34" fmla="*/ 371475 w 360"/>
              <a:gd name="T35" fmla="*/ 268288 h 236"/>
              <a:gd name="T36" fmla="*/ 374650 w 360"/>
              <a:gd name="T37" fmla="*/ 246063 h 236"/>
              <a:gd name="T38" fmla="*/ 374650 w 360"/>
              <a:gd name="T39" fmla="*/ 234950 h 236"/>
              <a:gd name="T40" fmla="*/ 374650 w 360"/>
              <a:gd name="T41" fmla="*/ 234950 h 236"/>
              <a:gd name="T42" fmla="*/ 385763 w 360"/>
              <a:gd name="T43" fmla="*/ 242888 h 236"/>
              <a:gd name="T44" fmla="*/ 409575 w 360"/>
              <a:gd name="T45" fmla="*/ 249238 h 236"/>
              <a:gd name="T46" fmla="*/ 434975 w 360"/>
              <a:gd name="T47" fmla="*/ 254000 h 236"/>
              <a:gd name="T48" fmla="*/ 465138 w 360"/>
              <a:gd name="T49" fmla="*/ 242888 h 236"/>
              <a:gd name="T50" fmla="*/ 496888 w 360"/>
              <a:gd name="T51" fmla="*/ 219075 h 236"/>
              <a:gd name="T52" fmla="*/ 508000 w 360"/>
              <a:gd name="T53" fmla="*/ 193675 h 236"/>
              <a:gd name="T54" fmla="*/ 511175 w 360"/>
              <a:gd name="T55" fmla="*/ 166688 h 236"/>
              <a:gd name="T56" fmla="*/ 508000 w 360"/>
              <a:gd name="T57" fmla="*/ 144463 h 236"/>
              <a:gd name="T58" fmla="*/ 503238 w 360"/>
              <a:gd name="T59" fmla="*/ 133350 h 236"/>
              <a:gd name="T60" fmla="*/ 503238 w 360"/>
              <a:gd name="T61" fmla="*/ 128588 h 236"/>
              <a:gd name="T62" fmla="*/ 514350 w 360"/>
              <a:gd name="T63" fmla="*/ 120650 h 236"/>
              <a:gd name="T64" fmla="*/ 533400 w 360"/>
              <a:gd name="T65" fmla="*/ 101600 h 236"/>
              <a:gd name="T66" fmla="*/ 557213 w 360"/>
              <a:gd name="T67" fmla="*/ 71438 h 236"/>
              <a:gd name="T68" fmla="*/ 568325 w 360"/>
              <a:gd name="T69" fmla="*/ 26988 h 2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60" h="236">
                <a:moveTo>
                  <a:pt x="0" y="203"/>
                </a:moveTo>
                <a:lnTo>
                  <a:pt x="3" y="205"/>
                </a:lnTo>
                <a:lnTo>
                  <a:pt x="3" y="208"/>
                </a:lnTo>
                <a:lnTo>
                  <a:pt x="3" y="212"/>
                </a:lnTo>
                <a:lnTo>
                  <a:pt x="5" y="215"/>
                </a:lnTo>
                <a:lnTo>
                  <a:pt x="7" y="219"/>
                </a:lnTo>
                <a:lnTo>
                  <a:pt x="12" y="224"/>
                </a:lnTo>
                <a:lnTo>
                  <a:pt x="17" y="229"/>
                </a:lnTo>
                <a:lnTo>
                  <a:pt x="24" y="234"/>
                </a:lnTo>
                <a:lnTo>
                  <a:pt x="34" y="236"/>
                </a:lnTo>
                <a:lnTo>
                  <a:pt x="43" y="236"/>
                </a:lnTo>
                <a:lnTo>
                  <a:pt x="55" y="236"/>
                </a:lnTo>
                <a:lnTo>
                  <a:pt x="65" y="234"/>
                </a:lnTo>
                <a:lnTo>
                  <a:pt x="72" y="229"/>
                </a:lnTo>
                <a:lnTo>
                  <a:pt x="76" y="224"/>
                </a:lnTo>
                <a:lnTo>
                  <a:pt x="79" y="219"/>
                </a:lnTo>
                <a:lnTo>
                  <a:pt x="84" y="215"/>
                </a:lnTo>
                <a:lnTo>
                  <a:pt x="84" y="212"/>
                </a:lnTo>
                <a:lnTo>
                  <a:pt x="86" y="208"/>
                </a:lnTo>
                <a:lnTo>
                  <a:pt x="86" y="205"/>
                </a:lnTo>
                <a:lnTo>
                  <a:pt x="88" y="205"/>
                </a:lnTo>
                <a:lnTo>
                  <a:pt x="91" y="210"/>
                </a:lnTo>
                <a:lnTo>
                  <a:pt x="100" y="215"/>
                </a:lnTo>
                <a:lnTo>
                  <a:pt x="110" y="219"/>
                </a:lnTo>
                <a:lnTo>
                  <a:pt x="119" y="224"/>
                </a:lnTo>
                <a:lnTo>
                  <a:pt x="134" y="227"/>
                </a:lnTo>
                <a:lnTo>
                  <a:pt x="148" y="229"/>
                </a:lnTo>
                <a:lnTo>
                  <a:pt x="162" y="229"/>
                </a:lnTo>
                <a:lnTo>
                  <a:pt x="179" y="224"/>
                </a:lnTo>
                <a:lnTo>
                  <a:pt x="193" y="217"/>
                </a:lnTo>
                <a:lnTo>
                  <a:pt x="208" y="205"/>
                </a:lnTo>
                <a:lnTo>
                  <a:pt x="217" y="196"/>
                </a:lnTo>
                <a:lnTo>
                  <a:pt x="227" y="186"/>
                </a:lnTo>
                <a:lnTo>
                  <a:pt x="231" y="177"/>
                </a:lnTo>
                <a:lnTo>
                  <a:pt x="234" y="169"/>
                </a:lnTo>
                <a:lnTo>
                  <a:pt x="236" y="162"/>
                </a:lnTo>
                <a:lnTo>
                  <a:pt x="236" y="155"/>
                </a:lnTo>
                <a:lnTo>
                  <a:pt x="236" y="150"/>
                </a:lnTo>
                <a:lnTo>
                  <a:pt x="236" y="148"/>
                </a:lnTo>
                <a:lnTo>
                  <a:pt x="239" y="150"/>
                </a:lnTo>
                <a:lnTo>
                  <a:pt x="243" y="153"/>
                </a:lnTo>
                <a:lnTo>
                  <a:pt x="251" y="155"/>
                </a:lnTo>
                <a:lnTo>
                  <a:pt x="258" y="157"/>
                </a:lnTo>
                <a:lnTo>
                  <a:pt x="265" y="160"/>
                </a:lnTo>
                <a:lnTo>
                  <a:pt x="274" y="160"/>
                </a:lnTo>
                <a:lnTo>
                  <a:pt x="284" y="157"/>
                </a:lnTo>
                <a:lnTo>
                  <a:pt x="293" y="153"/>
                </a:lnTo>
                <a:lnTo>
                  <a:pt x="303" y="148"/>
                </a:lnTo>
                <a:lnTo>
                  <a:pt x="313" y="138"/>
                </a:lnTo>
                <a:lnTo>
                  <a:pt x="317" y="131"/>
                </a:lnTo>
                <a:lnTo>
                  <a:pt x="320" y="122"/>
                </a:lnTo>
                <a:lnTo>
                  <a:pt x="322" y="112"/>
                </a:lnTo>
                <a:lnTo>
                  <a:pt x="322" y="105"/>
                </a:lnTo>
                <a:lnTo>
                  <a:pt x="320" y="98"/>
                </a:lnTo>
                <a:lnTo>
                  <a:pt x="320" y="91"/>
                </a:lnTo>
                <a:lnTo>
                  <a:pt x="317" y="86"/>
                </a:lnTo>
                <a:lnTo>
                  <a:pt x="317" y="84"/>
                </a:lnTo>
                <a:lnTo>
                  <a:pt x="315" y="84"/>
                </a:lnTo>
                <a:lnTo>
                  <a:pt x="317" y="81"/>
                </a:lnTo>
                <a:lnTo>
                  <a:pt x="320" y="79"/>
                </a:lnTo>
                <a:lnTo>
                  <a:pt x="324" y="76"/>
                </a:lnTo>
                <a:lnTo>
                  <a:pt x="332" y="72"/>
                </a:lnTo>
                <a:lnTo>
                  <a:pt x="336" y="64"/>
                </a:lnTo>
                <a:lnTo>
                  <a:pt x="343" y="55"/>
                </a:lnTo>
                <a:lnTo>
                  <a:pt x="351" y="45"/>
                </a:lnTo>
                <a:lnTo>
                  <a:pt x="355" y="33"/>
                </a:lnTo>
                <a:lnTo>
                  <a:pt x="358" y="17"/>
                </a:lnTo>
                <a:lnTo>
                  <a:pt x="360" y="0"/>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5624" name="Freeform 59">
            <a:extLst>
              <a:ext uri="{FF2B5EF4-FFF2-40B4-BE49-F238E27FC236}">
                <a16:creationId xmlns:a16="http://schemas.microsoft.com/office/drawing/2014/main" id="{65822761-9189-D883-1021-6BD7098B9EED}"/>
              </a:ext>
            </a:extLst>
          </p:cNvPr>
          <p:cNvSpPr>
            <a:spLocks/>
          </p:cNvSpPr>
          <p:nvPr/>
        </p:nvSpPr>
        <p:spPr bwMode="auto">
          <a:xfrm>
            <a:off x="8142288" y="4848225"/>
            <a:ext cx="177800" cy="182563"/>
          </a:xfrm>
          <a:custGeom>
            <a:avLst/>
            <a:gdLst>
              <a:gd name="T0" fmla="*/ 177800 w 112"/>
              <a:gd name="T1" fmla="*/ 177800 h 115"/>
              <a:gd name="T2" fmla="*/ 177800 w 112"/>
              <a:gd name="T3" fmla="*/ 0 h 115"/>
              <a:gd name="T4" fmla="*/ 0 w 112"/>
              <a:gd name="T5" fmla="*/ 0 h 115"/>
              <a:gd name="T6" fmla="*/ 0 w 112"/>
              <a:gd name="T7" fmla="*/ 182563 h 115"/>
              <a:gd name="T8" fmla="*/ 177800 w 112"/>
              <a:gd name="T9" fmla="*/ 182563 h 115"/>
              <a:gd name="T10" fmla="*/ 177800 w 112"/>
              <a:gd name="T11" fmla="*/ 182563 h 1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115">
                <a:moveTo>
                  <a:pt x="112" y="112"/>
                </a:moveTo>
                <a:lnTo>
                  <a:pt x="112" y="0"/>
                </a:lnTo>
                <a:lnTo>
                  <a:pt x="0" y="0"/>
                </a:lnTo>
                <a:lnTo>
                  <a:pt x="0" y="115"/>
                </a:lnTo>
                <a:lnTo>
                  <a:pt x="112" y="115"/>
                </a:lnTo>
              </a:path>
            </a:pathLst>
          </a:custGeom>
          <a:solidFill>
            <a:schemeClr val="accent1"/>
          </a:solidFill>
          <a:ln w="7938">
            <a:solidFill>
              <a:srgbClr val="000000"/>
            </a:solidFill>
            <a:prstDash val="solid"/>
            <a:round/>
            <a:headEnd/>
            <a:tailEnd/>
          </a:ln>
        </p:spPr>
        <p:txBody>
          <a:bodyPr/>
          <a:lstStyle/>
          <a:p>
            <a:endParaRPr lang="en-US"/>
          </a:p>
        </p:txBody>
      </p:sp>
      <p:sp>
        <p:nvSpPr>
          <p:cNvPr id="25625" name="Line 60">
            <a:extLst>
              <a:ext uri="{FF2B5EF4-FFF2-40B4-BE49-F238E27FC236}">
                <a16:creationId xmlns:a16="http://schemas.microsoft.com/office/drawing/2014/main" id="{C7D0A947-6DF5-F89C-5E12-85130D952DCC}"/>
              </a:ext>
            </a:extLst>
          </p:cNvPr>
          <p:cNvSpPr>
            <a:spLocks noChangeShapeType="1"/>
          </p:cNvSpPr>
          <p:nvPr/>
        </p:nvSpPr>
        <p:spPr bwMode="auto">
          <a:xfrm>
            <a:off x="6905625" y="2460625"/>
            <a:ext cx="1588" cy="188913"/>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6" name="Line 61">
            <a:extLst>
              <a:ext uri="{FF2B5EF4-FFF2-40B4-BE49-F238E27FC236}">
                <a16:creationId xmlns:a16="http://schemas.microsoft.com/office/drawing/2014/main" id="{AD69AE03-ACE0-50E3-EBE1-41781C701EEA}"/>
              </a:ext>
            </a:extLst>
          </p:cNvPr>
          <p:cNvSpPr>
            <a:spLocks noChangeShapeType="1"/>
          </p:cNvSpPr>
          <p:nvPr/>
        </p:nvSpPr>
        <p:spPr bwMode="auto">
          <a:xfrm flipH="1" flipV="1">
            <a:off x="6132513" y="2865438"/>
            <a:ext cx="273050" cy="150812"/>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7" name="Line 62">
            <a:extLst>
              <a:ext uri="{FF2B5EF4-FFF2-40B4-BE49-F238E27FC236}">
                <a16:creationId xmlns:a16="http://schemas.microsoft.com/office/drawing/2014/main" id="{D78D0630-2871-9CCC-2F59-C4D8A9E099E9}"/>
              </a:ext>
            </a:extLst>
          </p:cNvPr>
          <p:cNvSpPr>
            <a:spLocks noChangeShapeType="1"/>
          </p:cNvSpPr>
          <p:nvPr/>
        </p:nvSpPr>
        <p:spPr bwMode="auto">
          <a:xfrm flipV="1">
            <a:off x="7404100" y="2862263"/>
            <a:ext cx="292100" cy="1619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8" name="Line 63">
            <a:extLst>
              <a:ext uri="{FF2B5EF4-FFF2-40B4-BE49-F238E27FC236}">
                <a16:creationId xmlns:a16="http://schemas.microsoft.com/office/drawing/2014/main" id="{AEB42BCC-A616-0BAC-3C59-C508E2E3C4AB}"/>
              </a:ext>
            </a:extLst>
          </p:cNvPr>
          <p:cNvSpPr>
            <a:spLocks noChangeShapeType="1"/>
          </p:cNvSpPr>
          <p:nvPr/>
        </p:nvSpPr>
        <p:spPr bwMode="auto">
          <a:xfrm flipH="1">
            <a:off x="6075363" y="3240088"/>
            <a:ext cx="401637" cy="601662"/>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9" name="Freeform 64">
            <a:extLst>
              <a:ext uri="{FF2B5EF4-FFF2-40B4-BE49-F238E27FC236}">
                <a16:creationId xmlns:a16="http://schemas.microsoft.com/office/drawing/2014/main" id="{D66FDE60-D2FD-1B33-46E6-543F46535BB2}"/>
              </a:ext>
            </a:extLst>
          </p:cNvPr>
          <p:cNvSpPr>
            <a:spLocks/>
          </p:cNvSpPr>
          <p:nvPr/>
        </p:nvSpPr>
        <p:spPr bwMode="auto">
          <a:xfrm>
            <a:off x="6173788" y="3478213"/>
            <a:ext cx="179387" cy="182562"/>
          </a:xfrm>
          <a:custGeom>
            <a:avLst/>
            <a:gdLst>
              <a:gd name="T0" fmla="*/ 179387 w 113"/>
              <a:gd name="T1" fmla="*/ 177800 h 115"/>
              <a:gd name="T2" fmla="*/ 179387 w 113"/>
              <a:gd name="T3" fmla="*/ 0 h 115"/>
              <a:gd name="T4" fmla="*/ 0 w 113"/>
              <a:gd name="T5" fmla="*/ 0 h 115"/>
              <a:gd name="T6" fmla="*/ 0 w 113"/>
              <a:gd name="T7" fmla="*/ 182562 h 115"/>
              <a:gd name="T8" fmla="*/ 179387 w 113"/>
              <a:gd name="T9" fmla="*/ 182562 h 115"/>
              <a:gd name="T10" fmla="*/ 179387 w 113"/>
              <a:gd name="T11" fmla="*/ 182562 h 115"/>
              <a:gd name="T12" fmla="*/ 179387 w 113"/>
              <a:gd name="T13" fmla="*/ 177800 h 11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3" h="115">
                <a:moveTo>
                  <a:pt x="113" y="112"/>
                </a:moveTo>
                <a:lnTo>
                  <a:pt x="113" y="0"/>
                </a:lnTo>
                <a:lnTo>
                  <a:pt x="0" y="0"/>
                </a:lnTo>
                <a:lnTo>
                  <a:pt x="0" y="115"/>
                </a:lnTo>
                <a:lnTo>
                  <a:pt x="113" y="115"/>
                </a:lnTo>
                <a:lnTo>
                  <a:pt x="113" y="112"/>
                </a:lnTo>
                <a:close/>
              </a:path>
            </a:pathLst>
          </a:custGeom>
          <a:solidFill>
            <a:schemeClr val="accent1"/>
          </a:solidFill>
          <a:ln w="9525">
            <a:solidFill>
              <a:srgbClr val="000000"/>
            </a:solidFill>
            <a:round/>
            <a:headEnd/>
            <a:tailEnd/>
          </a:ln>
        </p:spPr>
        <p:txBody>
          <a:bodyPr/>
          <a:lstStyle/>
          <a:p>
            <a:endParaRPr lang="en-US"/>
          </a:p>
        </p:txBody>
      </p:sp>
      <p:sp>
        <p:nvSpPr>
          <p:cNvPr id="25630" name="Freeform 65">
            <a:extLst>
              <a:ext uri="{FF2B5EF4-FFF2-40B4-BE49-F238E27FC236}">
                <a16:creationId xmlns:a16="http://schemas.microsoft.com/office/drawing/2014/main" id="{93152D14-BAA4-5FB7-3F92-80834C71921C}"/>
              </a:ext>
            </a:extLst>
          </p:cNvPr>
          <p:cNvSpPr>
            <a:spLocks/>
          </p:cNvSpPr>
          <p:nvPr/>
        </p:nvSpPr>
        <p:spPr bwMode="auto">
          <a:xfrm>
            <a:off x="6553200" y="3581400"/>
            <a:ext cx="179388" cy="182563"/>
          </a:xfrm>
          <a:custGeom>
            <a:avLst/>
            <a:gdLst>
              <a:gd name="T0" fmla="*/ 179388 w 113"/>
              <a:gd name="T1" fmla="*/ 177800 h 115"/>
              <a:gd name="T2" fmla="*/ 179388 w 113"/>
              <a:gd name="T3" fmla="*/ 0 h 115"/>
              <a:gd name="T4" fmla="*/ 0 w 113"/>
              <a:gd name="T5" fmla="*/ 0 h 115"/>
              <a:gd name="T6" fmla="*/ 0 w 113"/>
              <a:gd name="T7" fmla="*/ 182563 h 115"/>
              <a:gd name="T8" fmla="*/ 179388 w 113"/>
              <a:gd name="T9" fmla="*/ 182563 h 115"/>
              <a:gd name="T10" fmla="*/ 179388 w 113"/>
              <a:gd name="T11" fmla="*/ 182563 h 1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3" h="115">
                <a:moveTo>
                  <a:pt x="113" y="112"/>
                </a:moveTo>
                <a:lnTo>
                  <a:pt x="113" y="0"/>
                </a:lnTo>
                <a:lnTo>
                  <a:pt x="0" y="0"/>
                </a:lnTo>
                <a:lnTo>
                  <a:pt x="0" y="115"/>
                </a:lnTo>
                <a:lnTo>
                  <a:pt x="113" y="115"/>
                </a:lnTo>
              </a:path>
            </a:pathLst>
          </a:custGeom>
          <a:solidFill>
            <a:schemeClr val="accent1"/>
          </a:solidFill>
          <a:ln w="7938">
            <a:solidFill>
              <a:srgbClr val="000000"/>
            </a:solidFill>
            <a:prstDash val="solid"/>
            <a:round/>
            <a:headEnd/>
            <a:tailEnd/>
          </a:ln>
        </p:spPr>
        <p:txBody>
          <a:bodyPr/>
          <a:lstStyle/>
          <a:p>
            <a:endParaRPr lang="en-US"/>
          </a:p>
        </p:txBody>
      </p:sp>
      <p:sp>
        <p:nvSpPr>
          <p:cNvPr id="25631" name="Line 66">
            <a:extLst>
              <a:ext uri="{FF2B5EF4-FFF2-40B4-BE49-F238E27FC236}">
                <a16:creationId xmlns:a16="http://schemas.microsoft.com/office/drawing/2014/main" id="{AAA953EC-EBD7-FDC7-AB31-A87B41BFEA49}"/>
              </a:ext>
            </a:extLst>
          </p:cNvPr>
          <p:cNvSpPr>
            <a:spLocks noChangeShapeType="1"/>
          </p:cNvSpPr>
          <p:nvPr/>
        </p:nvSpPr>
        <p:spPr bwMode="auto">
          <a:xfrm>
            <a:off x="7321550" y="3248025"/>
            <a:ext cx="412750" cy="5937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2" name="Freeform 67">
            <a:extLst>
              <a:ext uri="{FF2B5EF4-FFF2-40B4-BE49-F238E27FC236}">
                <a16:creationId xmlns:a16="http://schemas.microsoft.com/office/drawing/2014/main" id="{DD5EE2E6-EF8C-5A8B-41DD-6A08A2F2F62C}"/>
              </a:ext>
            </a:extLst>
          </p:cNvPr>
          <p:cNvSpPr>
            <a:spLocks/>
          </p:cNvSpPr>
          <p:nvPr/>
        </p:nvSpPr>
        <p:spPr bwMode="auto">
          <a:xfrm>
            <a:off x="7458075" y="3482975"/>
            <a:ext cx="177800" cy="177800"/>
          </a:xfrm>
          <a:custGeom>
            <a:avLst/>
            <a:gdLst>
              <a:gd name="T0" fmla="*/ 177800 w 112"/>
              <a:gd name="T1" fmla="*/ 177800 h 112"/>
              <a:gd name="T2" fmla="*/ 177800 w 112"/>
              <a:gd name="T3" fmla="*/ 0 h 112"/>
              <a:gd name="T4" fmla="*/ 0 w 112"/>
              <a:gd name="T5" fmla="*/ 0 h 112"/>
              <a:gd name="T6" fmla="*/ 0 w 112"/>
              <a:gd name="T7" fmla="*/ 177800 h 112"/>
              <a:gd name="T8" fmla="*/ 177800 w 112"/>
              <a:gd name="T9" fmla="*/ 177800 h 112"/>
              <a:gd name="T10" fmla="*/ 177800 w 112"/>
              <a:gd name="T11" fmla="*/ 177800 h 1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112">
                <a:moveTo>
                  <a:pt x="112" y="112"/>
                </a:moveTo>
                <a:lnTo>
                  <a:pt x="112" y="0"/>
                </a:lnTo>
                <a:lnTo>
                  <a:pt x="0" y="0"/>
                </a:lnTo>
                <a:lnTo>
                  <a:pt x="0" y="112"/>
                </a:lnTo>
                <a:lnTo>
                  <a:pt x="112" y="11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33" name="Freeform 68">
            <a:extLst>
              <a:ext uri="{FF2B5EF4-FFF2-40B4-BE49-F238E27FC236}">
                <a16:creationId xmlns:a16="http://schemas.microsoft.com/office/drawing/2014/main" id="{166D4062-645E-174D-9A2C-DCDB59893066}"/>
              </a:ext>
            </a:extLst>
          </p:cNvPr>
          <p:cNvSpPr>
            <a:spLocks/>
          </p:cNvSpPr>
          <p:nvPr/>
        </p:nvSpPr>
        <p:spPr bwMode="auto">
          <a:xfrm>
            <a:off x="7458075" y="3482975"/>
            <a:ext cx="177800" cy="177800"/>
          </a:xfrm>
          <a:custGeom>
            <a:avLst/>
            <a:gdLst>
              <a:gd name="T0" fmla="*/ 177800 w 112"/>
              <a:gd name="T1" fmla="*/ 177800 h 112"/>
              <a:gd name="T2" fmla="*/ 177800 w 112"/>
              <a:gd name="T3" fmla="*/ 0 h 112"/>
              <a:gd name="T4" fmla="*/ 0 w 112"/>
              <a:gd name="T5" fmla="*/ 0 h 112"/>
              <a:gd name="T6" fmla="*/ 0 w 112"/>
              <a:gd name="T7" fmla="*/ 177800 h 112"/>
              <a:gd name="T8" fmla="*/ 177800 w 112"/>
              <a:gd name="T9" fmla="*/ 177800 h 112"/>
              <a:gd name="T10" fmla="*/ 177800 w 112"/>
              <a:gd name="T11" fmla="*/ 177800 h 1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112">
                <a:moveTo>
                  <a:pt x="112" y="112"/>
                </a:moveTo>
                <a:lnTo>
                  <a:pt x="112" y="0"/>
                </a:lnTo>
                <a:lnTo>
                  <a:pt x="0" y="0"/>
                </a:lnTo>
                <a:lnTo>
                  <a:pt x="0" y="112"/>
                </a:lnTo>
                <a:lnTo>
                  <a:pt x="112" y="112"/>
                </a:lnTo>
              </a:path>
            </a:pathLst>
          </a:custGeom>
          <a:solidFill>
            <a:schemeClr val="accent1"/>
          </a:solidFill>
          <a:ln w="7938">
            <a:solidFill>
              <a:srgbClr val="000000"/>
            </a:solidFill>
            <a:prstDash val="solid"/>
            <a:round/>
            <a:headEnd/>
            <a:tailEnd/>
          </a:ln>
        </p:spPr>
        <p:txBody>
          <a:bodyPr/>
          <a:lstStyle/>
          <a:p>
            <a:endParaRPr lang="en-US"/>
          </a:p>
        </p:txBody>
      </p:sp>
      <p:sp>
        <p:nvSpPr>
          <p:cNvPr id="25634" name="Line 69">
            <a:extLst>
              <a:ext uri="{FF2B5EF4-FFF2-40B4-BE49-F238E27FC236}">
                <a16:creationId xmlns:a16="http://schemas.microsoft.com/office/drawing/2014/main" id="{38A03F95-93C0-1F6E-C77F-5FFBDCD74069}"/>
              </a:ext>
            </a:extLst>
          </p:cNvPr>
          <p:cNvSpPr>
            <a:spLocks noChangeShapeType="1"/>
          </p:cNvSpPr>
          <p:nvPr/>
        </p:nvSpPr>
        <p:spPr bwMode="auto">
          <a:xfrm flipH="1" flipV="1">
            <a:off x="5424488" y="3871913"/>
            <a:ext cx="223837" cy="125412"/>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5" name="Line 70">
            <a:extLst>
              <a:ext uri="{FF2B5EF4-FFF2-40B4-BE49-F238E27FC236}">
                <a16:creationId xmlns:a16="http://schemas.microsoft.com/office/drawing/2014/main" id="{5D1ABEB4-5408-70DD-C509-BE7FC412BA9A}"/>
              </a:ext>
            </a:extLst>
          </p:cNvPr>
          <p:cNvSpPr>
            <a:spLocks noChangeShapeType="1"/>
          </p:cNvSpPr>
          <p:nvPr/>
        </p:nvSpPr>
        <p:spPr bwMode="auto">
          <a:xfrm flipV="1">
            <a:off x="8150225" y="3871913"/>
            <a:ext cx="234950" cy="11747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6" name="Line 71">
            <a:extLst>
              <a:ext uri="{FF2B5EF4-FFF2-40B4-BE49-F238E27FC236}">
                <a16:creationId xmlns:a16="http://schemas.microsoft.com/office/drawing/2014/main" id="{B5887CE2-ADD6-CAF9-23F0-EA2C3606CA89}"/>
              </a:ext>
            </a:extLst>
          </p:cNvPr>
          <p:cNvSpPr>
            <a:spLocks noChangeShapeType="1"/>
          </p:cNvSpPr>
          <p:nvPr/>
        </p:nvSpPr>
        <p:spPr bwMode="auto">
          <a:xfrm flipH="1">
            <a:off x="5541963" y="4552950"/>
            <a:ext cx="287337" cy="29527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7" name="Line 72">
            <a:extLst>
              <a:ext uri="{FF2B5EF4-FFF2-40B4-BE49-F238E27FC236}">
                <a16:creationId xmlns:a16="http://schemas.microsoft.com/office/drawing/2014/main" id="{79BCD24C-BB97-052C-F1EF-20CB5A7BCD85}"/>
              </a:ext>
            </a:extLst>
          </p:cNvPr>
          <p:cNvSpPr>
            <a:spLocks noChangeShapeType="1"/>
          </p:cNvSpPr>
          <p:nvPr/>
        </p:nvSpPr>
        <p:spPr bwMode="auto">
          <a:xfrm>
            <a:off x="6296025" y="4564063"/>
            <a:ext cx="290513" cy="2889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8" name="Line 73">
            <a:extLst>
              <a:ext uri="{FF2B5EF4-FFF2-40B4-BE49-F238E27FC236}">
                <a16:creationId xmlns:a16="http://schemas.microsoft.com/office/drawing/2014/main" id="{7AB51DD7-B773-BF6C-786D-B1C9D4F22CF1}"/>
              </a:ext>
            </a:extLst>
          </p:cNvPr>
          <p:cNvSpPr>
            <a:spLocks noChangeShapeType="1"/>
          </p:cNvSpPr>
          <p:nvPr/>
        </p:nvSpPr>
        <p:spPr bwMode="auto">
          <a:xfrm flipH="1">
            <a:off x="7219950" y="4560888"/>
            <a:ext cx="282575" cy="28733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9" name="Line 74">
            <a:extLst>
              <a:ext uri="{FF2B5EF4-FFF2-40B4-BE49-F238E27FC236}">
                <a16:creationId xmlns:a16="http://schemas.microsoft.com/office/drawing/2014/main" id="{4F1BA654-9778-9D38-19D5-9DB19F995806}"/>
              </a:ext>
            </a:extLst>
          </p:cNvPr>
          <p:cNvSpPr>
            <a:spLocks noChangeShapeType="1"/>
          </p:cNvSpPr>
          <p:nvPr/>
        </p:nvSpPr>
        <p:spPr bwMode="auto">
          <a:xfrm>
            <a:off x="7980363" y="4546600"/>
            <a:ext cx="249237" cy="30162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0" name="Line 75">
            <a:extLst>
              <a:ext uri="{FF2B5EF4-FFF2-40B4-BE49-F238E27FC236}">
                <a16:creationId xmlns:a16="http://schemas.microsoft.com/office/drawing/2014/main" id="{2B0ADC04-A7EF-A481-9835-069C8B99BF3F}"/>
              </a:ext>
            </a:extLst>
          </p:cNvPr>
          <p:cNvSpPr>
            <a:spLocks noChangeShapeType="1"/>
          </p:cNvSpPr>
          <p:nvPr/>
        </p:nvSpPr>
        <p:spPr bwMode="auto">
          <a:xfrm>
            <a:off x="6572250" y="4219575"/>
            <a:ext cx="658813" cy="1588"/>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1" name="Freeform 76">
            <a:extLst>
              <a:ext uri="{FF2B5EF4-FFF2-40B4-BE49-F238E27FC236}">
                <a16:creationId xmlns:a16="http://schemas.microsoft.com/office/drawing/2014/main" id="{EDB19392-BFE2-25D4-95ED-B8CF8E6C8155}"/>
              </a:ext>
            </a:extLst>
          </p:cNvPr>
          <p:cNvSpPr>
            <a:spLocks/>
          </p:cNvSpPr>
          <p:nvPr/>
        </p:nvSpPr>
        <p:spPr bwMode="auto">
          <a:xfrm>
            <a:off x="6832600" y="4133850"/>
            <a:ext cx="177800" cy="177800"/>
          </a:xfrm>
          <a:custGeom>
            <a:avLst/>
            <a:gdLst>
              <a:gd name="T0" fmla="*/ 177800 w 112"/>
              <a:gd name="T1" fmla="*/ 177800 h 112"/>
              <a:gd name="T2" fmla="*/ 177800 w 112"/>
              <a:gd name="T3" fmla="*/ 0 h 112"/>
              <a:gd name="T4" fmla="*/ 0 w 112"/>
              <a:gd name="T5" fmla="*/ 0 h 112"/>
              <a:gd name="T6" fmla="*/ 0 w 112"/>
              <a:gd name="T7" fmla="*/ 177800 h 112"/>
              <a:gd name="T8" fmla="*/ 177800 w 112"/>
              <a:gd name="T9" fmla="*/ 177800 h 112"/>
              <a:gd name="T10" fmla="*/ 177800 w 112"/>
              <a:gd name="T11" fmla="*/ 177800 h 1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112">
                <a:moveTo>
                  <a:pt x="112" y="112"/>
                </a:moveTo>
                <a:lnTo>
                  <a:pt x="112" y="0"/>
                </a:lnTo>
                <a:lnTo>
                  <a:pt x="0" y="0"/>
                </a:lnTo>
                <a:lnTo>
                  <a:pt x="0" y="112"/>
                </a:lnTo>
                <a:lnTo>
                  <a:pt x="112" y="11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42" name="Freeform 77">
            <a:extLst>
              <a:ext uri="{FF2B5EF4-FFF2-40B4-BE49-F238E27FC236}">
                <a16:creationId xmlns:a16="http://schemas.microsoft.com/office/drawing/2014/main" id="{5B166225-8CA6-2E71-3AA3-A58BAEFB7129}"/>
              </a:ext>
            </a:extLst>
          </p:cNvPr>
          <p:cNvSpPr>
            <a:spLocks/>
          </p:cNvSpPr>
          <p:nvPr/>
        </p:nvSpPr>
        <p:spPr bwMode="auto">
          <a:xfrm>
            <a:off x="6832600" y="4133850"/>
            <a:ext cx="177800" cy="177800"/>
          </a:xfrm>
          <a:custGeom>
            <a:avLst/>
            <a:gdLst>
              <a:gd name="T0" fmla="*/ 177800 w 112"/>
              <a:gd name="T1" fmla="*/ 177800 h 112"/>
              <a:gd name="T2" fmla="*/ 177800 w 112"/>
              <a:gd name="T3" fmla="*/ 0 h 112"/>
              <a:gd name="T4" fmla="*/ 0 w 112"/>
              <a:gd name="T5" fmla="*/ 0 h 112"/>
              <a:gd name="T6" fmla="*/ 0 w 112"/>
              <a:gd name="T7" fmla="*/ 177800 h 112"/>
              <a:gd name="T8" fmla="*/ 177800 w 112"/>
              <a:gd name="T9" fmla="*/ 177800 h 112"/>
              <a:gd name="T10" fmla="*/ 177800 w 112"/>
              <a:gd name="T11" fmla="*/ 177800 h 1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112">
                <a:moveTo>
                  <a:pt x="112" y="112"/>
                </a:moveTo>
                <a:lnTo>
                  <a:pt x="112" y="0"/>
                </a:lnTo>
                <a:lnTo>
                  <a:pt x="0" y="0"/>
                </a:lnTo>
                <a:lnTo>
                  <a:pt x="0" y="112"/>
                </a:lnTo>
                <a:lnTo>
                  <a:pt x="112" y="112"/>
                </a:lnTo>
              </a:path>
            </a:pathLst>
          </a:custGeom>
          <a:solidFill>
            <a:schemeClr val="accent1"/>
          </a:solidFill>
          <a:ln w="7938">
            <a:solidFill>
              <a:srgbClr val="000000"/>
            </a:solidFill>
            <a:prstDash val="solid"/>
            <a:round/>
            <a:headEnd/>
            <a:tailEnd/>
          </a:ln>
        </p:spPr>
        <p:txBody>
          <a:bodyPr/>
          <a:lstStyle/>
          <a:p>
            <a:endParaRPr lang="en-US"/>
          </a:p>
        </p:txBody>
      </p:sp>
      <p:sp>
        <p:nvSpPr>
          <p:cNvPr id="25643" name="Line 78">
            <a:extLst>
              <a:ext uri="{FF2B5EF4-FFF2-40B4-BE49-F238E27FC236}">
                <a16:creationId xmlns:a16="http://schemas.microsoft.com/office/drawing/2014/main" id="{35CBC87E-406E-958D-8BC8-E4975236F587}"/>
              </a:ext>
            </a:extLst>
          </p:cNvPr>
          <p:cNvSpPr>
            <a:spLocks noChangeShapeType="1"/>
          </p:cNvSpPr>
          <p:nvPr/>
        </p:nvSpPr>
        <p:spPr bwMode="auto">
          <a:xfrm flipH="1" flipV="1">
            <a:off x="6553200" y="3276600"/>
            <a:ext cx="76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44" name="Rectangle 79">
            <a:extLst>
              <a:ext uri="{FF2B5EF4-FFF2-40B4-BE49-F238E27FC236}">
                <a16:creationId xmlns:a16="http://schemas.microsoft.com/office/drawing/2014/main" id="{D5936100-1482-6C63-AD1E-2AA77343247A}"/>
              </a:ext>
            </a:extLst>
          </p:cNvPr>
          <p:cNvSpPr>
            <a:spLocks noGrp="1" noChangeArrowheads="1"/>
          </p:cNvSpPr>
          <p:nvPr>
            <p:ph type="body" idx="1"/>
          </p:nvPr>
        </p:nvSpPr>
        <p:spPr>
          <a:xfrm>
            <a:off x="381000" y="1295400"/>
            <a:ext cx="4343400" cy="4876800"/>
          </a:xfrm>
        </p:spPr>
        <p:txBody>
          <a:bodyPr/>
          <a:lstStyle/>
          <a:p>
            <a:pPr eaLnBrk="1" hangingPunct="1"/>
            <a:r>
              <a:rPr lang="en-US" altLang="en-US"/>
              <a:t>A collection of interconnected networks</a:t>
            </a:r>
          </a:p>
          <a:p>
            <a:pPr eaLnBrk="1" hangingPunct="1"/>
            <a:r>
              <a:rPr lang="en-US" altLang="en-US"/>
              <a:t>Host: network endpoints (computer, PDA, light switch, …)</a:t>
            </a:r>
          </a:p>
          <a:p>
            <a:pPr eaLnBrk="1" hangingPunct="1"/>
            <a:r>
              <a:rPr lang="en-US" altLang="en-US"/>
              <a:t>Router: node that connects networks</a:t>
            </a:r>
          </a:p>
          <a:p>
            <a:pPr eaLnBrk="1" hangingPunct="1"/>
            <a:r>
              <a:rPr lang="en-US" altLang="en-US"/>
              <a:t>Internet vs. internet</a:t>
            </a:r>
          </a:p>
        </p:txBody>
      </p:sp>
      <p:sp>
        <p:nvSpPr>
          <p:cNvPr id="25645" name="Freeform 84">
            <a:extLst>
              <a:ext uri="{FF2B5EF4-FFF2-40B4-BE49-F238E27FC236}">
                <a16:creationId xmlns:a16="http://schemas.microsoft.com/office/drawing/2014/main" id="{21B54F1E-208A-EDA0-D0B3-B560A0036FBF}"/>
              </a:ext>
            </a:extLst>
          </p:cNvPr>
          <p:cNvSpPr>
            <a:spLocks/>
          </p:cNvSpPr>
          <p:nvPr/>
        </p:nvSpPr>
        <p:spPr bwMode="auto">
          <a:xfrm>
            <a:off x="7162800" y="4848225"/>
            <a:ext cx="177800" cy="182563"/>
          </a:xfrm>
          <a:custGeom>
            <a:avLst/>
            <a:gdLst>
              <a:gd name="T0" fmla="*/ 177800 w 112"/>
              <a:gd name="T1" fmla="*/ 177800 h 115"/>
              <a:gd name="T2" fmla="*/ 177800 w 112"/>
              <a:gd name="T3" fmla="*/ 0 h 115"/>
              <a:gd name="T4" fmla="*/ 0 w 112"/>
              <a:gd name="T5" fmla="*/ 0 h 115"/>
              <a:gd name="T6" fmla="*/ 0 w 112"/>
              <a:gd name="T7" fmla="*/ 182563 h 115"/>
              <a:gd name="T8" fmla="*/ 177800 w 112"/>
              <a:gd name="T9" fmla="*/ 182563 h 115"/>
              <a:gd name="T10" fmla="*/ 177800 w 112"/>
              <a:gd name="T11" fmla="*/ 182563 h 1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115">
                <a:moveTo>
                  <a:pt x="112" y="112"/>
                </a:moveTo>
                <a:lnTo>
                  <a:pt x="112" y="0"/>
                </a:lnTo>
                <a:lnTo>
                  <a:pt x="0" y="0"/>
                </a:lnTo>
                <a:lnTo>
                  <a:pt x="0" y="115"/>
                </a:lnTo>
                <a:lnTo>
                  <a:pt x="112" y="115"/>
                </a:lnTo>
              </a:path>
            </a:pathLst>
          </a:custGeom>
          <a:solidFill>
            <a:schemeClr val="accent1"/>
          </a:solidFill>
          <a:ln w="7938">
            <a:solidFill>
              <a:srgbClr val="000000"/>
            </a:solidFill>
            <a:prstDash val="solid"/>
            <a:round/>
            <a:headEnd/>
            <a:tailEnd/>
          </a:ln>
        </p:spPr>
        <p:txBody>
          <a:bodyPr/>
          <a:lstStyle/>
          <a:p>
            <a:endParaRPr lang="en-US"/>
          </a:p>
        </p:txBody>
      </p:sp>
      <p:sp>
        <p:nvSpPr>
          <p:cNvPr id="25646" name="Freeform 85">
            <a:extLst>
              <a:ext uri="{FF2B5EF4-FFF2-40B4-BE49-F238E27FC236}">
                <a16:creationId xmlns:a16="http://schemas.microsoft.com/office/drawing/2014/main" id="{57EDD680-C642-6EFF-12F9-0B930888C523}"/>
              </a:ext>
            </a:extLst>
          </p:cNvPr>
          <p:cNvSpPr>
            <a:spLocks/>
          </p:cNvSpPr>
          <p:nvPr/>
        </p:nvSpPr>
        <p:spPr bwMode="auto">
          <a:xfrm>
            <a:off x="6477000" y="4848225"/>
            <a:ext cx="177800" cy="182563"/>
          </a:xfrm>
          <a:custGeom>
            <a:avLst/>
            <a:gdLst>
              <a:gd name="T0" fmla="*/ 177800 w 112"/>
              <a:gd name="T1" fmla="*/ 177800 h 115"/>
              <a:gd name="T2" fmla="*/ 177800 w 112"/>
              <a:gd name="T3" fmla="*/ 0 h 115"/>
              <a:gd name="T4" fmla="*/ 0 w 112"/>
              <a:gd name="T5" fmla="*/ 0 h 115"/>
              <a:gd name="T6" fmla="*/ 0 w 112"/>
              <a:gd name="T7" fmla="*/ 182563 h 115"/>
              <a:gd name="T8" fmla="*/ 177800 w 112"/>
              <a:gd name="T9" fmla="*/ 182563 h 115"/>
              <a:gd name="T10" fmla="*/ 177800 w 112"/>
              <a:gd name="T11" fmla="*/ 182563 h 1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115">
                <a:moveTo>
                  <a:pt x="112" y="112"/>
                </a:moveTo>
                <a:lnTo>
                  <a:pt x="112" y="0"/>
                </a:lnTo>
                <a:lnTo>
                  <a:pt x="0" y="0"/>
                </a:lnTo>
                <a:lnTo>
                  <a:pt x="0" y="115"/>
                </a:lnTo>
                <a:lnTo>
                  <a:pt x="112" y="115"/>
                </a:lnTo>
              </a:path>
            </a:pathLst>
          </a:custGeom>
          <a:solidFill>
            <a:schemeClr val="accent1"/>
          </a:solidFill>
          <a:ln w="7938">
            <a:solidFill>
              <a:srgbClr val="000000"/>
            </a:solidFill>
            <a:prstDash val="solid"/>
            <a:round/>
            <a:headEnd/>
            <a:tailEnd/>
          </a:ln>
        </p:spPr>
        <p:txBody>
          <a:bodyPr/>
          <a:lstStyle/>
          <a:p>
            <a:endParaRPr lang="en-US"/>
          </a:p>
        </p:txBody>
      </p:sp>
      <p:sp>
        <p:nvSpPr>
          <p:cNvPr id="25647" name="Freeform 86">
            <a:extLst>
              <a:ext uri="{FF2B5EF4-FFF2-40B4-BE49-F238E27FC236}">
                <a16:creationId xmlns:a16="http://schemas.microsoft.com/office/drawing/2014/main" id="{C0DFE234-15A9-B155-862A-D29127A428A2}"/>
              </a:ext>
            </a:extLst>
          </p:cNvPr>
          <p:cNvSpPr>
            <a:spLocks/>
          </p:cNvSpPr>
          <p:nvPr/>
        </p:nvSpPr>
        <p:spPr bwMode="auto">
          <a:xfrm>
            <a:off x="5410200" y="4848225"/>
            <a:ext cx="177800" cy="182563"/>
          </a:xfrm>
          <a:custGeom>
            <a:avLst/>
            <a:gdLst>
              <a:gd name="T0" fmla="*/ 177800 w 112"/>
              <a:gd name="T1" fmla="*/ 177800 h 115"/>
              <a:gd name="T2" fmla="*/ 177800 w 112"/>
              <a:gd name="T3" fmla="*/ 0 h 115"/>
              <a:gd name="T4" fmla="*/ 0 w 112"/>
              <a:gd name="T5" fmla="*/ 0 h 115"/>
              <a:gd name="T6" fmla="*/ 0 w 112"/>
              <a:gd name="T7" fmla="*/ 182563 h 115"/>
              <a:gd name="T8" fmla="*/ 177800 w 112"/>
              <a:gd name="T9" fmla="*/ 182563 h 115"/>
              <a:gd name="T10" fmla="*/ 177800 w 112"/>
              <a:gd name="T11" fmla="*/ 182563 h 1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115">
                <a:moveTo>
                  <a:pt x="112" y="112"/>
                </a:moveTo>
                <a:lnTo>
                  <a:pt x="112" y="0"/>
                </a:lnTo>
                <a:lnTo>
                  <a:pt x="0" y="0"/>
                </a:lnTo>
                <a:lnTo>
                  <a:pt x="0" y="115"/>
                </a:lnTo>
                <a:lnTo>
                  <a:pt x="112" y="115"/>
                </a:lnTo>
              </a:path>
            </a:pathLst>
          </a:custGeom>
          <a:solidFill>
            <a:schemeClr val="accent1"/>
          </a:solidFill>
          <a:ln w="7938">
            <a:solidFill>
              <a:srgbClr val="000000"/>
            </a:solidFill>
            <a:prstDash val="solid"/>
            <a:round/>
            <a:headEnd/>
            <a:tailEnd/>
          </a:ln>
        </p:spPr>
        <p:txBody>
          <a:bodyPr/>
          <a:lstStyle/>
          <a:p>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a:extLst>
              <a:ext uri="{FF2B5EF4-FFF2-40B4-BE49-F238E27FC236}">
                <a16:creationId xmlns:a16="http://schemas.microsoft.com/office/drawing/2014/main" id="{86CB6F6A-BBCB-C937-A4BE-CA54BD583722}"/>
              </a:ext>
            </a:extLst>
          </p:cNvPr>
          <p:cNvSpPr>
            <a:spLocks noGrp="1" noChangeArrowheads="1"/>
          </p:cNvSpPr>
          <p:nvPr>
            <p:ph type="title"/>
          </p:nvPr>
        </p:nvSpPr>
        <p:spPr/>
        <p:txBody>
          <a:bodyPr/>
          <a:lstStyle/>
          <a:p>
            <a:pPr eaLnBrk="1" hangingPunct="1"/>
            <a:r>
              <a:rPr lang="en-US" altLang="en-US"/>
              <a:t>Challenge</a:t>
            </a:r>
          </a:p>
        </p:txBody>
      </p:sp>
      <p:sp>
        <p:nvSpPr>
          <p:cNvPr id="26630" name="Rectangle 3">
            <a:extLst>
              <a:ext uri="{FF2B5EF4-FFF2-40B4-BE49-F238E27FC236}">
                <a16:creationId xmlns:a16="http://schemas.microsoft.com/office/drawing/2014/main" id="{6A02B7BF-DAE4-4988-551D-4EF261C92814}"/>
              </a:ext>
            </a:extLst>
          </p:cNvPr>
          <p:cNvSpPr>
            <a:spLocks noGrp="1" noChangeArrowheads="1"/>
          </p:cNvSpPr>
          <p:nvPr>
            <p:ph type="body" idx="1"/>
          </p:nvPr>
        </p:nvSpPr>
        <p:spPr/>
        <p:txBody>
          <a:bodyPr/>
          <a:lstStyle/>
          <a:p>
            <a:pPr eaLnBrk="1" hangingPunct="1"/>
            <a:r>
              <a:rPr lang="en-US" altLang="en-US"/>
              <a:t>Many differences between networks</a:t>
            </a:r>
          </a:p>
          <a:p>
            <a:pPr lvl="1" eaLnBrk="1" hangingPunct="1"/>
            <a:r>
              <a:rPr lang="en-US" altLang="en-US"/>
              <a:t>Address formats</a:t>
            </a:r>
          </a:p>
          <a:p>
            <a:pPr lvl="1" eaLnBrk="1" hangingPunct="1"/>
            <a:r>
              <a:rPr lang="en-US" altLang="en-US"/>
              <a:t>Performance – bandwidth/latency</a:t>
            </a:r>
          </a:p>
          <a:p>
            <a:pPr lvl="1" eaLnBrk="1" hangingPunct="1"/>
            <a:r>
              <a:rPr lang="en-US" altLang="en-US"/>
              <a:t>Packet size</a:t>
            </a:r>
          </a:p>
          <a:p>
            <a:pPr lvl="1" eaLnBrk="1" hangingPunct="1"/>
            <a:r>
              <a:rPr lang="en-US" altLang="en-US"/>
              <a:t>Loss rate/pattern/handling</a:t>
            </a:r>
          </a:p>
          <a:p>
            <a:pPr lvl="1" eaLnBrk="1" hangingPunct="1"/>
            <a:r>
              <a:rPr lang="en-US" altLang="en-US"/>
              <a:t>Routing</a:t>
            </a:r>
          </a:p>
          <a:p>
            <a:pPr eaLnBrk="1" hangingPunct="1"/>
            <a:r>
              <a:rPr lang="en-US" altLang="en-US"/>
              <a:t>How to translate between various network technologies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112">
            <a:extLst>
              <a:ext uri="{FF2B5EF4-FFF2-40B4-BE49-F238E27FC236}">
                <a16:creationId xmlns:a16="http://schemas.microsoft.com/office/drawing/2014/main" id="{9A601D9B-A7C8-E0FF-AB36-489C834F267B}"/>
              </a:ext>
            </a:extLst>
          </p:cNvPr>
          <p:cNvSpPr>
            <a:spLocks noChangeArrowheads="1"/>
          </p:cNvSpPr>
          <p:nvPr/>
        </p:nvSpPr>
        <p:spPr bwMode="auto">
          <a:xfrm>
            <a:off x="457200" y="1676400"/>
            <a:ext cx="8458200" cy="4267200"/>
          </a:xfrm>
          <a:prstGeom prst="rect">
            <a:avLst/>
          </a:prstGeom>
          <a:solidFill>
            <a:srgbClr val="FFFFFF"/>
          </a:solidFill>
          <a:ln w="9525">
            <a:solidFill>
              <a:schemeClr val="tx1"/>
            </a:solidFill>
            <a:miter lim="800000"/>
            <a:headEnd/>
            <a:tailEnd/>
          </a:ln>
          <a:effectLst>
            <a:outerShdw dist="107763" dir="2700000" algn="ctr" rotWithShape="0">
              <a:schemeClr val="bg2"/>
            </a:outerShdw>
          </a:effec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27654" name="Rectangle 2">
            <a:extLst>
              <a:ext uri="{FF2B5EF4-FFF2-40B4-BE49-F238E27FC236}">
                <a16:creationId xmlns:a16="http://schemas.microsoft.com/office/drawing/2014/main" id="{3EE57AC8-1B49-BB0F-2EBD-B22B99266E96}"/>
              </a:ext>
            </a:extLst>
          </p:cNvPr>
          <p:cNvSpPr>
            <a:spLocks noGrp="1" noChangeArrowheads="1"/>
          </p:cNvSpPr>
          <p:nvPr>
            <p:ph type="title"/>
          </p:nvPr>
        </p:nvSpPr>
        <p:spPr>
          <a:xfrm>
            <a:off x="228600" y="381000"/>
            <a:ext cx="8077200" cy="609600"/>
          </a:xfrm>
        </p:spPr>
        <p:txBody>
          <a:bodyPr/>
          <a:lstStyle/>
          <a:p>
            <a:pPr eaLnBrk="1" hangingPunct="1"/>
            <a:r>
              <a:rPr lang="en-US" altLang="en-US"/>
              <a:t>Third Step: How To Find Nodes?</a:t>
            </a:r>
          </a:p>
        </p:txBody>
      </p:sp>
      <p:sp>
        <p:nvSpPr>
          <p:cNvPr id="27655" name="Text Box 8">
            <a:extLst>
              <a:ext uri="{FF2B5EF4-FFF2-40B4-BE49-F238E27FC236}">
                <a16:creationId xmlns:a16="http://schemas.microsoft.com/office/drawing/2014/main" id="{8E757BF5-7EDC-416B-F84F-9CFCE4976438}"/>
              </a:ext>
            </a:extLst>
          </p:cNvPr>
          <p:cNvSpPr txBox="1">
            <a:spLocks noChangeArrowheads="1"/>
          </p:cNvSpPr>
          <p:nvPr/>
        </p:nvSpPr>
        <p:spPr bwMode="auto">
          <a:xfrm>
            <a:off x="3860800" y="3328988"/>
            <a:ext cx="1301750" cy="457200"/>
          </a:xfrm>
          <a:prstGeom prst="rect">
            <a:avLst/>
          </a:prstGeom>
          <a:noFill/>
          <a:ln>
            <a:noFill/>
          </a:ln>
          <a:effectLst/>
          <a:extLst>
            <a:ext uri="{909E8E84-426E-40DD-AFC4-6F175D3DCCD1}">
              <a14:hiddenFill xmlns:a14="http://schemas.microsoft.com/office/drawing/2010/main">
                <a:solidFill>
                  <a:srgbClr val="6600FF"/>
                </a:solidFill>
              </a14:hiddenFill>
            </a:ext>
            <a:ext uri="{91240B29-F687-4F45-9708-019B960494DF}">
              <a14:hiddenLine xmlns:a14="http://schemas.microsoft.com/office/drawing/2010/main" w="12700">
                <a:solidFill>
                  <a:srgbClr val="00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b="1">
                <a:solidFill>
                  <a:srgbClr val="000000"/>
                </a:solidFill>
              </a:rPr>
              <a:t>Internet</a:t>
            </a:r>
          </a:p>
        </p:txBody>
      </p:sp>
      <p:sp>
        <p:nvSpPr>
          <p:cNvPr id="27656" name="Text Box 13">
            <a:extLst>
              <a:ext uri="{FF2B5EF4-FFF2-40B4-BE49-F238E27FC236}">
                <a16:creationId xmlns:a16="http://schemas.microsoft.com/office/drawing/2014/main" id="{DE641D32-C741-34BA-D822-DC9BBD7B958A}"/>
              </a:ext>
            </a:extLst>
          </p:cNvPr>
          <p:cNvSpPr txBox="1">
            <a:spLocks noChangeArrowheads="1"/>
          </p:cNvSpPr>
          <p:nvPr/>
        </p:nvSpPr>
        <p:spPr bwMode="auto">
          <a:xfrm>
            <a:off x="576263" y="4191000"/>
            <a:ext cx="1878012" cy="457200"/>
          </a:xfrm>
          <a:prstGeom prst="rect">
            <a:avLst/>
          </a:prstGeom>
          <a:noFill/>
          <a:ln>
            <a:noFill/>
          </a:ln>
          <a:effectLst/>
          <a:extLst>
            <a:ext uri="{909E8E84-426E-40DD-AFC4-6F175D3DCCD1}">
              <a14:hiddenFill xmlns:a14="http://schemas.microsoft.com/office/drawing/2010/main">
                <a:solidFill>
                  <a:srgbClr val="6600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b="1">
                <a:solidFill>
                  <a:srgbClr val="000000"/>
                </a:solidFill>
              </a:rPr>
              <a:t>Computer 1</a:t>
            </a:r>
          </a:p>
        </p:txBody>
      </p:sp>
      <p:sp>
        <p:nvSpPr>
          <p:cNvPr id="27657" name="Text Box 14">
            <a:extLst>
              <a:ext uri="{FF2B5EF4-FFF2-40B4-BE49-F238E27FC236}">
                <a16:creationId xmlns:a16="http://schemas.microsoft.com/office/drawing/2014/main" id="{C9983EB6-4C9B-906E-C453-76A3249CD27D}"/>
              </a:ext>
            </a:extLst>
          </p:cNvPr>
          <p:cNvSpPr txBox="1">
            <a:spLocks noChangeArrowheads="1"/>
          </p:cNvSpPr>
          <p:nvPr/>
        </p:nvSpPr>
        <p:spPr bwMode="auto">
          <a:xfrm>
            <a:off x="6629400" y="4191000"/>
            <a:ext cx="1878013" cy="457200"/>
          </a:xfrm>
          <a:prstGeom prst="rect">
            <a:avLst/>
          </a:prstGeom>
          <a:noFill/>
          <a:ln>
            <a:noFill/>
          </a:ln>
          <a:effectLst/>
          <a:extLst>
            <a:ext uri="{909E8E84-426E-40DD-AFC4-6F175D3DCCD1}">
              <a14:hiddenFill xmlns:a14="http://schemas.microsoft.com/office/drawing/2010/main">
                <a:solidFill>
                  <a:srgbClr val="6600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b="1">
                <a:solidFill>
                  <a:srgbClr val="000000"/>
                </a:solidFill>
              </a:rPr>
              <a:t>Computer 2</a:t>
            </a:r>
          </a:p>
        </p:txBody>
      </p:sp>
      <p:sp>
        <p:nvSpPr>
          <p:cNvPr id="27658" name="Line 16">
            <a:extLst>
              <a:ext uri="{FF2B5EF4-FFF2-40B4-BE49-F238E27FC236}">
                <a16:creationId xmlns:a16="http://schemas.microsoft.com/office/drawing/2014/main" id="{1F28D27E-AFC1-BE98-BB6D-BE06F1273355}"/>
              </a:ext>
            </a:extLst>
          </p:cNvPr>
          <p:cNvSpPr>
            <a:spLocks noChangeShapeType="1"/>
          </p:cNvSpPr>
          <p:nvPr/>
        </p:nvSpPr>
        <p:spPr bwMode="auto">
          <a:xfrm flipV="1">
            <a:off x="1981200" y="3429000"/>
            <a:ext cx="1295400" cy="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9" name="Line 18">
            <a:extLst>
              <a:ext uri="{FF2B5EF4-FFF2-40B4-BE49-F238E27FC236}">
                <a16:creationId xmlns:a16="http://schemas.microsoft.com/office/drawing/2014/main" id="{6DAB4B2B-789C-60B5-59DC-64B925EE12B0}"/>
              </a:ext>
            </a:extLst>
          </p:cNvPr>
          <p:cNvSpPr>
            <a:spLocks noChangeShapeType="1"/>
          </p:cNvSpPr>
          <p:nvPr/>
        </p:nvSpPr>
        <p:spPr bwMode="auto">
          <a:xfrm flipV="1">
            <a:off x="1981200" y="3657600"/>
            <a:ext cx="1295400" cy="0"/>
          </a:xfrm>
          <a:prstGeom prst="line">
            <a:avLst/>
          </a:prstGeom>
          <a:noFill/>
          <a:ln w="38100">
            <a:solidFill>
              <a:schemeClr val="folHlink"/>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27660" name="Picture 19" descr="Computer5">
            <a:extLst>
              <a:ext uri="{FF2B5EF4-FFF2-40B4-BE49-F238E27FC236}">
                <a16:creationId xmlns:a16="http://schemas.microsoft.com/office/drawing/2014/main" id="{CE598383-1E30-5F1F-EDC8-272BBF34E04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08050" y="2895600"/>
            <a:ext cx="1238250"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1" name="Picture 111" descr="Computer5">
            <a:extLst>
              <a:ext uri="{FF2B5EF4-FFF2-40B4-BE49-F238E27FC236}">
                <a16:creationId xmlns:a16="http://schemas.microsoft.com/office/drawing/2014/main" id="{3DA504C7-4CA1-6707-2E63-4DB8F44CCE37}"/>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239000" y="2819400"/>
            <a:ext cx="1238250"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2" name="Line 113">
            <a:extLst>
              <a:ext uri="{FF2B5EF4-FFF2-40B4-BE49-F238E27FC236}">
                <a16:creationId xmlns:a16="http://schemas.microsoft.com/office/drawing/2014/main" id="{A99F4668-D4BE-657E-50F1-38EAAB4199C3}"/>
              </a:ext>
            </a:extLst>
          </p:cNvPr>
          <p:cNvSpPr>
            <a:spLocks noChangeShapeType="1"/>
          </p:cNvSpPr>
          <p:nvPr/>
        </p:nvSpPr>
        <p:spPr bwMode="auto">
          <a:xfrm flipV="1">
            <a:off x="5867400" y="3429000"/>
            <a:ext cx="1295400" cy="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63" name="Line 114">
            <a:extLst>
              <a:ext uri="{FF2B5EF4-FFF2-40B4-BE49-F238E27FC236}">
                <a16:creationId xmlns:a16="http://schemas.microsoft.com/office/drawing/2014/main" id="{69AE1974-5BCE-195C-EE78-2FDDCE3F6EF2}"/>
              </a:ext>
            </a:extLst>
          </p:cNvPr>
          <p:cNvSpPr>
            <a:spLocks noChangeShapeType="1"/>
          </p:cNvSpPr>
          <p:nvPr/>
        </p:nvSpPr>
        <p:spPr bwMode="auto">
          <a:xfrm flipV="1">
            <a:off x="5867400" y="3657600"/>
            <a:ext cx="1295400" cy="0"/>
          </a:xfrm>
          <a:prstGeom prst="line">
            <a:avLst/>
          </a:prstGeom>
          <a:noFill/>
          <a:ln w="38100">
            <a:solidFill>
              <a:schemeClr val="folHlink"/>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7664" name="Group 115">
            <a:extLst>
              <a:ext uri="{FF2B5EF4-FFF2-40B4-BE49-F238E27FC236}">
                <a16:creationId xmlns:a16="http://schemas.microsoft.com/office/drawing/2014/main" id="{042CADCC-E1EC-95DC-8A45-87C0B10157CD}"/>
              </a:ext>
            </a:extLst>
          </p:cNvPr>
          <p:cNvGrpSpPr>
            <a:grpSpLocks/>
          </p:cNvGrpSpPr>
          <p:nvPr/>
        </p:nvGrpSpPr>
        <p:grpSpPr bwMode="auto">
          <a:xfrm>
            <a:off x="3505200" y="2895600"/>
            <a:ext cx="1981200" cy="1371600"/>
            <a:chOff x="3891" y="2677"/>
            <a:chExt cx="632" cy="470"/>
          </a:xfrm>
        </p:grpSpPr>
        <p:sp>
          <p:nvSpPr>
            <p:cNvPr id="27665" name="Freeform 116">
              <a:extLst>
                <a:ext uri="{FF2B5EF4-FFF2-40B4-BE49-F238E27FC236}">
                  <a16:creationId xmlns:a16="http://schemas.microsoft.com/office/drawing/2014/main" id="{C85F0E6C-EF8C-85E7-928A-18170EE545C0}"/>
                </a:ext>
              </a:extLst>
            </p:cNvPr>
            <p:cNvSpPr>
              <a:spLocks/>
            </p:cNvSpPr>
            <p:nvPr/>
          </p:nvSpPr>
          <p:spPr bwMode="auto">
            <a:xfrm>
              <a:off x="4246" y="2687"/>
              <a:ext cx="277" cy="228"/>
            </a:xfrm>
            <a:custGeom>
              <a:avLst/>
              <a:gdLst>
                <a:gd name="T0" fmla="*/ 0 w 277"/>
                <a:gd name="T1" fmla="*/ 23 h 228"/>
                <a:gd name="T2" fmla="*/ 5 w 277"/>
                <a:gd name="T3" fmla="*/ 23 h 228"/>
                <a:gd name="T4" fmla="*/ 10 w 277"/>
                <a:gd name="T5" fmla="*/ 19 h 228"/>
                <a:gd name="T6" fmla="*/ 17 w 277"/>
                <a:gd name="T7" fmla="*/ 14 h 228"/>
                <a:gd name="T8" fmla="*/ 26 w 277"/>
                <a:gd name="T9" fmla="*/ 9 h 228"/>
                <a:gd name="T10" fmla="*/ 36 w 277"/>
                <a:gd name="T11" fmla="*/ 4 h 228"/>
                <a:gd name="T12" fmla="*/ 50 w 277"/>
                <a:gd name="T13" fmla="*/ 2 h 228"/>
                <a:gd name="T14" fmla="*/ 65 w 277"/>
                <a:gd name="T15" fmla="*/ 0 h 228"/>
                <a:gd name="T16" fmla="*/ 79 w 277"/>
                <a:gd name="T17" fmla="*/ 0 h 228"/>
                <a:gd name="T18" fmla="*/ 96 w 277"/>
                <a:gd name="T19" fmla="*/ 4 h 228"/>
                <a:gd name="T20" fmla="*/ 110 w 277"/>
                <a:gd name="T21" fmla="*/ 11 h 228"/>
                <a:gd name="T22" fmla="*/ 124 w 277"/>
                <a:gd name="T23" fmla="*/ 23 h 228"/>
                <a:gd name="T24" fmla="*/ 134 w 277"/>
                <a:gd name="T25" fmla="*/ 33 h 228"/>
                <a:gd name="T26" fmla="*/ 143 w 277"/>
                <a:gd name="T27" fmla="*/ 42 h 228"/>
                <a:gd name="T28" fmla="*/ 148 w 277"/>
                <a:gd name="T29" fmla="*/ 52 h 228"/>
                <a:gd name="T30" fmla="*/ 150 w 277"/>
                <a:gd name="T31" fmla="*/ 59 h 228"/>
                <a:gd name="T32" fmla="*/ 153 w 277"/>
                <a:gd name="T33" fmla="*/ 66 h 228"/>
                <a:gd name="T34" fmla="*/ 153 w 277"/>
                <a:gd name="T35" fmla="*/ 73 h 228"/>
                <a:gd name="T36" fmla="*/ 153 w 277"/>
                <a:gd name="T37" fmla="*/ 78 h 228"/>
                <a:gd name="T38" fmla="*/ 153 w 277"/>
                <a:gd name="T39" fmla="*/ 81 h 228"/>
                <a:gd name="T40" fmla="*/ 153 w 277"/>
                <a:gd name="T41" fmla="*/ 81 h 228"/>
                <a:gd name="T42" fmla="*/ 153 w 277"/>
                <a:gd name="T43" fmla="*/ 81 h 228"/>
                <a:gd name="T44" fmla="*/ 155 w 277"/>
                <a:gd name="T45" fmla="*/ 78 h 228"/>
                <a:gd name="T46" fmla="*/ 160 w 277"/>
                <a:gd name="T47" fmla="*/ 76 h 228"/>
                <a:gd name="T48" fmla="*/ 167 w 277"/>
                <a:gd name="T49" fmla="*/ 73 h 228"/>
                <a:gd name="T50" fmla="*/ 174 w 277"/>
                <a:gd name="T51" fmla="*/ 71 h 228"/>
                <a:gd name="T52" fmla="*/ 181 w 277"/>
                <a:gd name="T53" fmla="*/ 69 h 228"/>
                <a:gd name="T54" fmla="*/ 191 w 277"/>
                <a:gd name="T55" fmla="*/ 69 h 228"/>
                <a:gd name="T56" fmla="*/ 200 w 277"/>
                <a:gd name="T57" fmla="*/ 71 h 228"/>
                <a:gd name="T58" fmla="*/ 210 w 277"/>
                <a:gd name="T59" fmla="*/ 73 h 228"/>
                <a:gd name="T60" fmla="*/ 219 w 277"/>
                <a:gd name="T61" fmla="*/ 81 h 228"/>
                <a:gd name="T62" fmla="*/ 229 w 277"/>
                <a:gd name="T63" fmla="*/ 90 h 228"/>
                <a:gd name="T64" fmla="*/ 234 w 277"/>
                <a:gd name="T65" fmla="*/ 97 h 228"/>
                <a:gd name="T66" fmla="*/ 236 w 277"/>
                <a:gd name="T67" fmla="*/ 107 h 228"/>
                <a:gd name="T68" fmla="*/ 239 w 277"/>
                <a:gd name="T69" fmla="*/ 116 h 228"/>
                <a:gd name="T70" fmla="*/ 239 w 277"/>
                <a:gd name="T71" fmla="*/ 124 h 228"/>
                <a:gd name="T72" fmla="*/ 236 w 277"/>
                <a:gd name="T73" fmla="*/ 131 h 228"/>
                <a:gd name="T74" fmla="*/ 236 w 277"/>
                <a:gd name="T75" fmla="*/ 138 h 228"/>
                <a:gd name="T76" fmla="*/ 234 w 277"/>
                <a:gd name="T77" fmla="*/ 143 h 228"/>
                <a:gd name="T78" fmla="*/ 234 w 277"/>
                <a:gd name="T79" fmla="*/ 145 h 228"/>
                <a:gd name="T80" fmla="*/ 231 w 277"/>
                <a:gd name="T81" fmla="*/ 145 h 228"/>
                <a:gd name="T82" fmla="*/ 234 w 277"/>
                <a:gd name="T83" fmla="*/ 147 h 228"/>
                <a:gd name="T84" fmla="*/ 236 w 277"/>
                <a:gd name="T85" fmla="*/ 147 h 228"/>
                <a:gd name="T86" fmla="*/ 241 w 277"/>
                <a:gd name="T87" fmla="*/ 152 h 228"/>
                <a:gd name="T88" fmla="*/ 248 w 277"/>
                <a:gd name="T89" fmla="*/ 157 h 228"/>
                <a:gd name="T90" fmla="*/ 253 w 277"/>
                <a:gd name="T91" fmla="*/ 164 h 228"/>
                <a:gd name="T92" fmla="*/ 260 w 277"/>
                <a:gd name="T93" fmla="*/ 174 h 228"/>
                <a:gd name="T94" fmla="*/ 267 w 277"/>
                <a:gd name="T95" fmla="*/ 183 h 228"/>
                <a:gd name="T96" fmla="*/ 272 w 277"/>
                <a:gd name="T97" fmla="*/ 195 h 228"/>
                <a:gd name="T98" fmla="*/ 274 w 277"/>
                <a:gd name="T99" fmla="*/ 212 h 228"/>
                <a:gd name="T100" fmla="*/ 277 w 277"/>
                <a:gd name="T101" fmla="*/ 228 h 2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77" h="228">
                  <a:moveTo>
                    <a:pt x="0" y="23"/>
                  </a:moveTo>
                  <a:lnTo>
                    <a:pt x="5" y="23"/>
                  </a:lnTo>
                  <a:lnTo>
                    <a:pt x="10" y="19"/>
                  </a:lnTo>
                  <a:lnTo>
                    <a:pt x="17" y="14"/>
                  </a:lnTo>
                  <a:lnTo>
                    <a:pt x="26" y="9"/>
                  </a:lnTo>
                  <a:lnTo>
                    <a:pt x="36" y="4"/>
                  </a:lnTo>
                  <a:lnTo>
                    <a:pt x="50" y="2"/>
                  </a:lnTo>
                  <a:lnTo>
                    <a:pt x="65" y="0"/>
                  </a:lnTo>
                  <a:lnTo>
                    <a:pt x="79" y="0"/>
                  </a:lnTo>
                  <a:lnTo>
                    <a:pt x="96" y="4"/>
                  </a:lnTo>
                  <a:lnTo>
                    <a:pt x="110" y="11"/>
                  </a:lnTo>
                  <a:lnTo>
                    <a:pt x="124" y="23"/>
                  </a:lnTo>
                  <a:lnTo>
                    <a:pt x="134" y="33"/>
                  </a:lnTo>
                  <a:lnTo>
                    <a:pt x="143" y="42"/>
                  </a:lnTo>
                  <a:lnTo>
                    <a:pt x="148" y="52"/>
                  </a:lnTo>
                  <a:lnTo>
                    <a:pt x="150" y="59"/>
                  </a:lnTo>
                  <a:lnTo>
                    <a:pt x="153" y="66"/>
                  </a:lnTo>
                  <a:lnTo>
                    <a:pt x="153" y="73"/>
                  </a:lnTo>
                  <a:lnTo>
                    <a:pt x="153" y="78"/>
                  </a:lnTo>
                  <a:lnTo>
                    <a:pt x="153" y="81"/>
                  </a:lnTo>
                  <a:lnTo>
                    <a:pt x="155" y="78"/>
                  </a:lnTo>
                  <a:lnTo>
                    <a:pt x="160" y="76"/>
                  </a:lnTo>
                  <a:lnTo>
                    <a:pt x="167" y="73"/>
                  </a:lnTo>
                  <a:lnTo>
                    <a:pt x="174" y="71"/>
                  </a:lnTo>
                  <a:lnTo>
                    <a:pt x="181" y="69"/>
                  </a:lnTo>
                  <a:lnTo>
                    <a:pt x="191" y="69"/>
                  </a:lnTo>
                  <a:lnTo>
                    <a:pt x="200" y="71"/>
                  </a:lnTo>
                  <a:lnTo>
                    <a:pt x="210" y="73"/>
                  </a:lnTo>
                  <a:lnTo>
                    <a:pt x="219" y="81"/>
                  </a:lnTo>
                  <a:lnTo>
                    <a:pt x="229" y="90"/>
                  </a:lnTo>
                  <a:lnTo>
                    <a:pt x="234" y="97"/>
                  </a:lnTo>
                  <a:lnTo>
                    <a:pt x="236" y="107"/>
                  </a:lnTo>
                  <a:lnTo>
                    <a:pt x="239" y="116"/>
                  </a:lnTo>
                  <a:lnTo>
                    <a:pt x="239" y="124"/>
                  </a:lnTo>
                  <a:lnTo>
                    <a:pt x="236" y="131"/>
                  </a:lnTo>
                  <a:lnTo>
                    <a:pt x="236" y="138"/>
                  </a:lnTo>
                  <a:lnTo>
                    <a:pt x="234" y="143"/>
                  </a:lnTo>
                  <a:lnTo>
                    <a:pt x="234" y="145"/>
                  </a:lnTo>
                  <a:lnTo>
                    <a:pt x="231" y="145"/>
                  </a:lnTo>
                  <a:lnTo>
                    <a:pt x="234" y="147"/>
                  </a:lnTo>
                  <a:lnTo>
                    <a:pt x="236" y="147"/>
                  </a:lnTo>
                  <a:lnTo>
                    <a:pt x="241" y="152"/>
                  </a:lnTo>
                  <a:lnTo>
                    <a:pt x="248" y="157"/>
                  </a:lnTo>
                  <a:lnTo>
                    <a:pt x="253" y="164"/>
                  </a:lnTo>
                  <a:lnTo>
                    <a:pt x="260" y="174"/>
                  </a:lnTo>
                  <a:lnTo>
                    <a:pt x="267" y="183"/>
                  </a:lnTo>
                  <a:lnTo>
                    <a:pt x="272" y="195"/>
                  </a:lnTo>
                  <a:lnTo>
                    <a:pt x="274" y="212"/>
                  </a:lnTo>
                  <a:lnTo>
                    <a:pt x="277" y="228"/>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7666" name="Freeform 117">
              <a:extLst>
                <a:ext uri="{FF2B5EF4-FFF2-40B4-BE49-F238E27FC236}">
                  <a16:creationId xmlns:a16="http://schemas.microsoft.com/office/drawing/2014/main" id="{AA17AC22-4099-3489-57B8-B01BBCB032C4}"/>
                </a:ext>
              </a:extLst>
            </p:cNvPr>
            <p:cNvSpPr>
              <a:spLocks/>
            </p:cNvSpPr>
            <p:nvPr/>
          </p:nvSpPr>
          <p:spPr bwMode="auto">
            <a:xfrm>
              <a:off x="3891" y="2677"/>
              <a:ext cx="358" cy="236"/>
            </a:xfrm>
            <a:custGeom>
              <a:avLst/>
              <a:gdLst>
                <a:gd name="T0" fmla="*/ 2 w 358"/>
                <a:gd name="T1" fmla="*/ 219 h 236"/>
                <a:gd name="T2" fmla="*/ 9 w 358"/>
                <a:gd name="T3" fmla="*/ 193 h 236"/>
                <a:gd name="T4" fmla="*/ 21 w 358"/>
                <a:gd name="T5" fmla="*/ 174 h 236"/>
                <a:gd name="T6" fmla="*/ 33 w 358"/>
                <a:gd name="T7" fmla="*/ 162 h 236"/>
                <a:gd name="T8" fmla="*/ 43 w 358"/>
                <a:gd name="T9" fmla="*/ 155 h 236"/>
                <a:gd name="T10" fmla="*/ 43 w 358"/>
                <a:gd name="T11" fmla="*/ 155 h 236"/>
                <a:gd name="T12" fmla="*/ 40 w 358"/>
                <a:gd name="T13" fmla="*/ 145 h 236"/>
                <a:gd name="T14" fmla="*/ 38 w 358"/>
                <a:gd name="T15" fmla="*/ 134 h 236"/>
                <a:gd name="T16" fmla="*/ 38 w 358"/>
                <a:gd name="T17" fmla="*/ 117 h 236"/>
                <a:gd name="T18" fmla="*/ 48 w 358"/>
                <a:gd name="T19" fmla="*/ 98 h 236"/>
                <a:gd name="T20" fmla="*/ 67 w 358"/>
                <a:gd name="T21" fmla="*/ 83 h 236"/>
                <a:gd name="T22" fmla="*/ 83 w 358"/>
                <a:gd name="T23" fmla="*/ 79 h 236"/>
                <a:gd name="T24" fmla="*/ 102 w 358"/>
                <a:gd name="T25" fmla="*/ 81 h 236"/>
                <a:gd name="T26" fmla="*/ 114 w 358"/>
                <a:gd name="T27" fmla="*/ 86 h 236"/>
                <a:gd name="T28" fmla="*/ 121 w 358"/>
                <a:gd name="T29" fmla="*/ 91 h 236"/>
                <a:gd name="T30" fmla="*/ 124 w 358"/>
                <a:gd name="T31" fmla="*/ 88 h 236"/>
                <a:gd name="T32" fmla="*/ 121 w 358"/>
                <a:gd name="T33" fmla="*/ 81 h 236"/>
                <a:gd name="T34" fmla="*/ 124 w 358"/>
                <a:gd name="T35" fmla="*/ 69 h 236"/>
                <a:gd name="T36" fmla="*/ 133 w 358"/>
                <a:gd name="T37" fmla="*/ 52 h 236"/>
                <a:gd name="T38" fmla="*/ 152 w 358"/>
                <a:gd name="T39" fmla="*/ 31 h 236"/>
                <a:gd name="T40" fmla="*/ 181 w 358"/>
                <a:gd name="T41" fmla="*/ 14 h 236"/>
                <a:gd name="T42" fmla="*/ 212 w 358"/>
                <a:gd name="T43" fmla="*/ 10 h 236"/>
                <a:gd name="T44" fmla="*/ 238 w 358"/>
                <a:gd name="T45" fmla="*/ 14 h 236"/>
                <a:gd name="T46" fmla="*/ 260 w 358"/>
                <a:gd name="T47" fmla="*/ 24 h 236"/>
                <a:gd name="T48" fmla="*/ 272 w 358"/>
                <a:gd name="T49" fmla="*/ 31 h 236"/>
                <a:gd name="T50" fmla="*/ 274 w 358"/>
                <a:gd name="T51" fmla="*/ 31 h 236"/>
                <a:gd name="T52" fmla="*/ 274 w 358"/>
                <a:gd name="T53" fmla="*/ 26 h 236"/>
                <a:gd name="T54" fmla="*/ 279 w 358"/>
                <a:gd name="T55" fmla="*/ 17 h 236"/>
                <a:gd name="T56" fmla="*/ 288 w 358"/>
                <a:gd name="T57" fmla="*/ 7 h 236"/>
                <a:gd name="T58" fmla="*/ 305 w 358"/>
                <a:gd name="T59" fmla="*/ 2 h 236"/>
                <a:gd name="T60" fmla="*/ 327 w 358"/>
                <a:gd name="T61" fmla="*/ 2 h 236"/>
                <a:gd name="T62" fmla="*/ 343 w 358"/>
                <a:gd name="T63" fmla="*/ 7 h 236"/>
                <a:gd name="T64" fmla="*/ 350 w 358"/>
                <a:gd name="T65" fmla="*/ 17 h 236"/>
                <a:gd name="T66" fmla="*/ 355 w 358"/>
                <a:gd name="T67" fmla="*/ 26 h 236"/>
                <a:gd name="T68" fmla="*/ 358 w 358"/>
                <a:gd name="T69" fmla="*/ 31 h 2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58" h="236">
                  <a:moveTo>
                    <a:pt x="0" y="236"/>
                  </a:moveTo>
                  <a:lnTo>
                    <a:pt x="2" y="219"/>
                  </a:lnTo>
                  <a:lnTo>
                    <a:pt x="5" y="205"/>
                  </a:lnTo>
                  <a:lnTo>
                    <a:pt x="9" y="193"/>
                  </a:lnTo>
                  <a:lnTo>
                    <a:pt x="14" y="181"/>
                  </a:lnTo>
                  <a:lnTo>
                    <a:pt x="21" y="174"/>
                  </a:lnTo>
                  <a:lnTo>
                    <a:pt x="29" y="167"/>
                  </a:lnTo>
                  <a:lnTo>
                    <a:pt x="33" y="162"/>
                  </a:lnTo>
                  <a:lnTo>
                    <a:pt x="38" y="157"/>
                  </a:lnTo>
                  <a:lnTo>
                    <a:pt x="43" y="155"/>
                  </a:lnTo>
                  <a:lnTo>
                    <a:pt x="40" y="150"/>
                  </a:lnTo>
                  <a:lnTo>
                    <a:pt x="40" y="145"/>
                  </a:lnTo>
                  <a:lnTo>
                    <a:pt x="38" y="141"/>
                  </a:lnTo>
                  <a:lnTo>
                    <a:pt x="38" y="134"/>
                  </a:lnTo>
                  <a:lnTo>
                    <a:pt x="38" y="124"/>
                  </a:lnTo>
                  <a:lnTo>
                    <a:pt x="38" y="117"/>
                  </a:lnTo>
                  <a:lnTo>
                    <a:pt x="43" y="107"/>
                  </a:lnTo>
                  <a:lnTo>
                    <a:pt x="48" y="98"/>
                  </a:lnTo>
                  <a:lnTo>
                    <a:pt x="55" y="91"/>
                  </a:lnTo>
                  <a:lnTo>
                    <a:pt x="67" y="83"/>
                  </a:lnTo>
                  <a:lnTo>
                    <a:pt x="76" y="81"/>
                  </a:lnTo>
                  <a:lnTo>
                    <a:pt x="83" y="79"/>
                  </a:lnTo>
                  <a:lnTo>
                    <a:pt x="93" y="79"/>
                  </a:lnTo>
                  <a:lnTo>
                    <a:pt x="102" y="81"/>
                  </a:lnTo>
                  <a:lnTo>
                    <a:pt x="110" y="83"/>
                  </a:lnTo>
                  <a:lnTo>
                    <a:pt x="114" y="86"/>
                  </a:lnTo>
                  <a:lnTo>
                    <a:pt x="119" y="88"/>
                  </a:lnTo>
                  <a:lnTo>
                    <a:pt x="121" y="91"/>
                  </a:lnTo>
                  <a:lnTo>
                    <a:pt x="124" y="91"/>
                  </a:lnTo>
                  <a:lnTo>
                    <a:pt x="124" y="88"/>
                  </a:lnTo>
                  <a:lnTo>
                    <a:pt x="121" y="86"/>
                  </a:lnTo>
                  <a:lnTo>
                    <a:pt x="121" y="81"/>
                  </a:lnTo>
                  <a:lnTo>
                    <a:pt x="124" y="76"/>
                  </a:lnTo>
                  <a:lnTo>
                    <a:pt x="124" y="69"/>
                  </a:lnTo>
                  <a:lnTo>
                    <a:pt x="129" y="60"/>
                  </a:lnTo>
                  <a:lnTo>
                    <a:pt x="133" y="52"/>
                  </a:lnTo>
                  <a:lnTo>
                    <a:pt x="141" y="43"/>
                  </a:lnTo>
                  <a:lnTo>
                    <a:pt x="152" y="31"/>
                  </a:lnTo>
                  <a:lnTo>
                    <a:pt x="164" y="21"/>
                  </a:lnTo>
                  <a:lnTo>
                    <a:pt x="181" y="14"/>
                  </a:lnTo>
                  <a:lnTo>
                    <a:pt x="195" y="10"/>
                  </a:lnTo>
                  <a:lnTo>
                    <a:pt x="212" y="10"/>
                  </a:lnTo>
                  <a:lnTo>
                    <a:pt x="226" y="10"/>
                  </a:lnTo>
                  <a:lnTo>
                    <a:pt x="238" y="14"/>
                  </a:lnTo>
                  <a:lnTo>
                    <a:pt x="250" y="19"/>
                  </a:lnTo>
                  <a:lnTo>
                    <a:pt x="260" y="24"/>
                  </a:lnTo>
                  <a:lnTo>
                    <a:pt x="267" y="29"/>
                  </a:lnTo>
                  <a:lnTo>
                    <a:pt x="272" y="31"/>
                  </a:lnTo>
                  <a:lnTo>
                    <a:pt x="274" y="33"/>
                  </a:lnTo>
                  <a:lnTo>
                    <a:pt x="274" y="31"/>
                  </a:lnTo>
                  <a:lnTo>
                    <a:pt x="274" y="29"/>
                  </a:lnTo>
                  <a:lnTo>
                    <a:pt x="274" y="26"/>
                  </a:lnTo>
                  <a:lnTo>
                    <a:pt x="276" y="21"/>
                  </a:lnTo>
                  <a:lnTo>
                    <a:pt x="279" y="17"/>
                  </a:lnTo>
                  <a:lnTo>
                    <a:pt x="284" y="12"/>
                  </a:lnTo>
                  <a:lnTo>
                    <a:pt x="288" y="7"/>
                  </a:lnTo>
                  <a:lnTo>
                    <a:pt x="296" y="5"/>
                  </a:lnTo>
                  <a:lnTo>
                    <a:pt x="305" y="2"/>
                  </a:lnTo>
                  <a:lnTo>
                    <a:pt x="315" y="0"/>
                  </a:lnTo>
                  <a:lnTo>
                    <a:pt x="327" y="2"/>
                  </a:lnTo>
                  <a:lnTo>
                    <a:pt x="336" y="5"/>
                  </a:lnTo>
                  <a:lnTo>
                    <a:pt x="343" y="7"/>
                  </a:lnTo>
                  <a:lnTo>
                    <a:pt x="348" y="12"/>
                  </a:lnTo>
                  <a:lnTo>
                    <a:pt x="350" y="17"/>
                  </a:lnTo>
                  <a:lnTo>
                    <a:pt x="355" y="21"/>
                  </a:lnTo>
                  <a:lnTo>
                    <a:pt x="355" y="26"/>
                  </a:lnTo>
                  <a:lnTo>
                    <a:pt x="358" y="29"/>
                  </a:lnTo>
                  <a:lnTo>
                    <a:pt x="358" y="31"/>
                  </a:lnTo>
                  <a:lnTo>
                    <a:pt x="358" y="33"/>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7667" name="Freeform 118">
              <a:extLst>
                <a:ext uri="{FF2B5EF4-FFF2-40B4-BE49-F238E27FC236}">
                  <a16:creationId xmlns:a16="http://schemas.microsoft.com/office/drawing/2014/main" id="{25F69DF7-B6B5-F3D7-F3B6-640FBC3B478D}"/>
                </a:ext>
              </a:extLst>
            </p:cNvPr>
            <p:cNvSpPr>
              <a:spLocks/>
            </p:cNvSpPr>
            <p:nvPr/>
          </p:nvSpPr>
          <p:spPr bwMode="auto">
            <a:xfrm>
              <a:off x="3891" y="2911"/>
              <a:ext cx="272" cy="229"/>
            </a:xfrm>
            <a:custGeom>
              <a:avLst/>
              <a:gdLst>
                <a:gd name="T0" fmla="*/ 272 w 272"/>
                <a:gd name="T1" fmla="*/ 202 h 229"/>
                <a:gd name="T2" fmla="*/ 272 w 272"/>
                <a:gd name="T3" fmla="*/ 205 h 229"/>
                <a:gd name="T4" fmla="*/ 267 w 272"/>
                <a:gd name="T5" fmla="*/ 207 h 229"/>
                <a:gd name="T6" fmla="*/ 260 w 272"/>
                <a:gd name="T7" fmla="*/ 212 h 229"/>
                <a:gd name="T8" fmla="*/ 250 w 272"/>
                <a:gd name="T9" fmla="*/ 217 h 229"/>
                <a:gd name="T10" fmla="*/ 238 w 272"/>
                <a:gd name="T11" fmla="*/ 221 h 229"/>
                <a:gd name="T12" fmla="*/ 226 w 272"/>
                <a:gd name="T13" fmla="*/ 226 h 229"/>
                <a:gd name="T14" fmla="*/ 212 w 272"/>
                <a:gd name="T15" fmla="*/ 229 h 229"/>
                <a:gd name="T16" fmla="*/ 195 w 272"/>
                <a:gd name="T17" fmla="*/ 226 h 229"/>
                <a:gd name="T18" fmla="*/ 181 w 272"/>
                <a:gd name="T19" fmla="*/ 224 h 229"/>
                <a:gd name="T20" fmla="*/ 164 w 272"/>
                <a:gd name="T21" fmla="*/ 214 h 229"/>
                <a:gd name="T22" fmla="*/ 152 w 272"/>
                <a:gd name="T23" fmla="*/ 205 h 229"/>
                <a:gd name="T24" fmla="*/ 141 w 272"/>
                <a:gd name="T25" fmla="*/ 195 h 229"/>
                <a:gd name="T26" fmla="*/ 133 w 272"/>
                <a:gd name="T27" fmla="*/ 186 h 229"/>
                <a:gd name="T28" fmla="*/ 129 w 272"/>
                <a:gd name="T29" fmla="*/ 176 h 229"/>
                <a:gd name="T30" fmla="*/ 124 w 272"/>
                <a:gd name="T31" fmla="*/ 167 h 229"/>
                <a:gd name="T32" fmla="*/ 124 w 272"/>
                <a:gd name="T33" fmla="*/ 159 h 229"/>
                <a:gd name="T34" fmla="*/ 121 w 272"/>
                <a:gd name="T35" fmla="*/ 155 h 229"/>
                <a:gd name="T36" fmla="*/ 121 w 272"/>
                <a:gd name="T37" fmla="*/ 150 h 229"/>
                <a:gd name="T38" fmla="*/ 124 w 272"/>
                <a:gd name="T39" fmla="*/ 148 h 229"/>
                <a:gd name="T40" fmla="*/ 124 w 272"/>
                <a:gd name="T41" fmla="*/ 145 h 229"/>
                <a:gd name="T42" fmla="*/ 121 w 272"/>
                <a:gd name="T43" fmla="*/ 148 h 229"/>
                <a:gd name="T44" fmla="*/ 119 w 272"/>
                <a:gd name="T45" fmla="*/ 150 h 229"/>
                <a:gd name="T46" fmla="*/ 114 w 272"/>
                <a:gd name="T47" fmla="*/ 152 h 229"/>
                <a:gd name="T48" fmla="*/ 110 w 272"/>
                <a:gd name="T49" fmla="*/ 155 h 229"/>
                <a:gd name="T50" fmla="*/ 102 w 272"/>
                <a:gd name="T51" fmla="*/ 157 h 229"/>
                <a:gd name="T52" fmla="*/ 93 w 272"/>
                <a:gd name="T53" fmla="*/ 157 h 229"/>
                <a:gd name="T54" fmla="*/ 83 w 272"/>
                <a:gd name="T55" fmla="*/ 157 h 229"/>
                <a:gd name="T56" fmla="*/ 76 w 272"/>
                <a:gd name="T57" fmla="*/ 157 h 229"/>
                <a:gd name="T58" fmla="*/ 67 w 272"/>
                <a:gd name="T59" fmla="*/ 152 h 229"/>
                <a:gd name="T60" fmla="*/ 55 w 272"/>
                <a:gd name="T61" fmla="*/ 145 h 229"/>
                <a:gd name="T62" fmla="*/ 48 w 272"/>
                <a:gd name="T63" fmla="*/ 138 h 229"/>
                <a:gd name="T64" fmla="*/ 43 w 272"/>
                <a:gd name="T65" fmla="*/ 128 h 229"/>
                <a:gd name="T66" fmla="*/ 38 w 272"/>
                <a:gd name="T67" fmla="*/ 121 h 229"/>
                <a:gd name="T68" fmla="*/ 38 w 272"/>
                <a:gd name="T69" fmla="*/ 112 h 229"/>
                <a:gd name="T70" fmla="*/ 38 w 272"/>
                <a:gd name="T71" fmla="*/ 105 h 229"/>
                <a:gd name="T72" fmla="*/ 38 w 272"/>
                <a:gd name="T73" fmla="*/ 97 h 229"/>
                <a:gd name="T74" fmla="*/ 40 w 272"/>
                <a:gd name="T75" fmla="*/ 90 h 229"/>
                <a:gd name="T76" fmla="*/ 40 w 272"/>
                <a:gd name="T77" fmla="*/ 86 h 229"/>
                <a:gd name="T78" fmla="*/ 43 w 272"/>
                <a:gd name="T79" fmla="*/ 83 h 229"/>
                <a:gd name="T80" fmla="*/ 43 w 272"/>
                <a:gd name="T81" fmla="*/ 81 h 229"/>
                <a:gd name="T82" fmla="*/ 43 w 272"/>
                <a:gd name="T83" fmla="*/ 81 h 229"/>
                <a:gd name="T84" fmla="*/ 38 w 272"/>
                <a:gd name="T85" fmla="*/ 78 h 229"/>
                <a:gd name="T86" fmla="*/ 33 w 272"/>
                <a:gd name="T87" fmla="*/ 76 h 229"/>
                <a:gd name="T88" fmla="*/ 29 w 272"/>
                <a:gd name="T89" fmla="*/ 71 h 229"/>
                <a:gd name="T90" fmla="*/ 21 w 272"/>
                <a:gd name="T91" fmla="*/ 64 h 229"/>
                <a:gd name="T92" fmla="*/ 14 w 272"/>
                <a:gd name="T93" fmla="*/ 55 h 229"/>
                <a:gd name="T94" fmla="*/ 9 w 272"/>
                <a:gd name="T95" fmla="*/ 45 h 229"/>
                <a:gd name="T96" fmla="*/ 5 w 272"/>
                <a:gd name="T97" fmla="*/ 31 h 229"/>
                <a:gd name="T98" fmla="*/ 2 w 272"/>
                <a:gd name="T99" fmla="*/ 16 h 229"/>
                <a:gd name="T100" fmla="*/ 0 w 272"/>
                <a:gd name="T101" fmla="*/ 0 h 22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72" h="229">
                  <a:moveTo>
                    <a:pt x="272" y="202"/>
                  </a:moveTo>
                  <a:lnTo>
                    <a:pt x="272" y="205"/>
                  </a:lnTo>
                  <a:lnTo>
                    <a:pt x="267" y="207"/>
                  </a:lnTo>
                  <a:lnTo>
                    <a:pt x="260" y="212"/>
                  </a:lnTo>
                  <a:lnTo>
                    <a:pt x="250" y="217"/>
                  </a:lnTo>
                  <a:lnTo>
                    <a:pt x="238" y="221"/>
                  </a:lnTo>
                  <a:lnTo>
                    <a:pt x="226" y="226"/>
                  </a:lnTo>
                  <a:lnTo>
                    <a:pt x="212" y="229"/>
                  </a:lnTo>
                  <a:lnTo>
                    <a:pt x="195" y="226"/>
                  </a:lnTo>
                  <a:lnTo>
                    <a:pt x="181" y="224"/>
                  </a:lnTo>
                  <a:lnTo>
                    <a:pt x="164" y="214"/>
                  </a:lnTo>
                  <a:lnTo>
                    <a:pt x="152" y="205"/>
                  </a:lnTo>
                  <a:lnTo>
                    <a:pt x="141" y="195"/>
                  </a:lnTo>
                  <a:lnTo>
                    <a:pt x="133" y="186"/>
                  </a:lnTo>
                  <a:lnTo>
                    <a:pt x="129" y="176"/>
                  </a:lnTo>
                  <a:lnTo>
                    <a:pt x="124" y="167"/>
                  </a:lnTo>
                  <a:lnTo>
                    <a:pt x="124" y="159"/>
                  </a:lnTo>
                  <a:lnTo>
                    <a:pt x="121" y="155"/>
                  </a:lnTo>
                  <a:lnTo>
                    <a:pt x="121" y="150"/>
                  </a:lnTo>
                  <a:lnTo>
                    <a:pt x="124" y="148"/>
                  </a:lnTo>
                  <a:lnTo>
                    <a:pt x="124" y="145"/>
                  </a:lnTo>
                  <a:lnTo>
                    <a:pt x="121" y="148"/>
                  </a:lnTo>
                  <a:lnTo>
                    <a:pt x="119" y="150"/>
                  </a:lnTo>
                  <a:lnTo>
                    <a:pt x="114" y="152"/>
                  </a:lnTo>
                  <a:lnTo>
                    <a:pt x="110" y="155"/>
                  </a:lnTo>
                  <a:lnTo>
                    <a:pt x="102" y="157"/>
                  </a:lnTo>
                  <a:lnTo>
                    <a:pt x="93" y="157"/>
                  </a:lnTo>
                  <a:lnTo>
                    <a:pt x="83" y="157"/>
                  </a:lnTo>
                  <a:lnTo>
                    <a:pt x="76" y="157"/>
                  </a:lnTo>
                  <a:lnTo>
                    <a:pt x="67" y="152"/>
                  </a:lnTo>
                  <a:lnTo>
                    <a:pt x="55" y="145"/>
                  </a:lnTo>
                  <a:lnTo>
                    <a:pt x="48" y="138"/>
                  </a:lnTo>
                  <a:lnTo>
                    <a:pt x="43" y="128"/>
                  </a:lnTo>
                  <a:lnTo>
                    <a:pt x="38" y="121"/>
                  </a:lnTo>
                  <a:lnTo>
                    <a:pt x="38" y="112"/>
                  </a:lnTo>
                  <a:lnTo>
                    <a:pt x="38" y="105"/>
                  </a:lnTo>
                  <a:lnTo>
                    <a:pt x="38" y="97"/>
                  </a:lnTo>
                  <a:lnTo>
                    <a:pt x="40" y="90"/>
                  </a:lnTo>
                  <a:lnTo>
                    <a:pt x="40" y="86"/>
                  </a:lnTo>
                  <a:lnTo>
                    <a:pt x="43" y="83"/>
                  </a:lnTo>
                  <a:lnTo>
                    <a:pt x="43" y="81"/>
                  </a:lnTo>
                  <a:lnTo>
                    <a:pt x="38" y="78"/>
                  </a:lnTo>
                  <a:lnTo>
                    <a:pt x="33" y="76"/>
                  </a:lnTo>
                  <a:lnTo>
                    <a:pt x="29" y="71"/>
                  </a:lnTo>
                  <a:lnTo>
                    <a:pt x="21" y="64"/>
                  </a:lnTo>
                  <a:lnTo>
                    <a:pt x="14" y="55"/>
                  </a:lnTo>
                  <a:lnTo>
                    <a:pt x="9" y="45"/>
                  </a:lnTo>
                  <a:lnTo>
                    <a:pt x="5" y="31"/>
                  </a:lnTo>
                  <a:lnTo>
                    <a:pt x="2" y="16"/>
                  </a:lnTo>
                  <a:lnTo>
                    <a:pt x="0" y="0"/>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7668" name="Freeform 119">
              <a:extLst>
                <a:ext uri="{FF2B5EF4-FFF2-40B4-BE49-F238E27FC236}">
                  <a16:creationId xmlns:a16="http://schemas.microsoft.com/office/drawing/2014/main" id="{5394F35E-C45A-FE48-13C6-885CBE9788E1}"/>
                </a:ext>
              </a:extLst>
            </p:cNvPr>
            <p:cNvSpPr>
              <a:spLocks/>
            </p:cNvSpPr>
            <p:nvPr/>
          </p:nvSpPr>
          <p:spPr bwMode="auto">
            <a:xfrm>
              <a:off x="4165" y="2911"/>
              <a:ext cx="355" cy="236"/>
            </a:xfrm>
            <a:custGeom>
              <a:avLst/>
              <a:gdLst>
                <a:gd name="T0" fmla="*/ 355 w 355"/>
                <a:gd name="T1" fmla="*/ 16 h 236"/>
                <a:gd name="T2" fmla="*/ 348 w 355"/>
                <a:gd name="T3" fmla="*/ 45 h 236"/>
                <a:gd name="T4" fmla="*/ 334 w 355"/>
                <a:gd name="T5" fmla="*/ 64 h 236"/>
                <a:gd name="T6" fmla="*/ 322 w 355"/>
                <a:gd name="T7" fmla="*/ 76 h 236"/>
                <a:gd name="T8" fmla="*/ 315 w 355"/>
                <a:gd name="T9" fmla="*/ 81 h 236"/>
                <a:gd name="T10" fmla="*/ 315 w 355"/>
                <a:gd name="T11" fmla="*/ 83 h 236"/>
                <a:gd name="T12" fmla="*/ 317 w 355"/>
                <a:gd name="T13" fmla="*/ 90 h 236"/>
                <a:gd name="T14" fmla="*/ 320 w 355"/>
                <a:gd name="T15" fmla="*/ 105 h 236"/>
                <a:gd name="T16" fmla="*/ 317 w 355"/>
                <a:gd name="T17" fmla="*/ 121 h 236"/>
                <a:gd name="T18" fmla="*/ 310 w 355"/>
                <a:gd name="T19" fmla="*/ 138 h 236"/>
                <a:gd name="T20" fmla="*/ 291 w 355"/>
                <a:gd name="T21" fmla="*/ 152 h 236"/>
                <a:gd name="T22" fmla="*/ 272 w 355"/>
                <a:gd name="T23" fmla="*/ 159 h 236"/>
                <a:gd name="T24" fmla="*/ 255 w 355"/>
                <a:gd name="T25" fmla="*/ 157 h 236"/>
                <a:gd name="T26" fmla="*/ 241 w 355"/>
                <a:gd name="T27" fmla="*/ 152 h 236"/>
                <a:gd name="T28" fmla="*/ 234 w 355"/>
                <a:gd name="T29" fmla="*/ 148 h 236"/>
                <a:gd name="T30" fmla="*/ 234 w 355"/>
                <a:gd name="T31" fmla="*/ 148 h 236"/>
                <a:gd name="T32" fmla="*/ 234 w 355"/>
                <a:gd name="T33" fmla="*/ 155 h 236"/>
                <a:gd name="T34" fmla="*/ 231 w 355"/>
                <a:gd name="T35" fmla="*/ 169 h 236"/>
                <a:gd name="T36" fmla="*/ 224 w 355"/>
                <a:gd name="T37" fmla="*/ 186 h 236"/>
                <a:gd name="T38" fmla="*/ 205 w 355"/>
                <a:gd name="T39" fmla="*/ 205 h 236"/>
                <a:gd name="T40" fmla="*/ 177 w 355"/>
                <a:gd name="T41" fmla="*/ 224 h 236"/>
                <a:gd name="T42" fmla="*/ 146 w 355"/>
                <a:gd name="T43" fmla="*/ 229 h 236"/>
                <a:gd name="T44" fmla="*/ 117 w 355"/>
                <a:gd name="T45" fmla="*/ 224 h 236"/>
                <a:gd name="T46" fmla="*/ 98 w 355"/>
                <a:gd name="T47" fmla="*/ 214 h 236"/>
                <a:gd name="T48" fmla="*/ 86 w 355"/>
                <a:gd name="T49" fmla="*/ 205 h 236"/>
                <a:gd name="T50" fmla="*/ 84 w 355"/>
                <a:gd name="T51" fmla="*/ 205 h 236"/>
                <a:gd name="T52" fmla="*/ 81 w 355"/>
                <a:gd name="T53" fmla="*/ 212 h 236"/>
                <a:gd name="T54" fmla="*/ 76 w 355"/>
                <a:gd name="T55" fmla="*/ 219 h 236"/>
                <a:gd name="T56" fmla="*/ 69 w 355"/>
                <a:gd name="T57" fmla="*/ 229 h 236"/>
                <a:gd name="T58" fmla="*/ 53 w 355"/>
                <a:gd name="T59" fmla="*/ 236 h 236"/>
                <a:gd name="T60" fmla="*/ 31 w 355"/>
                <a:gd name="T61" fmla="*/ 236 h 236"/>
                <a:gd name="T62" fmla="*/ 14 w 355"/>
                <a:gd name="T63" fmla="*/ 229 h 236"/>
                <a:gd name="T64" fmla="*/ 5 w 355"/>
                <a:gd name="T65" fmla="*/ 219 h 236"/>
                <a:gd name="T66" fmla="*/ 0 w 355"/>
                <a:gd name="T67" fmla="*/ 212 h 236"/>
                <a:gd name="T68" fmla="*/ 0 w 355"/>
                <a:gd name="T69" fmla="*/ 205 h 2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55" h="236">
                  <a:moveTo>
                    <a:pt x="355" y="0"/>
                  </a:moveTo>
                  <a:lnTo>
                    <a:pt x="355" y="16"/>
                  </a:lnTo>
                  <a:lnTo>
                    <a:pt x="353" y="33"/>
                  </a:lnTo>
                  <a:lnTo>
                    <a:pt x="348" y="45"/>
                  </a:lnTo>
                  <a:lnTo>
                    <a:pt x="341" y="55"/>
                  </a:lnTo>
                  <a:lnTo>
                    <a:pt x="334" y="64"/>
                  </a:lnTo>
                  <a:lnTo>
                    <a:pt x="329" y="71"/>
                  </a:lnTo>
                  <a:lnTo>
                    <a:pt x="322" y="76"/>
                  </a:lnTo>
                  <a:lnTo>
                    <a:pt x="317" y="78"/>
                  </a:lnTo>
                  <a:lnTo>
                    <a:pt x="315" y="81"/>
                  </a:lnTo>
                  <a:lnTo>
                    <a:pt x="312" y="83"/>
                  </a:lnTo>
                  <a:lnTo>
                    <a:pt x="315" y="83"/>
                  </a:lnTo>
                  <a:lnTo>
                    <a:pt x="315" y="86"/>
                  </a:lnTo>
                  <a:lnTo>
                    <a:pt x="317" y="90"/>
                  </a:lnTo>
                  <a:lnTo>
                    <a:pt x="317" y="97"/>
                  </a:lnTo>
                  <a:lnTo>
                    <a:pt x="320" y="105"/>
                  </a:lnTo>
                  <a:lnTo>
                    <a:pt x="320" y="112"/>
                  </a:lnTo>
                  <a:lnTo>
                    <a:pt x="317" y="121"/>
                  </a:lnTo>
                  <a:lnTo>
                    <a:pt x="315" y="131"/>
                  </a:lnTo>
                  <a:lnTo>
                    <a:pt x="310" y="138"/>
                  </a:lnTo>
                  <a:lnTo>
                    <a:pt x="300" y="148"/>
                  </a:lnTo>
                  <a:lnTo>
                    <a:pt x="291" y="152"/>
                  </a:lnTo>
                  <a:lnTo>
                    <a:pt x="281" y="157"/>
                  </a:lnTo>
                  <a:lnTo>
                    <a:pt x="272" y="159"/>
                  </a:lnTo>
                  <a:lnTo>
                    <a:pt x="262" y="159"/>
                  </a:lnTo>
                  <a:lnTo>
                    <a:pt x="255" y="157"/>
                  </a:lnTo>
                  <a:lnTo>
                    <a:pt x="248" y="155"/>
                  </a:lnTo>
                  <a:lnTo>
                    <a:pt x="241" y="152"/>
                  </a:lnTo>
                  <a:lnTo>
                    <a:pt x="236" y="150"/>
                  </a:lnTo>
                  <a:lnTo>
                    <a:pt x="234" y="148"/>
                  </a:lnTo>
                  <a:lnTo>
                    <a:pt x="234" y="150"/>
                  </a:lnTo>
                  <a:lnTo>
                    <a:pt x="234" y="155"/>
                  </a:lnTo>
                  <a:lnTo>
                    <a:pt x="234" y="162"/>
                  </a:lnTo>
                  <a:lnTo>
                    <a:pt x="231" y="169"/>
                  </a:lnTo>
                  <a:lnTo>
                    <a:pt x="229" y="176"/>
                  </a:lnTo>
                  <a:lnTo>
                    <a:pt x="224" y="186"/>
                  </a:lnTo>
                  <a:lnTo>
                    <a:pt x="215" y="195"/>
                  </a:lnTo>
                  <a:lnTo>
                    <a:pt x="205" y="205"/>
                  </a:lnTo>
                  <a:lnTo>
                    <a:pt x="191" y="217"/>
                  </a:lnTo>
                  <a:lnTo>
                    <a:pt x="177" y="224"/>
                  </a:lnTo>
                  <a:lnTo>
                    <a:pt x="160" y="229"/>
                  </a:lnTo>
                  <a:lnTo>
                    <a:pt x="146" y="229"/>
                  </a:lnTo>
                  <a:lnTo>
                    <a:pt x="131" y="226"/>
                  </a:lnTo>
                  <a:lnTo>
                    <a:pt x="117" y="224"/>
                  </a:lnTo>
                  <a:lnTo>
                    <a:pt x="107" y="219"/>
                  </a:lnTo>
                  <a:lnTo>
                    <a:pt x="98" y="214"/>
                  </a:lnTo>
                  <a:lnTo>
                    <a:pt x="91" y="209"/>
                  </a:lnTo>
                  <a:lnTo>
                    <a:pt x="86" y="205"/>
                  </a:lnTo>
                  <a:lnTo>
                    <a:pt x="84" y="205"/>
                  </a:lnTo>
                  <a:lnTo>
                    <a:pt x="84" y="207"/>
                  </a:lnTo>
                  <a:lnTo>
                    <a:pt x="81" y="212"/>
                  </a:lnTo>
                  <a:lnTo>
                    <a:pt x="81" y="214"/>
                  </a:lnTo>
                  <a:lnTo>
                    <a:pt x="76" y="219"/>
                  </a:lnTo>
                  <a:lnTo>
                    <a:pt x="74" y="224"/>
                  </a:lnTo>
                  <a:lnTo>
                    <a:pt x="69" y="229"/>
                  </a:lnTo>
                  <a:lnTo>
                    <a:pt x="62" y="233"/>
                  </a:lnTo>
                  <a:lnTo>
                    <a:pt x="53" y="236"/>
                  </a:lnTo>
                  <a:lnTo>
                    <a:pt x="41" y="236"/>
                  </a:lnTo>
                  <a:lnTo>
                    <a:pt x="31" y="236"/>
                  </a:lnTo>
                  <a:lnTo>
                    <a:pt x="22" y="233"/>
                  </a:lnTo>
                  <a:lnTo>
                    <a:pt x="14" y="229"/>
                  </a:lnTo>
                  <a:lnTo>
                    <a:pt x="10" y="224"/>
                  </a:lnTo>
                  <a:lnTo>
                    <a:pt x="5" y="219"/>
                  </a:lnTo>
                  <a:lnTo>
                    <a:pt x="2" y="214"/>
                  </a:lnTo>
                  <a:lnTo>
                    <a:pt x="0" y="212"/>
                  </a:lnTo>
                  <a:lnTo>
                    <a:pt x="0" y="207"/>
                  </a:lnTo>
                  <a:lnTo>
                    <a:pt x="0" y="205"/>
                  </a:lnTo>
                </a:path>
              </a:pathLst>
            </a:custGeom>
            <a:noFill/>
            <a:ln w="12700" cmpd="sng">
              <a:solidFill>
                <a:srgbClr val="0066FF"/>
              </a:solidFill>
              <a:prstDash val="solid"/>
              <a:round/>
              <a:headEnd/>
              <a:tailEnd/>
            </a:ln>
            <a:extLst>
              <a:ext uri="{909E8E84-426E-40DD-AFC4-6F175D3DCCD1}">
                <a14:hiddenFill xmlns:a14="http://schemas.microsoft.com/office/drawing/2010/main">
                  <a:solidFill>
                    <a:schemeClr val="accent1"/>
                  </a:solidFill>
                </a14:hiddenFill>
              </a:ext>
            </a:extLst>
          </p:spPr>
          <p:txBody>
            <a:bodyPr/>
            <a:lstStyle/>
            <a:p>
              <a:endParaRPr lang="en-US"/>
            </a:p>
          </p:txBody>
        </p:sp>
      </p:gr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TM03457491[[fn=Metropolitan]]</Template>
  <TotalTime>1076</TotalTime>
  <Words>1405</Words>
  <Application>Microsoft Office PowerPoint</Application>
  <PresentationFormat>On-screen Show (4:3)</PresentationFormat>
  <Paragraphs>250</Paragraphs>
  <Slides>43</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StarSymbol</vt:lpstr>
      <vt:lpstr>Times</vt:lpstr>
      <vt:lpstr>Times New Roman</vt:lpstr>
      <vt:lpstr>Wingdings</vt:lpstr>
      <vt:lpstr>Default Design</vt:lpstr>
      <vt:lpstr>PowerPoint Presentation</vt:lpstr>
      <vt:lpstr>Module:1 Networking Principles and Layered Architecture</vt:lpstr>
      <vt:lpstr>Computer Networks</vt:lpstr>
      <vt:lpstr>Networking</vt:lpstr>
      <vt:lpstr>Networking</vt:lpstr>
      <vt:lpstr>Networking</vt:lpstr>
      <vt:lpstr>Networking</vt:lpstr>
      <vt:lpstr>Applications of Networks</vt:lpstr>
      <vt:lpstr>LAN, MAN &amp; WAN</vt:lpstr>
      <vt:lpstr>Effectiveness of a data communications system</vt:lpstr>
      <vt:lpstr>Effectiveness of a data communications system</vt:lpstr>
      <vt:lpstr>Components of a data communications system</vt:lpstr>
      <vt:lpstr>Components of a data communications system</vt:lpstr>
      <vt:lpstr>Data Representation.</vt:lpstr>
      <vt:lpstr>Data Flow</vt:lpstr>
      <vt:lpstr>Data Flow</vt:lpstr>
      <vt:lpstr>Data Flow</vt:lpstr>
      <vt:lpstr>Data Flow</vt:lpstr>
      <vt:lpstr>Data Flow</vt:lpstr>
      <vt:lpstr>Network Topology</vt:lpstr>
      <vt:lpstr>Bus Topology</vt:lpstr>
      <vt:lpstr>Star &amp; Tree Topology</vt:lpstr>
      <vt:lpstr>Ring Topology</vt:lpstr>
      <vt:lpstr>Mesh Topology</vt:lpstr>
      <vt:lpstr>Network Components</vt:lpstr>
      <vt:lpstr>Networking Media</vt:lpstr>
      <vt:lpstr>Networking Devices</vt:lpstr>
      <vt:lpstr>Computers: Clients and Servers</vt:lpstr>
      <vt:lpstr>Networking Protocol: TCP/IP</vt:lpstr>
      <vt:lpstr>Applications</vt:lpstr>
      <vt:lpstr>Four Steps to Networking</vt:lpstr>
      <vt:lpstr>A First Step</vt:lpstr>
      <vt:lpstr>Types of Links</vt:lpstr>
      <vt:lpstr>Packet Transmission Modes</vt:lpstr>
      <vt:lpstr>What are Switched Networks?</vt:lpstr>
      <vt:lpstr>Back in the Old Days…</vt:lpstr>
      <vt:lpstr>Then Came TDM…</vt:lpstr>
      <vt:lpstr>TDM Logical Network View</vt:lpstr>
      <vt:lpstr>Packet Switching (Internet)</vt:lpstr>
      <vt:lpstr>Packet Switching</vt:lpstr>
      <vt:lpstr>Second Step: Internet[work]</vt:lpstr>
      <vt:lpstr>Challenge</vt:lpstr>
      <vt:lpstr>Third Step: How To Find Nodes?</vt:lpstr>
    </vt:vector>
  </TitlesOfParts>
  <Company>IITK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Mr.Navpreet Singh</dc:creator>
  <cp:lastModifiedBy>Anusha N</cp:lastModifiedBy>
  <cp:revision>31</cp:revision>
  <dcterms:created xsi:type="dcterms:W3CDTF">1999-01-02T07:55:24Z</dcterms:created>
  <dcterms:modified xsi:type="dcterms:W3CDTF">2024-07-19T06:24:25Z</dcterms:modified>
</cp:coreProperties>
</file>