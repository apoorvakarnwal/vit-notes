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4"/>
  </p:notesMasterIdLst>
  <p:sldIdLst>
    <p:sldId id="634" r:id="rId2"/>
    <p:sldId id="535" r:id="rId3"/>
    <p:sldId id="587" r:id="rId4"/>
    <p:sldId id="629" r:id="rId5"/>
    <p:sldId id="588" r:id="rId6"/>
    <p:sldId id="646" r:id="rId7"/>
    <p:sldId id="647" r:id="rId8"/>
    <p:sldId id="589" r:id="rId9"/>
    <p:sldId id="590" r:id="rId10"/>
    <p:sldId id="630" r:id="rId11"/>
    <p:sldId id="591" r:id="rId12"/>
    <p:sldId id="592" r:id="rId13"/>
    <p:sldId id="593" r:id="rId14"/>
    <p:sldId id="594" r:id="rId15"/>
    <p:sldId id="595" r:id="rId16"/>
    <p:sldId id="596" r:id="rId17"/>
    <p:sldId id="635" r:id="rId18"/>
    <p:sldId id="597" r:id="rId19"/>
    <p:sldId id="598" r:id="rId20"/>
    <p:sldId id="599" r:id="rId21"/>
    <p:sldId id="600" r:id="rId22"/>
    <p:sldId id="601" r:id="rId23"/>
    <p:sldId id="631" r:id="rId24"/>
    <p:sldId id="651" r:id="rId25"/>
    <p:sldId id="650" r:id="rId26"/>
    <p:sldId id="602" r:id="rId27"/>
    <p:sldId id="632" r:id="rId28"/>
    <p:sldId id="636" r:id="rId29"/>
    <p:sldId id="637" r:id="rId30"/>
    <p:sldId id="604" r:id="rId31"/>
    <p:sldId id="617" r:id="rId32"/>
    <p:sldId id="605" r:id="rId33"/>
    <p:sldId id="639" r:id="rId34"/>
    <p:sldId id="648" r:id="rId35"/>
    <p:sldId id="649" r:id="rId36"/>
    <p:sldId id="624" r:id="rId37"/>
    <p:sldId id="625" r:id="rId38"/>
    <p:sldId id="606" r:id="rId39"/>
    <p:sldId id="640" r:id="rId40"/>
    <p:sldId id="626" r:id="rId41"/>
    <p:sldId id="607" r:id="rId42"/>
    <p:sldId id="627" r:id="rId43"/>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b="1" kern="1200">
        <a:solidFill>
          <a:schemeClr val="tx1"/>
        </a:solidFill>
        <a:latin typeface="Times New Roman" panose="02020603050405020304" pitchFamily="18" charset="0"/>
        <a:ea typeface="+mn-ea"/>
        <a:cs typeface="+mn-cs"/>
      </a:defRPr>
    </a:lvl5pPr>
    <a:lvl6pPr marL="2286000" algn="l" defTabSz="914400" rtl="0" eaLnBrk="1" latinLnBrk="0" hangingPunct="1">
      <a:defRPr b="1" kern="1200">
        <a:solidFill>
          <a:schemeClr val="tx1"/>
        </a:solidFill>
        <a:latin typeface="Times New Roman" panose="02020603050405020304" pitchFamily="18" charset="0"/>
        <a:ea typeface="+mn-ea"/>
        <a:cs typeface="+mn-cs"/>
      </a:defRPr>
    </a:lvl6pPr>
    <a:lvl7pPr marL="2743200" algn="l" defTabSz="914400" rtl="0" eaLnBrk="1" latinLnBrk="0" hangingPunct="1">
      <a:defRPr b="1" kern="1200">
        <a:solidFill>
          <a:schemeClr val="tx1"/>
        </a:solidFill>
        <a:latin typeface="Times New Roman" panose="02020603050405020304" pitchFamily="18" charset="0"/>
        <a:ea typeface="+mn-ea"/>
        <a:cs typeface="+mn-cs"/>
      </a:defRPr>
    </a:lvl7pPr>
    <a:lvl8pPr marL="3200400" algn="l" defTabSz="914400" rtl="0" eaLnBrk="1" latinLnBrk="0" hangingPunct="1">
      <a:defRPr b="1" kern="1200">
        <a:solidFill>
          <a:schemeClr val="tx1"/>
        </a:solidFill>
        <a:latin typeface="Times New Roman" panose="02020603050405020304" pitchFamily="18" charset="0"/>
        <a:ea typeface="+mn-ea"/>
        <a:cs typeface="+mn-cs"/>
      </a:defRPr>
    </a:lvl8pPr>
    <a:lvl9pPr marL="3657600" algn="l" defTabSz="914400" rtl="0" eaLnBrk="1" latinLnBrk="0" hangingPunct="1">
      <a:defRPr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00CC00"/>
    <a:srgbClr val="D9ECFF"/>
    <a:srgbClr val="99CCFF"/>
    <a:srgbClr val="FFFF00"/>
    <a:srgbClr val="F2F3B7"/>
    <a:srgbClr val="EAEC8C"/>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70" autoAdjust="0"/>
    <p:restoredTop sz="95196" autoAdjust="0"/>
  </p:normalViewPr>
  <p:slideViewPr>
    <p:cSldViewPr>
      <p:cViewPr varScale="1">
        <p:scale>
          <a:sx n="85" d="100"/>
          <a:sy n="85" d="100"/>
        </p:scale>
        <p:origin x="1219" y="53"/>
      </p:cViewPr>
      <p:guideLst>
        <p:guide orient="horz" pos="2160"/>
        <p:guide pos="2880"/>
      </p:guideLst>
    </p:cSldViewPr>
  </p:slideViewPr>
  <p:outlineViewPr>
    <p:cViewPr>
      <p:scale>
        <a:sx n="33" d="100"/>
        <a:sy n="33" d="100"/>
      </p:scale>
      <p:origin x="54" y="9726"/>
    </p:cViewPr>
  </p:outlineViewPr>
  <p:notesTextViewPr>
    <p:cViewPr>
      <p:scale>
        <a:sx n="100" d="100"/>
        <a:sy n="100" d="100"/>
      </p:scale>
      <p:origin x="0" y="0"/>
    </p:cViewPr>
  </p:notesTextViewPr>
  <p:sorterViewPr>
    <p:cViewPr>
      <p:scale>
        <a:sx n="100" d="100"/>
        <a:sy n="100" d="100"/>
      </p:scale>
      <p:origin x="0" y="80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082" name="Rectangle 2">
            <a:extLst>
              <a:ext uri="{FF2B5EF4-FFF2-40B4-BE49-F238E27FC236}">
                <a16:creationId xmlns:a16="http://schemas.microsoft.com/office/drawing/2014/main" id="{CB650D12-48E8-8E75-71F7-9E80302C2ACB}"/>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vl1pPr>
          </a:lstStyle>
          <a:p>
            <a:pPr>
              <a:defRPr/>
            </a:pPr>
            <a:endParaRPr lang="en-US"/>
          </a:p>
        </p:txBody>
      </p:sp>
      <p:sp>
        <p:nvSpPr>
          <p:cNvPr id="686083" name="Rectangle 3">
            <a:extLst>
              <a:ext uri="{FF2B5EF4-FFF2-40B4-BE49-F238E27FC236}">
                <a16:creationId xmlns:a16="http://schemas.microsoft.com/office/drawing/2014/main" id="{C75F36B3-6851-0EC9-DC63-B3E1385C4CF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vl1pPr>
          </a:lstStyle>
          <a:p>
            <a:pPr>
              <a:defRPr/>
            </a:pPr>
            <a:endParaRPr lang="en-US"/>
          </a:p>
        </p:txBody>
      </p:sp>
      <p:sp>
        <p:nvSpPr>
          <p:cNvPr id="55300" name="Rectangle 4">
            <a:extLst>
              <a:ext uri="{FF2B5EF4-FFF2-40B4-BE49-F238E27FC236}">
                <a16:creationId xmlns:a16="http://schemas.microsoft.com/office/drawing/2014/main" id="{49FCAE5D-E2A0-BEFD-A05A-70CDFFD0FDF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085" name="Rectangle 5">
            <a:extLst>
              <a:ext uri="{FF2B5EF4-FFF2-40B4-BE49-F238E27FC236}">
                <a16:creationId xmlns:a16="http://schemas.microsoft.com/office/drawing/2014/main" id="{58B5A0EE-B04B-7758-FCF0-9AC54A85EF8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86086" name="Rectangle 6">
            <a:extLst>
              <a:ext uri="{FF2B5EF4-FFF2-40B4-BE49-F238E27FC236}">
                <a16:creationId xmlns:a16="http://schemas.microsoft.com/office/drawing/2014/main" id="{E3468CC4-7294-695B-F448-E65453A5D65F}"/>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vl1pPr>
          </a:lstStyle>
          <a:p>
            <a:pPr>
              <a:defRPr/>
            </a:pPr>
            <a:endParaRPr lang="en-US"/>
          </a:p>
        </p:txBody>
      </p:sp>
      <p:sp>
        <p:nvSpPr>
          <p:cNvPr id="686087" name="Rectangle 7">
            <a:extLst>
              <a:ext uri="{FF2B5EF4-FFF2-40B4-BE49-F238E27FC236}">
                <a16:creationId xmlns:a16="http://schemas.microsoft.com/office/drawing/2014/main" id="{179E1FD8-9982-E3BA-4E28-0F0A6DE7451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fld id="{2C89B7DF-CF7D-4F8D-B3E7-5ED0807D961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C2004DE4-BDA3-4E90-B1FB-4B8CEE962C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9CB5FE31-7302-4796-927D-9C733D84CE6F}" type="slidenum">
              <a:rPr lang="en-US" altLang="en-US" b="0"/>
              <a:pPr/>
              <a:t>2</a:t>
            </a:fld>
            <a:endParaRPr lang="en-US" altLang="en-US" b="0"/>
          </a:p>
        </p:txBody>
      </p:sp>
      <p:sp>
        <p:nvSpPr>
          <p:cNvPr id="56323" name="Rectangle 2">
            <a:extLst>
              <a:ext uri="{FF2B5EF4-FFF2-40B4-BE49-F238E27FC236}">
                <a16:creationId xmlns:a16="http://schemas.microsoft.com/office/drawing/2014/main" id="{CBA2E841-FA5A-484F-B878-08E886034D06}"/>
              </a:ext>
            </a:extLst>
          </p:cNvPr>
          <p:cNvSpPr>
            <a:spLocks noGrp="1" noRot="1" noChangeAspect="1" noChangeArrowheads="1" noTextEdit="1"/>
          </p:cNvSpPr>
          <p:nvPr>
            <p:ph type="sldImg"/>
          </p:nvPr>
        </p:nvSpPr>
        <p:spPr>
          <a:xfrm>
            <a:off x="1143000" y="685800"/>
            <a:ext cx="4572000" cy="3429000"/>
          </a:xfrm>
          <a:ln/>
        </p:spPr>
      </p:sp>
      <p:sp>
        <p:nvSpPr>
          <p:cNvPr id="56324" name="Rectangle 3">
            <a:extLst>
              <a:ext uri="{FF2B5EF4-FFF2-40B4-BE49-F238E27FC236}">
                <a16:creationId xmlns:a16="http://schemas.microsoft.com/office/drawing/2014/main" id="{8AD92946-9986-4D00-E862-0BD23A6D627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4605F166-12AE-1A55-3E69-012C0507BA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56D55C3F-95F5-4A70-9D34-00C261034BEE}" type="slidenum">
              <a:rPr lang="en-US" altLang="en-US" b="0"/>
              <a:pPr/>
              <a:t>3</a:t>
            </a:fld>
            <a:endParaRPr lang="en-US" altLang="en-US" b="0"/>
          </a:p>
        </p:txBody>
      </p:sp>
      <p:sp>
        <p:nvSpPr>
          <p:cNvPr id="57347" name="Rectangle 2">
            <a:extLst>
              <a:ext uri="{FF2B5EF4-FFF2-40B4-BE49-F238E27FC236}">
                <a16:creationId xmlns:a16="http://schemas.microsoft.com/office/drawing/2014/main" id="{C9E15CB8-331F-B708-865E-9397BD5816C1}"/>
              </a:ext>
            </a:extLst>
          </p:cNvPr>
          <p:cNvSpPr>
            <a:spLocks noGrp="1" noRot="1" noChangeAspect="1" noChangeArrowheads="1" noTextEdit="1"/>
          </p:cNvSpPr>
          <p:nvPr>
            <p:ph type="sldImg"/>
          </p:nvPr>
        </p:nvSpPr>
        <p:spPr>
          <a:xfrm>
            <a:off x="1143000" y="685800"/>
            <a:ext cx="4572000" cy="3429000"/>
          </a:xfrm>
          <a:ln/>
        </p:spPr>
      </p:sp>
      <p:sp>
        <p:nvSpPr>
          <p:cNvPr id="57348" name="Rectangle 3">
            <a:extLst>
              <a:ext uri="{FF2B5EF4-FFF2-40B4-BE49-F238E27FC236}">
                <a16:creationId xmlns:a16="http://schemas.microsoft.com/office/drawing/2014/main" id="{164896D7-815B-ACC0-4DE0-6932E582AA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93F692A-7566-A260-2025-236EAB4AF6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E9912F8F-1863-49B1-9F2A-7C9CCEC63A9B}" type="slidenum">
              <a:rPr lang="en-US" altLang="en-US" b="0"/>
              <a:pPr/>
              <a:t>4</a:t>
            </a:fld>
            <a:endParaRPr lang="en-US" altLang="en-US" b="0"/>
          </a:p>
        </p:txBody>
      </p:sp>
      <p:sp>
        <p:nvSpPr>
          <p:cNvPr id="58371" name="Rectangle 2">
            <a:extLst>
              <a:ext uri="{FF2B5EF4-FFF2-40B4-BE49-F238E27FC236}">
                <a16:creationId xmlns:a16="http://schemas.microsoft.com/office/drawing/2014/main" id="{885C5220-E37D-ECB8-B98C-DCD92ABD8931}"/>
              </a:ext>
            </a:extLst>
          </p:cNvPr>
          <p:cNvSpPr>
            <a:spLocks noGrp="1" noRot="1" noChangeAspect="1" noChangeArrowheads="1" noTextEdit="1"/>
          </p:cNvSpPr>
          <p:nvPr>
            <p:ph type="sldImg"/>
          </p:nvPr>
        </p:nvSpPr>
        <p:spPr>
          <a:xfrm>
            <a:off x="1143000" y="685800"/>
            <a:ext cx="4572000" cy="3429000"/>
          </a:xfrm>
          <a:ln/>
        </p:spPr>
      </p:sp>
      <p:sp>
        <p:nvSpPr>
          <p:cNvPr id="58372" name="Rectangle 3">
            <a:extLst>
              <a:ext uri="{FF2B5EF4-FFF2-40B4-BE49-F238E27FC236}">
                <a16:creationId xmlns:a16="http://schemas.microsoft.com/office/drawing/2014/main" id="{4CFAD0FC-28A7-7F9B-E80B-D073133DAB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A590A27B-0680-930E-E5EF-A3AE12016E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36E8D3C7-E273-46B4-9DAF-847FFFFC6B92}" type="slidenum">
              <a:rPr lang="en-US" altLang="en-US" b="0"/>
              <a:pPr/>
              <a:t>5</a:t>
            </a:fld>
            <a:endParaRPr lang="en-US" altLang="en-US" b="0"/>
          </a:p>
        </p:txBody>
      </p:sp>
      <p:sp>
        <p:nvSpPr>
          <p:cNvPr id="59395" name="Rectangle 2">
            <a:extLst>
              <a:ext uri="{FF2B5EF4-FFF2-40B4-BE49-F238E27FC236}">
                <a16:creationId xmlns:a16="http://schemas.microsoft.com/office/drawing/2014/main" id="{17BE377D-82BC-204C-9F8E-D30059BF777F}"/>
              </a:ext>
            </a:extLst>
          </p:cNvPr>
          <p:cNvSpPr>
            <a:spLocks noGrp="1" noRot="1" noChangeAspect="1" noChangeArrowheads="1" noTextEdit="1"/>
          </p:cNvSpPr>
          <p:nvPr>
            <p:ph type="sldImg"/>
          </p:nvPr>
        </p:nvSpPr>
        <p:spPr>
          <a:xfrm>
            <a:off x="1143000" y="685800"/>
            <a:ext cx="4572000" cy="3429000"/>
          </a:xfrm>
          <a:ln/>
        </p:spPr>
      </p:sp>
      <p:sp>
        <p:nvSpPr>
          <p:cNvPr id="59396" name="Rectangle 3">
            <a:extLst>
              <a:ext uri="{FF2B5EF4-FFF2-40B4-BE49-F238E27FC236}">
                <a16:creationId xmlns:a16="http://schemas.microsoft.com/office/drawing/2014/main" id="{16594CA8-A3D8-3BB5-0329-84550845D0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95D7D025-D264-DEDC-51B1-78860A0888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A805EEB0-70D1-4414-B284-384E18C6AC03}" type="slidenum">
              <a:rPr lang="en-US" altLang="en-US" b="0"/>
              <a:pPr/>
              <a:t>8</a:t>
            </a:fld>
            <a:endParaRPr lang="en-US" altLang="en-US" b="0"/>
          </a:p>
        </p:txBody>
      </p:sp>
      <p:sp>
        <p:nvSpPr>
          <p:cNvPr id="60419" name="Rectangle 2">
            <a:extLst>
              <a:ext uri="{FF2B5EF4-FFF2-40B4-BE49-F238E27FC236}">
                <a16:creationId xmlns:a16="http://schemas.microsoft.com/office/drawing/2014/main" id="{95560466-A035-48E9-DA10-B3F0506A53C2}"/>
              </a:ext>
            </a:extLst>
          </p:cNvPr>
          <p:cNvSpPr>
            <a:spLocks noGrp="1" noRot="1" noChangeAspect="1" noChangeArrowheads="1" noTextEdit="1"/>
          </p:cNvSpPr>
          <p:nvPr>
            <p:ph type="sldImg"/>
          </p:nvPr>
        </p:nvSpPr>
        <p:spPr>
          <a:xfrm>
            <a:off x="1143000" y="685800"/>
            <a:ext cx="4572000" cy="3429000"/>
          </a:xfrm>
          <a:ln/>
        </p:spPr>
      </p:sp>
      <p:sp>
        <p:nvSpPr>
          <p:cNvPr id="60420" name="Rectangle 3">
            <a:extLst>
              <a:ext uri="{FF2B5EF4-FFF2-40B4-BE49-F238E27FC236}">
                <a16:creationId xmlns:a16="http://schemas.microsoft.com/office/drawing/2014/main" id="{A26C0668-7456-2063-CE85-A1E2612787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FECCEFDE-7340-306C-9A6E-F75B0D74705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968AC661-05BE-497D-91E5-9EF1F9AC92F5}" type="slidenum">
              <a:rPr lang="en-US" altLang="en-US" b="0"/>
              <a:pPr/>
              <a:t>9</a:t>
            </a:fld>
            <a:endParaRPr lang="en-US" altLang="en-US" b="0"/>
          </a:p>
        </p:txBody>
      </p:sp>
      <p:sp>
        <p:nvSpPr>
          <p:cNvPr id="61443" name="Rectangle 2">
            <a:extLst>
              <a:ext uri="{FF2B5EF4-FFF2-40B4-BE49-F238E27FC236}">
                <a16:creationId xmlns:a16="http://schemas.microsoft.com/office/drawing/2014/main" id="{3C21C852-3733-B460-6037-1D65DE3FB248}"/>
              </a:ext>
            </a:extLst>
          </p:cNvPr>
          <p:cNvSpPr>
            <a:spLocks noGrp="1" noRot="1" noChangeAspect="1" noChangeArrowheads="1" noTextEdit="1"/>
          </p:cNvSpPr>
          <p:nvPr>
            <p:ph type="sldImg"/>
          </p:nvPr>
        </p:nvSpPr>
        <p:spPr>
          <a:xfrm>
            <a:off x="1143000" y="685800"/>
            <a:ext cx="4572000" cy="3429000"/>
          </a:xfrm>
          <a:ln/>
        </p:spPr>
      </p:sp>
      <p:sp>
        <p:nvSpPr>
          <p:cNvPr id="61444" name="Rectangle 3">
            <a:extLst>
              <a:ext uri="{FF2B5EF4-FFF2-40B4-BE49-F238E27FC236}">
                <a16:creationId xmlns:a16="http://schemas.microsoft.com/office/drawing/2014/main" id="{38BFFEEB-73EE-9D27-8157-72E98BD996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97C0307D-A695-B9DC-19D1-53A59551F5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3EF17D9F-A74D-44A9-B6A9-93457E09FC8B}" type="slidenum">
              <a:rPr lang="en-US" altLang="en-US" b="0"/>
              <a:pPr/>
              <a:t>10</a:t>
            </a:fld>
            <a:endParaRPr lang="en-US" altLang="en-US" b="0"/>
          </a:p>
        </p:txBody>
      </p:sp>
      <p:sp>
        <p:nvSpPr>
          <p:cNvPr id="62467" name="Rectangle 2">
            <a:extLst>
              <a:ext uri="{FF2B5EF4-FFF2-40B4-BE49-F238E27FC236}">
                <a16:creationId xmlns:a16="http://schemas.microsoft.com/office/drawing/2014/main" id="{7C227137-7F52-4166-F3EB-4DCBA1A130CC}"/>
              </a:ext>
            </a:extLst>
          </p:cNvPr>
          <p:cNvSpPr>
            <a:spLocks noGrp="1" noRot="1" noChangeAspect="1" noChangeArrowheads="1" noTextEdit="1"/>
          </p:cNvSpPr>
          <p:nvPr>
            <p:ph type="sldImg"/>
          </p:nvPr>
        </p:nvSpPr>
        <p:spPr>
          <a:xfrm>
            <a:off x="1143000" y="685800"/>
            <a:ext cx="4572000" cy="3429000"/>
          </a:xfrm>
          <a:ln/>
        </p:spPr>
      </p:sp>
      <p:sp>
        <p:nvSpPr>
          <p:cNvPr id="62468" name="Rectangle 3">
            <a:extLst>
              <a:ext uri="{FF2B5EF4-FFF2-40B4-BE49-F238E27FC236}">
                <a16:creationId xmlns:a16="http://schemas.microsoft.com/office/drawing/2014/main" id="{872016D5-E1B3-B3D6-7A1F-5F57E88A6B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D347E152-7395-4633-5DDD-DEF7D3C9A4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ED3302E7-0EF6-47E5-9A5A-846986B30067}" type="slidenum">
              <a:rPr lang="en-US" altLang="en-US" b="0"/>
              <a:pPr/>
              <a:t>11</a:t>
            </a:fld>
            <a:endParaRPr lang="en-US" altLang="en-US" b="0"/>
          </a:p>
        </p:txBody>
      </p:sp>
      <p:sp>
        <p:nvSpPr>
          <p:cNvPr id="63491" name="Rectangle 2">
            <a:extLst>
              <a:ext uri="{FF2B5EF4-FFF2-40B4-BE49-F238E27FC236}">
                <a16:creationId xmlns:a16="http://schemas.microsoft.com/office/drawing/2014/main" id="{45AF725A-5D8F-CB5C-7D04-444447E451B9}"/>
              </a:ext>
            </a:extLst>
          </p:cNvPr>
          <p:cNvSpPr>
            <a:spLocks noGrp="1" noRot="1" noChangeAspect="1" noChangeArrowheads="1" noTextEdit="1"/>
          </p:cNvSpPr>
          <p:nvPr>
            <p:ph type="sldImg"/>
          </p:nvPr>
        </p:nvSpPr>
        <p:spPr>
          <a:xfrm>
            <a:off x="1143000" y="685800"/>
            <a:ext cx="4572000" cy="3429000"/>
          </a:xfrm>
          <a:ln/>
        </p:spPr>
      </p:sp>
      <p:sp>
        <p:nvSpPr>
          <p:cNvPr id="63492" name="Rectangle 3">
            <a:extLst>
              <a:ext uri="{FF2B5EF4-FFF2-40B4-BE49-F238E27FC236}">
                <a16:creationId xmlns:a16="http://schemas.microsoft.com/office/drawing/2014/main" id="{1617F09C-4A17-6314-647D-9A0B5293AB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E0DEFF0E-149B-4C34-3E76-CCA8398DEF3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022D0F13-8616-4748-8403-9E0D9E593C44}" type="slidenum">
              <a:rPr lang="en-US" altLang="en-US" b="0"/>
              <a:pPr/>
              <a:t>12</a:t>
            </a:fld>
            <a:endParaRPr lang="en-US" altLang="en-US" b="0"/>
          </a:p>
        </p:txBody>
      </p:sp>
      <p:sp>
        <p:nvSpPr>
          <p:cNvPr id="64515" name="Rectangle 2">
            <a:extLst>
              <a:ext uri="{FF2B5EF4-FFF2-40B4-BE49-F238E27FC236}">
                <a16:creationId xmlns:a16="http://schemas.microsoft.com/office/drawing/2014/main" id="{8E910CF2-9492-CE48-557F-662FF4119CE5}"/>
              </a:ext>
            </a:extLst>
          </p:cNvPr>
          <p:cNvSpPr>
            <a:spLocks noGrp="1" noRot="1" noChangeAspect="1" noChangeArrowheads="1" noTextEdit="1"/>
          </p:cNvSpPr>
          <p:nvPr>
            <p:ph type="sldImg"/>
          </p:nvPr>
        </p:nvSpPr>
        <p:spPr>
          <a:xfrm>
            <a:off x="1143000" y="685800"/>
            <a:ext cx="4572000" cy="3429000"/>
          </a:xfrm>
          <a:ln/>
        </p:spPr>
      </p:sp>
      <p:sp>
        <p:nvSpPr>
          <p:cNvPr id="64516" name="Rectangle 3">
            <a:extLst>
              <a:ext uri="{FF2B5EF4-FFF2-40B4-BE49-F238E27FC236}">
                <a16:creationId xmlns:a16="http://schemas.microsoft.com/office/drawing/2014/main" id="{64717B57-ACB3-E69D-B6A6-9018C96A1D2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E1E17A16-8B18-42FD-1832-37AFFFF8CE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475A558B-BB35-4934-B77B-07DC65B08726}" type="slidenum">
              <a:rPr lang="en-US" altLang="en-US" b="0"/>
              <a:pPr/>
              <a:t>13</a:t>
            </a:fld>
            <a:endParaRPr lang="en-US" altLang="en-US" b="0"/>
          </a:p>
        </p:txBody>
      </p:sp>
      <p:sp>
        <p:nvSpPr>
          <p:cNvPr id="65539" name="Rectangle 2">
            <a:extLst>
              <a:ext uri="{FF2B5EF4-FFF2-40B4-BE49-F238E27FC236}">
                <a16:creationId xmlns:a16="http://schemas.microsoft.com/office/drawing/2014/main" id="{F9CA0D66-C96C-D569-C0B4-45F4B7B02E96}"/>
              </a:ext>
            </a:extLst>
          </p:cNvPr>
          <p:cNvSpPr>
            <a:spLocks noGrp="1" noRot="1" noChangeAspect="1" noChangeArrowheads="1" noTextEdit="1"/>
          </p:cNvSpPr>
          <p:nvPr>
            <p:ph type="sldImg"/>
          </p:nvPr>
        </p:nvSpPr>
        <p:spPr>
          <a:xfrm>
            <a:off x="1143000" y="685800"/>
            <a:ext cx="4572000" cy="3429000"/>
          </a:xfrm>
          <a:ln/>
        </p:spPr>
      </p:sp>
      <p:sp>
        <p:nvSpPr>
          <p:cNvPr id="65540" name="Rectangle 3">
            <a:extLst>
              <a:ext uri="{FF2B5EF4-FFF2-40B4-BE49-F238E27FC236}">
                <a16:creationId xmlns:a16="http://schemas.microsoft.com/office/drawing/2014/main" id="{4FEC8CDA-4C50-9FA2-B61E-988EBF5033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ADB77A10-45A4-AEDC-12D1-23A8B5AA5B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AFFA8F40-9EE9-4907-B266-F89B5EC1AE72}" type="slidenum">
              <a:rPr lang="en-US" altLang="en-US" b="0"/>
              <a:pPr/>
              <a:t>14</a:t>
            </a:fld>
            <a:endParaRPr lang="en-US" altLang="en-US" b="0"/>
          </a:p>
        </p:txBody>
      </p:sp>
      <p:sp>
        <p:nvSpPr>
          <p:cNvPr id="66563" name="Rectangle 2">
            <a:extLst>
              <a:ext uri="{FF2B5EF4-FFF2-40B4-BE49-F238E27FC236}">
                <a16:creationId xmlns:a16="http://schemas.microsoft.com/office/drawing/2014/main" id="{6ACF914B-45B3-8E65-828F-01374A0D1A96}"/>
              </a:ext>
            </a:extLst>
          </p:cNvPr>
          <p:cNvSpPr>
            <a:spLocks noGrp="1" noRot="1" noChangeAspect="1" noChangeArrowheads="1" noTextEdit="1"/>
          </p:cNvSpPr>
          <p:nvPr>
            <p:ph type="sldImg"/>
          </p:nvPr>
        </p:nvSpPr>
        <p:spPr>
          <a:xfrm>
            <a:off x="1143000" y="685800"/>
            <a:ext cx="4572000" cy="3429000"/>
          </a:xfrm>
          <a:ln/>
        </p:spPr>
      </p:sp>
      <p:sp>
        <p:nvSpPr>
          <p:cNvPr id="66564" name="Rectangle 3">
            <a:extLst>
              <a:ext uri="{FF2B5EF4-FFF2-40B4-BE49-F238E27FC236}">
                <a16:creationId xmlns:a16="http://schemas.microsoft.com/office/drawing/2014/main" id="{61F90BE5-7B27-AB42-B045-31CC54ECAA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EC7E5190-4339-DB6A-DF91-9C165D3B7A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34D5981C-CBEE-4AD9-B5E8-D398FE71C082}" type="slidenum">
              <a:rPr lang="en-US" altLang="en-US" b="0"/>
              <a:pPr/>
              <a:t>15</a:t>
            </a:fld>
            <a:endParaRPr lang="en-US" altLang="en-US" b="0"/>
          </a:p>
        </p:txBody>
      </p:sp>
      <p:sp>
        <p:nvSpPr>
          <p:cNvPr id="67587" name="Rectangle 2">
            <a:extLst>
              <a:ext uri="{FF2B5EF4-FFF2-40B4-BE49-F238E27FC236}">
                <a16:creationId xmlns:a16="http://schemas.microsoft.com/office/drawing/2014/main" id="{9174B550-F34A-7B7F-8B54-9772D3BA3F8A}"/>
              </a:ext>
            </a:extLst>
          </p:cNvPr>
          <p:cNvSpPr>
            <a:spLocks noGrp="1" noRot="1" noChangeAspect="1" noChangeArrowheads="1" noTextEdit="1"/>
          </p:cNvSpPr>
          <p:nvPr>
            <p:ph type="sldImg"/>
          </p:nvPr>
        </p:nvSpPr>
        <p:spPr>
          <a:xfrm>
            <a:off x="1143000" y="685800"/>
            <a:ext cx="4572000" cy="3429000"/>
          </a:xfrm>
          <a:ln/>
        </p:spPr>
      </p:sp>
      <p:sp>
        <p:nvSpPr>
          <p:cNvPr id="67588" name="Rectangle 3">
            <a:extLst>
              <a:ext uri="{FF2B5EF4-FFF2-40B4-BE49-F238E27FC236}">
                <a16:creationId xmlns:a16="http://schemas.microsoft.com/office/drawing/2014/main" id="{A65E27AA-7AC2-831D-E3A4-73ED1C3003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B4C7F9E2-29E5-3077-1928-EF7FDC2829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12869553-478E-4693-8964-EB8DA82B6A2E}" type="slidenum">
              <a:rPr lang="en-US" altLang="en-US" b="0"/>
              <a:pPr/>
              <a:t>16</a:t>
            </a:fld>
            <a:endParaRPr lang="en-US" altLang="en-US" b="0"/>
          </a:p>
        </p:txBody>
      </p:sp>
      <p:sp>
        <p:nvSpPr>
          <p:cNvPr id="68611" name="Rectangle 2">
            <a:extLst>
              <a:ext uri="{FF2B5EF4-FFF2-40B4-BE49-F238E27FC236}">
                <a16:creationId xmlns:a16="http://schemas.microsoft.com/office/drawing/2014/main" id="{77B58548-EB53-C4FF-0305-74A3B79F952F}"/>
              </a:ext>
            </a:extLst>
          </p:cNvPr>
          <p:cNvSpPr>
            <a:spLocks noGrp="1" noRot="1" noChangeAspect="1" noChangeArrowheads="1" noTextEdit="1"/>
          </p:cNvSpPr>
          <p:nvPr>
            <p:ph type="sldImg"/>
          </p:nvPr>
        </p:nvSpPr>
        <p:spPr>
          <a:xfrm>
            <a:off x="1143000" y="685800"/>
            <a:ext cx="4572000" cy="3429000"/>
          </a:xfrm>
          <a:ln/>
        </p:spPr>
      </p:sp>
      <p:sp>
        <p:nvSpPr>
          <p:cNvPr id="68612" name="Rectangle 3">
            <a:extLst>
              <a:ext uri="{FF2B5EF4-FFF2-40B4-BE49-F238E27FC236}">
                <a16:creationId xmlns:a16="http://schemas.microsoft.com/office/drawing/2014/main" id="{12D8BD49-D3F1-4676-B829-DD34381BCD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44AE3FAF-C364-5E79-9699-84C4A77E73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8B648190-4781-4B67-AC9B-3A154F187C08}" type="slidenum">
              <a:rPr lang="en-US" altLang="en-US" b="0"/>
              <a:pPr/>
              <a:t>18</a:t>
            </a:fld>
            <a:endParaRPr lang="en-US" altLang="en-US" b="0"/>
          </a:p>
        </p:txBody>
      </p:sp>
      <p:sp>
        <p:nvSpPr>
          <p:cNvPr id="69635" name="Rectangle 2">
            <a:extLst>
              <a:ext uri="{FF2B5EF4-FFF2-40B4-BE49-F238E27FC236}">
                <a16:creationId xmlns:a16="http://schemas.microsoft.com/office/drawing/2014/main" id="{52996841-2FDE-3702-577D-ABEE44211663}"/>
              </a:ext>
            </a:extLst>
          </p:cNvPr>
          <p:cNvSpPr>
            <a:spLocks noGrp="1" noRot="1" noChangeAspect="1" noChangeArrowheads="1" noTextEdit="1"/>
          </p:cNvSpPr>
          <p:nvPr>
            <p:ph type="sldImg"/>
          </p:nvPr>
        </p:nvSpPr>
        <p:spPr>
          <a:xfrm>
            <a:off x="1143000" y="685800"/>
            <a:ext cx="4572000" cy="3429000"/>
          </a:xfrm>
          <a:ln/>
        </p:spPr>
      </p:sp>
      <p:sp>
        <p:nvSpPr>
          <p:cNvPr id="69636" name="Rectangle 3">
            <a:extLst>
              <a:ext uri="{FF2B5EF4-FFF2-40B4-BE49-F238E27FC236}">
                <a16:creationId xmlns:a16="http://schemas.microsoft.com/office/drawing/2014/main" id="{215E4EE3-087C-99B3-772B-253CF82A40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F96986C9-6C5B-EC3F-76E7-9BCACED456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B1D5533C-36D2-4E1E-9B62-E7A6051415FC}" type="slidenum">
              <a:rPr lang="en-US" altLang="en-US" b="0"/>
              <a:pPr/>
              <a:t>19</a:t>
            </a:fld>
            <a:endParaRPr lang="en-US" altLang="en-US" b="0"/>
          </a:p>
        </p:txBody>
      </p:sp>
      <p:sp>
        <p:nvSpPr>
          <p:cNvPr id="70659" name="Rectangle 2">
            <a:extLst>
              <a:ext uri="{FF2B5EF4-FFF2-40B4-BE49-F238E27FC236}">
                <a16:creationId xmlns:a16="http://schemas.microsoft.com/office/drawing/2014/main" id="{4A01C79D-2FDE-51B4-53C1-13A5619B1C2C}"/>
              </a:ext>
            </a:extLst>
          </p:cNvPr>
          <p:cNvSpPr>
            <a:spLocks noGrp="1" noRot="1" noChangeAspect="1" noChangeArrowheads="1" noTextEdit="1"/>
          </p:cNvSpPr>
          <p:nvPr>
            <p:ph type="sldImg"/>
          </p:nvPr>
        </p:nvSpPr>
        <p:spPr>
          <a:xfrm>
            <a:off x="1143000" y="685800"/>
            <a:ext cx="4572000" cy="3429000"/>
          </a:xfrm>
          <a:ln/>
        </p:spPr>
      </p:sp>
      <p:sp>
        <p:nvSpPr>
          <p:cNvPr id="70660" name="Rectangle 3">
            <a:extLst>
              <a:ext uri="{FF2B5EF4-FFF2-40B4-BE49-F238E27FC236}">
                <a16:creationId xmlns:a16="http://schemas.microsoft.com/office/drawing/2014/main" id="{C83858D8-CF37-B4DE-58A3-93BC916BF8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45E3BAC8-97E7-42B2-9FC4-9DD6C33127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1B0218E4-C237-4F6D-9971-4CED1262610C}" type="slidenum">
              <a:rPr lang="en-US" altLang="en-US" b="0"/>
              <a:pPr/>
              <a:t>20</a:t>
            </a:fld>
            <a:endParaRPr lang="en-US" altLang="en-US" b="0"/>
          </a:p>
        </p:txBody>
      </p:sp>
      <p:sp>
        <p:nvSpPr>
          <p:cNvPr id="71683" name="Rectangle 2">
            <a:extLst>
              <a:ext uri="{FF2B5EF4-FFF2-40B4-BE49-F238E27FC236}">
                <a16:creationId xmlns:a16="http://schemas.microsoft.com/office/drawing/2014/main" id="{C823E91E-9192-F97C-A1B0-DC92898DBEEA}"/>
              </a:ext>
            </a:extLst>
          </p:cNvPr>
          <p:cNvSpPr>
            <a:spLocks noGrp="1" noRot="1" noChangeAspect="1" noChangeArrowheads="1" noTextEdit="1"/>
          </p:cNvSpPr>
          <p:nvPr>
            <p:ph type="sldImg"/>
          </p:nvPr>
        </p:nvSpPr>
        <p:spPr>
          <a:xfrm>
            <a:off x="1143000" y="685800"/>
            <a:ext cx="4572000" cy="3429000"/>
          </a:xfrm>
          <a:ln/>
        </p:spPr>
      </p:sp>
      <p:sp>
        <p:nvSpPr>
          <p:cNvPr id="71684" name="Rectangle 3">
            <a:extLst>
              <a:ext uri="{FF2B5EF4-FFF2-40B4-BE49-F238E27FC236}">
                <a16:creationId xmlns:a16="http://schemas.microsoft.com/office/drawing/2014/main" id="{BF864487-5B60-F42B-0F77-38C3B2AFDA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633B1844-A07A-0813-8931-6B0685FD1CE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605C379A-EB55-410C-8FD9-4EB80508491C}" type="slidenum">
              <a:rPr lang="en-US" altLang="en-US" b="0"/>
              <a:pPr/>
              <a:t>21</a:t>
            </a:fld>
            <a:endParaRPr lang="en-US" altLang="en-US" b="0"/>
          </a:p>
        </p:txBody>
      </p:sp>
      <p:sp>
        <p:nvSpPr>
          <p:cNvPr id="72707" name="Rectangle 2">
            <a:extLst>
              <a:ext uri="{FF2B5EF4-FFF2-40B4-BE49-F238E27FC236}">
                <a16:creationId xmlns:a16="http://schemas.microsoft.com/office/drawing/2014/main" id="{6C51AAB8-4DC2-C7C4-3FA5-6C57009D764D}"/>
              </a:ext>
            </a:extLst>
          </p:cNvPr>
          <p:cNvSpPr>
            <a:spLocks noGrp="1" noRot="1" noChangeAspect="1" noChangeArrowheads="1" noTextEdit="1"/>
          </p:cNvSpPr>
          <p:nvPr>
            <p:ph type="sldImg"/>
          </p:nvPr>
        </p:nvSpPr>
        <p:spPr>
          <a:xfrm>
            <a:off x="1143000" y="685800"/>
            <a:ext cx="4572000" cy="3429000"/>
          </a:xfrm>
          <a:ln/>
        </p:spPr>
      </p:sp>
      <p:sp>
        <p:nvSpPr>
          <p:cNvPr id="72708" name="Rectangle 3">
            <a:extLst>
              <a:ext uri="{FF2B5EF4-FFF2-40B4-BE49-F238E27FC236}">
                <a16:creationId xmlns:a16="http://schemas.microsoft.com/office/drawing/2014/main" id="{8FA048DC-AA51-1CD9-DBA8-427A3F7F46E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7C0AD146-E7F3-5DA5-9D94-13EAB3A3FE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03E32B15-C174-4785-B010-B771D94A3D90}" type="slidenum">
              <a:rPr lang="en-US" altLang="en-US" b="0"/>
              <a:pPr/>
              <a:t>22</a:t>
            </a:fld>
            <a:endParaRPr lang="en-US" altLang="en-US" b="0"/>
          </a:p>
        </p:txBody>
      </p:sp>
      <p:sp>
        <p:nvSpPr>
          <p:cNvPr id="73731" name="Rectangle 2">
            <a:extLst>
              <a:ext uri="{FF2B5EF4-FFF2-40B4-BE49-F238E27FC236}">
                <a16:creationId xmlns:a16="http://schemas.microsoft.com/office/drawing/2014/main" id="{1F7849E0-1A08-CB62-CDEF-93C538D7DDA4}"/>
              </a:ext>
            </a:extLst>
          </p:cNvPr>
          <p:cNvSpPr>
            <a:spLocks noGrp="1" noRot="1" noChangeAspect="1" noChangeArrowheads="1" noTextEdit="1"/>
          </p:cNvSpPr>
          <p:nvPr>
            <p:ph type="sldImg"/>
          </p:nvPr>
        </p:nvSpPr>
        <p:spPr>
          <a:xfrm>
            <a:off x="1143000" y="685800"/>
            <a:ext cx="4572000" cy="3429000"/>
          </a:xfrm>
          <a:ln/>
        </p:spPr>
      </p:sp>
      <p:sp>
        <p:nvSpPr>
          <p:cNvPr id="73732" name="Rectangle 3">
            <a:extLst>
              <a:ext uri="{FF2B5EF4-FFF2-40B4-BE49-F238E27FC236}">
                <a16:creationId xmlns:a16="http://schemas.microsoft.com/office/drawing/2014/main" id="{B1893E17-F95B-DE3F-D743-2D22C8B0A3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1C511966-9697-F6FE-819D-225D44580A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DF4E632C-2E40-443D-B498-87F37729E24C}" type="slidenum">
              <a:rPr lang="en-US" altLang="en-US" b="0"/>
              <a:pPr/>
              <a:t>23</a:t>
            </a:fld>
            <a:endParaRPr lang="en-US" altLang="en-US" b="0"/>
          </a:p>
        </p:txBody>
      </p:sp>
      <p:sp>
        <p:nvSpPr>
          <p:cNvPr id="74755" name="Rectangle 2">
            <a:extLst>
              <a:ext uri="{FF2B5EF4-FFF2-40B4-BE49-F238E27FC236}">
                <a16:creationId xmlns:a16="http://schemas.microsoft.com/office/drawing/2014/main" id="{2BC0EE0D-1B9F-D1A8-CDA9-58F12AD41D9F}"/>
              </a:ext>
            </a:extLst>
          </p:cNvPr>
          <p:cNvSpPr>
            <a:spLocks noGrp="1" noRot="1" noChangeAspect="1" noChangeArrowheads="1" noTextEdit="1"/>
          </p:cNvSpPr>
          <p:nvPr>
            <p:ph type="sldImg"/>
          </p:nvPr>
        </p:nvSpPr>
        <p:spPr>
          <a:xfrm>
            <a:off x="1143000" y="685800"/>
            <a:ext cx="4572000" cy="3429000"/>
          </a:xfrm>
          <a:ln/>
        </p:spPr>
      </p:sp>
      <p:sp>
        <p:nvSpPr>
          <p:cNvPr id="74756" name="Rectangle 3">
            <a:extLst>
              <a:ext uri="{FF2B5EF4-FFF2-40B4-BE49-F238E27FC236}">
                <a16:creationId xmlns:a16="http://schemas.microsoft.com/office/drawing/2014/main" id="{DAA8BED7-C98E-9575-2509-980FBA821B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1C511966-9697-F6FE-819D-225D44580A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DF4E632C-2E40-443D-B498-87F37729E24C}" type="slidenum">
              <a:rPr lang="en-US" altLang="en-US" b="0"/>
              <a:pPr/>
              <a:t>24</a:t>
            </a:fld>
            <a:endParaRPr lang="en-US" altLang="en-US" b="0"/>
          </a:p>
        </p:txBody>
      </p:sp>
      <p:sp>
        <p:nvSpPr>
          <p:cNvPr id="74755" name="Rectangle 2">
            <a:extLst>
              <a:ext uri="{FF2B5EF4-FFF2-40B4-BE49-F238E27FC236}">
                <a16:creationId xmlns:a16="http://schemas.microsoft.com/office/drawing/2014/main" id="{2BC0EE0D-1B9F-D1A8-CDA9-58F12AD41D9F}"/>
              </a:ext>
            </a:extLst>
          </p:cNvPr>
          <p:cNvSpPr>
            <a:spLocks noGrp="1" noRot="1" noChangeAspect="1" noChangeArrowheads="1" noTextEdit="1"/>
          </p:cNvSpPr>
          <p:nvPr>
            <p:ph type="sldImg"/>
          </p:nvPr>
        </p:nvSpPr>
        <p:spPr>
          <a:xfrm>
            <a:off x="1143000" y="685800"/>
            <a:ext cx="4572000" cy="3429000"/>
          </a:xfrm>
          <a:ln/>
        </p:spPr>
      </p:sp>
      <p:sp>
        <p:nvSpPr>
          <p:cNvPr id="74756" name="Rectangle 3">
            <a:extLst>
              <a:ext uri="{FF2B5EF4-FFF2-40B4-BE49-F238E27FC236}">
                <a16:creationId xmlns:a16="http://schemas.microsoft.com/office/drawing/2014/main" id="{DAA8BED7-C98E-9575-2509-980FBA821BC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025249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9AC629F1-B4EA-AA35-C56C-A59650A0AA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4531364F-DDC1-4534-A155-89098707B240}" type="slidenum">
              <a:rPr lang="en-US" altLang="en-US" b="0"/>
              <a:pPr/>
              <a:t>26</a:t>
            </a:fld>
            <a:endParaRPr lang="en-US" altLang="en-US" b="0"/>
          </a:p>
        </p:txBody>
      </p:sp>
      <p:sp>
        <p:nvSpPr>
          <p:cNvPr id="75779" name="Rectangle 2">
            <a:extLst>
              <a:ext uri="{FF2B5EF4-FFF2-40B4-BE49-F238E27FC236}">
                <a16:creationId xmlns:a16="http://schemas.microsoft.com/office/drawing/2014/main" id="{32EEB43A-9845-E90E-597F-7E7A00253890}"/>
              </a:ext>
            </a:extLst>
          </p:cNvPr>
          <p:cNvSpPr>
            <a:spLocks noGrp="1" noRot="1" noChangeAspect="1" noChangeArrowheads="1" noTextEdit="1"/>
          </p:cNvSpPr>
          <p:nvPr>
            <p:ph type="sldImg"/>
          </p:nvPr>
        </p:nvSpPr>
        <p:spPr>
          <a:xfrm>
            <a:off x="1143000" y="685800"/>
            <a:ext cx="4572000" cy="3429000"/>
          </a:xfrm>
          <a:ln/>
        </p:spPr>
      </p:sp>
      <p:sp>
        <p:nvSpPr>
          <p:cNvPr id="75780" name="Rectangle 3">
            <a:extLst>
              <a:ext uri="{FF2B5EF4-FFF2-40B4-BE49-F238E27FC236}">
                <a16:creationId xmlns:a16="http://schemas.microsoft.com/office/drawing/2014/main" id="{49586197-2E22-6332-7F19-AD872EB410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5604125A-50F5-9D45-732E-1EBA0E702F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A03D947B-0F39-4278-AFA4-FB511C499916}" type="slidenum">
              <a:rPr lang="en-US" altLang="en-US" b="0"/>
              <a:pPr/>
              <a:t>27</a:t>
            </a:fld>
            <a:endParaRPr lang="en-US" altLang="en-US" b="0"/>
          </a:p>
        </p:txBody>
      </p:sp>
      <p:sp>
        <p:nvSpPr>
          <p:cNvPr id="76803" name="Rectangle 2">
            <a:extLst>
              <a:ext uri="{FF2B5EF4-FFF2-40B4-BE49-F238E27FC236}">
                <a16:creationId xmlns:a16="http://schemas.microsoft.com/office/drawing/2014/main" id="{58C00501-47F9-C8BB-D1D1-448822914617}"/>
              </a:ext>
            </a:extLst>
          </p:cNvPr>
          <p:cNvSpPr>
            <a:spLocks noGrp="1" noRot="1" noChangeAspect="1" noChangeArrowheads="1" noTextEdit="1"/>
          </p:cNvSpPr>
          <p:nvPr>
            <p:ph type="sldImg"/>
          </p:nvPr>
        </p:nvSpPr>
        <p:spPr>
          <a:xfrm>
            <a:off x="1143000" y="685800"/>
            <a:ext cx="4572000" cy="3429000"/>
          </a:xfrm>
          <a:ln/>
        </p:spPr>
      </p:sp>
      <p:sp>
        <p:nvSpPr>
          <p:cNvPr id="76804" name="Rectangle 3">
            <a:extLst>
              <a:ext uri="{FF2B5EF4-FFF2-40B4-BE49-F238E27FC236}">
                <a16:creationId xmlns:a16="http://schemas.microsoft.com/office/drawing/2014/main" id="{52052ACC-14F2-5A32-402C-8506BDFBC8E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DA74D2C6-E1C5-7A0D-BB64-1713F4973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96E8B8A8-FF4B-460B-8EE2-70063B694628}" type="slidenum">
              <a:rPr lang="en-US" altLang="en-US" b="0"/>
              <a:pPr/>
              <a:t>30</a:t>
            </a:fld>
            <a:endParaRPr lang="en-US" altLang="en-US" b="0"/>
          </a:p>
        </p:txBody>
      </p:sp>
      <p:sp>
        <p:nvSpPr>
          <p:cNvPr id="77827" name="Rectangle 2">
            <a:extLst>
              <a:ext uri="{FF2B5EF4-FFF2-40B4-BE49-F238E27FC236}">
                <a16:creationId xmlns:a16="http://schemas.microsoft.com/office/drawing/2014/main" id="{2B158AAE-CA4F-8B9D-2040-A1EB2141DF81}"/>
              </a:ext>
            </a:extLst>
          </p:cNvPr>
          <p:cNvSpPr>
            <a:spLocks noGrp="1" noRot="1" noChangeAspect="1" noChangeArrowheads="1" noTextEdit="1"/>
          </p:cNvSpPr>
          <p:nvPr>
            <p:ph type="sldImg"/>
          </p:nvPr>
        </p:nvSpPr>
        <p:spPr>
          <a:xfrm>
            <a:off x="1143000" y="685800"/>
            <a:ext cx="4572000" cy="3429000"/>
          </a:xfrm>
          <a:ln/>
        </p:spPr>
      </p:sp>
      <p:sp>
        <p:nvSpPr>
          <p:cNvPr id="77828" name="Rectangle 3">
            <a:extLst>
              <a:ext uri="{FF2B5EF4-FFF2-40B4-BE49-F238E27FC236}">
                <a16:creationId xmlns:a16="http://schemas.microsoft.com/office/drawing/2014/main" id="{7FB51730-51EB-156E-AB82-8D6BA79D8D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FD7133C5-FD74-DCAD-1026-9837FA3EB8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5ACBBEE0-ABB0-4804-8845-FB4F5BA09C6C}" type="slidenum">
              <a:rPr lang="en-US" altLang="en-US" b="0"/>
              <a:pPr/>
              <a:t>31</a:t>
            </a:fld>
            <a:endParaRPr lang="en-US" altLang="en-US" b="0"/>
          </a:p>
        </p:txBody>
      </p:sp>
      <p:sp>
        <p:nvSpPr>
          <p:cNvPr id="78851" name="Rectangle 2">
            <a:extLst>
              <a:ext uri="{FF2B5EF4-FFF2-40B4-BE49-F238E27FC236}">
                <a16:creationId xmlns:a16="http://schemas.microsoft.com/office/drawing/2014/main" id="{6C1A38D0-8B6B-7E4B-175F-A8C863CE56EB}"/>
              </a:ext>
            </a:extLst>
          </p:cNvPr>
          <p:cNvSpPr>
            <a:spLocks noGrp="1" noRot="1" noChangeAspect="1" noChangeArrowheads="1" noTextEdit="1"/>
          </p:cNvSpPr>
          <p:nvPr>
            <p:ph type="sldImg"/>
          </p:nvPr>
        </p:nvSpPr>
        <p:spPr>
          <a:xfrm>
            <a:off x="1143000" y="685800"/>
            <a:ext cx="4572000" cy="3429000"/>
          </a:xfrm>
          <a:ln/>
        </p:spPr>
      </p:sp>
      <p:sp>
        <p:nvSpPr>
          <p:cNvPr id="78852" name="Rectangle 3">
            <a:extLst>
              <a:ext uri="{FF2B5EF4-FFF2-40B4-BE49-F238E27FC236}">
                <a16:creationId xmlns:a16="http://schemas.microsoft.com/office/drawing/2014/main" id="{4B78B6CC-72C5-B4F9-36BD-859A9BE699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512B15F9-E960-8E4E-E153-684923DC5D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99BC9845-7C44-4C59-9833-37664911AACC}" type="slidenum">
              <a:rPr lang="en-US" altLang="en-US" b="0"/>
              <a:pPr/>
              <a:t>32</a:t>
            </a:fld>
            <a:endParaRPr lang="en-US" altLang="en-US" b="0"/>
          </a:p>
        </p:txBody>
      </p:sp>
      <p:sp>
        <p:nvSpPr>
          <p:cNvPr id="79875" name="Rectangle 2">
            <a:extLst>
              <a:ext uri="{FF2B5EF4-FFF2-40B4-BE49-F238E27FC236}">
                <a16:creationId xmlns:a16="http://schemas.microsoft.com/office/drawing/2014/main" id="{69EF63D1-84E8-E92E-5392-8AF19ECBCF79}"/>
              </a:ext>
            </a:extLst>
          </p:cNvPr>
          <p:cNvSpPr>
            <a:spLocks noGrp="1" noRot="1" noChangeAspect="1" noChangeArrowheads="1" noTextEdit="1"/>
          </p:cNvSpPr>
          <p:nvPr>
            <p:ph type="sldImg"/>
          </p:nvPr>
        </p:nvSpPr>
        <p:spPr>
          <a:xfrm>
            <a:off x="1143000" y="685800"/>
            <a:ext cx="4572000" cy="3429000"/>
          </a:xfrm>
          <a:ln/>
        </p:spPr>
      </p:sp>
      <p:sp>
        <p:nvSpPr>
          <p:cNvPr id="79876" name="Rectangle 3">
            <a:extLst>
              <a:ext uri="{FF2B5EF4-FFF2-40B4-BE49-F238E27FC236}">
                <a16:creationId xmlns:a16="http://schemas.microsoft.com/office/drawing/2014/main" id="{548BDD0F-91FB-CFA1-02B2-67457AD5ED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F717D65-5B16-1CF2-C504-17F8B2697C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1CD62F40-45AF-417A-855A-9703A3ABDD0E}" type="slidenum">
              <a:rPr lang="en-US" altLang="en-US" b="0"/>
              <a:pPr/>
              <a:t>33</a:t>
            </a:fld>
            <a:endParaRPr lang="en-US" altLang="en-US" b="0"/>
          </a:p>
        </p:txBody>
      </p:sp>
      <p:sp>
        <p:nvSpPr>
          <p:cNvPr id="80899" name="Rectangle 2">
            <a:extLst>
              <a:ext uri="{FF2B5EF4-FFF2-40B4-BE49-F238E27FC236}">
                <a16:creationId xmlns:a16="http://schemas.microsoft.com/office/drawing/2014/main" id="{F60E24A2-E3A5-ABB8-18B3-F2396899BDD8}"/>
              </a:ext>
            </a:extLst>
          </p:cNvPr>
          <p:cNvSpPr>
            <a:spLocks noGrp="1" noRot="1" noChangeAspect="1" noChangeArrowheads="1" noTextEdit="1"/>
          </p:cNvSpPr>
          <p:nvPr>
            <p:ph type="sldImg"/>
          </p:nvPr>
        </p:nvSpPr>
        <p:spPr>
          <a:xfrm>
            <a:off x="1143000" y="685800"/>
            <a:ext cx="4572000" cy="3429000"/>
          </a:xfrm>
          <a:ln/>
        </p:spPr>
      </p:sp>
      <p:sp>
        <p:nvSpPr>
          <p:cNvPr id="80900" name="Rectangle 3">
            <a:extLst>
              <a:ext uri="{FF2B5EF4-FFF2-40B4-BE49-F238E27FC236}">
                <a16:creationId xmlns:a16="http://schemas.microsoft.com/office/drawing/2014/main" id="{CA832961-5C24-C9D9-ED31-3BEC790AF16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E2E35A7B-80F6-03E6-EC48-92CF7A2ECA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35534E8C-A6DE-4C7A-A544-3E3947A62003}" type="slidenum">
              <a:rPr lang="en-US" altLang="en-US" b="0"/>
              <a:pPr/>
              <a:t>36</a:t>
            </a:fld>
            <a:endParaRPr lang="en-US" altLang="en-US" b="0"/>
          </a:p>
        </p:txBody>
      </p:sp>
      <p:sp>
        <p:nvSpPr>
          <p:cNvPr id="81923" name="Rectangle 2">
            <a:extLst>
              <a:ext uri="{FF2B5EF4-FFF2-40B4-BE49-F238E27FC236}">
                <a16:creationId xmlns:a16="http://schemas.microsoft.com/office/drawing/2014/main" id="{44486F31-9DF2-7502-B165-5907202D153A}"/>
              </a:ext>
            </a:extLst>
          </p:cNvPr>
          <p:cNvSpPr>
            <a:spLocks noGrp="1" noRot="1" noChangeAspect="1" noChangeArrowheads="1" noTextEdit="1"/>
          </p:cNvSpPr>
          <p:nvPr>
            <p:ph type="sldImg"/>
          </p:nvPr>
        </p:nvSpPr>
        <p:spPr>
          <a:xfrm>
            <a:off x="1143000" y="685800"/>
            <a:ext cx="4572000" cy="3429000"/>
          </a:xfrm>
          <a:ln/>
        </p:spPr>
      </p:sp>
      <p:sp>
        <p:nvSpPr>
          <p:cNvPr id="81924" name="Rectangle 3">
            <a:extLst>
              <a:ext uri="{FF2B5EF4-FFF2-40B4-BE49-F238E27FC236}">
                <a16:creationId xmlns:a16="http://schemas.microsoft.com/office/drawing/2014/main" id="{9BAF3827-500B-A134-FB3B-2597A5B94A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F9A9F2F-D9A7-60F3-4421-9C9DE1C7E3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CB10925E-49D5-48CE-AB4F-E7F1BB4EF523}" type="slidenum">
              <a:rPr lang="en-US" altLang="en-US" b="0"/>
              <a:pPr/>
              <a:t>37</a:t>
            </a:fld>
            <a:endParaRPr lang="en-US" altLang="en-US" b="0"/>
          </a:p>
        </p:txBody>
      </p:sp>
      <p:sp>
        <p:nvSpPr>
          <p:cNvPr id="82947" name="Rectangle 2">
            <a:extLst>
              <a:ext uri="{FF2B5EF4-FFF2-40B4-BE49-F238E27FC236}">
                <a16:creationId xmlns:a16="http://schemas.microsoft.com/office/drawing/2014/main" id="{AA8C9F9C-EAB3-D385-8A1E-AFC606E27164}"/>
              </a:ext>
            </a:extLst>
          </p:cNvPr>
          <p:cNvSpPr>
            <a:spLocks noGrp="1" noRot="1" noChangeAspect="1" noChangeArrowheads="1" noTextEdit="1"/>
          </p:cNvSpPr>
          <p:nvPr>
            <p:ph type="sldImg"/>
          </p:nvPr>
        </p:nvSpPr>
        <p:spPr>
          <a:xfrm>
            <a:off x="1143000" y="685800"/>
            <a:ext cx="4572000" cy="3429000"/>
          </a:xfrm>
          <a:ln/>
        </p:spPr>
      </p:sp>
      <p:sp>
        <p:nvSpPr>
          <p:cNvPr id="82948" name="Rectangle 3">
            <a:extLst>
              <a:ext uri="{FF2B5EF4-FFF2-40B4-BE49-F238E27FC236}">
                <a16:creationId xmlns:a16="http://schemas.microsoft.com/office/drawing/2014/main" id="{57746002-D486-0B83-FA27-440EEEAA72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FBC8F412-8A3D-7F49-FCC2-507F5E8E22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6852C8B2-A932-485A-9725-D8A6ABCED7EC}" type="slidenum">
              <a:rPr lang="en-US" altLang="en-US" b="0"/>
              <a:pPr/>
              <a:t>38</a:t>
            </a:fld>
            <a:endParaRPr lang="en-US" altLang="en-US" b="0"/>
          </a:p>
        </p:txBody>
      </p:sp>
      <p:sp>
        <p:nvSpPr>
          <p:cNvPr id="83971" name="Rectangle 2">
            <a:extLst>
              <a:ext uri="{FF2B5EF4-FFF2-40B4-BE49-F238E27FC236}">
                <a16:creationId xmlns:a16="http://schemas.microsoft.com/office/drawing/2014/main" id="{1DC4B50E-304A-72D4-37D9-6A4903F3086E}"/>
              </a:ext>
            </a:extLst>
          </p:cNvPr>
          <p:cNvSpPr>
            <a:spLocks noGrp="1" noRot="1" noChangeAspect="1" noChangeArrowheads="1" noTextEdit="1"/>
          </p:cNvSpPr>
          <p:nvPr>
            <p:ph type="sldImg"/>
          </p:nvPr>
        </p:nvSpPr>
        <p:spPr>
          <a:xfrm>
            <a:off x="1143000" y="685800"/>
            <a:ext cx="4572000" cy="3429000"/>
          </a:xfrm>
          <a:ln/>
        </p:spPr>
      </p:sp>
      <p:sp>
        <p:nvSpPr>
          <p:cNvPr id="83972" name="Rectangle 3">
            <a:extLst>
              <a:ext uri="{FF2B5EF4-FFF2-40B4-BE49-F238E27FC236}">
                <a16:creationId xmlns:a16="http://schemas.microsoft.com/office/drawing/2014/main" id="{9F264E41-2245-C37B-34D8-0CA59302A8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FE51B90A-29F5-4C61-3F32-CB527C06A8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DEF09883-3D4D-4AF2-94E3-67270B748FF9}" type="slidenum">
              <a:rPr lang="en-US" altLang="en-US" b="0"/>
              <a:pPr/>
              <a:t>39</a:t>
            </a:fld>
            <a:endParaRPr lang="en-US" altLang="en-US" b="0"/>
          </a:p>
        </p:txBody>
      </p:sp>
      <p:sp>
        <p:nvSpPr>
          <p:cNvPr id="84995" name="Rectangle 2">
            <a:extLst>
              <a:ext uri="{FF2B5EF4-FFF2-40B4-BE49-F238E27FC236}">
                <a16:creationId xmlns:a16="http://schemas.microsoft.com/office/drawing/2014/main" id="{18CEBF5E-5EF9-A0B4-F9B5-CF2C182C8DD4}"/>
              </a:ext>
            </a:extLst>
          </p:cNvPr>
          <p:cNvSpPr>
            <a:spLocks noGrp="1" noRot="1" noChangeAspect="1" noChangeArrowheads="1" noTextEdit="1"/>
          </p:cNvSpPr>
          <p:nvPr>
            <p:ph type="sldImg"/>
          </p:nvPr>
        </p:nvSpPr>
        <p:spPr>
          <a:xfrm>
            <a:off x="1143000" y="685800"/>
            <a:ext cx="4572000" cy="3429000"/>
          </a:xfrm>
          <a:ln/>
        </p:spPr>
      </p:sp>
      <p:sp>
        <p:nvSpPr>
          <p:cNvPr id="84996" name="Rectangle 3">
            <a:extLst>
              <a:ext uri="{FF2B5EF4-FFF2-40B4-BE49-F238E27FC236}">
                <a16:creationId xmlns:a16="http://schemas.microsoft.com/office/drawing/2014/main" id="{7348E2FB-45D4-47CD-1E1D-5DEB1BF6F82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2EBD309A-F9B2-844E-B381-D336E6038D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6A88525A-9935-4E06-9966-BC49D5952AAF}" type="slidenum">
              <a:rPr lang="en-US" altLang="en-US" b="0"/>
              <a:pPr/>
              <a:t>40</a:t>
            </a:fld>
            <a:endParaRPr lang="en-US" altLang="en-US" b="0"/>
          </a:p>
        </p:txBody>
      </p:sp>
      <p:sp>
        <p:nvSpPr>
          <p:cNvPr id="86019" name="Rectangle 2">
            <a:extLst>
              <a:ext uri="{FF2B5EF4-FFF2-40B4-BE49-F238E27FC236}">
                <a16:creationId xmlns:a16="http://schemas.microsoft.com/office/drawing/2014/main" id="{BED5971F-A314-779D-88C5-7F15CA029A74}"/>
              </a:ext>
            </a:extLst>
          </p:cNvPr>
          <p:cNvSpPr>
            <a:spLocks noGrp="1" noRot="1" noChangeAspect="1" noChangeArrowheads="1" noTextEdit="1"/>
          </p:cNvSpPr>
          <p:nvPr>
            <p:ph type="sldImg"/>
          </p:nvPr>
        </p:nvSpPr>
        <p:spPr>
          <a:xfrm>
            <a:off x="1143000" y="685800"/>
            <a:ext cx="4572000" cy="3429000"/>
          </a:xfrm>
          <a:ln/>
        </p:spPr>
      </p:sp>
      <p:sp>
        <p:nvSpPr>
          <p:cNvPr id="86020" name="Rectangle 3">
            <a:extLst>
              <a:ext uri="{FF2B5EF4-FFF2-40B4-BE49-F238E27FC236}">
                <a16:creationId xmlns:a16="http://schemas.microsoft.com/office/drawing/2014/main" id="{54FBF6E8-173C-4F94-3DE6-06AE5DD78D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410B49C0-2628-BFF5-F7CA-C2CDF73D8E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D68D1783-03D3-4AAA-89B4-4A29DF59D62B}" type="slidenum">
              <a:rPr lang="en-US" altLang="en-US" b="0"/>
              <a:pPr/>
              <a:t>41</a:t>
            </a:fld>
            <a:endParaRPr lang="en-US" altLang="en-US" b="0"/>
          </a:p>
        </p:txBody>
      </p:sp>
      <p:sp>
        <p:nvSpPr>
          <p:cNvPr id="87043" name="Rectangle 2">
            <a:extLst>
              <a:ext uri="{FF2B5EF4-FFF2-40B4-BE49-F238E27FC236}">
                <a16:creationId xmlns:a16="http://schemas.microsoft.com/office/drawing/2014/main" id="{8E4BBC70-35BB-D5BB-5ABF-78AC94C20075}"/>
              </a:ext>
            </a:extLst>
          </p:cNvPr>
          <p:cNvSpPr>
            <a:spLocks noGrp="1" noRot="1" noChangeAspect="1" noChangeArrowheads="1" noTextEdit="1"/>
          </p:cNvSpPr>
          <p:nvPr>
            <p:ph type="sldImg"/>
          </p:nvPr>
        </p:nvSpPr>
        <p:spPr>
          <a:xfrm>
            <a:off x="1143000" y="685800"/>
            <a:ext cx="4572000" cy="3429000"/>
          </a:xfrm>
          <a:ln/>
        </p:spPr>
      </p:sp>
      <p:sp>
        <p:nvSpPr>
          <p:cNvPr id="87044" name="Rectangle 3">
            <a:extLst>
              <a:ext uri="{FF2B5EF4-FFF2-40B4-BE49-F238E27FC236}">
                <a16:creationId xmlns:a16="http://schemas.microsoft.com/office/drawing/2014/main" id="{9BBF2F0F-DD88-B0BF-D943-6B85C6E8A2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6A6D6BEB-0F67-421E-9137-E294813D10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C08F474C-184B-4864-94F9-27F9C40F5DCC}" type="slidenum">
              <a:rPr lang="en-US" altLang="en-US" b="0"/>
              <a:pPr/>
              <a:t>42</a:t>
            </a:fld>
            <a:endParaRPr lang="en-US" altLang="en-US" b="0"/>
          </a:p>
        </p:txBody>
      </p:sp>
      <p:sp>
        <p:nvSpPr>
          <p:cNvPr id="88067" name="Rectangle 2">
            <a:extLst>
              <a:ext uri="{FF2B5EF4-FFF2-40B4-BE49-F238E27FC236}">
                <a16:creationId xmlns:a16="http://schemas.microsoft.com/office/drawing/2014/main" id="{98D9C7AB-D38C-A8F6-1776-6584E514940A}"/>
              </a:ext>
            </a:extLst>
          </p:cNvPr>
          <p:cNvSpPr>
            <a:spLocks noGrp="1" noRot="1" noChangeAspect="1" noChangeArrowheads="1" noTextEdit="1"/>
          </p:cNvSpPr>
          <p:nvPr>
            <p:ph type="sldImg"/>
          </p:nvPr>
        </p:nvSpPr>
        <p:spPr>
          <a:xfrm>
            <a:off x="1143000" y="685800"/>
            <a:ext cx="4572000" cy="3429000"/>
          </a:xfrm>
          <a:ln/>
        </p:spPr>
      </p:sp>
      <p:sp>
        <p:nvSpPr>
          <p:cNvPr id="88068" name="Rectangle 3">
            <a:extLst>
              <a:ext uri="{FF2B5EF4-FFF2-40B4-BE49-F238E27FC236}">
                <a16:creationId xmlns:a16="http://schemas.microsoft.com/office/drawing/2014/main" id="{251A44F3-870E-9635-529D-2F1EF6F09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6A8317DD-1B43-CA3A-353F-CE877C9A4B14}"/>
              </a:ext>
            </a:extLst>
          </p:cNvPr>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defRPr/>
            </a:pPr>
            <a:endParaRPr lang="en-US">
              <a:solidFill>
                <a:srgbClr val="000000"/>
              </a:solidFill>
              <a:latin typeface="Gill Sans MT" pitchFamily="34" charset="0"/>
            </a:endParaRPr>
          </a:p>
        </p:txBody>
      </p:sp>
      <p:sp>
        <p:nvSpPr>
          <p:cNvPr id="3" name="Oval 2">
            <a:extLst>
              <a:ext uri="{FF2B5EF4-FFF2-40B4-BE49-F238E27FC236}">
                <a16:creationId xmlns:a16="http://schemas.microsoft.com/office/drawing/2014/main" id="{5784E046-0D0A-4192-6194-5753ADB959A5}"/>
              </a:ext>
            </a:extLst>
          </p:cNvPr>
          <p:cNvSpPr/>
          <p:nvPr/>
        </p:nvSpPr>
        <p:spPr>
          <a:xfrm>
            <a:off x="1157290" y="1344617"/>
            <a:ext cx="63500" cy="65087"/>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solidFill>
                <a:srgbClr val="000000"/>
              </a:solidFill>
            </a:endParaRPr>
          </a:p>
        </p:txBody>
      </p:sp>
      <p:sp>
        <p:nvSpPr>
          <p:cNvPr id="14" name="Title 13"/>
          <p:cNvSpPr>
            <a:spLocks noGrp="1"/>
          </p:cNvSpPr>
          <p:nvPr>
            <p:ph type="ctrTitle"/>
          </p:nvPr>
        </p:nvSpPr>
        <p:spPr>
          <a:xfrm>
            <a:off x="1432560" y="359898"/>
            <a:ext cx="7406640" cy="1472184"/>
          </a:xfrm>
        </p:spPr>
        <p:txBody>
          <a:bodyPr anchor="b"/>
          <a:lstStyle>
            <a:lvl1pPr algn="l">
              <a:defRPr/>
            </a:lvl1pPr>
            <a:extLst/>
          </a:lstStyle>
          <a:p>
            <a:r>
              <a:rPr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0574" indent="0" algn="l">
              <a:buNone/>
              <a:defRPr sz="1950">
                <a:solidFill>
                  <a:schemeClr val="tx2">
                    <a:shade val="30000"/>
                    <a:satMod val="150000"/>
                  </a:schemeClr>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extLst/>
          </a:lstStyle>
          <a:p>
            <a:r>
              <a:rPr lang="en-US"/>
              <a:t>Click to edit Master subtitle style</a:t>
            </a:r>
          </a:p>
        </p:txBody>
      </p:sp>
      <p:sp>
        <p:nvSpPr>
          <p:cNvPr id="4" name="Date Placeholder 6">
            <a:extLst>
              <a:ext uri="{FF2B5EF4-FFF2-40B4-BE49-F238E27FC236}">
                <a16:creationId xmlns:a16="http://schemas.microsoft.com/office/drawing/2014/main" id="{E8FA2D8F-632F-20DD-E725-2592A3666509}"/>
              </a:ext>
            </a:extLst>
          </p:cNvPr>
          <p:cNvSpPr>
            <a:spLocks noGrp="1"/>
          </p:cNvSpPr>
          <p:nvPr>
            <p:ph type="dt" sz="half" idx="10"/>
          </p:nvPr>
        </p:nvSpPr>
        <p:spPr/>
        <p:txBody>
          <a:bodyPr/>
          <a:lstStyle>
            <a:lvl1pPr>
              <a:defRPr/>
            </a:lvl1pPr>
          </a:lstStyle>
          <a:p>
            <a:pPr>
              <a:defRPr/>
            </a:pPr>
            <a:endParaRPr lang="en-US"/>
          </a:p>
        </p:txBody>
      </p:sp>
      <p:sp>
        <p:nvSpPr>
          <p:cNvPr id="5" name="Footer Placeholder 19">
            <a:extLst>
              <a:ext uri="{FF2B5EF4-FFF2-40B4-BE49-F238E27FC236}">
                <a16:creationId xmlns:a16="http://schemas.microsoft.com/office/drawing/2014/main" id="{33BF733C-656A-5D04-634B-9FC008EEE644}"/>
              </a:ext>
            </a:extLst>
          </p:cNvPr>
          <p:cNvSpPr>
            <a:spLocks noGrp="1"/>
          </p:cNvSpPr>
          <p:nvPr>
            <p:ph type="ftr" sz="quarter" idx="11"/>
          </p:nvPr>
        </p:nvSpPr>
        <p:spPr/>
        <p:txBody>
          <a:bodyPr/>
          <a:lstStyle>
            <a:lvl1pPr>
              <a:defRPr>
                <a:solidFill>
                  <a:schemeClr val="bg2">
                    <a:shade val="50000"/>
                    <a:satMod val="200000"/>
                  </a:schemeClr>
                </a:solidFill>
              </a:defRPr>
            </a:lvl1pPr>
            <a:extLst/>
          </a:lstStyle>
          <a:p>
            <a:pPr>
              <a:defRPr/>
            </a:pPr>
            <a:r>
              <a:rPr lang="en-US"/>
              <a:t>2.#</a:t>
            </a:r>
          </a:p>
        </p:txBody>
      </p:sp>
      <p:sp>
        <p:nvSpPr>
          <p:cNvPr id="6" name="Slide Number Placeholder 9">
            <a:extLst>
              <a:ext uri="{FF2B5EF4-FFF2-40B4-BE49-F238E27FC236}">
                <a16:creationId xmlns:a16="http://schemas.microsoft.com/office/drawing/2014/main" id="{BDF8ED5E-DFD6-8B7F-4B8F-CFCB59F5043A}"/>
              </a:ext>
            </a:extLst>
          </p:cNvPr>
          <p:cNvSpPr>
            <a:spLocks noGrp="1"/>
          </p:cNvSpPr>
          <p:nvPr>
            <p:ph type="sldNum" sz="quarter" idx="12"/>
          </p:nvPr>
        </p:nvSpPr>
        <p:spPr/>
        <p:txBody>
          <a:bodyPr/>
          <a:lstStyle>
            <a:lvl1pPr>
              <a:defRPr/>
            </a:lvl1pPr>
          </a:lstStyle>
          <a:p>
            <a:fld id="{FDA1B7DB-19A6-4E11-BBAD-057D9AE70C65}" type="slidenum">
              <a:rPr lang="en-US" altLang="en-US"/>
              <a:pPr/>
              <a:t>‹#›</a:t>
            </a:fld>
            <a:endParaRPr lang="en-US" altLang="en-US"/>
          </a:p>
        </p:txBody>
      </p:sp>
    </p:spTree>
    <p:extLst>
      <p:ext uri="{BB962C8B-B14F-4D97-AF65-F5344CB8AC3E}">
        <p14:creationId xmlns:p14="http://schemas.microsoft.com/office/powerpoint/2010/main" val="12532778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685A7-CDC7-6B92-F6D1-29749B6849E2}"/>
              </a:ext>
            </a:extLst>
          </p:cNvPr>
          <p:cNvSpPr>
            <a:spLocks noGrp="1"/>
          </p:cNvSpPr>
          <p:nvPr>
            <p:ph type="dt" sz="half" idx="10"/>
          </p:nvPr>
        </p:nvSpPr>
        <p:spPr/>
        <p:txBody>
          <a:bodyPr/>
          <a:lstStyle>
            <a:lvl1pPr>
              <a:defRPr/>
            </a:lvl1pPr>
          </a:lstStyle>
          <a:p>
            <a:pPr>
              <a:defRPr/>
            </a:pPr>
            <a:fld id="{F91B3ACB-0488-4838-8848-5E31FA3882EB}" type="datetimeFigureOut">
              <a:rPr lang="en-US"/>
              <a:pPr>
                <a:defRPr/>
              </a:pPr>
              <a:t>7/26/2024</a:t>
            </a:fld>
            <a:endParaRPr lang="en-US"/>
          </a:p>
        </p:txBody>
      </p:sp>
      <p:sp>
        <p:nvSpPr>
          <p:cNvPr id="5" name="Footer Placeholder 4">
            <a:extLst>
              <a:ext uri="{FF2B5EF4-FFF2-40B4-BE49-F238E27FC236}">
                <a16:creationId xmlns:a16="http://schemas.microsoft.com/office/drawing/2014/main" id="{770450EF-49AB-C282-ED35-01F51D0F286E}"/>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6" name="Slide Number Placeholder 5">
            <a:extLst>
              <a:ext uri="{FF2B5EF4-FFF2-40B4-BE49-F238E27FC236}">
                <a16:creationId xmlns:a16="http://schemas.microsoft.com/office/drawing/2014/main" id="{3AF475D6-A7A5-80BC-4461-4E1AC147A369}"/>
              </a:ext>
            </a:extLst>
          </p:cNvPr>
          <p:cNvSpPr>
            <a:spLocks noGrp="1"/>
          </p:cNvSpPr>
          <p:nvPr>
            <p:ph type="sldNum" sz="quarter" idx="12"/>
          </p:nvPr>
        </p:nvSpPr>
        <p:spPr/>
        <p:txBody>
          <a:bodyPr/>
          <a:lstStyle>
            <a:lvl1pPr>
              <a:defRPr/>
            </a:lvl1pPr>
          </a:lstStyle>
          <a:p>
            <a:r>
              <a:rPr lang="en-US" altLang="en-US"/>
              <a:t>2.</a:t>
            </a:r>
            <a:fld id="{52A1CD0E-1549-4DF7-8117-7D14245E6E06}" type="slidenum">
              <a:rPr lang="en-US" altLang="en-US"/>
              <a:pPr/>
              <a:t>‹#›</a:t>
            </a:fld>
            <a:endParaRPr lang="en-US" altLang="en-US"/>
          </a:p>
        </p:txBody>
      </p:sp>
    </p:spTree>
    <p:extLst>
      <p:ext uri="{BB962C8B-B14F-4D97-AF65-F5344CB8AC3E}">
        <p14:creationId xmlns:p14="http://schemas.microsoft.com/office/powerpoint/2010/main" val="2833188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B97B03-F419-E146-52FF-BE20442C0BFB}"/>
              </a:ext>
            </a:extLst>
          </p:cNvPr>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5" name="Rectangle 4">
            <a:extLst>
              <a:ext uri="{FF2B5EF4-FFF2-40B4-BE49-F238E27FC236}">
                <a16:creationId xmlns:a16="http://schemas.microsoft.com/office/drawing/2014/main" id="{E277D9C8-B071-A002-7135-1BDD76EBB330}"/>
              </a:ext>
            </a:extLst>
          </p:cNvPr>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6" name="Oval 5">
            <a:extLst>
              <a:ext uri="{FF2B5EF4-FFF2-40B4-BE49-F238E27FC236}">
                <a16:creationId xmlns:a16="http://schemas.microsoft.com/office/drawing/2014/main" id="{5B80B19A-3DC6-93FD-E067-F4011CC43CEF}"/>
              </a:ext>
            </a:extLst>
          </p:cNvPr>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defRPr/>
            </a:pPr>
            <a:endParaRPr lang="en-US">
              <a:solidFill>
                <a:srgbClr val="000000"/>
              </a:solidFill>
              <a:latin typeface="Gill Sans MT" pitchFamily="34" charset="0"/>
            </a:endParaRPr>
          </a:p>
        </p:txBody>
      </p:sp>
      <p:sp>
        <p:nvSpPr>
          <p:cNvPr id="7" name="Oval 6">
            <a:extLst>
              <a:ext uri="{FF2B5EF4-FFF2-40B4-BE49-F238E27FC236}">
                <a16:creationId xmlns:a16="http://schemas.microsoft.com/office/drawing/2014/main" id="{E71FD7FA-9DD0-3AF5-6DB1-E4F51CD32453}"/>
              </a:ext>
            </a:extLst>
          </p:cNvPr>
          <p:cNvSpPr/>
          <p:nvPr/>
        </p:nvSpPr>
        <p:spPr>
          <a:xfrm>
            <a:off x="2408239"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hangingPunct="1">
              <a:defRPr/>
            </a:pPr>
            <a:endParaRPr lang="en-US">
              <a:solidFill>
                <a:srgbClr val="000000"/>
              </a:solidFill>
            </a:endParaRPr>
          </a:p>
        </p:txBody>
      </p:sp>
      <p:sp>
        <p:nvSpPr>
          <p:cNvPr id="2" name="Title 1"/>
          <p:cNvSpPr>
            <a:spLocks noGrp="1"/>
          </p:cNvSpPr>
          <p:nvPr>
            <p:ph type="title"/>
          </p:nvPr>
        </p:nvSpPr>
        <p:spPr>
          <a:xfrm>
            <a:off x="2578392" y="2600325"/>
            <a:ext cx="6400800" cy="2286000"/>
          </a:xfrm>
        </p:spPr>
        <p:txBody>
          <a:bodyPr anchor="t"/>
          <a:lstStyle>
            <a:lvl1pPr algn="l">
              <a:lnSpc>
                <a:spcPts val="3375"/>
              </a:lnSpc>
              <a:buNone/>
              <a:defRPr sz="3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3716" indent="0">
              <a:lnSpc>
                <a:spcPts val="1725"/>
              </a:lnSpc>
              <a:spcBef>
                <a:spcPts val="0"/>
              </a:spcBef>
              <a:buNone/>
              <a:defRPr sz="1500">
                <a:solidFill>
                  <a:schemeClr val="tx2">
                    <a:shade val="30000"/>
                    <a:satMod val="150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extLst/>
          </a:lstStyle>
          <a:p>
            <a:pPr lvl="0"/>
            <a:r>
              <a:rPr lang="en-US"/>
              <a:t>Click to edit Master text styles</a:t>
            </a:r>
          </a:p>
        </p:txBody>
      </p:sp>
      <p:sp>
        <p:nvSpPr>
          <p:cNvPr id="8" name="Date Placeholder 3">
            <a:extLst>
              <a:ext uri="{FF2B5EF4-FFF2-40B4-BE49-F238E27FC236}">
                <a16:creationId xmlns:a16="http://schemas.microsoft.com/office/drawing/2014/main" id="{88D95C67-F4F7-7023-ED69-C964261A8C68}"/>
              </a:ext>
            </a:extLst>
          </p:cNvPr>
          <p:cNvSpPr>
            <a:spLocks noGrp="1"/>
          </p:cNvSpPr>
          <p:nvPr>
            <p:ph type="dt" sz="half" idx="10"/>
          </p:nvPr>
        </p:nvSpPr>
        <p:spPr/>
        <p:txBody>
          <a:bodyPr/>
          <a:lstStyle>
            <a:lvl1pPr>
              <a:defRPr/>
            </a:lvl1pPr>
          </a:lstStyle>
          <a:p>
            <a:pPr>
              <a:defRPr/>
            </a:pPr>
            <a:fld id="{FDE36FA0-CB71-496A-8230-CFB28FEAFDDF}" type="datetimeFigureOut">
              <a:rPr lang="en-US"/>
              <a:pPr>
                <a:defRPr/>
              </a:pPr>
              <a:t>7/26/2024</a:t>
            </a:fld>
            <a:endParaRPr lang="en-US"/>
          </a:p>
        </p:txBody>
      </p:sp>
      <p:sp>
        <p:nvSpPr>
          <p:cNvPr id="9" name="Footer Placeholder 4">
            <a:extLst>
              <a:ext uri="{FF2B5EF4-FFF2-40B4-BE49-F238E27FC236}">
                <a16:creationId xmlns:a16="http://schemas.microsoft.com/office/drawing/2014/main" id="{72948378-553C-1C4F-9441-D283DD33AE1E}"/>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10" name="Slide Number Placeholder 5">
            <a:extLst>
              <a:ext uri="{FF2B5EF4-FFF2-40B4-BE49-F238E27FC236}">
                <a16:creationId xmlns:a16="http://schemas.microsoft.com/office/drawing/2014/main" id="{738764FC-6576-8BFA-4162-9A02EB4446F6}"/>
              </a:ext>
            </a:extLst>
          </p:cNvPr>
          <p:cNvSpPr>
            <a:spLocks noGrp="1"/>
          </p:cNvSpPr>
          <p:nvPr>
            <p:ph type="sldNum" sz="quarter" idx="12"/>
          </p:nvPr>
        </p:nvSpPr>
        <p:spPr/>
        <p:txBody>
          <a:bodyPr/>
          <a:lstStyle>
            <a:lvl1pPr>
              <a:defRPr/>
            </a:lvl1pPr>
          </a:lstStyle>
          <a:p>
            <a:r>
              <a:rPr lang="en-US" altLang="en-US"/>
              <a:t>2.</a:t>
            </a:r>
            <a:fld id="{A7CAE2C7-7CFB-47FF-B1D2-935CC9DC6A96}" type="slidenum">
              <a:rPr lang="en-US" altLang="en-US"/>
              <a:pPr/>
              <a:t>‹#›</a:t>
            </a:fld>
            <a:endParaRPr lang="en-US" altLang="en-US"/>
          </a:p>
        </p:txBody>
      </p:sp>
    </p:spTree>
    <p:extLst>
      <p:ext uri="{BB962C8B-B14F-4D97-AF65-F5344CB8AC3E}">
        <p14:creationId xmlns:p14="http://schemas.microsoft.com/office/powerpoint/2010/main" val="2456125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100"/>
            </a:lvl1pPr>
            <a:lvl2pPr>
              <a:defRPr sz="1800"/>
            </a:lvl2pPr>
            <a:lvl3pPr>
              <a:defRPr sz="1500"/>
            </a:lvl3pPr>
            <a:lvl4pPr>
              <a:defRPr sz="1350"/>
            </a:lvl4pPr>
            <a:lvl5pPr>
              <a:defRPr sz="135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100"/>
            </a:lvl1pPr>
            <a:lvl2pPr>
              <a:defRPr sz="1800"/>
            </a:lvl2pPr>
            <a:lvl3pPr>
              <a:defRPr sz="1500"/>
            </a:lvl3pPr>
            <a:lvl4pPr>
              <a:defRPr sz="1350"/>
            </a:lvl4pPr>
            <a:lvl5pPr>
              <a:defRPr sz="135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188F6D-9B0E-63DF-96A2-99598522AA67}"/>
              </a:ext>
            </a:extLst>
          </p:cNvPr>
          <p:cNvSpPr>
            <a:spLocks noGrp="1"/>
          </p:cNvSpPr>
          <p:nvPr>
            <p:ph type="dt" sz="half" idx="10"/>
          </p:nvPr>
        </p:nvSpPr>
        <p:spPr/>
        <p:txBody>
          <a:bodyPr/>
          <a:lstStyle>
            <a:lvl1pPr>
              <a:defRPr/>
            </a:lvl1pPr>
          </a:lstStyle>
          <a:p>
            <a:pPr>
              <a:defRPr/>
            </a:pPr>
            <a:fld id="{14EE0E95-C364-4E67-A271-9DEB7DD90E1A}" type="datetimeFigureOut">
              <a:rPr lang="en-US"/>
              <a:pPr>
                <a:defRPr/>
              </a:pPr>
              <a:t>7/26/2024</a:t>
            </a:fld>
            <a:endParaRPr lang="en-US"/>
          </a:p>
        </p:txBody>
      </p:sp>
      <p:sp>
        <p:nvSpPr>
          <p:cNvPr id="6" name="Footer Placeholder 5">
            <a:extLst>
              <a:ext uri="{FF2B5EF4-FFF2-40B4-BE49-F238E27FC236}">
                <a16:creationId xmlns:a16="http://schemas.microsoft.com/office/drawing/2014/main" id="{2D1F1425-8504-AC95-33AA-F4D1620A5307}"/>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7" name="Slide Number Placeholder 6">
            <a:extLst>
              <a:ext uri="{FF2B5EF4-FFF2-40B4-BE49-F238E27FC236}">
                <a16:creationId xmlns:a16="http://schemas.microsoft.com/office/drawing/2014/main" id="{0026EC08-3D40-EC08-D94C-CF9786DD5D35}"/>
              </a:ext>
            </a:extLst>
          </p:cNvPr>
          <p:cNvSpPr>
            <a:spLocks noGrp="1"/>
          </p:cNvSpPr>
          <p:nvPr>
            <p:ph type="sldNum" sz="quarter" idx="12"/>
          </p:nvPr>
        </p:nvSpPr>
        <p:spPr/>
        <p:txBody>
          <a:bodyPr/>
          <a:lstStyle>
            <a:lvl1pPr>
              <a:defRPr/>
            </a:lvl1pPr>
          </a:lstStyle>
          <a:p>
            <a:r>
              <a:rPr lang="en-US" altLang="en-US"/>
              <a:t>2.</a:t>
            </a:r>
            <a:fld id="{75A86A00-2C55-41FD-9A83-91E1FC5D90D3}" type="slidenum">
              <a:rPr lang="en-US" altLang="en-US"/>
              <a:pPr/>
              <a:t>‹#›</a:t>
            </a:fld>
            <a:endParaRPr lang="en-US" altLang="en-US"/>
          </a:p>
        </p:txBody>
      </p:sp>
    </p:spTree>
    <p:extLst>
      <p:ext uri="{BB962C8B-B14F-4D97-AF65-F5344CB8AC3E}">
        <p14:creationId xmlns:p14="http://schemas.microsoft.com/office/powerpoint/2010/main" val="2058479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3375"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48006" indent="0" algn="l">
              <a:lnSpc>
                <a:spcPct val="100000"/>
              </a:lnSpc>
              <a:spcBef>
                <a:spcPts val="75"/>
              </a:spcBef>
              <a:buNone/>
              <a:defRPr sz="1425" b="0">
                <a:solidFill>
                  <a:schemeClr val="tx1"/>
                </a:solidFill>
              </a:defRPr>
            </a:lvl1pPr>
            <a:lvl2pPr>
              <a:buNone/>
              <a:defRPr sz="1500" b="1"/>
            </a:lvl2pPr>
            <a:lvl3pPr>
              <a:buNone/>
              <a:defRPr sz="1350" b="1"/>
            </a:lvl3pPr>
            <a:lvl4pPr>
              <a:buNone/>
              <a:defRPr sz="1200" b="1"/>
            </a:lvl4pPr>
            <a:lvl5pPr>
              <a:buNone/>
              <a:defRPr sz="12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48006" indent="0" algn="l">
              <a:lnSpc>
                <a:spcPct val="100000"/>
              </a:lnSpc>
              <a:spcBef>
                <a:spcPts val="75"/>
              </a:spcBef>
              <a:buNone/>
              <a:defRPr sz="1425" b="0">
                <a:solidFill>
                  <a:schemeClr val="tx1"/>
                </a:solidFill>
              </a:defRPr>
            </a:lvl1pPr>
            <a:lvl2pPr>
              <a:buNone/>
              <a:defRPr sz="1500" b="1"/>
            </a:lvl2pPr>
            <a:lvl3pPr>
              <a:buNone/>
              <a:defRPr sz="1350" b="1"/>
            </a:lvl3pPr>
            <a:lvl4pPr>
              <a:buNone/>
              <a:defRPr sz="1200" b="1"/>
            </a:lvl4pPr>
            <a:lvl5pPr>
              <a:buNone/>
              <a:defRPr sz="12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294894" indent="-205740">
              <a:lnSpc>
                <a:spcPct val="100000"/>
              </a:lnSpc>
              <a:spcBef>
                <a:spcPts val="525"/>
              </a:spcBef>
              <a:defRPr sz="1800"/>
            </a:lvl1pPr>
            <a:lvl2pPr>
              <a:lnSpc>
                <a:spcPct val="100000"/>
              </a:lnSpc>
              <a:spcBef>
                <a:spcPts val="525"/>
              </a:spcBef>
              <a:defRPr sz="1500"/>
            </a:lvl2pPr>
            <a:lvl3pPr>
              <a:lnSpc>
                <a:spcPct val="100000"/>
              </a:lnSpc>
              <a:spcBef>
                <a:spcPts val="525"/>
              </a:spcBef>
              <a:defRPr sz="1350"/>
            </a:lvl3pPr>
            <a:lvl4pPr>
              <a:lnSpc>
                <a:spcPct val="100000"/>
              </a:lnSpc>
              <a:spcBef>
                <a:spcPts val="525"/>
              </a:spcBef>
              <a:defRPr sz="1200"/>
            </a:lvl4pPr>
            <a:lvl5pPr>
              <a:lnSpc>
                <a:spcPct val="100000"/>
              </a:lnSpc>
              <a:spcBef>
                <a:spcPts val="525"/>
              </a:spcBef>
              <a:defRPr sz="12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294894" indent="-205740">
              <a:lnSpc>
                <a:spcPct val="100000"/>
              </a:lnSpc>
              <a:spcBef>
                <a:spcPts val="525"/>
              </a:spcBef>
              <a:defRPr sz="1800"/>
            </a:lvl1pPr>
            <a:lvl2pPr>
              <a:lnSpc>
                <a:spcPct val="100000"/>
              </a:lnSpc>
              <a:spcBef>
                <a:spcPts val="525"/>
              </a:spcBef>
              <a:defRPr sz="1500"/>
            </a:lvl2pPr>
            <a:lvl3pPr>
              <a:lnSpc>
                <a:spcPct val="100000"/>
              </a:lnSpc>
              <a:spcBef>
                <a:spcPts val="525"/>
              </a:spcBef>
              <a:defRPr sz="1350"/>
            </a:lvl3pPr>
            <a:lvl4pPr>
              <a:lnSpc>
                <a:spcPct val="100000"/>
              </a:lnSpc>
              <a:spcBef>
                <a:spcPts val="525"/>
              </a:spcBef>
              <a:defRPr sz="1200"/>
            </a:lvl4pPr>
            <a:lvl5pPr>
              <a:lnSpc>
                <a:spcPct val="100000"/>
              </a:lnSpc>
              <a:spcBef>
                <a:spcPts val="525"/>
              </a:spcBef>
              <a:defRPr sz="12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FAC5BDA-4035-0C9F-E9DF-56214C80ADCA}"/>
              </a:ext>
            </a:extLst>
          </p:cNvPr>
          <p:cNvSpPr>
            <a:spLocks noGrp="1"/>
          </p:cNvSpPr>
          <p:nvPr>
            <p:ph type="dt" sz="half" idx="10"/>
          </p:nvPr>
        </p:nvSpPr>
        <p:spPr/>
        <p:txBody>
          <a:bodyPr/>
          <a:lstStyle>
            <a:lvl1pPr>
              <a:defRPr/>
            </a:lvl1pPr>
          </a:lstStyle>
          <a:p>
            <a:pPr>
              <a:defRPr/>
            </a:pPr>
            <a:fld id="{1E428DA4-EE03-4CB1-88B3-4D037F1D4A03}" type="datetimeFigureOut">
              <a:rPr lang="en-US"/>
              <a:pPr>
                <a:defRPr/>
              </a:pPr>
              <a:t>7/26/2024</a:t>
            </a:fld>
            <a:endParaRPr lang="en-US"/>
          </a:p>
        </p:txBody>
      </p:sp>
      <p:sp>
        <p:nvSpPr>
          <p:cNvPr id="8" name="Footer Placeholder 7">
            <a:extLst>
              <a:ext uri="{FF2B5EF4-FFF2-40B4-BE49-F238E27FC236}">
                <a16:creationId xmlns:a16="http://schemas.microsoft.com/office/drawing/2014/main" id="{B9FB803D-5D6C-E58D-B628-DC7EE74ACB7C}"/>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9" name="Slide Number Placeholder 8">
            <a:extLst>
              <a:ext uri="{FF2B5EF4-FFF2-40B4-BE49-F238E27FC236}">
                <a16:creationId xmlns:a16="http://schemas.microsoft.com/office/drawing/2014/main" id="{FE394B3E-A1CB-52BB-3C39-9A419C5F3AE8}"/>
              </a:ext>
            </a:extLst>
          </p:cNvPr>
          <p:cNvSpPr>
            <a:spLocks noGrp="1"/>
          </p:cNvSpPr>
          <p:nvPr>
            <p:ph type="sldNum" sz="quarter" idx="12"/>
          </p:nvPr>
        </p:nvSpPr>
        <p:spPr/>
        <p:txBody>
          <a:bodyPr/>
          <a:lstStyle>
            <a:lvl1pPr>
              <a:defRPr/>
            </a:lvl1pPr>
          </a:lstStyle>
          <a:p>
            <a:r>
              <a:rPr lang="en-US" altLang="en-US"/>
              <a:t>2.</a:t>
            </a:r>
            <a:fld id="{623BC47C-CEDB-4FAE-AFD1-C19C6C9E102B}" type="slidenum">
              <a:rPr lang="en-US" altLang="en-US"/>
              <a:pPr/>
              <a:t>‹#›</a:t>
            </a:fld>
            <a:endParaRPr lang="en-US" altLang="en-US"/>
          </a:p>
        </p:txBody>
      </p:sp>
    </p:spTree>
    <p:extLst>
      <p:ext uri="{BB962C8B-B14F-4D97-AF65-F5344CB8AC3E}">
        <p14:creationId xmlns:p14="http://schemas.microsoft.com/office/powerpoint/2010/main" val="1370499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
            <a:extLst>
              <a:ext uri="{FF2B5EF4-FFF2-40B4-BE49-F238E27FC236}">
                <a16:creationId xmlns:a16="http://schemas.microsoft.com/office/drawing/2014/main" id="{3239EEE6-B239-1C0D-E580-BB8377D7DAE7}"/>
              </a:ext>
            </a:extLst>
          </p:cNvPr>
          <p:cNvSpPr>
            <a:spLocks noGrp="1"/>
          </p:cNvSpPr>
          <p:nvPr>
            <p:ph type="dt" sz="half" idx="10"/>
          </p:nvPr>
        </p:nvSpPr>
        <p:spPr/>
        <p:txBody>
          <a:bodyPr/>
          <a:lstStyle>
            <a:lvl1pPr>
              <a:defRPr/>
            </a:lvl1pPr>
          </a:lstStyle>
          <a:p>
            <a:pPr>
              <a:defRPr/>
            </a:pPr>
            <a:fld id="{34F60FAD-5106-4A3F-862A-D91F523F8C42}" type="datetimeFigureOut">
              <a:rPr lang="en-US"/>
              <a:pPr>
                <a:defRPr/>
              </a:pPr>
              <a:t>7/26/2024</a:t>
            </a:fld>
            <a:endParaRPr lang="en-US"/>
          </a:p>
        </p:txBody>
      </p:sp>
      <p:sp>
        <p:nvSpPr>
          <p:cNvPr id="4" name="Footer Placeholder 3">
            <a:extLst>
              <a:ext uri="{FF2B5EF4-FFF2-40B4-BE49-F238E27FC236}">
                <a16:creationId xmlns:a16="http://schemas.microsoft.com/office/drawing/2014/main" id="{60337F2B-A8E0-7B41-6CB3-187A9DA93060}"/>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5" name="Slide Number Placeholder 4">
            <a:extLst>
              <a:ext uri="{FF2B5EF4-FFF2-40B4-BE49-F238E27FC236}">
                <a16:creationId xmlns:a16="http://schemas.microsoft.com/office/drawing/2014/main" id="{1293FC8A-9AA3-EDF7-0E2A-9D14C82C5DF6}"/>
              </a:ext>
            </a:extLst>
          </p:cNvPr>
          <p:cNvSpPr>
            <a:spLocks noGrp="1"/>
          </p:cNvSpPr>
          <p:nvPr>
            <p:ph type="sldNum" sz="quarter" idx="12"/>
          </p:nvPr>
        </p:nvSpPr>
        <p:spPr/>
        <p:txBody>
          <a:bodyPr/>
          <a:lstStyle>
            <a:lvl1pPr>
              <a:defRPr/>
            </a:lvl1pPr>
          </a:lstStyle>
          <a:p>
            <a:r>
              <a:rPr lang="en-US" altLang="en-US"/>
              <a:t>2.</a:t>
            </a:r>
            <a:fld id="{95BAAAE6-77BE-4BC3-8BF2-4A463A8EAC9F}" type="slidenum">
              <a:rPr lang="en-US" altLang="en-US"/>
              <a:pPr/>
              <a:t>‹#›</a:t>
            </a:fld>
            <a:endParaRPr lang="en-US" altLang="en-US"/>
          </a:p>
        </p:txBody>
      </p:sp>
    </p:spTree>
    <p:extLst>
      <p:ext uri="{BB962C8B-B14F-4D97-AF65-F5344CB8AC3E}">
        <p14:creationId xmlns:p14="http://schemas.microsoft.com/office/powerpoint/2010/main" val="461423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EB7D13-EEAB-81C4-962B-5AACE25EC150}"/>
              </a:ext>
            </a:extLst>
          </p:cNvPr>
          <p:cNvSpPr/>
          <p:nvPr/>
        </p:nvSpPr>
        <p:spPr>
          <a:xfrm>
            <a:off x="1014415"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3" name="Rectangle 2">
            <a:extLst>
              <a:ext uri="{FF2B5EF4-FFF2-40B4-BE49-F238E27FC236}">
                <a16:creationId xmlns:a16="http://schemas.microsoft.com/office/drawing/2014/main" id="{E9FD06E6-5853-28BF-3A8B-728FFC3BBF64}"/>
              </a:ext>
            </a:extLst>
          </p:cNvPr>
          <p:cNvSpPr/>
          <p:nvPr/>
        </p:nvSpPr>
        <p:spPr bwMode="invGray">
          <a:xfrm>
            <a:off x="1014415"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4" name="Date Placeholder 1">
            <a:extLst>
              <a:ext uri="{FF2B5EF4-FFF2-40B4-BE49-F238E27FC236}">
                <a16:creationId xmlns:a16="http://schemas.microsoft.com/office/drawing/2014/main" id="{9289B149-868E-0570-4B56-632E5CE62CBA}"/>
              </a:ext>
            </a:extLst>
          </p:cNvPr>
          <p:cNvSpPr>
            <a:spLocks noGrp="1"/>
          </p:cNvSpPr>
          <p:nvPr>
            <p:ph type="dt" sz="half" idx="10"/>
          </p:nvPr>
        </p:nvSpPr>
        <p:spPr/>
        <p:txBody>
          <a:bodyPr/>
          <a:lstStyle>
            <a:lvl1pPr>
              <a:defRPr/>
            </a:lvl1pPr>
          </a:lstStyle>
          <a:p>
            <a:pPr>
              <a:defRPr/>
            </a:pPr>
            <a:fld id="{173961C7-B116-4A0E-BEA6-0F6136763735}" type="datetimeFigureOut">
              <a:rPr lang="en-US"/>
              <a:pPr>
                <a:defRPr/>
              </a:pPr>
              <a:t>7/26/2024</a:t>
            </a:fld>
            <a:endParaRPr lang="en-US"/>
          </a:p>
        </p:txBody>
      </p:sp>
      <p:sp>
        <p:nvSpPr>
          <p:cNvPr id="5" name="Footer Placeholder 2">
            <a:extLst>
              <a:ext uri="{FF2B5EF4-FFF2-40B4-BE49-F238E27FC236}">
                <a16:creationId xmlns:a16="http://schemas.microsoft.com/office/drawing/2014/main" id="{5C48C59C-45BC-F867-0B1A-F6E61BF71588}"/>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6" name="Slide Number Placeholder 3">
            <a:extLst>
              <a:ext uri="{FF2B5EF4-FFF2-40B4-BE49-F238E27FC236}">
                <a16:creationId xmlns:a16="http://schemas.microsoft.com/office/drawing/2014/main" id="{57912A2C-1AD7-DE86-77A4-EF6F1935D35D}"/>
              </a:ext>
            </a:extLst>
          </p:cNvPr>
          <p:cNvSpPr>
            <a:spLocks noGrp="1"/>
          </p:cNvSpPr>
          <p:nvPr>
            <p:ph type="sldNum" sz="quarter" idx="12"/>
          </p:nvPr>
        </p:nvSpPr>
        <p:spPr/>
        <p:txBody>
          <a:bodyPr/>
          <a:lstStyle>
            <a:lvl1pPr>
              <a:defRPr/>
            </a:lvl1pPr>
          </a:lstStyle>
          <a:p>
            <a:r>
              <a:rPr lang="en-US" altLang="en-US"/>
              <a:t>2.</a:t>
            </a:r>
            <a:fld id="{897D1549-7443-49F8-9CF2-CBC3944660B4}" type="slidenum">
              <a:rPr lang="en-US" altLang="en-US"/>
              <a:pPr/>
              <a:t>‹#›</a:t>
            </a:fld>
            <a:endParaRPr lang="en-US" altLang="en-US"/>
          </a:p>
        </p:txBody>
      </p:sp>
    </p:spTree>
    <p:extLst>
      <p:ext uri="{BB962C8B-B14F-4D97-AF65-F5344CB8AC3E}">
        <p14:creationId xmlns:p14="http://schemas.microsoft.com/office/powerpoint/2010/main" val="1185504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1500"/>
              </a:lnSpc>
              <a:buNone/>
              <a:defRPr sz="165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34290" indent="0">
              <a:lnSpc>
                <a:spcPct val="100000"/>
              </a:lnSpc>
              <a:spcBef>
                <a:spcPts val="0"/>
              </a:spcBef>
              <a:buNone/>
              <a:defRPr sz="1050"/>
            </a:lvl1pPr>
            <a:lvl2pPr>
              <a:buNone/>
              <a:defRPr sz="900"/>
            </a:lvl2pPr>
            <a:lvl3pPr>
              <a:buNone/>
              <a:defRPr sz="750"/>
            </a:lvl3pPr>
            <a:lvl4pPr>
              <a:buNone/>
              <a:defRPr sz="675"/>
            </a:lvl4pPr>
            <a:lvl5pPr>
              <a:buNone/>
              <a:defRPr sz="675"/>
            </a:lvl5pPr>
            <a:extLst/>
          </a:lstStyle>
          <a:p>
            <a:pPr lvl="0"/>
            <a:r>
              <a:rPr lang="en-US"/>
              <a:t>Click to edit Master text styles</a:t>
            </a:r>
          </a:p>
        </p:txBody>
      </p:sp>
      <p:sp>
        <p:nvSpPr>
          <p:cNvPr id="4" name="Content Placeholder 3"/>
          <p:cNvSpPr>
            <a:spLocks noGrp="1"/>
          </p:cNvSpPr>
          <p:nvPr>
            <p:ph sz="half" idx="1"/>
          </p:nvPr>
        </p:nvSpPr>
        <p:spPr>
          <a:xfrm>
            <a:off x="457200" y="2133603"/>
            <a:ext cx="8153400" cy="3992563"/>
          </a:xfrm>
        </p:spPr>
        <p:txBody>
          <a:bodyPr/>
          <a:lstStyle>
            <a:lvl1pPr>
              <a:defRPr sz="2400"/>
            </a:lvl1pPr>
            <a:lvl2pPr>
              <a:defRPr sz="2100"/>
            </a:lvl2pPr>
            <a:lvl3pPr>
              <a:defRPr sz="1800"/>
            </a:lvl3pPr>
            <a:lvl4pPr>
              <a:defRPr sz="1500"/>
            </a:lvl4pPr>
            <a:lvl5pPr>
              <a:defRPr sz="15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21CDBD-D2DF-5744-AAE9-D9291A6D15FF}"/>
              </a:ext>
            </a:extLst>
          </p:cNvPr>
          <p:cNvSpPr>
            <a:spLocks noGrp="1"/>
          </p:cNvSpPr>
          <p:nvPr>
            <p:ph type="dt" sz="half" idx="10"/>
          </p:nvPr>
        </p:nvSpPr>
        <p:spPr/>
        <p:txBody>
          <a:bodyPr/>
          <a:lstStyle>
            <a:lvl1pPr>
              <a:defRPr/>
            </a:lvl1pPr>
          </a:lstStyle>
          <a:p>
            <a:pPr>
              <a:defRPr/>
            </a:pPr>
            <a:fld id="{C6AC5335-5F9E-4430-A8B7-44E4B1F6CAE8}" type="datetimeFigureOut">
              <a:rPr lang="en-US"/>
              <a:pPr>
                <a:defRPr/>
              </a:pPr>
              <a:t>7/26/2024</a:t>
            </a:fld>
            <a:endParaRPr lang="en-US"/>
          </a:p>
        </p:txBody>
      </p:sp>
      <p:sp>
        <p:nvSpPr>
          <p:cNvPr id="6" name="Footer Placeholder 5">
            <a:extLst>
              <a:ext uri="{FF2B5EF4-FFF2-40B4-BE49-F238E27FC236}">
                <a16:creationId xmlns:a16="http://schemas.microsoft.com/office/drawing/2014/main" id="{AF88E392-1AFA-20FC-421B-8C2474D52703}"/>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7" name="Slide Number Placeholder 6">
            <a:extLst>
              <a:ext uri="{FF2B5EF4-FFF2-40B4-BE49-F238E27FC236}">
                <a16:creationId xmlns:a16="http://schemas.microsoft.com/office/drawing/2014/main" id="{6EDE3EEF-F065-08E2-AE9B-004BDB0F911B}"/>
              </a:ext>
            </a:extLst>
          </p:cNvPr>
          <p:cNvSpPr>
            <a:spLocks noGrp="1"/>
          </p:cNvSpPr>
          <p:nvPr>
            <p:ph type="sldNum" sz="quarter" idx="12"/>
          </p:nvPr>
        </p:nvSpPr>
        <p:spPr/>
        <p:txBody>
          <a:bodyPr/>
          <a:lstStyle>
            <a:lvl1pPr>
              <a:defRPr/>
            </a:lvl1pPr>
          </a:lstStyle>
          <a:p>
            <a:r>
              <a:rPr lang="en-US" altLang="en-US"/>
              <a:t>2.</a:t>
            </a:r>
            <a:fld id="{62C641FD-719C-4DC5-9414-FCD801283D5B}" type="slidenum">
              <a:rPr lang="en-US" altLang="en-US"/>
              <a:pPr/>
              <a:t>‹#›</a:t>
            </a:fld>
            <a:endParaRPr lang="en-US" altLang="en-US"/>
          </a:p>
        </p:txBody>
      </p:sp>
    </p:spTree>
    <p:extLst>
      <p:ext uri="{BB962C8B-B14F-4D97-AF65-F5344CB8AC3E}">
        <p14:creationId xmlns:p14="http://schemas.microsoft.com/office/powerpoint/2010/main" val="798530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6FD1A8-C804-C40A-910E-98C71DD7E0CE}"/>
              </a:ext>
            </a:extLst>
          </p:cNvPr>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05740">
            <a:normAutofit/>
          </a:bodyPr>
          <a:lstStyle>
            <a:lvl1pPr indent="-282575">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eaLnBrk="1" hangingPunct="1">
              <a:lnSpc>
                <a:spcPts val="2250"/>
              </a:lnSpc>
              <a:spcBef>
                <a:spcPts val="450"/>
              </a:spcBef>
              <a:buClr>
                <a:schemeClr val="accent1"/>
              </a:buClr>
              <a:buSzPct val="80000"/>
              <a:buFont typeface="Wingdings 2" pitchFamily="18" charset="2"/>
              <a:buNone/>
              <a:defRPr/>
            </a:pPr>
            <a:endParaRPr lang="en-US" sz="2400">
              <a:latin typeface="Gill Sans MT" pitchFamily="34" charset="0"/>
            </a:endParaRPr>
          </a:p>
        </p:txBody>
      </p:sp>
      <p:sp>
        <p:nvSpPr>
          <p:cNvPr id="6" name="Flowchart: Process 5">
            <a:extLst>
              <a:ext uri="{FF2B5EF4-FFF2-40B4-BE49-F238E27FC236}">
                <a16:creationId xmlns:a16="http://schemas.microsoft.com/office/drawing/2014/main" id="{AED3E2DF-88F6-6F53-F7F9-199AB6A06B88}"/>
              </a:ext>
            </a:extLst>
          </p:cNvPr>
          <p:cNvSpPr/>
          <p:nvPr/>
        </p:nvSpPr>
        <p:spPr>
          <a:xfrm rot="19468671">
            <a:off x="396875" y="954092"/>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7" name="Flowchart: Process 6">
            <a:extLst>
              <a:ext uri="{FF2B5EF4-FFF2-40B4-BE49-F238E27FC236}">
                <a16:creationId xmlns:a16="http://schemas.microsoft.com/office/drawing/2014/main" id="{11F5BF32-1DAB-387E-13AE-08E3CBF50A16}"/>
              </a:ext>
            </a:extLst>
          </p:cNvPr>
          <p:cNvSpPr/>
          <p:nvPr/>
        </p:nvSpPr>
        <p:spPr>
          <a:xfrm rot="2103354" flipH="1">
            <a:off x="5003802"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2" name="Title 1"/>
          <p:cNvSpPr>
            <a:spLocks noGrp="1"/>
          </p:cNvSpPr>
          <p:nvPr>
            <p:ph type="title"/>
          </p:nvPr>
        </p:nvSpPr>
        <p:spPr>
          <a:xfrm>
            <a:off x="5886896" y="1066800"/>
            <a:ext cx="2743200" cy="1981200"/>
          </a:xfrm>
        </p:spPr>
        <p:txBody>
          <a:bodyPr anchor="b">
            <a:noAutofit/>
          </a:bodyPr>
          <a:lstStyle>
            <a:lvl1pPr algn="l">
              <a:buNone/>
              <a:defRPr sz="1575" b="1">
                <a:effectLst/>
              </a:defRPr>
            </a:lvl1pPr>
            <a:extLst/>
          </a:lstStyle>
          <a:p>
            <a:r>
              <a:rPr lang="en-US"/>
              <a:t>Click to edit Master title style</a:t>
            </a:r>
          </a:p>
        </p:txBody>
      </p:sp>
      <p:sp>
        <p:nvSpPr>
          <p:cNvPr id="3" name="Picture Placeholder 2"/>
          <p:cNvSpPr>
            <a:spLocks noGrp="1"/>
          </p:cNvSpPr>
          <p:nvPr>
            <p:ph type="pic" idx="1"/>
          </p:nvPr>
        </p:nvSpPr>
        <p:spPr>
          <a:xfrm>
            <a:off x="838200" y="1143007"/>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24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200"/>
              </a:lnSpc>
              <a:spcBef>
                <a:spcPts val="0"/>
              </a:spcBef>
              <a:buNone/>
              <a:defRPr sz="1050">
                <a:solidFill>
                  <a:srgbClr val="777777"/>
                </a:solidFill>
              </a:defRPr>
            </a:lvl1pPr>
            <a:lvl2pPr>
              <a:defRPr sz="900"/>
            </a:lvl2pPr>
            <a:lvl3pPr>
              <a:defRPr sz="750"/>
            </a:lvl3pPr>
            <a:lvl4pPr>
              <a:defRPr sz="675"/>
            </a:lvl4pPr>
            <a:lvl5pPr>
              <a:defRPr sz="675"/>
            </a:lvl5pPr>
            <a:extLst/>
          </a:lstStyle>
          <a:p>
            <a:pPr lvl="0"/>
            <a:r>
              <a:rPr lang="en-US"/>
              <a:t>Click to edit Master text styles</a:t>
            </a:r>
          </a:p>
        </p:txBody>
      </p:sp>
      <p:sp>
        <p:nvSpPr>
          <p:cNvPr id="8" name="Date Placeholder 4">
            <a:extLst>
              <a:ext uri="{FF2B5EF4-FFF2-40B4-BE49-F238E27FC236}">
                <a16:creationId xmlns:a16="http://schemas.microsoft.com/office/drawing/2014/main" id="{050E3543-1155-2910-96C8-F534520896CA}"/>
              </a:ext>
            </a:extLst>
          </p:cNvPr>
          <p:cNvSpPr>
            <a:spLocks noGrp="1"/>
          </p:cNvSpPr>
          <p:nvPr>
            <p:ph type="dt" sz="half" idx="10"/>
          </p:nvPr>
        </p:nvSpPr>
        <p:spPr/>
        <p:txBody>
          <a:bodyPr/>
          <a:lstStyle>
            <a:lvl1pPr>
              <a:defRPr/>
            </a:lvl1pPr>
          </a:lstStyle>
          <a:p>
            <a:pPr>
              <a:defRPr/>
            </a:pPr>
            <a:fld id="{C7747E20-C04D-4884-BE01-4481A4F9CFB0}" type="datetimeFigureOut">
              <a:rPr lang="en-US"/>
              <a:pPr>
                <a:defRPr/>
              </a:pPr>
              <a:t>7/26/2024</a:t>
            </a:fld>
            <a:endParaRPr lang="en-US"/>
          </a:p>
        </p:txBody>
      </p:sp>
      <p:sp>
        <p:nvSpPr>
          <p:cNvPr id="9" name="Footer Placeholder 5">
            <a:extLst>
              <a:ext uri="{FF2B5EF4-FFF2-40B4-BE49-F238E27FC236}">
                <a16:creationId xmlns:a16="http://schemas.microsoft.com/office/drawing/2014/main" id="{E31A7A0C-A85B-F593-985E-44A24CEDC7E4}"/>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10" name="Slide Number Placeholder 6">
            <a:extLst>
              <a:ext uri="{FF2B5EF4-FFF2-40B4-BE49-F238E27FC236}">
                <a16:creationId xmlns:a16="http://schemas.microsoft.com/office/drawing/2014/main" id="{030D0764-C27B-C0F5-A8D3-E9B5E1FD1AAB}"/>
              </a:ext>
            </a:extLst>
          </p:cNvPr>
          <p:cNvSpPr>
            <a:spLocks noGrp="1"/>
          </p:cNvSpPr>
          <p:nvPr>
            <p:ph type="sldNum" sz="quarter" idx="12"/>
          </p:nvPr>
        </p:nvSpPr>
        <p:spPr/>
        <p:txBody>
          <a:bodyPr/>
          <a:lstStyle>
            <a:lvl1pPr>
              <a:defRPr/>
            </a:lvl1pPr>
          </a:lstStyle>
          <a:p>
            <a:r>
              <a:rPr lang="en-US" altLang="en-US"/>
              <a:t>2.</a:t>
            </a:r>
            <a:fld id="{13456A43-78C0-4DE1-BFEF-CB7960C61C9F}" type="slidenum">
              <a:rPr lang="en-US" altLang="en-US"/>
              <a:pPr/>
              <a:t>‹#›</a:t>
            </a:fld>
            <a:endParaRPr lang="en-US" altLang="en-US"/>
          </a:p>
        </p:txBody>
      </p:sp>
    </p:spTree>
    <p:extLst>
      <p:ext uri="{BB962C8B-B14F-4D97-AF65-F5344CB8AC3E}">
        <p14:creationId xmlns:p14="http://schemas.microsoft.com/office/powerpoint/2010/main" val="1077128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081D84-628F-77F5-D86C-7834DC78C7CD}"/>
              </a:ext>
            </a:extLst>
          </p:cNvPr>
          <p:cNvSpPr>
            <a:spLocks noGrp="1"/>
          </p:cNvSpPr>
          <p:nvPr>
            <p:ph type="dt" sz="half" idx="10"/>
          </p:nvPr>
        </p:nvSpPr>
        <p:spPr/>
        <p:txBody>
          <a:bodyPr/>
          <a:lstStyle>
            <a:lvl1pPr>
              <a:defRPr/>
            </a:lvl1pPr>
          </a:lstStyle>
          <a:p>
            <a:pPr>
              <a:defRPr/>
            </a:pPr>
            <a:fld id="{0E7D0268-355A-482E-84C3-037162E25E61}" type="datetimeFigureOut">
              <a:rPr lang="en-US"/>
              <a:pPr>
                <a:defRPr/>
              </a:pPr>
              <a:t>7/26/2024</a:t>
            </a:fld>
            <a:endParaRPr lang="en-US"/>
          </a:p>
        </p:txBody>
      </p:sp>
      <p:sp>
        <p:nvSpPr>
          <p:cNvPr id="5" name="Footer Placeholder 4">
            <a:extLst>
              <a:ext uri="{FF2B5EF4-FFF2-40B4-BE49-F238E27FC236}">
                <a16:creationId xmlns:a16="http://schemas.microsoft.com/office/drawing/2014/main" id="{3B9A81CB-6F0E-6A4B-1B4B-1BC52B9A3C59}"/>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6" name="Slide Number Placeholder 5">
            <a:extLst>
              <a:ext uri="{FF2B5EF4-FFF2-40B4-BE49-F238E27FC236}">
                <a16:creationId xmlns:a16="http://schemas.microsoft.com/office/drawing/2014/main" id="{62351DA6-B8EB-F549-E41A-1640ED0D303B}"/>
              </a:ext>
            </a:extLst>
          </p:cNvPr>
          <p:cNvSpPr>
            <a:spLocks noGrp="1"/>
          </p:cNvSpPr>
          <p:nvPr>
            <p:ph type="sldNum" sz="quarter" idx="12"/>
          </p:nvPr>
        </p:nvSpPr>
        <p:spPr/>
        <p:txBody>
          <a:bodyPr/>
          <a:lstStyle>
            <a:lvl1pPr>
              <a:defRPr/>
            </a:lvl1pPr>
          </a:lstStyle>
          <a:p>
            <a:r>
              <a:rPr lang="en-US" altLang="en-US"/>
              <a:t>2.</a:t>
            </a:r>
            <a:fld id="{DFF6E890-DA12-4561-9F57-BC8898B8B018}" type="slidenum">
              <a:rPr lang="en-US" altLang="en-US"/>
              <a:pPr/>
              <a:t>‹#›</a:t>
            </a:fld>
            <a:endParaRPr lang="en-US" altLang="en-US"/>
          </a:p>
        </p:txBody>
      </p:sp>
    </p:spTree>
    <p:extLst>
      <p:ext uri="{BB962C8B-B14F-4D97-AF65-F5344CB8AC3E}">
        <p14:creationId xmlns:p14="http://schemas.microsoft.com/office/powerpoint/2010/main" val="387149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43"/>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4"/>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BAE738-783E-16FC-F63B-55CBA9183BAB}"/>
              </a:ext>
            </a:extLst>
          </p:cNvPr>
          <p:cNvSpPr>
            <a:spLocks noGrp="1"/>
          </p:cNvSpPr>
          <p:nvPr>
            <p:ph type="dt" sz="half" idx="10"/>
          </p:nvPr>
        </p:nvSpPr>
        <p:spPr/>
        <p:txBody>
          <a:bodyPr/>
          <a:lstStyle>
            <a:lvl1pPr>
              <a:defRPr/>
            </a:lvl1pPr>
          </a:lstStyle>
          <a:p>
            <a:pPr>
              <a:defRPr/>
            </a:pPr>
            <a:fld id="{31BC1C9A-B157-4EEC-8009-CBAD7E4F4196}" type="datetimeFigureOut">
              <a:rPr lang="en-US"/>
              <a:pPr>
                <a:defRPr/>
              </a:pPr>
              <a:t>7/26/2024</a:t>
            </a:fld>
            <a:endParaRPr lang="en-US"/>
          </a:p>
        </p:txBody>
      </p:sp>
      <p:sp>
        <p:nvSpPr>
          <p:cNvPr id="5" name="Footer Placeholder 4">
            <a:extLst>
              <a:ext uri="{FF2B5EF4-FFF2-40B4-BE49-F238E27FC236}">
                <a16:creationId xmlns:a16="http://schemas.microsoft.com/office/drawing/2014/main" id="{B2C89094-73E1-557E-4AD1-C76BCCC0BC0C}"/>
              </a:ext>
            </a:extLst>
          </p:cNvPr>
          <p:cNvSpPr>
            <a:spLocks noGrp="1"/>
          </p:cNvSpPr>
          <p:nvPr>
            <p:ph type="ftr" sz="quarter" idx="11"/>
          </p:nvPr>
        </p:nvSpPr>
        <p:spPr/>
        <p:txBody>
          <a:bodyPr/>
          <a:lstStyle>
            <a:lvl1pPr>
              <a:defRPr>
                <a:solidFill>
                  <a:srgbClr val="B5A788"/>
                </a:solidFill>
              </a:defRPr>
            </a:lvl1pPr>
          </a:lstStyle>
          <a:p>
            <a:pPr>
              <a:defRPr/>
            </a:pPr>
            <a:endParaRPr lang="en-US"/>
          </a:p>
        </p:txBody>
      </p:sp>
      <p:sp>
        <p:nvSpPr>
          <p:cNvPr id="6" name="Slide Number Placeholder 5">
            <a:extLst>
              <a:ext uri="{FF2B5EF4-FFF2-40B4-BE49-F238E27FC236}">
                <a16:creationId xmlns:a16="http://schemas.microsoft.com/office/drawing/2014/main" id="{194F5CD8-9CC4-7692-BCA3-C69FBBCF2E3D}"/>
              </a:ext>
            </a:extLst>
          </p:cNvPr>
          <p:cNvSpPr>
            <a:spLocks noGrp="1"/>
          </p:cNvSpPr>
          <p:nvPr>
            <p:ph type="sldNum" sz="quarter" idx="12"/>
          </p:nvPr>
        </p:nvSpPr>
        <p:spPr/>
        <p:txBody>
          <a:bodyPr/>
          <a:lstStyle>
            <a:lvl1pPr>
              <a:defRPr/>
            </a:lvl1pPr>
          </a:lstStyle>
          <a:p>
            <a:r>
              <a:rPr lang="en-US" altLang="en-US"/>
              <a:t>2.</a:t>
            </a:r>
            <a:fld id="{2DC9E8A0-4A40-4B72-B2ED-EBA6D2379A8D}" type="slidenum">
              <a:rPr lang="en-US" altLang="en-US"/>
              <a:pPr/>
              <a:t>‹#›</a:t>
            </a:fld>
            <a:endParaRPr lang="en-US" altLang="en-US"/>
          </a:p>
        </p:txBody>
      </p:sp>
    </p:spTree>
    <p:extLst>
      <p:ext uri="{BB962C8B-B14F-4D97-AF65-F5344CB8AC3E}">
        <p14:creationId xmlns:p14="http://schemas.microsoft.com/office/powerpoint/2010/main" val="3826644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Pie 6">
            <a:extLst>
              <a:ext uri="{FF2B5EF4-FFF2-40B4-BE49-F238E27FC236}">
                <a16:creationId xmlns:a16="http://schemas.microsoft.com/office/drawing/2014/main" id="{44BBCB84-89DB-83C2-DD10-299345D17C76}"/>
              </a:ext>
            </a:extLst>
          </p:cNvPr>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Oval 7">
            <a:extLst>
              <a:ext uri="{FF2B5EF4-FFF2-40B4-BE49-F238E27FC236}">
                <a16:creationId xmlns:a16="http://schemas.microsoft.com/office/drawing/2014/main" id="{1A3F8315-FF62-07F4-8360-43C2DE424550}"/>
              </a:ext>
            </a:extLst>
          </p:cNvPr>
          <p:cNvSpPr/>
          <p:nvPr/>
        </p:nvSpPr>
        <p:spPr>
          <a:xfrm>
            <a:off x="168275" y="20641"/>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11" name="Donut 10">
            <a:extLst>
              <a:ext uri="{FF2B5EF4-FFF2-40B4-BE49-F238E27FC236}">
                <a16:creationId xmlns:a16="http://schemas.microsoft.com/office/drawing/2014/main" id="{65FA60BC-DC6B-2604-FE39-223B2B9DEA23}"/>
              </a:ext>
            </a:extLst>
          </p:cNvPr>
          <p:cNvSpPr/>
          <p:nvPr/>
        </p:nvSpPr>
        <p:spPr>
          <a:xfrm rot="2315675">
            <a:off x="182882"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lvl1pPr>
              <a:defRPr b="1">
                <a:solidFill>
                  <a:schemeClr val="tx1"/>
                </a:solidFill>
                <a:latin typeface="Times New Roman" pitchFamily="18" charset="0"/>
              </a:defRPr>
            </a:lvl1pPr>
            <a:lvl2pPr marL="742950" indent="-285750">
              <a:defRPr b="1">
                <a:solidFill>
                  <a:schemeClr val="tx1"/>
                </a:solidFill>
                <a:latin typeface="Times New Roman" pitchFamily="18" charset="0"/>
              </a:defRPr>
            </a:lvl2pPr>
            <a:lvl3pPr marL="1143000" indent="-228600">
              <a:defRPr b="1">
                <a:solidFill>
                  <a:schemeClr val="tx1"/>
                </a:solidFill>
                <a:latin typeface="Times New Roman" pitchFamily="18" charset="0"/>
              </a:defRPr>
            </a:lvl3pPr>
            <a:lvl4pPr marL="1600200" indent="-228600">
              <a:defRPr b="1">
                <a:solidFill>
                  <a:schemeClr val="tx1"/>
                </a:solidFill>
                <a:latin typeface="Times New Roman" pitchFamily="18" charset="0"/>
              </a:defRPr>
            </a:lvl4pPr>
            <a:lvl5pPr marL="2057400" indent="-228600">
              <a:defRPr b="1">
                <a:solidFill>
                  <a:schemeClr val="tx1"/>
                </a:solidFill>
                <a:latin typeface="Times New Roman" pitchFamily="18" charset="0"/>
              </a:defRPr>
            </a:lvl5pPr>
            <a:lvl6pPr marL="2514600" indent="-228600" eaLnBrk="0" fontAlgn="base" hangingPunct="0">
              <a:spcBef>
                <a:spcPct val="0"/>
              </a:spcBef>
              <a:spcAft>
                <a:spcPct val="0"/>
              </a:spcAft>
              <a:defRPr b="1">
                <a:solidFill>
                  <a:schemeClr val="tx1"/>
                </a:solidFill>
                <a:latin typeface="Times New Roman" pitchFamily="18" charset="0"/>
              </a:defRPr>
            </a:lvl6pPr>
            <a:lvl7pPr marL="2971800" indent="-228600" eaLnBrk="0" fontAlgn="base" hangingPunct="0">
              <a:spcBef>
                <a:spcPct val="0"/>
              </a:spcBef>
              <a:spcAft>
                <a:spcPct val="0"/>
              </a:spcAft>
              <a:defRPr b="1">
                <a:solidFill>
                  <a:schemeClr val="tx1"/>
                </a:solidFill>
                <a:latin typeface="Times New Roman" pitchFamily="18" charset="0"/>
              </a:defRPr>
            </a:lvl7pPr>
            <a:lvl8pPr marL="3429000" indent="-228600" eaLnBrk="0" fontAlgn="base" hangingPunct="0">
              <a:spcBef>
                <a:spcPct val="0"/>
              </a:spcBef>
              <a:spcAft>
                <a:spcPct val="0"/>
              </a:spcAft>
              <a:defRPr b="1">
                <a:solidFill>
                  <a:schemeClr val="tx1"/>
                </a:solidFill>
                <a:latin typeface="Times New Roman" pitchFamily="18" charset="0"/>
              </a:defRPr>
            </a:lvl8pPr>
            <a:lvl9pPr marL="3886200" indent="-228600" eaLnBrk="0" fontAlgn="base" hangingPunct="0">
              <a:spcBef>
                <a:spcPct val="0"/>
              </a:spcBef>
              <a:spcAft>
                <a:spcPct val="0"/>
              </a:spcAft>
              <a:defRPr b="1">
                <a:solidFill>
                  <a:schemeClr val="tx1"/>
                </a:solidFill>
                <a:latin typeface="Times New Roman" pitchFamily="18" charset="0"/>
              </a:defRPr>
            </a:lvl9pPr>
          </a:lstStyle>
          <a:p>
            <a:pPr algn="ctr" eaLnBrk="1" hangingPunct="1">
              <a:defRPr/>
            </a:pPr>
            <a:endParaRPr lang="en-US">
              <a:solidFill>
                <a:srgbClr val="FFFFFF"/>
              </a:solidFill>
              <a:latin typeface="Gill Sans MT" pitchFamily="34" charset="0"/>
            </a:endParaRPr>
          </a:p>
        </p:txBody>
      </p:sp>
      <p:sp>
        <p:nvSpPr>
          <p:cNvPr id="12" name="Rectangle 11">
            <a:extLst>
              <a:ext uri="{FF2B5EF4-FFF2-40B4-BE49-F238E27FC236}">
                <a16:creationId xmlns:a16="http://schemas.microsoft.com/office/drawing/2014/main" id="{6CECF5EF-EC9A-CB89-BC7C-BA5708194B58}"/>
              </a:ext>
            </a:extLst>
          </p:cNvPr>
          <p:cNvSpPr/>
          <p:nvPr/>
        </p:nvSpPr>
        <p:spPr>
          <a:xfrm>
            <a:off x="1012827"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
        <p:nvSpPr>
          <p:cNvPr id="5" name="Title Placeholder 4">
            <a:extLst>
              <a:ext uri="{FF2B5EF4-FFF2-40B4-BE49-F238E27FC236}">
                <a16:creationId xmlns:a16="http://schemas.microsoft.com/office/drawing/2014/main" id="{B9E07248-2634-BE19-E43E-F3015DE306C5}"/>
              </a:ext>
            </a:extLst>
          </p:cNvPr>
          <p:cNvSpPr>
            <a:spLocks noGrp="1"/>
          </p:cNvSpPr>
          <p:nvPr>
            <p:ph type="title"/>
          </p:nvPr>
        </p:nvSpPr>
        <p:spPr>
          <a:xfrm>
            <a:off x="1435101" y="274638"/>
            <a:ext cx="7499350" cy="1143000"/>
          </a:xfrm>
          <a:prstGeom prst="rect">
            <a:avLst/>
          </a:prstGeom>
        </p:spPr>
        <p:txBody>
          <a:bodyPr anchor="ctr">
            <a:normAutofit/>
          </a:bodyPr>
          <a:lstStyle/>
          <a:p>
            <a:r>
              <a:rPr lang="en-US"/>
              <a:t>Click to edit Master title style</a:t>
            </a:r>
          </a:p>
        </p:txBody>
      </p:sp>
      <p:sp>
        <p:nvSpPr>
          <p:cNvPr id="1033" name="Text Placeholder 8">
            <a:extLst>
              <a:ext uri="{FF2B5EF4-FFF2-40B4-BE49-F238E27FC236}">
                <a16:creationId xmlns:a16="http://schemas.microsoft.com/office/drawing/2014/main" id="{FF7A2CE5-ECA8-9F36-06DA-1516C2A0759A}"/>
              </a:ext>
            </a:extLst>
          </p:cNvPr>
          <p:cNvSpPr>
            <a:spLocks noGrp="1"/>
          </p:cNvSpPr>
          <p:nvPr>
            <p:ph type="body" idx="1"/>
          </p:nvPr>
        </p:nvSpPr>
        <p:spPr bwMode="auto">
          <a:xfrm>
            <a:off x="1435101" y="1447800"/>
            <a:ext cx="74993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 name="Date Placeholder 23">
            <a:extLst>
              <a:ext uri="{FF2B5EF4-FFF2-40B4-BE49-F238E27FC236}">
                <a16:creationId xmlns:a16="http://schemas.microsoft.com/office/drawing/2014/main" id="{B453F747-3ED0-446C-EBDF-CCD544FB2AA6}"/>
              </a:ext>
            </a:extLst>
          </p:cNvPr>
          <p:cNvSpPr>
            <a:spLocks noGrp="1"/>
          </p:cNvSpPr>
          <p:nvPr>
            <p:ph type="dt" sz="half" idx="2"/>
          </p:nvPr>
        </p:nvSpPr>
        <p:spPr>
          <a:xfrm>
            <a:off x="3276600" y="6305550"/>
            <a:ext cx="2133600" cy="476250"/>
          </a:xfrm>
          <a:prstGeom prst="rect">
            <a:avLst/>
          </a:prstGeom>
        </p:spPr>
        <p:txBody>
          <a:bodyPr vert="horz" wrap="square" lIns="91440" tIns="45720" rIns="91440" bIns="45720" numCol="1" anchor="b" anchorCtr="0" compatLnSpc="1">
            <a:prstTxWarp prst="textNoShape">
              <a:avLst/>
            </a:prstTxWarp>
          </a:bodyPr>
          <a:lstStyle>
            <a:lvl1pPr algn="r" eaLnBrk="1" hangingPunct="1">
              <a:defRPr sz="900">
                <a:solidFill>
                  <a:srgbClr val="B5A788"/>
                </a:solidFill>
              </a:defRPr>
            </a:lvl1pPr>
          </a:lstStyle>
          <a:p>
            <a:pPr>
              <a:defRPr/>
            </a:pPr>
            <a:fld id="{4578AA79-3AD3-4275-A43B-6D82CA019D45}" type="datetimeFigureOut">
              <a:rPr lang="en-US"/>
              <a:pPr>
                <a:defRPr/>
              </a:pPr>
              <a:t>7/26/2024</a:t>
            </a:fld>
            <a:endParaRPr lang="en-US">
              <a:solidFill>
                <a:srgbClr val="AAA393"/>
              </a:solidFill>
            </a:endParaRPr>
          </a:p>
        </p:txBody>
      </p:sp>
      <p:sp>
        <p:nvSpPr>
          <p:cNvPr id="10" name="Footer Placeholder 9">
            <a:extLst>
              <a:ext uri="{FF2B5EF4-FFF2-40B4-BE49-F238E27FC236}">
                <a16:creationId xmlns:a16="http://schemas.microsoft.com/office/drawing/2014/main" id="{973AEB56-8A72-4E17-E0FA-699DA0449839}"/>
              </a:ext>
            </a:extLst>
          </p:cNvPr>
          <p:cNvSpPr>
            <a:spLocks noGrp="1"/>
          </p:cNvSpPr>
          <p:nvPr>
            <p:ph type="ftr" sz="quarter" idx="3"/>
          </p:nvPr>
        </p:nvSpPr>
        <p:spPr>
          <a:xfrm>
            <a:off x="5410200" y="6305550"/>
            <a:ext cx="2895600" cy="476250"/>
          </a:xfrm>
          <a:prstGeom prst="rect">
            <a:avLst/>
          </a:prstGeom>
        </p:spPr>
        <p:txBody>
          <a:bodyPr vert="horz" wrap="square" lIns="91440" tIns="45720" rIns="91440" bIns="45720" numCol="1" anchor="b" anchorCtr="0" compatLnSpc="1">
            <a:prstTxWarp prst="textNoShape">
              <a:avLst/>
            </a:prstTxWarp>
          </a:bodyPr>
          <a:lstStyle>
            <a:lvl1pPr eaLnBrk="1" hangingPunct="1">
              <a:defRPr sz="900">
                <a:solidFill>
                  <a:srgbClr val="AAA393"/>
                </a:solidFill>
              </a:defRPr>
            </a:lvl1pPr>
          </a:lstStyle>
          <a:p>
            <a:pPr>
              <a:defRPr/>
            </a:pPr>
            <a:endParaRPr lang="en-US"/>
          </a:p>
        </p:txBody>
      </p:sp>
      <p:sp>
        <p:nvSpPr>
          <p:cNvPr id="22" name="Slide Number Placeholder 21">
            <a:extLst>
              <a:ext uri="{FF2B5EF4-FFF2-40B4-BE49-F238E27FC236}">
                <a16:creationId xmlns:a16="http://schemas.microsoft.com/office/drawing/2014/main" id="{DEC61227-CD52-0800-E701-43D425064D62}"/>
              </a:ext>
            </a:extLst>
          </p:cNvPr>
          <p:cNvSpPr>
            <a:spLocks noGrp="1"/>
          </p:cNvSpPr>
          <p:nvPr>
            <p:ph type="sldNum" sz="quarter" idx="4"/>
          </p:nvPr>
        </p:nvSpPr>
        <p:spPr>
          <a:xfrm>
            <a:off x="8308977" y="6305550"/>
            <a:ext cx="682625" cy="47625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900">
                <a:solidFill>
                  <a:srgbClr val="B5A788"/>
                </a:solidFill>
              </a:defRPr>
            </a:lvl1pPr>
          </a:lstStyle>
          <a:p>
            <a:r>
              <a:rPr lang="en-US" altLang="en-US"/>
              <a:t>2.</a:t>
            </a:r>
            <a:fld id="{552AEACC-54ED-4E5C-85DD-C171E2986F30}" type="slidenum">
              <a:rPr lang="en-US" altLang="en-US"/>
              <a:pPr/>
              <a:t>‹#›</a:t>
            </a:fld>
            <a:endParaRPr lang="en-US" altLang="en-US"/>
          </a:p>
        </p:txBody>
      </p:sp>
      <p:sp>
        <p:nvSpPr>
          <p:cNvPr id="15" name="Rectangle 14">
            <a:extLst>
              <a:ext uri="{FF2B5EF4-FFF2-40B4-BE49-F238E27FC236}">
                <a16:creationId xmlns:a16="http://schemas.microsoft.com/office/drawing/2014/main" id="{49E1A222-AC1D-F917-70DF-A987D20A8D39}"/>
              </a:ext>
            </a:extLst>
          </p:cNvPr>
          <p:cNvSpPr/>
          <p:nvPr/>
        </p:nvSpPr>
        <p:spPr bwMode="invGray">
          <a:xfrm>
            <a:off x="1014415"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solidFill>
                <a:srgbClr val="FFFFFF"/>
              </a:solidFill>
            </a:endParaRPr>
          </a:p>
        </p:txBody>
      </p:sp>
    </p:spTree>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hf hdr="0" ftr="0" dt="0"/>
  <p:txStyles>
    <p:titleStyle>
      <a:lvl1pPr algn="l" rtl="0" eaLnBrk="0" fontAlgn="base" hangingPunct="0">
        <a:spcBef>
          <a:spcPct val="0"/>
        </a:spcBef>
        <a:spcAft>
          <a:spcPct val="0"/>
        </a:spcAft>
        <a:defRPr sz="3225"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3225">
          <a:solidFill>
            <a:srgbClr val="572314"/>
          </a:solidFill>
          <a:latin typeface="Gill Sans MT" pitchFamily="34" charset="0"/>
        </a:defRPr>
      </a:lvl2pPr>
      <a:lvl3pPr algn="l" rtl="0" eaLnBrk="0" fontAlgn="base" hangingPunct="0">
        <a:spcBef>
          <a:spcPct val="0"/>
        </a:spcBef>
        <a:spcAft>
          <a:spcPct val="0"/>
        </a:spcAft>
        <a:defRPr sz="3225">
          <a:solidFill>
            <a:srgbClr val="572314"/>
          </a:solidFill>
          <a:latin typeface="Gill Sans MT" pitchFamily="34" charset="0"/>
        </a:defRPr>
      </a:lvl3pPr>
      <a:lvl4pPr algn="l" rtl="0" eaLnBrk="0" fontAlgn="base" hangingPunct="0">
        <a:spcBef>
          <a:spcPct val="0"/>
        </a:spcBef>
        <a:spcAft>
          <a:spcPct val="0"/>
        </a:spcAft>
        <a:defRPr sz="3225">
          <a:solidFill>
            <a:srgbClr val="572314"/>
          </a:solidFill>
          <a:latin typeface="Gill Sans MT" pitchFamily="34" charset="0"/>
        </a:defRPr>
      </a:lvl4pPr>
      <a:lvl5pPr algn="l" rtl="0" eaLnBrk="0" fontAlgn="base" hangingPunct="0">
        <a:spcBef>
          <a:spcPct val="0"/>
        </a:spcBef>
        <a:spcAft>
          <a:spcPct val="0"/>
        </a:spcAft>
        <a:defRPr sz="3225">
          <a:solidFill>
            <a:srgbClr val="572314"/>
          </a:solidFill>
          <a:latin typeface="Gill Sans MT" pitchFamily="34" charset="0"/>
        </a:defRPr>
      </a:lvl5pPr>
      <a:lvl6pPr marL="342900" algn="l" rtl="0" fontAlgn="base">
        <a:spcBef>
          <a:spcPct val="0"/>
        </a:spcBef>
        <a:spcAft>
          <a:spcPct val="0"/>
        </a:spcAft>
        <a:defRPr sz="3225">
          <a:solidFill>
            <a:srgbClr val="572314"/>
          </a:solidFill>
          <a:latin typeface="Gill Sans MT" pitchFamily="34" charset="0"/>
        </a:defRPr>
      </a:lvl6pPr>
      <a:lvl7pPr marL="685800" algn="l" rtl="0" fontAlgn="base">
        <a:spcBef>
          <a:spcPct val="0"/>
        </a:spcBef>
        <a:spcAft>
          <a:spcPct val="0"/>
        </a:spcAft>
        <a:defRPr sz="3225">
          <a:solidFill>
            <a:srgbClr val="572314"/>
          </a:solidFill>
          <a:latin typeface="Gill Sans MT" pitchFamily="34" charset="0"/>
        </a:defRPr>
      </a:lvl7pPr>
      <a:lvl8pPr marL="1028700" algn="l" rtl="0" fontAlgn="base">
        <a:spcBef>
          <a:spcPct val="0"/>
        </a:spcBef>
        <a:spcAft>
          <a:spcPct val="0"/>
        </a:spcAft>
        <a:defRPr sz="3225">
          <a:solidFill>
            <a:srgbClr val="572314"/>
          </a:solidFill>
          <a:latin typeface="Gill Sans MT" pitchFamily="34" charset="0"/>
        </a:defRPr>
      </a:lvl8pPr>
      <a:lvl9pPr marL="1371600" algn="l" rtl="0" fontAlgn="base">
        <a:spcBef>
          <a:spcPct val="0"/>
        </a:spcBef>
        <a:spcAft>
          <a:spcPct val="0"/>
        </a:spcAft>
        <a:defRPr sz="3225">
          <a:solidFill>
            <a:srgbClr val="572314"/>
          </a:solidFill>
          <a:latin typeface="Gill Sans MT" pitchFamily="34" charset="0"/>
        </a:defRPr>
      </a:lvl9pPr>
      <a:extLst/>
    </p:titleStyle>
    <p:bodyStyle>
      <a:lvl1pPr marL="273844" indent="-211931" algn="l" rtl="0" eaLnBrk="0" fontAlgn="base" hangingPunct="0">
        <a:spcBef>
          <a:spcPts val="450"/>
        </a:spcBef>
        <a:spcAft>
          <a:spcPct val="0"/>
        </a:spcAft>
        <a:buClr>
          <a:schemeClr val="accent1"/>
        </a:buClr>
        <a:buSzPct val="80000"/>
        <a:buFont typeface="Wingdings 2" panose="05020102010507070707" pitchFamily="18" charset="2"/>
        <a:buChar char=""/>
        <a:defRPr sz="2400" kern="1200">
          <a:solidFill>
            <a:schemeClr val="tx1"/>
          </a:solidFill>
          <a:latin typeface="+mn-lt"/>
          <a:ea typeface="+mn-ea"/>
          <a:cs typeface="+mn-cs"/>
        </a:defRPr>
      </a:lvl1pPr>
      <a:lvl2pPr marL="479822" indent="-177404" algn="l" rtl="0" eaLnBrk="0" fontAlgn="base" hangingPunct="0">
        <a:spcBef>
          <a:spcPts val="413"/>
        </a:spcBef>
        <a:spcAft>
          <a:spcPct val="0"/>
        </a:spcAft>
        <a:buClr>
          <a:schemeClr val="accent1"/>
        </a:buClr>
        <a:buFont typeface="Verdana" panose="020B0604030504040204" pitchFamily="34" charset="0"/>
        <a:buChar char="◦"/>
        <a:defRPr sz="2100" kern="1200">
          <a:solidFill>
            <a:schemeClr val="tx1"/>
          </a:solidFill>
          <a:latin typeface="+mn-lt"/>
          <a:ea typeface="+mn-ea"/>
          <a:cs typeface="+mn-cs"/>
        </a:defRPr>
      </a:lvl2pPr>
      <a:lvl3pPr marL="664369" indent="-171450" algn="l" rtl="0" eaLnBrk="0" fontAlgn="base" hangingPunct="0">
        <a:spcBef>
          <a:spcPct val="20000"/>
        </a:spcBef>
        <a:spcAft>
          <a:spcPct val="0"/>
        </a:spcAft>
        <a:buClr>
          <a:schemeClr val="accent2"/>
        </a:buClr>
        <a:buFont typeface="Wingdings 2" panose="05020102010507070707" pitchFamily="18" charset="2"/>
        <a:buChar char=""/>
        <a:defRPr sz="1800" kern="1200">
          <a:solidFill>
            <a:schemeClr val="tx1"/>
          </a:solidFill>
          <a:latin typeface="+mn-lt"/>
          <a:ea typeface="+mn-ea"/>
          <a:cs typeface="+mn-cs"/>
        </a:defRPr>
      </a:lvl3pPr>
      <a:lvl4pPr marL="822722" indent="-129779" algn="l" rtl="0" eaLnBrk="0" fontAlgn="base" hangingPunct="0">
        <a:spcBef>
          <a:spcPct val="20000"/>
        </a:spcBef>
        <a:spcAft>
          <a:spcPct val="0"/>
        </a:spcAft>
        <a:buClr>
          <a:srgbClr val="C32D2E"/>
        </a:buClr>
        <a:buFont typeface="Wingdings 2" panose="05020102010507070707" pitchFamily="18" charset="2"/>
        <a:buChar char=""/>
        <a:defRPr sz="1500" kern="1200">
          <a:solidFill>
            <a:schemeClr val="tx1"/>
          </a:solidFill>
          <a:latin typeface="+mn-lt"/>
          <a:ea typeface="+mn-ea"/>
          <a:cs typeface="+mn-cs"/>
        </a:defRPr>
      </a:lvl4pPr>
      <a:lvl5pPr marL="972741" indent="-136922" algn="l" rtl="0" eaLnBrk="0" fontAlgn="base" hangingPunct="0">
        <a:spcBef>
          <a:spcPct val="20000"/>
        </a:spcBef>
        <a:spcAft>
          <a:spcPct val="0"/>
        </a:spcAft>
        <a:buClr>
          <a:srgbClr val="84AA33"/>
        </a:buClr>
        <a:buFont typeface="Wingdings 2" panose="05020102010507070707" pitchFamily="18" charset="2"/>
        <a:buChar char=""/>
        <a:defRPr sz="1500" kern="1200">
          <a:solidFill>
            <a:schemeClr val="tx1"/>
          </a:solidFill>
          <a:latin typeface="+mn-lt"/>
          <a:ea typeface="+mn-ea"/>
          <a:cs typeface="+mn-cs"/>
        </a:defRPr>
      </a:lvl5pPr>
      <a:lvl6pPr marL="1131570" indent="-137160" algn="l" rtl="0" eaLnBrk="1" latinLnBrk="0" hangingPunct="1">
        <a:lnSpc>
          <a:spcPct val="100000"/>
        </a:lnSpc>
        <a:spcBef>
          <a:spcPct val="20000"/>
        </a:spcBef>
        <a:buClr>
          <a:schemeClr val="accent5"/>
        </a:buClr>
        <a:buFont typeface="Wingdings 2"/>
        <a:buChar char=""/>
        <a:defRPr kumimoji="0" sz="1500" kern="1200">
          <a:solidFill>
            <a:schemeClr val="tx1"/>
          </a:solidFill>
          <a:latin typeface="+mn-lt"/>
          <a:ea typeface="+mn-ea"/>
          <a:cs typeface="+mn-cs"/>
        </a:defRPr>
      </a:lvl6pPr>
      <a:lvl7pPr marL="1289304" indent="-137160" algn="l" rtl="0" eaLnBrk="1" latinLnBrk="0" hangingPunct="1">
        <a:lnSpc>
          <a:spcPct val="100000"/>
        </a:lnSpc>
        <a:spcBef>
          <a:spcPct val="20000"/>
        </a:spcBef>
        <a:buClr>
          <a:schemeClr val="accent6"/>
        </a:buClr>
        <a:buFont typeface="Wingdings 2"/>
        <a:buChar char=""/>
        <a:defRPr kumimoji="0" sz="1500" kern="1200">
          <a:solidFill>
            <a:schemeClr val="tx1"/>
          </a:solidFill>
          <a:latin typeface="+mn-lt"/>
          <a:ea typeface="+mn-ea"/>
          <a:cs typeface="+mn-cs"/>
        </a:defRPr>
      </a:lvl7pPr>
      <a:lvl8pPr marL="1440180" indent="-137160" algn="l" rtl="0" eaLnBrk="1" latinLnBrk="0" hangingPunct="1">
        <a:lnSpc>
          <a:spcPct val="100000"/>
        </a:lnSpc>
        <a:spcBef>
          <a:spcPct val="20000"/>
        </a:spcBef>
        <a:buClr>
          <a:schemeClr val="accent6"/>
        </a:buClr>
        <a:buFont typeface="Wingdings 2"/>
        <a:buChar char=""/>
        <a:defRPr kumimoji="0" sz="1500" kern="1200">
          <a:solidFill>
            <a:schemeClr val="tx1"/>
          </a:solidFill>
          <a:latin typeface="+mn-lt"/>
          <a:ea typeface="+mn-ea"/>
          <a:cs typeface="+mn-cs"/>
        </a:defRPr>
      </a:lvl8pPr>
      <a:lvl9pPr marL="1597914" indent="-137160" algn="l" rtl="0" eaLnBrk="1" latinLnBrk="0" hangingPunct="1">
        <a:lnSpc>
          <a:spcPct val="100000"/>
        </a:lnSpc>
        <a:spcBef>
          <a:spcPct val="20000"/>
        </a:spcBef>
        <a:buClr>
          <a:schemeClr val="accent6"/>
        </a:buClr>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56761-BE02-7AB4-41DD-7EEF54A8CE0C}"/>
              </a:ext>
            </a:extLst>
          </p:cNvPr>
          <p:cNvSpPr>
            <a:spLocks noGrp="1"/>
          </p:cNvSpPr>
          <p:nvPr>
            <p:ph type="ctrTitle"/>
          </p:nvPr>
        </p:nvSpPr>
        <p:spPr>
          <a:xfrm>
            <a:off x="2216947" y="1127522"/>
            <a:ext cx="5555456" cy="1103709"/>
          </a:xfrm>
        </p:spPr>
        <p:txBody>
          <a:bodyPr/>
          <a:lstStyle/>
          <a:p>
            <a:pPr eaLnBrk="1" fontAlgn="auto" hangingPunct="1">
              <a:spcAft>
                <a:spcPts val="0"/>
              </a:spcAft>
              <a:defRPr/>
            </a:pPr>
            <a:br>
              <a:rPr lang="en-US" dirty="0">
                <a:solidFill>
                  <a:schemeClr val="tx2">
                    <a:satMod val="130000"/>
                  </a:schemeClr>
                </a:solidFill>
              </a:rPr>
            </a:br>
            <a:r>
              <a:rPr lang="en-US" dirty="0">
                <a:solidFill>
                  <a:schemeClr val="tx2">
                    <a:satMod val="130000"/>
                  </a:schemeClr>
                </a:solidFill>
              </a:rPr>
              <a:t>Network Models</a:t>
            </a:r>
          </a:p>
        </p:txBody>
      </p:sp>
      <p:sp>
        <p:nvSpPr>
          <p:cNvPr id="13315" name="Subtitle 2">
            <a:extLst>
              <a:ext uri="{FF2B5EF4-FFF2-40B4-BE49-F238E27FC236}">
                <a16:creationId xmlns:a16="http://schemas.microsoft.com/office/drawing/2014/main" id="{9415A25C-5AD5-0E64-1AC7-0BBE44CE8A8F}"/>
              </a:ext>
            </a:extLst>
          </p:cNvPr>
          <p:cNvSpPr>
            <a:spLocks noGrp="1"/>
          </p:cNvSpPr>
          <p:nvPr>
            <p:ph type="subTitle" idx="1"/>
          </p:nvPr>
        </p:nvSpPr>
        <p:spPr>
          <a:xfrm>
            <a:off x="2216947" y="2244329"/>
            <a:ext cx="5555456" cy="1314450"/>
          </a:xfrm>
        </p:spPr>
        <p:txBody>
          <a:bodyPr/>
          <a:lstStyle/>
          <a:p>
            <a:pPr marL="20241" eaLnBrk="1" hangingPunct="1"/>
            <a:endParaRPr lang="en-US" altLang="en-US" dirty="0">
              <a:solidFill>
                <a:srgbClr val="320E04"/>
              </a:solidFill>
            </a:endParaRPr>
          </a:p>
        </p:txBody>
      </p:sp>
      <p:sp>
        <p:nvSpPr>
          <p:cNvPr id="13316" name="Slide Number Placeholder 3">
            <a:extLst>
              <a:ext uri="{FF2B5EF4-FFF2-40B4-BE49-F238E27FC236}">
                <a16:creationId xmlns:a16="http://schemas.microsoft.com/office/drawing/2014/main" id="{2E59DBA6-2837-73D5-4B22-A54DD2EC617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fld id="{474EC1B0-4139-45C6-B4D5-21DF0740A5F4}" type="slidenum">
              <a:rPr lang="en-US" altLang="en-US">
                <a:solidFill>
                  <a:srgbClr val="B5A788"/>
                </a:solidFill>
              </a:rPr>
              <a:pPr/>
              <a:t>1</a:t>
            </a:fld>
            <a:endParaRPr lang="en-US" altLang="en-US">
              <a:solidFill>
                <a:srgbClr val="B5A78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699BAC4-767F-F252-90FB-73CE20329C06}"/>
              </a:ext>
            </a:extLst>
          </p:cNvPr>
          <p:cNvSpPr>
            <a:spLocks noGrp="1"/>
          </p:cNvSpPr>
          <p:nvPr>
            <p:ph type="title"/>
          </p:nvPr>
        </p:nvSpPr>
        <p:spPr/>
        <p:txBody>
          <a:bodyPr/>
          <a:lstStyle/>
          <a:p>
            <a:pPr eaLnBrk="1" fontAlgn="auto" hangingPunct="1">
              <a:spcAft>
                <a:spcPts val="0"/>
              </a:spcAft>
              <a:defRPr/>
            </a:pPr>
            <a:r>
              <a:rPr lang="en-US" dirty="0">
                <a:solidFill>
                  <a:schemeClr val="tx2">
                    <a:satMod val="130000"/>
                  </a:schemeClr>
                </a:solidFill>
              </a:rPr>
              <a:t>LAYERED TASKS</a:t>
            </a:r>
          </a:p>
        </p:txBody>
      </p:sp>
      <p:sp>
        <p:nvSpPr>
          <p:cNvPr id="14339" name="Text Placeholder 9">
            <a:extLst>
              <a:ext uri="{FF2B5EF4-FFF2-40B4-BE49-F238E27FC236}">
                <a16:creationId xmlns:a16="http://schemas.microsoft.com/office/drawing/2014/main" id="{24DCD5C2-7AB6-E0C7-DE6D-CE65403BE07E}"/>
              </a:ext>
            </a:extLst>
          </p:cNvPr>
          <p:cNvSpPr>
            <a:spLocks noGrp="1"/>
          </p:cNvSpPr>
          <p:nvPr>
            <p:ph idx="1"/>
          </p:nvPr>
        </p:nvSpPr>
        <p:spPr/>
        <p:txBody>
          <a:bodyPr/>
          <a:lstStyle/>
          <a:p>
            <a:pPr eaLnBrk="1" hangingPunct="1"/>
            <a:r>
              <a:rPr lang="en-US" altLang="en-US"/>
              <a:t>We use the concept of layers in our daily life.  As an example, let us consider two friends who communicate through postal mail.  The process of sending a letter to a friend would be complex if there were no services available from the post office. </a:t>
            </a:r>
          </a:p>
        </p:txBody>
      </p:sp>
      <p:sp>
        <p:nvSpPr>
          <p:cNvPr id="14340" name="Slide Number Placeholder 1">
            <a:extLst>
              <a:ext uri="{FF2B5EF4-FFF2-40B4-BE49-F238E27FC236}">
                <a16:creationId xmlns:a16="http://schemas.microsoft.com/office/drawing/2014/main" id="{D4A6CF13-5A46-0071-38A4-89857FADF9F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F0AA90F3-3C20-411F-BEEB-5490C1B1E8BE}" type="slidenum">
              <a:rPr lang="en-US" altLang="en-US">
                <a:solidFill>
                  <a:srgbClr val="B5A788"/>
                </a:solidFill>
              </a:rPr>
              <a:pPr/>
              <a:t>2</a:t>
            </a:fld>
            <a:endParaRPr lang="en-US" altLang="en-US">
              <a:solidFill>
                <a:srgbClr val="B5A788"/>
              </a:solidFill>
            </a:endParaRPr>
          </a:p>
        </p:txBody>
      </p:sp>
      <p:sp>
        <p:nvSpPr>
          <p:cNvPr id="14341" name="Text Box 4">
            <a:extLst>
              <a:ext uri="{FF2B5EF4-FFF2-40B4-BE49-F238E27FC236}">
                <a16:creationId xmlns:a16="http://schemas.microsoft.com/office/drawing/2014/main" id="{7342DCFE-25A3-6483-3100-DDBA2754279C}"/>
              </a:ext>
            </a:extLst>
          </p:cNvPr>
          <p:cNvSpPr txBox="1">
            <a:spLocks noChangeArrowheads="1"/>
          </p:cNvSpPr>
          <p:nvPr/>
        </p:nvSpPr>
        <p:spPr bwMode="auto">
          <a:xfrm>
            <a:off x="7315200" y="565785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1">
            <a:extLst>
              <a:ext uri="{FF2B5EF4-FFF2-40B4-BE49-F238E27FC236}">
                <a16:creationId xmlns:a16="http://schemas.microsoft.com/office/drawing/2014/main" id="{4FF1CA68-C8A5-C6BC-508C-BECC18622DB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02AF2FAF-7EF0-4BBC-B523-2097A2CDE5F3}" type="slidenum">
              <a:rPr lang="en-US" altLang="en-US">
                <a:solidFill>
                  <a:srgbClr val="B5A788"/>
                </a:solidFill>
              </a:rPr>
              <a:pPr/>
              <a:t>3</a:t>
            </a:fld>
            <a:endParaRPr lang="en-US" altLang="en-US">
              <a:solidFill>
                <a:srgbClr val="B5A788"/>
              </a:solidFill>
            </a:endParaRPr>
          </a:p>
        </p:txBody>
      </p:sp>
      <p:pic>
        <p:nvPicPr>
          <p:cNvPr id="15363" name="Picture 6">
            <a:extLst>
              <a:ext uri="{FF2B5EF4-FFF2-40B4-BE49-F238E27FC236}">
                <a16:creationId xmlns:a16="http://schemas.microsoft.com/office/drawing/2014/main" id="{AD535277-92F2-5B9A-6A4D-617F73C88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00" y="2000253"/>
            <a:ext cx="4181475" cy="3599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7">
            <a:extLst>
              <a:ext uri="{FF2B5EF4-FFF2-40B4-BE49-F238E27FC236}">
                <a16:creationId xmlns:a16="http://schemas.microsoft.com/office/drawing/2014/main" id="{877A74B0-F433-01BB-7413-C70FABC9C46C}"/>
              </a:ext>
            </a:extLst>
          </p:cNvPr>
          <p:cNvSpPr>
            <a:spLocks noGrp="1"/>
          </p:cNvSpPr>
          <p:nvPr>
            <p:ph type="title" idx="4294967295"/>
          </p:nvPr>
        </p:nvSpPr>
        <p:spPr/>
        <p:txBody>
          <a:bodyPr/>
          <a:lstStyle/>
          <a:p>
            <a:pPr eaLnBrk="1" fontAlgn="auto" hangingPunct="1">
              <a:spcAft>
                <a:spcPts val="0"/>
              </a:spcAft>
              <a:defRPr/>
            </a:pPr>
            <a:r>
              <a:rPr lang="en-US" dirty="0">
                <a:solidFill>
                  <a:schemeClr val="tx2">
                    <a:satMod val="130000"/>
                  </a:schemeClr>
                </a:solidFill>
                <a:effectLst>
                  <a:outerShdw blurRad="50800" dist="38100" algn="tr" rotWithShape="0">
                    <a:prstClr val="black">
                      <a:alpha val="40000"/>
                    </a:prstClr>
                  </a:outerShdw>
                </a:effectLst>
              </a:rPr>
              <a:t>Layered Tasks, Example</a:t>
            </a:r>
            <a:endParaRPr lang="en-US" dirty="0">
              <a:solidFill>
                <a:schemeClr val="tx2">
                  <a:satMod val="13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8BABD10-6FDC-479D-7972-50D5DC9E036C}"/>
              </a:ext>
            </a:extLst>
          </p:cNvPr>
          <p:cNvSpPr>
            <a:spLocks noGrp="1"/>
          </p:cNvSpPr>
          <p:nvPr>
            <p:ph type="title"/>
          </p:nvPr>
        </p:nvSpPr>
        <p:spPr/>
        <p:txBody>
          <a:bodyPr/>
          <a:lstStyle/>
          <a:p>
            <a:pPr eaLnBrk="1" fontAlgn="auto" hangingPunct="1">
              <a:spcAft>
                <a:spcPts val="0"/>
              </a:spcAft>
              <a:defRPr/>
            </a:pPr>
            <a:r>
              <a:rPr lang="en-US" dirty="0">
                <a:solidFill>
                  <a:schemeClr val="tx2">
                    <a:satMod val="130000"/>
                  </a:schemeClr>
                </a:solidFill>
              </a:rPr>
              <a:t>THE OSI MODEL</a:t>
            </a:r>
          </a:p>
        </p:txBody>
      </p:sp>
      <p:sp>
        <p:nvSpPr>
          <p:cNvPr id="10" name="Text Placeholder 9">
            <a:extLst>
              <a:ext uri="{FF2B5EF4-FFF2-40B4-BE49-F238E27FC236}">
                <a16:creationId xmlns:a16="http://schemas.microsoft.com/office/drawing/2014/main" id="{2360CCE2-FBA9-8219-1925-53CDBF235672}"/>
              </a:ext>
            </a:extLst>
          </p:cNvPr>
          <p:cNvSpPr>
            <a:spLocks noGrp="1"/>
          </p:cNvSpPr>
          <p:nvPr>
            <p:ph idx="1"/>
          </p:nvPr>
        </p:nvSpPr>
        <p:spPr/>
        <p:txBody>
          <a:bodyPr>
            <a:normAutofit/>
          </a:bodyPr>
          <a:lstStyle/>
          <a:p>
            <a:pPr marL="274320" indent="-212598" eaLnBrk="1" fontAlgn="auto" hangingPunct="1">
              <a:spcAft>
                <a:spcPts val="0"/>
              </a:spcAft>
              <a:buFont typeface="Wingdings 2"/>
              <a:buChar char=""/>
              <a:defRPr/>
            </a:pPr>
            <a:r>
              <a:rPr lang="en-US" dirty="0"/>
              <a:t>Established in 1947, the International Standards Organization (ISO) is a multinational body dedicated to worldwide agreement on international standards. An ISO standard that covers all aspects of network communications is the Open Systems Interconnection (OSI) model. It was first introduced in the late 1970s. </a:t>
            </a:r>
          </a:p>
          <a:p>
            <a:pPr marL="274320" indent="-212598" eaLnBrk="1" fontAlgn="auto" hangingPunct="1">
              <a:spcAft>
                <a:spcPts val="0"/>
              </a:spcAft>
              <a:buFont typeface="Wingdings 2"/>
              <a:buChar char=""/>
              <a:defRPr/>
            </a:pPr>
            <a:r>
              <a:rPr lang="en-US" dirty="0"/>
              <a:t>Note: </a:t>
            </a:r>
          </a:p>
          <a:p>
            <a:pPr marL="480060" lvl="1" indent="-178308" eaLnBrk="1" fontAlgn="auto" hangingPunct="1">
              <a:spcAft>
                <a:spcPts val="0"/>
              </a:spcAft>
              <a:buFont typeface="Verdana"/>
              <a:buChar char="◦"/>
              <a:defRPr/>
            </a:pPr>
            <a:r>
              <a:rPr lang="en-US" dirty="0"/>
              <a:t>ISO is the organization.</a:t>
            </a:r>
          </a:p>
          <a:p>
            <a:pPr marL="480060" lvl="1" indent="-178308" eaLnBrk="1" fontAlgn="auto" hangingPunct="1">
              <a:spcAft>
                <a:spcPts val="0"/>
              </a:spcAft>
              <a:buFont typeface="Verdana"/>
              <a:buChar char="◦"/>
              <a:defRPr/>
            </a:pPr>
            <a:r>
              <a:rPr lang="en-US" dirty="0"/>
              <a:t>OSI is the model.</a:t>
            </a:r>
          </a:p>
        </p:txBody>
      </p:sp>
      <p:sp>
        <p:nvSpPr>
          <p:cNvPr id="16388" name="Slide Number Placeholder 1">
            <a:extLst>
              <a:ext uri="{FF2B5EF4-FFF2-40B4-BE49-F238E27FC236}">
                <a16:creationId xmlns:a16="http://schemas.microsoft.com/office/drawing/2014/main" id="{A6928D4F-B4AE-A143-18B3-56CFE64B52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95026FB6-F987-40C5-8309-D6F13192FB11}" type="slidenum">
              <a:rPr lang="en-US" altLang="en-US">
                <a:solidFill>
                  <a:srgbClr val="B5A788"/>
                </a:solidFill>
              </a:rPr>
              <a:pPr/>
              <a:t>4</a:t>
            </a:fld>
            <a:endParaRPr lang="en-US" altLang="en-US">
              <a:solidFill>
                <a:srgbClr val="B5A788"/>
              </a:solidFill>
            </a:endParaRPr>
          </a:p>
        </p:txBody>
      </p:sp>
      <p:sp>
        <p:nvSpPr>
          <p:cNvPr id="16389" name="Text Box 4">
            <a:extLst>
              <a:ext uri="{FF2B5EF4-FFF2-40B4-BE49-F238E27FC236}">
                <a16:creationId xmlns:a16="http://schemas.microsoft.com/office/drawing/2014/main" id="{98F66F0F-712D-31AC-F6D5-610383F0E4E8}"/>
              </a:ext>
            </a:extLst>
          </p:cNvPr>
          <p:cNvSpPr txBox="1">
            <a:spLocks noChangeArrowheads="1"/>
          </p:cNvSpPr>
          <p:nvPr/>
        </p:nvSpPr>
        <p:spPr bwMode="auto">
          <a:xfrm>
            <a:off x="7315200" y="565785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CB6D55C-A7D6-EB7E-D993-4052B5C4BB91}"/>
              </a:ext>
            </a:extLst>
          </p:cNvPr>
          <p:cNvSpPr>
            <a:spLocks noGrp="1"/>
          </p:cNvSpPr>
          <p:nvPr>
            <p:ph type="title"/>
          </p:nvPr>
        </p:nvSpPr>
        <p:spPr>
          <a:xfrm>
            <a:off x="2219325" y="1063229"/>
            <a:ext cx="5624513" cy="857250"/>
          </a:xfrm>
        </p:spPr>
        <p:txBody>
          <a:bodyPr/>
          <a:lstStyle/>
          <a:p>
            <a:pPr eaLnBrk="1" fontAlgn="auto" hangingPunct="1">
              <a:spcAft>
                <a:spcPts val="0"/>
              </a:spcAft>
              <a:defRPr/>
            </a:pPr>
            <a:r>
              <a:rPr lang="en-US" dirty="0">
                <a:solidFill>
                  <a:schemeClr val="tx2">
                    <a:satMod val="130000"/>
                  </a:schemeClr>
                </a:solidFill>
              </a:rPr>
              <a:t>Seven layers of the OSI model</a:t>
            </a:r>
          </a:p>
        </p:txBody>
      </p:sp>
      <p:sp>
        <p:nvSpPr>
          <p:cNvPr id="17411" name="Slide Number Placeholder 1">
            <a:extLst>
              <a:ext uri="{FF2B5EF4-FFF2-40B4-BE49-F238E27FC236}">
                <a16:creationId xmlns:a16="http://schemas.microsoft.com/office/drawing/2014/main" id="{D5B1954E-8F4A-BA46-3F4B-7D0FF5E4871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CEB484AC-1A35-4AD8-B164-5FF59070A14A}" type="slidenum">
              <a:rPr lang="en-US" altLang="en-US">
                <a:solidFill>
                  <a:srgbClr val="B5A788"/>
                </a:solidFill>
              </a:rPr>
              <a:pPr/>
              <a:t>5</a:t>
            </a:fld>
            <a:endParaRPr lang="en-US" altLang="en-US">
              <a:solidFill>
                <a:srgbClr val="B5A788"/>
              </a:solidFill>
            </a:endParaRPr>
          </a:p>
        </p:txBody>
      </p:sp>
      <p:pic>
        <p:nvPicPr>
          <p:cNvPr id="17412" name="Picture 6">
            <a:extLst>
              <a:ext uri="{FF2B5EF4-FFF2-40B4-BE49-F238E27FC236}">
                <a16:creationId xmlns:a16="http://schemas.microsoft.com/office/drawing/2014/main" id="{F935DBEC-58C0-7490-6316-3D60F0856C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7752" y="2209800"/>
            <a:ext cx="4261247" cy="4374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BEF38C-5D1F-4D13-A322-21F38D68CF21}"/>
              </a:ext>
            </a:extLst>
          </p:cNvPr>
          <p:cNvSpPr>
            <a:spLocks noGrp="1"/>
          </p:cNvSpPr>
          <p:nvPr>
            <p:ph type="title"/>
          </p:nvPr>
        </p:nvSpPr>
        <p:spPr>
          <a:xfrm>
            <a:off x="1435101" y="274638"/>
            <a:ext cx="7499350" cy="792162"/>
          </a:xfrm>
        </p:spPr>
        <p:txBody>
          <a:bodyPr/>
          <a:lstStyle/>
          <a:p>
            <a:endParaRPr lang="en-US" dirty="0"/>
          </a:p>
        </p:txBody>
      </p:sp>
      <p:sp>
        <p:nvSpPr>
          <p:cNvPr id="5" name="Content Placeholder 4">
            <a:extLst>
              <a:ext uri="{FF2B5EF4-FFF2-40B4-BE49-F238E27FC236}">
                <a16:creationId xmlns:a16="http://schemas.microsoft.com/office/drawing/2014/main" id="{7B1D03ED-E846-4871-85A9-A81A4CF3206A}"/>
              </a:ext>
            </a:extLst>
          </p:cNvPr>
          <p:cNvSpPr>
            <a:spLocks noGrp="1"/>
          </p:cNvSpPr>
          <p:nvPr>
            <p:ph idx="1"/>
          </p:nvPr>
        </p:nvSpPr>
        <p:spPr/>
        <p:txBody>
          <a:bodyPr/>
          <a:lstStyle/>
          <a:p>
            <a:r>
              <a:rPr lang="en-US" b="1" i="0" dirty="0">
                <a:solidFill>
                  <a:srgbClr val="141414"/>
                </a:solidFill>
                <a:effectLst/>
                <a:latin typeface="Inter"/>
              </a:rPr>
              <a:t>All people seem to need data processing.“</a:t>
            </a:r>
          </a:p>
          <a:p>
            <a:r>
              <a:rPr lang="en-US" b="1" i="0" dirty="0">
                <a:solidFill>
                  <a:srgbClr val="C00000"/>
                </a:solidFill>
                <a:effectLst/>
                <a:latin typeface="Inter"/>
              </a:rPr>
              <a:t>All</a:t>
            </a:r>
            <a:r>
              <a:rPr lang="en-US" b="0" i="0" dirty="0">
                <a:solidFill>
                  <a:srgbClr val="C00000"/>
                </a:solidFill>
                <a:effectLst/>
                <a:latin typeface="Inter"/>
              </a:rPr>
              <a:t> = Application Layer </a:t>
            </a:r>
          </a:p>
          <a:p>
            <a:r>
              <a:rPr lang="en-US" b="1" i="0" dirty="0">
                <a:solidFill>
                  <a:srgbClr val="C00000"/>
                </a:solidFill>
                <a:effectLst/>
                <a:latin typeface="Inter"/>
              </a:rPr>
              <a:t>People</a:t>
            </a:r>
            <a:r>
              <a:rPr lang="en-US" b="0" i="0" dirty="0">
                <a:solidFill>
                  <a:srgbClr val="C00000"/>
                </a:solidFill>
                <a:effectLst/>
                <a:latin typeface="Inter"/>
              </a:rPr>
              <a:t> = Presentation Layer </a:t>
            </a:r>
          </a:p>
          <a:p>
            <a:r>
              <a:rPr lang="en-US" b="1" i="0" dirty="0">
                <a:solidFill>
                  <a:srgbClr val="C00000"/>
                </a:solidFill>
                <a:effectLst/>
                <a:latin typeface="Inter"/>
              </a:rPr>
              <a:t>Seem</a:t>
            </a:r>
            <a:r>
              <a:rPr lang="en-US" b="0" i="0" dirty="0">
                <a:solidFill>
                  <a:srgbClr val="C00000"/>
                </a:solidFill>
                <a:effectLst/>
                <a:latin typeface="Inter"/>
              </a:rPr>
              <a:t> = Session Layer</a:t>
            </a:r>
          </a:p>
          <a:p>
            <a:r>
              <a:rPr lang="en-US" b="0" i="0" dirty="0">
                <a:solidFill>
                  <a:srgbClr val="C00000"/>
                </a:solidFill>
                <a:effectLst/>
                <a:latin typeface="Inter"/>
              </a:rPr>
              <a:t> </a:t>
            </a:r>
            <a:r>
              <a:rPr lang="en-US" b="1" i="0" dirty="0">
                <a:solidFill>
                  <a:srgbClr val="C00000"/>
                </a:solidFill>
                <a:effectLst/>
                <a:latin typeface="Inter"/>
              </a:rPr>
              <a:t>To</a:t>
            </a:r>
            <a:r>
              <a:rPr lang="en-US" b="0" i="0" dirty="0">
                <a:solidFill>
                  <a:srgbClr val="C00000"/>
                </a:solidFill>
                <a:effectLst/>
                <a:latin typeface="Inter"/>
              </a:rPr>
              <a:t> = Transport Layer</a:t>
            </a:r>
          </a:p>
          <a:p>
            <a:r>
              <a:rPr lang="en-US" b="0" i="0" dirty="0">
                <a:solidFill>
                  <a:srgbClr val="C00000"/>
                </a:solidFill>
                <a:effectLst/>
                <a:latin typeface="Inter"/>
              </a:rPr>
              <a:t> </a:t>
            </a:r>
            <a:r>
              <a:rPr lang="en-US" b="1" i="0" dirty="0">
                <a:solidFill>
                  <a:srgbClr val="C00000"/>
                </a:solidFill>
                <a:effectLst/>
                <a:latin typeface="Inter"/>
              </a:rPr>
              <a:t>Need</a:t>
            </a:r>
            <a:r>
              <a:rPr lang="en-US" b="0" i="0" dirty="0">
                <a:solidFill>
                  <a:srgbClr val="C00000"/>
                </a:solidFill>
                <a:effectLst/>
                <a:latin typeface="Inter"/>
              </a:rPr>
              <a:t> = </a:t>
            </a:r>
          </a:p>
          <a:p>
            <a:r>
              <a:rPr lang="en-US" b="0" i="0" dirty="0">
                <a:solidFill>
                  <a:srgbClr val="C00000"/>
                </a:solidFill>
                <a:effectLst/>
                <a:latin typeface="Inter"/>
              </a:rPr>
              <a:t>Network Layer </a:t>
            </a:r>
          </a:p>
          <a:p>
            <a:r>
              <a:rPr lang="en-US" b="1" i="0" dirty="0">
                <a:solidFill>
                  <a:srgbClr val="C00000"/>
                </a:solidFill>
                <a:effectLst/>
                <a:latin typeface="Inter"/>
              </a:rPr>
              <a:t>Data</a:t>
            </a:r>
            <a:r>
              <a:rPr lang="en-US" b="0" i="0" dirty="0">
                <a:solidFill>
                  <a:srgbClr val="C00000"/>
                </a:solidFill>
                <a:effectLst/>
                <a:latin typeface="Inter"/>
              </a:rPr>
              <a:t> = Data Link Layer </a:t>
            </a:r>
          </a:p>
          <a:p>
            <a:r>
              <a:rPr lang="en-US" b="1" i="0" dirty="0">
                <a:solidFill>
                  <a:srgbClr val="C00000"/>
                </a:solidFill>
                <a:effectLst/>
                <a:latin typeface="Inter"/>
              </a:rPr>
              <a:t>Processing</a:t>
            </a:r>
            <a:r>
              <a:rPr lang="en-US" b="0" i="0" dirty="0">
                <a:solidFill>
                  <a:srgbClr val="C00000"/>
                </a:solidFill>
                <a:effectLst/>
                <a:latin typeface="Inter"/>
              </a:rPr>
              <a:t> = Physical Layer</a:t>
            </a:r>
            <a:endParaRPr lang="en-US" dirty="0">
              <a:solidFill>
                <a:srgbClr val="C00000"/>
              </a:solidFill>
            </a:endParaRPr>
          </a:p>
        </p:txBody>
      </p:sp>
      <p:sp>
        <p:nvSpPr>
          <p:cNvPr id="3" name="Slide Number Placeholder 2">
            <a:extLst>
              <a:ext uri="{FF2B5EF4-FFF2-40B4-BE49-F238E27FC236}">
                <a16:creationId xmlns:a16="http://schemas.microsoft.com/office/drawing/2014/main" id="{B71DB5B9-D90A-422F-A00F-5784B681C444}"/>
              </a:ext>
            </a:extLst>
          </p:cNvPr>
          <p:cNvSpPr>
            <a:spLocks noGrp="1"/>
          </p:cNvSpPr>
          <p:nvPr>
            <p:ph type="sldNum" sz="quarter" idx="12"/>
          </p:nvPr>
        </p:nvSpPr>
        <p:spPr/>
        <p:txBody>
          <a:bodyPr/>
          <a:lstStyle/>
          <a:p>
            <a:r>
              <a:rPr lang="en-US" altLang="en-US"/>
              <a:t>2.</a:t>
            </a:r>
            <a:fld id="{95BAAAE6-77BE-4BC3-8BF2-4A463A8EAC9F}" type="slidenum">
              <a:rPr lang="en-US" altLang="en-US" smtClean="0"/>
              <a:pPr/>
              <a:t>6</a:t>
            </a:fld>
            <a:endParaRPr lang="en-US" altLang="en-US"/>
          </a:p>
        </p:txBody>
      </p:sp>
    </p:spTree>
    <p:extLst>
      <p:ext uri="{BB962C8B-B14F-4D97-AF65-F5344CB8AC3E}">
        <p14:creationId xmlns:p14="http://schemas.microsoft.com/office/powerpoint/2010/main" val="4050807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BEF38C-5D1F-4D13-A322-21F38D68CF21}"/>
              </a:ext>
            </a:extLst>
          </p:cNvPr>
          <p:cNvSpPr>
            <a:spLocks noGrp="1"/>
          </p:cNvSpPr>
          <p:nvPr>
            <p:ph type="title"/>
          </p:nvPr>
        </p:nvSpPr>
        <p:spPr>
          <a:xfrm>
            <a:off x="1435101" y="274638"/>
            <a:ext cx="7499350" cy="792162"/>
          </a:xfrm>
        </p:spPr>
        <p:txBody>
          <a:bodyPr/>
          <a:lstStyle/>
          <a:p>
            <a:endParaRPr lang="en-US" dirty="0"/>
          </a:p>
        </p:txBody>
      </p:sp>
      <p:sp>
        <p:nvSpPr>
          <p:cNvPr id="5" name="Content Placeholder 4">
            <a:extLst>
              <a:ext uri="{FF2B5EF4-FFF2-40B4-BE49-F238E27FC236}">
                <a16:creationId xmlns:a16="http://schemas.microsoft.com/office/drawing/2014/main" id="{7B1D03ED-E846-4871-85A9-A81A4CF3206A}"/>
              </a:ext>
            </a:extLst>
          </p:cNvPr>
          <p:cNvSpPr>
            <a:spLocks noGrp="1"/>
          </p:cNvSpPr>
          <p:nvPr>
            <p:ph idx="1"/>
          </p:nvPr>
        </p:nvSpPr>
        <p:spPr/>
        <p:txBody>
          <a:bodyPr/>
          <a:lstStyle/>
          <a:p>
            <a:pPr marL="61913" indent="0" algn="l">
              <a:buNone/>
            </a:pPr>
            <a:r>
              <a:rPr lang="en-US" sz="2800" b="1" i="0" dirty="0">
                <a:solidFill>
                  <a:srgbClr val="C00000"/>
                </a:solidFill>
                <a:effectLst/>
                <a:latin typeface="arial" panose="020B0604020202020204" pitchFamily="34" charset="0"/>
              </a:rPr>
              <a:t>PLEASE DO NOT TOUCH STEVE’ S PET ALLIGATOR</a:t>
            </a:r>
          </a:p>
          <a:p>
            <a:pPr marL="61913" indent="0" algn="l">
              <a:buNone/>
            </a:pPr>
            <a:r>
              <a:rPr lang="en-US" sz="2800" b="1" i="0" dirty="0">
                <a:solidFill>
                  <a:srgbClr val="C00000"/>
                </a:solidFill>
                <a:effectLst/>
                <a:latin typeface="arial" panose="020B0604020202020204" pitchFamily="34" charset="0"/>
              </a:rPr>
              <a:t>OSI Layers Mnemonic</a:t>
            </a:r>
            <a:endParaRPr lang="en-US" sz="2800" b="0" i="0" dirty="0">
              <a:solidFill>
                <a:srgbClr val="C00000"/>
              </a:solidFill>
              <a:effectLst/>
              <a:latin typeface="arial" panose="020B0604020202020204" pitchFamily="34" charset="0"/>
            </a:endParaRPr>
          </a:p>
          <a:p>
            <a:pPr algn="l">
              <a:buFont typeface="+mj-lt"/>
              <a:buAutoNum type="arabicPeriod"/>
            </a:pPr>
            <a:r>
              <a:rPr lang="en-US" sz="2800" b="0" i="0" dirty="0">
                <a:solidFill>
                  <a:srgbClr val="C00000"/>
                </a:solidFill>
                <a:effectLst/>
                <a:latin typeface="arial" panose="020B0604020202020204" pitchFamily="34" charset="0"/>
              </a:rPr>
              <a:t>Layer 1: Physical = Please.</a:t>
            </a:r>
          </a:p>
          <a:p>
            <a:pPr algn="l">
              <a:buFont typeface="+mj-lt"/>
              <a:buAutoNum type="arabicPeriod"/>
            </a:pPr>
            <a:r>
              <a:rPr lang="en-US" sz="2800" b="0" i="0" dirty="0">
                <a:solidFill>
                  <a:srgbClr val="C00000"/>
                </a:solidFill>
                <a:effectLst/>
                <a:latin typeface="arial" panose="020B0604020202020204" pitchFamily="34" charset="0"/>
              </a:rPr>
              <a:t>Layer 2: Data Link = Do.</a:t>
            </a:r>
          </a:p>
          <a:p>
            <a:pPr algn="l">
              <a:buFont typeface="+mj-lt"/>
              <a:buAutoNum type="arabicPeriod"/>
            </a:pPr>
            <a:r>
              <a:rPr lang="en-US" sz="2800" b="0" i="0" dirty="0">
                <a:solidFill>
                  <a:srgbClr val="C00000"/>
                </a:solidFill>
                <a:effectLst/>
                <a:latin typeface="arial" panose="020B0604020202020204" pitchFamily="34" charset="0"/>
              </a:rPr>
              <a:t>Layer 3: Network = Not.</a:t>
            </a:r>
          </a:p>
          <a:p>
            <a:pPr algn="l">
              <a:buFont typeface="+mj-lt"/>
              <a:buAutoNum type="arabicPeriod"/>
            </a:pPr>
            <a:r>
              <a:rPr lang="en-US" sz="2800" b="0" i="0" dirty="0">
                <a:solidFill>
                  <a:srgbClr val="C00000"/>
                </a:solidFill>
                <a:effectLst/>
                <a:latin typeface="arial" panose="020B0604020202020204" pitchFamily="34" charset="0"/>
              </a:rPr>
              <a:t>Layer 4: Transport = Touch.</a:t>
            </a:r>
          </a:p>
          <a:p>
            <a:pPr algn="l">
              <a:buFont typeface="+mj-lt"/>
              <a:buAutoNum type="arabicPeriod"/>
            </a:pPr>
            <a:r>
              <a:rPr lang="en-US" sz="2800" b="0" i="0" dirty="0">
                <a:solidFill>
                  <a:srgbClr val="C00000"/>
                </a:solidFill>
                <a:effectLst/>
                <a:latin typeface="arial" panose="020B0604020202020204" pitchFamily="34" charset="0"/>
              </a:rPr>
              <a:t>Layer 5: Session = Steve's.</a:t>
            </a:r>
          </a:p>
          <a:p>
            <a:pPr algn="l">
              <a:buFont typeface="+mj-lt"/>
              <a:buAutoNum type="arabicPeriod"/>
            </a:pPr>
            <a:r>
              <a:rPr lang="en-US" sz="2800" b="0" i="0" dirty="0">
                <a:solidFill>
                  <a:srgbClr val="C00000"/>
                </a:solidFill>
                <a:effectLst/>
                <a:latin typeface="arial" panose="020B0604020202020204" pitchFamily="34" charset="0"/>
              </a:rPr>
              <a:t>Layer 6: Presentation = Pet.</a:t>
            </a:r>
          </a:p>
          <a:p>
            <a:pPr algn="l">
              <a:buFont typeface="+mj-lt"/>
              <a:buAutoNum type="arabicPeriod"/>
            </a:pPr>
            <a:r>
              <a:rPr lang="en-US" sz="2800" b="0" i="0" dirty="0">
                <a:solidFill>
                  <a:srgbClr val="C00000"/>
                </a:solidFill>
                <a:effectLst/>
                <a:latin typeface="arial" panose="020B0604020202020204" pitchFamily="34" charset="0"/>
              </a:rPr>
              <a:t>Layer 7: Application = Alligator</a:t>
            </a:r>
          </a:p>
          <a:p>
            <a:endParaRPr lang="en-US" sz="2800" dirty="0">
              <a:solidFill>
                <a:srgbClr val="C00000"/>
              </a:solidFill>
            </a:endParaRPr>
          </a:p>
        </p:txBody>
      </p:sp>
      <p:sp>
        <p:nvSpPr>
          <p:cNvPr id="3" name="Slide Number Placeholder 2">
            <a:extLst>
              <a:ext uri="{FF2B5EF4-FFF2-40B4-BE49-F238E27FC236}">
                <a16:creationId xmlns:a16="http://schemas.microsoft.com/office/drawing/2014/main" id="{B71DB5B9-D90A-422F-A00F-5784B681C444}"/>
              </a:ext>
            </a:extLst>
          </p:cNvPr>
          <p:cNvSpPr>
            <a:spLocks noGrp="1"/>
          </p:cNvSpPr>
          <p:nvPr>
            <p:ph type="sldNum" sz="quarter" idx="12"/>
          </p:nvPr>
        </p:nvSpPr>
        <p:spPr/>
        <p:txBody>
          <a:bodyPr/>
          <a:lstStyle/>
          <a:p>
            <a:r>
              <a:rPr lang="en-US" altLang="en-US"/>
              <a:t>2.</a:t>
            </a:r>
            <a:fld id="{95BAAAE6-77BE-4BC3-8BF2-4A463A8EAC9F}" type="slidenum">
              <a:rPr lang="en-US" altLang="en-US" smtClean="0"/>
              <a:pPr/>
              <a:t>7</a:t>
            </a:fld>
            <a:endParaRPr lang="en-US" altLang="en-US"/>
          </a:p>
        </p:txBody>
      </p:sp>
    </p:spTree>
    <p:extLst>
      <p:ext uri="{BB962C8B-B14F-4D97-AF65-F5344CB8AC3E}">
        <p14:creationId xmlns:p14="http://schemas.microsoft.com/office/powerpoint/2010/main" val="2201444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14B17E3-B56E-6786-1097-FE8B51FD5416}"/>
              </a:ext>
            </a:extLst>
          </p:cNvPr>
          <p:cNvSpPr>
            <a:spLocks noGrp="1"/>
          </p:cNvSpPr>
          <p:nvPr>
            <p:ph type="title"/>
          </p:nvPr>
        </p:nvSpPr>
        <p:spPr>
          <a:xfrm>
            <a:off x="2096621" y="304800"/>
            <a:ext cx="5624513" cy="765571"/>
          </a:xfrm>
        </p:spPr>
        <p:txBody>
          <a:bodyPr/>
          <a:lstStyle/>
          <a:p>
            <a:pPr eaLnBrk="1" hangingPunct="1">
              <a:defRPr/>
            </a:pPr>
            <a:r>
              <a:rPr lang="en-US" dirty="0"/>
              <a:t>Interfaces b/w Layers</a:t>
            </a:r>
          </a:p>
        </p:txBody>
      </p:sp>
      <p:sp>
        <p:nvSpPr>
          <p:cNvPr id="18435" name="Slide Number Placeholder 1">
            <a:extLst>
              <a:ext uri="{FF2B5EF4-FFF2-40B4-BE49-F238E27FC236}">
                <a16:creationId xmlns:a16="http://schemas.microsoft.com/office/drawing/2014/main" id="{F03FDDEA-BD46-4D87-5E56-1A0764CE52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18D511B8-F73C-4D57-AE4A-56325B4F3042}" type="slidenum">
              <a:rPr lang="en-US" altLang="en-US">
                <a:solidFill>
                  <a:srgbClr val="B5A788"/>
                </a:solidFill>
              </a:rPr>
              <a:pPr/>
              <a:t>8</a:t>
            </a:fld>
            <a:endParaRPr lang="en-US" altLang="en-US">
              <a:solidFill>
                <a:srgbClr val="B5A788"/>
              </a:solidFill>
            </a:endParaRPr>
          </a:p>
        </p:txBody>
      </p:sp>
      <p:pic>
        <p:nvPicPr>
          <p:cNvPr id="18436" name="Picture 6">
            <a:extLst>
              <a:ext uri="{FF2B5EF4-FFF2-40B4-BE49-F238E27FC236}">
                <a16:creationId xmlns:a16="http://schemas.microsoft.com/office/drawing/2014/main" id="{1E5E731A-F277-7880-F015-DC035B251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590886"/>
            <a:ext cx="6896963" cy="4714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a:extLst>
              <a:ext uri="{FF2B5EF4-FFF2-40B4-BE49-F238E27FC236}">
                <a16:creationId xmlns:a16="http://schemas.microsoft.com/office/drawing/2014/main" id="{D0B195C5-71A6-40DA-163E-62AD7B0374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A18214BC-5F71-4298-93B8-0AEDFE7D07F7}" type="slidenum">
              <a:rPr lang="en-US" altLang="en-US">
                <a:solidFill>
                  <a:srgbClr val="B5A788"/>
                </a:solidFill>
              </a:rPr>
              <a:pPr/>
              <a:t>9</a:t>
            </a:fld>
            <a:endParaRPr lang="en-US" altLang="en-US">
              <a:solidFill>
                <a:srgbClr val="B5A788"/>
              </a:solidFill>
            </a:endParaRPr>
          </a:p>
        </p:txBody>
      </p:sp>
      <p:pic>
        <p:nvPicPr>
          <p:cNvPr id="19459" name="Picture 6">
            <a:extLst>
              <a:ext uri="{FF2B5EF4-FFF2-40B4-BE49-F238E27FC236}">
                <a16:creationId xmlns:a16="http://schemas.microsoft.com/office/drawing/2014/main" id="{69F864C4-6EE1-91D4-A29C-D45D7EEAD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3" y="2000250"/>
            <a:ext cx="5642372" cy="361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itle 7">
            <a:extLst>
              <a:ext uri="{FF2B5EF4-FFF2-40B4-BE49-F238E27FC236}">
                <a16:creationId xmlns:a16="http://schemas.microsoft.com/office/drawing/2014/main" id="{2B0909DF-ADED-94EE-F181-282922E2B714}"/>
              </a:ext>
            </a:extLst>
          </p:cNvPr>
          <p:cNvSpPr>
            <a:spLocks noGrp="1"/>
          </p:cNvSpPr>
          <p:nvPr>
            <p:ph type="title" idx="4294967295"/>
          </p:nvPr>
        </p:nvSpPr>
        <p:spPr/>
        <p:txBody>
          <a:bodyPr/>
          <a:lstStyle/>
          <a:p>
            <a:pPr eaLnBrk="1" hangingPunct="1">
              <a:defRPr/>
            </a:pPr>
            <a:r>
              <a:rPr lang="en-US" dirty="0"/>
              <a:t>Exchange using the OSI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F24FED5-5B10-DCE8-EE32-33E26B421E1C}"/>
              </a:ext>
            </a:extLst>
          </p:cNvPr>
          <p:cNvSpPr>
            <a:spLocks noGrp="1"/>
          </p:cNvSpPr>
          <p:nvPr>
            <p:ph type="title"/>
          </p:nvPr>
        </p:nvSpPr>
        <p:spPr/>
        <p:txBody>
          <a:bodyPr/>
          <a:lstStyle/>
          <a:p>
            <a:pPr eaLnBrk="1" hangingPunct="1">
              <a:defRPr/>
            </a:pPr>
            <a:r>
              <a:rPr lang="en-US" dirty="0"/>
              <a:t>LAYERS IN THE OSI MODEL</a:t>
            </a:r>
          </a:p>
        </p:txBody>
      </p:sp>
      <p:sp>
        <p:nvSpPr>
          <p:cNvPr id="20483" name="Text Placeholder 9">
            <a:extLst>
              <a:ext uri="{FF2B5EF4-FFF2-40B4-BE49-F238E27FC236}">
                <a16:creationId xmlns:a16="http://schemas.microsoft.com/office/drawing/2014/main" id="{BB4204B1-9676-3C25-8966-1430808D1D59}"/>
              </a:ext>
            </a:extLst>
          </p:cNvPr>
          <p:cNvSpPr>
            <a:spLocks noGrp="1"/>
          </p:cNvSpPr>
          <p:nvPr>
            <p:ph idx="1"/>
          </p:nvPr>
        </p:nvSpPr>
        <p:spPr/>
        <p:txBody>
          <a:bodyPr/>
          <a:lstStyle/>
          <a:p>
            <a:pPr eaLnBrk="1" hangingPunct="1"/>
            <a:r>
              <a:rPr lang="fr-FR" altLang="en-US"/>
              <a:t>Physical Layer</a:t>
            </a:r>
          </a:p>
          <a:p>
            <a:pPr eaLnBrk="1" hangingPunct="1"/>
            <a:r>
              <a:rPr lang="fr-FR" altLang="en-US"/>
              <a:t>Data Link Layer</a:t>
            </a:r>
            <a:endParaRPr lang="en-US" altLang="en-US"/>
          </a:p>
          <a:p>
            <a:pPr eaLnBrk="1" hangingPunct="1"/>
            <a:r>
              <a:rPr lang="en-US" altLang="en-US"/>
              <a:t>Network Layer</a:t>
            </a:r>
          </a:p>
          <a:p>
            <a:pPr eaLnBrk="1" hangingPunct="1"/>
            <a:r>
              <a:rPr lang="en-US" altLang="en-US"/>
              <a:t>Transport Layer</a:t>
            </a:r>
          </a:p>
          <a:p>
            <a:pPr eaLnBrk="1" hangingPunct="1"/>
            <a:r>
              <a:rPr lang="en-US" altLang="en-US"/>
              <a:t>Session Layer</a:t>
            </a:r>
          </a:p>
          <a:p>
            <a:pPr eaLnBrk="1" hangingPunct="1"/>
            <a:r>
              <a:rPr lang="en-US" altLang="en-US"/>
              <a:t>Presentation Layer</a:t>
            </a:r>
          </a:p>
          <a:p>
            <a:pPr eaLnBrk="1" hangingPunct="1"/>
            <a:r>
              <a:rPr lang="en-US" altLang="en-US"/>
              <a:t>Application Layer</a:t>
            </a:r>
          </a:p>
        </p:txBody>
      </p:sp>
      <p:sp>
        <p:nvSpPr>
          <p:cNvPr id="20484" name="Slide Number Placeholder 1">
            <a:extLst>
              <a:ext uri="{FF2B5EF4-FFF2-40B4-BE49-F238E27FC236}">
                <a16:creationId xmlns:a16="http://schemas.microsoft.com/office/drawing/2014/main" id="{0207D675-6BED-32B0-210A-E7ACB472038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5D55CC01-19CB-461A-8879-23DC069E2A0C}" type="slidenum">
              <a:rPr lang="en-US" altLang="en-US">
                <a:solidFill>
                  <a:srgbClr val="B5A788"/>
                </a:solidFill>
              </a:rPr>
              <a:pPr/>
              <a:t>10</a:t>
            </a:fld>
            <a:endParaRPr lang="en-US" altLang="en-US">
              <a:solidFill>
                <a:srgbClr val="B5A788"/>
              </a:solidFill>
            </a:endParaRPr>
          </a:p>
        </p:txBody>
      </p:sp>
      <p:sp>
        <p:nvSpPr>
          <p:cNvPr id="20485" name="Text Box 4">
            <a:extLst>
              <a:ext uri="{FF2B5EF4-FFF2-40B4-BE49-F238E27FC236}">
                <a16:creationId xmlns:a16="http://schemas.microsoft.com/office/drawing/2014/main" id="{A7EAF079-ECC8-5C91-FAC5-7E5EE5BB94A4}"/>
              </a:ext>
            </a:extLst>
          </p:cNvPr>
          <p:cNvSpPr txBox="1">
            <a:spLocks noChangeArrowheads="1"/>
          </p:cNvSpPr>
          <p:nvPr/>
        </p:nvSpPr>
        <p:spPr bwMode="auto">
          <a:xfrm>
            <a:off x="7315200" y="565785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B4E4DB4-834A-1919-97E1-730ED79DF496}"/>
              </a:ext>
            </a:extLst>
          </p:cNvPr>
          <p:cNvSpPr>
            <a:spLocks noGrp="1"/>
          </p:cNvSpPr>
          <p:nvPr>
            <p:ph type="title"/>
          </p:nvPr>
        </p:nvSpPr>
        <p:spPr/>
        <p:txBody>
          <a:bodyPr/>
          <a:lstStyle/>
          <a:p>
            <a:pPr eaLnBrk="1" hangingPunct="1">
              <a:defRPr/>
            </a:pPr>
            <a:r>
              <a:rPr lang="en-US" dirty="0"/>
              <a:t>Physical Layer</a:t>
            </a:r>
          </a:p>
        </p:txBody>
      </p:sp>
      <p:sp>
        <p:nvSpPr>
          <p:cNvPr id="21507" name="Text Placeholder 8">
            <a:extLst>
              <a:ext uri="{FF2B5EF4-FFF2-40B4-BE49-F238E27FC236}">
                <a16:creationId xmlns:a16="http://schemas.microsoft.com/office/drawing/2014/main" id="{ABF6667D-C031-D7E4-4E4A-EEAFB53800A8}"/>
              </a:ext>
            </a:extLst>
          </p:cNvPr>
          <p:cNvSpPr>
            <a:spLocks noGrp="1"/>
          </p:cNvSpPr>
          <p:nvPr>
            <p:ph idx="1"/>
          </p:nvPr>
        </p:nvSpPr>
        <p:spPr/>
        <p:txBody>
          <a:bodyPr/>
          <a:lstStyle/>
          <a:p>
            <a:pPr eaLnBrk="1" hangingPunct="1"/>
            <a:r>
              <a:rPr lang="en-US" altLang="en-US" sz="2100"/>
              <a:t>The physical layer is responsible for movements of individual bits from one hop (node) to the next.</a:t>
            </a:r>
          </a:p>
          <a:p>
            <a:pPr lvl="1" eaLnBrk="1" hangingPunct="1"/>
            <a:r>
              <a:rPr lang="en-US" altLang="en-US" sz="1800"/>
              <a:t>Physical characteristics of interface and medium: pin assignment, connector, cables</a:t>
            </a:r>
          </a:p>
          <a:p>
            <a:pPr lvl="1" eaLnBrk="1" hangingPunct="1"/>
            <a:r>
              <a:rPr lang="en-US" altLang="en-US" sz="1800"/>
              <a:t>Representation of bits: encoding </a:t>
            </a:r>
          </a:p>
          <a:p>
            <a:pPr lvl="1" eaLnBrk="1" hangingPunct="1"/>
            <a:r>
              <a:rPr lang="en-US" altLang="en-US" sz="1800"/>
              <a:t>Data rate</a:t>
            </a:r>
          </a:p>
          <a:p>
            <a:pPr lvl="1" eaLnBrk="1" hangingPunct="1"/>
            <a:r>
              <a:rPr lang="en-US" altLang="en-US" sz="1800"/>
              <a:t>Synchronization of bits</a:t>
            </a:r>
          </a:p>
          <a:p>
            <a:pPr lvl="1" eaLnBrk="1" hangingPunct="1"/>
            <a:r>
              <a:rPr lang="en-US" altLang="en-US" sz="1800"/>
              <a:t>Line configuration: point-to-point, multipoint</a:t>
            </a:r>
          </a:p>
          <a:p>
            <a:pPr lvl="1" eaLnBrk="1" hangingPunct="1"/>
            <a:r>
              <a:rPr lang="en-US" altLang="en-US" sz="1800"/>
              <a:t>Physical topology</a:t>
            </a:r>
          </a:p>
          <a:p>
            <a:pPr lvl="1" eaLnBrk="1" hangingPunct="1"/>
            <a:r>
              <a:rPr lang="en-US" altLang="en-US" sz="1800"/>
              <a:t>Transmission mode: simplex, half-duplex, full-duplex</a:t>
            </a:r>
          </a:p>
        </p:txBody>
      </p:sp>
      <p:sp>
        <p:nvSpPr>
          <p:cNvPr id="21508" name="Slide Number Placeholder 1">
            <a:extLst>
              <a:ext uri="{FF2B5EF4-FFF2-40B4-BE49-F238E27FC236}">
                <a16:creationId xmlns:a16="http://schemas.microsoft.com/office/drawing/2014/main" id="{3A608FAA-AD53-F80D-39E3-04C667917FC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88D58FEC-17CB-4331-B36A-14568938F803}" type="slidenum">
              <a:rPr lang="en-US" altLang="en-US">
                <a:solidFill>
                  <a:srgbClr val="B5A788"/>
                </a:solidFill>
              </a:rPr>
              <a:pPr/>
              <a:t>11</a:t>
            </a:fld>
            <a:endParaRPr lang="en-US" altLang="en-US">
              <a:solidFill>
                <a:srgbClr val="B5A78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27005062-AF6A-FEFB-0B4F-002261A6FB24}"/>
              </a:ext>
            </a:extLst>
          </p:cNvPr>
          <p:cNvSpPr>
            <a:spLocks noGrp="1"/>
          </p:cNvSpPr>
          <p:nvPr>
            <p:ph type="title"/>
          </p:nvPr>
        </p:nvSpPr>
        <p:spPr/>
        <p:txBody>
          <a:bodyPr/>
          <a:lstStyle/>
          <a:p>
            <a:pPr eaLnBrk="1" hangingPunct="1">
              <a:defRPr/>
            </a:pPr>
            <a:r>
              <a:rPr lang="en-US" dirty="0"/>
              <a:t>Data Link Layer</a:t>
            </a:r>
          </a:p>
        </p:txBody>
      </p:sp>
      <p:sp>
        <p:nvSpPr>
          <p:cNvPr id="22531" name="Text Placeholder 8">
            <a:extLst>
              <a:ext uri="{FF2B5EF4-FFF2-40B4-BE49-F238E27FC236}">
                <a16:creationId xmlns:a16="http://schemas.microsoft.com/office/drawing/2014/main" id="{61729609-0675-C119-5C8C-716AD0AA2E88}"/>
              </a:ext>
            </a:extLst>
          </p:cNvPr>
          <p:cNvSpPr>
            <a:spLocks noGrp="1"/>
          </p:cNvSpPr>
          <p:nvPr>
            <p:ph idx="1"/>
          </p:nvPr>
        </p:nvSpPr>
        <p:spPr/>
        <p:txBody>
          <a:bodyPr/>
          <a:lstStyle/>
          <a:p>
            <a:pPr eaLnBrk="1" hangingPunct="1"/>
            <a:r>
              <a:rPr lang="en-US" altLang="en-US"/>
              <a:t>The data link layer is responsible for moving frames from one hop (node) to the next.</a:t>
            </a:r>
          </a:p>
          <a:p>
            <a:pPr lvl="1" eaLnBrk="1" hangingPunct="1"/>
            <a:r>
              <a:rPr lang="en-US" altLang="en-US"/>
              <a:t>Framing</a:t>
            </a:r>
          </a:p>
          <a:p>
            <a:pPr lvl="1" eaLnBrk="1" hangingPunct="1"/>
            <a:r>
              <a:rPr lang="en-US" altLang="en-US"/>
              <a:t>Physical addressing</a:t>
            </a:r>
          </a:p>
          <a:p>
            <a:pPr lvl="1" eaLnBrk="1" hangingPunct="1"/>
            <a:r>
              <a:rPr lang="en-US" altLang="en-US"/>
              <a:t>Flow control</a:t>
            </a:r>
          </a:p>
          <a:p>
            <a:pPr lvl="1" eaLnBrk="1" hangingPunct="1"/>
            <a:r>
              <a:rPr lang="en-US" altLang="en-US"/>
              <a:t>Error control</a:t>
            </a:r>
          </a:p>
          <a:p>
            <a:pPr lvl="1" eaLnBrk="1" hangingPunct="1"/>
            <a:r>
              <a:rPr lang="en-US" altLang="en-US"/>
              <a:t>Access control</a:t>
            </a:r>
          </a:p>
        </p:txBody>
      </p:sp>
      <p:sp>
        <p:nvSpPr>
          <p:cNvPr id="22532" name="Slide Number Placeholder 1">
            <a:extLst>
              <a:ext uri="{FF2B5EF4-FFF2-40B4-BE49-F238E27FC236}">
                <a16:creationId xmlns:a16="http://schemas.microsoft.com/office/drawing/2014/main" id="{B5880FA8-B351-531A-D216-120AAA04B6F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09420454-5BE9-4FB6-9B30-FEC490725F23}" type="slidenum">
              <a:rPr lang="en-US" altLang="en-US">
                <a:solidFill>
                  <a:srgbClr val="B5A788"/>
                </a:solidFill>
              </a:rPr>
              <a:pPr/>
              <a:t>12</a:t>
            </a:fld>
            <a:endParaRPr lang="en-US" altLang="en-US">
              <a:solidFill>
                <a:srgbClr val="B5A78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76130F2-3676-2646-0E96-1A347117F26F}"/>
              </a:ext>
            </a:extLst>
          </p:cNvPr>
          <p:cNvSpPr>
            <a:spLocks noGrp="1"/>
          </p:cNvSpPr>
          <p:nvPr>
            <p:ph type="title"/>
          </p:nvPr>
        </p:nvSpPr>
        <p:spPr>
          <a:xfrm>
            <a:off x="2219325" y="1063229"/>
            <a:ext cx="5624513" cy="857250"/>
          </a:xfrm>
        </p:spPr>
        <p:txBody>
          <a:bodyPr/>
          <a:lstStyle/>
          <a:p>
            <a:pPr eaLnBrk="1" hangingPunct="1">
              <a:defRPr/>
            </a:pPr>
            <a:r>
              <a:rPr lang="en-US"/>
              <a:t>Hop-to-hop Delivery</a:t>
            </a:r>
            <a:endParaRPr lang="en-US" dirty="0"/>
          </a:p>
        </p:txBody>
      </p:sp>
      <p:sp>
        <p:nvSpPr>
          <p:cNvPr id="23555" name="Slide Number Placeholder 1">
            <a:extLst>
              <a:ext uri="{FF2B5EF4-FFF2-40B4-BE49-F238E27FC236}">
                <a16:creationId xmlns:a16="http://schemas.microsoft.com/office/drawing/2014/main" id="{3AC9EBD1-898D-4701-AF33-7F05106883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8CF72B10-F03B-4B2B-9A98-8837005A31AE}" type="slidenum">
              <a:rPr lang="en-US" altLang="en-US">
                <a:solidFill>
                  <a:srgbClr val="B5A788"/>
                </a:solidFill>
              </a:rPr>
              <a:pPr/>
              <a:t>13</a:t>
            </a:fld>
            <a:endParaRPr lang="en-US" altLang="en-US">
              <a:solidFill>
                <a:srgbClr val="B5A788"/>
              </a:solidFill>
            </a:endParaRPr>
          </a:p>
        </p:txBody>
      </p:sp>
      <p:pic>
        <p:nvPicPr>
          <p:cNvPr id="23556" name="Picture 6">
            <a:extLst>
              <a:ext uri="{FF2B5EF4-FFF2-40B4-BE49-F238E27FC236}">
                <a16:creationId xmlns:a16="http://schemas.microsoft.com/office/drawing/2014/main" id="{694F70D6-30E1-B486-B5FE-162E5AE282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0300" y="1885950"/>
            <a:ext cx="4662488" cy="3434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B2E8139-E626-48C5-FAE1-BB4F53EDE91C}"/>
              </a:ext>
            </a:extLst>
          </p:cNvPr>
          <p:cNvSpPr>
            <a:spLocks noGrp="1"/>
          </p:cNvSpPr>
          <p:nvPr>
            <p:ph type="title"/>
          </p:nvPr>
        </p:nvSpPr>
        <p:spPr/>
        <p:txBody>
          <a:bodyPr/>
          <a:lstStyle/>
          <a:p>
            <a:pPr eaLnBrk="1" hangingPunct="1">
              <a:defRPr/>
            </a:pPr>
            <a:r>
              <a:rPr lang="en-US" dirty="0"/>
              <a:t>Network Layer</a:t>
            </a:r>
          </a:p>
        </p:txBody>
      </p:sp>
      <p:sp>
        <p:nvSpPr>
          <p:cNvPr id="24579" name="Text Placeholder 8">
            <a:extLst>
              <a:ext uri="{FF2B5EF4-FFF2-40B4-BE49-F238E27FC236}">
                <a16:creationId xmlns:a16="http://schemas.microsoft.com/office/drawing/2014/main" id="{39516F10-D67D-2DB7-0CE6-A361B2070A0A}"/>
              </a:ext>
            </a:extLst>
          </p:cNvPr>
          <p:cNvSpPr>
            <a:spLocks noGrp="1"/>
          </p:cNvSpPr>
          <p:nvPr>
            <p:ph idx="1"/>
          </p:nvPr>
        </p:nvSpPr>
        <p:spPr/>
        <p:txBody>
          <a:bodyPr/>
          <a:lstStyle/>
          <a:p>
            <a:pPr eaLnBrk="1" hangingPunct="1"/>
            <a:r>
              <a:rPr lang="en-US" altLang="en-US"/>
              <a:t>The network layer is responsible for the delivery of individual packets from the source host to the destination host.</a:t>
            </a:r>
          </a:p>
          <a:p>
            <a:pPr lvl="1" eaLnBrk="1" hangingPunct="1"/>
            <a:r>
              <a:rPr lang="en-US" altLang="en-US"/>
              <a:t>Logical addressing</a:t>
            </a:r>
          </a:p>
          <a:p>
            <a:pPr lvl="1" eaLnBrk="1" hangingPunct="1"/>
            <a:r>
              <a:rPr lang="en-US" altLang="en-US"/>
              <a:t>Routing</a:t>
            </a:r>
          </a:p>
        </p:txBody>
      </p:sp>
      <p:sp>
        <p:nvSpPr>
          <p:cNvPr id="24580" name="Slide Number Placeholder 1">
            <a:extLst>
              <a:ext uri="{FF2B5EF4-FFF2-40B4-BE49-F238E27FC236}">
                <a16:creationId xmlns:a16="http://schemas.microsoft.com/office/drawing/2014/main" id="{4614AB00-9B4C-0447-BCB0-DCA8E77597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B4AED0A1-9B8C-497C-9AB8-A0DDB2FFEA35}" type="slidenum">
              <a:rPr lang="en-US" altLang="en-US">
                <a:solidFill>
                  <a:srgbClr val="B5A788"/>
                </a:solidFill>
              </a:rPr>
              <a:pPr/>
              <a:t>14</a:t>
            </a:fld>
            <a:endParaRPr lang="en-US" altLang="en-US">
              <a:solidFill>
                <a:srgbClr val="B5A78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63F98CA-B273-B741-E907-45DDA4774F06}"/>
              </a:ext>
            </a:extLst>
          </p:cNvPr>
          <p:cNvSpPr>
            <a:spLocks noGrp="1"/>
          </p:cNvSpPr>
          <p:nvPr>
            <p:ph type="title"/>
          </p:nvPr>
        </p:nvSpPr>
        <p:spPr>
          <a:xfrm>
            <a:off x="2219325" y="300053"/>
            <a:ext cx="5624513" cy="614348"/>
          </a:xfrm>
        </p:spPr>
        <p:txBody>
          <a:bodyPr/>
          <a:lstStyle/>
          <a:p>
            <a:pPr eaLnBrk="1" hangingPunct="1">
              <a:defRPr/>
            </a:pPr>
            <a:r>
              <a:rPr lang="en-US" dirty="0"/>
              <a:t>Source-to-destination delivery</a:t>
            </a:r>
          </a:p>
        </p:txBody>
      </p:sp>
      <p:sp>
        <p:nvSpPr>
          <p:cNvPr id="25603" name="Slide Number Placeholder 1">
            <a:extLst>
              <a:ext uri="{FF2B5EF4-FFF2-40B4-BE49-F238E27FC236}">
                <a16:creationId xmlns:a16="http://schemas.microsoft.com/office/drawing/2014/main" id="{1DDFBCA7-CA90-47DC-F8D2-8740FB3ED00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CD430B1B-87D3-4F7E-BFFA-C8CFCA6D5FF3}" type="slidenum">
              <a:rPr lang="en-US" altLang="en-US">
                <a:solidFill>
                  <a:srgbClr val="B5A788"/>
                </a:solidFill>
              </a:rPr>
              <a:pPr/>
              <a:t>15</a:t>
            </a:fld>
            <a:endParaRPr lang="en-US" altLang="en-US">
              <a:solidFill>
                <a:srgbClr val="B5A788"/>
              </a:solidFill>
            </a:endParaRPr>
          </a:p>
        </p:txBody>
      </p:sp>
      <p:pic>
        <p:nvPicPr>
          <p:cNvPr id="25604" name="Picture 6">
            <a:extLst>
              <a:ext uri="{FF2B5EF4-FFF2-40B4-BE49-F238E27FC236}">
                <a16:creationId xmlns:a16="http://schemas.microsoft.com/office/drawing/2014/main" id="{1E3E9154-E397-A0E1-4808-CC14393AE0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143000"/>
            <a:ext cx="7696200" cy="5414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D29C609-07FE-E7E1-C6C0-D71ADDDCD3E5}"/>
              </a:ext>
            </a:extLst>
          </p:cNvPr>
          <p:cNvSpPr>
            <a:spLocks noGrp="1"/>
          </p:cNvSpPr>
          <p:nvPr>
            <p:ph type="title"/>
          </p:nvPr>
        </p:nvSpPr>
        <p:spPr/>
        <p:txBody>
          <a:bodyPr/>
          <a:lstStyle/>
          <a:p>
            <a:pPr eaLnBrk="1" hangingPunct="1">
              <a:defRPr/>
            </a:pPr>
            <a:r>
              <a:rPr lang="en-US" dirty="0"/>
              <a:t>Transport layer</a:t>
            </a:r>
          </a:p>
        </p:txBody>
      </p:sp>
      <p:sp>
        <p:nvSpPr>
          <p:cNvPr id="26627" name="Text Placeholder 10">
            <a:extLst>
              <a:ext uri="{FF2B5EF4-FFF2-40B4-BE49-F238E27FC236}">
                <a16:creationId xmlns:a16="http://schemas.microsoft.com/office/drawing/2014/main" id="{30A1A066-074E-0979-A31C-EAC493E07607}"/>
              </a:ext>
            </a:extLst>
          </p:cNvPr>
          <p:cNvSpPr>
            <a:spLocks noGrp="1"/>
          </p:cNvSpPr>
          <p:nvPr>
            <p:ph idx="1"/>
          </p:nvPr>
        </p:nvSpPr>
        <p:spPr/>
        <p:txBody>
          <a:bodyPr/>
          <a:lstStyle/>
          <a:p>
            <a:pPr eaLnBrk="1" hangingPunct="1"/>
            <a:r>
              <a:rPr lang="en-US" altLang="en-US"/>
              <a:t>The transport layer is responsible for the delivery of a message from one process to another.</a:t>
            </a:r>
          </a:p>
          <a:p>
            <a:pPr lvl="1" eaLnBrk="1" hangingPunct="1"/>
            <a:r>
              <a:rPr lang="en-US" altLang="en-US"/>
              <a:t>Service-point addressing</a:t>
            </a:r>
          </a:p>
          <a:p>
            <a:pPr lvl="1" eaLnBrk="1" hangingPunct="1"/>
            <a:r>
              <a:rPr lang="en-US" altLang="en-US"/>
              <a:t>Segmentation and reassembly</a:t>
            </a:r>
          </a:p>
          <a:p>
            <a:pPr lvl="1" eaLnBrk="1" hangingPunct="1"/>
            <a:r>
              <a:rPr lang="en-US" altLang="en-US"/>
              <a:t>Connection control</a:t>
            </a:r>
          </a:p>
          <a:p>
            <a:pPr lvl="1" eaLnBrk="1" hangingPunct="1"/>
            <a:r>
              <a:rPr lang="en-US" altLang="en-US"/>
              <a:t>Flow control</a:t>
            </a:r>
          </a:p>
          <a:p>
            <a:pPr lvl="1" eaLnBrk="1" hangingPunct="1"/>
            <a:r>
              <a:rPr lang="en-US" altLang="en-US"/>
              <a:t>Error control</a:t>
            </a:r>
          </a:p>
        </p:txBody>
      </p:sp>
      <p:sp>
        <p:nvSpPr>
          <p:cNvPr id="26628" name="Slide Number Placeholder 1">
            <a:extLst>
              <a:ext uri="{FF2B5EF4-FFF2-40B4-BE49-F238E27FC236}">
                <a16:creationId xmlns:a16="http://schemas.microsoft.com/office/drawing/2014/main" id="{624006A6-5D0B-0BAD-946B-80D436A3053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29D7FE0F-FFFB-4238-944E-B081F7ACCE35}" type="slidenum">
              <a:rPr lang="en-US" altLang="en-US">
                <a:solidFill>
                  <a:srgbClr val="B5A788"/>
                </a:solidFill>
              </a:rPr>
              <a:pPr/>
              <a:t>16</a:t>
            </a:fld>
            <a:endParaRPr lang="en-US" altLang="en-US">
              <a:solidFill>
                <a:srgbClr val="B5A78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Slide Number Placeholder 3">
            <a:extLst>
              <a:ext uri="{FF2B5EF4-FFF2-40B4-BE49-F238E27FC236}">
                <a16:creationId xmlns:a16="http://schemas.microsoft.com/office/drawing/2014/main" id="{51CA1CD4-7073-5FCF-335C-14DD10E36E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C69C1583-3F75-4E7D-BE66-619CE5609B1E}" type="slidenum">
              <a:rPr lang="en-US" altLang="en-US">
                <a:solidFill>
                  <a:srgbClr val="B5A788"/>
                </a:solidFill>
              </a:rPr>
              <a:pPr/>
              <a:t>17</a:t>
            </a:fld>
            <a:endParaRPr lang="en-US" altLang="en-US">
              <a:solidFill>
                <a:srgbClr val="B5A788"/>
              </a:solidFill>
            </a:endParaRPr>
          </a:p>
        </p:txBody>
      </p:sp>
      <p:sp>
        <p:nvSpPr>
          <p:cNvPr id="2" name="Title 1">
            <a:extLst>
              <a:ext uri="{FF2B5EF4-FFF2-40B4-BE49-F238E27FC236}">
                <a16:creationId xmlns:a16="http://schemas.microsoft.com/office/drawing/2014/main" id="{EEBA2A19-18F4-9FF6-C4A3-07291DA14837}"/>
              </a:ext>
            </a:extLst>
          </p:cNvPr>
          <p:cNvSpPr>
            <a:spLocks noGrp="1"/>
          </p:cNvSpPr>
          <p:nvPr>
            <p:ph type="title" idx="4294967295"/>
          </p:nvPr>
        </p:nvSpPr>
        <p:spPr>
          <a:xfrm>
            <a:off x="1644650" y="274638"/>
            <a:ext cx="7499350" cy="1143000"/>
          </a:xfrm>
        </p:spPr>
        <p:txBody>
          <a:bodyPr/>
          <a:lstStyle/>
          <a:p>
            <a:pPr eaLnBrk="1" hangingPunct="1">
              <a:defRPr/>
            </a:pPr>
            <a:r>
              <a:rPr lang="en-US" dirty="0"/>
              <a:t>Segmentation and Reassembly</a:t>
            </a:r>
          </a:p>
        </p:txBody>
      </p:sp>
      <p:pic>
        <p:nvPicPr>
          <p:cNvPr id="27653" name="Picture 6">
            <a:extLst>
              <a:ext uri="{FF2B5EF4-FFF2-40B4-BE49-F238E27FC236}">
                <a16:creationId xmlns:a16="http://schemas.microsoft.com/office/drawing/2014/main" id="{80CB3A53-D3F3-C4FF-6909-25065516EC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4450" y="2457453"/>
            <a:ext cx="6519863" cy="22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Slide Number Placeholder 1">
            <a:extLst>
              <a:ext uri="{FF2B5EF4-FFF2-40B4-BE49-F238E27FC236}">
                <a16:creationId xmlns:a16="http://schemas.microsoft.com/office/drawing/2014/main" id="{04337F26-9568-9558-7519-72604F6E81D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D5AC6C0A-F26A-41C0-A839-A3A12B2C3B21}" type="slidenum">
              <a:rPr lang="en-US" altLang="en-US">
                <a:solidFill>
                  <a:srgbClr val="B5A788"/>
                </a:solidFill>
              </a:rPr>
              <a:pPr/>
              <a:t>18</a:t>
            </a:fld>
            <a:endParaRPr lang="en-US" altLang="en-US">
              <a:solidFill>
                <a:srgbClr val="B5A788"/>
              </a:solidFill>
            </a:endParaRPr>
          </a:p>
        </p:txBody>
      </p:sp>
      <p:sp>
        <p:nvSpPr>
          <p:cNvPr id="8" name="Title 7">
            <a:extLst>
              <a:ext uri="{FF2B5EF4-FFF2-40B4-BE49-F238E27FC236}">
                <a16:creationId xmlns:a16="http://schemas.microsoft.com/office/drawing/2014/main" id="{D895158C-D658-7B1B-1F6C-D0097A796B92}"/>
              </a:ext>
            </a:extLst>
          </p:cNvPr>
          <p:cNvSpPr>
            <a:spLocks noGrp="1"/>
          </p:cNvSpPr>
          <p:nvPr>
            <p:ph type="title" idx="4294967295"/>
          </p:nvPr>
        </p:nvSpPr>
        <p:spPr>
          <a:xfrm>
            <a:off x="1644650" y="274638"/>
            <a:ext cx="7499350" cy="1143000"/>
          </a:xfrm>
        </p:spPr>
        <p:txBody>
          <a:bodyPr>
            <a:normAutofit/>
          </a:bodyPr>
          <a:lstStyle/>
          <a:p>
            <a:pPr eaLnBrk="1" hangingPunct="1">
              <a:defRPr/>
            </a:pPr>
            <a:r>
              <a:rPr lang="en-US" dirty="0"/>
              <a:t>Reliable process-to-process delivery of a message</a:t>
            </a:r>
          </a:p>
        </p:txBody>
      </p:sp>
      <p:pic>
        <p:nvPicPr>
          <p:cNvPr id="28677" name="Picture 6">
            <a:extLst>
              <a:ext uri="{FF2B5EF4-FFF2-40B4-BE49-F238E27FC236}">
                <a16:creationId xmlns:a16="http://schemas.microsoft.com/office/drawing/2014/main" id="{68A5A89E-5ABE-7A03-DBFD-551F9115F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0672" y="2133600"/>
            <a:ext cx="6917528"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BC6572C-B40B-F632-ABFA-811119015AAE}"/>
              </a:ext>
            </a:extLst>
          </p:cNvPr>
          <p:cNvSpPr>
            <a:spLocks noGrp="1"/>
          </p:cNvSpPr>
          <p:nvPr>
            <p:ph type="title"/>
          </p:nvPr>
        </p:nvSpPr>
        <p:spPr>
          <a:xfrm>
            <a:off x="1066800" y="274638"/>
            <a:ext cx="7867651" cy="715962"/>
          </a:xfrm>
        </p:spPr>
        <p:txBody>
          <a:bodyPr/>
          <a:lstStyle/>
          <a:p>
            <a:pPr eaLnBrk="1" hangingPunct="1">
              <a:defRPr/>
            </a:pPr>
            <a:r>
              <a:rPr lang="en-US" dirty="0"/>
              <a:t>Session layer</a:t>
            </a:r>
          </a:p>
        </p:txBody>
      </p:sp>
      <p:sp>
        <p:nvSpPr>
          <p:cNvPr id="29699" name="Text Placeholder 8">
            <a:extLst>
              <a:ext uri="{FF2B5EF4-FFF2-40B4-BE49-F238E27FC236}">
                <a16:creationId xmlns:a16="http://schemas.microsoft.com/office/drawing/2014/main" id="{A264C92B-AF0E-3BA6-D213-268E66F7EFC6}"/>
              </a:ext>
            </a:extLst>
          </p:cNvPr>
          <p:cNvSpPr>
            <a:spLocks noGrp="1"/>
          </p:cNvSpPr>
          <p:nvPr>
            <p:ph idx="1"/>
          </p:nvPr>
        </p:nvSpPr>
        <p:spPr>
          <a:xfrm>
            <a:off x="1435101" y="1066800"/>
            <a:ext cx="7499350" cy="5181600"/>
          </a:xfrm>
        </p:spPr>
        <p:txBody>
          <a:bodyPr/>
          <a:lstStyle/>
          <a:p>
            <a:pPr eaLnBrk="1" hangingPunct="1"/>
            <a:r>
              <a:rPr lang="en-US" altLang="en-US" dirty="0"/>
              <a:t>The session layer is responsible for dialog </a:t>
            </a:r>
            <a:br>
              <a:rPr lang="en-US" altLang="en-US" dirty="0"/>
            </a:br>
            <a:r>
              <a:rPr lang="en-US" altLang="en-US" dirty="0"/>
              <a:t>control and synchronization.</a:t>
            </a:r>
          </a:p>
        </p:txBody>
      </p:sp>
      <p:sp>
        <p:nvSpPr>
          <p:cNvPr id="29700" name="Slide Number Placeholder 1">
            <a:extLst>
              <a:ext uri="{FF2B5EF4-FFF2-40B4-BE49-F238E27FC236}">
                <a16:creationId xmlns:a16="http://schemas.microsoft.com/office/drawing/2014/main" id="{537EF6D5-089C-9F5E-6A38-C8A6C8F72EE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E5A58C4C-4A11-4383-BDD4-CA533F69F14F}" type="slidenum">
              <a:rPr lang="en-US" altLang="en-US">
                <a:solidFill>
                  <a:srgbClr val="B5A788"/>
                </a:solidFill>
              </a:rPr>
              <a:pPr/>
              <a:t>19</a:t>
            </a:fld>
            <a:endParaRPr lang="en-US" altLang="en-US">
              <a:solidFill>
                <a:srgbClr val="B5A788"/>
              </a:solidFill>
            </a:endParaRPr>
          </a:p>
        </p:txBody>
      </p:sp>
      <p:pic>
        <p:nvPicPr>
          <p:cNvPr id="29701" name="Picture 6">
            <a:extLst>
              <a:ext uri="{FF2B5EF4-FFF2-40B4-BE49-F238E27FC236}">
                <a16:creationId xmlns:a16="http://schemas.microsoft.com/office/drawing/2014/main" id="{DFDBB098-E07E-AFAF-64F5-213C415B05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4453" y="2743200"/>
            <a:ext cx="7014861"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4C977F4-BF4A-E4FC-F774-327100A52450}"/>
              </a:ext>
            </a:extLst>
          </p:cNvPr>
          <p:cNvSpPr>
            <a:spLocks noGrp="1"/>
          </p:cNvSpPr>
          <p:nvPr>
            <p:ph type="title"/>
          </p:nvPr>
        </p:nvSpPr>
        <p:spPr/>
        <p:txBody>
          <a:bodyPr/>
          <a:lstStyle/>
          <a:p>
            <a:pPr eaLnBrk="1" hangingPunct="1">
              <a:defRPr/>
            </a:pPr>
            <a:r>
              <a:rPr lang="en-US" dirty="0"/>
              <a:t>Presentation layer</a:t>
            </a:r>
          </a:p>
        </p:txBody>
      </p:sp>
      <p:sp>
        <p:nvSpPr>
          <p:cNvPr id="30723" name="Text Placeholder 8">
            <a:extLst>
              <a:ext uri="{FF2B5EF4-FFF2-40B4-BE49-F238E27FC236}">
                <a16:creationId xmlns:a16="http://schemas.microsoft.com/office/drawing/2014/main" id="{454DCB08-B698-6C88-18EB-B7648520FF9F}"/>
              </a:ext>
            </a:extLst>
          </p:cNvPr>
          <p:cNvSpPr>
            <a:spLocks noGrp="1"/>
          </p:cNvSpPr>
          <p:nvPr>
            <p:ph idx="1"/>
          </p:nvPr>
        </p:nvSpPr>
        <p:spPr>
          <a:xfrm>
            <a:off x="1435101" y="1282300"/>
            <a:ext cx="7499350" cy="4966100"/>
          </a:xfrm>
        </p:spPr>
        <p:txBody>
          <a:bodyPr/>
          <a:lstStyle/>
          <a:p>
            <a:pPr eaLnBrk="1" hangingPunct="1"/>
            <a:r>
              <a:rPr lang="en-US" altLang="en-US" dirty="0"/>
              <a:t>It is concerned with the syntax and semantics of the information exchanged between two systems</a:t>
            </a:r>
          </a:p>
          <a:p>
            <a:pPr eaLnBrk="1" hangingPunct="1"/>
            <a:r>
              <a:rPr lang="en-US" altLang="en-US" dirty="0"/>
              <a:t>The presentation layer is responsible for translation, compression, and encryption.</a:t>
            </a:r>
          </a:p>
        </p:txBody>
      </p:sp>
      <p:sp>
        <p:nvSpPr>
          <p:cNvPr id="30724" name="Slide Number Placeholder 1">
            <a:extLst>
              <a:ext uri="{FF2B5EF4-FFF2-40B4-BE49-F238E27FC236}">
                <a16:creationId xmlns:a16="http://schemas.microsoft.com/office/drawing/2014/main" id="{B8F5C54B-8942-3145-03DF-3E67A8F8438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54309FDC-3A22-45B8-8661-3E8033978361}" type="slidenum">
              <a:rPr lang="en-US" altLang="en-US">
                <a:solidFill>
                  <a:srgbClr val="B5A788"/>
                </a:solidFill>
              </a:rPr>
              <a:pPr/>
              <a:t>20</a:t>
            </a:fld>
            <a:endParaRPr lang="en-US" altLang="en-US">
              <a:solidFill>
                <a:srgbClr val="B5A788"/>
              </a:solidFill>
            </a:endParaRPr>
          </a:p>
        </p:txBody>
      </p:sp>
      <p:pic>
        <p:nvPicPr>
          <p:cNvPr id="30725" name="Picture 6">
            <a:extLst>
              <a:ext uri="{FF2B5EF4-FFF2-40B4-BE49-F238E27FC236}">
                <a16:creationId xmlns:a16="http://schemas.microsoft.com/office/drawing/2014/main" id="{14F0A2F7-EE28-63DD-2AA9-53F1585524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903" y="3429003"/>
            <a:ext cx="6313885" cy="214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6C4AF05-CB1A-1089-7597-7C3524FECFB1}"/>
              </a:ext>
            </a:extLst>
          </p:cNvPr>
          <p:cNvSpPr>
            <a:spLocks noGrp="1"/>
          </p:cNvSpPr>
          <p:nvPr>
            <p:ph type="title"/>
          </p:nvPr>
        </p:nvSpPr>
        <p:spPr/>
        <p:txBody>
          <a:bodyPr/>
          <a:lstStyle/>
          <a:p>
            <a:pPr eaLnBrk="1" hangingPunct="1">
              <a:defRPr/>
            </a:pPr>
            <a:r>
              <a:rPr lang="en-US" dirty="0"/>
              <a:t>Application layer</a:t>
            </a:r>
          </a:p>
        </p:txBody>
      </p:sp>
      <p:sp>
        <p:nvSpPr>
          <p:cNvPr id="31747" name="Text Placeholder 8">
            <a:extLst>
              <a:ext uri="{FF2B5EF4-FFF2-40B4-BE49-F238E27FC236}">
                <a16:creationId xmlns:a16="http://schemas.microsoft.com/office/drawing/2014/main" id="{1E2B6F1B-054C-3AEB-E7D3-F2536E18CB38}"/>
              </a:ext>
            </a:extLst>
          </p:cNvPr>
          <p:cNvSpPr>
            <a:spLocks noGrp="1"/>
          </p:cNvSpPr>
          <p:nvPr>
            <p:ph idx="1"/>
          </p:nvPr>
        </p:nvSpPr>
        <p:spPr/>
        <p:txBody>
          <a:bodyPr/>
          <a:lstStyle/>
          <a:p>
            <a:pPr eaLnBrk="1" hangingPunct="1"/>
            <a:r>
              <a:rPr lang="en-US" altLang="en-US" dirty="0"/>
              <a:t>The application layer is responsible for </a:t>
            </a:r>
            <a:br>
              <a:rPr lang="en-US" altLang="en-US" dirty="0"/>
            </a:br>
            <a:r>
              <a:rPr lang="en-US" altLang="en-US" dirty="0"/>
              <a:t>providing services to the user.</a:t>
            </a:r>
          </a:p>
          <a:p>
            <a:pPr eaLnBrk="1" hangingPunct="1"/>
            <a:r>
              <a:rPr lang="en-US" altLang="en-US" dirty="0"/>
              <a:t>Functionalities are FTAM-File transfer &amp;access management, Mail services and Directory services</a:t>
            </a:r>
          </a:p>
        </p:txBody>
      </p:sp>
      <p:sp>
        <p:nvSpPr>
          <p:cNvPr id="31748" name="Slide Number Placeholder 1">
            <a:extLst>
              <a:ext uri="{FF2B5EF4-FFF2-40B4-BE49-F238E27FC236}">
                <a16:creationId xmlns:a16="http://schemas.microsoft.com/office/drawing/2014/main" id="{8EFDECCC-F46D-4C62-14B0-0DBCB71E5EE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02EEAEE6-B269-4569-AA44-C44AC8396D57}" type="slidenum">
              <a:rPr lang="en-US" altLang="en-US">
                <a:solidFill>
                  <a:srgbClr val="B5A788"/>
                </a:solidFill>
              </a:rPr>
              <a:pPr/>
              <a:t>21</a:t>
            </a:fld>
            <a:endParaRPr lang="en-US" altLang="en-US">
              <a:solidFill>
                <a:srgbClr val="B5A788"/>
              </a:solidFill>
            </a:endParaRPr>
          </a:p>
        </p:txBody>
      </p:sp>
      <p:pic>
        <p:nvPicPr>
          <p:cNvPr id="31749" name="Picture 6">
            <a:extLst>
              <a:ext uri="{FF2B5EF4-FFF2-40B4-BE49-F238E27FC236}">
                <a16:creationId xmlns:a16="http://schemas.microsoft.com/office/drawing/2014/main" id="{A7D54969-B14A-B1D3-4CE8-2683A4F40D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5101" y="3276600"/>
            <a:ext cx="6341269" cy="3206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12D05C1-FCD0-EEB7-FDDD-B9366184E954}"/>
              </a:ext>
            </a:extLst>
          </p:cNvPr>
          <p:cNvSpPr>
            <a:spLocks noGrp="1"/>
          </p:cNvSpPr>
          <p:nvPr>
            <p:ph type="title"/>
          </p:nvPr>
        </p:nvSpPr>
        <p:spPr/>
        <p:txBody>
          <a:bodyPr/>
          <a:lstStyle/>
          <a:p>
            <a:pPr eaLnBrk="1" hangingPunct="1">
              <a:defRPr/>
            </a:pPr>
            <a:r>
              <a:rPr lang="en-US" dirty="0"/>
              <a:t>Summary of layers</a:t>
            </a:r>
          </a:p>
        </p:txBody>
      </p:sp>
      <p:sp>
        <p:nvSpPr>
          <p:cNvPr id="32771" name="Content Placeholder 13">
            <a:extLst>
              <a:ext uri="{FF2B5EF4-FFF2-40B4-BE49-F238E27FC236}">
                <a16:creationId xmlns:a16="http://schemas.microsoft.com/office/drawing/2014/main" id="{E7714C7B-495C-358D-A0E6-6ACDD9CF97EC}"/>
              </a:ext>
            </a:extLst>
          </p:cNvPr>
          <p:cNvSpPr>
            <a:spLocks noGrp="1"/>
          </p:cNvSpPr>
          <p:nvPr>
            <p:ph idx="1"/>
          </p:nvPr>
        </p:nvSpPr>
        <p:spPr/>
        <p:txBody>
          <a:bodyPr/>
          <a:lstStyle/>
          <a:p>
            <a:pPr eaLnBrk="1" hangingPunct="1"/>
            <a:endParaRPr lang="en-US" altLang="en-US" dirty="0"/>
          </a:p>
        </p:txBody>
      </p:sp>
      <p:sp>
        <p:nvSpPr>
          <p:cNvPr id="32772" name="Slide Number Placeholder 1">
            <a:extLst>
              <a:ext uri="{FF2B5EF4-FFF2-40B4-BE49-F238E27FC236}">
                <a16:creationId xmlns:a16="http://schemas.microsoft.com/office/drawing/2014/main" id="{D19E2742-3FAF-BECC-CC4F-E43765DACC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BCD34690-9704-4C74-BFB7-DA110B67940E}" type="slidenum">
              <a:rPr lang="en-US" altLang="en-US">
                <a:solidFill>
                  <a:srgbClr val="B5A788"/>
                </a:solidFill>
              </a:rPr>
              <a:pPr/>
              <a:t>22</a:t>
            </a:fld>
            <a:endParaRPr lang="en-US" altLang="en-US">
              <a:solidFill>
                <a:srgbClr val="B5A788"/>
              </a:solidFill>
            </a:endParaRPr>
          </a:p>
        </p:txBody>
      </p:sp>
      <p:pic>
        <p:nvPicPr>
          <p:cNvPr id="32773" name="Picture 6">
            <a:extLst>
              <a:ext uri="{FF2B5EF4-FFF2-40B4-BE49-F238E27FC236}">
                <a16:creationId xmlns:a16="http://schemas.microsoft.com/office/drawing/2014/main" id="{961D89A6-3C96-282B-AEB1-8FC5D8FEF5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102" y="1997868"/>
            <a:ext cx="8048349" cy="370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ED7AC7-8958-4C09-EE11-A1F1B27D2A8C}"/>
              </a:ext>
            </a:extLst>
          </p:cNvPr>
          <p:cNvSpPr>
            <a:spLocks noGrp="1"/>
          </p:cNvSpPr>
          <p:nvPr>
            <p:ph type="title"/>
          </p:nvPr>
        </p:nvSpPr>
        <p:spPr/>
        <p:txBody>
          <a:bodyPr/>
          <a:lstStyle/>
          <a:p>
            <a:pPr eaLnBrk="1" hangingPunct="1">
              <a:defRPr/>
            </a:pPr>
            <a:r>
              <a:rPr lang="en-US"/>
              <a:t>TCP/IP PROTOCOL SUITE</a:t>
            </a:r>
            <a:endParaRPr lang="en-US" dirty="0"/>
          </a:p>
        </p:txBody>
      </p:sp>
      <p:sp>
        <p:nvSpPr>
          <p:cNvPr id="33795" name="Text Placeholder 9">
            <a:extLst>
              <a:ext uri="{FF2B5EF4-FFF2-40B4-BE49-F238E27FC236}">
                <a16:creationId xmlns:a16="http://schemas.microsoft.com/office/drawing/2014/main" id="{60D35753-8BCA-AEDB-8A55-25F80C743EBB}"/>
              </a:ext>
            </a:extLst>
          </p:cNvPr>
          <p:cNvSpPr>
            <a:spLocks noGrp="1"/>
          </p:cNvSpPr>
          <p:nvPr>
            <p:ph idx="1"/>
          </p:nvPr>
        </p:nvSpPr>
        <p:spPr/>
        <p:txBody>
          <a:bodyPr/>
          <a:lstStyle/>
          <a:p>
            <a:pPr eaLnBrk="1" hangingPunct="1"/>
            <a:r>
              <a:rPr lang="en-US" altLang="en-US"/>
              <a:t>The layers in the TCP/IP protocol suite do not exactly match those in the OSI model. The original TCP/IP protocol suite was defined as having four layers: host-to-network, internet, transport, and application. However, when TCP/IP is compared to OSI, we can say that the TCP/IP protocol suite is made of five layers: physical, data link, network, transport, and application.</a:t>
            </a:r>
          </a:p>
        </p:txBody>
      </p:sp>
      <p:sp>
        <p:nvSpPr>
          <p:cNvPr id="33796" name="Slide Number Placeholder 1">
            <a:extLst>
              <a:ext uri="{FF2B5EF4-FFF2-40B4-BE49-F238E27FC236}">
                <a16:creationId xmlns:a16="http://schemas.microsoft.com/office/drawing/2014/main" id="{8ED59205-8291-D213-B865-3AD26E47460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DA72FFEB-99B6-445F-9504-73CCF91DC7E7}" type="slidenum">
              <a:rPr lang="en-US" altLang="en-US">
                <a:solidFill>
                  <a:srgbClr val="B5A788"/>
                </a:solidFill>
              </a:rPr>
              <a:pPr/>
              <a:t>23</a:t>
            </a:fld>
            <a:endParaRPr lang="en-US" altLang="en-US">
              <a:solidFill>
                <a:srgbClr val="B5A788"/>
              </a:solidFill>
            </a:endParaRPr>
          </a:p>
        </p:txBody>
      </p:sp>
      <p:sp>
        <p:nvSpPr>
          <p:cNvPr id="33797" name="Text Box 4">
            <a:extLst>
              <a:ext uri="{FF2B5EF4-FFF2-40B4-BE49-F238E27FC236}">
                <a16:creationId xmlns:a16="http://schemas.microsoft.com/office/drawing/2014/main" id="{EE9F9F1E-469F-E104-AACE-500A9C83E64A}"/>
              </a:ext>
            </a:extLst>
          </p:cNvPr>
          <p:cNvSpPr txBox="1">
            <a:spLocks noChangeArrowheads="1"/>
          </p:cNvSpPr>
          <p:nvPr/>
        </p:nvSpPr>
        <p:spPr bwMode="auto">
          <a:xfrm>
            <a:off x="7315200" y="565785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1ED7AC7-8958-4C09-EE11-A1F1B27D2A8C}"/>
              </a:ext>
            </a:extLst>
          </p:cNvPr>
          <p:cNvSpPr>
            <a:spLocks noGrp="1"/>
          </p:cNvSpPr>
          <p:nvPr>
            <p:ph type="title"/>
          </p:nvPr>
        </p:nvSpPr>
        <p:spPr/>
        <p:txBody>
          <a:bodyPr/>
          <a:lstStyle/>
          <a:p>
            <a:pPr eaLnBrk="1" hangingPunct="1">
              <a:defRPr/>
            </a:pPr>
            <a:r>
              <a:rPr lang="en-US" dirty="0"/>
              <a:t>WHY TCP/IP PROTOCOL SUITE</a:t>
            </a:r>
          </a:p>
        </p:txBody>
      </p:sp>
      <p:sp>
        <p:nvSpPr>
          <p:cNvPr id="33795" name="Text Placeholder 9">
            <a:extLst>
              <a:ext uri="{FF2B5EF4-FFF2-40B4-BE49-F238E27FC236}">
                <a16:creationId xmlns:a16="http://schemas.microsoft.com/office/drawing/2014/main" id="{60D35753-8BCA-AEDB-8A55-25F80C743EBB}"/>
              </a:ext>
            </a:extLst>
          </p:cNvPr>
          <p:cNvSpPr>
            <a:spLocks noGrp="1"/>
          </p:cNvSpPr>
          <p:nvPr>
            <p:ph idx="1"/>
          </p:nvPr>
        </p:nvSpPr>
        <p:spPr/>
        <p:txBody>
          <a:bodyPr/>
          <a:lstStyle/>
          <a:p>
            <a:pPr algn="l">
              <a:buFont typeface="Arial" panose="020B0604020202020204" pitchFamily="34" charset="0"/>
              <a:buChar char="•"/>
            </a:pPr>
            <a:r>
              <a:rPr lang="en-US" b="0" i="0" dirty="0">
                <a:solidFill>
                  <a:srgbClr val="1F1F1F"/>
                </a:solidFill>
                <a:effectLst/>
                <a:latin typeface="Google Sans"/>
              </a:rPr>
              <a:t>OSI doesn't define any particular protocol.</a:t>
            </a:r>
          </a:p>
          <a:p>
            <a:pPr algn="l">
              <a:buFont typeface="Arial" panose="020B0604020202020204" pitchFamily="34" charset="0"/>
              <a:buChar char="•"/>
            </a:pPr>
            <a:r>
              <a:rPr lang="en-US" b="0" i="0" dirty="0">
                <a:solidFill>
                  <a:srgbClr val="1F1F1F"/>
                </a:solidFill>
                <a:effectLst/>
                <a:latin typeface="Google Sans"/>
              </a:rPr>
              <a:t>The session layer, which is used for session management, and the presentation layer, which deals with user interaction, aren't as useful as other layers in the OSI model.</a:t>
            </a:r>
          </a:p>
          <a:p>
            <a:pPr eaLnBrk="1" hangingPunct="1"/>
            <a:r>
              <a:rPr lang="en-US" altLang="en-US" dirty="0"/>
              <a:t>.</a:t>
            </a:r>
          </a:p>
        </p:txBody>
      </p:sp>
      <p:sp>
        <p:nvSpPr>
          <p:cNvPr id="33796" name="Slide Number Placeholder 1">
            <a:extLst>
              <a:ext uri="{FF2B5EF4-FFF2-40B4-BE49-F238E27FC236}">
                <a16:creationId xmlns:a16="http://schemas.microsoft.com/office/drawing/2014/main" id="{8ED59205-8291-D213-B865-3AD26E47460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DA72FFEB-99B6-445F-9504-73CCF91DC7E7}" type="slidenum">
              <a:rPr lang="en-US" altLang="en-US">
                <a:solidFill>
                  <a:srgbClr val="B5A788"/>
                </a:solidFill>
              </a:rPr>
              <a:pPr/>
              <a:t>24</a:t>
            </a:fld>
            <a:endParaRPr lang="en-US" altLang="en-US">
              <a:solidFill>
                <a:srgbClr val="B5A788"/>
              </a:solidFill>
            </a:endParaRPr>
          </a:p>
        </p:txBody>
      </p:sp>
      <p:sp>
        <p:nvSpPr>
          <p:cNvPr id="33797" name="Text Box 4">
            <a:extLst>
              <a:ext uri="{FF2B5EF4-FFF2-40B4-BE49-F238E27FC236}">
                <a16:creationId xmlns:a16="http://schemas.microsoft.com/office/drawing/2014/main" id="{EE9F9F1E-469F-E104-AACE-500A9C83E64A}"/>
              </a:ext>
            </a:extLst>
          </p:cNvPr>
          <p:cNvSpPr txBox="1">
            <a:spLocks noChangeArrowheads="1"/>
          </p:cNvSpPr>
          <p:nvPr/>
        </p:nvSpPr>
        <p:spPr bwMode="auto">
          <a:xfrm>
            <a:off x="7315200" y="565785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extLst>
      <p:ext uri="{BB962C8B-B14F-4D97-AF65-F5344CB8AC3E}">
        <p14:creationId xmlns:p14="http://schemas.microsoft.com/office/powerpoint/2010/main" val="35787611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C73863C-AA0B-4D80-A4DF-AB6B82852CA6}"/>
              </a:ext>
            </a:extLst>
          </p:cNvPr>
          <p:cNvSpPr>
            <a:spLocks noGrp="1"/>
          </p:cNvSpPr>
          <p:nvPr>
            <p:ph type="sldNum" sz="quarter" idx="12"/>
          </p:nvPr>
        </p:nvSpPr>
        <p:spPr/>
        <p:txBody>
          <a:bodyPr/>
          <a:lstStyle/>
          <a:p>
            <a:r>
              <a:rPr lang="en-US" altLang="en-US"/>
              <a:t>2.</a:t>
            </a:r>
            <a:fld id="{52A1CD0E-1549-4DF7-8117-7D14245E6E06}" type="slidenum">
              <a:rPr lang="en-US" altLang="en-US" smtClean="0"/>
              <a:pPr/>
              <a:t>25</a:t>
            </a:fld>
            <a:endParaRPr lang="en-US" altLang="en-US"/>
          </a:p>
        </p:txBody>
      </p:sp>
      <p:pic>
        <p:nvPicPr>
          <p:cNvPr id="1026" name="Picture 2" descr="TCP/IP Model. Prerequisite — Layers of OSI Model | by Oguzhan Ozturk |  Medium">
            <a:extLst>
              <a:ext uri="{FF2B5EF4-FFF2-40B4-BE49-F238E27FC236}">
                <a16:creationId xmlns:a16="http://schemas.microsoft.com/office/drawing/2014/main" id="{BAAB2CFD-F7B5-4D45-A1E6-62C1C1E16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533400"/>
            <a:ext cx="7448550" cy="6012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570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Slide Number Placeholder 1">
            <a:extLst>
              <a:ext uri="{FF2B5EF4-FFF2-40B4-BE49-F238E27FC236}">
                <a16:creationId xmlns:a16="http://schemas.microsoft.com/office/drawing/2014/main" id="{ECB7425D-4BE0-1D50-C957-C5F2395684D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CA18DEE4-05BB-435D-A459-E4E6CE797CC9}" type="slidenum">
              <a:rPr lang="en-US" altLang="en-US">
                <a:solidFill>
                  <a:srgbClr val="B5A788"/>
                </a:solidFill>
              </a:rPr>
              <a:pPr/>
              <a:t>26</a:t>
            </a:fld>
            <a:endParaRPr lang="en-US" altLang="en-US">
              <a:solidFill>
                <a:srgbClr val="B5A788"/>
              </a:solidFill>
            </a:endParaRPr>
          </a:p>
        </p:txBody>
      </p:sp>
      <p:sp>
        <p:nvSpPr>
          <p:cNvPr id="8" name="Title 7">
            <a:extLst>
              <a:ext uri="{FF2B5EF4-FFF2-40B4-BE49-F238E27FC236}">
                <a16:creationId xmlns:a16="http://schemas.microsoft.com/office/drawing/2014/main" id="{65FFAEE8-4453-6402-06CD-13E392D8264A}"/>
              </a:ext>
            </a:extLst>
          </p:cNvPr>
          <p:cNvSpPr>
            <a:spLocks noGrp="1"/>
          </p:cNvSpPr>
          <p:nvPr>
            <p:ph type="title" idx="4294967295"/>
          </p:nvPr>
        </p:nvSpPr>
        <p:spPr>
          <a:xfrm>
            <a:off x="1644650" y="274638"/>
            <a:ext cx="7499350" cy="1143000"/>
          </a:xfrm>
        </p:spPr>
        <p:txBody>
          <a:bodyPr vert="horz" wrap="square" lIns="68580" tIns="34290" rIns="68580" bIns="34290" numCol="1" anchor="ctr" anchorCtr="0" compatLnSpc="1">
            <a:prstTxWarp prst="textNoShape">
              <a:avLst/>
            </a:prstTxWarp>
            <a:normAutofit/>
          </a:bodyPr>
          <a:lstStyle/>
          <a:p>
            <a:pPr eaLnBrk="1" hangingPunct="1">
              <a:defRPr/>
            </a:pPr>
            <a:r>
              <a:rPr lang="en-US" sz="2925">
                <a:effectLst>
                  <a:outerShdw blurRad="38100" dist="38100" dir="2700000" algn="tl">
                    <a:srgbClr val="C0C0C0"/>
                  </a:outerShdw>
                </a:effectLst>
              </a:rPr>
              <a:t>TCP/IP and OSI model</a:t>
            </a:r>
            <a:br>
              <a:rPr lang="en-US" sz="2925">
                <a:effectLst>
                  <a:outerShdw blurRad="38100" dist="38100" dir="2700000" algn="tl">
                    <a:srgbClr val="C0C0C0"/>
                  </a:outerShdw>
                </a:effectLst>
              </a:rPr>
            </a:br>
            <a:endParaRPr lang="en-US" sz="2925">
              <a:effectLst>
                <a:outerShdw blurRad="38100" dist="38100" dir="2700000" algn="tl">
                  <a:srgbClr val="C0C0C0"/>
                </a:outerShdw>
              </a:effectLst>
            </a:endParaRPr>
          </a:p>
        </p:txBody>
      </p:sp>
      <p:pic>
        <p:nvPicPr>
          <p:cNvPr id="34821" name="Picture 7">
            <a:extLst>
              <a:ext uri="{FF2B5EF4-FFF2-40B4-BE49-F238E27FC236}">
                <a16:creationId xmlns:a16="http://schemas.microsoft.com/office/drawing/2014/main" id="{9FCA0303-DEB6-C384-47EF-2570BF00FE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1710" y="1219200"/>
            <a:ext cx="7672887" cy="509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7B0B76C-D9BA-1F3C-6CCA-04EEE973C62F}"/>
              </a:ext>
            </a:extLst>
          </p:cNvPr>
          <p:cNvSpPr>
            <a:spLocks noGrp="1"/>
          </p:cNvSpPr>
          <p:nvPr>
            <p:ph type="title"/>
          </p:nvPr>
        </p:nvSpPr>
        <p:spPr/>
        <p:txBody>
          <a:bodyPr/>
          <a:lstStyle/>
          <a:p>
            <a:pPr eaLnBrk="1" hangingPunct="1">
              <a:defRPr/>
            </a:pPr>
            <a:r>
              <a:rPr lang="en-US" dirty="0"/>
              <a:t>ADDRESSING</a:t>
            </a:r>
          </a:p>
        </p:txBody>
      </p:sp>
      <p:sp>
        <p:nvSpPr>
          <p:cNvPr id="35843" name="Text Placeholder 9">
            <a:extLst>
              <a:ext uri="{FF2B5EF4-FFF2-40B4-BE49-F238E27FC236}">
                <a16:creationId xmlns:a16="http://schemas.microsoft.com/office/drawing/2014/main" id="{536A2729-4068-F0B2-B904-4411F3486ECF}"/>
              </a:ext>
            </a:extLst>
          </p:cNvPr>
          <p:cNvSpPr>
            <a:spLocks noGrp="1"/>
          </p:cNvSpPr>
          <p:nvPr>
            <p:ph idx="1"/>
          </p:nvPr>
        </p:nvSpPr>
        <p:spPr/>
        <p:txBody>
          <a:bodyPr/>
          <a:lstStyle/>
          <a:p>
            <a:pPr eaLnBrk="1" hangingPunct="1"/>
            <a:r>
              <a:rPr lang="en-US" altLang="en-US" dirty="0"/>
              <a:t>Four levels of addresses are used in an internet employing the TCP/IP protocols: </a:t>
            </a:r>
          </a:p>
          <a:p>
            <a:pPr lvl="1" eaLnBrk="1" hangingPunct="1"/>
            <a:r>
              <a:rPr lang="en-US" altLang="en-US" dirty="0"/>
              <a:t>Physical address</a:t>
            </a:r>
          </a:p>
          <a:p>
            <a:pPr lvl="2" eaLnBrk="1" hangingPunct="1"/>
            <a:r>
              <a:rPr lang="en-US" altLang="en-US" dirty="0"/>
              <a:t>Ex. </a:t>
            </a:r>
            <a:r>
              <a:rPr lang="en-US" altLang="en-US" dirty="0" err="1"/>
              <a:t>Ehternet</a:t>
            </a:r>
            <a:r>
              <a:rPr lang="en-US" altLang="en-US" dirty="0"/>
              <a:t> address, machine address</a:t>
            </a:r>
          </a:p>
          <a:p>
            <a:pPr lvl="1" eaLnBrk="1" hangingPunct="1"/>
            <a:r>
              <a:rPr lang="en-US" altLang="en-US" dirty="0"/>
              <a:t>Logical address</a:t>
            </a:r>
          </a:p>
          <a:p>
            <a:pPr lvl="2" eaLnBrk="1" hangingPunct="1"/>
            <a:r>
              <a:rPr lang="en-US" altLang="en-US" dirty="0"/>
              <a:t>IP address</a:t>
            </a:r>
          </a:p>
          <a:p>
            <a:pPr lvl="1" eaLnBrk="1" hangingPunct="1"/>
            <a:r>
              <a:rPr lang="en-US" altLang="en-US" dirty="0"/>
              <a:t>Port number</a:t>
            </a:r>
          </a:p>
          <a:p>
            <a:pPr lvl="1" eaLnBrk="1" hangingPunct="1"/>
            <a:r>
              <a:rPr lang="en-US" altLang="en-US" dirty="0"/>
              <a:t>Specific</a:t>
            </a:r>
          </a:p>
          <a:p>
            <a:pPr lvl="2" eaLnBrk="1" hangingPunct="1"/>
            <a:r>
              <a:rPr lang="en-US" altLang="en-US" dirty="0"/>
              <a:t>URL, Email address, domain name</a:t>
            </a:r>
          </a:p>
        </p:txBody>
      </p:sp>
      <p:sp>
        <p:nvSpPr>
          <p:cNvPr id="35844" name="Slide Number Placeholder 1">
            <a:extLst>
              <a:ext uri="{FF2B5EF4-FFF2-40B4-BE49-F238E27FC236}">
                <a16:creationId xmlns:a16="http://schemas.microsoft.com/office/drawing/2014/main" id="{222493C9-D63E-03A0-CF8E-8CEF80AA7B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93243CD3-F739-41E8-876C-2FD769AC7E3D}" type="slidenum">
              <a:rPr lang="en-US" altLang="en-US">
                <a:solidFill>
                  <a:srgbClr val="B5A788"/>
                </a:solidFill>
              </a:rPr>
              <a:pPr/>
              <a:t>27</a:t>
            </a:fld>
            <a:endParaRPr lang="en-US" altLang="en-US">
              <a:solidFill>
                <a:srgbClr val="B5A788"/>
              </a:solidFill>
            </a:endParaRPr>
          </a:p>
        </p:txBody>
      </p:sp>
      <p:sp>
        <p:nvSpPr>
          <p:cNvPr id="35845" name="Text Box 4">
            <a:extLst>
              <a:ext uri="{FF2B5EF4-FFF2-40B4-BE49-F238E27FC236}">
                <a16:creationId xmlns:a16="http://schemas.microsoft.com/office/drawing/2014/main" id="{78E7DD03-32AE-E14F-86BE-2A7CC53E221F}"/>
              </a:ext>
            </a:extLst>
          </p:cNvPr>
          <p:cNvSpPr txBox="1">
            <a:spLocks noChangeArrowheads="1"/>
          </p:cNvSpPr>
          <p:nvPr/>
        </p:nvSpPr>
        <p:spPr bwMode="auto">
          <a:xfrm>
            <a:off x="7315200" y="5657853"/>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8C753-B3EF-81E2-355F-7A0D80245E4E}"/>
              </a:ext>
            </a:extLst>
          </p:cNvPr>
          <p:cNvSpPr>
            <a:spLocks noGrp="1"/>
          </p:cNvSpPr>
          <p:nvPr>
            <p:ph type="title"/>
          </p:nvPr>
        </p:nvSpPr>
        <p:spPr/>
        <p:txBody>
          <a:bodyPr/>
          <a:lstStyle/>
          <a:p>
            <a:pPr eaLnBrk="1" hangingPunct="1">
              <a:defRPr/>
            </a:pPr>
            <a:r>
              <a:rPr lang="en-US" dirty="0"/>
              <a:t>Network layer in TCP/IP</a:t>
            </a:r>
          </a:p>
        </p:txBody>
      </p:sp>
      <p:sp>
        <p:nvSpPr>
          <p:cNvPr id="36867" name="Content Placeholder 2">
            <a:extLst>
              <a:ext uri="{FF2B5EF4-FFF2-40B4-BE49-F238E27FC236}">
                <a16:creationId xmlns:a16="http://schemas.microsoft.com/office/drawing/2014/main" id="{591E778A-7FCB-D1AA-A9EB-737C5B220A87}"/>
              </a:ext>
            </a:extLst>
          </p:cNvPr>
          <p:cNvSpPr>
            <a:spLocks noGrp="1"/>
          </p:cNvSpPr>
          <p:nvPr>
            <p:ph idx="1"/>
          </p:nvPr>
        </p:nvSpPr>
        <p:spPr/>
        <p:txBody>
          <a:bodyPr/>
          <a:lstStyle/>
          <a:p>
            <a:pPr eaLnBrk="1" hangingPunct="1"/>
            <a:r>
              <a:rPr lang="en-US" altLang="en-US"/>
              <a:t>Address resolution</a:t>
            </a:r>
          </a:p>
          <a:p>
            <a:pPr eaLnBrk="1" hangingPunct="1"/>
            <a:r>
              <a:rPr lang="en-US" altLang="en-US"/>
              <a:t>Reverse address resolution</a:t>
            </a:r>
          </a:p>
          <a:p>
            <a:pPr eaLnBrk="1" hangingPunct="1"/>
            <a:r>
              <a:rPr lang="en-US" altLang="en-US"/>
              <a:t>Internet control message</a:t>
            </a:r>
          </a:p>
          <a:p>
            <a:pPr eaLnBrk="1" hangingPunct="1"/>
            <a:r>
              <a:rPr lang="en-US" altLang="en-US"/>
              <a:t>Internet group message </a:t>
            </a:r>
          </a:p>
        </p:txBody>
      </p:sp>
      <p:sp>
        <p:nvSpPr>
          <p:cNvPr id="36868" name="Slide Number Placeholder 3">
            <a:extLst>
              <a:ext uri="{FF2B5EF4-FFF2-40B4-BE49-F238E27FC236}">
                <a16:creationId xmlns:a16="http://schemas.microsoft.com/office/drawing/2014/main" id="{52422B36-364A-2B12-3936-607B43AAC9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DFF7453E-DB9E-47F6-987A-097CF25BF30E}" type="slidenum">
              <a:rPr lang="en-US" altLang="en-US">
                <a:solidFill>
                  <a:srgbClr val="B5A788"/>
                </a:solidFill>
              </a:rPr>
              <a:pPr/>
              <a:t>28</a:t>
            </a:fld>
            <a:endParaRPr lang="en-US" altLang="en-US">
              <a:solidFill>
                <a:srgbClr val="B5A78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C07D-28C8-08E4-336A-016A1D1364BA}"/>
              </a:ext>
            </a:extLst>
          </p:cNvPr>
          <p:cNvSpPr>
            <a:spLocks noGrp="1"/>
          </p:cNvSpPr>
          <p:nvPr>
            <p:ph type="title"/>
          </p:nvPr>
        </p:nvSpPr>
        <p:spPr>
          <a:xfrm>
            <a:off x="1435101" y="274638"/>
            <a:ext cx="7499350" cy="715962"/>
          </a:xfrm>
        </p:spPr>
        <p:txBody>
          <a:bodyPr/>
          <a:lstStyle/>
          <a:p>
            <a:pPr eaLnBrk="1" hangingPunct="1">
              <a:defRPr/>
            </a:pPr>
            <a:r>
              <a:rPr lang="en-US" dirty="0"/>
              <a:t>Transport layer in TCP/IP</a:t>
            </a:r>
          </a:p>
        </p:txBody>
      </p:sp>
      <p:sp>
        <p:nvSpPr>
          <p:cNvPr id="37891" name="Content Placeholder 2">
            <a:extLst>
              <a:ext uri="{FF2B5EF4-FFF2-40B4-BE49-F238E27FC236}">
                <a16:creationId xmlns:a16="http://schemas.microsoft.com/office/drawing/2014/main" id="{CA0AB5E4-9CF4-F16D-3F86-0771B6E53EB7}"/>
              </a:ext>
            </a:extLst>
          </p:cNvPr>
          <p:cNvSpPr>
            <a:spLocks noGrp="1"/>
          </p:cNvSpPr>
          <p:nvPr>
            <p:ph idx="1"/>
          </p:nvPr>
        </p:nvSpPr>
        <p:spPr>
          <a:xfrm>
            <a:off x="1435101" y="1066800"/>
            <a:ext cx="7499350" cy="5181600"/>
          </a:xfrm>
        </p:spPr>
        <p:txBody>
          <a:bodyPr/>
          <a:lstStyle/>
          <a:p>
            <a:pPr eaLnBrk="1" hangingPunct="1"/>
            <a:r>
              <a:rPr lang="en-US" altLang="en-US" dirty="0"/>
              <a:t>User Datagram Protocol (UDP)</a:t>
            </a:r>
          </a:p>
          <a:p>
            <a:pPr lvl="1" eaLnBrk="1" hangingPunct="1"/>
            <a:r>
              <a:rPr lang="en-US" altLang="en-US" dirty="0"/>
              <a:t>Connectionless, unreliable</a:t>
            </a:r>
          </a:p>
          <a:p>
            <a:pPr eaLnBrk="1" hangingPunct="1"/>
            <a:r>
              <a:rPr lang="en-US" altLang="en-US" dirty="0"/>
              <a:t>Transmission Control Protocol (TCP)</a:t>
            </a:r>
          </a:p>
          <a:p>
            <a:pPr lvl="1" eaLnBrk="1" hangingPunct="1"/>
            <a:r>
              <a:rPr lang="en-US" altLang="en-US" dirty="0"/>
              <a:t>Connection-oriented, reliable</a:t>
            </a:r>
          </a:p>
          <a:p>
            <a:pPr eaLnBrk="1" hangingPunct="1"/>
            <a:r>
              <a:rPr lang="en-US" altLang="en-US" dirty="0"/>
              <a:t>Stream Control Transmission Protocol (SCTP)</a:t>
            </a:r>
          </a:p>
          <a:p>
            <a:pPr lvl="1" eaLnBrk="1" hangingPunct="1"/>
            <a:r>
              <a:rPr lang="en-US" altLang="en-US" dirty="0"/>
              <a:t>For supporting multimedia and VOIP</a:t>
            </a:r>
          </a:p>
          <a:p>
            <a:pPr eaLnBrk="1" hangingPunct="1"/>
            <a:endParaRPr lang="en-US" altLang="en-US" dirty="0"/>
          </a:p>
        </p:txBody>
      </p:sp>
      <p:sp>
        <p:nvSpPr>
          <p:cNvPr id="37892" name="Slide Number Placeholder 3">
            <a:extLst>
              <a:ext uri="{FF2B5EF4-FFF2-40B4-BE49-F238E27FC236}">
                <a16:creationId xmlns:a16="http://schemas.microsoft.com/office/drawing/2014/main" id="{885B2D06-BC08-49B8-32E1-E10C541D73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23D0ABC4-61CC-47FF-8B44-2F0FD18119B9}" type="slidenum">
              <a:rPr lang="en-US" altLang="en-US">
                <a:solidFill>
                  <a:srgbClr val="B5A788"/>
                </a:solidFill>
              </a:rPr>
              <a:pPr/>
              <a:t>29</a:t>
            </a:fld>
            <a:endParaRPr lang="en-US" altLang="en-US">
              <a:solidFill>
                <a:srgbClr val="B5A788"/>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Slide Number Placeholder 1">
            <a:extLst>
              <a:ext uri="{FF2B5EF4-FFF2-40B4-BE49-F238E27FC236}">
                <a16:creationId xmlns:a16="http://schemas.microsoft.com/office/drawing/2014/main" id="{CF54D00F-10BA-4E4A-32F6-C0FE1953773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FCDE1499-503F-4DA1-A9D5-5660EC652DD8}" type="slidenum">
              <a:rPr lang="en-US" altLang="en-US">
                <a:solidFill>
                  <a:srgbClr val="B5A788"/>
                </a:solidFill>
              </a:rPr>
              <a:pPr/>
              <a:t>30</a:t>
            </a:fld>
            <a:endParaRPr lang="en-US" altLang="en-US">
              <a:solidFill>
                <a:srgbClr val="B5A788"/>
              </a:solidFill>
            </a:endParaRPr>
          </a:p>
        </p:txBody>
      </p:sp>
      <p:sp>
        <p:nvSpPr>
          <p:cNvPr id="8" name="Title 7">
            <a:extLst>
              <a:ext uri="{FF2B5EF4-FFF2-40B4-BE49-F238E27FC236}">
                <a16:creationId xmlns:a16="http://schemas.microsoft.com/office/drawing/2014/main" id="{20BE2712-DBFC-39B4-6E03-0F1D0A0C023B}"/>
              </a:ext>
            </a:extLst>
          </p:cNvPr>
          <p:cNvSpPr>
            <a:spLocks noGrp="1"/>
          </p:cNvSpPr>
          <p:nvPr>
            <p:ph type="title" idx="4294967295"/>
          </p:nvPr>
        </p:nvSpPr>
        <p:spPr>
          <a:xfrm>
            <a:off x="1644650" y="274638"/>
            <a:ext cx="7499350" cy="1143000"/>
          </a:xfrm>
        </p:spPr>
        <p:txBody>
          <a:bodyPr>
            <a:normAutofit/>
          </a:bodyPr>
          <a:lstStyle/>
          <a:p>
            <a:pPr eaLnBrk="1" hangingPunct="1">
              <a:defRPr/>
            </a:pPr>
            <a:r>
              <a:rPr lang="en-US" dirty="0"/>
              <a:t>Relationship of layers and addresses in TCP/IP</a:t>
            </a:r>
          </a:p>
        </p:txBody>
      </p:sp>
      <p:pic>
        <p:nvPicPr>
          <p:cNvPr id="38917" name="Picture 6">
            <a:extLst>
              <a:ext uri="{FF2B5EF4-FFF2-40B4-BE49-F238E27FC236}">
                <a16:creationId xmlns:a16="http://schemas.microsoft.com/office/drawing/2014/main" id="{89029F86-C24E-CDB4-6D26-13A3074802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1777" y="1676400"/>
            <a:ext cx="7158292"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34AAF77A-1B69-A276-E4F2-C8C65125A5C5}"/>
              </a:ext>
            </a:extLst>
          </p:cNvPr>
          <p:cNvSpPr>
            <a:spLocks noGrp="1"/>
          </p:cNvSpPr>
          <p:nvPr>
            <p:ph type="title"/>
          </p:nvPr>
        </p:nvSpPr>
        <p:spPr/>
        <p:txBody>
          <a:bodyPr/>
          <a:lstStyle/>
          <a:p>
            <a:pPr eaLnBrk="1" hangingPunct="1">
              <a:defRPr/>
            </a:pPr>
            <a:r>
              <a:rPr lang="en-US"/>
              <a:t>Example 2.1</a:t>
            </a:r>
            <a:endParaRPr lang="en-US" dirty="0"/>
          </a:p>
        </p:txBody>
      </p:sp>
      <p:sp>
        <p:nvSpPr>
          <p:cNvPr id="39939" name="Text Placeholder 14">
            <a:extLst>
              <a:ext uri="{FF2B5EF4-FFF2-40B4-BE49-F238E27FC236}">
                <a16:creationId xmlns:a16="http://schemas.microsoft.com/office/drawing/2014/main" id="{D28CF9B4-4E6F-67F5-227F-247F39FEE9E9}"/>
              </a:ext>
            </a:extLst>
          </p:cNvPr>
          <p:cNvSpPr>
            <a:spLocks noGrp="1"/>
          </p:cNvSpPr>
          <p:nvPr>
            <p:ph idx="1"/>
          </p:nvPr>
        </p:nvSpPr>
        <p:spPr>
          <a:xfrm>
            <a:off x="1066800" y="1295400"/>
            <a:ext cx="7867651" cy="4953000"/>
          </a:xfrm>
        </p:spPr>
        <p:txBody>
          <a:bodyPr/>
          <a:lstStyle/>
          <a:p>
            <a:pPr eaLnBrk="1" hangingPunct="1"/>
            <a:r>
              <a:rPr lang="en-US" altLang="en-US" dirty="0"/>
              <a:t>In Figure a node with physical address 10 sends a frame to a node with physical address 87. The two nodes are connected by a link (bus topology LAN). As the figure shows, the computer with physical address 10 is the sender, and the computer with physical address 87 is the receiver.</a:t>
            </a:r>
          </a:p>
        </p:txBody>
      </p:sp>
      <p:sp>
        <p:nvSpPr>
          <p:cNvPr id="39940" name="Slide Number Placeholder 1">
            <a:extLst>
              <a:ext uri="{FF2B5EF4-FFF2-40B4-BE49-F238E27FC236}">
                <a16:creationId xmlns:a16="http://schemas.microsoft.com/office/drawing/2014/main" id="{B4D492DE-4FBB-511E-0EA4-BACD04B97C0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C0C57C1A-BDA5-4B36-8F02-8246F989589A}" type="slidenum">
              <a:rPr lang="en-US" altLang="en-US">
                <a:solidFill>
                  <a:srgbClr val="B5A788"/>
                </a:solidFill>
              </a:rPr>
              <a:pPr/>
              <a:t>31</a:t>
            </a:fld>
            <a:endParaRPr lang="en-US" altLang="en-US">
              <a:solidFill>
                <a:srgbClr val="B5A788"/>
              </a:solidFill>
            </a:endParaRPr>
          </a:p>
        </p:txBody>
      </p:sp>
      <p:sp>
        <p:nvSpPr>
          <p:cNvPr id="39941" name="Rectangle 10">
            <a:extLst>
              <a:ext uri="{FF2B5EF4-FFF2-40B4-BE49-F238E27FC236}">
                <a16:creationId xmlns:a16="http://schemas.microsoft.com/office/drawing/2014/main" id="{A8C1B6D2-6879-7583-1828-F6FFD061B51B}"/>
              </a:ext>
            </a:extLst>
          </p:cNvPr>
          <p:cNvSpPr>
            <a:spLocks noChangeArrowheads="1"/>
          </p:cNvSpPr>
          <p:nvPr/>
        </p:nvSpPr>
        <p:spPr bwMode="auto">
          <a:xfrm>
            <a:off x="1257300" y="1943100"/>
            <a:ext cx="66294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6319D8C-E32D-984F-8C36-E5D4F75FA3A7}"/>
              </a:ext>
            </a:extLst>
          </p:cNvPr>
          <p:cNvSpPr>
            <a:spLocks noGrp="1"/>
          </p:cNvSpPr>
          <p:nvPr>
            <p:ph type="title"/>
          </p:nvPr>
        </p:nvSpPr>
        <p:spPr/>
        <p:txBody>
          <a:bodyPr/>
          <a:lstStyle/>
          <a:p>
            <a:pPr eaLnBrk="1" hangingPunct="1">
              <a:defRPr/>
            </a:pPr>
            <a:r>
              <a:rPr lang="en-US"/>
              <a:t>Physical addresses</a:t>
            </a:r>
            <a:endParaRPr lang="en-US" dirty="0"/>
          </a:p>
        </p:txBody>
      </p:sp>
      <p:sp>
        <p:nvSpPr>
          <p:cNvPr id="40963" name="Text Placeholder 8">
            <a:extLst>
              <a:ext uri="{FF2B5EF4-FFF2-40B4-BE49-F238E27FC236}">
                <a16:creationId xmlns:a16="http://schemas.microsoft.com/office/drawing/2014/main" id="{A645123C-9332-48AF-89E6-8B72EF2A7C38}"/>
              </a:ext>
            </a:extLst>
          </p:cNvPr>
          <p:cNvSpPr>
            <a:spLocks noGrp="1"/>
          </p:cNvSpPr>
          <p:nvPr>
            <p:ph idx="1"/>
          </p:nvPr>
        </p:nvSpPr>
        <p:spPr/>
        <p:txBody>
          <a:bodyPr/>
          <a:lstStyle/>
          <a:p>
            <a:pPr eaLnBrk="1" hangingPunct="1"/>
            <a:r>
              <a:rPr lang="en-US" altLang="en-US"/>
              <a:t>The physical addresses will change from hop to hop,</a:t>
            </a:r>
          </a:p>
          <a:p>
            <a:pPr eaLnBrk="1" hangingPunct="1"/>
            <a:r>
              <a:rPr lang="en-US" altLang="en-US"/>
              <a:t>but the logical addresses usually remain the same.</a:t>
            </a:r>
          </a:p>
          <a:p>
            <a:pPr eaLnBrk="1" hangingPunct="1"/>
            <a:endParaRPr lang="en-US" altLang="en-US"/>
          </a:p>
        </p:txBody>
      </p:sp>
      <p:sp>
        <p:nvSpPr>
          <p:cNvPr id="40964" name="Slide Number Placeholder 1">
            <a:extLst>
              <a:ext uri="{FF2B5EF4-FFF2-40B4-BE49-F238E27FC236}">
                <a16:creationId xmlns:a16="http://schemas.microsoft.com/office/drawing/2014/main" id="{C8C8DC1E-8060-6B24-20C7-952FA0FAF6C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8F854D25-CA52-4B3E-9413-43DFD9DF5B13}" type="slidenum">
              <a:rPr lang="en-US" altLang="en-US">
                <a:solidFill>
                  <a:srgbClr val="B5A788"/>
                </a:solidFill>
              </a:rPr>
              <a:pPr/>
              <a:t>32</a:t>
            </a:fld>
            <a:endParaRPr lang="en-US" altLang="en-US">
              <a:solidFill>
                <a:srgbClr val="B5A788"/>
              </a:solidFill>
            </a:endParaRPr>
          </a:p>
        </p:txBody>
      </p:sp>
      <p:pic>
        <p:nvPicPr>
          <p:cNvPr id="40965" name="Picture 6">
            <a:extLst>
              <a:ext uri="{FF2B5EF4-FFF2-40B4-BE49-F238E27FC236}">
                <a16:creationId xmlns:a16="http://schemas.microsoft.com/office/drawing/2014/main" id="{17FC5EA2-CEAB-1F46-19B7-1EE0BB907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4679" y="533400"/>
            <a:ext cx="1157372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Rectangle 2">
            <a:extLst>
              <a:ext uri="{FF2B5EF4-FFF2-40B4-BE49-F238E27FC236}">
                <a16:creationId xmlns:a16="http://schemas.microsoft.com/office/drawing/2014/main" id="{86143C6A-03C5-89D7-F8C7-4D034DC34320}"/>
              </a:ext>
            </a:extLst>
          </p:cNvPr>
          <p:cNvSpPr>
            <a:spLocks noGrp="1" noChangeArrowheads="1"/>
          </p:cNvSpPr>
          <p:nvPr>
            <p:ph type="title"/>
          </p:nvPr>
        </p:nvSpPr>
        <p:spPr/>
        <p:txBody>
          <a:bodyPr/>
          <a:lstStyle/>
          <a:p>
            <a:pPr eaLnBrk="1" fontAlgn="auto" hangingPunct="1">
              <a:spcAft>
                <a:spcPts val="0"/>
              </a:spcAft>
              <a:defRPr/>
            </a:pPr>
            <a:r>
              <a:rPr lang="en-US" sz="2100">
                <a:solidFill>
                  <a:schemeClr val="accent1">
                    <a:satMod val="150000"/>
                  </a:schemeClr>
                </a:solidFill>
              </a:rPr>
              <a:t>TCP/IP in a Network</a:t>
            </a:r>
          </a:p>
        </p:txBody>
      </p:sp>
      <p:sp>
        <p:nvSpPr>
          <p:cNvPr id="41987" name="Date Placeholder 3">
            <a:extLst>
              <a:ext uri="{FF2B5EF4-FFF2-40B4-BE49-F238E27FC236}">
                <a16:creationId xmlns:a16="http://schemas.microsoft.com/office/drawing/2014/main" id="{9ABA7189-AD81-3FF8-17FC-BCB3A79D680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ECE/IUPUI</a:t>
            </a:r>
            <a:endParaRPr lang="en-US" altLang="ko-KR">
              <a:solidFill>
                <a:srgbClr val="B5A788"/>
              </a:solidFill>
              <a:cs typeface="HY엽서L"/>
            </a:endParaRPr>
          </a:p>
        </p:txBody>
      </p:sp>
      <p:sp>
        <p:nvSpPr>
          <p:cNvPr id="32772" name="Footer Placeholder 4">
            <a:extLst>
              <a:ext uri="{FF2B5EF4-FFF2-40B4-BE49-F238E27FC236}">
                <a16:creationId xmlns:a16="http://schemas.microsoft.com/office/drawing/2014/main" id="{AF9BA821-BA21-1FEA-A469-616A7ACFC39D}"/>
              </a:ext>
            </a:extLst>
          </p:cNvPr>
          <p:cNvSpPr>
            <a:spLocks noGrp="1"/>
          </p:cNvSpPr>
          <p:nvPr>
            <p:ph type="ftr" sz="quarter" idx="11"/>
          </p:nvPr>
        </p:nvSpPr>
        <p:spPr bwMode="auto">
          <a:ln>
            <a:miter lim="800000"/>
            <a:headEnd/>
            <a:tailEnd/>
          </a:ln>
        </p:spPr>
        <p:txBody>
          <a:bodyPr/>
          <a:lstStyle/>
          <a:p>
            <a:pPr>
              <a:defRPr/>
            </a:pPr>
            <a:r>
              <a:rPr lang="en-US" altLang="ko-KR">
                <a:solidFill>
                  <a:schemeClr val="bg2">
                    <a:shade val="50000"/>
                    <a:satMod val="200000"/>
                  </a:schemeClr>
                </a:solidFill>
                <a:cs typeface="HY엽서L"/>
              </a:rPr>
              <a:t>Intro to Computer Communication Networks</a:t>
            </a:r>
          </a:p>
        </p:txBody>
      </p:sp>
      <p:sp>
        <p:nvSpPr>
          <p:cNvPr id="41989" name="Slide Number Placeholder 5">
            <a:extLst>
              <a:ext uri="{FF2B5EF4-FFF2-40B4-BE49-F238E27FC236}">
                <a16:creationId xmlns:a16="http://schemas.microsoft.com/office/drawing/2014/main" id="{934DD7EE-B24D-D6C9-54FA-0D78FA2A28B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5F159649-85EE-4073-881B-8AFF90C842D6}" type="slidenum">
              <a:rPr lang="en-US" altLang="en-US">
                <a:solidFill>
                  <a:srgbClr val="B5A788"/>
                </a:solidFill>
              </a:rPr>
              <a:pPr/>
              <a:t>33</a:t>
            </a:fld>
            <a:endParaRPr lang="en-US" altLang="en-US">
              <a:solidFill>
                <a:srgbClr val="B5A788"/>
              </a:solidFill>
            </a:endParaRPr>
          </a:p>
        </p:txBody>
      </p:sp>
      <p:sp>
        <p:nvSpPr>
          <p:cNvPr id="41990" name="Rectangle 4">
            <a:extLst>
              <a:ext uri="{FF2B5EF4-FFF2-40B4-BE49-F238E27FC236}">
                <a16:creationId xmlns:a16="http://schemas.microsoft.com/office/drawing/2014/main" id="{32CF217E-52CB-532D-0C80-2E0D62B656E1}"/>
              </a:ext>
            </a:extLst>
          </p:cNvPr>
          <p:cNvSpPr>
            <a:spLocks noChangeArrowheads="1"/>
          </p:cNvSpPr>
          <p:nvPr/>
        </p:nvSpPr>
        <p:spPr bwMode="auto">
          <a:xfrm>
            <a:off x="1828800" y="3028950"/>
            <a:ext cx="1371600" cy="457200"/>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IP </a:t>
            </a:r>
          </a:p>
          <a:p>
            <a:pPr algn="ctr"/>
            <a:r>
              <a:rPr lang="en-US" altLang="en-US" sz="1200"/>
              <a:t>(1,2)</a:t>
            </a:r>
          </a:p>
        </p:txBody>
      </p:sp>
      <p:sp>
        <p:nvSpPr>
          <p:cNvPr id="41991" name="Rectangle 5">
            <a:extLst>
              <a:ext uri="{FF2B5EF4-FFF2-40B4-BE49-F238E27FC236}">
                <a16:creationId xmlns:a16="http://schemas.microsoft.com/office/drawing/2014/main" id="{D515112C-67BE-71AC-A28D-969C8012CC90}"/>
              </a:ext>
            </a:extLst>
          </p:cNvPr>
          <p:cNvSpPr>
            <a:spLocks noChangeArrowheads="1"/>
          </p:cNvSpPr>
          <p:nvPr/>
        </p:nvSpPr>
        <p:spPr bwMode="auto">
          <a:xfrm>
            <a:off x="1828800" y="4400550"/>
            <a:ext cx="1371600" cy="457200"/>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NI</a:t>
            </a:r>
          </a:p>
          <a:p>
            <a:pPr algn="ctr"/>
            <a:r>
              <a:rPr lang="en-US" altLang="en-US" sz="1200"/>
              <a:t>3487</a:t>
            </a:r>
          </a:p>
        </p:txBody>
      </p:sp>
      <p:sp>
        <p:nvSpPr>
          <p:cNvPr id="41992" name="Rectangle 6">
            <a:extLst>
              <a:ext uri="{FF2B5EF4-FFF2-40B4-BE49-F238E27FC236}">
                <a16:creationId xmlns:a16="http://schemas.microsoft.com/office/drawing/2014/main" id="{91372737-643F-AD64-66FD-15BEA44CDB9C}"/>
              </a:ext>
            </a:extLst>
          </p:cNvPr>
          <p:cNvSpPr>
            <a:spLocks noChangeArrowheads="1"/>
          </p:cNvSpPr>
          <p:nvPr/>
        </p:nvSpPr>
        <p:spPr bwMode="auto">
          <a:xfrm>
            <a:off x="2286000" y="2228850"/>
            <a:ext cx="457200" cy="4572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1993" name="Rectangle 7">
            <a:extLst>
              <a:ext uri="{FF2B5EF4-FFF2-40B4-BE49-F238E27FC236}">
                <a16:creationId xmlns:a16="http://schemas.microsoft.com/office/drawing/2014/main" id="{18921232-5593-4B34-D79B-0029B4C59211}"/>
              </a:ext>
            </a:extLst>
          </p:cNvPr>
          <p:cNvSpPr>
            <a:spLocks noChangeArrowheads="1"/>
          </p:cNvSpPr>
          <p:nvPr/>
        </p:nvSpPr>
        <p:spPr bwMode="auto">
          <a:xfrm>
            <a:off x="2628900" y="3714750"/>
            <a:ext cx="457200" cy="4572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1994" name="Rectangle 8">
            <a:extLst>
              <a:ext uri="{FF2B5EF4-FFF2-40B4-BE49-F238E27FC236}">
                <a16:creationId xmlns:a16="http://schemas.microsoft.com/office/drawing/2014/main" id="{BBFF4222-0BB1-02FF-890B-DAC342CFA7B6}"/>
              </a:ext>
            </a:extLst>
          </p:cNvPr>
          <p:cNvSpPr>
            <a:spLocks noChangeArrowheads="1"/>
          </p:cNvSpPr>
          <p:nvPr/>
        </p:nvSpPr>
        <p:spPr bwMode="auto">
          <a:xfrm>
            <a:off x="3086100" y="3714750"/>
            <a:ext cx="457200" cy="2286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1,2</a:t>
            </a:r>
          </a:p>
        </p:txBody>
      </p:sp>
      <p:sp>
        <p:nvSpPr>
          <p:cNvPr id="41995" name="Rectangle 9">
            <a:extLst>
              <a:ext uri="{FF2B5EF4-FFF2-40B4-BE49-F238E27FC236}">
                <a16:creationId xmlns:a16="http://schemas.microsoft.com/office/drawing/2014/main" id="{25FCA914-9497-6299-3876-3BDC288B51C4}"/>
              </a:ext>
            </a:extLst>
          </p:cNvPr>
          <p:cNvSpPr>
            <a:spLocks noChangeArrowheads="1"/>
          </p:cNvSpPr>
          <p:nvPr/>
        </p:nvSpPr>
        <p:spPr bwMode="auto">
          <a:xfrm>
            <a:off x="3314700" y="4800600"/>
            <a:ext cx="914400" cy="4572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1996" name="Rectangle 10">
            <a:extLst>
              <a:ext uri="{FF2B5EF4-FFF2-40B4-BE49-F238E27FC236}">
                <a16:creationId xmlns:a16="http://schemas.microsoft.com/office/drawing/2014/main" id="{02EC7937-F93F-4A75-D166-55E46F1FAA53}"/>
              </a:ext>
            </a:extLst>
          </p:cNvPr>
          <p:cNvSpPr>
            <a:spLocks noChangeArrowheads="1"/>
          </p:cNvSpPr>
          <p:nvPr/>
        </p:nvSpPr>
        <p:spPr bwMode="auto">
          <a:xfrm>
            <a:off x="4229100" y="4800600"/>
            <a:ext cx="457200" cy="2286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3487</a:t>
            </a:r>
          </a:p>
        </p:txBody>
      </p:sp>
      <p:sp>
        <p:nvSpPr>
          <p:cNvPr id="41997" name="Rectangle 11">
            <a:extLst>
              <a:ext uri="{FF2B5EF4-FFF2-40B4-BE49-F238E27FC236}">
                <a16:creationId xmlns:a16="http://schemas.microsoft.com/office/drawing/2014/main" id="{854704FC-FBEC-BC35-F007-FA3B3E93517C}"/>
              </a:ext>
            </a:extLst>
          </p:cNvPr>
          <p:cNvSpPr>
            <a:spLocks noChangeArrowheads="1"/>
          </p:cNvSpPr>
          <p:nvPr/>
        </p:nvSpPr>
        <p:spPr bwMode="auto">
          <a:xfrm>
            <a:off x="6172200" y="3028950"/>
            <a:ext cx="1371600" cy="457200"/>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IP</a:t>
            </a:r>
          </a:p>
          <a:p>
            <a:pPr algn="ctr"/>
            <a:r>
              <a:rPr lang="en-US" altLang="en-US" sz="1200"/>
              <a:t>(1,3)</a:t>
            </a:r>
          </a:p>
        </p:txBody>
      </p:sp>
      <p:sp>
        <p:nvSpPr>
          <p:cNvPr id="41998" name="Rectangle 12">
            <a:extLst>
              <a:ext uri="{FF2B5EF4-FFF2-40B4-BE49-F238E27FC236}">
                <a16:creationId xmlns:a16="http://schemas.microsoft.com/office/drawing/2014/main" id="{21884418-98E8-A07E-5113-FB954BAA26DE}"/>
              </a:ext>
            </a:extLst>
          </p:cNvPr>
          <p:cNvSpPr>
            <a:spLocks noChangeArrowheads="1"/>
          </p:cNvSpPr>
          <p:nvPr/>
        </p:nvSpPr>
        <p:spPr bwMode="auto">
          <a:xfrm>
            <a:off x="6172200" y="4400550"/>
            <a:ext cx="1371600" cy="457200"/>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NI</a:t>
            </a:r>
          </a:p>
          <a:p>
            <a:pPr algn="ctr"/>
            <a:r>
              <a:rPr lang="en-US" altLang="en-US" sz="1200"/>
              <a:t>6537</a:t>
            </a:r>
          </a:p>
        </p:txBody>
      </p:sp>
      <p:sp>
        <p:nvSpPr>
          <p:cNvPr id="41999" name="Rectangle 18">
            <a:extLst>
              <a:ext uri="{FF2B5EF4-FFF2-40B4-BE49-F238E27FC236}">
                <a16:creationId xmlns:a16="http://schemas.microsoft.com/office/drawing/2014/main" id="{9FD719E2-9AAA-2315-BD1E-1F1F0702FE51}"/>
              </a:ext>
            </a:extLst>
          </p:cNvPr>
          <p:cNvSpPr>
            <a:spLocks noChangeArrowheads="1"/>
          </p:cNvSpPr>
          <p:nvPr/>
        </p:nvSpPr>
        <p:spPr bwMode="auto">
          <a:xfrm>
            <a:off x="6629400" y="2228850"/>
            <a:ext cx="457200" cy="4572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2000" name="Line 19">
            <a:extLst>
              <a:ext uri="{FF2B5EF4-FFF2-40B4-BE49-F238E27FC236}">
                <a16:creationId xmlns:a16="http://schemas.microsoft.com/office/drawing/2014/main" id="{8E39753F-6D5F-D5E9-42A8-ECB7442A78E9}"/>
              </a:ext>
            </a:extLst>
          </p:cNvPr>
          <p:cNvSpPr>
            <a:spLocks noChangeShapeType="1"/>
          </p:cNvSpPr>
          <p:nvPr/>
        </p:nvSpPr>
        <p:spPr bwMode="auto">
          <a:xfrm>
            <a:off x="2514600" y="2800350"/>
            <a:ext cx="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001" name="Line 20">
            <a:extLst>
              <a:ext uri="{FF2B5EF4-FFF2-40B4-BE49-F238E27FC236}">
                <a16:creationId xmlns:a16="http://schemas.microsoft.com/office/drawing/2014/main" id="{BBEA1F94-3AE4-6EDE-6BE0-503003BB5E1A}"/>
              </a:ext>
            </a:extLst>
          </p:cNvPr>
          <p:cNvSpPr>
            <a:spLocks noChangeShapeType="1"/>
          </p:cNvSpPr>
          <p:nvPr/>
        </p:nvSpPr>
        <p:spPr bwMode="auto">
          <a:xfrm>
            <a:off x="2514600" y="3486150"/>
            <a:ext cx="0" cy="914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2002" name="Freeform 24">
            <a:extLst>
              <a:ext uri="{FF2B5EF4-FFF2-40B4-BE49-F238E27FC236}">
                <a16:creationId xmlns:a16="http://schemas.microsoft.com/office/drawing/2014/main" id="{E8C79CE3-8ADF-1E73-8C2F-DE1A445D1B75}"/>
              </a:ext>
            </a:extLst>
          </p:cNvPr>
          <p:cNvSpPr>
            <a:spLocks/>
          </p:cNvSpPr>
          <p:nvPr/>
        </p:nvSpPr>
        <p:spPr bwMode="auto">
          <a:xfrm>
            <a:off x="2514600" y="4857750"/>
            <a:ext cx="4343400" cy="457200"/>
          </a:xfrm>
          <a:custGeom>
            <a:avLst/>
            <a:gdLst>
              <a:gd name="T0" fmla="*/ 0 w 3264"/>
              <a:gd name="T1" fmla="*/ 0 h 384"/>
              <a:gd name="T2" fmla="*/ 0 w 3264"/>
              <a:gd name="T3" fmla="*/ 2147483647 h 384"/>
              <a:gd name="T4" fmla="*/ 2147483647 w 3264"/>
              <a:gd name="T5" fmla="*/ 2147483647 h 384"/>
              <a:gd name="T6" fmla="*/ 2147483647 w 3264"/>
              <a:gd name="T7" fmla="*/ 2147483647 h 384"/>
              <a:gd name="T8" fmla="*/ 2147483647 w 3264"/>
              <a:gd name="T9" fmla="*/ 2147483647 h 384"/>
              <a:gd name="T10" fmla="*/ 2147483647 w 3264"/>
              <a:gd name="T11" fmla="*/ 2147483647 h 384"/>
              <a:gd name="T12" fmla="*/ 0 60000 65536"/>
              <a:gd name="T13" fmla="*/ 0 60000 65536"/>
              <a:gd name="T14" fmla="*/ 0 60000 65536"/>
              <a:gd name="T15" fmla="*/ 0 60000 65536"/>
              <a:gd name="T16" fmla="*/ 0 60000 65536"/>
              <a:gd name="T17" fmla="*/ 0 60000 65536"/>
              <a:gd name="T18" fmla="*/ 0 w 3264"/>
              <a:gd name="T19" fmla="*/ 0 h 384"/>
              <a:gd name="T20" fmla="*/ 3264 w 3264"/>
              <a:gd name="T21" fmla="*/ 384 h 384"/>
            </a:gdLst>
            <a:ahLst/>
            <a:cxnLst>
              <a:cxn ang="T12">
                <a:pos x="T0" y="T1"/>
              </a:cxn>
              <a:cxn ang="T13">
                <a:pos x="T2" y="T3"/>
              </a:cxn>
              <a:cxn ang="T14">
                <a:pos x="T4" y="T5"/>
              </a:cxn>
              <a:cxn ang="T15">
                <a:pos x="T6" y="T7"/>
              </a:cxn>
              <a:cxn ang="T16">
                <a:pos x="T8" y="T9"/>
              </a:cxn>
              <a:cxn ang="T17">
                <a:pos x="T10" y="T11"/>
              </a:cxn>
            </a:cxnLst>
            <a:rect l="T18" t="T19" r="T20" b="T21"/>
            <a:pathLst>
              <a:path w="3264" h="384">
                <a:moveTo>
                  <a:pt x="0" y="0"/>
                </a:moveTo>
                <a:lnTo>
                  <a:pt x="0" y="288"/>
                </a:lnTo>
                <a:lnTo>
                  <a:pt x="96" y="384"/>
                </a:lnTo>
                <a:lnTo>
                  <a:pt x="3168" y="384"/>
                </a:lnTo>
                <a:lnTo>
                  <a:pt x="3264" y="288"/>
                </a:lnTo>
                <a:lnTo>
                  <a:pt x="3261" y="8"/>
                </a:ln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42003" name="Line 25">
            <a:extLst>
              <a:ext uri="{FF2B5EF4-FFF2-40B4-BE49-F238E27FC236}">
                <a16:creationId xmlns:a16="http://schemas.microsoft.com/office/drawing/2014/main" id="{D8A46A92-D470-027B-B899-99CF3EC20879}"/>
              </a:ext>
            </a:extLst>
          </p:cNvPr>
          <p:cNvSpPr>
            <a:spLocks noChangeShapeType="1"/>
          </p:cNvSpPr>
          <p:nvPr/>
        </p:nvSpPr>
        <p:spPr bwMode="auto">
          <a:xfrm>
            <a:off x="6858000" y="3486150"/>
            <a:ext cx="0" cy="9144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sp>
        <p:nvSpPr>
          <p:cNvPr id="42004" name="Line 26">
            <a:extLst>
              <a:ext uri="{FF2B5EF4-FFF2-40B4-BE49-F238E27FC236}">
                <a16:creationId xmlns:a16="http://schemas.microsoft.com/office/drawing/2014/main" id="{02857D10-C4AD-1903-3A27-262E07466703}"/>
              </a:ext>
            </a:extLst>
          </p:cNvPr>
          <p:cNvSpPr>
            <a:spLocks noChangeShapeType="1"/>
          </p:cNvSpPr>
          <p:nvPr/>
        </p:nvSpPr>
        <p:spPr bwMode="auto">
          <a:xfrm>
            <a:off x="6858000" y="2800350"/>
            <a:ext cx="0" cy="228600"/>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sp>
        <p:nvSpPr>
          <p:cNvPr id="42005" name="Rectangle 29">
            <a:extLst>
              <a:ext uri="{FF2B5EF4-FFF2-40B4-BE49-F238E27FC236}">
                <a16:creationId xmlns:a16="http://schemas.microsoft.com/office/drawing/2014/main" id="{8E880CFC-5250-D2EC-75DC-BB15A532C599}"/>
              </a:ext>
            </a:extLst>
          </p:cNvPr>
          <p:cNvSpPr>
            <a:spLocks noChangeArrowheads="1"/>
          </p:cNvSpPr>
          <p:nvPr/>
        </p:nvSpPr>
        <p:spPr bwMode="auto">
          <a:xfrm>
            <a:off x="3086100" y="3943350"/>
            <a:ext cx="457200" cy="2286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1,3</a:t>
            </a:r>
          </a:p>
        </p:txBody>
      </p:sp>
      <p:sp>
        <p:nvSpPr>
          <p:cNvPr id="42006" name="Rectangle 30">
            <a:extLst>
              <a:ext uri="{FF2B5EF4-FFF2-40B4-BE49-F238E27FC236}">
                <a16:creationId xmlns:a16="http://schemas.microsoft.com/office/drawing/2014/main" id="{733FD764-A10F-BEB1-9383-E6C5EDF58E9E}"/>
              </a:ext>
            </a:extLst>
          </p:cNvPr>
          <p:cNvSpPr>
            <a:spLocks noChangeArrowheads="1"/>
          </p:cNvSpPr>
          <p:nvPr/>
        </p:nvSpPr>
        <p:spPr bwMode="auto">
          <a:xfrm>
            <a:off x="4229100" y="5029200"/>
            <a:ext cx="457200" cy="2286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6537</a:t>
            </a:r>
          </a:p>
        </p:txBody>
      </p:sp>
      <p:sp>
        <p:nvSpPr>
          <p:cNvPr id="42007" name="Rectangle 31">
            <a:extLst>
              <a:ext uri="{FF2B5EF4-FFF2-40B4-BE49-F238E27FC236}">
                <a16:creationId xmlns:a16="http://schemas.microsoft.com/office/drawing/2014/main" id="{A9A4B7A5-22D6-0E24-DB8F-9F16E9E5088E}"/>
              </a:ext>
            </a:extLst>
          </p:cNvPr>
          <p:cNvSpPr>
            <a:spLocks noChangeArrowheads="1"/>
          </p:cNvSpPr>
          <p:nvPr/>
        </p:nvSpPr>
        <p:spPr bwMode="auto">
          <a:xfrm>
            <a:off x="5715000" y="3600450"/>
            <a:ext cx="457200" cy="4572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2008" name="Rectangle 32">
            <a:extLst>
              <a:ext uri="{FF2B5EF4-FFF2-40B4-BE49-F238E27FC236}">
                <a16:creationId xmlns:a16="http://schemas.microsoft.com/office/drawing/2014/main" id="{602C0905-35F2-2B66-0962-1CE16841AD6B}"/>
              </a:ext>
            </a:extLst>
          </p:cNvPr>
          <p:cNvSpPr>
            <a:spLocks noChangeArrowheads="1"/>
          </p:cNvSpPr>
          <p:nvPr/>
        </p:nvSpPr>
        <p:spPr bwMode="auto">
          <a:xfrm>
            <a:off x="6172200" y="3600450"/>
            <a:ext cx="457200" cy="2286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1,2</a:t>
            </a:r>
          </a:p>
        </p:txBody>
      </p:sp>
      <p:sp>
        <p:nvSpPr>
          <p:cNvPr id="42009" name="Rectangle 33">
            <a:extLst>
              <a:ext uri="{FF2B5EF4-FFF2-40B4-BE49-F238E27FC236}">
                <a16:creationId xmlns:a16="http://schemas.microsoft.com/office/drawing/2014/main" id="{BCE1BC31-E2C4-0876-0818-B2471BDF852F}"/>
              </a:ext>
            </a:extLst>
          </p:cNvPr>
          <p:cNvSpPr>
            <a:spLocks noChangeArrowheads="1"/>
          </p:cNvSpPr>
          <p:nvPr/>
        </p:nvSpPr>
        <p:spPr bwMode="auto">
          <a:xfrm>
            <a:off x="6172200" y="3829050"/>
            <a:ext cx="457200" cy="228600"/>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1,3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F89C1-02F0-4369-B37E-52F83576B82F}"/>
              </a:ext>
            </a:extLst>
          </p:cNvPr>
          <p:cNvSpPr>
            <a:spLocks noGrp="1"/>
          </p:cNvSpPr>
          <p:nvPr>
            <p:ph type="title"/>
          </p:nvPr>
        </p:nvSpPr>
        <p:spPr>
          <a:xfrm>
            <a:off x="1435101" y="274638"/>
            <a:ext cx="7499350" cy="639762"/>
          </a:xfrm>
        </p:spPr>
        <p:txBody>
          <a:bodyPr/>
          <a:lstStyle/>
          <a:p>
            <a:r>
              <a:rPr lang="en-US" dirty="0"/>
              <a:t>Protocol Data Units PDU</a:t>
            </a:r>
          </a:p>
        </p:txBody>
      </p:sp>
      <p:sp>
        <p:nvSpPr>
          <p:cNvPr id="3" name="Content Placeholder 2">
            <a:extLst>
              <a:ext uri="{FF2B5EF4-FFF2-40B4-BE49-F238E27FC236}">
                <a16:creationId xmlns:a16="http://schemas.microsoft.com/office/drawing/2014/main" id="{C5F3459A-0503-4584-B644-FBAB99ECDD09}"/>
              </a:ext>
            </a:extLst>
          </p:cNvPr>
          <p:cNvSpPr>
            <a:spLocks noGrp="1"/>
          </p:cNvSpPr>
          <p:nvPr>
            <p:ph idx="1"/>
          </p:nvPr>
        </p:nvSpPr>
        <p:spPr>
          <a:xfrm>
            <a:off x="1435101" y="1066800"/>
            <a:ext cx="7499350" cy="5181600"/>
          </a:xfrm>
        </p:spPr>
        <p:txBody>
          <a:bodyPr/>
          <a:lstStyle/>
          <a:p>
            <a:r>
              <a:rPr lang="en-US" dirty="0"/>
              <a:t>PDUs are named according to  the protocols of the TCP/IP </a:t>
            </a:r>
            <a:r>
              <a:rPr lang="en-US" dirty="0" err="1"/>
              <a:t>suite:data</a:t>
            </a:r>
            <a:r>
              <a:rPr lang="en-US" dirty="0"/>
              <a:t>, </a:t>
            </a:r>
            <a:r>
              <a:rPr lang="en-US" dirty="0" err="1"/>
              <a:t>segment,packet</a:t>
            </a:r>
            <a:r>
              <a:rPr lang="en-US" dirty="0"/>
              <a:t> ,frame and bits</a:t>
            </a:r>
          </a:p>
          <a:p>
            <a:r>
              <a:rPr lang="en-US" dirty="0"/>
              <a:t>Application layer – Data</a:t>
            </a:r>
          </a:p>
          <a:p>
            <a:r>
              <a:rPr lang="en-US" dirty="0"/>
              <a:t>Transport layer – Segment</a:t>
            </a:r>
          </a:p>
          <a:p>
            <a:r>
              <a:rPr lang="en-US" dirty="0"/>
              <a:t>Network layer – Packet</a:t>
            </a:r>
          </a:p>
          <a:p>
            <a:r>
              <a:rPr lang="en-US" dirty="0"/>
              <a:t>Data link layer – Frame</a:t>
            </a:r>
          </a:p>
          <a:p>
            <a:r>
              <a:rPr lang="en-US" dirty="0"/>
              <a:t>Physical layer - Bits</a:t>
            </a:r>
          </a:p>
        </p:txBody>
      </p:sp>
      <p:sp>
        <p:nvSpPr>
          <p:cNvPr id="4" name="Slide Number Placeholder 3">
            <a:extLst>
              <a:ext uri="{FF2B5EF4-FFF2-40B4-BE49-F238E27FC236}">
                <a16:creationId xmlns:a16="http://schemas.microsoft.com/office/drawing/2014/main" id="{25DACE81-A111-46D6-8F74-4D3771A5C25E}"/>
              </a:ext>
            </a:extLst>
          </p:cNvPr>
          <p:cNvSpPr>
            <a:spLocks noGrp="1"/>
          </p:cNvSpPr>
          <p:nvPr>
            <p:ph type="sldNum" sz="quarter" idx="12"/>
          </p:nvPr>
        </p:nvSpPr>
        <p:spPr/>
        <p:txBody>
          <a:bodyPr/>
          <a:lstStyle/>
          <a:p>
            <a:r>
              <a:rPr lang="en-US" altLang="en-US"/>
              <a:t>2.</a:t>
            </a:r>
            <a:fld id="{52A1CD0E-1549-4DF7-8117-7D14245E6E06}" type="slidenum">
              <a:rPr lang="en-US" altLang="en-US" smtClean="0"/>
              <a:pPr/>
              <a:t>34</a:t>
            </a:fld>
            <a:endParaRPr lang="en-US" altLang="en-US"/>
          </a:p>
        </p:txBody>
      </p:sp>
    </p:spTree>
    <p:extLst>
      <p:ext uri="{BB962C8B-B14F-4D97-AF65-F5344CB8AC3E}">
        <p14:creationId xmlns:p14="http://schemas.microsoft.com/office/powerpoint/2010/main" val="1166555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3DA9076-8058-4E97-A5F8-39056244C8E5}"/>
              </a:ext>
            </a:extLst>
          </p:cNvPr>
          <p:cNvSpPr>
            <a:spLocks noGrp="1"/>
          </p:cNvSpPr>
          <p:nvPr>
            <p:ph type="sldNum" sz="quarter" idx="12"/>
          </p:nvPr>
        </p:nvSpPr>
        <p:spPr/>
        <p:txBody>
          <a:bodyPr/>
          <a:lstStyle/>
          <a:p>
            <a:r>
              <a:rPr lang="en-US" altLang="en-US"/>
              <a:t>2.</a:t>
            </a:r>
            <a:fld id="{52A1CD0E-1549-4DF7-8117-7D14245E6E06}" type="slidenum">
              <a:rPr lang="en-US" altLang="en-US" smtClean="0"/>
              <a:pPr/>
              <a:t>35</a:t>
            </a:fld>
            <a:endParaRPr lang="en-US" altLang="en-US"/>
          </a:p>
        </p:txBody>
      </p:sp>
      <p:pic>
        <p:nvPicPr>
          <p:cNvPr id="9" name="Picture 8">
            <a:extLst>
              <a:ext uri="{FF2B5EF4-FFF2-40B4-BE49-F238E27FC236}">
                <a16:creationId xmlns:a16="http://schemas.microsoft.com/office/drawing/2014/main" id="{7ED9E82B-A074-4C95-A64A-2E5D2B2FC5EA}"/>
              </a:ext>
            </a:extLst>
          </p:cNvPr>
          <p:cNvPicPr>
            <a:picLocks noChangeAspect="1"/>
          </p:cNvPicPr>
          <p:nvPr/>
        </p:nvPicPr>
        <p:blipFill>
          <a:blip r:embed="rId2"/>
          <a:stretch>
            <a:fillRect/>
          </a:stretch>
        </p:blipFill>
        <p:spPr>
          <a:xfrm>
            <a:off x="268943" y="194347"/>
            <a:ext cx="8722659" cy="6469305"/>
          </a:xfrm>
          <a:prstGeom prst="rect">
            <a:avLst/>
          </a:prstGeom>
        </p:spPr>
      </p:pic>
    </p:spTree>
    <p:extLst>
      <p:ext uri="{BB962C8B-B14F-4D97-AF65-F5344CB8AC3E}">
        <p14:creationId xmlns:p14="http://schemas.microsoft.com/office/powerpoint/2010/main" val="26897723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A7145877-2F90-54AF-9CDF-660FD13242D4}"/>
              </a:ext>
            </a:extLst>
          </p:cNvPr>
          <p:cNvSpPr>
            <a:spLocks noGrp="1"/>
          </p:cNvSpPr>
          <p:nvPr>
            <p:ph type="title"/>
          </p:nvPr>
        </p:nvSpPr>
        <p:spPr/>
        <p:txBody>
          <a:bodyPr/>
          <a:lstStyle/>
          <a:p>
            <a:pPr eaLnBrk="1" hangingPunct="1">
              <a:defRPr/>
            </a:pPr>
            <a:r>
              <a:rPr lang="en-US"/>
              <a:t>Example 2.2</a:t>
            </a:r>
            <a:endParaRPr lang="en-US" dirty="0"/>
          </a:p>
        </p:txBody>
      </p:sp>
      <p:sp>
        <p:nvSpPr>
          <p:cNvPr id="43011" name="Text Placeholder 15">
            <a:extLst>
              <a:ext uri="{FF2B5EF4-FFF2-40B4-BE49-F238E27FC236}">
                <a16:creationId xmlns:a16="http://schemas.microsoft.com/office/drawing/2014/main" id="{0F0D9A0B-A945-17C6-4FE3-84CC2F811B51}"/>
              </a:ext>
            </a:extLst>
          </p:cNvPr>
          <p:cNvSpPr>
            <a:spLocks noGrp="1"/>
          </p:cNvSpPr>
          <p:nvPr>
            <p:ph idx="1"/>
          </p:nvPr>
        </p:nvSpPr>
        <p:spPr/>
        <p:txBody>
          <a:bodyPr/>
          <a:lstStyle/>
          <a:p>
            <a:pPr eaLnBrk="1" hangingPunct="1"/>
            <a:r>
              <a:rPr lang="en-US" altLang="en-US" dirty="0"/>
              <a:t>As we will see in Chapter 13, most local-area networks use a 48-bit (6-byte) physical address written as 12 hexadecimal digits; every byte (2 hexadecimal digits) is separated by a colon, as shown below:</a:t>
            </a:r>
          </a:p>
          <a:p>
            <a:pPr lvl="1" eaLnBrk="1" hangingPunct="1"/>
            <a:r>
              <a:rPr lang="en-US" altLang="en-US" dirty="0"/>
              <a:t>07:01:02:01:2C:4B</a:t>
            </a:r>
          </a:p>
        </p:txBody>
      </p:sp>
      <p:sp>
        <p:nvSpPr>
          <p:cNvPr id="43012" name="Slide Number Placeholder 1">
            <a:extLst>
              <a:ext uri="{FF2B5EF4-FFF2-40B4-BE49-F238E27FC236}">
                <a16:creationId xmlns:a16="http://schemas.microsoft.com/office/drawing/2014/main" id="{D292C335-988B-AFA6-0BEF-B4B014E4FD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0C854752-B10E-479C-BBF0-EB5C728CCF1C}" type="slidenum">
              <a:rPr lang="en-US" altLang="en-US">
                <a:solidFill>
                  <a:srgbClr val="B5A788"/>
                </a:solidFill>
              </a:rPr>
              <a:pPr/>
              <a:t>36</a:t>
            </a:fld>
            <a:endParaRPr lang="en-US" altLang="en-US">
              <a:solidFill>
                <a:srgbClr val="B5A788"/>
              </a:solidFill>
            </a:endParaRPr>
          </a:p>
        </p:txBody>
      </p:sp>
      <p:sp>
        <p:nvSpPr>
          <p:cNvPr id="43013" name="Rectangle 8">
            <a:extLst>
              <a:ext uri="{FF2B5EF4-FFF2-40B4-BE49-F238E27FC236}">
                <a16:creationId xmlns:a16="http://schemas.microsoft.com/office/drawing/2014/main" id="{1BAA0748-3A12-0D72-BA9E-DB10E1EA54FE}"/>
              </a:ext>
            </a:extLst>
          </p:cNvPr>
          <p:cNvSpPr>
            <a:spLocks noChangeArrowheads="1"/>
          </p:cNvSpPr>
          <p:nvPr/>
        </p:nvSpPr>
        <p:spPr bwMode="gray">
          <a:xfrm>
            <a:off x="1676400" y="1039416"/>
            <a:ext cx="23813" cy="78938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eaLnBrk="1" hangingPunct="1"/>
            <a:endParaRPr kumimoji="1" lang="en-US" altLang="en-US" b="0">
              <a:latin typeface="Tahoma" panose="020B0604030504040204" pitchFamily="34" charset="0"/>
            </a:endParaRPr>
          </a:p>
        </p:txBody>
      </p:sp>
      <p:sp>
        <p:nvSpPr>
          <p:cNvPr id="43014" name="Rectangle 10">
            <a:extLst>
              <a:ext uri="{FF2B5EF4-FFF2-40B4-BE49-F238E27FC236}">
                <a16:creationId xmlns:a16="http://schemas.microsoft.com/office/drawing/2014/main" id="{9D52B6D6-2DD0-7263-2426-3F725E0382C5}"/>
              </a:ext>
            </a:extLst>
          </p:cNvPr>
          <p:cNvSpPr>
            <a:spLocks noChangeArrowheads="1"/>
          </p:cNvSpPr>
          <p:nvPr/>
        </p:nvSpPr>
        <p:spPr bwMode="auto">
          <a:xfrm>
            <a:off x="1257300" y="1943100"/>
            <a:ext cx="66294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293D582D-9D10-B0E6-CAC1-749C9CBDE001}"/>
              </a:ext>
            </a:extLst>
          </p:cNvPr>
          <p:cNvSpPr>
            <a:spLocks noGrp="1"/>
          </p:cNvSpPr>
          <p:nvPr>
            <p:ph type="title"/>
          </p:nvPr>
        </p:nvSpPr>
        <p:spPr/>
        <p:txBody>
          <a:bodyPr/>
          <a:lstStyle/>
          <a:p>
            <a:pPr eaLnBrk="1" hangingPunct="1">
              <a:defRPr/>
            </a:pPr>
            <a:r>
              <a:rPr lang="en-US"/>
              <a:t>Example 2.3</a:t>
            </a:r>
            <a:endParaRPr lang="en-US" dirty="0"/>
          </a:p>
        </p:txBody>
      </p:sp>
      <p:sp>
        <p:nvSpPr>
          <p:cNvPr id="44035" name="Text Placeholder 14">
            <a:extLst>
              <a:ext uri="{FF2B5EF4-FFF2-40B4-BE49-F238E27FC236}">
                <a16:creationId xmlns:a16="http://schemas.microsoft.com/office/drawing/2014/main" id="{020DEE72-3F97-5D06-EF51-873AD8B8F147}"/>
              </a:ext>
            </a:extLst>
          </p:cNvPr>
          <p:cNvSpPr>
            <a:spLocks noGrp="1"/>
          </p:cNvSpPr>
          <p:nvPr>
            <p:ph idx="1"/>
          </p:nvPr>
        </p:nvSpPr>
        <p:spPr/>
        <p:txBody>
          <a:bodyPr/>
          <a:lstStyle/>
          <a:p>
            <a:pPr eaLnBrk="1" hangingPunct="1"/>
            <a:r>
              <a:rPr lang="en-US" altLang="en-US" sz="2100"/>
              <a:t>Figure 2.20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 </a:t>
            </a:r>
          </a:p>
        </p:txBody>
      </p:sp>
      <p:sp>
        <p:nvSpPr>
          <p:cNvPr id="44036" name="Slide Number Placeholder 1">
            <a:extLst>
              <a:ext uri="{FF2B5EF4-FFF2-40B4-BE49-F238E27FC236}">
                <a16:creationId xmlns:a16="http://schemas.microsoft.com/office/drawing/2014/main" id="{80B21B96-C6C2-67FD-BD16-0D53073F6E0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520E053C-E207-4A82-B1D9-5280783661A4}" type="slidenum">
              <a:rPr lang="en-US" altLang="en-US">
                <a:solidFill>
                  <a:srgbClr val="B5A788"/>
                </a:solidFill>
              </a:rPr>
              <a:pPr/>
              <a:t>37</a:t>
            </a:fld>
            <a:endParaRPr lang="en-US" altLang="en-US">
              <a:solidFill>
                <a:srgbClr val="B5A788"/>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A02B6E8-1FE9-2EAB-9F15-E983DA7A52F5}"/>
              </a:ext>
            </a:extLst>
          </p:cNvPr>
          <p:cNvSpPr>
            <a:spLocks noGrp="1"/>
          </p:cNvSpPr>
          <p:nvPr>
            <p:ph type="title"/>
          </p:nvPr>
        </p:nvSpPr>
        <p:spPr/>
        <p:txBody>
          <a:bodyPr/>
          <a:lstStyle/>
          <a:p>
            <a:pPr eaLnBrk="1" hangingPunct="1">
              <a:defRPr/>
            </a:pPr>
            <a:r>
              <a:rPr lang="en-US" dirty="0"/>
              <a:t>IP addresses</a:t>
            </a:r>
          </a:p>
        </p:txBody>
      </p:sp>
      <p:sp>
        <p:nvSpPr>
          <p:cNvPr id="45059" name="Content Placeholder 13">
            <a:extLst>
              <a:ext uri="{FF2B5EF4-FFF2-40B4-BE49-F238E27FC236}">
                <a16:creationId xmlns:a16="http://schemas.microsoft.com/office/drawing/2014/main" id="{0BBC1DF2-F136-DE79-67FE-482F0FA0EAAA}"/>
              </a:ext>
            </a:extLst>
          </p:cNvPr>
          <p:cNvSpPr>
            <a:spLocks noGrp="1"/>
          </p:cNvSpPr>
          <p:nvPr>
            <p:ph idx="1"/>
          </p:nvPr>
        </p:nvSpPr>
        <p:spPr/>
        <p:txBody>
          <a:bodyPr/>
          <a:lstStyle/>
          <a:p>
            <a:pPr eaLnBrk="1" hangingPunct="1"/>
            <a:endParaRPr lang="en-US" altLang="en-US"/>
          </a:p>
        </p:txBody>
      </p:sp>
      <p:sp>
        <p:nvSpPr>
          <p:cNvPr id="45060" name="Slide Number Placeholder 1">
            <a:extLst>
              <a:ext uri="{FF2B5EF4-FFF2-40B4-BE49-F238E27FC236}">
                <a16:creationId xmlns:a16="http://schemas.microsoft.com/office/drawing/2014/main" id="{B855E5AA-943A-8E38-2A96-49A4BA723D8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C0EF5FA0-4764-42A5-ACD1-9AA06E772A38}" type="slidenum">
              <a:rPr lang="en-US" altLang="en-US">
                <a:solidFill>
                  <a:srgbClr val="B5A788"/>
                </a:solidFill>
              </a:rPr>
              <a:pPr/>
              <a:t>38</a:t>
            </a:fld>
            <a:endParaRPr lang="en-US" altLang="en-US">
              <a:solidFill>
                <a:srgbClr val="B5A788"/>
              </a:solidFill>
            </a:endParaRPr>
          </a:p>
        </p:txBody>
      </p:sp>
      <p:pic>
        <p:nvPicPr>
          <p:cNvPr id="45061" name="Picture 6">
            <a:extLst>
              <a:ext uri="{FF2B5EF4-FFF2-40B4-BE49-F238E27FC236}">
                <a16:creationId xmlns:a16="http://schemas.microsoft.com/office/drawing/2014/main" id="{8040DFE2-B912-1163-2234-312108CADA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48" y="609600"/>
            <a:ext cx="7499349" cy="6281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2">
            <a:extLst>
              <a:ext uri="{FF2B5EF4-FFF2-40B4-BE49-F238E27FC236}">
                <a16:creationId xmlns:a16="http://schemas.microsoft.com/office/drawing/2014/main" id="{11FAD5B0-0813-D457-5A37-50D16FDE5914}"/>
              </a:ext>
            </a:extLst>
          </p:cNvPr>
          <p:cNvSpPr>
            <a:spLocks noGrp="1" noChangeArrowheads="1"/>
          </p:cNvSpPr>
          <p:nvPr>
            <p:ph type="title"/>
          </p:nvPr>
        </p:nvSpPr>
        <p:spPr/>
        <p:txBody>
          <a:bodyPr/>
          <a:lstStyle/>
          <a:p>
            <a:pPr eaLnBrk="1" fontAlgn="auto" hangingPunct="1">
              <a:spcAft>
                <a:spcPts val="0"/>
              </a:spcAft>
              <a:defRPr/>
            </a:pPr>
            <a:r>
              <a:rPr lang="en-US" sz="2100">
                <a:solidFill>
                  <a:schemeClr val="accent1">
                    <a:satMod val="150000"/>
                  </a:schemeClr>
                </a:solidFill>
              </a:rPr>
              <a:t>TCP/IP thru a Router</a:t>
            </a:r>
          </a:p>
        </p:txBody>
      </p:sp>
      <p:sp>
        <p:nvSpPr>
          <p:cNvPr id="46083" name="Date Placeholder 3">
            <a:extLst>
              <a:ext uri="{FF2B5EF4-FFF2-40B4-BE49-F238E27FC236}">
                <a16:creationId xmlns:a16="http://schemas.microsoft.com/office/drawing/2014/main" id="{4335BA03-1AE6-3BA2-9775-4E84C874C05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ECE/IUPUI</a:t>
            </a:r>
            <a:endParaRPr lang="en-US" altLang="ko-KR">
              <a:solidFill>
                <a:srgbClr val="B5A788"/>
              </a:solidFill>
              <a:cs typeface="HY엽서L"/>
            </a:endParaRPr>
          </a:p>
        </p:txBody>
      </p:sp>
      <p:sp>
        <p:nvSpPr>
          <p:cNvPr id="33796" name="Footer Placeholder 4">
            <a:extLst>
              <a:ext uri="{FF2B5EF4-FFF2-40B4-BE49-F238E27FC236}">
                <a16:creationId xmlns:a16="http://schemas.microsoft.com/office/drawing/2014/main" id="{3FEA8AA4-3861-A044-863A-D9ED541275A9}"/>
              </a:ext>
            </a:extLst>
          </p:cNvPr>
          <p:cNvSpPr>
            <a:spLocks noGrp="1"/>
          </p:cNvSpPr>
          <p:nvPr>
            <p:ph type="ftr" sz="quarter" idx="11"/>
          </p:nvPr>
        </p:nvSpPr>
        <p:spPr bwMode="auto">
          <a:ln>
            <a:miter lim="800000"/>
            <a:headEnd/>
            <a:tailEnd/>
          </a:ln>
        </p:spPr>
        <p:txBody>
          <a:bodyPr/>
          <a:lstStyle/>
          <a:p>
            <a:pPr>
              <a:defRPr/>
            </a:pPr>
            <a:r>
              <a:rPr lang="en-US" altLang="ko-KR">
                <a:solidFill>
                  <a:schemeClr val="bg2">
                    <a:shade val="50000"/>
                    <a:satMod val="200000"/>
                  </a:schemeClr>
                </a:solidFill>
                <a:cs typeface="HY엽서L"/>
              </a:rPr>
              <a:t>Intro to Computer Communication Networks</a:t>
            </a:r>
          </a:p>
        </p:txBody>
      </p:sp>
      <p:sp>
        <p:nvSpPr>
          <p:cNvPr id="46085" name="Slide Number Placeholder 5">
            <a:extLst>
              <a:ext uri="{FF2B5EF4-FFF2-40B4-BE49-F238E27FC236}">
                <a16:creationId xmlns:a16="http://schemas.microsoft.com/office/drawing/2014/main" id="{D15B567F-6F1B-A072-E687-A1EAF10E3B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63347752-6104-4FB2-A628-421316A6D5F3}" type="slidenum">
              <a:rPr lang="en-US" altLang="en-US">
                <a:solidFill>
                  <a:srgbClr val="B5A788"/>
                </a:solidFill>
              </a:rPr>
              <a:pPr/>
              <a:t>39</a:t>
            </a:fld>
            <a:endParaRPr lang="en-US" altLang="en-US">
              <a:solidFill>
                <a:srgbClr val="B5A788"/>
              </a:solidFill>
            </a:endParaRPr>
          </a:p>
        </p:txBody>
      </p:sp>
      <p:grpSp>
        <p:nvGrpSpPr>
          <p:cNvPr id="46086" name="Group 55">
            <a:extLst>
              <a:ext uri="{FF2B5EF4-FFF2-40B4-BE49-F238E27FC236}">
                <a16:creationId xmlns:a16="http://schemas.microsoft.com/office/drawing/2014/main" id="{728517EB-70A7-36DB-0E18-128430524F95}"/>
              </a:ext>
            </a:extLst>
          </p:cNvPr>
          <p:cNvGrpSpPr>
            <a:grpSpLocks/>
          </p:cNvGrpSpPr>
          <p:nvPr/>
        </p:nvGrpSpPr>
        <p:grpSpPr bwMode="auto">
          <a:xfrm>
            <a:off x="273050" y="990600"/>
            <a:ext cx="7499350" cy="4438650"/>
            <a:chOff x="192" y="1056"/>
            <a:chExt cx="5376" cy="2784"/>
          </a:xfrm>
        </p:grpSpPr>
        <p:sp>
          <p:nvSpPr>
            <p:cNvPr id="46087" name="Rectangle 5">
              <a:extLst>
                <a:ext uri="{FF2B5EF4-FFF2-40B4-BE49-F238E27FC236}">
                  <a16:creationId xmlns:a16="http://schemas.microsoft.com/office/drawing/2014/main" id="{8FD8AA68-28DF-2D2C-177E-744155295380}"/>
                </a:ext>
              </a:extLst>
            </p:cNvPr>
            <p:cNvSpPr>
              <a:spLocks noChangeArrowheads="1"/>
            </p:cNvSpPr>
            <p:nvPr/>
          </p:nvSpPr>
          <p:spPr bwMode="auto">
            <a:xfrm>
              <a:off x="768" y="1632"/>
              <a:ext cx="576" cy="384"/>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IP </a:t>
              </a:r>
            </a:p>
            <a:p>
              <a:pPr algn="ctr"/>
              <a:r>
                <a:rPr lang="en-US" altLang="en-US" sz="1200"/>
                <a:t>(1,2)</a:t>
              </a:r>
            </a:p>
          </p:txBody>
        </p:sp>
        <p:sp>
          <p:nvSpPr>
            <p:cNvPr id="46088" name="Rectangle 6">
              <a:extLst>
                <a:ext uri="{FF2B5EF4-FFF2-40B4-BE49-F238E27FC236}">
                  <a16:creationId xmlns:a16="http://schemas.microsoft.com/office/drawing/2014/main" id="{A6A4A11E-524F-9B51-323E-446015547F03}"/>
                </a:ext>
              </a:extLst>
            </p:cNvPr>
            <p:cNvSpPr>
              <a:spLocks noChangeArrowheads="1"/>
            </p:cNvSpPr>
            <p:nvPr/>
          </p:nvSpPr>
          <p:spPr bwMode="auto">
            <a:xfrm>
              <a:off x="720" y="2784"/>
              <a:ext cx="576" cy="384"/>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NI</a:t>
              </a:r>
            </a:p>
            <a:p>
              <a:pPr algn="ctr"/>
              <a:r>
                <a:rPr lang="en-US" altLang="en-US" sz="1200"/>
                <a:t>3487</a:t>
              </a:r>
            </a:p>
          </p:txBody>
        </p:sp>
        <p:sp>
          <p:nvSpPr>
            <p:cNvPr id="46089" name="Rectangle 7">
              <a:extLst>
                <a:ext uri="{FF2B5EF4-FFF2-40B4-BE49-F238E27FC236}">
                  <a16:creationId xmlns:a16="http://schemas.microsoft.com/office/drawing/2014/main" id="{4C7C414A-B542-5053-F7CE-4E89D276FE8E}"/>
                </a:ext>
              </a:extLst>
            </p:cNvPr>
            <p:cNvSpPr>
              <a:spLocks noChangeArrowheads="1"/>
            </p:cNvSpPr>
            <p:nvPr/>
          </p:nvSpPr>
          <p:spPr bwMode="auto">
            <a:xfrm>
              <a:off x="864" y="1056"/>
              <a:ext cx="384" cy="384"/>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dirty="0"/>
                <a:t>data</a:t>
              </a:r>
            </a:p>
          </p:txBody>
        </p:sp>
        <p:sp>
          <p:nvSpPr>
            <p:cNvPr id="46090" name="Rectangle 9">
              <a:extLst>
                <a:ext uri="{FF2B5EF4-FFF2-40B4-BE49-F238E27FC236}">
                  <a16:creationId xmlns:a16="http://schemas.microsoft.com/office/drawing/2014/main" id="{47535004-8E51-E630-DC4E-AA837A6D00C9}"/>
                </a:ext>
              </a:extLst>
            </p:cNvPr>
            <p:cNvSpPr>
              <a:spLocks noChangeArrowheads="1"/>
            </p:cNvSpPr>
            <p:nvPr/>
          </p:nvSpPr>
          <p:spPr bwMode="auto">
            <a:xfrm>
              <a:off x="192" y="2112"/>
              <a:ext cx="384" cy="384"/>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6091" name="Rectangle 10">
              <a:extLst>
                <a:ext uri="{FF2B5EF4-FFF2-40B4-BE49-F238E27FC236}">
                  <a16:creationId xmlns:a16="http://schemas.microsoft.com/office/drawing/2014/main" id="{F17BC290-7459-2976-6086-1BC3F762D733}"/>
                </a:ext>
              </a:extLst>
            </p:cNvPr>
            <p:cNvSpPr>
              <a:spLocks noChangeArrowheads="1"/>
            </p:cNvSpPr>
            <p:nvPr/>
          </p:nvSpPr>
          <p:spPr bwMode="auto">
            <a:xfrm>
              <a:off x="576" y="2112"/>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1,2</a:t>
              </a:r>
            </a:p>
          </p:txBody>
        </p:sp>
        <p:sp>
          <p:nvSpPr>
            <p:cNvPr id="46092" name="Rectangle 12">
              <a:extLst>
                <a:ext uri="{FF2B5EF4-FFF2-40B4-BE49-F238E27FC236}">
                  <a16:creationId xmlns:a16="http://schemas.microsoft.com/office/drawing/2014/main" id="{32AE21CC-D661-B5B1-06A8-D3D876AB7663}"/>
                </a:ext>
              </a:extLst>
            </p:cNvPr>
            <p:cNvSpPr>
              <a:spLocks noChangeArrowheads="1"/>
            </p:cNvSpPr>
            <p:nvPr/>
          </p:nvSpPr>
          <p:spPr bwMode="auto">
            <a:xfrm>
              <a:off x="864" y="3456"/>
              <a:ext cx="768" cy="384"/>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6093" name="Rectangle 13">
              <a:extLst>
                <a:ext uri="{FF2B5EF4-FFF2-40B4-BE49-F238E27FC236}">
                  <a16:creationId xmlns:a16="http://schemas.microsoft.com/office/drawing/2014/main" id="{A8A113C7-6188-71F8-0A68-1F9CD92A0883}"/>
                </a:ext>
              </a:extLst>
            </p:cNvPr>
            <p:cNvSpPr>
              <a:spLocks noChangeArrowheads="1"/>
            </p:cNvSpPr>
            <p:nvPr/>
          </p:nvSpPr>
          <p:spPr bwMode="auto">
            <a:xfrm>
              <a:off x="1632" y="3456"/>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3487</a:t>
              </a:r>
            </a:p>
          </p:txBody>
        </p:sp>
        <p:sp>
          <p:nvSpPr>
            <p:cNvPr id="46094" name="Rectangle 14">
              <a:extLst>
                <a:ext uri="{FF2B5EF4-FFF2-40B4-BE49-F238E27FC236}">
                  <a16:creationId xmlns:a16="http://schemas.microsoft.com/office/drawing/2014/main" id="{F87B614E-9022-B248-65C8-E798B4582C16}"/>
                </a:ext>
              </a:extLst>
            </p:cNvPr>
            <p:cNvSpPr>
              <a:spLocks noChangeArrowheads="1"/>
            </p:cNvSpPr>
            <p:nvPr/>
          </p:nvSpPr>
          <p:spPr bwMode="auto">
            <a:xfrm>
              <a:off x="4416" y="1632"/>
              <a:ext cx="576" cy="384"/>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IP</a:t>
              </a:r>
            </a:p>
            <a:p>
              <a:pPr algn="ctr"/>
              <a:r>
                <a:rPr lang="en-US" altLang="en-US" sz="1200"/>
                <a:t>(2,5)</a:t>
              </a:r>
            </a:p>
          </p:txBody>
        </p:sp>
        <p:sp>
          <p:nvSpPr>
            <p:cNvPr id="46095" name="Rectangle 15">
              <a:extLst>
                <a:ext uri="{FF2B5EF4-FFF2-40B4-BE49-F238E27FC236}">
                  <a16:creationId xmlns:a16="http://schemas.microsoft.com/office/drawing/2014/main" id="{EA82E44B-56B8-4354-1E31-C53FFCB5346A}"/>
                </a:ext>
              </a:extLst>
            </p:cNvPr>
            <p:cNvSpPr>
              <a:spLocks noChangeArrowheads="1"/>
            </p:cNvSpPr>
            <p:nvPr/>
          </p:nvSpPr>
          <p:spPr bwMode="auto">
            <a:xfrm>
              <a:off x="4416" y="2784"/>
              <a:ext cx="576" cy="384"/>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NI</a:t>
              </a:r>
            </a:p>
            <a:p>
              <a:pPr algn="ctr"/>
              <a:r>
                <a:rPr lang="en-US" altLang="en-US" sz="1200"/>
                <a:t>3903</a:t>
              </a:r>
            </a:p>
          </p:txBody>
        </p:sp>
        <p:sp>
          <p:nvSpPr>
            <p:cNvPr id="46096" name="Rectangle 19">
              <a:extLst>
                <a:ext uri="{FF2B5EF4-FFF2-40B4-BE49-F238E27FC236}">
                  <a16:creationId xmlns:a16="http://schemas.microsoft.com/office/drawing/2014/main" id="{A67A0B66-5E0C-9006-B7E3-E4887A72FD21}"/>
                </a:ext>
              </a:extLst>
            </p:cNvPr>
            <p:cNvSpPr>
              <a:spLocks noChangeArrowheads="1"/>
            </p:cNvSpPr>
            <p:nvPr/>
          </p:nvSpPr>
          <p:spPr bwMode="auto">
            <a:xfrm>
              <a:off x="4512" y="1056"/>
              <a:ext cx="384" cy="384"/>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6097" name="Line 20">
              <a:extLst>
                <a:ext uri="{FF2B5EF4-FFF2-40B4-BE49-F238E27FC236}">
                  <a16:creationId xmlns:a16="http://schemas.microsoft.com/office/drawing/2014/main" id="{9DFE31DB-F418-A1C4-3AE2-9DF704BDDCA1}"/>
                </a:ext>
              </a:extLst>
            </p:cNvPr>
            <p:cNvSpPr>
              <a:spLocks noChangeShapeType="1"/>
            </p:cNvSpPr>
            <p:nvPr/>
          </p:nvSpPr>
          <p:spPr bwMode="auto">
            <a:xfrm>
              <a:off x="1056" y="1440"/>
              <a:ext cx="0" cy="192"/>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6098" name="Line 21">
              <a:extLst>
                <a:ext uri="{FF2B5EF4-FFF2-40B4-BE49-F238E27FC236}">
                  <a16:creationId xmlns:a16="http://schemas.microsoft.com/office/drawing/2014/main" id="{FDC4821D-05AC-6FD9-A986-FFCBCDE137EA}"/>
                </a:ext>
              </a:extLst>
            </p:cNvPr>
            <p:cNvSpPr>
              <a:spLocks noChangeShapeType="1"/>
            </p:cNvSpPr>
            <p:nvPr/>
          </p:nvSpPr>
          <p:spPr bwMode="auto">
            <a:xfrm>
              <a:off x="1056" y="2016"/>
              <a:ext cx="0" cy="768"/>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6099" name="Rectangle 25">
              <a:extLst>
                <a:ext uri="{FF2B5EF4-FFF2-40B4-BE49-F238E27FC236}">
                  <a16:creationId xmlns:a16="http://schemas.microsoft.com/office/drawing/2014/main" id="{D9AA9ED9-57CE-8326-BF98-0C622B3FAFB2}"/>
                </a:ext>
              </a:extLst>
            </p:cNvPr>
            <p:cNvSpPr>
              <a:spLocks noChangeArrowheads="1"/>
            </p:cNvSpPr>
            <p:nvPr/>
          </p:nvSpPr>
          <p:spPr bwMode="auto">
            <a:xfrm>
              <a:off x="2208" y="2784"/>
              <a:ext cx="576" cy="384"/>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NI</a:t>
              </a:r>
            </a:p>
            <a:p>
              <a:pPr algn="ctr"/>
              <a:r>
                <a:rPr lang="en-US" altLang="en-US" sz="1200"/>
                <a:t>6543</a:t>
              </a:r>
            </a:p>
          </p:txBody>
        </p:sp>
        <p:sp>
          <p:nvSpPr>
            <p:cNvPr id="46100" name="Rectangle 26">
              <a:extLst>
                <a:ext uri="{FF2B5EF4-FFF2-40B4-BE49-F238E27FC236}">
                  <a16:creationId xmlns:a16="http://schemas.microsoft.com/office/drawing/2014/main" id="{B97E37B1-4155-7C8F-7073-6B237545500E}"/>
                </a:ext>
              </a:extLst>
            </p:cNvPr>
            <p:cNvSpPr>
              <a:spLocks noChangeArrowheads="1"/>
            </p:cNvSpPr>
            <p:nvPr/>
          </p:nvSpPr>
          <p:spPr bwMode="auto">
            <a:xfrm>
              <a:off x="2976" y="2784"/>
              <a:ext cx="576" cy="384"/>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NI</a:t>
              </a:r>
            </a:p>
            <a:p>
              <a:pPr algn="ctr"/>
              <a:r>
                <a:rPr lang="en-US" altLang="en-US" sz="1200"/>
                <a:t>1002</a:t>
              </a:r>
            </a:p>
          </p:txBody>
        </p:sp>
        <p:sp>
          <p:nvSpPr>
            <p:cNvPr id="46101" name="Rectangle 27">
              <a:extLst>
                <a:ext uri="{FF2B5EF4-FFF2-40B4-BE49-F238E27FC236}">
                  <a16:creationId xmlns:a16="http://schemas.microsoft.com/office/drawing/2014/main" id="{E6748924-2CB6-7625-6E78-411B78992E9B}"/>
                </a:ext>
              </a:extLst>
            </p:cNvPr>
            <p:cNvSpPr>
              <a:spLocks noChangeArrowheads="1"/>
            </p:cNvSpPr>
            <p:nvPr/>
          </p:nvSpPr>
          <p:spPr bwMode="auto">
            <a:xfrm>
              <a:off x="2208" y="1632"/>
              <a:ext cx="1344" cy="384"/>
            </a:xfrm>
            <a:prstGeom prst="rect">
              <a:avLst/>
            </a:prstGeom>
            <a:solidFill>
              <a:schemeClr val="accent1"/>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IP</a:t>
              </a:r>
            </a:p>
            <a:p>
              <a:pPr algn="ctr"/>
              <a:r>
                <a:rPr lang="en-US" altLang="en-US" sz="1200"/>
                <a:t>(1,1)	          (2,3)</a:t>
              </a:r>
            </a:p>
          </p:txBody>
        </p:sp>
        <p:sp>
          <p:nvSpPr>
            <p:cNvPr id="46102" name="Line 28">
              <a:extLst>
                <a:ext uri="{FF2B5EF4-FFF2-40B4-BE49-F238E27FC236}">
                  <a16:creationId xmlns:a16="http://schemas.microsoft.com/office/drawing/2014/main" id="{20B4EF79-E28D-EA27-4B2B-60B731E54A15}"/>
                </a:ext>
              </a:extLst>
            </p:cNvPr>
            <p:cNvSpPr>
              <a:spLocks noChangeShapeType="1"/>
            </p:cNvSpPr>
            <p:nvPr/>
          </p:nvSpPr>
          <p:spPr bwMode="auto">
            <a:xfrm>
              <a:off x="4704" y="2016"/>
              <a:ext cx="0" cy="768"/>
            </a:xfrm>
            <a:prstGeom prst="line">
              <a:avLst/>
            </a:prstGeom>
            <a:noFill/>
            <a:ln w="9525">
              <a:solidFill>
                <a:schemeClr val="hlink"/>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sp>
          <p:nvSpPr>
            <p:cNvPr id="46103" name="Freeform 32">
              <a:extLst>
                <a:ext uri="{FF2B5EF4-FFF2-40B4-BE49-F238E27FC236}">
                  <a16:creationId xmlns:a16="http://schemas.microsoft.com/office/drawing/2014/main" id="{B5A7A4DE-25FE-103F-5609-81D87B265331}"/>
                </a:ext>
              </a:extLst>
            </p:cNvPr>
            <p:cNvSpPr>
              <a:spLocks/>
            </p:cNvSpPr>
            <p:nvPr/>
          </p:nvSpPr>
          <p:spPr bwMode="auto">
            <a:xfrm>
              <a:off x="1056" y="3168"/>
              <a:ext cx="1440" cy="192"/>
            </a:xfrm>
            <a:custGeom>
              <a:avLst/>
              <a:gdLst>
                <a:gd name="T0" fmla="*/ 0 w 1440"/>
                <a:gd name="T1" fmla="*/ 0 h 192"/>
                <a:gd name="T2" fmla="*/ 0 w 1440"/>
                <a:gd name="T3" fmla="*/ 192 h 192"/>
                <a:gd name="T4" fmla="*/ 1440 w 1440"/>
                <a:gd name="T5" fmla="*/ 192 h 192"/>
                <a:gd name="T6" fmla="*/ 1440 w 1440"/>
                <a:gd name="T7" fmla="*/ 0 h 192"/>
                <a:gd name="T8" fmla="*/ 0 60000 65536"/>
                <a:gd name="T9" fmla="*/ 0 60000 65536"/>
                <a:gd name="T10" fmla="*/ 0 60000 65536"/>
                <a:gd name="T11" fmla="*/ 0 60000 65536"/>
                <a:gd name="T12" fmla="*/ 0 w 1440"/>
                <a:gd name="T13" fmla="*/ 0 h 192"/>
                <a:gd name="T14" fmla="*/ 1440 w 1440"/>
                <a:gd name="T15" fmla="*/ 192 h 192"/>
              </a:gdLst>
              <a:ahLst/>
              <a:cxnLst>
                <a:cxn ang="T8">
                  <a:pos x="T0" y="T1"/>
                </a:cxn>
                <a:cxn ang="T9">
                  <a:pos x="T2" y="T3"/>
                </a:cxn>
                <a:cxn ang="T10">
                  <a:pos x="T4" y="T5"/>
                </a:cxn>
                <a:cxn ang="T11">
                  <a:pos x="T6" y="T7"/>
                </a:cxn>
              </a:cxnLst>
              <a:rect l="T12" t="T13" r="T14" b="T15"/>
              <a:pathLst>
                <a:path w="1440" h="192">
                  <a:moveTo>
                    <a:pt x="0" y="0"/>
                  </a:moveTo>
                  <a:lnTo>
                    <a:pt x="0" y="192"/>
                  </a:lnTo>
                  <a:lnTo>
                    <a:pt x="1440" y="192"/>
                  </a:lnTo>
                  <a:lnTo>
                    <a:pt x="1440" y="0"/>
                  </a:ln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46104" name="Line 33">
              <a:extLst>
                <a:ext uri="{FF2B5EF4-FFF2-40B4-BE49-F238E27FC236}">
                  <a16:creationId xmlns:a16="http://schemas.microsoft.com/office/drawing/2014/main" id="{9DF83DDC-E302-4F53-3314-34C50D9A4E86}"/>
                </a:ext>
              </a:extLst>
            </p:cNvPr>
            <p:cNvSpPr>
              <a:spLocks noChangeShapeType="1"/>
            </p:cNvSpPr>
            <p:nvPr/>
          </p:nvSpPr>
          <p:spPr bwMode="auto">
            <a:xfrm flipV="1">
              <a:off x="2400" y="2016"/>
              <a:ext cx="0" cy="768"/>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6105" name="Line 34">
              <a:extLst>
                <a:ext uri="{FF2B5EF4-FFF2-40B4-BE49-F238E27FC236}">
                  <a16:creationId xmlns:a16="http://schemas.microsoft.com/office/drawing/2014/main" id="{12EA8640-43CE-B464-88C1-BCCA899BE18F}"/>
                </a:ext>
              </a:extLst>
            </p:cNvPr>
            <p:cNvSpPr>
              <a:spLocks noChangeShapeType="1"/>
            </p:cNvSpPr>
            <p:nvPr/>
          </p:nvSpPr>
          <p:spPr bwMode="auto">
            <a:xfrm>
              <a:off x="3360" y="2016"/>
              <a:ext cx="0" cy="768"/>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46106" name="Freeform 35">
              <a:extLst>
                <a:ext uri="{FF2B5EF4-FFF2-40B4-BE49-F238E27FC236}">
                  <a16:creationId xmlns:a16="http://schemas.microsoft.com/office/drawing/2014/main" id="{CBD0DC42-D058-925D-2C51-4ED3994383AE}"/>
                </a:ext>
              </a:extLst>
            </p:cNvPr>
            <p:cNvSpPr>
              <a:spLocks/>
            </p:cNvSpPr>
            <p:nvPr/>
          </p:nvSpPr>
          <p:spPr bwMode="auto">
            <a:xfrm>
              <a:off x="3264" y="3168"/>
              <a:ext cx="1440" cy="192"/>
            </a:xfrm>
            <a:custGeom>
              <a:avLst/>
              <a:gdLst>
                <a:gd name="T0" fmla="*/ 0 w 1440"/>
                <a:gd name="T1" fmla="*/ 0 h 192"/>
                <a:gd name="T2" fmla="*/ 0 w 1440"/>
                <a:gd name="T3" fmla="*/ 192 h 192"/>
                <a:gd name="T4" fmla="*/ 1440 w 1440"/>
                <a:gd name="T5" fmla="*/ 192 h 192"/>
                <a:gd name="T6" fmla="*/ 1440 w 1440"/>
                <a:gd name="T7" fmla="*/ 0 h 192"/>
                <a:gd name="T8" fmla="*/ 0 60000 65536"/>
                <a:gd name="T9" fmla="*/ 0 60000 65536"/>
                <a:gd name="T10" fmla="*/ 0 60000 65536"/>
                <a:gd name="T11" fmla="*/ 0 60000 65536"/>
                <a:gd name="T12" fmla="*/ 0 w 1440"/>
                <a:gd name="T13" fmla="*/ 0 h 192"/>
                <a:gd name="T14" fmla="*/ 1440 w 1440"/>
                <a:gd name="T15" fmla="*/ 192 h 192"/>
              </a:gdLst>
              <a:ahLst/>
              <a:cxnLst>
                <a:cxn ang="T8">
                  <a:pos x="T0" y="T1"/>
                </a:cxn>
                <a:cxn ang="T9">
                  <a:pos x="T2" y="T3"/>
                </a:cxn>
                <a:cxn ang="T10">
                  <a:pos x="T4" y="T5"/>
                </a:cxn>
                <a:cxn ang="T11">
                  <a:pos x="T6" y="T7"/>
                </a:cxn>
              </a:cxnLst>
              <a:rect l="T12" t="T13" r="T14" b="T15"/>
              <a:pathLst>
                <a:path w="1440" h="192">
                  <a:moveTo>
                    <a:pt x="0" y="0"/>
                  </a:moveTo>
                  <a:lnTo>
                    <a:pt x="0" y="192"/>
                  </a:lnTo>
                  <a:lnTo>
                    <a:pt x="1440" y="192"/>
                  </a:lnTo>
                  <a:lnTo>
                    <a:pt x="1440" y="0"/>
                  </a:lnTo>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endParaRPr lang="en-US"/>
            </a:p>
          </p:txBody>
        </p:sp>
        <p:sp>
          <p:nvSpPr>
            <p:cNvPr id="46107" name="Line 36">
              <a:extLst>
                <a:ext uri="{FF2B5EF4-FFF2-40B4-BE49-F238E27FC236}">
                  <a16:creationId xmlns:a16="http://schemas.microsoft.com/office/drawing/2014/main" id="{917C8A86-859F-8554-EE24-F3EF61AF56D5}"/>
                </a:ext>
              </a:extLst>
            </p:cNvPr>
            <p:cNvSpPr>
              <a:spLocks noChangeShapeType="1"/>
            </p:cNvSpPr>
            <p:nvPr/>
          </p:nvSpPr>
          <p:spPr bwMode="auto">
            <a:xfrm>
              <a:off x="4704" y="1440"/>
              <a:ext cx="0" cy="192"/>
            </a:xfrm>
            <a:prstGeom prst="line">
              <a:avLst/>
            </a:prstGeom>
            <a:noFill/>
            <a:ln w="9525">
              <a:solidFill>
                <a:schemeClr val="hlink"/>
              </a:solidFill>
              <a:round/>
              <a:headEnd type="triangle" w="med" len="med"/>
              <a:tailEnd/>
            </a:ln>
            <a:extLst>
              <a:ext uri="{909E8E84-426E-40DD-AFC4-6F175D3DCCD1}">
                <a14:hiddenFill xmlns:a14="http://schemas.microsoft.com/office/drawing/2010/main">
                  <a:noFill/>
                </a14:hiddenFill>
              </a:ext>
            </a:extLst>
          </p:spPr>
          <p:txBody>
            <a:bodyPr wrap="none"/>
            <a:lstStyle/>
            <a:p>
              <a:endParaRPr lang="en-US"/>
            </a:p>
          </p:txBody>
        </p:sp>
        <p:sp>
          <p:nvSpPr>
            <p:cNvPr id="46108" name="Rectangle 40">
              <a:extLst>
                <a:ext uri="{FF2B5EF4-FFF2-40B4-BE49-F238E27FC236}">
                  <a16:creationId xmlns:a16="http://schemas.microsoft.com/office/drawing/2014/main" id="{405700E9-9302-E0A7-B3F2-2C87B92B16D9}"/>
                </a:ext>
              </a:extLst>
            </p:cNvPr>
            <p:cNvSpPr>
              <a:spLocks noChangeArrowheads="1"/>
            </p:cNvSpPr>
            <p:nvPr/>
          </p:nvSpPr>
          <p:spPr bwMode="auto">
            <a:xfrm>
              <a:off x="576" y="2304"/>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2,5</a:t>
              </a:r>
            </a:p>
          </p:txBody>
        </p:sp>
        <p:sp>
          <p:nvSpPr>
            <p:cNvPr id="46109" name="Rectangle 41">
              <a:extLst>
                <a:ext uri="{FF2B5EF4-FFF2-40B4-BE49-F238E27FC236}">
                  <a16:creationId xmlns:a16="http://schemas.microsoft.com/office/drawing/2014/main" id="{98689907-4A9E-DB76-574C-FCE4FD76AD66}"/>
                </a:ext>
              </a:extLst>
            </p:cNvPr>
            <p:cNvSpPr>
              <a:spLocks noChangeArrowheads="1"/>
            </p:cNvSpPr>
            <p:nvPr/>
          </p:nvSpPr>
          <p:spPr bwMode="auto">
            <a:xfrm>
              <a:off x="2496" y="2208"/>
              <a:ext cx="384" cy="384"/>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6110" name="Rectangle 42">
              <a:extLst>
                <a:ext uri="{FF2B5EF4-FFF2-40B4-BE49-F238E27FC236}">
                  <a16:creationId xmlns:a16="http://schemas.microsoft.com/office/drawing/2014/main" id="{F14365DB-92F0-881C-7CD5-3362CBF97A86}"/>
                </a:ext>
              </a:extLst>
            </p:cNvPr>
            <p:cNvSpPr>
              <a:spLocks noChangeArrowheads="1"/>
            </p:cNvSpPr>
            <p:nvPr/>
          </p:nvSpPr>
          <p:spPr bwMode="auto">
            <a:xfrm>
              <a:off x="2880" y="2208"/>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1,2</a:t>
              </a:r>
            </a:p>
          </p:txBody>
        </p:sp>
        <p:sp>
          <p:nvSpPr>
            <p:cNvPr id="46111" name="Rectangle 43">
              <a:extLst>
                <a:ext uri="{FF2B5EF4-FFF2-40B4-BE49-F238E27FC236}">
                  <a16:creationId xmlns:a16="http://schemas.microsoft.com/office/drawing/2014/main" id="{A138E62B-16F9-65B5-51BC-D7D4F420FFFB}"/>
                </a:ext>
              </a:extLst>
            </p:cNvPr>
            <p:cNvSpPr>
              <a:spLocks noChangeArrowheads="1"/>
            </p:cNvSpPr>
            <p:nvPr/>
          </p:nvSpPr>
          <p:spPr bwMode="auto">
            <a:xfrm>
              <a:off x="2880" y="2400"/>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2,5</a:t>
              </a:r>
            </a:p>
          </p:txBody>
        </p:sp>
        <p:sp>
          <p:nvSpPr>
            <p:cNvPr id="46112" name="Rectangle 44">
              <a:extLst>
                <a:ext uri="{FF2B5EF4-FFF2-40B4-BE49-F238E27FC236}">
                  <a16:creationId xmlns:a16="http://schemas.microsoft.com/office/drawing/2014/main" id="{9DB4FB16-2203-9E23-3278-2A0ADE5AEA33}"/>
                </a:ext>
              </a:extLst>
            </p:cNvPr>
            <p:cNvSpPr>
              <a:spLocks noChangeArrowheads="1"/>
            </p:cNvSpPr>
            <p:nvPr/>
          </p:nvSpPr>
          <p:spPr bwMode="auto">
            <a:xfrm>
              <a:off x="4800" y="2112"/>
              <a:ext cx="384" cy="384"/>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6113" name="Rectangle 45">
              <a:extLst>
                <a:ext uri="{FF2B5EF4-FFF2-40B4-BE49-F238E27FC236}">
                  <a16:creationId xmlns:a16="http://schemas.microsoft.com/office/drawing/2014/main" id="{ABFA5274-6356-84A7-FF13-500E800CAE4D}"/>
                </a:ext>
              </a:extLst>
            </p:cNvPr>
            <p:cNvSpPr>
              <a:spLocks noChangeArrowheads="1"/>
            </p:cNvSpPr>
            <p:nvPr/>
          </p:nvSpPr>
          <p:spPr bwMode="auto">
            <a:xfrm>
              <a:off x="5184" y="2112"/>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1,2</a:t>
              </a:r>
            </a:p>
          </p:txBody>
        </p:sp>
        <p:sp>
          <p:nvSpPr>
            <p:cNvPr id="46114" name="Rectangle 46">
              <a:extLst>
                <a:ext uri="{FF2B5EF4-FFF2-40B4-BE49-F238E27FC236}">
                  <a16:creationId xmlns:a16="http://schemas.microsoft.com/office/drawing/2014/main" id="{B13A41C7-F955-846B-C140-C325DC7780D3}"/>
                </a:ext>
              </a:extLst>
            </p:cNvPr>
            <p:cNvSpPr>
              <a:spLocks noChangeArrowheads="1"/>
            </p:cNvSpPr>
            <p:nvPr/>
          </p:nvSpPr>
          <p:spPr bwMode="auto">
            <a:xfrm>
              <a:off x="5184" y="2304"/>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2,5</a:t>
              </a:r>
            </a:p>
          </p:txBody>
        </p:sp>
        <p:sp>
          <p:nvSpPr>
            <p:cNvPr id="46115" name="Rectangle 47">
              <a:extLst>
                <a:ext uri="{FF2B5EF4-FFF2-40B4-BE49-F238E27FC236}">
                  <a16:creationId xmlns:a16="http://schemas.microsoft.com/office/drawing/2014/main" id="{E81567C5-04E9-2D54-89EF-DCB468DEA4C2}"/>
                </a:ext>
              </a:extLst>
            </p:cNvPr>
            <p:cNvSpPr>
              <a:spLocks noChangeArrowheads="1"/>
            </p:cNvSpPr>
            <p:nvPr/>
          </p:nvSpPr>
          <p:spPr bwMode="auto">
            <a:xfrm>
              <a:off x="1632" y="3648"/>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6543</a:t>
              </a:r>
            </a:p>
          </p:txBody>
        </p:sp>
        <p:sp>
          <p:nvSpPr>
            <p:cNvPr id="46116" name="Rectangle 48">
              <a:extLst>
                <a:ext uri="{FF2B5EF4-FFF2-40B4-BE49-F238E27FC236}">
                  <a16:creationId xmlns:a16="http://schemas.microsoft.com/office/drawing/2014/main" id="{AE7C5470-006C-FC7F-E7F5-33B98BAFA6CC}"/>
                </a:ext>
              </a:extLst>
            </p:cNvPr>
            <p:cNvSpPr>
              <a:spLocks noChangeArrowheads="1"/>
            </p:cNvSpPr>
            <p:nvPr/>
          </p:nvSpPr>
          <p:spPr bwMode="auto">
            <a:xfrm>
              <a:off x="3552" y="3456"/>
              <a:ext cx="768" cy="384"/>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data</a:t>
              </a:r>
            </a:p>
          </p:txBody>
        </p:sp>
        <p:sp>
          <p:nvSpPr>
            <p:cNvPr id="46117" name="Rectangle 49">
              <a:extLst>
                <a:ext uri="{FF2B5EF4-FFF2-40B4-BE49-F238E27FC236}">
                  <a16:creationId xmlns:a16="http://schemas.microsoft.com/office/drawing/2014/main" id="{19371698-81DA-8F5B-6DD2-96209FC0D01C}"/>
                </a:ext>
              </a:extLst>
            </p:cNvPr>
            <p:cNvSpPr>
              <a:spLocks noChangeArrowheads="1"/>
            </p:cNvSpPr>
            <p:nvPr/>
          </p:nvSpPr>
          <p:spPr bwMode="auto">
            <a:xfrm>
              <a:off x="4320" y="3456"/>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1002</a:t>
              </a:r>
            </a:p>
          </p:txBody>
        </p:sp>
        <p:sp>
          <p:nvSpPr>
            <p:cNvPr id="46118" name="Rectangle 50">
              <a:extLst>
                <a:ext uri="{FF2B5EF4-FFF2-40B4-BE49-F238E27FC236}">
                  <a16:creationId xmlns:a16="http://schemas.microsoft.com/office/drawing/2014/main" id="{AA28707E-4A15-4782-178B-809604255D93}"/>
                </a:ext>
              </a:extLst>
            </p:cNvPr>
            <p:cNvSpPr>
              <a:spLocks noChangeArrowheads="1"/>
            </p:cNvSpPr>
            <p:nvPr/>
          </p:nvSpPr>
          <p:spPr bwMode="auto">
            <a:xfrm>
              <a:off x="4320" y="3648"/>
              <a:ext cx="384" cy="192"/>
            </a:xfrm>
            <a:prstGeom prst="rect">
              <a:avLst/>
            </a:prstGeom>
            <a:solidFill>
              <a:srgbClr val="DFE8FD"/>
            </a:solidFill>
            <a:ln w="9525">
              <a:solidFill>
                <a:schemeClr val="tx1"/>
              </a:solidFill>
              <a:miter lim="800000"/>
              <a:headEnd/>
              <a:tailEnd/>
            </a:ln>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algn="ctr"/>
              <a:r>
                <a:rPr lang="en-US" altLang="en-US" sz="1200"/>
                <a:t>3903</a:t>
              </a:r>
            </a:p>
          </p:txBody>
        </p:sp>
        <p:sp>
          <p:nvSpPr>
            <p:cNvPr id="46119" name="Text Box 52">
              <a:extLst>
                <a:ext uri="{FF2B5EF4-FFF2-40B4-BE49-F238E27FC236}">
                  <a16:creationId xmlns:a16="http://schemas.microsoft.com/office/drawing/2014/main" id="{402E336F-8505-2D6D-CD08-C38F51E9AB89}"/>
                </a:ext>
              </a:extLst>
            </p:cNvPr>
            <p:cNvSpPr txBox="1">
              <a:spLocks noChangeArrowheads="1"/>
            </p:cNvSpPr>
            <p:nvPr/>
          </p:nvSpPr>
          <p:spPr bwMode="auto">
            <a:xfrm>
              <a:off x="288" y="1440"/>
              <a:ext cx="5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1200"/>
                <a:t>Host A</a:t>
              </a:r>
            </a:p>
          </p:txBody>
        </p:sp>
        <p:sp>
          <p:nvSpPr>
            <p:cNvPr id="46120" name="Text Box 53">
              <a:extLst>
                <a:ext uri="{FF2B5EF4-FFF2-40B4-BE49-F238E27FC236}">
                  <a16:creationId xmlns:a16="http://schemas.microsoft.com/office/drawing/2014/main" id="{81911EBF-FEAD-985D-CC6F-CDCD795196F9}"/>
                </a:ext>
              </a:extLst>
            </p:cNvPr>
            <p:cNvSpPr txBox="1">
              <a:spLocks noChangeArrowheads="1"/>
            </p:cNvSpPr>
            <p:nvPr/>
          </p:nvSpPr>
          <p:spPr bwMode="auto">
            <a:xfrm>
              <a:off x="2592" y="1392"/>
              <a:ext cx="54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1200"/>
                <a:t>Router</a:t>
              </a:r>
            </a:p>
          </p:txBody>
        </p:sp>
        <p:sp>
          <p:nvSpPr>
            <p:cNvPr id="46121" name="Text Box 54">
              <a:extLst>
                <a:ext uri="{FF2B5EF4-FFF2-40B4-BE49-F238E27FC236}">
                  <a16:creationId xmlns:a16="http://schemas.microsoft.com/office/drawing/2014/main" id="{C4FED0FA-EFEA-B8AB-BF55-1EBD18D627C1}"/>
                </a:ext>
              </a:extLst>
            </p:cNvPr>
            <p:cNvSpPr txBox="1">
              <a:spLocks noChangeArrowheads="1"/>
            </p:cNvSpPr>
            <p:nvPr/>
          </p:nvSpPr>
          <p:spPr bwMode="auto">
            <a:xfrm>
              <a:off x="4992" y="1392"/>
              <a:ext cx="5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sz="1200"/>
                <a:t>Host B</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06BA58D-890D-944A-984F-FF293BFB623C}"/>
              </a:ext>
            </a:extLst>
          </p:cNvPr>
          <p:cNvSpPr>
            <a:spLocks noGrp="1"/>
          </p:cNvSpPr>
          <p:nvPr>
            <p:ph type="title"/>
          </p:nvPr>
        </p:nvSpPr>
        <p:spPr/>
        <p:txBody>
          <a:bodyPr/>
          <a:lstStyle/>
          <a:p>
            <a:pPr eaLnBrk="1" hangingPunct="1">
              <a:defRPr/>
            </a:pPr>
            <a:r>
              <a:rPr lang="en-US"/>
              <a:t>Example 2.4</a:t>
            </a:r>
            <a:endParaRPr lang="en-US" dirty="0"/>
          </a:p>
        </p:txBody>
      </p:sp>
      <p:sp>
        <p:nvSpPr>
          <p:cNvPr id="47107" name="Text Placeholder 14">
            <a:extLst>
              <a:ext uri="{FF2B5EF4-FFF2-40B4-BE49-F238E27FC236}">
                <a16:creationId xmlns:a16="http://schemas.microsoft.com/office/drawing/2014/main" id="{74E8EEFB-FD34-49F9-877C-D4A6F474F1C1}"/>
              </a:ext>
            </a:extLst>
          </p:cNvPr>
          <p:cNvSpPr>
            <a:spLocks noGrp="1"/>
          </p:cNvSpPr>
          <p:nvPr>
            <p:ph idx="1"/>
          </p:nvPr>
        </p:nvSpPr>
        <p:spPr/>
        <p:txBody>
          <a:bodyPr/>
          <a:lstStyle/>
          <a:p>
            <a:pPr eaLnBrk="1" hangingPunct="1"/>
            <a:r>
              <a:rPr lang="en-US" altLang="en-US" sz="2100"/>
              <a:t>Figure 2.21 shows two computers communicating via the Internet. The sending computer is running three processes at this time with port addresses a, b, and c. The receiving computer is running two processes at this time with port addresses j and k. Process a in the sending computer needs to communicate with process j in the receiving computer. Note that although physical addresses change from hop to hop, logical and port addresses remain the same from the source to destination. </a:t>
            </a:r>
          </a:p>
        </p:txBody>
      </p:sp>
      <p:sp>
        <p:nvSpPr>
          <p:cNvPr id="47108" name="Slide Number Placeholder 1">
            <a:extLst>
              <a:ext uri="{FF2B5EF4-FFF2-40B4-BE49-F238E27FC236}">
                <a16:creationId xmlns:a16="http://schemas.microsoft.com/office/drawing/2014/main" id="{F82186A5-A7EE-33AD-CF75-17726B394CE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F02A94F4-5FC4-49EB-AFC1-33A74CEB4707}" type="slidenum">
              <a:rPr lang="en-US" altLang="en-US">
                <a:solidFill>
                  <a:srgbClr val="B5A788"/>
                </a:solidFill>
              </a:rPr>
              <a:pPr/>
              <a:t>40</a:t>
            </a:fld>
            <a:endParaRPr lang="en-US" altLang="en-US">
              <a:solidFill>
                <a:srgbClr val="B5A788"/>
              </a:solidFill>
            </a:endParaRPr>
          </a:p>
        </p:txBody>
      </p:sp>
      <p:sp>
        <p:nvSpPr>
          <p:cNvPr id="47109" name="Rectangle 10">
            <a:extLst>
              <a:ext uri="{FF2B5EF4-FFF2-40B4-BE49-F238E27FC236}">
                <a16:creationId xmlns:a16="http://schemas.microsoft.com/office/drawing/2014/main" id="{10177973-219B-3B8C-9672-6D8C77E75708}"/>
              </a:ext>
            </a:extLst>
          </p:cNvPr>
          <p:cNvSpPr>
            <a:spLocks noChangeArrowheads="1"/>
          </p:cNvSpPr>
          <p:nvPr/>
        </p:nvSpPr>
        <p:spPr bwMode="auto">
          <a:xfrm>
            <a:off x="1257300" y="1943100"/>
            <a:ext cx="66294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EF6030B-3CD4-B4A3-E403-6F677A36C4CD}"/>
              </a:ext>
            </a:extLst>
          </p:cNvPr>
          <p:cNvSpPr>
            <a:spLocks noGrp="1"/>
          </p:cNvSpPr>
          <p:nvPr>
            <p:ph type="title"/>
          </p:nvPr>
        </p:nvSpPr>
        <p:spPr/>
        <p:txBody>
          <a:bodyPr/>
          <a:lstStyle/>
          <a:p>
            <a:pPr eaLnBrk="1" hangingPunct="1">
              <a:defRPr/>
            </a:pPr>
            <a:r>
              <a:rPr lang="en-US" dirty="0"/>
              <a:t>Port addresses</a:t>
            </a:r>
          </a:p>
        </p:txBody>
      </p:sp>
      <p:sp>
        <p:nvSpPr>
          <p:cNvPr id="48131" name="Content Placeholder 13">
            <a:extLst>
              <a:ext uri="{FF2B5EF4-FFF2-40B4-BE49-F238E27FC236}">
                <a16:creationId xmlns:a16="http://schemas.microsoft.com/office/drawing/2014/main" id="{DAEFF6D4-E78C-90BF-41EB-9EE01E3BD51E}"/>
              </a:ext>
            </a:extLst>
          </p:cNvPr>
          <p:cNvSpPr>
            <a:spLocks noGrp="1"/>
          </p:cNvSpPr>
          <p:nvPr>
            <p:ph idx="1"/>
          </p:nvPr>
        </p:nvSpPr>
        <p:spPr/>
        <p:txBody>
          <a:bodyPr/>
          <a:lstStyle/>
          <a:p>
            <a:pPr eaLnBrk="1" hangingPunct="1"/>
            <a:endParaRPr lang="en-US" altLang="en-US"/>
          </a:p>
        </p:txBody>
      </p:sp>
      <p:sp>
        <p:nvSpPr>
          <p:cNvPr id="48132" name="Slide Number Placeholder 1">
            <a:extLst>
              <a:ext uri="{FF2B5EF4-FFF2-40B4-BE49-F238E27FC236}">
                <a16:creationId xmlns:a16="http://schemas.microsoft.com/office/drawing/2014/main" id="{6CB26638-3670-77E4-D17C-8C7E08C5B6A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DC00AB98-53A0-49C9-948C-A98DC004A37F}" type="slidenum">
              <a:rPr lang="en-US" altLang="en-US">
                <a:solidFill>
                  <a:srgbClr val="B5A788"/>
                </a:solidFill>
              </a:rPr>
              <a:pPr/>
              <a:t>41</a:t>
            </a:fld>
            <a:endParaRPr lang="en-US" altLang="en-US">
              <a:solidFill>
                <a:srgbClr val="B5A788"/>
              </a:solidFill>
            </a:endParaRPr>
          </a:p>
        </p:txBody>
      </p:sp>
      <p:pic>
        <p:nvPicPr>
          <p:cNvPr id="48133" name="Picture 6">
            <a:extLst>
              <a:ext uri="{FF2B5EF4-FFF2-40B4-BE49-F238E27FC236}">
                <a16:creationId xmlns:a16="http://schemas.microsoft.com/office/drawing/2014/main" id="{4CA17D74-F616-EEE8-4AF3-26833F47FC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07" y="838200"/>
            <a:ext cx="6600627" cy="494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C72ED59A-31CA-FE15-6910-EAE3E2304FBD}"/>
              </a:ext>
            </a:extLst>
          </p:cNvPr>
          <p:cNvSpPr>
            <a:spLocks noGrp="1"/>
          </p:cNvSpPr>
          <p:nvPr>
            <p:ph type="title"/>
          </p:nvPr>
        </p:nvSpPr>
        <p:spPr/>
        <p:txBody>
          <a:bodyPr/>
          <a:lstStyle/>
          <a:p>
            <a:pPr eaLnBrk="1" hangingPunct="1">
              <a:defRPr/>
            </a:pPr>
            <a:r>
              <a:rPr lang="en-US" dirty="0"/>
              <a:t>Example 2.5</a:t>
            </a:r>
          </a:p>
        </p:txBody>
      </p:sp>
      <p:sp>
        <p:nvSpPr>
          <p:cNvPr id="49155" name="Text Placeholder 15">
            <a:extLst>
              <a:ext uri="{FF2B5EF4-FFF2-40B4-BE49-F238E27FC236}">
                <a16:creationId xmlns:a16="http://schemas.microsoft.com/office/drawing/2014/main" id="{3362EB2B-5DC0-33C6-6239-4D206B065167}"/>
              </a:ext>
            </a:extLst>
          </p:cNvPr>
          <p:cNvSpPr>
            <a:spLocks noGrp="1"/>
          </p:cNvSpPr>
          <p:nvPr>
            <p:ph idx="1"/>
          </p:nvPr>
        </p:nvSpPr>
        <p:spPr/>
        <p:txBody>
          <a:bodyPr/>
          <a:lstStyle/>
          <a:p>
            <a:pPr eaLnBrk="1" hangingPunct="1"/>
            <a:r>
              <a:rPr lang="en-US" altLang="en-US"/>
              <a:t>As we will see in Chapter 23, a port address is a 16-bit address represented by one decimal number.</a:t>
            </a:r>
          </a:p>
        </p:txBody>
      </p:sp>
      <p:sp>
        <p:nvSpPr>
          <p:cNvPr id="49156" name="Slide Number Placeholder 1">
            <a:extLst>
              <a:ext uri="{FF2B5EF4-FFF2-40B4-BE49-F238E27FC236}">
                <a16:creationId xmlns:a16="http://schemas.microsoft.com/office/drawing/2014/main" id="{1C84CEA8-7158-23A5-D489-053060C036F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557213" indent="-214313">
              <a:defRPr b="1">
                <a:solidFill>
                  <a:schemeClr val="tx1"/>
                </a:solidFill>
                <a:latin typeface="Times New Roman" panose="02020603050405020304" pitchFamily="18" charset="0"/>
              </a:defRPr>
            </a:lvl2pPr>
            <a:lvl3pPr marL="857250" indent="-171450">
              <a:defRPr b="1">
                <a:solidFill>
                  <a:schemeClr val="tx1"/>
                </a:solidFill>
                <a:latin typeface="Times New Roman" panose="02020603050405020304" pitchFamily="18" charset="0"/>
              </a:defRPr>
            </a:lvl3pPr>
            <a:lvl4pPr marL="1200150" indent="-171450">
              <a:defRPr b="1">
                <a:solidFill>
                  <a:schemeClr val="tx1"/>
                </a:solidFill>
                <a:latin typeface="Times New Roman" panose="02020603050405020304" pitchFamily="18" charset="0"/>
              </a:defRPr>
            </a:lvl4pPr>
            <a:lvl5pPr marL="1543050" indent="-171450">
              <a:defRPr b="1">
                <a:solidFill>
                  <a:schemeClr val="tx1"/>
                </a:solidFill>
                <a:latin typeface="Times New Roman" panose="02020603050405020304" pitchFamily="18" charset="0"/>
              </a:defRPr>
            </a:lvl5pPr>
            <a:lvl6pPr marL="1885950" indent="-171450" eaLnBrk="0" fontAlgn="base" hangingPunct="0">
              <a:spcBef>
                <a:spcPct val="0"/>
              </a:spcBef>
              <a:spcAft>
                <a:spcPct val="0"/>
              </a:spcAft>
              <a:defRPr b="1">
                <a:solidFill>
                  <a:schemeClr val="tx1"/>
                </a:solidFill>
                <a:latin typeface="Times New Roman" panose="02020603050405020304" pitchFamily="18" charset="0"/>
              </a:defRPr>
            </a:lvl6pPr>
            <a:lvl7pPr marL="2228850" indent="-171450" eaLnBrk="0" fontAlgn="base" hangingPunct="0">
              <a:spcBef>
                <a:spcPct val="0"/>
              </a:spcBef>
              <a:spcAft>
                <a:spcPct val="0"/>
              </a:spcAft>
              <a:defRPr b="1">
                <a:solidFill>
                  <a:schemeClr val="tx1"/>
                </a:solidFill>
                <a:latin typeface="Times New Roman" panose="02020603050405020304" pitchFamily="18" charset="0"/>
              </a:defRPr>
            </a:lvl7pPr>
            <a:lvl8pPr marL="2571750" indent="-171450" eaLnBrk="0" fontAlgn="base" hangingPunct="0">
              <a:spcBef>
                <a:spcPct val="0"/>
              </a:spcBef>
              <a:spcAft>
                <a:spcPct val="0"/>
              </a:spcAft>
              <a:defRPr b="1">
                <a:solidFill>
                  <a:schemeClr val="tx1"/>
                </a:solidFill>
                <a:latin typeface="Times New Roman" panose="02020603050405020304" pitchFamily="18" charset="0"/>
              </a:defRPr>
            </a:lvl8pPr>
            <a:lvl9pPr marL="2914650" indent="-171450" eaLnBrk="0" fontAlgn="base" hangingPunct="0">
              <a:spcBef>
                <a:spcPct val="0"/>
              </a:spcBef>
              <a:spcAft>
                <a:spcPct val="0"/>
              </a:spcAft>
              <a:defRPr b="1">
                <a:solidFill>
                  <a:schemeClr val="tx1"/>
                </a:solidFill>
                <a:latin typeface="Times New Roman" panose="02020603050405020304" pitchFamily="18" charset="0"/>
              </a:defRPr>
            </a:lvl9pPr>
          </a:lstStyle>
          <a:p>
            <a:r>
              <a:rPr lang="en-US" altLang="en-US">
                <a:solidFill>
                  <a:srgbClr val="B5A788"/>
                </a:solidFill>
              </a:rPr>
              <a:t>2.</a:t>
            </a:r>
            <a:fld id="{18B1B7D9-6FF7-4C86-B11B-0EEFD3EFB86A}" type="slidenum">
              <a:rPr lang="en-US" altLang="en-US">
                <a:solidFill>
                  <a:srgbClr val="B5A788"/>
                </a:solidFill>
              </a:rPr>
              <a:pPr/>
              <a:t>42</a:t>
            </a:fld>
            <a:endParaRPr lang="en-US" altLang="en-US">
              <a:solidFill>
                <a:srgbClr val="B5A788"/>
              </a:solidFill>
            </a:endParaRPr>
          </a:p>
        </p:txBody>
      </p:sp>
      <p:sp>
        <p:nvSpPr>
          <p:cNvPr id="49157" name="Rectangle 10">
            <a:extLst>
              <a:ext uri="{FF2B5EF4-FFF2-40B4-BE49-F238E27FC236}">
                <a16:creationId xmlns:a16="http://schemas.microsoft.com/office/drawing/2014/main" id="{7B93DE40-7399-ECEA-3EA3-3D95E60CF5B6}"/>
              </a:ext>
            </a:extLst>
          </p:cNvPr>
          <p:cNvSpPr>
            <a:spLocks noChangeArrowheads="1"/>
          </p:cNvSpPr>
          <p:nvPr/>
        </p:nvSpPr>
        <p:spPr bwMode="auto">
          <a:xfrm>
            <a:off x="1257300" y="1943100"/>
            <a:ext cx="66294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endParaRPr lang="en-US" alt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2572</TotalTime>
  <Words>1296</Words>
  <Application>Microsoft Office PowerPoint</Application>
  <PresentationFormat>On-screen Show (4:3)</PresentationFormat>
  <Paragraphs>264</Paragraphs>
  <Slides>42</Slides>
  <Notes>33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42</vt:i4>
      </vt:variant>
    </vt:vector>
  </HeadingPairs>
  <TitlesOfParts>
    <vt:vector size="52" baseType="lpstr">
      <vt:lpstr>Arial</vt:lpstr>
      <vt:lpstr>Arial</vt:lpstr>
      <vt:lpstr>Gill Sans MT</vt:lpstr>
      <vt:lpstr>Google Sans</vt:lpstr>
      <vt:lpstr>Inter</vt:lpstr>
      <vt:lpstr>Tahoma</vt:lpstr>
      <vt:lpstr>Times New Roman</vt:lpstr>
      <vt:lpstr>Verdana</vt:lpstr>
      <vt:lpstr>Wingdings 2</vt:lpstr>
      <vt:lpstr>Solstice</vt:lpstr>
      <vt:lpstr> Network Models</vt:lpstr>
      <vt:lpstr>LAYERED TASKS</vt:lpstr>
      <vt:lpstr>Layered Tasks, Example</vt:lpstr>
      <vt:lpstr>THE OSI MODEL</vt:lpstr>
      <vt:lpstr>Seven layers of the OSI model</vt:lpstr>
      <vt:lpstr>PowerPoint Presentation</vt:lpstr>
      <vt:lpstr>PowerPoint Presentation</vt:lpstr>
      <vt:lpstr>Interfaces b/w Layers</vt:lpstr>
      <vt:lpstr>Exchange using the OSI Model</vt:lpstr>
      <vt:lpstr>LAYERS IN THE OSI MODEL</vt:lpstr>
      <vt:lpstr>Physical Layer</vt:lpstr>
      <vt:lpstr>Data Link Layer</vt:lpstr>
      <vt:lpstr>Hop-to-hop Delivery</vt:lpstr>
      <vt:lpstr>Network Layer</vt:lpstr>
      <vt:lpstr>Source-to-destination delivery</vt:lpstr>
      <vt:lpstr>Transport layer</vt:lpstr>
      <vt:lpstr>Segmentation and Reassembly</vt:lpstr>
      <vt:lpstr>Reliable process-to-process delivery of a message</vt:lpstr>
      <vt:lpstr>Session layer</vt:lpstr>
      <vt:lpstr>Presentation layer</vt:lpstr>
      <vt:lpstr>Application layer</vt:lpstr>
      <vt:lpstr>Summary of layers</vt:lpstr>
      <vt:lpstr>TCP/IP PROTOCOL SUITE</vt:lpstr>
      <vt:lpstr>WHY TCP/IP PROTOCOL SUITE</vt:lpstr>
      <vt:lpstr>PowerPoint Presentation</vt:lpstr>
      <vt:lpstr>TCP/IP and OSI model </vt:lpstr>
      <vt:lpstr>ADDRESSING</vt:lpstr>
      <vt:lpstr>Network layer in TCP/IP</vt:lpstr>
      <vt:lpstr>Transport layer in TCP/IP</vt:lpstr>
      <vt:lpstr>Relationship of layers and addresses in TCP/IP</vt:lpstr>
      <vt:lpstr>Example 2.1</vt:lpstr>
      <vt:lpstr>Physical addresses</vt:lpstr>
      <vt:lpstr>TCP/IP in a Network</vt:lpstr>
      <vt:lpstr>Protocol Data Units PDU</vt:lpstr>
      <vt:lpstr>PowerPoint Presentation</vt:lpstr>
      <vt:lpstr>Example 2.2</vt:lpstr>
      <vt:lpstr>Example 2.3</vt:lpstr>
      <vt:lpstr>IP addresses</vt:lpstr>
      <vt:lpstr>TCP/IP thru a Router</vt:lpstr>
      <vt:lpstr>Example 2.4</vt:lpstr>
      <vt:lpstr>Port addresses</vt:lpstr>
      <vt:lpstr>Example 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Anusha N</cp:lastModifiedBy>
  <cp:revision>167</cp:revision>
  <dcterms:created xsi:type="dcterms:W3CDTF">2000-01-15T04:50:39Z</dcterms:created>
  <dcterms:modified xsi:type="dcterms:W3CDTF">2024-07-26T05:18:37Z</dcterms:modified>
</cp:coreProperties>
</file>