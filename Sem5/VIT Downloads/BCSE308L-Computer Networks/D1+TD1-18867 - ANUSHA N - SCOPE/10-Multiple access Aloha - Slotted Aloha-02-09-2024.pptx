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3" r:id="rId1"/>
  </p:sldMasterIdLst>
  <p:notesMasterIdLst>
    <p:notesMasterId r:id="rId51"/>
  </p:notesMasterIdLst>
  <p:handoutMasterIdLst>
    <p:handoutMasterId r:id="rId52"/>
  </p:handoutMasterIdLst>
  <p:sldIdLst>
    <p:sldId id="288" r:id="rId2"/>
    <p:sldId id="289" r:id="rId3"/>
    <p:sldId id="290" r:id="rId4"/>
    <p:sldId id="337" r:id="rId5"/>
    <p:sldId id="338" r:id="rId6"/>
    <p:sldId id="351" r:id="rId7"/>
    <p:sldId id="353" r:id="rId8"/>
    <p:sldId id="349" r:id="rId9"/>
    <p:sldId id="350" r:id="rId10"/>
    <p:sldId id="354" r:id="rId11"/>
    <p:sldId id="355" r:id="rId12"/>
    <p:sldId id="356" r:id="rId13"/>
    <p:sldId id="357" r:id="rId14"/>
    <p:sldId id="358" r:id="rId15"/>
    <p:sldId id="359" r:id="rId16"/>
    <p:sldId id="330" r:id="rId17"/>
    <p:sldId id="360" r:id="rId18"/>
    <p:sldId id="331" r:id="rId19"/>
    <p:sldId id="361" r:id="rId20"/>
    <p:sldId id="363" r:id="rId21"/>
    <p:sldId id="364" r:id="rId22"/>
    <p:sldId id="311" r:id="rId23"/>
    <p:sldId id="365" r:id="rId24"/>
    <p:sldId id="366" r:id="rId25"/>
    <p:sldId id="367" r:id="rId26"/>
    <p:sldId id="368" r:id="rId27"/>
    <p:sldId id="369" r:id="rId28"/>
    <p:sldId id="370" r:id="rId29"/>
    <p:sldId id="371" r:id="rId30"/>
    <p:sldId id="372" r:id="rId31"/>
    <p:sldId id="373" r:id="rId32"/>
    <p:sldId id="374" r:id="rId33"/>
    <p:sldId id="375" r:id="rId34"/>
    <p:sldId id="376" r:id="rId35"/>
    <p:sldId id="377" r:id="rId36"/>
    <p:sldId id="378" r:id="rId37"/>
    <p:sldId id="379" r:id="rId38"/>
    <p:sldId id="380" r:id="rId39"/>
    <p:sldId id="381" r:id="rId40"/>
    <p:sldId id="382" r:id="rId41"/>
    <p:sldId id="339" r:id="rId42"/>
    <p:sldId id="341" r:id="rId43"/>
    <p:sldId id="342" r:id="rId44"/>
    <p:sldId id="343" r:id="rId45"/>
    <p:sldId id="344" r:id="rId46"/>
    <p:sldId id="347" r:id="rId47"/>
    <p:sldId id="346" r:id="rId48"/>
    <p:sldId id="345" r:id="rId49"/>
    <p:sldId id="336" r:id="rId50"/>
  </p:sldIdLst>
  <p:sldSz cx="9144000" cy="6858000" type="screen4x3"/>
  <p:notesSz cx="9866313" cy="6735763"/>
  <p:defaultTex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00000"/>
    <a:srgbClr val="FF3300"/>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269" autoAdjust="0"/>
    <p:restoredTop sz="94595" autoAdjust="0"/>
  </p:normalViewPr>
  <p:slideViewPr>
    <p:cSldViewPr>
      <p:cViewPr varScale="1">
        <p:scale>
          <a:sx n="80" d="100"/>
          <a:sy n="80" d="100"/>
        </p:scale>
        <p:origin x="1906"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image" Target="../media/image2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1026">
            <a:extLst>
              <a:ext uri="{FF2B5EF4-FFF2-40B4-BE49-F238E27FC236}">
                <a16:creationId xmlns:a16="http://schemas.microsoft.com/office/drawing/2014/main" id="{F08B0450-6AEF-B5CD-D4FE-8541B7AE3037}"/>
              </a:ext>
            </a:extLst>
          </p:cNvPr>
          <p:cNvSpPr>
            <a:spLocks noGrp="1" noChangeArrowheads="1"/>
          </p:cNvSpPr>
          <p:nvPr>
            <p:ph type="hdr" sz="quarter"/>
          </p:nvPr>
        </p:nvSpPr>
        <p:spPr bwMode="auto">
          <a:xfrm>
            <a:off x="0" y="0"/>
            <a:ext cx="4279900" cy="336550"/>
          </a:xfrm>
          <a:prstGeom prst="rect">
            <a:avLst/>
          </a:prstGeom>
          <a:noFill/>
          <a:ln>
            <a:noFill/>
          </a:ln>
          <a:effectLst/>
        </p:spPr>
        <p:txBody>
          <a:bodyPr vert="horz" wrap="square" lIns="90390" tIns="45195" rIns="90390" bIns="45195" numCol="1" anchor="t" anchorCtr="0" compatLnSpc="1">
            <a:prstTxWarp prst="textNoShape">
              <a:avLst/>
            </a:prstTxWarp>
          </a:bodyPr>
          <a:lstStyle>
            <a:lvl1pPr defTabSz="903288">
              <a:defRPr sz="1200">
                <a:latin typeface="Times New Roman" charset="0"/>
              </a:defRPr>
            </a:lvl1pPr>
          </a:lstStyle>
          <a:p>
            <a:pPr>
              <a:defRPr/>
            </a:pPr>
            <a:endParaRPr lang="en-US"/>
          </a:p>
        </p:txBody>
      </p:sp>
      <p:sp>
        <p:nvSpPr>
          <p:cNvPr id="35843" name="Rectangle 1027">
            <a:extLst>
              <a:ext uri="{FF2B5EF4-FFF2-40B4-BE49-F238E27FC236}">
                <a16:creationId xmlns:a16="http://schemas.microsoft.com/office/drawing/2014/main" id="{B91999E3-BE53-3CC3-28C4-357BFC29F6C5}"/>
              </a:ext>
            </a:extLst>
          </p:cNvPr>
          <p:cNvSpPr>
            <a:spLocks noGrp="1" noChangeArrowheads="1"/>
          </p:cNvSpPr>
          <p:nvPr>
            <p:ph type="dt" sz="quarter" idx="1"/>
          </p:nvPr>
        </p:nvSpPr>
        <p:spPr bwMode="auto">
          <a:xfrm>
            <a:off x="5586413" y="0"/>
            <a:ext cx="4279900" cy="336550"/>
          </a:xfrm>
          <a:prstGeom prst="rect">
            <a:avLst/>
          </a:prstGeom>
          <a:noFill/>
          <a:ln>
            <a:noFill/>
          </a:ln>
          <a:effectLst/>
        </p:spPr>
        <p:txBody>
          <a:bodyPr vert="horz" wrap="square" lIns="90390" tIns="45195" rIns="90390" bIns="45195" numCol="1" anchor="t" anchorCtr="0" compatLnSpc="1">
            <a:prstTxWarp prst="textNoShape">
              <a:avLst/>
            </a:prstTxWarp>
          </a:bodyPr>
          <a:lstStyle>
            <a:lvl1pPr algn="r" defTabSz="903288">
              <a:defRPr sz="1200">
                <a:latin typeface="Times New Roman" charset="0"/>
              </a:defRPr>
            </a:lvl1pPr>
          </a:lstStyle>
          <a:p>
            <a:pPr>
              <a:defRPr/>
            </a:pPr>
            <a:endParaRPr lang="en-US"/>
          </a:p>
        </p:txBody>
      </p:sp>
      <p:sp>
        <p:nvSpPr>
          <p:cNvPr id="35844" name="Rectangle 1028">
            <a:extLst>
              <a:ext uri="{FF2B5EF4-FFF2-40B4-BE49-F238E27FC236}">
                <a16:creationId xmlns:a16="http://schemas.microsoft.com/office/drawing/2014/main" id="{D3B60713-19F1-7CB8-76C1-07E9D8F77DD7}"/>
              </a:ext>
            </a:extLst>
          </p:cNvPr>
          <p:cNvSpPr>
            <a:spLocks noGrp="1" noChangeArrowheads="1"/>
          </p:cNvSpPr>
          <p:nvPr>
            <p:ph type="ftr" sz="quarter" idx="2"/>
          </p:nvPr>
        </p:nvSpPr>
        <p:spPr bwMode="auto">
          <a:xfrm>
            <a:off x="0" y="6399213"/>
            <a:ext cx="4279900" cy="336550"/>
          </a:xfrm>
          <a:prstGeom prst="rect">
            <a:avLst/>
          </a:prstGeom>
          <a:noFill/>
          <a:ln>
            <a:noFill/>
          </a:ln>
          <a:effectLst/>
        </p:spPr>
        <p:txBody>
          <a:bodyPr vert="horz" wrap="square" lIns="90390" tIns="45195" rIns="90390" bIns="45195" numCol="1" anchor="b" anchorCtr="0" compatLnSpc="1">
            <a:prstTxWarp prst="textNoShape">
              <a:avLst/>
            </a:prstTxWarp>
          </a:bodyPr>
          <a:lstStyle>
            <a:lvl1pPr defTabSz="903288">
              <a:defRPr sz="1200">
                <a:latin typeface="Times New Roman" charset="0"/>
              </a:defRPr>
            </a:lvl1pPr>
          </a:lstStyle>
          <a:p>
            <a:pPr>
              <a:defRPr/>
            </a:pPr>
            <a:endParaRPr lang="en-US"/>
          </a:p>
        </p:txBody>
      </p:sp>
      <p:sp>
        <p:nvSpPr>
          <p:cNvPr id="35845" name="Rectangle 1029">
            <a:extLst>
              <a:ext uri="{FF2B5EF4-FFF2-40B4-BE49-F238E27FC236}">
                <a16:creationId xmlns:a16="http://schemas.microsoft.com/office/drawing/2014/main" id="{C6727B9D-2F83-68C3-2AB5-EA0F6B53CCD6}"/>
              </a:ext>
            </a:extLst>
          </p:cNvPr>
          <p:cNvSpPr>
            <a:spLocks noGrp="1" noChangeArrowheads="1"/>
          </p:cNvSpPr>
          <p:nvPr>
            <p:ph type="sldNum" sz="quarter" idx="3"/>
          </p:nvPr>
        </p:nvSpPr>
        <p:spPr bwMode="auto">
          <a:xfrm>
            <a:off x="5586413" y="6399213"/>
            <a:ext cx="4279900" cy="336550"/>
          </a:xfrm>
          <a:prstGeom prst="rect">
            <a:avLst/>
          </a:prstGeom>
          <a:noFill/>
          <a:ln>
            <a:noFill/>
          </a:ln>
          <a:effectLst/>
        </p:spPr>
        <p:txBody>
          <a:bodyPr vert="horz" wrap="square" lIns="90390" tIns="45195" rIns="90390" bIns="45195" numCol="1" anchor="b" anchorCtr="0" compatLnSpc="1">
            <a:prstTxWarp prst="textNoShape">
              <a:avLst/>
            </a:prstTxWarp>
          </a:bodyPr>
          <a:lstStyle>
            <a:lvl1pPr algn="r" defTabSz="903288">
              <a:defRPr sz="1200"/>
            </a:lvl1pPr>
          </a:lstStyle>
          <a:p>
            <a:fld id="{46CFACFD-74C5-4B5F-AABB-EB7F57D5B18D}"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BD2219A6-C7C6-92BF-9065-9037B30FC2E7}"/>
              </a:ext>
            </a:extLst>
          </p:cNvPr>
          <p:cNvSpPr>
            <a:spLocks noGrp="1" noChangeArrowheads="1"/>
          </p:cNvSpPr>
          <p:nvPr>
            <p:ph type="hdr" sz="quarter"/>
          </p:nvPr>
        </p:nvSpPr>
        <p:spPr bwMode="auto">
          <a:xfrm>
            <a:off x="0" y="0"/>
            <a:ext cx="4306888" cy="333375"/>
          </a:xfrm>
          <a:prstGeom prst="rect">
            <a:avLst/>
          </a:prstGeom>
          <a:noFill/>
          <a:ln>
            <a:noFill/>
          </a:ln>
          <a:effectLst/>
        </p:spPr>
        <p:txBody>
          <a:bodyPr vert="horz" wrap="square" lIns="88984" tIns="44492" rIns="88984" bIns="44492" numCol="1" anchor="t" anchorCtr="0" compatLnSpc="1">
            <a:prstTxWarp prst="textNoShape">
              <a:avLst/>
            </a:prstTxWarp>
          </a:bodyPr>
          <a:lstStyle>
            <a:lvl1pPr defTabSz="889000">
              <a:defRPr sz="1200">
                <a:latin typeface="Times New Roman" charset="0"/>
              </a:defRPr>
            </a:lvl1pPr>
          </a:lstStyle>
          <a:p>
            <a:pPr>
              <a:defRPr/>
            </a:pPr>
            <a:endParaRPr lang="en-US"/>
          </a:p>
        </p:txBody>
      </p:sp>
      <p:sp>
        <p:nvSpPr>
          <p:cNvPr id="36867" name="Rectangle 3">
            <a:extLst>
              <a:ext uri="{FF2B5EF4-FFF2-40B4-BE49-F238E27FC236}">
                <a16:creationId xmlns:a16="http://schemas.microsoft.com/office/drawing/2014/main" id="{5AC8D51C-C5F9-C303-4BAB-5EBC41B59755}"/>
              </a:ext>
            </a:extLst>
          </p:cNvPr>
          <p:cNvSpPr>
            <a:spLocks noGrp="1" noChangeArrowheads="1"/>
          </p:cNvSpPr>
          <p:nvPr>
            <p:ph type="dt" idx="1"/>
          </p:nvPr>
        </p:nvSpPr>
        <p:spPr bwMode="auto">
          <a:xfrm>
            <a:off x="5592763" y="0"/>
            <a:ext cx="4310062" cy="333375"/>
          </a:xfrm>
          <a:prstGeom prst="rect">
            <a:avLst/>
          </a:prstGeom>
          <a:noFill/>
          <a:ln>
            <a:noFill/>
          </a:ln>
          <a:effectLst/>
        </p:spPr>
        <p:txBody>
          <a:bodyPr vert="horz" wrap="square" lIns="88984" tIns="44492" rIns="88984" bIns="44492" numCol="1" anchor="t" anchorCtr="0" compatLnSpc="1">
            <a:prstTxWarp prst="textNoShape">
              <a:avLst/>
            </a:prstTxWarp>
          </a:bodyPr>
          <a:lstStyle>
            <a:lvl1pPr algn="r" defTabSz="889000">
              <a:defRPr sz="1200">
                <a:latin typeface="Times New Roman" charset="0"/>
              </a:defRPr>
            </a:lvl1pPr>
          </a:lstStyle>
          <a:p>
            <a:pPr>
              <a:defRPr/>
            </a:pPr>
            <a:endParaRPr lang="en-US"/>
          </a:p>
        </p:txBody>
      </p:sp>
      <p:sp>
        <p:nvSpPr>
          <p:cNvPr id="52228" name="Rectangle 4">
            <a:extLst>
              <a:ext uri="{FF2B5EF4-FFF2-40B4-BE49-F238E27FC236}">
                <a16:creationId xmlns:a16="http://schemas.microsoft.com/office/drawing/2014/main" id="{1250CEDF-8639-77FB-695C-CB367FA01AE9}"/>
              </a:ext>
            </a:extLst>
          </p:cNvPr>
          <p:cNvSpPr>
            <a:spLocks noGrp="1" noRot="1" noChangeAspect="1" noChangeArrowheads="1" noTextEdit="1"/>
          </p:cNvSpPr>
          <p:nvPr>
            <p:ph type="sldImg" idx="2"/>
          </p:nvPr>
        </p:nvSpPr>
        <p:spPr bwMode="auto">
          <a:xfrm>
            <a:off x="3198813" y="498475"/>
            <a:ext cx="3395662" cy="25463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9" name="Rectangle 5">
            <a:extLst>
              <a:ext uri="{FF2B5EF4-FFF2-40B4-BE49-F238E27FC236}">
                <a16:creationId xmlns:a16="http://schemas.microsoft.com/office/drawing/2014/main" id="{32159D32-95B1-D4C8-3AEB-4F6980A3CD1D}"/>
              </a:ext>
            </a:extLst>
          </p:cNvPr>
          <p:cNvSpPr>
            <a:spLocks noGrp="1" noChangeArrowheads="1"/>
          </p:cNvSpPr>
          <p:nvPr>
            <p:ph type="body" sz="quarter" idx="3"/>
          </p:nvPr>
        </p:nvSpPr>
        <p:spPr bwMode="auto">
          <a:xfrm>
            <a:off x="1290638" y="3209925"/>
            <a:ext cx="7212012" cy="3046413"/>
          </a:xfrm>
          <a:prstGeom prst="rect">
            <a:avLst/>
          </a:prstGeom>
          <a:noFill/>
          <a:ln>
            <a:noFill/>
          </a:ln>
          <a:effectLst/>
        </p:spPr>
        <p:txBody>
          <a:bodyPr vert="horz" wrap="square" lIns="88984" tIns="44492" rIns="88984" bIns="4449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a:extLst>
              <a:ext uri="{FF2B5EF4-FFF2-40B4-BE49-F238E27FC236}">
                <a16:creationId xmlns:a16="http://schemas.microsoft.com/office/drawing/2014/main" id="{9DF89431-FD29-AA0A-8C2B-2AA1BD7701E0}"/>
              </a:ext>
            </a:extLst>
          </p:cNvPr>
          <p:cNvSpPr>
            <a:spLocks noGrp="1" noChangeArrowheads="1"/>
          </p:cNvSpPr>
          <p:nvPr>
            <p:ph type="ftr" sz="quarter" idx="4"/>
          </p:nvPr>
        </p:nvSpPr>
        <p:spPr bwMode="auto">
          <a:xfrm>
            <a:off x="0" y="6423025"/>
            <a:ext cx="4306888" cy="330200"/>
          </a:xfrm>
          <a:prstGeom prst="rect">
            <a:avLst/>
          </a:prstGeom>
          <a:noFill/>
          <a:ln>
            <a:noFill/>
          </a:ln>
          <a:effectLst/>
        </p:spPr>
        <p:txBody>
          <a:bodyPr vert="horz" wrap="square" lIns="88984" tIns="44492" rIns="88984" bIns="44492" numCol="1" anchor="b" anchorCtr="0" compatLnSpc="1">
            <a:prstTxWarp prst="textNoShape">
              <a:avLst/>
            </a:prstTxWarp>
          </a:bodyPr>
          <a:lstStyle>
            <a:lvl1pPr defTabSz="889000">
              <a:defRPr sz="1200">
                <a:latin typeface="Times New Roman" charset="0"/>
              </a:defRPr>
            </a:lvl1pPr>
          </a:lstStyle>
          <a:p>
            <a:pPr>
              <a:defRPr/>
            </a:pPr>
            <a:endParaRPr lang="en-US"/>
          </a:p>
        </p:txBody>
      </p:sp>
      <p:sp>
        <p:nvSpPr>
          <p:cNvPr id="36871" name="Rectangle 7">
            <a:extLst>
              <a:ext uri="{FF2B5EF4-FFF2-40B4-BE49-F238E27FC236}">
                <a16:creationId xmlns:a16="http://schemas.microsoft.com/office/drawing/2014/main" id="{7F87233D-6E21-A9A3-8559-CCBCC7827D70}"/>
              </a:ext>
            </a:extLst>
          </p:cNvPr>
          <p:cNvSpPr>
            <a:spLocks noGrp="1" noChangeArrowheads="1"/>
          </p:cNvSpPr>
          <p:nvPr>
            <p:ph type="sldNum" sz="quarter" idx="5"/>
          </p:nvPr>
        </p:nvSpPr>
        <p:spPr bwMode="auto">
          <a:xfrm>
            <a:off x="5592763" y="6423025"/>
            <a:ext cx="4310062" cy="330200"/>
          </a:xfrm>
          <a:prstGeom prst="rect">
            <a:avLst/>
          </a:prstGeom>
          <a:noFill/>
          <a:ln>
            <a:noFill/>
          </a:ln>
          <a:effectLst/>
        </p:spPr>
        <p:txBody>
          <a:bodyPr vert="horz" wrap="square" lIns="88984" tIns="44492" rIns="88984" bIns="44492" numCol="1" anchor="b" anchorCtr="0" compatLnSpc="1">
            <a:prstTxWarp prst="textNoShape">
              <a:avLst/>
            </a:prstTxWarp>
          </a:bodyPr>
          <a:lstStyle>
            <a:lvl1pPr algn="r" defTabSz="889000">
              <a:defRPr sz="1200"/>
            </a:lvl1pPr>
          </a:lstStyle>
          <a:p>
            <a:fld id="{49D2AA7C-E90A-4ED4-AB9E-C0AB042F1A50}"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24F8E745-2F79-3E0D-53CC-28719FF8433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9000" eaLnBrk="0" hangingPunct="0">
              <a:defRPr sz="2400">
                <a:solidFill>
                  <a:schemeClr val="tx1"/>
                </a:solidFill>
                <a:latin typeface="Times New Roman" panose="02020603050405020304" pitchFamily="18" charset="0"/>
              </a:defRPr>
            </a:lvl1pPr>
            <a:lvl2pPr marL="742950" indent="-285750" defTabSz="889000" eaLnBrk="0" hangingPunct="0">
              <a:defRPr sz="2400">
                <a:solidFill>
                  <a:schemeClr val="tx1"/>
                </a:solidFill>
                <a:latin typeface="Times New Roman" panose="02020603050405020304" pitchFamily="18" charset="0"/>
              </a:defRPr>
            </a:lvl2pPr>
            <a:lvl3pPr marL="1143000" indent="-228600" defTabSz="889000" eaLnBrk="0" hangingPunct="0">
              <a:defRPr sz="2400">
                <a:solidFill>
                  <a:schemeClr val="tx1"/>
                </a:solidFill>
                <a:latin typeface="Times New Roman" panose="02020603050405020304" pitchFamily="18" charset="0"/>
              </a:defRPr>
            </a:lvl3pPr>
            <a:lvl4pPr marL="1600200" indent="-228600" defTabSz="889000" eaLnBrk="0" hangingPunct="0">
              <a:defRPr sz="2400">
                <a:solidFill>
                  <a:schemeClr val="tx1"/>
                </a:solidFill>
                <a:latin typeface="Times New Roman" panose="02020603050405020304" pitchFamily="18" charset="0"/>
              </a:defRPr>
            </a:lvl4pPr>
            <a:lvl5pPr marL="2057400" indent="-228600" defTabSz="889000" eaLnBrk="0" hangingPunct="0">
              <a:defRPr sz="2400">
                <a:solidFill>
                  <a:schemeClr val="tx1"/>
                </a:solidFill>
                <a:latin typeface="Times New Roman" panose="02020603050405020304" pitchFamily="18" charset="0"/>
              </a:defRPr>
            </a:lvl5pPr>
            <a:lvl6pPr marL="2514600" indent="-228600" defTabSz="889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889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889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8890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CA5CF945-D382-4F5E-82F9-EE93B90D78C1}" type="slidenum">
              <a:rPr lang="en-US" altLang="en-US" sz="1200"/>
              <a:pPr eaLnBrk="1" hangingPunct="1"/>
              <a:t>9</a:t>
            </a:fld>
            <a:endParaRPr lang="en-US" altLang="en-US" sz="1200"/>
          </a:p>
        </p:txBody>
      </p:sp>
      <p:sp>
        <p:nvSpPr>
          <p:cNvPr id="53251" name="Rectangle 2">
            <a:extLst>
              <a:ext uri="{FF2B5EF4-FFF2-40B4-BE49-F238E27FC236}">
                <a16:creationId xmlns:a16="http://schemas.microsoft.com/office/drawing/2014/main" id="{C58D8FB8-2ACA-78B2-7CA2-224382B09DE3}"/>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15A68D0C-5A64-BA56-ED6C-3FAE600176D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CD6FA2F8-015C-F3A7-DFF6-7716263438F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9000" eaLnBrk="0" hangingPunct="0">
              <a:defRPr sz="2400">
                <a:solidFill>
                  <a:schemeClr val="tx1"/>
                </a:solidFill>
                <a:latin typeface="Times New Roman" panose="02020603050405020304" pitchFamily="18" charset="0"/>
              </a:defRPr>
            </a:lvl1pPr>
            <a:lvl2pPr marL="742950" indent="-285750" defTabSz="889000" eaLnBrk="0" hangingPunct="0">
              <a:defRPr sz="2400">
                <a:solidFill>
                  <a:schemeClr val="tx1"/>
                </a:solidFill>
                <a:latin typeface="Times New Roman" panose="02020603050405020304" pitchFamily="18" charset="0"/>
              </a:defRPr>
            </a:lvl2pPr>
            <a:lvl3pPr marL="1143000" indent="-228600" defTabSz="889000" eaLnBrk="0" hangingPunct="0">
              <a:defRPr sz="2400">
                <a:solidFill>
                  <a:schemeClr val="tx1"/>
                </a:solidFill>
                <a:latin typeface="Times New Roman" panose="02020603050405020304" pitchFamily="18" charset="0"/>
              </a:defRPr>
            </a:lvl3pPr>
            <a:lvl4pPr marL="1600200" indent="-228600" defTabSz="889000" eaLnBrk="0" hangingPunct="0">
              <a:defRPr sz="2400">
                <a:solidFill>
                  <a:schemeClr val="tx1"/>
                </a:solidFill>
                <a:latin typeface="Times New Roman" panose="02020603050405020304" pitchFamily="18" charset="0"/>
              </a:defRPr>
            </a:lvl4pPr>
            <a:lvl5pPr marL="2057400" indent="-228600" defTabSz="889000" eaLnBrk="0" hangingPunct="0">
              <a:defRPr sz="2400">
                <a:solidFill>
                  <a:schemeClr val="tx1"/>
                </a:solidFill>
                <a:latin typeface="Times New Roman" panose="02020603050405020304" pitchFamily="18" charset="0"/>
              </a:defRPr>
            </a:lvl5pPr>
            <a:lvl6pPr marL="2514600" indent="-228600" defTabSz="889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889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889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8890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5FDA036F-9B98-442F-B346-0E13654C5AF0}" type="slidenum">
              <a:rPr lang="en-US" altLang="en-US" sz="1200"/>
              <a:pPr eaLnBrk="1" hangingPunct="1"/>
              <a:t>13</a:t>
            </a:fld>
            <a:endParaRPr lang="en-US" altLang="en-US" sz="1200"/>
          </a:p>
        </p:txBody>
      </p:sp>
      <p:sp>
        <p:nvSpPr>
          <p:cNvPr id="54275" name="Rectangle 2">
            <a:extLst>
              <a:ext uri="{FF2B5EF4-FFF2-40B4-BE49-F238E27FC236}">
                <a16:creationId xmlns:a16="http://schemas.microsoft.com/office/drawing/2014/main" id="{EE6C94A2-D140-8264-6C33-0C78DD2C3B5A}"/>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D8AB164F-F037-3150-915B-87166A68F75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0D90FD76-1F2A-E85E-E976-7019DCF821B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9000" eaLnBrk="0" hangingPunct="0">
              <a:defRPr sz="2400">
                <a:solidFill>
                  <a:schemeClr val="tx1"/>
                </a:solidFill>
                <a:latin typeface="Times New Roman" panose="02020603050405020304" pitchFamily="18" charset="0"/>
              </a:defRPr>
            </a:lvl1pPr>
            <a:lvl2pPr marL="742950" indent="-285750" defTabSz="889000" eaLnBrk="0" hangingPunct="0">
              <a:defRPr sz="2400">
                <a:solidFill>
                  <a:schemeClr val="tx1"/>
                </a:solidFill>
                <a:latin typeface="Times New Roman" panose="02020603050405020304" pitchFamily="18" charset="0"/>
              </a:defRPr>
            </a:lvl2pPr>
            <a:lvl3pPr marL="1143000" indent="-228600" defTabSz="889000" eaLnBrk="0" hangingPunct="0">
              <a:defRPr sz="2400">
                <a:solidFill>
                  <a:schemeClr val="tx1"/>
                </a:solidFill>
                <a:latin typeface="Times New Roman" panose="02020603050405020304" pitchFamily="18" charset="0"/>
              </a:defRPr>
            </a:lvl3pPr>
            <a:lvl4pPr marL="1600200" indent="-228600" defTabSz="889000" eaLnBrk="0" hangingPunct="0">
              <a:defRPr sz="2400">
                <a:solidFill>
                  <a:schemeClr val="tx1"/>
                </a:solidFill>
                <a:latin typeface="Times New Roman" panose="02020603050405020304" pitchFamily="18" charset="0"/>
              </a:defRPr>
            </a:lvl4pPr>
            <a:lvl5pPr marL="2057400" indent="-228600" defTabSz="889000" eaLnBrk="0" hangingPunct="0">
              <a:defRPr sz="2400">
                <a:solidFill>
                  <a:schemeClr val="tx1"/>
                </a:solidFill>
                <a:latin typeface="Times New Roman" panose="02020603050405020304" pitchFamily="18" charset="0"/>
              </a:defRPr>
            </a:lvl5pPr>
            <a:lvl6pPr marL="2514600" indent="-228600" defTabSz="889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889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889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8890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5B5B6361-0AA0-4193-A2D8-DC848BE77892}" type="slidenum">
              <a:rPr lang="en-US" altLang="en-US" sz="1200"/>
              <a:pPr eaLnBrk="1" hangingPunct="1"/>
              <a:t>14</a:t>
            </a:fld>
            <a:endParaRPr lang="en-US" altLang="en-US" sz="1200"/>
          </a:p>
        </p:txBody>
      </p:sp>
      <p:sp>
        <p:nvSpPr>
          <p:cNvPr id="55299" name="Rectangle 2">
            <a:extLst>
              <a:ext uri="{FF2B5EF4-FFF2-40B4-BE49-F238E27FC236}">
                <a16:creationId xmlns:a16="http://schemas.microsoft.com/office/drawing/2014/main" id="{F0713881-DC6A-0E04-12B1-DDCD4C55FEE2}"/>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F22C233B-D599-A336-275B-9CFD22B7668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EEF13400-3A39-DCDB-BFB3-0E8BF624CF1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9000" eaLnBrk="0" hangingPunct="0">
              <a:defRPr sz="2400">
                <a:solidFill>
                  <a:schemeClr val="tx1"/>
                </a:solidFill>
                <a:latin typeface="Times New Roman" panose="02020603050405020304" pitchFamily="18" charset="0"/>
              </a:defRPr>
            </a:lvl1pPr>
            <a:lvl2pPr marL="742950" indent="-285750" defTabSz="889000" eaLnBrk="0" hangingPunct="0">
              <a:defRPr sz="2400">
                <a:solidFill>
                  <a:schemeClr val="tx1"/>
                </a:solidFill>
                <a:latin typeface="Times New Roman" panose="02020603050405020304" pitchFamily="18" charset="0"/>
              </a:defRPr>
            </a:lvl2pPr>
            <a:lvl3pPr marL="1143000" indent="-228600" defTabSz="889000" eaLnBrk="0" hangingPunct="0">
              <a:defRPr sz="2400">
                <a:solidFill>
                  <a:schemeClr val="tx1"/>
                </a:solidFill>
                <a:latin typeface="Times New Roman" panose="02020603050405020304" pitchFamily="18" charset="0"/>
              </a:defRPr>
            </a:lvl3pPr>
            <a:lvl4pPr marL="1600200" indent="-228600" defTabSz="889000" eaLnBrk="0" hangingPunct="0">
              <a:defRPr sz="2400">
                <a:solidFill>
                  <a:schemeClr val="tx1"/>
                </a:solidFill>
                <a:latin typeface="Times New Roman" panose="02020603050405020304" pitchFamily="18" charset="0"/>
              </a:defRPr>
            </a:lvl4pPr>
            <a:lvl5pPr marL="2057400" indent="-228600" defTabSz="889000" eaLnBrk="0" hangingPunct="0">
              <a:defRPr sz="2400">
                <a:solidFill>
                  <a:schemeClr val="tx1"/>
                </a:solidFill>
                <a:latin typeface="Times New Roman" panose="02020603050405020304" pitchFamily="18" charset="0"/>
              </a:defRPr>
            </a:lvl5pPr>
            <a:lvl6pPr marL="2514600" indent="-228600" defTabSz="889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889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889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8890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86D9DDBC-1295-4E3D-8EAA-0CBA78E1A9C7}" type="slidenum">
              <a:rPr lang="en-US" altLang="en-US" sz="1200"/>
              <a:pPr eaLnBrk="1" hangingPunct="1"/>
              <a:t>15</a:t>
            </a:fld>
            <a:endParaRPr lang="en-US" altLang="en-US" sz="1200"/>
          </a:p>
        </p:txBody>
      </p:sp>
      <p:sp>
        <p:nvSpPr>
          <p:cNvPr id="56323" name="Rectangle 2">
            <a:extLst>
              <a:ext uri="{FF2B5EF4-FFF2-40B4-BE49-F238E27FC236}">
                <a16:creationId xmlns:a16="http://schemas.microsoft.com/office/drawing/2014/main" id="{4BE7876C-80DA-0EE1-4119-2EB9BAA89AE8}"/>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56185872-44E6-98C7-8B67-CDB719E298D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E0B8147B-BA9B-A777-3C5F-016C63655CD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9000" eaLnBrk="0" hangingPunct="0">
              <a:defRPr sz="2400">
                <a:solidFill>
                  <a:schemeClr val="tx1"/>
                </a:solidFill>
                <a:latin typeface="Times New Roman" panose="02020603050405020304" pitchFamily="18" charset="0"/>
              </a:defRPr>
            </a:lvl1pPr>
            <a:lvl2pPr marL="742950" indent="-285750" defTabSz="889000" eaLnBrk="0" hangingPunct="0">
              <a:defRPr sz="2400">
                <a:solidFill>
                  <a:schemeClr val="tx1"/>
                </a:solidFill>
                <a:latin typeface="Times New Roman" panose="02020603050405020304" pitchFamily="18" charset="0"/>
              </a:defRPr>
            </a:lvl2pPr>
            <a:lvl3pPr marL="1143000" indent="-228600" defTabSz="889000" eaLnBrk="0" hangingPunct="0">
              <a:defRPr sz="2400">
                <a:solidFill>
                  <a:schemeClr val="tx1"/>
                </a:solidFill>
                <a:latin typeface="Times New Roman" panose="02020603050405020304" pitchFamily="18" charset="0"/>
              </a:defRPr>
            </a:lvl3pPr>
            <a:lvl4pPr marL="1600200" indent="-228600" defTabSz="889000" eaLnBrk="0" hangingPunct="0">
              <a:defRPr sz="2400">
                <a:solidFill>
                  <a:schemeClr val="tx1"/>
                </a:solidFill>
                <a:latin typeface="Times New Roman" panose="02020603050405020304" pitchFamily="18" charset="0"/>
              </a:defRPr>
            </a:lvl4pPr>
            <a:lvl5pPr marL="2057400" indent="-228600" defTabSz="889000" eaLnBrk="0" hangingPunct="0">
              <a:defRPr sz="2400">
                <a:solidFill>
                  <a:schemeClr val="tx1"/>
                </a:solidFill>
                <a:latin typeface="Times New Roman" panose="02020603050405020304" pitchFamily="18" charset="0"/>
              </a:defRPr>
            </a:lvl5pPr>
            <a:lvl6pPr marL="2514600" indent="-228600" defTabSz="889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889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889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8890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0027F321-30CB-4C9B-8573-87C9AEAFB34C}" type="slidenum">
              <a:rPr lang="en-US" altLang="en-US" sz="1200"/>
              <a:pPr eaLnBrk="1" hangingPunct="1"/>
              <a:t>17</a:t>
            </a:fld>
            <a:endParaRPr lang="en-US" altLang="en-US" sz="1200"/>
          </a:p>
        </p:txBody>
      </p:sp>
      <p:sp>
        <p:nvSpPr>
          <p:cNvPr id="57347" name="Rectangle 2">
            <a:extLst>
              <a:ext uri="{FF2B5EF4-FFF2-40B4-BE49-F238E27FC236}">
                <a16:creationId xmlns:a16="http://schemas.microsoft.com/office/drawing/2014/main" id="{C9918AC5-2113-1881-6CE7-AC96EDC4DB7C}"/>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0AC0B6B6-B9B6-32BE-4264-ED6E3035999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1D677392-441A-ABC1-DE98-E4F0ADA5EA2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9000" eaLnBrk="0" hangingPunct="0">
              <a:defRPr sz="2400">
                <a:solidFill>
                  <a:schemeClr val="tx1"/>
                </a:solidFill>
                <a:latin typeface="Times New Roman" panose="02020603050405020304" pitchFamily="18" charset="0"/>
              </a:defRPr>
            </a:lvl1pPr>
            <a:lvl2pPr marL="742950" indent="-285750" defTabSz="889000" eaLnBrk="0" hangingPunct="0">
              <a:defRPr sz="2400">
                <a:solidFill>
                  <a:schemeClr val="tx1"/>
                </a:solidFill>
                <a:latin typeface="Times New Roman" panose="02020603050405020304" pitchFamily="18" charset="0"/>
              </a:defRPr>
            </a:lvl2pPr>
            <a:lvl3pPr marL="1143000" indent="-228600" defTabSz="889000" eaLnBrk="0" hangingPunct="0">
              <a:defRPr sz="2400">
                <a:solidFill>
                  <a:schemeClr val="tx1"/>
                </a:solidFill>
                <a:latin typeface="Times New Roman" panose="02020603050405020304" pitchFamily="18" charset="0"/>
              </a:defRPr>
            </a:lvl3pPr>
            <a:lvl4pPr marL="1600200" indent="-228600" defTabSz="889000" eaLnBrk="0" hangingPunct="0">
              <a:defRPr sz="2400">
                <a:solidFill>
                  <a:schemeClr val="tx1"/>
                </a:solidFill>
                <a:latin typeface="Times New Roman" panose="02020603050405020304" pitchFamily="18" charset="0"/>
              </a:defRPr>
            </a:lvl4pPr>
            <a:lvl5pPr marL="2057400" indent="-228600" defTabSz="889000" eaLnBrk="0" hangingPunct="0">
              <a:defRPr sz="2400">
                <a:solidFill>
                  <a:schemeClr val="tx1"/>
                </a:solidFill>
                <a:latin typeface="Times New Roman" panose="02020603050405020304" pitchFamily="18" charset="0"/>
              </a:defRPr>
            </a:lvl5pPr>
            <a:lvl6pPr marL="2514600" indent="-228600" defTabSz="889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889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889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8890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B0CC9DB2-69B1-4C8F-B509-48524E78AF4D}" type="slidenum">
              <a:rPr lang="en-US" altLang="en-US" sz="1200"/>
              <a:pPr eaLnBrk="1" hangingPunct="1"/>
              <a:t>19</a:t>
            </a:fld>
            <a:endParaRPr lang="en-US" altLang="en-US" sz="1200"/>
          </a:p>
        </p:txBody>
      </p:sp>
      <p:sp>
        <p:nvSpPr>
          <p:cNvPr id="58371" name="Rectangle 2">
            <a:extLst>
              <a:ext uri="{FF2B5EF4-FFF2-40B4-BE49-F238E27FC236}">
                <a16:creationId xmlns:a16="http://schemas.microsoft.com/office/drawing/2014/main" id="{194C5EE0-8829-4FD1-47FB-595185119745}"/>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525E2962-4735-BF40-BB2F-1A18A1726F4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82D8D928-1527-FC9F-0FD8-7C1CA2D2C20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9000" eaLnBrk="0" hangingPunct="0">
              <a:defRPr sz="2400">
                <a:solidFill>
                  <a:schemeClr val="tx1"/>
                </a:solidFill>
                <a:latin typeface="Times New Roman" panose="02020603050405020304" pitchFamily="18" charset="0"/>
              </a:defRPr>
            </a:lvl1pPr>
            <a:lvl2pPr marL="742950" indent="-285750" defTabSz="889000" eaLnBrk="0" hangingPunct="0">
              <a:defRPr sz="2400">
                <a:solidFill>
                  <a:schemeClr val="tx1"/>
                </a:solidFill>
                <a:latin typeface="Times New Roman" panose="02020603050405020304" pitchFamily="18" charset="0"/>
              </a:defRPr>
            </a:lvl2pPr>
            <a:lvl3pPr marL="1143000" indent="-228600" defTabSz="889000" eaLnBrk="0" hangingPunct="0">
              <a:defRPr sz="2400">
                <a:solidFill>
                  <a:schemeClr val="tx1"/>
                </a:solidFill>
                <a:latin typeface="Times New Roman" panose="02020603050405020304" pitchFamily="18" charset="0"/>
              </a:defRPr>
            </a:lvl3pPr>
            <a:lvl4pPr marL="1600200" indent="-228600" defTabSz="889000" eaLnBrk="0" hangingPunct="0">
              <a:defRPr sz="2400">
                <a:solidFill>
                  <a:schemeClr val="tx1"/>
                </a:solidFill>
                <a:latin typeface="Times New Roman" panose="02020603050405020304" pitchFamily="18" charset="0"/>
              </a:defRPr>
            </a:lvl4pPr>
            <a:lvl5pPr marL="2057400" indent="-228600" defTabSz="889000" eaLnBrk="0" hangingPunct="0">
              <a:defRPr sz="2400">
                <a:solidFill>
                  <a:schemeClr val="tx1"/>
                </a:solidFill>
                <a:latin typeface="Times New Roman" panose="02020603050405020304" pitchFamily="18" charset="0"/>
              </a:defRPr>
            </a:lvl5pPr>
            <a:lvl6pPr marL="2514600" indent="-228600" defTabSz="889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889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889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8890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CF2A5283-0CB9-439D-B59B-C2BB7B2C9BC7}" type="slidenum">
              <a:rPr lang="en-US" altLang="en-US" sz="1200"/>
              <a:pPr eaLnBrk="1" hangingPunct="1"/>
              <a:t>20</a:t>
            </a:fld>
            <a:endParaRPr lang="en-US" altLang="en-US" sz="1200"/>
          </a:p>
        </p:txBody>
      </p:sp>
      <p:sp>
        <p:nvSpPr>
          <p:cNvPr id="59395" name="Rectangle 2">
            <a:extLst>
              <a:ext uri="{FF2B5EF4-FFF2-40B4-BE49-F238E27FC236}">
                <a16:creationId xmlns:a16="http://schemas.microsoft.com/office/drawing/2014/main" id="{C87569B0-9EEA-2CD1-69AC-D89597E1205C}"/>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4AE1FF9F-52DE-CB78-76A4-EDE1DEB1CAA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DCA787FF-2D4B-269B-8C37-83F4A531B37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9000" eaLnBrk="0" hangingPunct="0">
              <a:defRPr sz="2400">
                <a:solidFill>
                  <a:schemeClr val="tx1"/>
                </a:solidFill>
                <a:latin typeface="Times New Roman" panose="02020603050405020304" pitchFamily="18" charset="0"/>
              </a:defRPr>
            </a:lvl1pPr>
            <a:lvl2pPr marL="742950" indent="-285750" defTabSz="889000" eaLnBrk="0" hangingPunct="0">
              <a:defRPr sz="2400">
                <a:solidFill>
                  <a:schemeClr val="tx1"/>
                </a:solidFill>
                <a:latin typeface="Times New Roman" panose="02020603050405020304" pitchFamily="18" charset="0"/>
              </a:defRPr>
            </a:lvl2pPr>
            <a:lvl3pPr marL="1143000" indent="-228600" defTabSz="889000" eaLnBrk="0" hangingPunct="0">
              <a:defRPr sz="2400">
                <a:solidFill>
                  <a:schemeClr val="tx1"/>
                </a:solidFill>
                <a:latin typeface="Times New Roman" panose="02020603050405020304" pitchFamily="18" charset="0"/>
              </a:defRPr>
            </a:lvl3pPr>
            <a:lvl4pPr marL="1600200" indent="-228600" defTabSz="889000" eaLnBrk="0" hangingPunct="0">
              <a:defRPr sz="2400">
                <a:solidFill>
                  <a:schemeClr val="tx1"/>
                </a:solidFill>
                <a:latin typeface="Times New Roman" panose="02020603050405020304" pitchFamily="18" charset="0"/>
              </a:defRPr>
            </a:lvl4pPr>
            <a:lvl5pPr marL="2057400" indent="-228600" defTabSz="889000" eaLnBrk="0" hangingPunct="0">
              <a:defRPr sz="2400">
                <a:solidFill>
                  <a:schemeClr val="tx1"/>
                </a:solidFill>
                <a:latin typeface="Times New Roman" panose="02020603050405020304" pitchFamily="18" charset="0"/>
              </a:defRPr>
            </a:lvl5pPr>
            <a:lvl6pPr marL="2514600" indent="-228600" defTabSz="889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889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889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8890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D4C871D3-0FE3-4711-B511-54171B7047EF}" type="slidenum">
              <a:rPr lang="en-US" altLang="en-US" sz="1200"/>
              <a:pPr eaLnBrk="1" hangingPunct="1"/>
              <a:t>21</a:t>
            </a:fld>
            <a:endParaRPr lang="en-US" altLang="en-US" sz="1200"/>
          </a:p>
        </p:txBody>
      </p:sp>
      <p:sp>
        <p:nvSpPr>
          <p:cNvPr id="60419" name="Rectangle 2">
            <a:extLst>
              <a:ext uri="{FF2B5EF4-FFF2-40B4-BE49-F238E27FC236}">
                <a16:creationId xmlns:a16="http://schemas.microsoft.com/office/drawing/2014/main" id="{B2DC270E-AB5D-2405-4E23-6A6A2DE97764}"/>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1EF5D025-2729-8286-457B-00882C7BE76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72AF06DB-A4C8-A66E-F725-F936F8201C5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9000" eaLnBrk="0" hangingPunct="0">
              <a:defRPr sz="2400">
                <a:solidFill>
                  <a:schemeClr val="tx1"/>
                </a:solidFill>
                <a:latin typeface="Times New Roman" panose="02020603050405020304" pitchFamily="18" charset="0"/>
              </a:defRPr>
            </a:lvl1pPr>
            <a:lvl2pPr marL="742950" indent="-285750" defTabSz="889000" eaLnBrk="0" hangingPunct="0">
              <a:defRPr sz="2400">
                <a:solidFill>
                  <a:schemeClr val="tx1"/>
                </a:solidFill>
                <a:latin typeface="Times New Roman" panose="02020603050405020304" pitchFamily="18" charset="0"/>
              </a:defRPr>
            </a:lvl2pPr>
            <a:lvl3pPr marL="1143000" indent="-228600" defTabSz="889000" eaLnBrk="0" hangingPunct="0">
              <a:defRPr sz="2400">
                <a:solidFill>
                  <a:schemeClr val="tx1"/>
                </a:solidFill>
                <a:latin typeface="Times New Roman" panose="02020603050405020304" pitchFamily="18" charset="0"/>
              </a:defRPr>
            </a:lvl3pPr>
            <a:lvl4pPr marL="1600200" indent="-228600" defTabSz="889000" eaLnBrk="0" hangingPunct="0">
              <a:defRPr sz="2400">
                <a:solidFill>
                  <a:schemeClr val="tx1"/>
                </a:solidFill>
                <a:latin typeface="Times New Roman" panose="02020603050405020304" pitchFamily="18" charset="0"/>
              </a:defRPr>
            </a:lvl4pPr>
            <a:lvl5pPr marL="2057400" indent="-228600" defTabSz="889000" eaLnBrk="0" hangingPunct="0">
              <a:defRPr sz="2400">
                <a:solidFill>
                  <a:schemeClr val="tx1"/>
                </a:solidFill>
                <a:latin typeface="Times New Roman" panose="02020603050405020304" pitchFamily="18" charset="0"/>
              </a:defRPr>
            </a:lvl5pPr>
            <a:lvl6pPr marL="2514600" indent="-228600" defTabSz="889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889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889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8890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1DC02A2-DABD-4F07-968F-915D45821CDB}" type="slidenum">
              <a:rPr lang="en-US" altLang="en-US" sz="1200"/>
              <a:pPr eaLnBrk="1" hangingPunct="1"/>
              <a:t>25</a:t>
            </a:fld>
            <a:endParaRPr lang="en-US" altLang="en-US" sz="1200"/>
          </a:p>
        </p:txBody>
      </p:sp>
      <p:sp>
        <p:nvSpPr>
          <p:cNvPr id="61443" name="Rectangle 2">
            <a:extLst>
              <a:ext uri="{FF2B5EF4-FFF2-40B4-BE49-F238E27FC236}">
                <a16:creationId xmlns:a16="http://schemas.microsoft.com/office/drawing/2014/main" id="{3135DD6A-A34D-565D-9355-E4DABD8A2006}"/>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81A42095-C125-C70A-1547-5FC3311307C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E3B9570F-438B-5AF4-2EAE-839499BB885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9000" eaLnBrk="0" hangingPunct="0">
              <a:defRPr sz="2400">
                <a:solidFill>
                  <a:schemeClr val="tx1"/>
                </a:solidFill>
                <a:latin typeface="Times New Roman" panose="02020603050405020304" pitchFamily="18" charset="0"/>
              </a:defRPr>
            </a:lvl1pPr>
            <a:lvl2pPr marL="742950" indent="-285750" defTabSz="889000" eaLnBrk="0" hangingPunct="0">
              <a:defRPr sz="2400">
                <a:solidFill>
                  <a:schemeClr val="tx1"/>
                </a:solidFill>
                <a:latin typeface="Times New Roman" panose="02020603050405020304" pitchFamily="18" charset="0"/>
              </a:defRPr>
            </a:lvl2pPr>
            <a:lvl3pPr marL="1143000" indent="-228600" defTabSz="889000" eaLnBrk="0" hangingPunct="0">
              <a:defRPr sz="2400">
                <a:solidFill>
                  <a:schemeClr val="tx1"/>
                </a:solidFill>
                <a:latin typeface="Times New Roman" panose="02020603050405020304" pitchFamily="18" charset="0"/>
              </a:defRPr>
            </a:lvl3pPr>
            <a:lvl4pPr marL="1600200" indent="-228600" defTabSz="889000" eaLnBrk="0" hangingPunct="0">
              <a:defRPr sz="2400">
                <a:solidFill>
                  <a:schemeClr val="tx1"/>
                </a:solidFill>
                <a:latin typeface="Times New Roman" panose="02020603050405020304" pitchFamily="18" charset="0"/>
              </a:defRPr>
            </a:lvl4pPr>
            <a:lvl5pPr marL="2057400" indent="-228600" defTabSz="889000" eaLnBrk="0" hangingPunct="0">
              <a:defRPr sz="2400">
                <a:solidFill>
                  <a:schemeClr val="tx1"/>
                </a:solidFill>
                <a:latin typeface="Times New Roman" panose="02020603050405020304" pitchFamily="18" charset="0"/>
              </a:defRPr>
            </a:lvl5pPr>
            <a:lvl6pPr marL="2514600" indent="-228600" defTabSz="889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889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889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8890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61EFF23A-B112-4536-B5B5-5AB55A6A12AF}" type="slidenum">
              <a:rPr lang="en-US" altLang="en-US" sz="1200"/>
              <a:pPr eaLnBrk="1" hangingPunct="1"/>
              <a:t>28</a:t>
            </a:fld>
            <a:endParaRPr lang="en-US" altLang="en-US" sz="1200"/>
          </a:p>
        </p:txBody>
      </p:sp>
      <p:sp>
        <p:nvSpPr>
          <p:cNvPr id="62467" name="Rectangle 2">
            <a:extLst>
              <a:ext uri="{FF2B5EF4-FFF2-40B4-BE49-F238E27FC236}">
                <a16:creationId xmlns:a16="http://schemas.microsoft.com/office/drawing/2014/main" id="{B6FCDD15-3075-9930-36BD-F74C12D649AA}"/>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4F9D7B72-BDB2-4E74-7DC4-E19C25512FB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A2322EBE-B016-39ED-3F8F-B416C529388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9000" eaLnBrk="0" hangingPunct="0">
              <a:defRPr sz="2400">
                <a:solidFill>
                  <a:schemeClr val="tx1"/>
                </a:solidFill>
                <a:latin typeface="Times New Roman" panose="02020603050405020304" pitchFamily="18" charset="0"/>
              </a:defRPr>
            </a:lvl1pPr>
            <a:lvl2pPr marL="742950" indent="-285750" defTabSz="889000" eaLnBrk="0" hangingPunct="0">
              <a:defRPr sz="2400">
                <a:solidFill>
                  <a:schemeClr val="tx1"/>
                </a:solidFill>
                <a:latin typeface="Times New Roman" panose="02020603050405020304" pitchFamily="18" charset="0"/>
              </a:defRPr>
            </a:lvl2pPr>
            <a:lvl3pPr marL="1143000" indent="-228600" defTabSz="889000" eaLnBrk="0" hangingPunct="0">
              <a:defRPr sz="2400">
                <a:solidFill>
                  <a:schemeClr val="tx1"/>
                </a:solidFill>
                <a:latin typeface="Times New Roman" panose="02020603050405020304" pitchFamily="18" charset="0"/>
              </a:defRPr>
            </a:lvl3pPr>
            <a:lvl4pPr marL="1600200" indent="-228600" defTabSz="889000" eaLnBrk="0" hangingPunct="0">
              <a:defRPr sz="2400">
                <a:solidFill>
                  <a:schemeClr val="tx1"/>
                </a:solidFill>
                <a:latin typeface="Times New Roman" panose="02020603050405020304" pitchFamily="18" charset="0"/>
              </a:defRPr>
            </a:lvl4pPr>
            <a:lvl5pPr marL="2057400" indent="-228600" defTabSz="889000" eaLnBrk="0" hangingPunct="0">
              <a:defRPr sz="2400">
                <a:solidFill>
                  <a:schemeClr val="tx1"/>
                </a:solidFill>
                <a:latin typeface="Times New Roman" panose="02020603050405020304" pitchFamily="18" charset="0"/>
              </a:defRPr>
            </a:lvl5pPr>
            <a:lvl6pPr marL="2514600" indent="-228600" defTabSz="889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889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889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8890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9BAB0141-8893-4F3E-8730-39F1B4719A56}" type="slidenum">
              <a:rPr lang="en-US" altLang="en-US" sz="1200"/>
              <a:pPr eaLnBrk="1" hangingPunct="1"/>
              <a:t>29</a:t>
            </a:fld>
            <a:endParaRPr lang="en-US" altLang="en-US" sz="1200"/>
          </a:p>
        </p:txBody>
      </p:sp>
      <p:sp>
        <p:nvSpPr>
          <p:cNvPr id="63491" name="Rectangle 2">
            <a:extLst>
              <a:ext uri="{FF2B5EF4-FFF2-40B4-BE49-F238E27FC236}">
                <a16:creationId xmlns:a16="http://schemas.microsoft.com/office/drawing/2014/main" id="{4B5DCB97-320E-B9D1-41CF-6B61A517E963}"/>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FD7F6DF9-97F9-1B7A-FF89-5F897BF6604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EBC568D2-439D-874F-8EF6-73E2E6994E8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9000" eaLnBrk="0" hangingPunct="0">
              <a:defRPr sz="2400">
                <a:solidFill>
                  <a:schemeClr val="tx1"/>
                </a:solidFill>
                <a:latin typeface="Times New Roman" panose="02020603050405020304" pitchFamily="18" charset="0"/>
              </a:defRPr>
            </a:lvl1pPr>
            <a:lvl2pPr marL="742950" indent="-285750" defTabSz="889000" eaLnBrk="0" hangingPunct="0">
              <a:defRPr sz="2400">
                <a:solidFill>
                  <a:schemeClr val="tx1"/>
                </a:solidFill>
                <a:latin typeface="Times New Roman" panose="02020603050405020304" pitchFamily="18" charset="0"/>
              </a:defRPr>
            </a:lvl2pPr>
            <a:lvl3pPr marL="1143000" indent="-228600" defTabSz="889000" eaLnBrk="0" hangingPunct="0">
              <a:defRPr sz="2400">
                <a:solidFill>
                  <a:schemeClr val="tx1"/>
                </a:solidFill>
                <a:latin typeface="Times New Roman" panose="02020603050405020304" pitchFamily="18" charset="0"/>
              </a:defRPr>
            </a:lvl3pPr>
            <a:lvl4pPr marL="1600200" indent="-228600" defTabSz="889000" eaLnBrk="0" hangingPunct="0">
              <a:defRPr sz="2400">
                <a:solidFill>
                  <a:schemeClr val="tx1"/>
                </a:solidFill>
                <a:latin typeface="Times New Roman" panose="02020603050405020304" pitchFamily="18" charset="0"/>
              </a:defRPr>
            </a:lvl4pPr>
            <a:lvl5pPr marL="2057400" indent="-228600" defTabSz="889000" eaLnBrk="0" hangingPunct="0">
              <a:defRPr sz="2400">
                <a:solidFill>
                  <a:schemeClr val="tx1"/>
                </a:solidFill>
                <a:latin typeface="Times New Roman" panose="02020603050405020304" pitchFamily="18" charset="0"/>
              </a:defRPr>
            </a:lvl5pPr>
            <a:lvl6pPr marL="2514600" indent="-228600" defTabSz="889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889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889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8890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7F0B2EC3-762F-411B-9B42-8E8FFC4C48A9}" type="slidenum">
              <a:rPr lang="en-US" altLang="en-US" sz="1200"/>
              <a:pPr eaLnBrk="1" hangingPunct="1"/>
              <a:t>31</a:t>
            </a:fld>
            <a:endParaRPr lang="en-US" altLang="en-US" sz="1200"/>
          </a:p>
        </p:txBody>
      </p:sp>
      <p:sp>
        <p:nvSpPr>
          <p:cNvPr id="64515" name="Rectangle 2">
            <a:extLst>
              <a:ext uri="{FF2B5EF4-FFF2-40B4-BE49-F238E27FC236}">
                <a16:creationId xmlns:a16="http://schemas.microsoft.com/office/drawing/2014/main" id="{973CE19C-F741-14F5-414D-324893999784}"/>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B4134273-645D-75E0-CFBA-6A54E3BA112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9821D465-D311-2B19-24FF-44A5B4656BB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9000" eaLnBrk="0" hangingPunct="0">
              <a:defRPr sz="2400">
                <a:solidFill>
                  <a:schemeClr val="tx1"/>
                </a:solidFill>
                <a:latin typeface="Times New Roman" panose="02020603050405020304" pitchFamily="18" charset="0"/>
              </a:defRPr>
            </a:lvl1pPr>
            <a:lvl2pPr marL="742950" indent="-285750" defTabSz="889000" eaLnBrk="0" hangingPunct="0">
              <a:defRPr sz="2400">
                <a:solidFill>
                  <a:schemeClr val="tx1"/>
                </a:solidFill>
                <a:latin typeface="Times New Roman" panose="02020603050405020304" pitchFamily="18" charset="0"/>
              </a:defRPr>
            </a:lvl2pPr>
            <a:lvl3pPr marL="1143000" indent="-228600" defTabSz="889000" eaLnBrk="0" hangingPunct="0">
              <a:defRPr sz="2400">
                <a:solidFill>
                  <a:schemeClr val="tx1"/>
                </a:solidFill>
                <a:latin typeface="Times New Roman" panose="02020603050405020304" pitchFamily="18" charset="0"/>
              </a:defRPr>
            </a:lvl3pPr>
            <a:lvl4pPr marL="1600200" indent="-228600" defTabSz="889000" eaLnBrk="0" hangingPunct="0">
              <a:defRPr sz="2400">
                <a:solidFill>
                  <a:schemeClr val="tx1"/>
                </a:solidFill>
                <a:latin typeface="Times New Roman" panose="02020603050405020304" pitchFamily="18" charset="0"/>
              </a:defRPr>
            </a:lvl4pPr>
            <a:lvl5pPr marL="2057400" indent="-228600" defTabSz="889000" eaLnBrk="0" hangingPunct="0">
              <a:defRPr sz="2400">
                <a:solidFill>
                  <a:schemeClr val="tx1"/>
                </a:solidFill>
                <a:latin typeface="Times New Roman" panose="02020603050405020304" pitchFamily="18" charset="0"/>
              </a:defRPr>
            </a:lvl5pPr>
            <a:lvl6pPr marL="2514600" indent="-228600" defTabSz="889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889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889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8890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AFED1A19-1BA5-47E3-B5CC-D51237748890}" type="slidenum">
              <a:rPr lang="en-US" altLang="en-US" sz="1200"/>
              <a:pPr eaLnBrk="1" hangingPunct="1"/>
              <a:t>32</a:t>
            </a:fld>
            <a:endParaRPr lang="en-US" altLang="en-US" sz="1200"/>
          </a:p>
        </p:txBody>
      </p:sp>
      <p:sp>
        <p:nvSpPr>
          <p:cNvPr id="65539" name="Rectangle 2">
            <a:extLst>
              <a:ext uri="{FF2B5EF4-FFF2-40B4-BE49-F238E27FC236}">
                <a16:creationId xmlns:a16="http://schemas.microsoft.com/office/drawing/2014/main" id="{8E800C1F-631E-51BC-79A0-7D900FD0B5CB}"/>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CECCF8E8-1274-DFCB-C525-FB00EC9BD01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313D1E84-3C2E-C5FD-C5BF-CA3627BA3CB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9000" eaLnBrk="0" hangingPunct="0">
              <a:defRPr sz="2400">
                <a:solidFill>
                  <a:schemeClr val="tx1"/>
                </a:solidFill>
                <a:latin typeface="Times New Roman" panose="02020603050405020304" pitchFamily="18" charset="0"/>
              </a:defRPr>
            </a:lvl1pPr>
            <a:lvl2pPr marL="742950" indent="-285750" defTabSz="889000" eaLnBrk="0" hangingPunct="0">
              <a:defRPr sz="2400">
                <a:solidFill>
                  <a:schemeClr val="tx1"/>
                </a:solidFill>
                <a:latin typeface="Times New Roman" panose="02020603050405020304" pitchFamily="18" charset="0"/>
              </a:defRPr>
            </a:lvl2pPr>
            <a:lvl3pPr marL="1143000" indent="-228600" defTabSz="889000" eaLnBrk="0" hangingPunct="0">
              <a:defRPr sz="2400">
                <a:solidFill>
                  <a:schemeClr val="tx1"/>
                </a:solidFill>
                <a:latin typeface="Times New Roman" panose="02020603050405020304" pitchFamily="18" charset="0"/>
              </a:defRPr>
            </a:lvl3pPr>
            <a:lvl4pPr marL="1600200" indent="-228600" defTabSz="889000" eaLnBrk="0" hangingPunct="0">
              <a:defRPr sz="2400">
                <a:solidFill>
                  <a:schemeClr val="tx1"/>
                </a:solidFill>
                <a:latin typeface="Times New Roman" panose="02020603050405020304" pitchFamily="18" charset="0"/>
              </a:defRPr>
            </a:lvl4pPr>
            <a:lvl5pPr marL="2057400" indent="-228600" defTabSz="889000" eaLnBrk="0" hangingPunct="0">
              <a:defRPr sz="2400">
                <a:solidFill>
                  <a:schemeClr val="tx1"/>
                </a:solidFill>
                <a:latin typeface="Times New Roman" panose="02020603050405020304" pitchFamily="18" charset="0"/>
              </a:defRPr>
            </a:lvl5pPr>
            <a:lvl6pPr marL="2514600" indent="-228600" defTabSz="889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889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889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8890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43C31EB6-ED66-4EC8-9383-B3055BABC5B3}" type="slidenum">
              <a:rPr lang="en-US" altLang="en-US" sz="1200"/>
              <a:pPr eaLnBrk="1" hangingPunct="1"/>
              <a:t>34</a:t>
            </a:fld>
            <a:endParaRPr lang="en-US" altLang="en-US" sz="1200"/>
          </a:p>
        </p:txBody>
      </p:sp>
      <p:sp>
        <p:nvSpPr>
          <p:cNvPr id="66563" name="Rectangle 2">
            <a:extLst>
              <a:ext uri="{FF2B5EF4-FFF2-40B4-BE49-F238E27FC236}">
                <a16:creationId xmlns:a16="http://schemas.microsoft.com/office/drawing/2014/main" id="{BBD6D1D4-B813-4CD5-A41D-E8DEA1C6CB90}"/>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C004AF28-F2A1-6310-71DD-70307BA1795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F3FA5798-23BA-1ADF-A290-CCFDDA4A078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9000" eaLnBrk="0" hangingPunct="0">
              <a:defRPr sz="2400">
                <a:solidFill>
                  <a:schemeClr val="tx1"/>
                </a:solidFill>
                <a:latin typeface="Times New Roman" panose="02020603050405020304" pitchFamily="18" charset="0"/>
              </a:defRPr>
            </a:lvl1pPr>
            <a:lvl2pPr marL="742950" indent="-285750" defTabSz="889000" eaLnBrk="0" hangingPunct="0">
              <a:defRPr sz="2400">
                <a:solidFill>
                  <a:schemeClr val="tx1"/>
                </a:solidFill>
                <a:latin typeface="Times New Roman" panose="02020603050405020304" pitchFamily="18" charset="0"/>
              </a:defRPr>
            </a:lvl2pPr>
            <a:lvl3pPr marL="1143000" indent="-228600" defTabSz="889000" eaLnBrk="0" hangingPunct="0">
              <a:defRPr sz="2400">
                <a:solidFill>
                  <a:schemeClr val="tx1"/>
                </a:solidFill>
                <a:latin typeface="Times New Roman" panose="02020603050405020304" pitchFamily="18" charset="0"/>
              </a:defRPr>
            </a:lvl3pPr>
            <a:lvl4pPr marL="1600200" indent="-228600" defTabSz="889000" eaLnBrk="0" hangingPunct="0">
              <a:defRPr sz="2400">
                <a:solidFill>
                  <a:schemeClr val="tx1"/>
                </a:solidFill>
                <a:latin typeface="Times New Roman" panose="02020603050405020304" pitchFamily="18" charset="0"/>
              </a:defRPr>
            </a:lvl4pPr>
            <a:lvl5pPr marL="2057400" indent="-228600" defTabSz="889000" eaLnBrk="0" hangingPunct="0">
              <a:defRPr sz="2400">
                <a:solidFill>
                  <a:schemeClr val="tx1"/>
                </a:solidFill>
                <a:latin typeface="Times New Roman" panose="02020603050405020304" pitchFamily="18" charset="0"/>
              </a:defRPr>
            </a:lvl5pPr>
            <a:lvl6pPr marL="2514600" indent="-228600" defTabSz="889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889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889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8890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916CF643-DC07-445D-8D51-E45D2F85B926}" type="slidenum">
              <a:rPr lang="en-US" altLang="en-US" sz="1200"/>
              <a:pPr eaLnBrk="1" hangingPunct="1"/>
              <a:t>35</a:t>
            </a:fld>
            <a:endParaRPr lang="en-US" altLang="en-US" sz="1200"/>
          </a:p>
        </p:txBody>
      </p:sp>
      <p:sp>
        <p:nvSpPr>
          <p:cNvPr id="67587" name="Rectangle 2">
            <a:extLst>
              <a:ext uri="{FF2B5EF4-FFF2-40B4-BE49-F238E27FC236}">
                <a16:creationId xmlns:a16="http://schemas.microsoft.com/office/drawing/2014/main" id="{DC7D41BA-55BA-7BFB-40CA-38D245CDEEE1}"/>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716AA277-8868-4083-2C85-1E0A7BB1805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A227C52A-57DA-C85F-A3A3-5F0C3C1A6B8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9000" eaLnBrk="0" hangingPunct="0">
              <a:defRPr sz="2400">
                <a:solidFill>
                  <a:schemeClr val="tx1"/>
                </a:solidFill>
                <a:latin typeface="Times New Roman" panose="02020603050405020304" pitchFamily="18" charset="0"/>
              </a:defRPr>
            </a:lvl1pPr>
            <a:lvl2pPr marL="742950" indent="-285750" defTabSz="889000" eaLnBrk="0" hangingPunct="0">
              <a:defRPr sz="2400">
                <a:solidFill>
                  <a:schemeClr val="tx1"/>
                </a:solidFill>
                <a:latin typeface="Times New Roman" panose="02020603050405020304" pitchFamily="18" charset="0"/>
              </a:defRPr>
            </a:lvl2pPr>
            <a:lvl3pPr marL="1143000" indent="-228600" defTabSz="889000" eaLnBrk="0" hangingPunct="0">
              <a:defRPr sz="2400">
                <a:solidFill>
                  <a:schemeClr val="tx1"/>
                </a:solidFill>
                <a:latin typeface="Times New Roman" panose="02020603050405020304" pitchFamily="18" charset="0"/>
              </a:defRPr>
            </a:lvl3pPr>
            <a:lvl4pPr marL="1600200" indent="-228600" defTabSz="889000" eaLnBrk="0" hangingPunct="0">
              <a:defRPr sz="2400">
                <a:solidFill>
                  <a:schemeClr val="tx1"/>
                </a:solidFill>
                <a:latin typeface="Times New Roman" panose="02020603050405020304" pitchFamily="18" charset="0"/>
              </a:defRPr>
            </a:lvl4pPr>
            <a:lvl5pPr marL="2057400" indent="-228600" defTabSz="889000" eaLnBrk="0" hangingPunct="0">
              <a:defRPr sz="2400">
                <a:solidFill>
                  <a:schemeClr val="tx1"/>
                </a:solidFill>
                <a:latin typeface="Times New Roman" panose="02020603050405020304" pitchFamily="18" charset="0"/>
              </a:defRPr>
            </a:lvl5pPr>
            <a:lvl6pPr marL="2514600" indent="-228600" defTabSz="889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889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889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8890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D055CAB6-8744-4472-9AB6-A12CA96B34BD}" type="slidenum">
              <a:rPr lang="en-US" altLang="en-US" sz="1200"/>
              <a:pPr eaLnBrk="1" hangingPunct="1"/>
              <a:t>37</a:t>
            </a:fld>
            <a:endParaRPr lang="en-US" altLang="en-US" sz="1200"/>
          </a:p>
        </p:txBody>
      </p:sp>
      <p:sp>
        <p:nvSpPr>
          <p:cNvPr id="68611" name="Rectangle 2">
            <a:extLst>
              <a:ext uri="{FF2B5EF4-FFF2-40B4-BE49-F238E27FC236}">
                <a16:creationId xmlns:a16="http://schemas.microsoft.com/office/drawing/2014/main" id="{0FD94D98-228E-4590-AB0E-4F39C51A4E87}"/>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669381B2-1828-7C8F-905D-5A2BB9A2572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EBB9CFAF-4D4B-B543-CE79-569EBD5A6BC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9000" eaLnBrk="0" hangingPunct="0">
              <a:defRPr sz="2400">
                <a:solidFill>
                  <a:schemeClr val="tx1"/>
                </a:solidFill>
                <a:latin typeface="Times New Roman" panose="02020603050405020304" pitchFamily="18" charset="0"/>
              </a:defRPr>
            </a:lvl1pPr>
            <a:lvl2pPr marL="742950" indent="-285750" defTabSz="889000" eaLnBrk="0" hangingPunct="0">
              <a:defRPr sz="2400">
                <a:solidFill>
                  <a:schemeClr val="tx1"/>
                </a:solidFill>
                <a:latin typeface="Times New Roman" panose="02020603050405020304" pitchFamily="18" charset="0"/>
              </a:defRPr>
            </a:lvl2pPr>
            <a:lvl3pPr marL="1143000" indent="-228600" defTabSz="889000" eaLnBrk="0" hangingPunct="0">
              <a:defRPr sz="2400">
                <a:solidFill>
                  <a:schemeClr val="tx1"/>
                </a:solidFill>
                <a:latin typeface="Times New Roman" panose="02020603050405020304" pitchFamily="18" charset="0"/>
              </a:defRPr>
            </a:lvl3pPr>
            <a:lvl4pPr marL="1600200" indent="-228600" defTabSz="889000" eaLnBrk="0" hangingPunct="0">
              <a:defRPr sz="2400">
                <a:solidFill>
                  <a:schemeClr val="tx1"/>
                </a:solidFill>
                <a:latin typeface="Times New Roman" panose="02020603050405020304" pitchFamily="18" charset="0"/>
              </a:defRPr>
            </a:lvl4pPr>
            <a:lvl5pPr marL="2057400" indent="-228600" defTabSz="889000" eaLnBrk="0" hangingPunct="0">
              <a:defRPr sz="2400">
                <a:solidFill>
                  <a:schemeClr val="tx1"/>
                </a:solidFill>
                <a:latin typeface="Times New Roman" panose="02020603050405020304" pitchFamily="18" charset="0"/>
              </a:defRPr>
            </a:lvl5pPr>
            <a:lvl6pPr marL="2514600" indent="-228600" defTabSz="889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889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889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8890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3869ED16-3C43-4E50-AD91-D5B94EFAC0B1}" type="slidenum">
              <a:rPr lang="en-US" altLang="en-US" sz="1200"/>
              <a:pPr eaLnBrk="1" hangingPunct="1"/>
              <a:t>38</a:t>
            </a:fld>
            <a:endParaRPr lang="en-US" altLang="en-US" sz="1200"/>
          </a:p>
        </p:txBody>
      </p:sp>
      <p:sp>
        <p:nvSpPr>
          <p:cNvPr id="69635" name="Rectangle 2">
            <a:extLst>
              <a:ext uri="{FF2B5EF4-FFF2-40B4-BE49-F238E27FC236}">
                <a16:creationId xmlns:a16="http://schemas.microsoft.com/office/drawing/2014/main" id="{022A186A-1F7B-B0BA-3187-B6D72EC8D1CA}"/>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670101D6-718B-802B-CE96-2A1D48338F0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3E2D8BBA-28F1-73B4-545A-CC07577DEF9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9000" eaLnBrk="0" hangingPunct="0">
              <a:defRPr sz="2400">
                <a:solidFill>
                  <a:schemeClr val="tx1"/>
                </a:solidFill>
                <a:latin typeface="Times New Roman" panose="02020603050405020304" pitchFamily="18" charset="0"/>
              </a:defRPr>
            </a:lvl1pPr>
            <a:lvl2pPr marL="742950" indent="-285750" defTabSz="889000" eaLnBrk="0" hangingPunct="0">
              <a:defRPr sz="2400">
                <a:solidFill>
                  <a:schemeClr val="tx1"/>
                </a:solidFill>
                <a:latin typeface="Times New Roman" panose="02020603050405020304" pitchFamily="18" charset="0"/>
              </a:defRPr>
            </a:lvl2pPr>
            <a:lvl3pPr marL="1143000" indent="-228600" defTabSz="889000" eaLnBrk="0" hangingPunct="0">
              <a:defRPr sz="2400">
                <a:solidFill>
                  <a:schemeClr val="tx1"/>
                </a:solidFill>
                <a:latin typeface="Times New Roman" panose="02020603050405020304" pitchFamily="18" charset="0"/>
              </a:defRPr>
            </a:lvl3pPr>
            <a:lvl4pPr marL="1600200" indent="-228600" defTabSz="889000" eaLnBrk="0" hangingPunct="0">
              <a:defRPr sz="2400">
                <a:solidFill>
                  <a:schemeClr val="tx1"/>
                </a:solidFill>
                <a:latin typeface="Times New Roman" panose="02020603050405020304" pitchFamily="18" charset="0"/>
              </a:defRPr>
            </a:lvl4pPr>
            <a:lvl5pPr marL="2057400" indent="-228600" defTabSz="889000" eaLnBrk="0" hangingPunct="0">
              <a:defRPr sz="2400">
                <a:solidFill>
                  <a:schemeClr val="tx1"/>
                </a:solidFill>
                <a:latin typeface="Times New Roman" panose="02020603050405020304" pitchFamily="18" charset="0"/>
              </a:defRPr>
            </a:lvl5pPr>
            <a:lvl6pPr marL="2514600" indent="-228600" defTabSz="889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889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889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8890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4CD81342-97F4-480D-B61C-23D8A38B3892}" type="slidenum">
              <a:rPr lang="en-US" altLang="en-US" sz="1200"/>
              <a:pPr eaLnBrk="1" hangingPunct="1"/>
              <a:t>39</a:t>
            </a:fld>
            <a:endParaRPr lang="en-US" altLang="en-US" sz="1200"/>
          </a:p>
        </p:txBody>
      </p:sp>
      <p:sp>
        <p:nvSpPr>
          <p:cNvPr id="70659" name="Rectangle 2">
            <a:extLst>
              <a:ext uri="{FF2B5EF4-FFF2-40B4-BE49-F238E27FC236}">
                <a16:creationId xmlns:a16="http://schemas.microsoft.com/office/drawing/2014/main" id="{58F26960-0296-4223-10B7-A579766A548A}"/>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9EB48932-5A96-A26C-4F88-CC79C1F395C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A3106AE3-B0BA-76B6-172D-865460368700}"/>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CEA59D6F-ADA5-E99E-5D6B-7D8F060CEDF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AB2C9C0-8914-0B3A-84FA-D109D7101202}"/>
              </a:ext>
            </a:extLst>
          </p:cNvPr>
          <p:cNvSpPr>
            <a:spLocks noGrp="1"/>
          </p:cNvSpPr>
          <p:nvPr>
            <p:ph type="sldNum" sz="quarter" idx="12"/>
          </p:nvPr>
        </p:nvSpPr>
        <p:spPr/>
        <p:txBody>
          <a:bodyPr/>
          <a:lstStyle>
            <a:lvl1pPr>
              <a:defRPr/>
            </a:lvl1pPr>
          </a:lstStyle>
          <a:p>
            <a:fld id="{1D1D503C-A346-4424-83AB-89A3B1762149}" type="slidenum">
              <a:rPr lang="en-US" altLang="en-US"/>
              <a:pPr/>
              <a:t>‹#›</a:t>
            </a:fld>
            <a:endParaRPr lang="en-US" altLang="en-US"/>
          </a:p>
        </p:txBody>
      </p:sp>
    </p:spTree>
    <p:extLst>
      <p:ext uri="{BB962C8B-B14F-4D97-AF65-F5344CB8AC3E}">
        <p14:creationId xmlns:p14="http://schemas.microsoft.com/office/powerpoint/2010/main" val="4874721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4D06A2-F766-5661-882E-48066B642F2E}"/>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28782FA2-4AA3-6227-80FE-8858EC74FA9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337D40E-935F-BEBD-664B-A8F56DFF273D}"/>
              </a:ext>
            </a:extLst>
          </p:cNvPr>
          <p:cNvSpPr>
            <a:spLocks noGrp="1"/>
          </p:cNvSpPr>
          <p:nvPr>
            <p:ph type="sldNum" sz="quarter" idx="12"/>
          </p:nvPr>
        </p:nvSpPr>
        <p:spPr/>
        <p:txBody>
          <a:bodyPr/>
          <a:lstStyle>
            <a:lvl1pPr>
              <a:defRPr/>
            </a:lvl1pPr>
          </a:lstStyle>
          <a:p>
            <a:fld id="{74BE838C-4C36-4704-BF66-83F343A284D0}" type="slidenum">
              <a:rPr lang="en-US" altLang="en-US"/>
              <a:pPr/>
              <a:t>‹#›</a:t>
            </a:fld>
            <a:endParaRPr lang="en-US" altLang="en-US"/>
          </a:p>
        </p:txBody>
      </p:sp>
    </p:spTree>
    <p:extLst>
      <p:ext uri="{BB962C8B-B14F-4D97-AF65-F5344CB8AC3E}">
        <p14:creationId xmlns:p14="http://schemas.microsoft.com/office/powerpoint/2010/main" val="2429343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3D4255-251C-FAFA-3342-5620A54C9AEC}"/>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5BBFF497-61EE-6EB8-63BC-36CABFABAFB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9AE356B-CFEE-0CD6-8AE6-757AB02A29C8}"/>
              </a:ext>
            </a:extLst>
          </p:cNvPr>
          <p:cNvSpPr>
            <a:spLocks noGrp="1"/>
          </p:cNvSpPr>
          <p:nvPr>
            <p:ph type="sldNum" sz="quarter" idx="12"/>
          </p:nvPr>
        </p:nvSpPr>
        <p:spPr/>
        <p:txBody>
          <a:bodyPr/>
          <a:lstStyle>
            <a:lvl1pPr>
              <a:defRPr/>
            </a:lvl1pPr>
          </a:lstStyle>
          <a:p>
            <a:fld id="{1A63F327-BFBB-4A48-BF32-5CC9377D0335}" type="slidenum">
              <a:rPr lang="en-US" altLang="en-US"/>
              <a:pPr/>
              <a:t>‹#›</a:t>
            </a:fld>
            <a:endParaRPr lang="en-US" altLang="en-US"/>
          </a:p>
        </p:txBody>
      </p:sp>
    </p:spTree>
    <p:extLst>
      <p:ext uri="{BB962C8B-B14F-4D97-AF65-F5344CB8AC3E}">
        <p14:creationId xmlns:p14="http://schemas.microsoft.com/office/powerpoint/2010/main" val="1294942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8CA5CAE2-008D-0983-8F90-F08C10F55755}"/>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DAD1CBC0-3C61-D1BE-86B5-42219EF84ED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D4B778D9-1F40-456A-F58C-948C58F47A5E}"/>
              </a:ext>
            </a:extLst>
          </p:cNvPr>
          <p:cNvSpPr>
            <a:spLocks noGrp="1"/>
          </p:cNvSpPr>
          <p:nvPr>
            <p:ph type="sldNum" sz="quarter" idx="12"/>
          </p:nvPr>
        </p:nvSpPr>
        <p:spPr/>
        <p:txBody>
          <a:bodyPr/>
          <a:lstStyle>
            <a:lvl1pPr>
              <a:defRPr/>
            </a:lvl1pPr>
          </a:lstStyle>
          <a:p>
            <a:fld id="{92013571-60D9-459B-A17A-22A3EB35D6E5}" type="slidenum">
              <a:rPr lang="en-US" altLang="en-US"/>
              <a:pPr/>
              <a:t>‹#›</a:t>
            </a:fld>
            <a:endParaRPr lang="en-US" altLang="en-US"/>
          </a:p>
        </p:txBody>
      </p:sp>
    </p:spTree>
    <p:extLst>
      <p:ext uri="{BB962C8B-B14F-4D97-AF65-F5344CB8AC3E}">
        <p14:creationId xmlns:p14="http://schemas.microsoft.com/office/powerpoint/2010/main" val="40570732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B2DC5602-8886-A8B6-E609-3A7E912437C9}"/>
              </a:ext>
            </a:extLst>
          </p:cNvPr>
          <p:cNvSpPr>
            <a:spLocks noGrp="1"/>
          </p:cNvSpPr>
          <p:nvPr>
            <p:ph type="dt" sz="half" idx="10"/>
          </p:nvPr>
        </p:nvSpPr>
        <p:spPr/>
        <p:txBody>
          <a:bodyPr/>
          <a:lstStyle>
            <a:lvl1pPr>
              <a:defRPr/>
            </a:lvl1pPr>
          </a:lstStyle>
          <a:p>
            <a:pPr>
              <a:defRPr/>
            </a:pPr>
            <a:endParaRPr lang="en-US"/>
          </a:p>
        </p:txBody>
      </p:sp>
      <p:sp>
        <p:nvSpPr>
          <p:cNvPr id="8" name="Footer Placeholder 4">
            <a:extLst>
              <a:ext uri="{FF2B5EF4-FFF2-40B4-BE49-F238E27FC236}">
                <a16:creationId xmlns:a16="http://schemas.microsoft.com/office/drawing/2014/main" id="{C99DE132-CC01-3DD1-578D-E0B8BD44895F}"/>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3F1403F7-976B-5A8B-7130-93644EF6BFCF}"/>
              </a:ext>
            </a:extLst>
          </p:cNvPr>
          <p:cNvSpPr>
            <a:spLocks noGrp="1"/>
          </p:cNvSpPr>
          <p:nvPr>
            <p:ph type="sldNum" sz="quarter" idx="12"/>
          </p:nvPr>
        </p:nvSpPr>
        <p:spPr/>
        <p:txBody>
          <a:bodyPr/>
          <a:lstStyle>
            <a:lvl1pPr>
              <a:defRPr/>
            </a:lvl1pPr>
          </a:lstStyle>
          <a:p>
            <a:fld id="{85F2D2B9-6AA0-4421-A08D-C9360CFD978A}" type="slidenum">
              <a:rPr lang="en-US" altLang="en-US"/>
              <a:pPr/>
              <a:t>‹#›</a:t>
            </a:fld>
            <a:endParaRPr lang="en-US" altLang="en-US"/>
          </a:p>
        </p:txBody>
      </p:sp>
    </p:spTree>
    <p:extLst>
      <p:ext uri="{BB962C8B-B14F-4D97-AF65-F5344CB8AC3E}">
        <p14:creationId xmlns:p14="http://schemas.microsoft.com/office/powerpoint/2010/main" val="1748099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04D3BD47-9B03-6AE3-8DF9-27FB90236688}"/>
              </a:ext>
            </a:extLst>
          </p:cNvPr>
          <p:cNvSpPr>
            <a:spLocks noGrp="1"/>
          </p:cNvSpPr>
          <p:nvPr>
            <p:ph type="dt" sz="half" idx="10"/>
          </p:nvPr>
        </p:nvSpPr>
        <p:spPr/>
        <p:txBody>
          <a:bodyPr/>
          <a:lstStyle>
            <a:lvl1pPr>
              <a:defRPr/>
            </a:lvl1pPr>
          </a:lstStyle>
          <a:p>
            <a:pPr>
              <a:defRPr/>
            </a:pPr>
            <a:endParaRPr lang="en-US"/>
          </a:p>
        </p:txBody>
      </p:sp>
      <p:sp>
        <p:nvSpPr>
          <p:cNvPr id="4" name="Footer Placeholder 4">
            <a:extLst>
              <a:ext uri="{FF2B5EF4-FFF2-40B4-BE49-F238E27FC236}">
                <a16:creationId xmlns:a16="http://schemas.microsoft.com/office/drawing/2014/main" id="{BD112E8D-B75F-2E09-B272-7BB9390F7615}"/>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5F80F236-6949-BDE7-3D2A-B34B25273FA0}"/>
              </a:ext>
            </a:extLst>
          </p:cNvPr>
          <p:cNvSpPr>
            <a:spLocks noGrp="1"/>
          </p:cNvSpPr>
          <p:nvPr>
            <p:ph type="sldNum" sz="quarter" idx="12"/>
          </p:nvPr>
        </p:nvSpPr>
        <p:spPr/>
        <p:txBody>
          <a:bodyPr/>
          <a:lstStyle>
            <a:lvl1pPr>
              <a:defRPr/>
            </a:lvl1pPr>
          </a:lstStyle>
          <a:p>
            <a:fld id="{AD00CDDC-49D2-4FDE-A5ED-5D6FA02E1B02}" type="slidenum">
              <a:rPr lang="en-US" altLang="en-US"/>
              <a:pPr/>
              <a:t>‹#›</a:t>
            </a:fld>
            <a:endParaRPr lang="en-US" altLang="en-US"/>
          </a:p>
        </p:txBody>
      </p:sp>
    </p:spTree>
    <p:extLst>
      <p:ext uri="{BB962C8B-B14F-4D97-AF65-F5344CB8AC3E}">
        <p14:creationId xmlns:p14="http://schemas.microsoft.com/office/powerpoint/2010/main" val="603839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392E689A-D0B1-128C-4FE5-4AD5844AED30}"/>
              </a:ext>
            </a:extLst>
          </p:cNvPr>
          <p:cNvSpPr>
            <a:spLocks noGrp="1"/>
          </p:cNvSpPr>
          <p:nvPr>
            <p:ph type="dt" sz="half" idx="10"/>
          </p:nvPr>
        </p:nvSpPr>
        <p:spPr/>
        <p:txBody>
          <a:bodyPr/>
          <a:lstStyle>
            <a:lvl1pPr>
              <a:defRPr/>
            </a:lvl1pPr>
          </a:lstStyle>
          <a:p>
            <a:pPr>
              <a:defRPr/>
            </a:pPr>
            <a:endParaRPr lang="en-US"/>
          </a:p>
        </p:txBody>
      </p:sp>
      <p:sp>
        <p:nvSpPr>
          <p:cNvPr id="3" name="Footer Placeholder 4">
            <a:extLst>
              <a:ext uri="{FF2B5EF4-FFF2-40B4-BE49-F238E27FC236}">
                <a16:creationId xmlns:a16="http://schemas.microsoft.com/office/drawing/2014/main" id="{6EE7E3BD-6B4B-2D3E-222F-6FB1C3793F4B}"/>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2C4F65E5-9CA1-93C1-9BCB-41AFEE4D5307}"/>
              </a:ext>
            </a:extLst>
          </p:cNvPr>
          <p:cNvSpPr>
            <a:spLocks noGrp="1"/>
          </p:cNvSpPr>
          <p:nvPr>
            <p:ph type="sldNum" sz="quarter" idx="12"/>
          </p:nvPr>
        </p:nvSpPr>
        <p:spPr/>
        <p:txBody>
          <a:bodyPr/>
          <a:lstStyle>
            <a:lvl1pPr>
              <a:defRPr/>
            </a:lvl1pPr>
          </a:lstStyle>
          <a:p>
            <a:fld id="{F6AFCDC5-E8C6-4F4F-8C96-E480B80C4EBB}" type="slidenum">
              <a:rPr lang="en-US" altLang="en-US"/>
              <a:pPr/>
              <a:t>‹#›</a:t>
            </a:fld>
            <a:endParaRPr lang="en-US" altLang="en-US"/>
          </a:p>
        </p:txBody>
      </p:sp>
    </p:spTree>
    <p:extLst>
      <p:ext uri="{BB962C8B-B14F-4D97-AF65-F5344CB8AC3E}">
        <p14:creationId xmlns:p14="http://schemas.microsoft.com/office/powerpoint/2010/main" val="32049653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C505CFDC-EC50-AE80-6A3B-F611F6ED31FB}"/>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F0F030A4-2B13-B0C8-C72D-78E76D950E5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EA3B8DD-A290-74F0-6067-1BB74C56CD72}"/>
              </a:ext>
            </a:extLst>
          </p:cNvPr>
          <p:cNvSpPr>
            <a:spLocks noGrp="1"/>
          </p:cNvSpPr>
          <p:nvPr>
            <p:ph type="sldNum" sz="quarter" idx="12"/>
          </p:nvPr>
        </p:nvSpPr>
        <p:spPr/>
        <p:txBody>
          <a:bodyPr/>
          <a:lstStyle>
            <a:lvl1pPr>
              <a:defRPr/>
            </a:lvl1pPr>
          </a:lstStyle>
          <a:p>
            <a:fld id="{1F5F3397-E226-4271-8EB3-2750F8A8D3A5}" type="slidenum">
              <a:rPr lang="en-US" altLang="en-US"/>
              <a:pPr/>
              <a:t>‹#›</a:t>
            </a:fld>
            <a:endParaRPr lang="en-US" altLang="en-US"/>
          </a:p>
        </p:txBody>
      </p:sp>
    </p:spTree>
    <p:extLst>
      <p:ext uri="{BB962C8B-B14F-4D97-AF65-F5344CB8AC3E}">
        <p14:creationId xmlns:p14="http://schemas.microsoft.com/office/powerpoint/2010/main" val="29211886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97D1DFD1-520D-693E-E6CB-18AD7493CD84}"/>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A9FAFEA9-C474-AA3A-F0D3-A4E4C8AE8F66}"/>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FE45FED-1C22-7625-2D91-DDCB88CCC627}"/>
              </a:ext>
            </a:extLst>
          </p:cNvPr>
          <p:cNvSpPr>
            <a:spLocks noGrp="1"/>
          </p:cNvSpPr>
          <p:nvPr>
            <p:ph type="sldNum" sz="quarter" idx="12"/>
          </p:nvPr>
        </p:nvSpPr>
        <p:spPr/>
        <p:txBody>
          <a:bodyPr/>
          <a:lstStyle>
            <a:lvl1pPr>
              <a:defRPr/>
            </a:lvl1pPr>
          </a:lstStyle>
          <a:p>
            <a:fld id="{E7D36ECD-42A5-41CE-8DAB-EACCAFBB3D0E}" type="slidenum">
              <a:rPr lang="en-US" altLang="en-US"/>
              <a:pPr/>
              <a:t>‹#›</a:t>
            </a:fld>
            <a:endParaRPr lang="en-US" altLang="en-US"/>
          </a:p>
        </p:txBody>
      </p:sp>
    </p:spTree>
    <p:extLst>
      <p:ext uri="{BB962C8B-B14F-4D97-AF65-F5344CB8AC3E}">
        <p14:creationId xmlns:p14="http://schemas.microsoft.com/office/powerpoint/2010/main" val="578797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E06543-176D-7AA5-EDFA-4CF6180F9CD5}"/>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3785DEDF-CDEB-4DD5-77AC-AF29F02BF71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3263FBE-70EC-8AF2-D9D6-63B728A07195}"/>
              </a:ext>
            </a:extLst>
          </p:cNvPr>
          <p:cNvSpPr>
            <a:spLocks noGrp="1"/>
          </p:cNvSpPr>
          <p:nvPr>
            <p:ph type="sldNum" sz="quarter" idx="12"/>
          </p:nvPr>
        </p:nvSpPr>
        <p:spPr/>
        <p:txBody>
          <a:bodyPr/>
          <a:lstStyle>
            <a:lvl1pPr>
              <a:defRPr/>
            </a:lvl1pPr>
          </a:lstStyle>
          <a:p>
            <a:fld id="{8A7D51F3-DC22-417E-BF65-B3D70F96478E}" type="slidenum">
              <a:rPr lang="en-US" altLang="en-US"/>
              <a:pPr/>
              <a:t>‹#›</a:t>
            </a:fld>
            <a:endParaRPr lang="en-US" altLang="en-US"/>
          </a:p>
        </p:txBody>
      </p:sp>
    </p:spTree>
    <p:extLst>
      <p:ext uri="{BB962C8B-B14F-4D97-AF65-F5344CB8AC3E}">
        <p14:creationId xmlns:p14="http://schemas.microsoft.com/office/powerpoint/2010/main" val="3299309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8BB643-B807-145E-415C-5C7BBFB50F5E}"/>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151C2D42-986C-A1D6-300B-A1DABE68F13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C381721-5B42-39DB-E856-A867CF5A80B0}"/>
              </a:ext>
            </a:extLst>
          </p:cNvPr>
          <p:cNvSpPr>
            <a:spLocks noGrp="1"/>
          </p:cNvSpPr>
          <p:nvPr>
            <p:ph type="sldNum" sz="quarter" idx="12"/>
          </p:nvPr>
        </p:nvSpPr>
        <p:spPr/>
        <p:txBody>
          <a:bodyPr/>
          <a:lstStyle>
            <a:lvl1pPr>
              <a:defRPr/>
            </a:lvl1pPr>
          </a:lstStyle>
          <a:p>
            <a:fld id="{6B0840D0-A3EE-4024-AE8E-BC0DCD7D48C8}" type="slidenum">
              <a:rPr lang="en-US" altLang="en-US"/>
              <a:pPr/>
              <a:t>‹#›</a:t>
            </a:fld>
            <a:endParaRPr lang="en-US" altLang="en-US"/>
          </a:p>
        </p:txBody>
      </p:sp>
    </p:spTree>
    <p:extLst>
      <p:ext uri="{BB962C8B-B14F-4D97-AF65-F5344CB8AC3E}">
        <p14:creationId xmlns:p14="http://schemas.microsoft.com/office/powerpoint/2010/main" val="11306479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76E5D963-FDFF-0120-4084-FCE79EF57385}"/>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a:extLst>
              <a:ext uri="{FF2B5EF4-FFF2-40B4-BE49-F238E27FC236}">
                <a16:creationId xmlns:a16="http://schemas.microsoft.com/office/drawing/2014/main" id="{58553157-9FDD-58D5-8B1E-99FC485D696D}"/>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A3BD4CF5-B3AE-232B-9B17-13380A078433}"/>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charset="0"/>
              </a:defRPr>
            </a:lvl1pPr>
          </a:lstStyle>
          <a:p>
            <a:pPr>
              <a:defRPr/>
            </a:pPr>
            <a:endParaRPr lang="en-US"/>
          </a:p>
        </p:txBody>
      </p:sp>
      <p:sp>
        <p:nvSpPr>
          <p:cNvPr id="5" name="Footer Placeholder 4">
            <a:extLst>
              <a:ext uri="{FF2B5EF4-FFF2-40B4-BE49-F238E27FC236}">
                <a16:creationId xmlns:a16="http://schemas.microsoft.com/office/drawing/2014/main" id="{2C5DBD34-2227-16A2-2052-C829DB556E69}"/>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charset="0"/>
              </a:defRPr>
            </a:lvl1pPr>
          </a:lstStyle>
          <a:p>
            <a:pPr>
              <a:defRPr/>
            </a:pPr>
            <a:endParaRPr lang="en-US"/>
          </a:p>
        </p:txBody>
      </p:sp>
      <p:sp>
        <p:nvSpPr>
          <p:cNvPr id="6" name="Slide Number Placeholder 5">
            <a:extLst>
              <a:ext uri="{FF2B5EF4-FFF2-40B4-BE49-F238E27FC236}">
                <a16:creationId xmlns:a16="http://schemas.microsoft.com/office/drawing/2014/main" id="{81BFEE78-6D1B-CD22-4BB4-FB2280E6DB46}"/>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DFFC124F-B7E4-4CB5-87A6-7DF07708EA73}" type="slidenum">
              <a:rPr lang="en-US" altLang="en-US"/>
              <a:pPr/>
              <a:t>‹#›</a:t>
            </a:fld>
            <a:endParaRPr lang="en-US" altLang="en-US"/>
          </a:p>
        </p:txBody>
      </p:sp>
      <p:sp>
        <p:nvSpPr>
          <p:cNvPr id="1031" name="AutoShape 5">
            <a:extLst>
              <a:ext uri="{FF2B5EF4-FFF2-40B4-BE49-F238E27FC236}">
                <a16:creationId xmlns:a16="http://schemas.microsoft.com/office/drawing/2014/main" id="{72C193EE-640A-ADB7-77DE-190F08D995E2}"/>
              </a:ext>
            </a:extLst>
          </p:cNvPr>
          <p:cNvSpPr>
            <a:spLocks noChangeArrowheads="1"/>
          </p:cNvSpPr>
          <p:nvPr userDrawn="1"/>
        </p:nvSpPr>
        <p:spPr bwMode="auto">
          <a:xfrm>
            <a:off x="762000" y="762000"/>
            <a:ext cx="6858000" cy="381000"/>
          </a:xfrm>
          <a:prstGeom prst="roundRect">
            <a:avLst>
              <a:gd name="adj" fmla="val 50000"/>
            </a:avLst>
          </a:prstGeom>
          <a:solidFill>
            <a:schemeClr val="bg1"/>
          </a:solidFill>
          <a:ln w="9525">
            <a:noFill/>
            <a:round/>
            <a:headEnd/>
            <a:tailEnd/>
          </a:ln>
          <a:effectLst/>
        </p:spPr>
        <p:txBody>
          <a:bodyPr wrap="none" anchor="ctr"/>
          <a:lstStyle/>
          <a:p>
            <a:pPr algn="ctr">
              <a:defRPr/>
            </a:pPr>
            <a:endParaRPr kumimoji="1" lang="en-US"/>
          </a:p>
        </p:txBody>
      </p:sp>
    </p:spTree>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22.png"/><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21.emf"/><Relationship Id="rId5" Type="http://schemas.openxmlformats.org/officeDocument/2006/relationships/oleObject" Target="../embeddings/oleObject2.bin"/><Relationship Id="rId4" Type="http://schemas.openxmlformats.org/officeDocument/2006/relationships/image" Target="../media/image20.emf"/></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5" name="Rectangle 1033">
            <a:extLst>
              <a:ext uri="{FF2B5EF4-FFF2-40B4-BE49-F238E27FC236}">
                <a16:creationId xmlns:a16="http://schemas.microsoft.com/office/drawing/2014/main" id="{83F10859-6B08-50FA-D829-33C5AB038F41}"/>
              </a:ext>
            </a:extLst>
          </p:cNvPr>
          <p:cNvSpPr>
            <a:spLocks noChangeArrowheads="1"/>
          </p:cNvSpPr>
          <p:nvPr/>
        </p:nvSpPr>
        <p:spPr bwMode="auto">
          <a:xfrm>
            <a:off x="1981200" y="4343400"/>
            <a:ext cx="5562600" cy="2286000"/>
          </a:xfrm>
          <a:prstGeom prst="rect">
            <a:avLst/>
          </a:prstGeom>
          <a:noFill/>
          <a:ln>
            <a:noFill/>
          </a:ln>
          <a:effectLst/>
        </p:spPr>
        <p:txBody>
          <a:bodyPr anchor="ctr"/>
          <a:lstStyle/>
          <a:p>
            <a:pPr algn="ctr">
              <a:lnSpc>
                <a:spcPct val="90000"/>
              </a:lnSpc>
              <a:defRPr/>
            </a:pPr>
            <a:br>
              <a:rPr lang="en-US" altLang="zh-TW" sz="3600" dirty="0">
                <a:solidFill>
                  <a:srgbClr val="FFFF99"/>
                </a:solidFill>
                <a:effectLst>
                  <a:outerShdw blurRad="38100" dist="38100" dir="2700000" algn="tl">
                    <a:srgbClr val="C0C0C0"/>
                  </a:outerShdw>
                </a:effectLst>
                <a:latin typeface="Arial" charset="0"/>
              </a:rPr>
            </a:br>
            <a:br>
              <a:rPr lang="en-US" altLang="zh-TW" sz="3600" dirty="0">
                <a:solidFill>
                  <a:srgbClr val="FFFF99"/>
                </a:solidFill>
                <a:effectLst>
                  <a:outerShdw blurRad="38100" dist="38100" dir="2700000" algn="tl">
                    <a:srgbClr val="C0C0C0"/>
                  </a:outerShdw>
                </a:effectLst>
                <a:latin typeface="Arial" charset="0"/>
              </a:rPr>
            </a:br>
            <a:r>
              <a:rPr lang="en-US" altLang="zh-TW" sz="3600" b="1" dirty="0">
                <a:effectLst>
                  <a:outerShdw blurRad="38100" dist="38100" dir="2700000" algn="tl">
                    <a:srgbClr val="C0C0C0"/>
                  </a:outerShdw>
                </a:effectLst>
                <a:latin typeface="Arial" charset="0"/>
              </a:rPr>
              <a:t>Ethernet</a:t>
            </a:r>
            <a:br>
              <a:rPr lang="en-US" altLang="zh-TW" sz="3600" b="1" dirty="0">
                <a:effectLst>
                  <a:outerShdw blurRad="38100" dist="38100" dir="2700000" algn="tl">
                    <a:srgbClr val="C0C0C0"/>
                  </a:outerShdw>
                </a:effectLst>
                <a:latin typeface="Arial" charset="0"/>
              </a:rPr>
            </a:br>
            <a:br>
              <a:rPr lang="en-US" altLang="zh-TW" sz="800" b="1" dirty="0">
                <a:effectLst>
                  <a:outerShdw blurRad="38100" dist="38100" dir="2700000" algn="tl">
                    <a:srgbClr val="C0C0C0"/>
                  </a:outerShdw>
                </a:effectLst>
                <a:latin typeface="Arial" charset="0"/>
              </a:rPr>
            </a:br>
            <a:r>
              <a:rPr lang="en-US" altLang="zh-TW" sz="2800" b="1" dirty="0">
                <a:effectLst>
                  <a:outerShdw blurRad="38100" dist="38100" dir="2700000" algn="tl">
                    <a:srgbClr val="C0C0C0"/>
                  </a:outerShdw>
                </a:effectLst>
                <a:latin typeface="Arial" charset="0"/>
              </a:rPr>
              <a:t>A Case study of</a:t>
            </a:r>
            <a:r>
              <a:rPr lang="en-US" altLang="zh-TW" sz="2800" dirty="0">
                <a:effectLst>
                  <a:outerShdw blurRad="38100" dist="38100" dir="2700000" algn="tl">
                    <a:srgbClr val="C0C0C0"/>
                  </a:outerShdw>
                </a:effectLst>
                <a:latin typeface="Arial" charset="0"/>
              </a:rPr>
              <a:t> </a:t>
            </a:r>
            <a:r>
              <a:rPr lang="en-US" altLang="zh-TW" sz="2800" b="1" dirty="0">
                <a:effectLst>
                  <a:outerShdw blurRad="38100" dist="38100" dir="2700000" algn="tl">
                    <a:srgbClr val="C0C0C0"/>
                  </a:outerShdw>
                </a:effectLst>
                <a:latin typeface="Arial" charset="0"/>
              </a:rPr>
              <a:t>Physical and Data Link Layer </a:t>
            </a:r>
            <a:br>
              <a:rPr lang="en-US" altLang="zh-TW" sz="2800" b="1" dirty="0">
                <a:effectLst>
                  <a:outerShdw blurRad="38100" dist="38100" dir="2700000" algn="tl">
                    <a:srgbClr val="C0C0C0"/>
                  </a:outerShdw>
                </a:effectLst>
                <a:latin typeface="Arial" charset="0"/>
              </a:rPr>
            </a:br>
            <a:br>
              <a:rPr lang="en-US" altLang="zh-TW" sz="3600" b="1" dirty="0">
                <a:effectLst>
                  <a:outerShdw blurRad="38100" dist="38100" dir="2700000" algn="tl">
                    <a:srgbClr val="C0C0C0"/>
                  </a:outerShdw>
                </a:effectLst>
                <a:latin typeface="Arial" charset="0"/>
              </a:rPr>
            </a:br>
            <a:br>
              <a:rPr lang="en-US" altLang="zh-TW" sz="700" dirty="0">
                <a:effectLst>
                  <a:outerShdw blurRad="38100" dist="38100" dir="2700000" algn="tl">
                    <a:srgbClr val="C0C0C0"/>
                  </a:outerShdw>
                </a:effectLst>
                <a:latin typeface="Arial" charset="0"/>
              </a:rPr>
            </a:br>
            <a:br>
              <a:rPr lang="en-US" altLang="zh-TW" sz="700" dirty="0">
                <a:effectLst>
                  <a:outerShdw blurRad="38100" dist="38100" dir="2700000" algn="tl">
                    <a:srgbClr val="C0C0C0"/>
                  </a:outerShdw>
                </a:effectLst>
                <a:latin typeface="Arial" charset="0"/>
              </a:rPr>
            </a:br>
            <a:endParaRPr lang="en-US" altLang="zh-TW" sz="700" dirty="0">
              <a:effectLst>
                <a:outerShdw blurRad="38100" dist="38100" dir="2700000" algn="tl">
                  <a:srgbClr val="C0C0C0"/>
                </a:outerShdw>
              </a:effectLst>
              <a:latin typeface="Arial" charset="0"/>
            </a:endParaRPr>
          </a:p>
        </p:txBody>
      </p:sp>
      <p:pic>
        <p:nvPicPr>
          <p:cNvPr id="3076" name="Picture 1034" descr="fig44">
            <a:extLst>
              <a:ext uri="{FF2B5EF4-FFF2-40B4-BE49-F238E27FC236}">
                <a16:creationId xmlns:a16="http://schemas.microsoft.com/office/drawing/2014/main" id="{21A8D47D-92E6-C55C-471E-66FAFEB464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371600"/>
            <a:ext cx="5715000" cy="341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ext Box 9">
            <a:extLst>
              <a:ext uri="{FF2B5EF4-FFF2-40B4-BE49-F238E27FC236}">
                <a16:creationId xmlns:a16="http://schemas.microsoft.com/office/drawing/2014/main" id="{80AEBD9B-86D5-CFDB-9F8F-684CD0733910}"/>
              </a:ext>
            </a:extLst>
          </p:cNvPr>
          <p:cNvSpPr txBox="1">
            <a:spLocks noChangeArrowheads="1"/>
          </p:cNvSpPr>
          <p:nvPr/>
        </p:nvSpPr>
        <p:spPr bwMode="auto">
          <a:xfrm>
            <a:off x="1042988" y="285750"/>
            <a:ext cx="73866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800" b="1">
                <a:latin typeface="Arial" panose="020B0604020202020204" pitchFamily="34" charset="0"/>
              </a:rPr>
              <a:t>Origin of Ethernet </a:t>
            </a:r>
            <a:endParaRPr lang="en-US" altLang="en-US" sz="2800">
              <a:latin typeface="Arial" panose="020B0604020202020204" pitchFamily="34" charset="0"/>
            </a:endParaRPr>
          </a:p>
        </p:txBody>
      </p:sp>
      <p:sp>
        <p:nvSpPr>
          <p:cNvPr id="6148" name="Text Box 10">
            <a:extLst>
              <a:ext uri="{FF2B5EF4-FFF2-40B4-BE49-F238E27FC236}">
                <a16:creationId xmlns:a16="http://schemas.microsoft.com/office/drawing/2014/main" id="{D6E77270-89CB-7AC2-6624-D93533F99E35}"/>
              </a:ext>
            </a:extLst>
          </p:cNvPr>
          <p:cNvSpPr txBox="1">
            <a:spLocks noChangeArrowheads="1"/>
          </p:cNvSpPr>
          <p:nvPr/>
        </p:nvSpPr>
        <p:spPr bwMode="auto">
          <a:xfrm>
            <a:off x="609600" y="1071563"/>
            <a:ext cx="7848600" cy="5170487"/>
          </a:xfrm>
          <a:prstGeom prst="rect">
            <a:avLst/>
          </a:prstGeom>
          <a:noFill/>
          <a:ln w="9525">
            <a:noFill/>
            <a:miter lim="800000"/>
            <a:headEnd/>
            <a:tailEnd/>
          </a:ln>
        </p:spPr>
        <p:txBody>
          <a:bodyPr>
            <a:spAutoFit/>
          </a:bodyPr>
          <a:lstStyle/>
          <a:p>
            <a:pPr marL="228600" indent="-228600" eaLnBrk="0" hangingPunct="0">
              <a:spcAft>
                <a:spcPct val="50000"/>
              </a:spcAft>
              <a:buFontTx/>
              <a:buChar char="•"/>
              <a:tabLst>
                <a:tab pos="685800" algn="l"/>
              </a:tabLst>
              <a:defRPr/>
            </a:pPr>
            <a:r>
              <a:rPr lang="en-US" sz="2200" dirty="0">
                <a:cs typeface="Times New Roman" pitchFamily="18" charset="0"/>
              </a:rPr>
              <a:t>Basis for the IEEE’s 802.3 specification Ethernet: It is a LAN protocol that is used in Bus and Star topologies and implements CSMA/CD as the medium access method</a:t>
            </a:r>
          </a:p>
          <a:p>
            <a:pPr marL="228600" indent="-228600" eaLnBrk="0" hangingPunct="0">
              <a:spcAft>
                <a:spcPct val="50000"/>
              </a:spcAft>
              <a:buFontTx/>
              <a:buChar char="•"/>
              <a:tabLst>
                <a:tab pos="685800" algn="l"/>
              </a:tabLst>
              <a:defRPr/>
            </a:pPr>
            <a:r>
              <a:rPr lang="en-US" sz="2200" dirty="0">
                <a:cs typeface="Times New Roman" pitchFamily="18" charset="0"/>
              </a:rPr>
              <a:t>Found by Xerox Palo Alto Research Center (PARC) in 1975</a:t>
            </a:r>
          </a:p>
          <a:p>
            <a:pPr marL="228600" indent="-228600" eaLnBrk="0" hangingPunct="0">
              <a:spcAft>
                <a:spcPct val="50000"/>
              </a:spcAft>
              <a:buFontTx/>
              <a:buChar char="•"/>
              <a:tabLst>
                <a:tab pos="685800" algn="l"/>
              </a:tabLst>
              <a:defRPr/>
            </a:pPr>
            <a:r>
              <a:rPr lang="en-US" sz="2200" dirty="0">
                <a:cs typeface="Times New Roman" pitchFamily="18" charset="0"/>
              </a:rPr>
              <a:t>Original designed as a 2.94 Mbps system to connect 100 computers on a 1 km cable</a:t>
            </a:r>
          </a:p>
          <a:p>
            <a:pPr marL="228600" indent="-228600" eaLnBrk="0" hangingPunct="0">
              <a:spcAft>
                <a:spcPct val="50000"/>
              </a:spcAft>
              <a:buFontTx/>
              <a:buChar char="•"/>
              <a:tabLst>
                <a:tab pos="685800" algn="l"/>
              </a:tabLst>
              <a:defRPr/>
            </a:pPr>
            <a:r>
              <a:rPr lang="en-US" sz="2200" dirty="0">
                <a:effectLst>
                  <a:outerShdw blurRad="38100" dist="38100" dir="2700000" algn="tl">
                    <a:srgbClr val="C0C0C0"/>
                  </a:outerShdw>
                </a:effectLst>
                <a:cs typeface="Times New Roman" pitchFamily="18" charset="0"/>
              </a:rPr>
              <a:t> </a:t>
            </a:r>
            <a:r>
              <a:rPr lang="en-US" sz="2200" dirty="0">
                <a:cs typeface="Times New Roman" pitchFamily="18" charset="0"/>
              </a:rPr>
              <a:t>Ethernet developed in 1980 by three companies: Digital, Intel, Xerox  (DIX)  drew up a standard support 10 Mbps.</a:t>
            </a:r>
          </a:p>
          <a:p>
            <a:pPr algn="just">
              <a:buFont typeface="Wingdings" pitchFamily="2" charset="2"/>
              <a:buChar char="§"/>
              <a:defRPr/>
            </a:pPr>
            <a:r>
              <a:rPr lang="en-US" sz="2200" dirty="0">
                <a:cs typeface="Times New Roman" pitchFamily="18" charset="0"/>
              </a:rPr>
              <a:t>In 1985, the Computer Society of the IEEE started a project, called Project 802, to set standards to enable intercommunication among equipment from a variety of manufacturers. </a:t>
            </a:r>
          </a:p>
          <a:p>
            <a:pPr algn="just">
              <a:defRPr/>
            </a:pPr>
            <a:endParaRPr lang="en-US" sz="2200" dirty="0">
              <a:cs typeface="Times New Roman" pitchFamily="18" charset="0"/>
            </a:endParaRPr>
          </a:p>
          <a:p>
            <a:pPr algn="just">
              <a:buFont typeface="Wingdings" pitchFamily="2" charset="2"/>
              <a:buChar char="§"/>
              <a:defRPr/>
            </a:pPr>
            <a:r>
              <a:rPr lang="en-US" sz="2200" dirty="0">
                <a:cs typeface="Times New Roman" pitchFamily="18" charset="0"/>
              </a:rPr>
              <a:t>Current version is called </a:t>
            </a:r>
            <a:r>
              <a:rPr lang="en-US" sz="2200" u="sng" dirty="0">
                <a:cs typeface="Times New Roman" pitchFamily="18" charset="0"/>
              </a:rPr>
              <a:t>IEEE Ethernet</a:t>
            </a:r>
            <a:endParaRPr lang="en-US" sz="2200" dirty="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 Box 1050">
            <a:extLst>
              <a:ext uri="{FF2B5EF4-FFF2-40B4-BE49-F238E27FC236}">
                <a16:creationId xmlns:a16="http://schemas.microsoft.com/office/drawing/2014/main" id="{A7F084AF-5A09-B6B0-D732-3CCFAE700364}"/>
              </a:ext>
            </a:extLst>
          </p:cNvPr>
          <p:cNvSpPr txBox="1">
            <a:spLocks noChangeArrowheads="1"/>
          </p:cNvSpPr>
          <p:nvPr/>
        </p:nvSpPr>
        <p:spPr bwMode="auto">
          <a:xfrm>
            <a:off x="1476375" y="822325"/>
            <a:ext cx="415131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4000" b="1">
                <a:latin typeface="Arial" panose="020B0604020202020204" pitchFamily="34" charset="0"/>
              </a:rPr>
              <a:t>Ethernet Basics</a:t>
            </a:r>
            <a:r>
              <a:rPr lang="en-US" altLang="en-US" sz="3600" b="1">
                <a:latin typeface="Arial" panose="020B0604020202020204" pitchFamily="34" charset="0"/>
              </a:rPr>
              <a:t> </a:t>
            </a:r>
            <a:endParaRPr lang="en-US" altLang="en-US" sz="3600">
              <a:latin typeface="Arial" panose="020B0604020202020204" pitchFamily="34" charset="0"/>
            </a:endParaRPr>
          </a:p>
        </p:txBody>
      </p:sp>
      <p:sp>
        <p:nvSpPr>
          <p:cNvPr id="5124" name="Text Box 1051">
            <a:extLst>
              <a:ext uri="{FF2B5EF4-FFF2-40B4-BE49-F238E27FC236}">
                <a16:creationId xmlns:a16="http://schemas.microsoft.com/office/drawing/2014/main" id="{1FC2806E-9080-67D7-2217-F04C757DCB32}"/>
              </a:ext>
            </a:extLst>
          </p:cNvPr>
          <p:cNvSpPr txBox="1">
            <a:spLocks noChangeArrowheads="1"/>
          </p:cNvSpPr>
          <p:nvPr/>
        </p:nvSpPr>
        <p:spPr bwMode="auto">
          <a:xfrm>
            <a:off x="1116013" y="1989138"/>
            <a:ext cx="7848600" cy="3725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8600" indent="-228600" eaLnBrk="0" hangingPunct="0">
              <a:tabLst>
                <a:tab pos="685800" algn="l"/>
                <a:tab pos="3140075" algn="l"/>
              </a:tabLst>
              <a:defRPr sz="2400">
                <a:solidFill>
                  <a:schemeClr val="tx1"/>
                </a:solidFill>
                <a:latin typeface="Times New Roman" panose="02020603050405020304" pitchFamily="18" charset="0"/>
              </a:defRPr>
            </a:lvl1pPr>
            <a:lvl2pPr marL="742950" indent="-285750" eaLnBrk="0" hangingPunct="0">
              <a:tabLst>
                <a:tab pos="685800" algn="l"/>
                <a:tab pos="3140075" algn="l"/>
              </a:tabLst>
              <a:defRPr sz="2400">
                <a:solidFill>
                  <a:schemeClr val="tx1"/>
                </a:solidFill>
                <a:latin typeface="Times New Roman" panose="02020603050405020304" pitchFamily="18" charset="0"/>
              </a:defRPr>
            </a:lvl2pPr>
            <a:lvl3pPr marL="1143000" indent="-228600" eaLnBrk="0" hangingPunct="0">
              <a:tabLst>
                <a:tab pos="685800" algn="l"/>
                <a:tab pos="3140075" algn="l"/>
              </a:tabLst>
              <a:defRPr sz="2400">
                <a:solidFill>
                  <a:schemeClr val="tx1"/>
                </a:solidFill>
                <a:latin typeface="Times New Roman" panose="02020603050405020304" pitchFamily="18" charset="0"/>
              </a:defRPr>
            </a:lvl3pPr>
            <a:lvl4pPr marL="1600200" indent="-228600" eaLnBrk="0" hangingPunct="0">
              <a:tabLst>
                <a:tab pos="685800" algn="l"/>
                <a:tab pos="3140075" algn="l"/>
              </a:tabLst>
              <a:defRPr sz="2400">
                <a:solidFill>
                  <a:schemeClr val="tx1"/>
                </a:solidFill>
                <a:latin typeface="Times New Roman" panose="02020603050405020304" pitchFamily="18" charset="0"/>
              </a:defRPr>
            </a:lvl4pPr>
            <a:lvl5pPr marL="2057400" indent="-228600" eaLnBrk="0" hangingPunct="0">
              <a:tabLst>
                <a:tab pos="685800" algn="l"/>
                <a:tab pos="3140075"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685800" algn="l"/>
                <a:tab pos="3140075"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685800" algn="l"/>
                <a:tab pos="3140075"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685800" algn="l"/>
                <a:tab pos="3140075"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685800" algn="l"/>
                <a:tab pos="3140075" algn="l"/>
              </a:tabLst>
              <a:defRPr sz="2400">
                <a:solidFill>
                  <a:schemeClr val="tx1"/>
                </a:solidFill>
                <a:latin typeface="Times New Roman" panose="02020603050405020304" pitchFamily="18" charset="0"/>
              </a:defRPr>
            </a:lvl9pPr>
          </a:lstStyle>
          <a:p>
            <a:pPr>
              <a:spcAft>
                <a:spcPct val="50000"/>
              </a:spcAft>
              <a:buFontTx/>
              <a:buChar char="•"/>
            </a:pPr>
            <a:r>
              <a:rPr lang="en-US" altLang="en-US" sz="2800" b="1" dirty="0"/>
              <a:t>Topologies	Linear bus, Star bus</a:t>
            </a:r>
          </a:p>
          <a:p>
            <a:pPr>
              <a:spcAft>
                <a:spcPct val="50000"/>
              </a:spcAft>
              <a:buFontTx/>
              <a:buChar char="•"/>
            </a:pPr>
            <a:r>
              <a:rPr lang="en-US" altLang="en-US" sz="2800" b="1" dirty="0"/>
              <a:t>Signaling	Mainly baseband (digital)</a:t>
            </a:r>
          </a:p>
          <a:p>
            <a:pPr>
              <a:spcAft>
                <a:spcPct val="50000"/>
              </a:spcAft>
              <a:buFontTx/>
              <a:buChar char="•"/>
            </a:pPr>
            <a:r>
              <a:rPr lang="en-US" altLang="en-US" sz="2800" b="1" dirty="0"/>
              <a:t>Access method	CSMA/CD</a:t>
            </a:r>
          </a:p>
          <a:p>
            <a:pPr>
              <a:spcAft>
                <a:spcPct val="50000"/>
              </a:spcAft>
              <a:buFontTx/>
              <a:buChar char="•"/>
            </a:pPr>
            <a:r>
              <a:rPr lang="en-US" altLang="en-US" sz="2800" b="1" dirty="0"/>
              <a:t>Specifications	IEEE 802.3</a:t>
            </a:r>
          </a:p>
          <a:p>
            <a:pPr>
              <a:spcAft>
                <a:spcPct val="50000"/>
              </a:spcAft>
              <a:buFontTx/>
              <a:buChar char="•"/>
            </a:pPr>
            <a:r>
              <a:rPr lang="en-US" altLang="en-US" sz="2800" b="1" dirty="0"/>
              <a:t>Transfer speed	10 Mbps, 100 Mbps, 1Gbps</a:t>
            </a:r>
          </a:p>
          <a:p>
            <a:pPr>
              <a:spcAft>
                <a:spcPct val="50000"/>
              </a:spcAft>
              <a:buFontTx/>
              <a:buChar char="•"/>
            </a:pPr>
            <a:r>
              <a:rPr lang="en-US" altLang="en-US" sz="2800" b="1" dirty="0"/>
              <a:t>Cable types	Coaxial cables, UTP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1DC780A1-4A8D-B15A-FE95-D3CC660892A3}"/>
              </a:ext>
            </a:extLst>
          </p:cNvPr>
          <p:cNvSpPr>
            <a:spLocks noGrp="1" noChangeArrowheads="1"/>
          </p:cNvSpPr>
          <p:nvPr>
            <p:ph type="title"/>
          </p:nvPr>
        </p:nvSpPr>
        <p:spPr>
          <a:xfrm>
            <a:off x="395288" y="115888"/>
            <a:ext cx="8382000" cy="720725"/>
          </a:xfrm>
        </p:spPr>
        <p:txBody>
          <a:bodyPr/>
          <a:lstStyle/>
          <a:p>
            <a:pPr eaLnBrk="1" hangingPunct="1"/>
            <a:r>
              <a:rPr lang="en-US" altLang="en-US" sz="3600"/>
              <a:t>Ethernet Standard Defines Physical Layer</a:t>
            </a:r>
          </a:p>
        </p:txBody>
      </p:sp>
      <p:sp>
        <p:nvSpPr>
          <p:cNvPr id="5125" name="Rectangle 3">
            <a:extLst>
              <a:ext uri="{FF2B5EF4-FFF2-40B4-BE49-F238E27FC236}">
                <a16:creationId xmlns:a16="http://schemas.microsoft.com/office/drawing/2014/main" id="{11EBBF97-A70C-54B4-BA8C-83977EB00F84}"/>
              </a:ext>
            </a:extLst>
          </p:cNvPr>
          <p:cNvSpPr>
            <a:spLocks noGrp="1" noChangeArrowheads="1"/>
          </p:cNvSpPr>
          <p:nvPr>
            <p:ph idx="1"/>
          </p:nvPr>
        </p:nvSpPr>
        <p:spPr>
          <a:xfrm>
            <a:off x="700088" y="692150"/>
            <a:ext cx="7772400" cy="685800"/>
          </a:xfrm>
        </p:spPr>
        <p:txBody>
          <a:bodyPr rtlCol="0">
            <a:normAutofit fontScale="92500"/>
          </a:bodyPr>
          <a:lstStyle/>
          <a:p>
            <a:pPr eaLnBrk="1" fontAlgn="auto" hangingPunct="1">
              <a:spcAft>
                <a:spcPts val="0"/>
              </a:spcAft>
              <a:defRPr/>
            </a:pPr>
            <a:r>
              <a:rPr lang="en-US" sz="2400" dirty="0"/>
              <a:t>802.3 standard defines both MAC </a:t>
            </a:r>
            <a:r>
              <a:rPr lang="en-US" sz="2400" i="1" dirty="0"/>
              <a:t>and</a:t>
            </a:r>
            <a:r>
              <a:rPr lang="en-US" sz="2400" dirty="0"/>
              <a:t> physical layer details</a:t>
            </a:r>
          </a:p>
        </p:txBody>
      </p:sp>
      <p:pic>
        <p:nvPicPr>
          <p:cNvPr id="6149" name="Picture 4" descr="C:\Medy\cs118\Notes\TopDown Fall 99\Pictures\551 metcalfe-enet.gif">
            <a:extLst>
              <a:ext uri="{FF2B5EF4-FFF2-40B4-BE49-F238E27FC236}">
                <a16:creationId xmlns:a16="http://schemas.microsoft.com/office/drawing/2014/main" id="{79151CE2-3212-4B82-D135-9F06D92611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350" y="1104900"/>
            <a:ext cx="5192713" cy="277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0" name="Text Box 5">
            <a:extLst>
              <a:ext uri="{FF2B5EF4-FFF2-40B4-BE49-F238E27FC236}">
                <a16:creationId xmlns:a16="http://schemas.microsoft.com/office/drawing/2014/main" id="{E3590E07-D8BF-C3AD-0417-DCC7FD5622E7}"/>
              </a:ext>
            </a:extLst>
          </p:cNvPr>
          <p:cNvSpPr txBox="1">
            <a:spLocks noChangeArrowheads="1"/>
          </p:cNvSpPr>
          <p:nvPr/>
        </p:nvSpPr>
        <p:spPr bwMode="auto">
          <a:xfrm>
            <a:off x="6596063" y="1196975"/>
            <a:ext cx="17430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600"/>
              <a:t>Metcalfe’s original</a:t>
            </a:r>
          </a:p>
          <a:p>
            <a:pPr eaLnBrk="1" hangingPunct="1"/>
            <a:r>
              <a:rPr lang="en-US" altLang="en-US" sz="1600"/>
              <a:t>Ethernet Sketch</a:t>
            </a:r>
          </a:p>
        </p:txBody>
      </p:sp>
      <p:pic>
        <p:nvPicPr>
          <p:cNvPr id="6151" name="Picture 4" descr="C:\Medy\cs118\Notes\TopDown Fall 99\Pictures\554 10Base2.jpg">
            <a:extLst>
              <a:ext uri="{FF2B5EF4-FFF2-40B4-BE49-F238E27FC236}">
                <a16:creationId xmlns:a16="http://schemas.microsoft.com/office/drawing/2014/main" id="{57C20144-C130-B9E3-BE8C-E787196FED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10843"/>
          <a:stretch>
            <a:fillRect/>
          </a:stretch>
        </p:blipFill>
        <p:spPr bwMode="auto">
          <a:xfrm>
            <a:off x="1547813" y="4260850"/>
            <a:ext cx="4176712" cy="194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2" name="Picture 2" descr="https://encrypted-tbn3.gstatic.com/images?q=tbn:ANd9GcQE5u3EXhFgR46vqUi6UuDGgGQfNPCNK5QRECMwQmu6leH-zjA_RQ">
            <a:extLst>
              <a:ext uri="{FF2B5EF4-FFF2-40B4-BE49-F238E27FC236}">
                <a16:creationId xmlns:a16="http://schemas.microsoft.com/office/drawing/2014/main" id="{A2FB7F19-867E-8FFD-19C0-D5FFA13577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4638" y="2573338"/>
            <a:ext cx="212725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4" descr="http://4.bp.blogspot.com/-7hBl-Ow2h18/Uc3J1db8kQI/AAAAAAAAAwg/_KsTCyZL5D4/s382/Repeaters+in+networking.jpg">
            <a:extLst>
              <a:ext uri="{FF2B5EF4-FFF2-40B4-BE49-F238E27FC236}">
                <a16:creationId xmlns:a16="http://schemas.microsoft.com/office/drawing/2014/main" id="{D413715F-9B2E-7C16-C367-4CED60799D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977900"/>
            <a:ext cx="4225925" cy="209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2" name="Picture 6" descr="Image result for repeater and hub used in computers images">
            <a:extLst>
              <a:ext uri="{FF2B5EF4-FFF2-40B4-BE49-F238E27FC236}">
                <a16:creationId xmlns:a16="http://schemas.microsoft.com/office/drawing/2014/main" id="{49ED12EF-493A-B436-19F8-FA9B63D36E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4075" y="549275"/>
            <a:ext cx="3724275" cy="287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Rectangle 5">
            <a:extLst>
              <a:ext uri="{FF2B5EF4-FFF2-40B4-BE49-F238E27FC236}">
                <a16:creationId xmlns:a16="http://schemas.microsoft.com/office/drawing/2014/main" id="{489E9101-D541-92A5-27EA-F505129ADEF7}"/>
              </a:ext>
            </a:extLst>
          </p:cNvPr>
          <p:cNvSpPr>
            <a:spLocks noChangeArrowheads="1"/>
          </p:cNvSpPr>
          <p:nvPr/>
        </p:nvSpPr>
        <p:spPr bwMode="auto">
          <a:xfrm>
            <a:off x="179388" y="3200400"/>
            <a:ext cx="4105275"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lnSpc>
                <a:spcPct val="90000"/>
              </a:lnSpc>
            </a:pPr>
            <a:r>
              <a:rPr lang="en-US" altLang="en-US" sz="1800"/>
              <a:t>Repeaters used to connect multiple segments</a:t>
            </a:r>
          </a:p>
          <a:p>
            <a:pPr eaLnBrk="1" hangingPunct="1">
              <a:lnSpc>
                <a:spcPct val="90000"/>
              </a:lnSpc>
            </a:pPr>
            <a:r>
              <a:rPr lang="en-US" altLang="en-US" sz="1600"/>
              <a:t>Repeater repeats bits it hears on one interface to its other interfaces: physical layer device only!</a:t>
            </a:r>
          </a:p>
        </p:txBody>
      </p:sp>
      <p:pic>
        <p:nvPicPr>
          <p:cNvPr id="7174" name="Picture 7">
            <a:extLst>
              <a:ext uri="{FF2B5EF4-FFF2-40B4-BE49-F238E27FC236}">
                <a16:creationId xmlns:a16="http://schemas.microsoft.com/office/drawing/2014/main" id="{F7D90203-0B89-969C-192C-43B654982B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7988" y="4437063"/>
            <a:ext cx="3516312" cy="208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5" name="Picture 8">
            <a:extLst>
              <a:ext uri="{FF2B5EF4-FFF2-40B4-BE49-F238E27FC236}">
                <a16:creationId xmlns:a16="http://schemas.microsoft.com/office/drawing/2014/main" id="{9777BAFB-D395-DCEE-1021-38FB40561D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35525" y="3717925"/>
            <a:ext cx="4275138"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AF033793-1AA9-212C-C7C1-D29145D2BF39}"/>
              </a:ext>
            </a:extLst>
          </p:cNvPr>
          <p:cNvSpPr>
            <a:spLocks noGrp="1" noChangeArrowheads="1"/>
          </p:cNvSpPr>
          <p:nvPr>
            <p:ph type="title"/>
          </p:nvPr>
        </p:nvSpPr>
        <p:spPr/>
        <p:txBody>
          <a:bodyPr anchor="t"/>
          <a:lstStyle/>
          <a:p>
            <a:pPr eaLnBrk="1" hangingPunct="1"/>
            <a:r>
              <a:rPr lang="en-US" altLang="en-US"/>
              <a:t>IEEE Ethernet</a:t>
            </a:r>
          </a:p>
        </p:txBody>
      </p:sp>
      <p:sp>
        <p:nvSpPr>
          <p:cNvPr id="8195" name="Rectangle 3">
            <a:extLst>
              <a:ext uri="{FF2B5EF4-FFF2-40B4-BE49-F238E27FC236}">
                <a16:creationId xmlns:a16="http://schemas.microsoft.com/office/drawing/2014/main" id="{377D414D-FCD0-ECF2-9E78-95DD91743269}"/>
              </a:ext>
            </a:extLst>
          </p:cNvPr>
          <p:cNvSpPr>
            <a:spLocks noGrp="1" noChangeArrowheads="1"/>
          </p:cNvSpPr>
          <p:nvPr>
            <p:ph type="body" idx="1"/>
          </p:nvPr>
        </p:nvSpPr>
        <p:spPr>
          <a:xfrm>
            <a:off x="457200" y="1071563"/>
            <a:ext cx="8229600" cy="5054600"/>
          </a:xfrm>
        </p:spPr>
        <p:txBody>
          <a:bodyPr/>
          <a:lstStyle/>
          <a:p>
            <a:pPr eaLnBrk="1" hangingPunct="1">
              <a:lnSpc>
                <a:spcPct val="80000"/>
              </a:lnSpc>
            </a:pPr>
            <a:r>
              <a:rPr lang="en-US" altLang="en-US" sz="2000" dirty="0">
                <a:latin typeface="Times New Roman" panose="02020603050405020304" pitchFamily="18" charset="0"/>
                <a:cs typeface="Times New Roman" panose="02020603050405020304" pitchFamily="18" charset="0"/>
              </a:rPr>
              <a:t>In IEEE 802.3 Ethernet Data link layer is split into two sublayers:</a:t>
            </a:r>
          </a:p>
          <a:p>
            <a:pPr lvl="1" eaLnBrk="1" hangingPunct="1">
              <a:lnSpc>
                <a:spcPct val="80000"/>
              </a:lnSpc>
            </a:pPr>
            <a:r>
              <a:rPr lang="en-US" altLang="en-US" sz="2000" b="1" dirty="0">
                <a:solidFill>
                  <a:srgbClr val="C00000"/>
                </a:solidFill>
                <a:latin typeface="Times New Roman" panose="02020603050405020304" pitchFamily="18" charset="0"/>
                <a:cs typeface="Times New Roman" panose="02020603050405020304" pitchFamily="18" charset="0"/>
              </a:rPr>
              <a:t>Bottom part: MAC </a:t>
            </a:r>
          </a:p>
          <a:p>
            <a:pPr lvl="2" eaLnBrk="1" hangingPunct="1">
              <a:lnSpc>
                <a:spcPct val="80000"/>
              </a:lnSpc>
            </a:pPr>
            <a:r>
              <a:rPr lang="en-US" altLang="en-US" sz="2000" dirty="0">
                <a:latin typeface="Times New Roman" panose="02020603050405020304" pitchFamily="18" charset="0"/>
                <a:cs typeface="Times New Roman" panose="02020603050405020304" pitchFamily="18" charset="0"/>
              </a:rPr>
              <a:t>The frame is called </a:t>
            </a:r>
            <a:r>
              <a:rPr lang="en-US" altLang="en-US" sz="2000" b="1" dirty="0">
                <a:latin typeface="Times New Roman" panose="02020603050405020304" pitchFamily="18" charset="0"/>
                <a:cs typeface="Times New Roman" panose="02020603050405020304" pitchFamily="18" charset="0"/>
              </a:rPr>
              <a:t>IEEE 802.3</a:t>
            </a:r>
          </a:p>
          <a:p>
            <a:pPr lvl="2" eaLnBrk="1" hangingPunct="1">
              <a:lnSpc>
                <a:spcPct val="80000"/>
              </a:lnSpc>
            </a:pPr>
            <a:r>
              <a:rPr lang="en-US" altLang="en-US" sz="2000" dirty="0">
                <a:latin typeface="Times New Roman" panose="02020603050405020304" pitchFamily="18" charset="0"/>
                <a:cs typeface="Times New Roman" panose="02020603050405020304" pitchFamily="18" charset="0"/>
              </a:rPr>
              <a:t>Handles framing, MAC addressing, Medium Access control</a:t>
            </a:r>
          </a:p>
          <a:p>
            <a:pPr lvl="2" eaLnBrk="1" hangingPunct="1">
              <a:lnSpc>
                <a:spcPct val="80000"/>
              </a:lnSpc>
            </a:pPr>
            <a:r>
              <a:rPr lang="en-US" altLang="en-US" sz="2000" b="1" dirty="0">
                <a:latin typeface="Times New Roman" panose="02020603050405020304" pitchFamily="18" charset="0"/>
                <a:cs typeface="Times New Roman" panose="02020603050405020304" pitchFamily="18" charset="0"/>
              </a:rPr>
              <a:t>Specific implementation for each LAN p</a:t>
            </a:r>
            <a:r>
              <a:rPr lang="en-US" altLang="en-US" sz="2000" dirty="0">
                <a:latin typeface="Times New Roman" panose="02020603050405020304" pitchFamily="18" charset="0"/>
                <a:cs typeface="Times New Roman" panose="02020603050405020304" pitchFamily="18" charset="0"/>
              </a:rPr>
              <a:t>rotocol</a:t>
            </a:r>
          </a:p>
          <a:p>
            <a:pPr lvl="3" eaLnBrk="1" hangingPunct="1">
              <a:lnSpc>
                <a:spcPct val="80000"/>
              </a:lnSpc>
            </a:pPr>
            <a:r>
              <a:rPr lang="en-US" altLang="en-US" dirty="0">
                <a:latin typeface="Times New Roman" panose="02020603050405020304" pitchFamily="18" charset="0"/>
                <a:cs typeface="Times New Roman" panose="02020603050405020304" pitchFamily="18" charset="0"/>
              </a:rPr>
              <a:t>Defines </a:t>
            </a:r>
            <a:r>
              <a:rPr lang="en-US" altLang="en-US" b="1" dirty="0">
                <a:latin typeface="Times New Roman" panose="02020603050405020304" pitchFamily="18" charset="0"/>
                <a:cs typeface="Times New Roman" panose="02020603050405020304" pitchFamily="18" charset="0"/>
              </a:rPr>
              <a:t>CSMA/CD</a:t>
            </a:r>
            <a:r>
              <a:rPr lang="en-US" altLang="en-US" dirty="0">
                <a:latin typeface="Times New Roman" panose="02020603050405020304" pitchFamily="18" charset="0"/>
                <a:cs typeface="Times New Roman" panose="02020603050405020304" pitchFamily="18" charset="0"/>
              </a:rPr>
              <a:t> as the access method for Ethernet LANs and </a:t>
            </a:r>
            <a:r>
              <a:rPr lang="en-US" altLang="en-US" b="1" dirty="0">
                <a:latin typeface="Times New Roman" panose="02020603050405020304" pitchFamily="18" charset="0"/>
                <a:cs typeface="Times New Roman" panose="02020603050405020304" pitchFamily="18" charset="0"/>
              </a:rPr>
              <a:t>Token passing </a:t>
            </a:r>
            <a:r>
              <a:rPr lang="en-US" altLang="en-US" dirty="0">
                <a:latin typeface="Times New Roman" panose="02020603050405020304" pitchFamily="18" charset="0"/>
                <a:cs typeface="Times New Roman" panose="02020603050405020304" pitchFamily="18" charset="0"/>
              </a:rPr>
              <a:t>method for Token Ring.</a:t>
            </a:r>
          </a:p>
          <a:p>
            <a:pPr lvl="2" eaLnBrk="1" hangingPunct="1">
              <a:lnSpc>
                <a:spcPct val="80000"/>
              </a:lnSpc>
            </a:pPr>
            <a:r>
              <a:rPr lang="en-US" altLang="en-US" sz="2000" dirty="0">
                <a:latin typeface="Times New Roman" panose="02020603050405020304" pitchFamily="18" charset="0"/>
                <a:cs typeface="Times New Roman" panose="02020603050405020304" pitchFamily="18" charset="0"/>
              </a:rPr>
              <a:t>Implemented in </a:t>
            </a:r>
            <a:r>
              <a:rPr lang="en-US" altLang="en-US" sz="2000" b="1" dirty="0">
                <a:latin typeface="Times New Roman" panose="02020603050405020304" pitchFamily="18" charset="0"/>
                <a:cs typeface="Times New Roman" panose="02020603050405020304" pitchFamily="18" charset="0"/>
              </a:rPr>
              <a:t>hardware</a:t>
            </a:r>
          </a:p>
          <a:p>
            <a:pPr lvl="1" eaLnBrk="1" hangingPunct="1">
              <a:lnSpc>
                <a:spcPct val="80000"/>
              </a:lnSpc>
            </a:pPr>
            <a:r>
              <a:rPr lang="en-US" altLang="en-US" sz="2000" b="1" dirty="0">
                <a:solidFill>
                  <a:srgbClr val="C00000"/>
                </a:solidFill>
                <a:latin typeface="Times New Roman" panose="02020603050405020304" pitchFamily="18" charset="0"/>
                <a:cs typeface="Times New Roman" panose="02020603050405020304" pitchFamily="18" charset="0"/>
              </a:rPr>
              <a:t>Top part: LLC (Logical Link Control)</a:t>
            </a:r>
          </a:p>
          <a:p>
            <a:pPr lvl="2" eaLnBrk="1" hangingPunct="1">
              <a:lnSpc>
                <a:spcPct val="80000"/>
              </a:lnSpc>
            </a:pPr>
            <a:r>
              <a:rPr lang="en-US" altLang="en-US" sz="2000" dirty="0">
                <a:latin typeface="Times New Roman" panose="02020603050405020304" pitchFamily="18" charset="0"/>
                <a:cs typeface="Times New Roman" panose="02020603050405020304" pitchFamily="18" charset="0"/>
              </a:rPr>
              <a:t>The subframe is called </a:t>
            </a:r>
            <a:r>
              <a:rPr lang="en-US" altLang="en-US" sz="2000" b="1" dirty="0">
                <a:latin typeface="Times New Roman" panose="02020603050405020304" pitchFamily="18" charset="0"/>
                <a:cs typeface="Times New Roman" panose="02020603050405020304" pitchFamily="18" charset="0"/>
              </a:rPr>
              <a:t>IEEE 802.2</a:t>
            </a:r>
          </a:p>
          <a:p>
            <a:pPr lvl="2" eaLnBrk="1" hangingPunct="1">
              <a:lnSpc>
                <a:spcPct val="80000"/>
              </a:lnSpc>
            </a:pPr>
            <a:r>
              <a:rPr lang="en-US" altLang="en-US" sz="2000" dirty="0">
                <a:latin typeface="Times New Roman" panose="02020603050405020304" pitchFamily="18" charset="0"/>
                <a:cs typeface="Times New Roman" panose="02020603050405020304" pitchFamily="18" charset="0"/>
              </a:rPr>
              <a:t>Provides </a:t>
            </a:r>
            <a:r>
              <a:rPr lang="en-US" altLang="en-US" sz="2000" b="1" dirty="0">
                <a:latin typeface="Times New Roman" panose="02020603050405020304" pitchFamily="18" charset="0"/>
                <a:cs typeface="Times New Roman" panose="02020603050405020304" pitchFamily="18" charset="0"/>
              </a:rPr>
              <a:t>error and flow control </a:t>
            </a:r>
            <a:r>
              <a:rPr lang="en-US" altLang="en-US" sz="2000" dirty="0">
                <a:latin typeface="Times New Roman" panose="02020603050405020304" pitchFamily="18" charset="0"/>
                <a:cs typeface="Times New Roman" panose="02020603050405020304" pitchFamily="18" charset="0"/>
              </a:rPr>
              <a:t>if needed</a:t>
            </a:r>
          </a:p>
          <a:p>
            <a:pPr lvl="2" eaLnBrk="1" hangingPunct="1">
              <a:lnSpc>
                <a:spcPct val="80000"/>
              </a:lnSpc>
            </a:pPr>
            <a:r>
              <a:rPr lang="en-US" altLang="en-US" sz="2000" dirty="0">
                <a:latin typeface="Times New Roman" panose="02020603050405020304" pitchFamily="18" charset="0"/>
                <a:cs typeface="Times New Roman" panose="02020603050405020304" pitchFamily="18" charset="0"/>
              </a:rPr>
              <a:t>It makes the MAC sublayer transparent</a:t>
            </a:r>
          </a:p>
          <a:p>
            <a:pPr lvl="3" eaLnBrk="1" hangingPunct="1">
              <a:lnSpc>
                <a:spcPct val="80000"/>
              </a:lnSpc>
            </a:pPr>
            <a:r>
              <a:rPr lang="en-US" altLang="en-US" dirty="0">
                <a:latin typeface="Times New Roman" panose="02020603050405020304" pitchFamily="18" charset="0"/>
                <a:cs typeface="Times New Roman" panose="02020603050405020304" pitchFamily="18" charset="0"/>
              </a:rPr>
              <a:t>Allows interconnectivity between different LANs data link layers</a:t>
            </a:r>
          </a:p>
          <a:p>
            <a:pPr lvl="2" eaLnBrk="1" hangingPunct="1">
              <a:lnSpc>
                <a:spcPct val="80000"/>
              </a:lnSpc>
            </a:pPr>
            <a:r>
              <a:rPr lang="en-US" altLang="en-US" sz="2000" dirty="0">
                <a:latin typeface="Times New Roman" panose="02020603050405020304" pitchFamily="18" charset="0"/>
                <a:cs typeface="Times New Roman" panose="02020603050405020304" pitchFamily="18" charset="0"/>
              </a:rPr>
              <a:t>Used to multiplex multiple network layer protocols in the data link layer frame</a:t>
            </a:r>
          </a:p>
          <a:p>
            <a:pPr lvl="2" eaLnBrk="1" hangingPunct="1">
              <a:lnSpc>
                <a:spcPct val="80000"/>
              </a:lnSpc>
            </a:pPr>
            <a:r>
              <a:rPr lang="en-US" altLang="en-US" sz="2000" dirty="0">
                <a:latin typeface="Times New Roman" panose="02020603050405020304" pitchFamily="18" charset="0"/>
                <a:cs typeface="Times New Roman" panose="02020603050405020304" pitchFamily="18" charset="0"/>
              </a:rPr>
              <a:t>Implemented in </a:t>
            </a:r>
            <a:r>
              <a:rPr lang="en-US" altLang="en-US" sz="2000" b="1" dirty="0">
                <a:latin typeface="Times New Roman" panose="02020603050405020304" pitchFamily="18" charset="0"/>
                <a:cs typeface="Times New Roman" panose="02020603050405020304" pitchFamily="18" charset="0"/>
              </a:rPr>
              <a:t>software</a:t>
            </a:r>
          </a:p>
          <a:p>
            <a:pPr lvl="2" eaLnBrk="1" hangingPunct="1">
              <a:lnSpc>
                <a:spcPct val="80000"/>
              </a:lnSpc>
            </a:pPr>
            <a:endParaRPr lang="en-US" alt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7E31FC64-57DA-3DA3-1464-E719EDE5EE6D}"/>
              </a:ext>
            </a:extLst>
          </p:cNvPr>
          <p:cNvSpPr>
            <a:spLocks noGrp="1" noChangeArrowheads="1"/>
          </p:cNvSpPr>
          <p:nvPr>
            <p:ph type="title"/>
          </p:nvPr>
        </p:nvSpPr>
        <p:spPr>
          <a:xfrm>
            <a:off x="0" y="0"/>
            <a:ext cx="9144000" cy="609600"/>
          </a:xfrm>
        </p:spPr>
        <p:txBody>
          <a:bodyPr anchor="t"/>
          <a:lstStyle/>
          <a:p>
            <a:pPr eaLnBrk="1" hangingPunct="1"/>
            <a:r>
              <a:rPr lang="en-US" altLang="en-US" sz="3200">
                <a:solidFill>
                  <a:srgbClr val="3232CE"/>
                </a:solidFill>
                <a:latin typeface="Times New Roman" panose="02020603050405020304" pitchFamily="18" charset="0"/>
              </a:rPr>
              <a:t>Ethernet  Provides Unreliable, connectionless Service</a:t>
            </a:r>
            <a:br>
              <a:rPr lang="en-US" altLang="en-US" sz="3200">
                <a:solidFill>
                  <a:srgbClr val="3232CE"/>
                </a:solidFill>
                <a:latin typeface="Times New Roman" panose="02020603050405020304" pitchFamily="18" charset="0"/>
              </a:rPr>
            </a:br>
            <a:endParaRPr lang="en-US" altLang="en-US" sz="3200">
              <a:solidFill>
                <a:srgbClr val="3232CE"/>
              </a:solidFill>
              <a:latin typeface="Times New Roman" panose="02020603050405020304" pitchFamily="18" charset="0"/>
            </a:endParaRPr>
          </a:p>
        </p:txBody>
      </p:sp>
      <p:sp>
        <p:nvSpPr>
          <p:cNvPr id="9219" name="Rectangle 3">
            <a:extLst>
              <a:ext uri="{FF2B5EF4-FFF2-40B4-BE49-F238E27FC236}">
                <a16:creationId xmlns:a16="http://schemas.microsoft.com/office/drawing/2014/main" id="{1E4D6A60-BB75-CC2D-22EA-46211489EB1D}"/>
              </a:ext>
            </a:extLst>
          </p:cNvPr>
          <p:cNvSpPr>
            <a:spLocks noGrp="1" noChangeArrowheads="1"/>
          </p:cNvSpPr>
          <p:nvPr>
            <p:ph type="body" idx="1"/>
          </p:nvPr>
        </p:nvSpPr>
        <p:spPr>
          <a:xfrm>
            <a:off x="533400" y="762000"/>
            <a:ext cx="7772400" cy="5791200"/>
          </a:xfrm>
        </p:spPr>
        <p:txBody>
          <a:bodyPr/>
          <a:lstStyle/>
          <a:p>
            <a:pPr lvl="1" eaLnBrk="1" hangingPunct="1"/>
            <a:r>
              <a:rPr lang="en-US" altLang="en-US" sz="2400" b="1">
                <a:latin typeface="Times New Roman" panose="02020603050405020304" pitchFamily="18" charset="0"/>
              </a:rPr>
              <a:t>Ethernet data </a:t>
            </a:r>
            <a:r>
              <a:rPr lang="en-US" altLang="en-US" sz="2400">
                <a:latin typeface="Times New Roman" panose="02020603050405020304" pitchFamily="18" charset="0"/>
              </a:rPr>
              <a:t>link layer protocol provides </a:t>
            </a:r>
            <a:r>
              <a:rPr lang="en-US" altLang="en-US" sz="2400" b="1" u="sng">
                <a:latin typeface="Times New Roman" panose="02020603050405020304" pitchFamily="18" charset="0"/>
              </a:rPr>
              <a:t>connectionless service</a:t>
            </a:r>
            <a:r>
              <a:rPr lang="en-US" altLang="en-US" sz="2400" b="1">
                <a:latin typeface="Times New Roman" panose="02020603050405020304" pitchFamily="18" charset="0"/>
              </a:rPr>
              <a:t> </a:t>
            </a:r>
            <a:r>
              <a:rPr lang="en-US" altLang="en-US" sz="2400">
                <a:latin typeface="Times New Roman" panose="02020603050405020304" pitchFamily="18" charset="0"/>
              </a:rPr>
              <a:t>to the network layer</a:t>
            </a:r>
          </a:p>
          <a:p>
            <a:pPr lvl="2" eaLnBrk="1" hangingPunct="1"/>
            <a:r>
              <a:rPr lang="en-US" altLang="en-US">
                <a:solidFill>
                  <a:srgbClr val="000000"/>
                </a:solidFill>
                <a:latin typeface="Times New Roman" panose="02020603050405020304" pitchFamily="18" charset="0"/>
              </a:rPr>
              <a:t>No handshaking between sending and receiving adapter.</a:t>
            </a:r>
          </a:p>
          <a:p>
            <a:pPr lvl="1" eaLnBrk="1" hangingPunct="1"/>
            <a:r>
              <a:rPr lang="en-US" altLang="en-US" sz="2400" b="1">
                <a:latin typeface="Times New Roman" panose="02020603050405020304" pitchFamily="18" charset="0"/>
              </a:rPr>
              <a:t>Ethernet protocol provides </a:t>
            </a:r>
            <a:r>
              <a:rPr lang="en-US" altLang="en-US" sz="2400" b="1" i="1" u="sng">
                <a:solidFill>
                  <a:srgbClr val="FF0000"/>
                </a:solidFill>
                <a:latin typeface="Times New Roman" panose="02020603050405020304" pitchFamily="18" charset="0"/>
              </a:rPr>
              <a:t>Unreliable</a:t>
            </a:r>
            <a:r>
              <a:rPr lang="en-US" altLang="en-US" sz="2400" b="1">
                <a:latin typeface="Times New Roman" panose="02020603050405020304" pitchFamily="18" charset="0"/>
              </a:rPr>
              <a:t> service to the network layer :</a:t>
            </a:r>
          </a:p>
          <a:p>
            <a:pPr lvl="2" eaLnBrk="1" hangingPunct="1"/>
            <a:r>
              <a:rPr lang="en-US" altLang="en-US">
                <a:solidFill>
                  <a:srgbClr val="FF0000"/>
                </a:solidFill>
                <a:latin typeface="TTE302C428t00" charset="0"/>
              </a:rPr>
              <a:t> </a:t>
            </a:r>
            <a:r>
              <a:rPr lang="en-US" altLang="en-US">
                <a:solidFill>
                  <a:srgbClr val="000000"/>
                </a:solidFill>
                <a:latin typeface="Times New Roman" panose="02020603050405020304" pitchFamily="18" charset="0"/>
              </a:rPr>
              <a:t>Receiving adapter doesn’t send ACK or NAK to sending adapter</a:t>
            </a:r>
          </a:p>
          <a:p>
            <a:pPr lvl="2" eaLnBrk="1" hangingPunct="1"/>
            <a:r>
              <a:rPr lang="en-US" altLang="en-US">
                <a:solidFill>
                  <a:srgbClr val="000000"/>
                </a:solidFill>
                <a:latin typeface="Times New Roman" panose="02020603050405020304" pitchFamily="18" charset="0"/>
              </a:rPr>
              <a:t>This means stream of datagrams passed to network layer can have gaps (missing data)</a:t>
            </a:r>
          </a:p>
          <a:p>
            <a:pPr lvl="3" eaLnBrk="1" hangingPunct="1"/>
            <a:r>
              <a:rPr lang="en-US" altLang="en-US" sz="2400">
                <a:solidFill>
                  <a:srgbClr val="000000"/>
                </a:solidFill>
                <a:latin typeface="Times New Roman" panose="02020603050405020304" pitchFamily="18" charset="0"/>
              </a:rPr>
              <a:t>Gaps will be filled if application is using reliable transport layer protocol</a:t>
            </a:r>
          </a:p>
          <a:p>
            <a:pPr lvl="4" eaLnBrk="1" hangingPunct="1"/>
            <a:r>
              <a:rPr lang="en-US" altLang="en-US" sz="2400">
                <a:solidFill>
                  <a:srgbClr val="000000"/>
                </a:solidFill>
                <a:latin typeface="Times New Roman" panose="02020603050405020304" pitchFamily="18" charset="0"/>
              </a:rPr>
              <a:t>Otherwise, application will see the gaps</a:t>
            </a:r>
          </a:p>
          <a:p>
            <a:pPr eaLnBrk="1" hangingPunct="1"/>
            <a:endParaRPr lang="en-US" altLang="en-US">
              <a:latin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026">
            <a:extLst>
              <a:ext uri="{FF2B5EF4-FFF2-40B4-BE49-F238E27FC236}">
                <a16:creationId xmlns:a16="http://schemas.microsoft.com/office/drawing/2014/main" id="{6A073ED4-3804-CFD4-38C0-499D5AA8DB3D}"/>
              </a:ext>
            </a:extLst>
          </p:cNvPr>
          <p:cNvSpPr>
            <a:spLocks noChangeArrowheads="1"/>
          </p:cNvSpPr>
          <p:nvPr/>
        </p:nvSpPr>
        <p:spPr bwMode="auto">
          <a:xfrm>
            <a:off x="0" y="0"/>
            <a:ext cx="9144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800">
                <a:solidFill>
                  <a:schemeClr val="tx2"/>
                </a:solidFill>
                <a:cs typeface="Times New Roman" panose="02020603050405020304" pitchFamily="18" charset="0"/>
              </a:rPr>
              <a:t>Ethernet</a:t>
            </a:r>
          </a:p>
        </p:txBody>
      </p:sp>
      <p:sp>
        <p:nvSpPr>
          <p:cNvPr id="10243" name="Rectangle 1027">
            <a:extLst>
              <a:ext uri="{FF2B5EF4-FFF2-40B4-BE49-F238E27FC236}">
                <a16:creationId xmlns:a16="http://schemas.microsoft.com/office/drawing/2014/main" id="{59C3B305-1FF0-36E0-BDB0-FE3CD74BAB19}"/>
              </a:ext>
            </a:extLst>
          </p:cNvPr>
          <p:cNvSpPr>
            <a:spLocks noChangeArrowheads="1"/>
          </p:cNvSpPr>
          <p:nvPr/>
        </p:nvSpPr>
        <p:spPr bwMode="auto">
          <a:xfrm>
            <a:off x="0" y="4648200"/>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20000"/>
              </a:spcBef>
              <a:buClr>
                <a:schemeClr val="folHlink"/>
              </a:buClr>
              <a:buSzPct val="60000"/>
            </a:pPr>
            <a:r>
              <a:rPr lang="en-US" altLang="en-US">
                <a:cs typeface="Times New Roman" panose="02020603050405020304" pitchFamily="18" charset="0"/>
              </a:rPr>
              <a:t>Frame formats. </a:t>
            </a:r>
            <a:r>
              <a:rPr lang="en-US" altLang="en-US">
                <a:solidFill>
                  <a:schemeClr val="accent2"/>
                </a:solidFill>
                <a:cs typeface="Times New Roman" panose="02020603050405020304" pitchFamily="18" charset="0"/>
              </a:rPr>
              <a:t>(a)</a:t>
            </a:r>
            <a:r>
              <a:rPr lang="en-US" altLang="en-US">
                <a:cs typeface="Times New Roman" panose="02020603050405020304" pitchFamily="18" charset="0"/>
              </a:rPr>
              <a:t> DIX Ethernet ,  </a:t>
            </a:r>
            <a:r>
              <a:rPr lang="en-US" altLang="en-US">
                <a:solidFill>
                  <a:schemeClr val="accent2"/>
                </a:solidFill>
                <a:cs typeface="Times New Roman" panose="02020603050405020304" pitchFamily="18" charset="0"/>
              </a:rPr>
              <a:t>(b)</a:t>
            </a:r>
            <a:r>
              <a:rPr lang="en-US" altLang="en-US">
                <a:cs typeface="Times New Roman" panose="02020603050405020304" pitchFamily="18" charset="0"/>
              </a:rPr>
              <a:t> IEEE 802.3.</a:t>
            </a:r>
          </a:p>
          <a:p>
            <a:pPr eaLnBrk="1" hangingPunct="1">
              <a:spcBef>
                <a:spcPct val="20000"/>
              </a:spcBef>
              <a:buFontTx/>
              <a:buChar char="•"/>
            </a:pPr>
            <a:endParaRPr lang="en-US" altLang="en-US" sz="1400"/>
          </a:p>
          <a:p>
            <a:pPr algn="ctr" eaLnBrk="1" hangingPunct="1">
              <a:spcBef>
                <a:spcPct val="20000"/>
              </a:spcBef>
              <a:buClr>
                <a:schemeClr val="folHlink"/>
              </a:buClr>
              <a:buSzPct val="60000"/>
            </a:pPr>
            <a:endParaRPr lang="en-US" altLang="en-US" sz="1400">
              <a:cs typeface="Times New Roman" panose="02020603050405020304" pitchFamily="18" charset="0"/>
            </a:endParaRPr>
          </a:p>
        </p:txBody>
      </p:sp>
      <p:grpSp>
        <p:nvGrpSpPr>
          <p:cNvPr id="10244" name="Group 1031">
            <a:extLst>
              <a:ext uri="{FF2B5EF4-FFF2-40B4-BE49-F238E27FC236}">
                <a16:creationId xmlns:a16="http://schemas.microsoft.com/office/drawing/2014/main" id="{5BF4C1C8-104D-EE87-8E0F-C29550C7661E}"/>
              </a:ext>
            </a:extLst>
          </p:cNvPr>
          <p:cNvGrpSpPr>
            <a:grpSpLocks/>
          </p:cNvGrpSpPr>
          <p:nvPr/>
        </p:nvGrpSpPr>
        <p:grpSpPr bwMode="auto">
          <a:xfrm>
            <a:off x="412750" y="2370138"/>
            <a:ext cx="8118475" cy="2066925"/>
            <a:chOff x="260" y="1493"/>
            <a:chExt cx="5114" cy="1302"/>
          </a:xfrm>
        </p:grpSpPr>
        <p:pic>
          <p:nvPicPr>
            <p:cNvPr id="10247" name="Picture 1028" descr="4-17">
              <a:extLst>
                <a:ext uri="{FF2B5EF4-FFF2-40B4-BE49-F238E27FC236}">
                  <a16:creationId xmlns:a16="http://schemas.microsoft.com/office/drawing/2014/main" id="{27C72500-C0C3-C03C-AC0F-B00A33EE4A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 y="1493"/>
              <a:ext cx="5114" cy="1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8" name="Text Box 1029">
              <a:extLst>
                <a:ext uri="{FF2B5EF4-FFF2-40B4-BE49-F238E27FC236}">
                  <a16:creationId xmlns:a16="http://schemas.microsoft.com/office/drawing/2014/main" id="{D40CD92D-4B3F-F2C9-B653-4E21C9A3A338}"/>
                </a:ext>
              </a:extLst>
            </p:cNvPr>
            <p:cNvSpPr txBox="1">
              <a:spLocks noChangeArrowheads="1"/>
            </p:cNvSpPr>
            <p:nvPr/>
          </p:nvSpPr>
          <p:spPr bwMode="auto">
            <a:xfrm>
              <a:off x="4752" y="2424"/>
              <a:ext cx="528" cy="23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dirty="0"/>
                <a:t>FCS</a:t>
              </a:r>
            </a:p>
          </p:txBody>
        </p:sp>
        <p:sp>
          <p:nvSpPr>
            <p:cNvPr id="10249" name="Text Box 1030">
              <a:extLst>
                <a:ext uri="{FF2B5EF4-FFF2-40B4-BE49-F238E27FC236}">
                  <a16:creationId xmlns:a16="http://schemas.microsoft.com/office/drawing/2014/main" id="{00F59F10-41A1-D16B-2B6F-91B826D34C38}"/>
                </a:ext>
              </a:extLst>
            </p:cNvPr>
            <p:cNvSpPr txBox="1">
              <a:spLocks noChangeArrowheads="1"/>
            </p:cNvSpPr>
            <p:nvPr/>
          </p:nvSpPr>
          <p:spPr bwMode="auto">
            <a:xfrm>
              <a:off x="4752" y="1812"/>
              <a:ext cx="528" cy="23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dirty="0"/>
                <a:t>FCS</a:t>
              </a:r>
            </a:p>
          </p:txBody>
        </p:sp>
      </p:grpSp>
      <p:sp>
        <p:nvSpPr>
          <p:cNvPr id="10245" name="Text Box 1032">
            <a:extLst>
              <a:ext uri="{FF2B5EF4-FFF2-40B4-BE49-F238E27FC236}">
                <a16:creationId xmlns:a16="http://schemas.microsoft.com/office/drawing/2014/main" id="{6E597CB2-30FE-C7A2-95A5-2B3B75CD60CD}"/>
              </a:ext>
            </a:extLst>
          </p:cNvPr>
          <p:cNvSpPr txBox="1">
            <a:spLocks noChangeArrowheads="1"/>
          </p:cNvSpPr>
          <p:nvPr/>
        </p:nvSpPr>
        <p:spPr bwMode="auto">
          <a:xfrm>
            <a:off x="152400" y="533400"/>
            <a:ext cx="7162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endParaRPr lang="en-US" altLang="en-US"/>
          </a:p>
        </p:txBody>
      </p:sp>
      <p:sp>
        <p:nvSpPr>
          <p:cNvPr id="10246" name="Text Box 1033">
            <a:extLst>
              <a:ext uri="{FF2B5EF4-FFF2-40B4-BE49-F238E27FC236}">
                <a16:creationId xmlns:a16="http://schemas.microsoft.com/office/drawing/2014/main" id="{6884B258-2E82-C5D0-20A8-1A52CF8DF413}"/>
              </a:ext>
            </a:extLst>
          </p:cNvPr>
          <p:cNvSpPr txBox="1">
            <a:spLocks noChangeArrowheads="1"/>
          </p:cNvSpPr>
          <p:nvPr/>
        </p:nvSpPr>
        <p:spPr bwMode="auto">
          <a:xfrm>
            <a:off x="381000" y="1752600"/>
            <a:ext cx="3505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buFont typeface="Wingdings" panose="05000000000000000000" pitchFamily="2" charset="2"/>
              <a:buChar char="§"/>
            </a:pPr>
            <a:r>
              <a:rPr lang="en-US" altLang="en-US"/>
              <a:t> Ethernet Frame format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Line 2">
            <a:extLst>
              <a:ext uri="{FF2B5EF4-FFF2-40B4-BE49-F238E27FC236}">
                <a16:creationId xmlns:a16="http://schemas.microsoft.com/office/drawing/2014/main" id="{06D8782D-0261-C748-7E7F-214313F29C55}"/>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7" name="Line 3">
            <a:extLst>
              <a:ext uri="{FF2B5EF4-FFF2-40B4-BE49-F238E27FC236}">
                <a16:creationId xmlns:a16="http://schemas.microsoft.com/office/drawing/2014/main" id="{5AC27665-3668-4F3A-CE89-A7116FC34FE9}"/>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8" name="Text Box 4">
            <a:extLst>
              <a:ext uri="{FF2B5EF4-FFF2-40B4-BE49-F238E27FC236}">
                <a16:creationId xmlns:a16="http://schemas.microsoft.com/office/drawing/2014/main" id="{5A445FB5-24DB-20CA-CB84-CFB0DD407DDE}"/>
              </a:ext>
            </a:extLst>
          </p:cNvPr>
          <p:cNvSpPr txBox="1">
            <a:spLocks noChangeArrowheads="1"/>
          </p:cNvSpPr>
          <p:nvPr/>
        </p:nvSpPr>
        <p:spPr bwMode="auto">
          <a:xfrm>
            <a:off x="304800" y="762000"/>
            <a:ext cx="3690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solidFill>
                  <a:schemeClr val="folHlink"/>
                </a:solidFill>
              </a:rPr>
              <a:t>Figure 13.4  </a:t>
            </a:r>
            <a:r>
              <a:rPr lang="en-US" altLang="en-US" sz="2000" i="1"/>
              <a:t>802.3 MAC frame</a:t>
            </a:r>
          </a:p>
        </p:txBody>
      </p:sp>
      <p:sp>
        <p:nvSpPr>
          <p:cNvPr id="11269" name="Line 5">
            <a:extLst>
              <a:ext uri="{FF2B5EF4-FFF2-40B4-BE49-F238E27FC236}">
                <a16:creationId xmlns:a16="http://schemas.microsoft.com/office/drawing/2014/main" id="{7615C5B8-4E41-C16F-5A7E-87D450C6D2D5}"/>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11270" name="Picture 6">
            <a:extLst>
              <a:ext uri="{FF2B5EF4-FFF2-40B4-BE49-F238E27FC236}">
                <a16:creationId xmlns:a16="http://schemas.microsoft.com/office/drawing/2014/main" id="{2158AC3C-A8B1-F829-3C8B-7B6A82D41B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863" y="2290763"/>
            <a:ext cx="8821737" cy="258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a:extLst>
              <a:ext uri="{FF2B5EF4-FFF2-40B4-BE49-F238E27FC236}">
                <a16:creationId xmlns:a16="http://schemas.microsoft.com/office/drawing/2014/main" id="{36271890-7DCA-A884-3C15-0E0663FB2170}"/>
              </a:ext>
            </a:extLst>
          </p:cNvPr>
          <p:cNvSpPr>
            <a:spLocks noGrp="1" noChangeArrowheads="1"/>
          </p:cNvSpPr>
          <p:nvPr>
            <p:ph type="body" idx="1"/>
          </p:nvPr>
        </p:nvSpPr>
        <p:spPr>
          <a:xfrm>
            <a:off x="228600" y="457200"/>
            <a:ext cx="8610600" cy="5791200"/>
          </a:xfrm>
        </p:spPr>
        <p:txBody>
          <a:bodyPr/>
          <a:lstStyle/>
          <a:p>
            <a:pPr algn="just" eaLnBrk="1" hangingPunct="1">
              <a:lnSpc>
                <a:spcPct val="80000"/>
              </a:lnSpc>
            </a:pPr>
            <a:r>
              <a:rPr lang="en-US" altLang="en-US" sz="2000" dirty="0">
                <a:solidFill>
                  <a:srgbClr val="FF0000"/>
                </a:solidFill>
                <a:latin typeface="Times New Roman" panose="02020603050405020304" pitchFamily="18" charset="0"/>
                <a:cs typeface="Times New Roman" panose="02020603050405020304" pitchFamily="18" charset="0"/>
              </a:rPr>
              <a:t>Preamble:</a:t>
            </a:r>
          </a:p>
          <a:p>
            <a:pPr lvl="1" algn="just" eaLnBrk="1" hangingPunct="1">
              <a:lnSpc>
                <a:spcPct val="80000"/>
              </a:lnSpc>
            </a:pPr>
            <a:r>
              <a:rPr lang="en-US" altLang="en-US" sz="2000" dirty="0">
                <a:solidFill>
                  <a:srgbClr val="000000"/>
                </a:solidFill>
                <a:latin typeface="Times New Roman" panose="02020603050405020304" pitchFamily="18" charset="0"/>
                <a:cs typeface="Times New Roman" panose="02020603050405020304" pitchFamily="18" charset="0"/>
              </a:rPr>
              <a:t>8 bytes with pattern 10101010 used to synchronize receiver, sender clock rates.</a:t>
            </a:r>
          </a:p>
          <a:p>
            <a:pPr lvl="1" algn="just" eaLnBrk="1" hangingPunct="1">
              <a:lnSpc>
                <a:spcPct val="80000"/>
              </a:lnSpc>
            </a:pPr>
            <a:r>
              <a:rPr lang="en-US" altLang="en-US" sz="2000" dirty="0">
                <a:solidFill>
                  <a:srgbClr val="000000"/>
                </a:solidFill>
                <a:latin typeface="Times New Roman" panose="02020603050405020304" pitchFamily="18" charset="0"/>
                <a:cs typeface="Times New Roman" panose="02020603050405020304" pitchFamily="18" charset="0"/>
              </a:rPr>
              <a:t>In IEEE 802.3, eighth byte is start of frame (10101011)</a:t>
            </a:r>
          </a:p>
          <a:p>
            <a:pPr algn="just" eaLnBrk="1" hangingPunct="1">
              <a:lnSpc>
                <a:spcPct val="80000"/>
              </a:lnSpc>
            </a:pPr>
            <a:r>
              <a:rPr lang="en-US" altLang="en-US" sz="2000" dirty="0">
                <a:solidFill>
                  <a:srgbClr val="FF0000"/>
                </a:solidFill>
                <a:latin typeface="Times New Roman" panose="02020603050405020304" pitchFamily="18" charset="0"/>
                <a:cs typeface="Times New Roman" panose="02020603050405020304" pitchFamily="18" charset="0"/>
              </a:rPr>
              <a:t>Addresses: </a:t>
            </a:r>
            <a:r>
              <a:rPr lang="en-US" altLang="en-US" sz="2000" dirty="0">
                <a:solidFill>
                  <a:srgbClr val="000000"/>
                </a:solidFill>
                <a:latin typeface="Times New Roman" panose="02020603050405020304" pitchFamily="18" charset="0"/>
                <a:cs typeface="Times New Roman" panose="02020603050405020304" pitchFamily="18" charset="0"/>
              </a:rPr>
              <a:t>6 bytes (explained latter)</a:t>
            </a:r>
          </a:p>
          <a:p>
            <a:pPr algn="just" eaLnBrk="1" hangingPunct="1">
              <a:lnSpc>
                <a:spcPct val="80000"/>
              </a:lnSpc>
            </a:pPr>
            <a:r>
              <a:rPr lang="en-US" altLang="en-US" sz="2000" dirty="0">
                <a:solidFill>
                  <a:srgbClr val="FF0000"/>
                </a:solidFill>
                <a:latin typeface="Times New Roman" panose="02020603050405020304" pitchFamily="18" charset="0"/>
                <a:cs typeface="Times New Roman" panose="02020603050405020304" pitchFamily="18" charset="0"/>
              </a:rPr>
              <a:t>Type (DIX)</a:t>
            </a:r>
          </a:p>
          <a:p>
            <a:pPr lvl="1" algn="just" eaLnBrk="1" hangingPunct="1">
              <a:lnSpc>
                <a:spcPct val="80000"/>
              </a:lnSpc>
            </a:pPr>
            <a:r>
              <a:rPr lang="en-US" altLang="en-US" sz="2000" dirty="0">
                <a:solidFill>
                  <a:srgbClr val="000000"/>
                </a:solidFill>
                <a:latin typeface="Times New Roman" panose="02020603050405020304" pitchFamily="18" charset="0"/>
                <a:cs typeface="Times New Roman" panose="02020603050405020304" pitchFamily="18" charset="0"/>
              </a:rPr>
              <a:t>Indicates the type of the </a:t>
            </a:r>
            <a:r>
              <a:rPr lang="en-US" altLang="en-US" sz="2000" b="1" dirty="0">
                <a:solidFill>
                  <a:srgbClr val="000000"/>
                </a:solidFill>
                <a:latin typeface="Times New Roman" panose="02020603050405020304" pitchFamily="18" charset="0"/>
                <a:cs typeface="Times New Roman" panose="02020603050405020304" pitchFamily="18" charset="0"/>
              </a:rPr>
              <a:t>Network layer protocol</a:t>
            </a:r>
            <a:r>
              <a:rPr lang="en-US" altLang="en-US" sz="2000" dirty="0">
                <a:solidFill>
                  <a:srgbClr val="000000"/>
                </a:solidFill>
                <a:latin typeface="Times New Roman" panose="02020603050405020304" pitchFamily="18" charset="0"/>
                <a:cs typeface="Times New Roman" panose="02020603050405020304" pitchFamily="18" charset="0"/>
              </a:rPr>
              <a:t> being carried in the </a:t>
            </a:r>
            <a:r>
              <a:rPr lang="en-US" altLang="en-US" sz="2000" b="1" dirty="0">
                <a:solidFill>
                  <a:srgbClr val="000000"/>
                </a:solidFill>
                <a:latin typeface="Times New Roman" panose="02020603050405020304" pitchFamily="18" charset="0"/>
                <a:cs typeface="Times New Roman" panose="02020603050405020304" pitchFamily="18" charset="0"/>
              </a:rPr>
              <a:t>payload (data)</a:t>
            </a:r>
            <a:r>
              <a:rPr lang="en-US" altLang="en-US" sz="2000" dirty="0">
                <a:solidFill>
                  <a:srgbClr val="000000"/>
                </a:solidFill>
                <a:latin typeface="Times New Roman" panose="02020603050405020304" pitchFamily="18" charset="0"/>
                <a:cs typeface="Times New Roman" panose="02020603050405020304" pitchFamily="18" charset="0"/>
              </a:rPr>
              <a:t> field, </a:t>
            </a:r>
            <a:r>
              <a:rPr lang="en-US" altLang="en-US" sz="2000" b="1" dirty="0">
                <a:solidFill>
                  <a:srgbClr val="000000"/>
                </a:solidFill>
                <a:latin typeface="Times New Roman" panose="02020603050405020304" pitchFamily="18" charset="0"/>
                <a:cs typeface="Times New Roman" panose="02020603050405020304" pitchFamily="18" charset="0"/>
              </a:rPr>
              <a:t>mostly IP </a:t>
            </a:r>
            <a:r>
              <a:rPr lang="en-US" altLang="en-US" sz="2000" dirty="0">
                <a:solidFill>
                  <a:srgbClr val="000000"/>
                </a:solidFill>
                <a:latin typeface="Times New Roman" panose="02020603050405020304" pitchFamily="18" charset="0"/>
                <a:cs typeface="Times New Roman" panose="02020603050405020304" pitchFamily="18" charset="0"/>
              </a:rPr>
              <a:t>but others may be supported such as IP (</a:t>
            </a:r>
            <a:r>
              <a:rPr lang="en-US" altLang="en-US" sz="2000" b="1" dirty="0">
                <a:solidFill>
                  <a:srgbClr val="000000"/>
                </a:solidFill>
                <a:latin typeface="Times New Roman" panose="02020603050405020304" pitchFamily="18" charset="0"/>
                <a:cs typeface="Times New Roman" panose="02020603050405020304" pitchFamily="18" charset="0"/>
              </a:rPr>
              <a:t>0800</a:t>
            </a:r>
            <a:r>
              <a:rPr lang="en-US" altLang="en-US" sz="2000" dirty="0">
                <a:solidFill>
                  <a:srgbClr val="000000"/>
                </a:solidFill>
                <a:latin typeface="Times New Roman" panose="02020603050405020304" pitchFamily="18" charset="0"/>
                <a:cs typeface="Times New Roman" panose="02020603050405020304" pitchFamily="18" charset="0"/>
              </a:rPr>
              <a:t>), Novell IPX (</a:t>
            </a:r>
            <a:r>
              <a:rPr lang="en-US" altLang="en-US" sz="2000" b="1" dirty="0">
                <a:solidFill>
                  <a:srgbClr val="000000"/>
                </a:solidFill>
                <a:latin typeface="Times New Roman" panose="02020603050405020304" pitchFamily="18" charset="0"/>
                <a:cs typeface="Times New Roman" panose="02020603050405020304" pitchFamily="18" charset="0"/>
              </a:rPr>
              <a:t>8137</a:t>
            </a:r>
            <a:r>
              <a:rPr lang="en-US" altLang="en-US" sz="2000" dirty="0">
                <a:solidFill>
                  <a:srgbClr val="000000"/>
                </a:solidFill>
                <a:latin typeface="Times New Roman" panose="02020603050405020304" pitchFamily="18" charset="0"/>
                <a:cs typeface="Times New Roman" panose="02020603050405020304" pitchFamily="18" charset="0"/>
              </a:rPr>
              <a:t>) and AppleTalk (</a:t>
            </a:r>
            <a:r>
              <a:rPr lang="en-US" altLang="en-US" sz="2000" b="1" dirty="0">
                <a:solidFill>
                  <a:srgbClr val="000000"/>
                </a:solidFill>
                <a:latin typeface="Times New Roman" panose="02020603050405020304" pitchFamily="18" charset="0"/>
                <a:cs typeface="Times New Roman" panose="02020603050405020304" pitchFamily="18" charset="0"/>
              </a:rPr>
              <a:t>809B</a:t>
            </a:r>
            <a:r>
              <a:rPr lang="en-US" altLang="en-US" sz="2000" dirty="0">
                <a:solidFill>
                  <a:srgbClr val="000000"/>
                </a:solidFill>
                <a:latin typeface="Times New Roman" panose="02020603050405020304" pitchFamily="18" charset="0"/>
                <a:cs typeface="Times New Roman" panose="02020603050405020304" pitchFamily="18" charset="0"/>
              </a:rPr>
              <a:t>), ARP (</a:t>
            </a:r>
            <a:r>
              <a:rPr lang="en-US" altLang="en-US" sz="2000" b="1" dirty="0">
                <a:solidFill>
                  <a:srgbClr val="000000"/>
                </a:solidFill>
                <a:latin typeface="Times New Roman" panose="02020603050405020304" pitchFamily="18" charset="0"/>
                <a:cs typeface="Times New Roman" panose="02020603050405020304" pitchFamily="18" charset="0"/>
              </a:rPr>
              <a:t>0806</a:t>
            </a:r>
            <a:r>
              <a:rPr lang="en-US" altLang="en-US" sz="2000" dirty="0">
                <a:solidFill>
                  <a:srgbClr val="000000"/>
                </a:solidFill>
                <a:latin typeface="Times New Roman" panose="02020603050405020304" pitchFamily="18" charset="0"/>
                <a:cs typeface="Times New Roman" panose="02020603050405020304" pitchFamily="18" charset="0"/>
              </a:rPr>
              <a:t>) )</a:t>
            </a:r>
          </a:p>
          <a:p>
            <a:pPr lvl="1" algn="just" eaLnBrk="1" hangingPunct="1">
              <a:lnSpc>
                <a:spcPct val="80000"/>
              </a:lnSpc>
            </a:pPr>
            <a:r>
              <a:rPr lang="en-US" altLang="en-US" sz="2000" dirty="0">
                <a:solidFill>
                  <a:srgbClr val="000000"/>
                </a:solidFill>
                <a:latin typeface="Times New Roman" panose="02020603050405020304" pitchFamily="18" charset="0"/>
                <a:cs typeface="Times New Roman" panose="02020603050405020304" pitchFamily="18" charset="0"/>
              </a:rPr>
              <a:t>Allow </a:t>
            </a:r>
            <a:r>
              <a:rPr lang="en-US" altLang="en-US" sz="2000" b="1" dirty="0">
                <a:solidFill>
                  <a:srgbClr val="000000"/>
                </a:solidFill>
                <a:latin typeface="Times New Roman" panose="02020603050405020304" pitchFamily="18" charset="0"/>
                <a:cs typeface="Times New Roman" panose="02020603050405020304" pitchFamily="18" charset="0"/>
              </a:rPr>
              <a:t>multiple network layer </a:t>
            </a:r>
            <a:r>
              <a:rPr lang="en-US" altLang="en-US" sz="2000" dirty="0">
                <a:solidFill>
                  <a:srgbClr val="000000"/>
                </a:solidFill>
                <a:latin typeface="Times New Roman" panose="02020603050405020304" pitchFamily="18" charset="0"/>
                <a:cs typeface="Times New Roman" panose="02020603050405020304" pitchFamily="18" charset="0"/>
              </a:rPr>
              <a:t>protocols to be supported on a single machine (multiplexing)</a:t>
            </a:r>
          </a:p>
          <a:p>
            <a:pPr lvl="1" algn="just" eaLnBrk="1" hangingPunct="1">
              <a:lnSpc>
                <a:spcPct val="80000"/>
              </a:lnSpc>
            </a:pPr>
            <a:r>
              <a:rPr lang="en-US" altLang="en-US" sz="2000" dirty="0">
                <a:solidFill>
                  <a:srgbClr val="000000"/>
                </a:solidFill>
                <a:latin typeface="Times New Roman" panose="02020603050405020304" pitchFamily="18" charset="0"/>
                <a:cs typeface="Times New Roman" panose="02020603050405020304" pitchFamily="18" charset="0"/>
              </a:rPr>
              <a:t>Its value starts at </a:t>
            </a:r>
            <a:r>
              <a:rPr lang="en-US" altLang="en-US" sz="2000" b="1" dirty="0">
                <a:solidFill>
                  <a:srgbClr val="000000"/>
                </a:solidFill>
                <a:latin typeface="Times New Roman" panose="02020603050405020304" pitchFamily="18" charset="0"/>
                <a:cs typeface="Times New Roman" panose="02020603050405020304" pitchFamily="18" charset="0"/>
              </a:rPr>
              <a:t>0600h (=1536 in decimal)</a:t>
            </a:r>
            <a:endParaRPr lang="en-US" altLang="en-US" sz="2000" b="1" dirty="0">
              <a:solidFill>
                <a:schemeClr val="hlink"/>
              </a:solidFill>
              <a:latin typeface="Times New Roman" panose="02020603050405020304" pitchFamily="18" charset="0"/>
              <a:cs typeface="Times New Roman" panose="02020603050405020304" pitchFamily="18" charset="0"/>
            </a:endParaRPr>
          </a:p>
          <a:p>
            <a:pPr algn="just" eaLnBrk="1" hangingPunct="1">
              <a:lnSpc>
                <a:spcPct val="80000"/>
              </a:lnSpc>
            </a:pPr>
            <a:r>
              <a:rPr lang="en-US" altLang="en-US" sz="2000" dirty="0">
                <a:solidFill>
                  <a:schemeClr val="hlink"/>
                </a:solidFill>
                <a:latin typeface="Times New Roman" panose="02020603050405020304" pitchFamily="18" charset="0"/>
                <a:cs typeface="Times New Roman" panose="02020603050405020304" pitchFamily="18" charset="0"/>
              </a:rPr>
              <a:t>Length (IEEE 802.3)</a:t>
            </a:r>
            <a:r>
              <a:rPr lang="en-US" altLang="en-US" sz="2000" dirty="0">
                <a:solidFill>
                  <a:srgbClr val="000000"/>
                </a:solidFill>
                <a:latin typeface="Times New Roman" panose="02020603050405020304" pitchFamily="18" charset="0"/>
                <a:cs typeface="Times New Roman" panose="02020603050405020304" pitchFamily="18" charset="0"/>
              </a:rPr>
              <a:t>: number of bytes in the </a:t>
            </a:r>
            <a:r>
              <a:rPr lang="en-US" altLang="en-US" sz="2000" b="1" dirty="0">
                <a:solidFill>
                  <a:srgbClr val="000000"/>
                </a:solidFill>
                <a:latin typeface="Times New Roman" panose="02020603050405020304" pitchFamily="18" charset="0"/>
                <a:cs typeface="Times New Roman" panose="02020603050405020304" pitchFamily="18" charset="0"/>
              </a:rPr>
              <a:t>data field</a:t>
            </a:r>
            <a:r>
              <a:rPr lang="en-US" altLang="en-US" sz="2000" dirty="0">
                <a:solidFill>
                  <a:srgbClr val="000000"/>
                </a:solidFill>
                <a:latin typeface="Times New Roman" panose="02020603050405020304" pitchFamily="18" charset="0"/>
                <a:cs typeface="Times New Roman" panose="02020603050405020304" pitchFamily="18" charset="0"/>
              </a:rPr>
              <a:t>.</a:t>
            </a:r>
          </a:p>
          <a:p>
            <a:pPr lvl="1" algn="just" eaLnBrk="1" hangingPunct="1">
              <a:lnSpc>
                <a:spcPct val="80000"/>
              </a:lnSpc>
            </a:pPr>
            <a:r>
              <a:rPr lang="en-US" altLang="en-US" sz="2000" dirty="0">
                <a:solidFill>
                  <a:srgbClr val="000000"/>
                </a:solidFill>
                <a:latin typeface="Times New Roman" panose="02020603050405020304" pitchFamily="18" charset="0"/>
                <a:cs typeface="Times New Roman" panose="02020603050405020304" pitchFamily="18" charset="0"/>
              </a:rPr>
              <a:t>Maximum 1500 bytes </a:t>
            </a:r>
            <a:r>
              <a:rPr lang="en-US" altLang="en-US" sz="2000" b="1" dirty="0">
                <a:solidFill>
                  <a:srgbClr val="000000"/>
                </a:solidFill>
                <a:latin typeface="Times New Roman" panose="02020603050405020304" pitchFamily="18" charset="0"/>
                <a:cs typeface="Times New Roman" panose="02020603050405020304" pitchFamily="18" charset="0"/>
              </a:rPr>
              <a:t>(= 05DCh)</a:t>
            </a:r>
          </a:p>
          <a:p>
            <a:pPr algn="just" eaLnBrk="1" hangingPunct="1">
              <a:lnSpc>
                <a:spcPct val="80000"/>
              </a:lnSpc>
            </a:pPr>
            <a:r>
              <a:rPr lang="en-US" altLang="en-US" sz="2000" dirty="0">
                <a:solidFill>
                  <a:srgbClr val="FF0000"/>
                </a:solidFill>
                <a:latin typeface="Times New Roman" panose="02020603050405020304" pitchFamily="18" charset="0"/>
                <a:cs typeface="Times New Roman" panose="02020603050405020304" pitchFamily="18" charset="0"/>
              </a:rPr>
              <a:t>CRC: </a:t>
            </a:r>
            <a:r>
              <a:rPr lang="en-US" altLang="en-US" sz="2000" dirty="0">
                <a:solidFill>
                  <a:srgbClr val="000000"/>
                </a:solidFill>
                <a:latin typeface="Times New Roman" panose="02020603050405020304" pitchFamily="18" charset="0"/>
                <a:cs typeface="Times New Roman" panose="02020603050405020304" pitchFamily="18" charset="0"/>
              </a:rPr>
              <a:t>checked at receiver, if error is detected, the frame is </a:t>
            </a:r>
            <a:r>
              <a:rPr lang="en-US" altLang="en-US" sz="2000" b="1" dirty="0">
                <a:solidFill>
                  <a:srgbClr val="000000"/>
                </a:solidFill>
                <a:latin typeface="Times New Roman" panose="02020603050405020304" pitchFamily="18" charset="0"/>
                <a:cs typeface="Times New Roman" panose="02020603050405020304" pitchFamily="18" charset="0"/>
              </a:rPr>
              <a:t>discarded </a:t>
            </a:r>
          </a:p>
          <a:p>
            <a:pPr lvl="1" algn="just" eaLnBrk="1" hangingPunct="1">
              <a:lnSpc>
                <a:spcPct val="80000"/>
              </a:lnSpc>
            </a:pPr>
            <a:r>
              <a:rPr lang="en-US" altLang="en-US" sz="2000" dirty="0">
                <a:solidFill>
                  <a:srgbClr val="000000"/>
                </a:solidFill>
                <a:latin typeface="Times New Roman" panose="02020603050405020304" pitchFamily="18" charset="0"/>
                <a:cs typeface="Times New Roman" panose="02020603050405020304" pitchFamily="18" charset="0"/>
              </a:rPr>
              <a:t>CRC-32</a:t>
            </a:r>
            <a:endParaRPr lang="en-US" altLang="en-US" sz="2000" b="1" dirty="0">
              <a:solidFill>
                <a:srgbClr val="000000"/>
              </a:solidFill>
              <a:latin typeface="Times New Roman" panose="02020603050405020304" pitchFamily="18" charset="0"/>
              <a:cs typeface="Times New Roman" panose="02020603050405020304" pitchFamily="18" charset="0"/>
            </a:endParaRPr>
          </a:p>
          <a:p>
            <a:pPr algn="just" eaLnBrk="1" hangingPunct="1">
              <a:lnSpc>
                <a:spcPct val="80000"/>
              </a:lnSpc>
            </a:pPr>
            <a:r>
              <a:rPr lang="en-US" altLang="en-US" sz="2000" dirty="0">
                <a:solidFill>
                  <a:schemeClr val="hlink"/>
                </a:solidFill>
                <a:latin typeface="Times New Roman" panose="02020603050405020304" pitchFamily="18" charset="0"/>
                <a:cs typeface="Times New Roman" panose="02020603050405020304" pitchFamily="18" charset="0"/>
              </a:rPr>
              <a:t>Data</a:t>
            </a:r>
            <a:r>
              <a:rPr lang="en-US" altLang="en-US" sz="2000" dirty="0">
                <a:solidFill>
                  <a:srgbClr val="000000"/>
                </a:solidFill>
                <a:latin typeface="Times New Roman" panose="02020603050405020304" pitchFamily="18" charset="0"/>
                <a:cs typeface="Times New Roman" panose="02020603050405020304" pitchFamily="18" charset="0"/>
              </a:rPr>
              <a:t>: carries data encapsulated from the upper-layer protocols</a:t>
            </a:r>
          </a:p>
          <a:p>
            <a:pPr algn="just" eaLnBrk="1" hangingPunct="1">
              <a:lnSpc>
                <a:spcPct val="80000"/>
              </a:lnSpc>
            </a:pPr>
            <a:r>
              <a:rPr lang="en-US" altLang="en-US" sz="2000" dirty="0">
                <a:solidFill>
                  <a:schemeClr val="hlink"/>
                </a:solidFill>
                <a:latin typeface="Times New Roman" panose="02020603050405020304" pitchFamily="18" charset="0"/>
                <a:cs typeface="Times New Roman" panose="02020603050405020304" pitchFamily="18" charset="0"/>
              </a:rPr>
              <a:t>Pad</a:t>
            </a:r>
            <a:r>
              <a:rPr lang="en-US" altLang="en-US" sz="2000" dirty="0">
                <a:solidFill>
                  <a:srgbClr val="000000"/>
                </a:solidFill>
                <a:latin typeface="Times New Roman" panose="02020603050405020304" pitchFamily="18" charset="0"/>
                <a:cs typeface="Times New Roman" panose="02020603050405020304" pitchFamily="18" charset="0"/>
              </a:rPr>
              <a:t>: Zeros are added to the data field to make the </a:t>
            </a:r>
            <a:r>
              <a:rPr lang="en-US" altLang="en-US" sz="2000" b="1" dirty="0">
                <a:solidFill>
                  <a:srgbClr val="000000"/>
                </a:solidFill>
                <a:latin typeface="Times New Roman" panose="02020603050405020304" pitchFamily="18" charset="0"/>
                <a:cs typeface="Times New Roman" panose="02020603050405020304" pitchFamily="18" charset="0"/>
              </a:rPr>
              <a:t>minimum data length = 46 bytes</a:t>
            </a:r>
          </a:p>
          <a:p>
            <a:pPr algn="just" eaLnBrk="1" hangingPunct="1">
              <a:lnSpc>
                <a:spcPct val="80000"/>
              </a:lnSpc>
            </a:pPr>
            <a:r>
              <a:rPr lang="en-US" altLang="en-US" sz="2000" b="1" dirty="0">
                <a:solidFill>
                  <a:srgbClr val="FF3300"/>
                </a:solidFill>
                <a:latin typeface="Times New Roman" panose="02020603050405020304" pitchFamily="18" charset="0"/>
                <a:cs typeface="Times New Roman" panose="02020603050405020304" pitchFamily="18" charset="0"/>
              </a:rPr>
              <a:t>FCS</a:t>
            </a:r>
            <a:r>
              <a:rPr lang="en-US" altLang="en-US" sz="2000" b="1" dirty="0">
                <a:latin typeface="Times New Roman" panose="02020603050405020304" pitchFamily="18" charset="0"/>
                <a:cs typeface="Times New Roman" panose="02020603050405020304" pitchFamily="18" charset="0"/>
              </a:rPr>
              <a:t>: Frame Check Sequence </a:t>
            </a:r>
          </a:p>
          <a:p>
            <a:pPr eaLnBrk="1" hangingPunct="1">
              <a:lnSpc>
                <a:spcPct val="80000"/>
              </a:lnSpc>
            </a:pPr>
            <a:endParaRPr lang="en-US" altLang="en-US" sz="1800" b="1" dirty="0">
              <a:solidFill>
                <a:srgbClr val="000000"/>
              </a:solidFill>
              <a:latin typeface="Times New Roman" panose="02020603050405020304" pitchFamily="18" charset="0"/>
              <a:cs typeface="Times New Roman" panose="02020603050405020304" pitchFamily="18" charset="0"/>
            </a:endParaRPr>
          </a:p>
          <a:p>
            <a:pPr eaLnBrk="1" hangingPunct="1">
              <a:lnSpc>
                <a:spcPct val="80000"/>
              </a:lnSpc>
              <a:buFont typeface="Wingdings" panose="05000000000000000000" pitchFamily="2" charset="2"/>
              <a:buNone/>
            </a:pPr>
            <a:r>
              <a:rPr lang="en-US" altLang="en-US" sz="1800" dirty="0">
                <a:solidFill>
                  <a:srgbClr val="000000"/>
                </a:solidFill>
                <a:latin typeface="Times New Roman" panose="02020603050405020304" pitchFamily="18" charset="0"/>
                <a:cs typeface="Times New Roman" panose="02020603050405020304" pitchFamily="18" charset="0"/>
              </a:rPr>
              <a:t>	</a:t>
            </a:r>
          </a:p>
          <a:p>
            <a:pPr eaLnBrk="1" hangingPunct="1">
              <a:lnSpc>
                <a:spcPct val="80000"/>
              </a:lnSpc>
              <a:buFont typeface="Wingdings" panose="05000000000000000000" pitchFamily="2" charset="2"/>
              <a:buNone/>
            </a:pPr>
            <a:endParaRPr lang="en-US" altLang="en-US" sz="2400" dirty="0"/>
          </a:p>
        </p:txBody>
      </p:sp>
      <p:sp>
        <p:nvSpPr>
          <p:cNvPr id="12291" name="Text Box 5">
            <a:extLst>
              <a:ext uri="{FF2B5EF4-FFF2-40B4-BE49-F238E27FC236}">
                <a16:creationId xmlns:a16="http://schemas.microsoft.com/office/drawing/2014/main" id="{8F70DE21-015A-529D-71A5-6A157718C7B6}"/>
              </a:ext>
            </a:extLst>
          </p:cNvPr>
          <p:cNvSpPr txBox="1">
            <a:spLocks noChangeArrowheads="1"/>
          </p:cNvSpPr>
          <p:nvPr/>
        </p:nvSpPr>
        <p:spPr bwMode="auto">
          <a:xfrm>
            <a:off x="228600" y="152400"/>
            <a:ext cx="2514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Ethernet Frame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a:extLst>
              <a:ext uri="{FF2B5EF4-FFF2-40B4-BE49-F238E27FC236}">
                <a16:creationId xmlns:a16="http://schemas.microsoft.com/office/drawing/2014/main" id="{4CE35941-0AB8-3172-E6AF-9F71DB8F0488}"/>
              </a:ext>
            </a:extLst>
          </p:cNvPr>
          <p:cNvSpPr txBox="1">
            <a:spLocks noChangeArrowheads="1"/>
          </p:cNvSpPr>
          <p:nvPr/>
        </p:nvSpPr>
        <p:spPr bwMode="auto">
          <a:xfrm>
            <a:off x="381000" y="381000"/>
            <a:ext cx="7719392"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4400" dirty="0">
                <a:solidFill>
                  <a:schemeClr val="tx2"/>
                </a:solidFill>
              </a:rPr>
              <a:t>Ethernet</a:t>
            </a:r>
            <a:r>
              <a:rPr lang="en-US" altLang="en-US" i="1" dirty="0"/>
              <a:t>  </a:t>
            </a:r>
            <a:r>
              <a:rPr lang="en-US" altLang="en-US" sz="4400" dirty="0">
                <a:solidFill>
                  <a:schemeClr val="tx2"/>
                </a:solidFill>
              </a:rPr>
              <a:t>address</a:t>
            </a:r>
          </a:p>
        </p:txBody>
      </p:sp>
      <p:pic>
        <p:nvPicPr>
          <p:cNvPr id="13315" name="Picture 10">
            <a:extLst>
              <a:ext uri="{FF2B5EF4-FFF2-40B4-BE49-F238E27FC236}">
                <a16:creationId xmlns:a16="http://schemas.microsoft.com/office/drawing/2014/main" id="{BC071CDE-2532-CE32-00C1-A377C5D43E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0" y="1219200"/>
            <a:ext cx="4230688"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6" name="Text Box 11">
            <a:extLst>
              <a:ext uri="{FF2B5EF4-FFF2-40B4-BE49-F238E27FC236}">
                <a16:creationId xmlns:a16="http://schemas.microsoft.com/office/drawing/2014/main" id="{593A2AB4-1731-5D57-C4E1-67FEE801E800}"/>
              </a:ext>
            </a:extLst>
          </p:cNvPr>
          <p:cNvSpPr txBox="1">
            <a:spLocks noChangeArrowheads="1"/>
          </p:cNvSpPr>
          <p:nvPr/>
        </p:nvSpPr>
        <p:spPr bwMode="auto">
          <a:xfrm>
            <a:off x="683568" y="1412776"/>
            <a:ext cx="8136904" cy="4667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buFont typeface="Wingdings" panose="05000000000000000000" pitchFamily="2" charset="2"/>
              <a:buChar char="§"/>
            </a:pPr>
            <a:r>
              <a:rPr lang="en-US" altLang="en-US" sz="2000" dirty="0"/>
              <a:t> Six bytes = 48 bits</a:t>
            </a:r>
          </a:p>
          <a:p>
            <a:pPr eaLnBrk="1" hangingPunct="1">
              <a:spcBef>
                <a:spcPct val="50000"/>
              </a:spcBef>
              <a:buFont typeface="Wingdings" panose="05000000000000000000" pitchFamily="2" charset="2"/>
              <a:buChar char="§"/>
            </a:pPr>
            <a:r>
              <a:rPr lang="en-US" altLang="en-US" sz="2000" dirty="0"/>
              <a:t> Flat address not hierarchical</a:t>
            </a:r>
          </a:p>
          <a:p>
            <a:pPr eaLnBrk="1" hangingPunct="1">
              <a:spcBef>
                <a:spcPct val="50000"/>
              </a:spcBef>
              <a:buFont typeface="Wingdings" panose="05000000000000000000" pitchFamily="2" charset="2"/>
              <a:buChar char="§"/>
            </a:pPr>
            <a:r>
              <a:rPr lang="en-US" altLang="en-US" sz="2000" dirty="0"/>
              <a:t> Burned into the NIC ROM</a:t>
            </a:r>
          </a:p>
          <a:p>
            <a:pPr eaLnBrk="1" hangingPunct="1">
              <a:spcBef>
                <a:spcPct val="50000"/>
              </a:spcBef>
              <a:buFont typeface="Wingdings" panose="05000000000000000000" pitchFamily="2" charset="2"/>
              <a:buChar char="§"/>
            </a:pPr>
            <a:r>
              <a:rPr lang="en-US" altLang="en-US" sz="2000" dirty="0"/>
              <a:t> First three bytes from </a:t>
            </a:r>
            <a:r>
              <a:rPr lang="en-US" altLang="en-US" sz="2000" u="sng" dirty="0"/>
              <a:t>left</a:t>
            </a:r>
            <a:r>
              <a:rPr lang="en-US" altLang="en-US" sz="2000" dirty="0"/>
              <a:t> specify the vendor. </a:t>
            </a:r>
            <a:r>
              <a:rPr lang="en-US" altLang="en-US" sz="2000" dirty="0">
                <a:solidFill>
                  <a:schemeClr val="hlink"/>
                </a:solidFill>
              </a:rPr>
              <a:t>Cisco</a:t>
            </a:r>
            <a:r>
              <a:rPr lang="en-US" altLang="en-US" sz="2000" dirty="0"/>
              <a:t> 00-00-0C, </a:t>
            </a:r>
            <a:r>
              <a:rPr lang="en-US" altLang="en-US" sz="2000" dirty="0">
                <a:solidFill>
                  <a:schemeClr val="hlink"/>
                </a:solidFill>
              </a:rPr>
              <a:t>3Com</a:t>
            </a:r>
            <a:r>
              <a:rPr lang="en-US" altLang="en-US" sz="2000" dirty="0"/>
              <a:t> 02-60-8C and the last 24 bit should be created </a:t>
            </a:r>
            <a:r>
              <a:rPr lang="en-US" altLang="en-US" sz="2000" dirty="0">
                <a:solidFill>
                  <a:schemeClr val="hlink"/>
                </a:solidFill>
              </a:rPr>
              <a:t>uniquely</a:t>
            </a:r>
            <a:r>
              <a:rPr lang="en-US" altLang="en-US" sz="2000" dirty="0"/>
              <a:t> by the company</a:t>
            </a:r>
          </a:p>
          <a:p>
            <a:pPr eaLnBrk="1" hangingPunct="1">
              <a:spcBef>
                <a:spcPct val="50000"/>
              </a:spcBef>
              <a:buFont typeface="Wingdings" panose="05000000000000000000" pitchFamily="2" charset="2"/>
              <a:buChar char="§"/>
            </a:pPr>
            <a:r>
              <a:rPr lang="en-US" altLang="en-US" sz="2000" dirty="0"/>
              <a:t> Destination Address can be:</a:t>
            </a:r>
          </a:p>
          <a:p>
            <a:pPr lvl="1" eaLnBrk="1" hangingPunct="1">
              <a:spcBef>
                <a:spcPct val="50000"/>
              </a:spcBef>
              <a:buFont typeface="Wingdings" panose="05000000000000000000" pitchFamily="2" charset="2"/>
              <a:buChar char="§"/>
            </a:pPr>
            <a:r>
              <a:rPr lang="en-US" altLang="en-US" sz="2000" dirty="0"/>
              <a:t> Unicast: second digit from </a:t>
            </a:r>
            <a:r>
              <a:rPr lang="en-US" altLang="en-US" sz="2000" u="sng" dirty="0"/>
              <a:t>left</a:t>
            </a:r>
            <a:r>
              <a:rPr lang="en-US" altLang="en-US" sz="2000" dirty="0"/>
              <a:t> is </a:t>
            </a:r>
            <a:r>
              <a:rPr lang="en-US" altLang="en-US" sz="2000" u="sng" dirty="0"/>
              <a:t>even</a:t>
            </a:r>
            <a:r>
              <a:rPr lang="en-US" altLang="en-US" sz="2000" dirty="0"/>
              <a:t> (one recipient)</a:t>
            </a:r>
          </a:p>
          <a:p>
            <a:pPr lvl="1" eaLnBrk="1" hangingPunct="1">
              <a:spcBef>
                <a:spcPct val="50000"/>
              </a:spcBef>
              <a:buFont typeface="Wingdings" panose="05000000000000000000" pitchFamily="2" charset="2"/>
              <a:buChar char="§"/>
            </a:pPr>
            <a:r>
              <a:rPr lang="en-US" altLang="en-US" sz="2000" dirty="0"/>
              <a:t> Multicast: Second digit from </a:t>
            </a:r>
            <a:r>
              <a:rPr lang="en-US" altLang="en-US" sz="2000" u="sng" dirty="0"/>
              <a:t>left</a:t>
            </a:r>
            <a:r>
              <a:rPr lang="en-US" altLang="en-US" sz="2000" dirty="0"/>
              <a:t> is</a:t>
            </a:r>
            <a:r>
              <a:rPr lang="en-US" altLang="en-US" sz="2000" u="sng" dirty="0"/>
              <a:t> odd</a:t>
            </a:r>
            <a:r>
              <a:rPr lang="en-US" altLang="en-US" sz="2000" dirty="0"/>
              <a:t> (group of stations to receive the frame – conferencing applications)</a:t>
            </a:r>
          </a:p>
          <a:p>
            <a:pPr lvl="1" eaLnBrk="1" hangingPunct="1">
              <a:spcBef>
                <a:spcPct val="50000"/>
              </a:spcBef>
              <a:buFont typeface="Wingdings" panose="05000000000000000000" pitchFamily="2" charset="2"/>
              <a:buChar char="§"/>
            </a:pPr>
            <a:r>
              <a:rPr lang="en-US" altLang="en-US" sz="2000" dirty="0"/>
              <a:t> Broadcast (ALL ones) (all stations receive the frame)</a:t>
            </a:r>
          </a:p>
          <a:p>
            <a:pPr eaLnBrk="1" hangingPunct="1">
              <a:spcBef>
                <a:spcPct val="50000"/>
              </a:spcBef>
              <a:buFont typeface="Wingdings" panose="05000000000000000000" pitchFamily="2" charset="2"/>
              <a:buChar char="§"/>
            </a:pPr>
            <a:r>
              <a:rPr lang="en-US" altLang="en-US" sz="2000" dirty="0"/>
              <a:t> Source address is always Unicast</a:t>
            </a:r>
          </a:p>
        </p:txBody>
      </p:sp>
      <p:cxnSp>
        <p:nvCxnSpPr>
          <p:cNvPr id="13317" name="Straight Arrow Connector 9">
            <a:extLst>
              <a:ext uri="{FF2B5EF4-FFF2-40B4-BE49-F238E27FC236}">
                <a16:creationId xmlns:a16="http://schemas.microsoft.com/office/drawing/2014/main" id="{2D8BE029-BF1F-41C5-52BE-E12519B55FF4}"/>
              </a:ext>
            </a:extLst>
          </p:cNvPr>
          <p:cNvCxnSpPr>
            <a:cxnSpLocks noChangeShapeType="1"/>
          </p:cNvCxnSpPr>
          <p:nvPr/>
        </p:nvCxnSpPr>
        <p:spPr bwMode="auto">
          <a:xfrm rot="5400000" flipH="1" flipV="1">
            <a:off x="2324100" y="2324100"/>
            <a:ext cx="2438400" cy="11430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nic">
            <a:extLst>
              <a:ext uri="{FF2B5EF4-FFF2-40B4-BE49-F238E27FC236}">
                <a16:creationId xmlns:a16="http://schemas.microsoft.com/office/drawing/2014/main" id="{E114CABD-13A2-110D-6E7B-AF57035524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28600"/>
            <a:ext cx="8229600"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9" name="Text Box 3">
            <a:extLst>
              <a:ext uri="{FF2B5EF4-FFF2-40B4-BE49-F238E27FC236}">
                <a16:creationId xmlns:a16="http://schemas.microsoft.com/office/drawing/2014/main" id="{0FFCB94C-301B-9562-450F-4F259B8F4014}"/>
              </a:ext>
            </a:extLst>
          </p:cNvPr>
          <p:cNvSpPr txBox="1">
            <a:spLocks noChangeArrowheads="1"/>
          </p:cNvSpPr>
          <p:nvPr/>
        </p:nvSpPr>
        <p:spPr bwMode="auto">
          <a:xfrm>
            <a:off x="304800" y="928688"/>
            <a:ext cx="5562600" cy="3667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A9D8163A-F406-219B-A8A9-5DFBE9373C2E}"/>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15363" name="Rectangle 3">
            <a:extLst>
              <a:ext uri="{FF2B5EF4-FFF2-40B4-BE49-F238E27FC236}">
                <a16:creationId xmlns:a16="http://schemas.microsoft.com/office/drawing/2014/main" id="{DB12F4A8-5A7F-14C9-1550-8BEC2182DF72}"/>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15364" name="Rectangle 4">
            <a:extLst>
              <a:ext uri="{FF2B5EF4-FFF2-40B4-BE49-F238E27FC236}">
                <a16:creationId xmlns:a16="http://schemas.microsoft.com/office/drawing/2014/main" id="{342AEBFA-7BA9-6225-0218-5007A68567F9}"/>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15365" name="Rectangle 5">
            <a:extLst>
              <a:ext uri="{FF2B5EF4-FFF2-40B4-BE49-F238E27FC236}">
                <a16:creationId xmlns:a16="http://schemas.microsoft.com/office/drawing/2014/main" id="{7F5E6A17-4427-AA15-C61E-66DD6DEE77C0}"/>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15366" name="Rectangle 6">
            <a:extLst>
              <a:ext uri="{FF2B5EF4-FFF2-40B4-BE49-F238E27FC236}">
                <a16:creationId xmlns:a16="http://schemas.microsoft.com/office/drawing/2014/main" id="{7B4F3354-EC15-67AE-B5FE-AE73285C39C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15367" name="Rectangle 7">
            <a:extLst>
              <a:ext uri="{FF2B5EF4-FFF2-40B4-BE49-F238E27FC236}">
                <a16:creationId xmlns:a16="http://schemas.microsoft.com/office/drawing/2014/main" id="{FB78528F-29BA-0373-5849-B9FF06D14665}"/>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15368" name="Rectangle 8">
            <a:extLst>
              <a:ext uri="{FF2B5EF4-FFF2-40B4-BE49-F238E27FC236}">
                <a16:creationId xmlns:a16="http://schemas.microsoft.com/office/drawing/2014/main" id="{BA7B4370-3D7E-2814-A772-60FD12378E68}"/>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15369" name="Line 9">
            <a:extLst>
              <a:ext uri="{FF2B5EF4-FFF2-40B4-BE49-F238E27FC236}">
                <a16:creationId xmlns:a16="http://schemas.microsoft.com/office/drawing/2014/main" id="{2A3F4FDB-73B2-6B14-0844-C2224789FFC0}"/>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70" name="Line 10">
            <a:extLst>
              <a:ext uri="{FF2B5EF4-FFF2-40B4-BE49-F238E27FC236}">
                <a16:creationId xmlns:a16="http://schemas.microsoft.com/office/drawing/2014/main" id="{E505E2A6-654F-1E2D-5425-F8C438D2C7A7}"/>
              </a:ext>
            </a:extLst>
          </p:cNvPr>
          <p:cNvSpPr>
            <a:spLocks noChangeShapeType="1"/>
          </p:cNvSpPr>
          <p:nvPr/>
        </p:nvSpPr>
        <p:spPr bwMode="auto">
          <a:xfrm>
            <a:off x="458788" y="4876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71" name="Rectangle 11">
            <a:extLst>
              <a:ext uri="{FF2B5EF4-FFF2-40B4-BE49-F238E27FC236}">
                <a16:creationId xmlns:a16="http://schemas.microsoft.com/office/drawing/2014/main" id="{26D99D45-756F-7477-1E1C-B67AABB7926C}"/>
              </a:ext>
            </a:extLst>
          </p:cNvPr>
          <p:cNvSpPr>
            <a:spLocks noChangeArrowheads="1"/>
          </p:cNvSpPr>
          <p:nvPr/>
        </p:nvSpPr>
        <p:spPr bwMode="auto">
          <a:xfrm>
            <a:off x="495300" y="2759075"/>
            <a:ext cx="8077200" cy="2041525"/>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3200">
                <a:latin typeface="Arial" panose="020B0604020202020204" pitchFamily="34" charset="0"/>
              </a:rPr>
              <a:t>The least significant bit of the first byte </a:t>
            </a:r>
            <a:br>
              <a:rPr lang="en-US" altLang="en-US" sz="3200">
                <a:latin typeface="Arial" panose="020B0604020202020204" pitchFamily="34" charset="0"/>
              </a:rPr>
            </a:br>
            <a:r>
              <a:rPr lang="en-US" altLang="en-US" sz="3200">
                <a:latin typeface="Arial" panose="020B0604020202020204" pitchFamily="34" charset="0"/>
              </a:rPr>
              <a:t>defines the type of address.</a:t>
            </a:r>
            <a:br>
              <a:rPr lang="en-US" altLang="en-US" sz="3200">
                <a:latin typeface="Arial" panose="020B0604020202020204" pitchFamily="34" charset="0"/>
              </a:rPr>
            </a:br>
            <a:r>
              <a:rPr lang="en-US" altLang="en-US" sz="3200">
                <a:latin typeface="Arial" panose="020B0604020202020204" pitchFamily="34" charset="0"/>
              </a:rPr>
              <a:t>If the bit is </a:t>
            </a:r>
            <a:r>
              <a:rPr lang="en-US" altLang="en-US" sz="3200">
                <a:solidFill>
                  <a:schemeClr val="hlink"/>
                </a:solidFill>
                <a:latin typeface="Arial" panose="020B0604020202020204" pitchFamily="34" charset="0"/>
              </a:rPr>
              <a:t>0</a:t>
            </a:r>
            <a:r>
              <a:rPr lang="en-US" altLang="en-US" sz="3200">
                <a:latin typeface="Arial" panose="020B0604020202020204" pitchFamily="34" charset="0"/>
              </a:rPr>
              <a:t>, the address is unicast;</a:t>
            </a:r>
            <a:br>
              <a:rPr lang="en-US" altLang="en-US" sz="3200">
                <a:latin typeface="Arial" panose="020B0604020202020204" pitchFamily="34" charset="0"/>
              </a:rPr>
            </a:br>
            <a:r>
              <a:rPr lang="en-US" altLang="en-US" sz="3200">
                <a:latin typeface="Arial" panose="020B0604020202020204" pitchFamily="34" charset="0"/>
              </a:rPr>
              <a:t>otherwise, it is multicast.</a:t>
            </a:r>
          </a:p>
        </p:txBody>
      </p:sp>
      <p:grpSp>
        <p:nvGrpSpPr>
          <p:cNvPr id="15372" name="Group 12">
            <a:extLst>
              <a:ext uri="{FF2B5EF4-FFF2-40B4-BE49-F238E27FC236}">
                <a16:creationId xmlns:a16="http://schemas.microsoft.com/office/drawing/2014/main" id="{EC050BFB-7DDC-36B6-F379-9150ACA48F1A}"/>
              </a:ext>
            </a:extLst>
          </p:cNvPr>
          <p:cNvGrpSpPr>
            <a:grpSpLocks/>
          </p:cNvGrpSpPr>
          <p:nvPr/>
        </p:nvGrpSpPr>
        <p:grpSpPr bwMode="auto">
          <a:xfrm>
            <a:off x="457200" y="1981200"/>
            <a:ext cx="1143000" cy="566738"/>
            <a:chOff x="1200" y="1248"/>
            <a:chExt cx="720" cy="357"/>
          </a:xfrm>
        </p:grpSpPr>
        <p:pic>
          <p:nvPicPr>
            <p:cNvPr id="15373" name="Picture 13">
              <a:extLst>
                <a:ext uri="{FF2B5EF4-FFF2-40B4-BE49-F238E27FC236}">
                  <a16:creationId xmlns:a16="http://schemas.microsoft.com/office/drawing/2014/main" id="{4DF06834-7C6E-CDA1-BF00-A6132BBCC9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74" name="Text Box 14">
              <a:extLst>
                <a:ext uri="{FF2B5EF4-FFF2-40B4-BE49-F238E27FC236}">
                  <a16:creationId xmlns:a16="http://schemas.microsoft.com/office/drawing/2014/main" id="{B74B7721-4D12-1BEC-3C04-025281476F70}"/>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800" i="1">
                  <a:solidFill>
                    <a:schemeClr val="hlink"/>
                  </a:solidFill>
                </a:rPr>
                <a:t>Note</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3519BB3A-6999-5C5C-21E6-D71B16777D33}"/>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16387" name="Rectangle 3">
            <a:extLst>
              <a:ext uri="{FF2B5EF4-FFF2-40B4-BE49-F238E27FC236}">
                <a16:creationId xmlns:a16="http://schemas.microsoft.com/office/drawing/2014/main" id="{ABFEBAED-2991-56E9-F452-442278848ABF}"/>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16388" name="Rectangle 4">
            <a:extLst>
              <a:ext uri="{FF2B5EF4-FFF2-40B4-BE49-F238E27FC236}">
                <a16:creationId xmlns:a16="http://schemas.microsoft.com/office/drawing/2014/main" id="{7F931AD9-FBB5-C425-9981-58E2E61FF9D8}"/>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16389" name="Rectangle 5">
            <a:extLst>
              <a:ext uri="{FF2B5EF4-FFF2-40B4-BE49-F238E27FC236}">
                <a16:creationId xmlns:a16="http://schemas.microsoft.com/office/drawing/2014/main" id="{4858D3AB-B331-975C-903A-E18B6DC3B06D}"/>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16390" name="Rectangle 6">
            <a:extLst>
              <a:ext uri="{FF2B5EF4-FFF2-40B4-BE49-F238E27FC236}">
                <a16:creationId xmlns:a16="http://schemas.microsoft.com/office/drawing/2014/main" id="{060FAEA8-431D-4D39-4911-BFF0A806018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16391" name="Rectangle 7">
            <a:extLst>
              <a:ext uri="{FF2B5EF4-FFF2-40B4-BE49-F238E27FC236}">
                <a16:creationId xmlns:a16="http://schemas.microsoft.com/office/drawing/2014/main" id="{16FA6510-0AFF-97F6-8C17-3560526C2376}"/>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16392" name="Rectangle 8">
            <a:extLst>
              <a:ext uri="{FF2B5EF4-FFF2-40B4-BE49-F238E27FC236}">
                <a16:creationId xmlns:a16="http://schemas.microsoft.com/office/drawing/2014/main" id="{30949D35-F0FF-6053-4AB2-BCFA777CB5E8}"/>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16393" name="Line 9">
            <a:extLst>
              <a:ext uri="{FF2B5EF4-FFF2-40B4-BE49-F238E27FC236}">
                <a16:creationId xmlns:a16="http://schemas.microsoft.com/office/drawing/2014/main" id="{38B4C2BA-1414-862B-5585-40BF4712FE49}"/>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4" name="Line 10">
            <a:extLst>
              <a:ext uri="{FF2B5EF4-FFF2-40B4-BE49-F238E27FC236}">
                <a16:creationId xmlns:a16="http://schemas.microsoft.com/office/drawing/2014/main" id="{30E47F10-8C89-6AC6-45AB-2927F2C0673E}"/>
              </a:ext>
            </a:extLst>
          </p:cNvPr>
          <p:cNvSpPr>
            <a:spLocks noChangeShapeType="1"/>
          </p:cNvSpPr>
          <p:nvPr/>
        </p:nvSpPr>
        <p:spPr bwMode="auto">
          <a:xfrm>
            <a:off x="458788" y="4419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5" name="Rectangle 11">
            <a:extLst>
              <a:ext uri="{FF2B5EF4-FFF2-40B4-BE49-F238E27FC236}">
                <a16:creationId xmlns:a16="http://schemas.microsoft.com/office/drawing/2014/main" id="{8D3D20BF-ADF1-E0D2-DFC5-8460020296F5}"/>
              </a:ext>
            </a:extLst>
          </p:cNvPr>
          <p:cNvSpPr>
            <a:spLocks noChangeArrowheads="1"/>
          </p:cNvSpPr>
          <p:nvPr/>
        </p:nvSpPr>
        <p:spPr bwMode="auto">
          <a:xfrm>
            <a:off x="495300" y="2759075"/>
            <a:ext cx="8077200" cy="1554163"/>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3200">
                <a:latin typeface="Arial" panose="020B0604020202020204" pitchFamily="34" charset="0"/>
              </a:rPr>
              <a:t>The broadcast destination address is a special case of the multicast address in which all bits are 1s.</a:t>
            </a:r>
          </a:p>
        </p:txBody>
      </p:sp>
      <p:grpSp>
        <p:nvGrpSpPr>
          <p:cNvPr id="16396" name="Group 12">
            <a:extLst>
              <a:ext uri="{FF2B5EF4-FFF2-40B4-BE49-F238E27FC236}">
                <a16:creationId xmlns:a16="http://schemas.microsoft.com/office/drawing/2014/main" id="{53719BF0-7F6F-ABD5-9BE3-E0CC6AFB0D6F}"/>
              </a:ext>
            </a:extLst>
          </p:cNvPr>
          <p:cNvGrpSpPr>
            <a:grpSpLocks/>
          </p:cNvGrpSpPr>
          <p:nvPr/>
        </p:nvGrpSpPr>
        <p:grpSpPr bwMode="auto">
          <a:xfrm>
            <a:off x="457200" y="1981200"/>
            <a:ext cx="1143000" cy="566738"/>
            <a:chOff x="1200" y="1248"/>
            <a:chExt cx="720" cy="357"/>
          </a:xfrm>
        </p:grpSpPr>
        <p:pic>
          <p:nvPicPr>
            <p:cNvPr id="16397" name="Picture 13">
              <a:extLst>
                <a:ext uri="{FF2B5EF4-FFF2-40B4-BE49-F238E27FC236}">
                  <a16:creationId xmlns:a16="http://schemas.microsoft.com/office/drawing/2014/main" id="{17855446-0AB7-738A-287B-DED55CF24A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8" name="Text Box 14">
              <a:extLst>
                <a:ext uri="{FF2B5EF4-FFF2-40B4-BE49-F238E27FC236}">
                  <a16:creationId xmlns:a16="http://schemas.microsoft.com/office/drawing/2014/main" id="{EDEC0E53-0FE9-D084-AAD6-0C3A2FAA39C1}"/>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800" i="1">
                  <a:solidFill>
                    <a:schemeClr val="hlink"/>
                  </a:solidFill>
                </a:rPr>
                <a:t>Note</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Line 2">
            <a:extLst>
              <a:ext uri="{FF2B5EF4-FFF2-40B4-BE49-F238E27FC236}">
                <a16:creationId xmlns:a16="http://schemas.microsoft.com/office/drawing/2014/main" id="{4AB1EE74-C211-5D53-8843-DB2A1BF87CF2}"/>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11" name="Line 3">
            <a:extLst>
              <a:ext uri="{FF2B5EF4-FFF2-40B4-BE49-F238E27FC236}">
                <a16:creationId xmlns:a16="http://schemas.microsoft.com/office/drawing/2014/main" id="{87911B9A-A4E3-06CD-F0D8-C3B2AA4D208E}"/>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12" name="Text Box 4">
            <a:extLst>
              <a:ext uri="{FF2B5EF4-FFF2-40B4-BE49-F238E27FC236}">
                <a16:creationId xmlns:a16="http://schemas.microsoft.com/office/drawing/2014/main" id="{D1A459F7-7C72-0330-B7A1-E5BB1E4CA017}"/>
              </a:ext>
            </a:extLst>
          </p:cNvPr>
          <p:cNvSpPr txBox="1">
            <a:spLocks noChangeArrowheads="1"/>
          </p:cNvSpPr>
          <p:nvPr/>
        </p:nvSpPr>
        <p:spPr bwMode="auto">
          <a:xfrm>
            <a:off x="304800" y="762000"/>
            <a:ext cx="5153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solidFill>
                  <a:schemeClr val="folHlink"/>
                </a:solidFill>
              </a:rPr>
              <a:t>Figure 13.7  </a:t>
            </a:r>
            <a:r>
              <a:rPr lang="en-US" altLang="en-US" sz="2000" i="1"/>
              <a:t>Unicast and multicast addresses</a:t>
            </a:r>
          </a:p>
        </p:txBody>
      </p:sp>
      <p:sp>
        <p:nvSpPr>
          <p:cNvPr id="17413" name="Line 5">
            <a:extLst>
              <a:ext uri="{FF2B5EF4-FFF2-40B4-BE49-F238E27FC236}">
                <a16:creationId xmlns:a16="http://schemas.microsoft.com/office/drawing/2014/main" id="{70DC0920-C2F1-47D4-B716-FE800736460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17414" name="Picture 6">
            <a:extLst>
              <a:ext uri="{FF2B5EF4-FFF2-40B4-BE49-F238E27FC236}">
                <a16:creationId xmlns:a16="http://schemas.microsoft.com/office/drawing/2014/main" id="{277704D4-0C16-BEC2-8EF8-A2E97693BB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 y="2892425"/>
            <a:ext cx="7277100"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ext Box 9">
            <a:extLst>
              <a:ext uri="{FF2B5EF4-FFF2-40B4-BE49-F238E27FC236}">
                <a16:creationId xmlns:a16="http://schemas.microsoft.com/office/drawing/2014/main" id="{5802777A-A9DC-1372-2877-C216CD5A6A0E}"/>
              </a:ext>
            </a:extLst>
          </p:cNvPr>
          <p:cNvSpPr txBox="1">
            <a:spLocks noChangeArrowheads="1"/>
          </p:cNvSpPr>
          <p:nvPr/>
        </p:nvSpPr>
        <p:spPr bwMode="auto">
          <a:xfrm>
            <a:off x="900113" y="0"/>
            <a:ext cx="441801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4000" b="1">
                <a:latin typeface="Arial" panose="020B0604020202020204" pitchFamily="34" charset="0"/>
              </a:rPr>
              <a:t>Ethernet Address</a:t>
            </a:r>
            <a:endParaRPr lang="en-US" altLang="en-US" sz="3600">
              <a:latin typeface="Arial" panose="020B0604020202020204" pitchFamily="34" charset="0"/>
            </a:endParaRPr>
          </a:p>
        </p:txBody>
      </p:sp>
      <p:pic>
        <p:nvPicPr>
          <p:cNvPr id="18436" name="Picture 10">
            <a:extLst>
              <a:ext uri="{FF2B5EF4-FFF2-40B4-BE49-F238E27FC236}">
                <a16:creationId xmlns:a16="http://schemas.microsoft.com/office/drawing/2014/main" id="{6E67F520-A250-7392-4F80-AF0D094C7E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0975" y="1430338"/>
            <a:ext cx="4876800" cy="439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7" name="Picture 11">
            <a:extLst>
              <a:ext uri="{FF2B5EF4-FFF2-40B4-BE49-F238E27FC236}">
                <a16:creationId xmlns:a16="http://schemas.microsoft.com/office/drawing/2014/main" id="{7591E185-7383-B7A1-5179-67BAE4BC75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9425" y="2516188"/>
            <a:ext cx="3533775" cy="433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8" name="Picture 12">
            <a:extLst>
              <a:ext uri="{FF2B5EF4-FFF2-40B4-BE49-F238E27FC236}">
                <a16:creationId xmlns:a16="http://schemas.microsoft.com/office/drawing/2014/main" id="{2674F5B9-CF0A-09F8-6D3F-B2DB537568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3659188"/>
            <a:ext cx="3943350" cy="319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9" name="Oval 13">
            <a:extLst>
              <a:ext uri="{FF2B5EF4-FFF2-40B4-BE49-F238E27FC236}">
                <a16:creationId xmlns:a16="http://schemas.microsoft.com/office/drawing/2014/main" id="{455AE26E-B7AD-F368-0D67-E267107697FD}"/>
              </a:ext>
            </a:extLst>
          </p:cNvPr>
          <p:cNvSpPr>
            <a:spLocks noChangeArrowheads="1"/>
          </p:cNvSpPr>
          <p:nvPr/>
        </p:nvSpPr>
        <p:spPr bwMode="auto">
          <a:xfrm>
            <a:off x="1524000" y="5630863"/>
            <a:ext cx="1371600" cy="381000"/>
          </a:xfrm>
          <a:prstGeom prst="ellipse">
            <a:avLst/>
          </a:pr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8440" name="Line 14">
            <a:extLst>
              <a:ext uri="{FF2B5EF4-FFF2-40B4-BE49-F238E27FC236}">
                <a16:creationId xmlns:a16="http://schemas.microsoft.com/office/drawing/2014/main" id="{56ED1A79-4AC0-9AB1-DC76-239129CACFF3}"/>
              </a:ext>
            </a:extLst>
          </p:cNvPr>
          <p:cNvSpPr>
            <a:spLocks noChangeShapeType="1"/>
          </p:cNvSpPr>
          <p:nvPr/>
        </p:nvSpPr>
        <p:spPr bwMode="auto">
          <a:xfrm flipH="1" flipV="1">
            <a:off x="1676400" y="3116263"/>
            <a:ext cx="381000" cy="2438400"/>
          </a:xfrm>
          <a:prstGeom prst="line">
            <a:avLst/>
          </a:prstGeom>
          <a:noFill/>
          <a:ln w="9525">
            <a:solidFill>
              <a:srgbClr val="FF3300"/>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41" name="Text Box 15">
            <a:extLst>
              <a:ext uri="{FF2B5EF4-FFF2-40B4-BE49-F238E27FC236}">
                <a16:creationId xmlns:a16="http://schemas.microsoft.com/office/drawing/2014/main" id="{06AC5B59-DB35-74E9-98BD-124252882378}"/>
              </a:ext>
            </a:extLst>
          </p:cNvPr>
          <p:cNvSpPr txBox="1">
            <a:spLocks noChangeArrowheads="1"/>
          </p:cNvSpPr>
          <p:nvPr/>
        </p:nvSpPr>
        <p:spPr bwMode="auto">
          <a:xfrm>
            <a:off x="0" y="2582863"/>
            <a:ext cx="2828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b="1">
                <a:latin typeface="Arial" panose="020B0604020202020204" pitchFamily="34" charset="0"/>
              </a:rPr>
              <a:t>00 00 E2 15 1A CA</a:t>
            </a:r>
            <a:endParaRPr lang="en-US" altLang="en-US">
              <a:latin typeface="Arial" panose="020B0604020202020204" pitchFamily="34" charset="0"/>
            </a:endParaRPr>
          </a:p>
        </p:txBody>
      </p:sp>
      <p:sp>
        <p:nvSpPr>
          <p:cNvPr id="18442" name="Oval 16">
            <a:extLst>
              <a:ext uri="{FF2B5EF4-FFF2-40B4-BE49-F238E27FC236}">
                <a16:creationId xmlns:a16="http://schemas.microsoft.com/office/drawing/2014/main" id="{443DDFB4-915B-2733-1B8E-D0F867B898C0}"/>
              </a:ext>
            </a:extLst>
          </p:cNvPr>
          <p:cNvSpPr>
            <a:spLocks noChangeArrowheads="1"/>
          </p:cNvSpPr>
          <p:nvPr/>
        </p:nvSpPr>
        <p:spPr bwMode="auto">
          <a:xfrm>
            <a:off x="6553200" y="5097463"/>
            <a:ext cx="838200" cy="762000"/>
          </a:xfrm>
          <a:prstGeom prst="ellipse">
            <a:avLst/>
          </a:pr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8443" name="Oval 17">
            <a:extLst>
              <a:ext uri="{FF2B5EF4-FFF2-40B4-BE49-F238E27FC236}">
                <a16:creationId xmlns:a16="http://schemas.microsoft.com/office/drawing/2014/main" id="{C72B9061-8ED2-1557-EFC4-5340050EBC41}"/>
              </a:ext>
            </a:extLst>
          </p:cNvPr>
          <p:cNvSpPr>
            <a:spLocks noChangeArrowheads="1"/>
          </p:cNvSpPr>
          <p:nvPr/>
        </p:nvSpPr>
        <p:spPr bwMode="auto">
          <a:xfrm>
            <a:off x="4419600" y="4335463"/>
            <a:ext cx="1066800" cy="762000"/>
          </a:xfrm>
          <a:prstGeom prst="ellipse">
            <a:avLst/>
          </a:pr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8444" name="Rectangle 1">
            <a:extLst>
              <a:ext uri="{FF2B5EF4-FFF2-40B4-BE49-F238E27FC236}">
                <a16:creationId xmlns:a16="http://schemas.microsoft.com/office/drawing/2014/main" id="{3C21D47B-8124-E3F0-993B-3C6B7D497D17}"/>
              </a:ext>
            </a:extLst>
          </p:cNvPr>
          <p:cNvSpPr>
            <a:spLocks noChangeArrowheads="1"/>
          </p:cNvSpPr>
          <p:nvPr/>
        </p:nvSpPr>
        <p:spPr bwMode="auto">
          <a:xfrm>
            <a:off x="238125" y="577850"/>
            <a:ext cx="77898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800"/>
              <a:t>A physical address is the hardware-level address used by the Ethernet interface to communicate on the network. Every device must have a unique physical address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D9518BB2-D735-1005-AEC6-D1238ECF6500}"/>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19459" name="Rectangle 3">
            <a:extLst>
              <a:ext uri="{FF2B5EF4-FFF2-40B4-BE49-F238E27FC236}">
                <a16:creationId xmlns:a16="http://schemas.microsoft.com/office/drawing/2014/main" id="{FC380A5A-A9C7-FEDE-2260-84E4937E9275}"/>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19460" name="Rectangle 4">
            <a:extLst>
              <a:ext uri="{FF2B5EF4-FFF2-40B4-BE49-F238E27FC236}">
                <a16:creationId xmlns:a16="http://schemas.microsoft.com/office/drawing/2014/main" id="{BFEBBE86-05F2-F9A3-C76E-0BEC08D9CC2B}"/>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19461" name="Rectangle 5">
            <a:extLst>
              <a:ext uri="{FF2B5EF4-FFF2-40B4-BE49-F238E27FC236}">
                <a16:creationId xmlns:a16="http://schemas.microsoft.com/office/drawing/2014/main" id="{CC454F4D-0698-E22B-0934-31021BAFC00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19462" name="Rectangle 6">
            <a:extLst>
              <a:ext uri="{FF2B5EF4-FFF2-40B4-BE49-F238E27FC236}">
                <a16:creationId xmlns:a16="http://schemas.microsoft.com/office/drawing/2014/main" id="{F5038BF0-7B7B-AC20-F938-B1507DB1D3D5}"/>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19463" name="Rectangle 7">
            <a:extLst>
              <a:ext uri="{FF2B5EF4-FFF2-40B4-BE49-F238E27FC236}">
                <a16:creationId xmlns:a16="http://schemas.microsoft.com/office/drawing/2014/main" id="{BD7170BA-202E-A0ED-56ED-32BA22E510DB}"/>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19464" name="Rectangle 8">
            <a:extLst>
              <a:ext uri="{FF2B5EF4-FFF2-40B4-BE49-F238E27FC236}">
                <a16:creationId xmlns:a16="http://schemas.microsoft.com/office/drawing/2014/main" id="{D012530C-28AB-176F-BC12-B680575E6962}"/>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19465" name="Rectangle 9">
            <a:extLst>
              <a:ext uri="{FF2B5EF4-FFF2-40B4-BE49-F238E27FC236}">
                <a16:creationId xmlns:a16="http://schemas.microsoft.com/office/drawing/2014/main" id="{8899DC39-A4CC-46FF-BC60-2B6DFEBF3653}"/>
              </a:ext>
            </a:extLst>
          </p:cNvPr>
          <p:cNvSpPr>
            <a:spLocks noChangeArrowheads="1"/>
          </p:cNvSpPr>
          <p:nvPr/>
        </p:nvSpPr>
        <p:spPr bwMode="auto">
          <a:xfrm>
            <a:off x="228600" y="1295400"/>
            <a:ext cx="8686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800" i="1"/>
              <a:t>Show how the address </a:t>
            </a:r>
            <a:r>
              <a:rPr lang="en-US" altLang="en-US" sz="2800" i="1">
                <a:solidFill>
                  <a:schemeClr val="folHlink"/>
                </a:solidFill>
              </a:rPr>
              <a:t>47:20:1B:2E:08:EE</a:t>
            </a:r>
            <a:r>
              <a:rPr lang="en-US" altLang="en-US" sz="2800" i="1"/>
              <a:t> is sent out on line.</a:t>
            </a:r>
          </a:p>
        </p:txBody>
      </p:sp>
      <p:sp>
        <p:nvSpPr>
          <p:cNvPr id="19466" name="Rectangle 10">
            <a:extLst>
              <a:ext uri="{FF2B5EF4-FFF2-40B4-BE49-F238E27FC236}">
                <a16:creationId xmlns:a16="http://schemas.microsoft.com/office/drawing/2014/main" id="{EFC8ECDC-1FF8-302A-740A-846E3119C06C}"/>
              </a:ext>
            </a:extLst>
          </p:cNvPr>
          <p:cNvSpPr>
            <a:spLocks noChangeArrowheads="1"/>
          </p:cNvSpPr>
          <p:nvPr/>
        </p:nvSpPr>
        <p:spPr bwMode="auto">
          <a:xfrm>
            <a:off x="228600" y="2819400"/>
            <a:ext cx="86868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800" i="1"/>
              <a:t>Solution</a:t>
            </a:r>
          </a:p>
          <a:p>
            <a:pPr eaLnBrk="1" hangingPunct="1"/>
            <a:r>
              <a:rPr lang="en-US" altLang="en-US" sz="2800" i="1">
                <a:latin typeface="Times" panose="02020603050405020304" pitchFamily="18" charset="0"/>
              </a:rPr>
              <a:t>The address is sent left-to-right, byte by byte; for each byte, it is sent right-to-left, bit by bit, as shown below:</a:t>
            </a:r>
          </a:p>
        </p:txBody>
      </p:sp>
      <p:sp>
        <p:nvSpPr>
          <p:cNvPr id="19467" name="Text Box 11">
            <a:extLst>
              <a:ext uri="{FF2B5EF4-FFF2-40B4-BE49-F238E27FC236}">
                <a16:creationId xmlns:a16="http://schemas.microsoft.com/office/drawing/2014/main" id="{6E17B1FD-A5A0-24F6-9B06-B41B1CFDDDD4}"/>
              </a:ext>
            </a:extLst>
          </p:cNvPr>
          <p:cNvSpPr txBox="1">
            <a:spLocks noChangeArrowheads="1"/>
          </p:cNvSpPr>
          <p:nvPr/>
        </p:nvSpPr>
        <p:spPr bwMode="auto">
          <a:xfrm>
            <a:off x="1068388" y="0"/>
            <a:ext cx="24876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3200" i="1">
                <a:solidFill>
                  <a:schemeClr val="hlink"/>
                </a:solidFill>
              </a:rPr>
              <a:t>Example 13.2</a:t>
            </a:r>
          </a:p>
        </p:txBody>
      </p:sp>
      <p:pic>
        <p:nvPicPr>
          <p:cNvPr id="19468" name="Picture 12">
            <a:extLst>
              <a:ext uri="{FF2B5EF4-FFF2-40B4-BE49-F238E27FC236}">
                <a16:creationId xmlns:a16="http://schemas.microsoft.com/office/drawing/2014/main" id="{C7C97661-3ADD-838A-9D9B-F16C79405C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4579938"/>
            <a:ext cx="8091488" cy="296862"/>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Text Box 19">
            <a:extLst>
              <a:ext uri="{FF2B5EF4-FFF2-40B4-BE49-F238E27FC236}">
                <a16:creationId xmlns:a16="http://schemas.microsoft.com/office/drawing/2014/main" id="{14393815-01DD-9CB3-93E5-C850DB44D00E}"/>
              </a:ext>
            </a:extLst>
          </p:cNvPr>
          <p:cNvSpPr txBox="1">
            <a:spLocks noChangeArrowheads="1"/>
          </p:cNvSpPr>
          <p:nvPr/>
        </p:nvSpPr>
        <p:spPr bwMode="auto">
          <a:xfrm>
            <a:off x="984250" y="2852738"/>
            <a:ext cx="7543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200" b="1">
                <a:solidFill>
                  <a:srgbClr val="0000CC"/>
                </a:solidFill>
                <a:latin typeface="Arial" panose="020B0604020202020204" pitchFamily="34" charset="0"/>
              </a:rPr>
              <a:t>Examples of Manufacturer IDs</a:t>
            </a:r>
            <a:endParaRPr lang="en-US" altLang="en-US" sz="3200">
              <a:solidFill>
                <a:srgbClr val="0000CC"/>
              </a:solidFill>
              <a:latin typeface="Arial" panose="020B0604020202020204" pitchFamily="34" charset="0"/>
            </a:endParaRPr>
          </a:p>
        </p:txBody>
      </p:sp>
      <p:sp>
        <p:nvSpPr>
          <p:cNvPr id="20484" name="Text Box 20">
            <a:extLst>
              <a:ext uri="{FF2B5EF4-FFF2-40B4-BE49-F238E27FC236}">
                <a16:creationId xmlns:a16="http://schemas.microsoft.com/office/drawing/2014/main" id="{BCA6E447-8745-A8E9-9DA1-D48CC61E1D44}"/>
              </a:ext>
            </a:extLst>
          </p:cNvPr>
          <p:cNvSpPr txBox="1">
            <a:spLocks noChangeArrowheads="1"/>
          </p:cNvSpPr>
          <p:nvPr/>
        </p:nvSpPr>
        <p:spPr bwMode="auto">
          <a:xfrm>
            <a:off x="831850" y="3716338"/>
            <a:ext cx="748506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8600" indent="-228600" eaLnBrk="0" hangingPunct="0">
              <a:tabLst>
                <a:tab pos="685800" algn="l"/>
                <a:tab pos="1082675" algn="l"/>
              </a:tabLst>
              <a:defRPr sz="2400">
                <a:solidFill>
                  <a:schemeClr val="tx1"/>
                </a:solidFill>
                <a:latin typeface="Times New Roman" panose="02020603050405020304" pitchFamily="18" charset="0"/>
              </a:defRPr>
            </a:lvl1pPr>
            <a:lvl2pPr marL="742950" indent="-285750" eaLnBrk="0" hangingPunct="0">
              <a:tabLst>
                <a:tab pos="685800" algn="l"/>
                <a:tab pos="1082675" algn="l"/>
              </a:tabLst>
              <a:defRPr sz="2400">
                <a:solidFill>
                  <a:schemeClr val="tx1"/>
                </a:solidFill>
                <a:latin typeface="Times New Roman" panose="02020603050405020304" pitchFamily="18" charset="0"/>
              </a:defRPr>
            </a:lvl2pPr>
            <a:lvl3pPr marL="1143000" indent="-228600" eaLnBrk="0" hangingPunct="0">
              <a:tabLst>
                <a:tab pos="685800" algn="l"/>
                <a:tab pos="1082675" algn="l"/>
              </a:tabLst>
              <a:defRPr sz="2400">
                <a:solidFill>
                  <a:schemeClr val="tx1"/>
                </a:solidFill>
                <a:latin typeface="Times New Roman" panose="02020603050405020304" pitchFamily="18" charset="0"/>
              </a:defRPr>
            </a:lvl3pPr>
            <a:lvl4pPr marL="1600200" indent="-228600" eaLnBrk="0" hangingPunct="0">
              <a:tabLst>
                <a:tab pos="685800" algn="l"/>
                <a:tab pos="1082675" algn="l"/>
              </a:tabLst>
              <a:defRPr sz="2400">
                <a:solidFill>
                  <a:schemeClr val="tx1"/>
                </a:solidFill>
                <a:latin typeface="Times New Roman" panose="02020603050405020304" pitchFamily="18" charset="0"/>
              </a:defRPr>
            </a:lvl4pPr>
            <a:lvl5pPr marL="2057400" indent="-228600" eaLnBrk="0" hangingPunct="0">
              <a:tabLst>
                <a:tab pos="685800" algn="l"/>
                <a:tab pos="1082675"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685800" algn="l"/>
                <a:tab pos="1082675"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685800" algn="l"/>
                <a:tab pos="1082675"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685800" algn="l"/>
                <a:tab pos="1082675"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685800" algn="l"/>
                <a:tab pos="1082675" algn="l"/>
              </a:tabLst>
              <a:defRPr sz="2400">
                <a:solidFill>
                  <a:schemeClr val="tx1"/>
                </a:solidFill>
                <a:latin typeface="Times New Roman" panose="02020603050405020304" pitchFamily="18" charset="0"/>
              </a:defRPr>
            </a:lvl9pPr>
          </a:lstStyle>
          <a:p>
            <a:pPr>
              <a:spcAft>
                <a:spcPct val="50000"/>
              </a:spcAft>
            </a:pPr>
            <a:r>
              <a:rPr lang="en-US" altLang="en-US" b="1"/>
              <a:t>Cisco	: 00-00-0C-		3Com	: 00-60-8C-</a:t>
            </a:r>
          </a:p>
          <a:p>
            <a:pPr>
              <a:spcAft>
                <a:spcPct val="50000"/>
              </a:spcAft>
            </a:pPr>
            <a:r>
              <a:rPr lang="en-US" altLang="en-US" b="1"/>
              <a:t>			: 00-60-09-			: 00-60-08-</a:t>
            </a:r>
          </a:p>
        </p:txBody>
      </p:sp>
      <p:sp>
        <p:nvSpPr>
          <p:cNvPr id="20485" name="Text Box 26">
            <a:extLst>
              <a:ext uri="{FF2B5EF4-FFF2-40B4-BE49-F238E27FC236}">
                <a16:creationId xmlns:a16="http://schemas.microsoft.com/office/drawing/2014/main" id="{E679A465-E414-3A06-E12E-B3023780333D}"/>
              </a:ext>
            </a:extLst>
          </p:cNvPr>
          <p:cNvSpPr txBox="1">
            <a:spLocks noChangeArrowheads="1"/>
          </p:cNvSpPr>
          <p:nvPr/>
        </p:nvSpPr>
        <p:spPr bwMode="auto">
          <a:xfrm>
            <a:off x="831850" y="476250"/>
            <a:ext cx="7848600" cy="201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8600" indent="-228600" eaLnBrk="0" hangingPunct="0">
              <a:tabLst>
                <a:tab pos="685800" algn="l"/>
              </a:tabLst>
              <a:defRPr sz="2400">
                <a:solidFill>
                  <a:schemeClr val="tx1"/>
                </a:solidFill>
                <a:latin typeface="Times New Roman" panose="02020603050405020304" pitchFamily="18" charset="0"/>
              </a:defRPr>
            </a:lvl1pPr>
            <a:lvl2pPr marL="742950" indent="-285750" eaLnBrk="0" hangingPunct="0">
              <a:tabLst>
                <a:tab pos="685800" algn="l"/>
              </a:tabLst>
              <a:defRPr sz="2400">
                <a:solidFill>
                  <a:schemeClr val="tx1"/>
                </a:solidFill>
                <a:latin typeface="Times New Roman" panose="02020603050405020304" pitchFamily="18" charset="0"/>
              </a:defRPr>
            </a:lvl2pPr>
            <a:lvl3pPr marL="1143000" indent="-228600" eaLnBrk="0" hangingPunct="0">
              <a:tabLst>
                <a:tab pos="685800" algn="l"/>
              </a:tabLst>
              <a:defRPr sz="2400">
                <a:solidFill>
                  <a:schemeClr val="tx1"/>
                </a:solidFill>
                <a:latin typeface="Times New Roman" panose="02020603050405020304" pitchFamily="18" charset="0"/>
              </a:defRPr>
            </a:lvl3pPr>
            <a:lvl4pPr marL="1600200" indent="-228600" eaLnBrk="0" hangingPunct="0">
              <a:tabLst>
                <a:tab pos="685800" algn="l"/>
              </a:tabLst>
              <a:defRPr sz="2400">
                <a:solidFill>
                  <a:schemeClr val="tx1"/>
                </a:solidFill>
                <a:latin typeface="Times New Roman" panose="02020603050405020304" pitchFamily="18" charset="0"/>
              </a:defRPr>
            </a:lvl4pPr>
            <a:lvl5pPr marL="2057400" indent="-228600" eaLnBrk="0" hangingPunct="0">
              <a:tabLst>
                <a:tab pos="6858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6858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6858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6858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685800" algn="l"/>
              </a:tabLst>
              <a:defRPr sz="2400">
                <a:solidFill>
                  <a:schemeClr val="tx1"/>
                </a:solidFill>
                <a:latin typeface="Times New Roman" panose="02020603050405020304" pitchFamily="18" charset="0"/>
              </a:defRPr>
            </a:lvl9pPr>
          </a:lstStyle>
          <a:p>
            <a:pPr>
              <a:spcAft>
                <a:spcPct val="50000"/>
              </a:spcAft>
            </a:pPr>
            <a:r>
              <a:rPr lang="en-US" altLang="en-US" sz="2800" b="1"/>
              <a:t>	Ethernet addresses are 48 bits long.  </a:t>
            </a:r>
          </a:p>
          <a:p>
            <a:pPr>
              <a:spcAft>
                <a:spcPct val="50000"/>
              </a:spcAft>
            </a:pPr>
            <a:r>
              <a:rPr lang="en-US" altLang="en-US" sz="2800" b="1"/>
              <a:t>	Ethernet addresses are governed by IEEE and are usually imprinted on Ethernet cards when the cards are manufactured.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274E73B-ED77-5193-A7AC-71038CFC00C6}"/>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21507" name="Rectangle 3">
            <a:extLst>
              <a:ext uri="{FF2B5EF4-FFF2-40B4-BE49-F238E27FC236}">
                <a16:creationId xmlns:a16="http://schemas.microsoft.com/office/drawing/2014/main" id="{933F6133-3F08-08F3-0B9E-D75078DC8B9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21508" name="Rectangle 4">
            <a:extLst>
              <a:ext uri="{FF2B5EF4-FFF2-40B4-BE49-F238E27FC236}">
                <a16:creationId xmlns:a16="http://schemas.microsoft.com/office/drawing/2014/main" id="{817B1E27-80AF-FAFB-8D01-90EBA86CB08C}"/>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21509" name="Rectangle 5">
            <a:extLst>
              <a:ext uri="{FF2B5EF4-FFF2-40B4-BE49-F238E27FC236}">
                <a16:creationId xmlns:a16="http://schemas.microsoft.com/office/drawing/2014/main" id="{91226777-AAAD-6E3C-008B-AFA14CED950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21510" name="Rectangle 6">
            <a:extLst>
              <a:ext uri="{FF2B5EF4-FFF2-40B4-BE49-F238E27FC236}">
                <a16:creationId xmlns:a16="http://schemas.microsoft.com/office/drawing/2014/main" id="{6F291997-1C34-00AB-D7A1-4CF5C100CDA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21511" name="Rectangle 7">
            <a:extLst>
              <a:ext uri="{FF2B5EF4-FFF2-40B4-BE49-F238E27FC236}">
                <a16:creationId xmlns:a16="http://schemas.microsoft.com/office/drawing/2014/main" id="{99E2886C-CCD1-78CE-F968-ED3B5B579994}"/>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21512" name="Rectangle 8">
            <a:extLst>
              <a:ext uri="{FF2B5EF4-FFF2-40B4-BE49-F238E27FC236}">
                <a16:creationId xmlns:a16="http://schemas.microsoft.com/office/drawing/2014/main" id="{FFAB4A57-EB80-EA8B-D89B-D08BDF43341B}"/>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21513" name="Rectangle 9">
            <a:extLst>
              <a:ext uri="{FF2B5EF4-FFF2-40B4-BE49-F238E27FC236}">
                <a16:creationId xmlns:a16="http://schemas.microsoft.com/office/drawing/2014/main" id="{CAD5A833-1BA3-1A3A-FBDE-5A0F84FE8C71}"/>
              </a:ext>
            </a:extLst>
          </p:cNvPr>
          <p:cNvSpPr>
            <a:spLocks noChangeArrowheads="1"/>
          </p:cNvSpPr>
          <p:nvPr/>
        </p:nvSpPr>
        <p:spPr bwMode="auto">
          <a:xfrm>
            <a:off x="228600" y="990600"/>
            <a:ext cx="86868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800" i="1"/>
              <a:t>Define the type of the following destination addresses:</a:t>
            </a:r>
          </a:p>
          <a:p>
            <a:pPr algn="just" eaLnBrk="1" hangingPunct="1"/>
            <a:r>
              <a:rPr lang="en-US" altLang="en-US" sz="2800" i="1">
                <a:solidFill>
                  <a:schemeClr val="hlink"/>
                </a:solidFill>
              </a:rPr>
              <a:t>a</a:t>
            </a:r>
            <a:r>
              <a:rPr lang="en-US" altLang="en-US" sz="2800" i="1"/>
              <a:t>.  4A:30:10:21:10:1A               </a:t>
            </a:r>
            <a:r>
              <a:rPr lang="en-US" altLang="en-US" sz="2800" i="1">
                <a:solidFill>
                  <a:schemeClr val="hlink"/>
                </a:solidFill>
              </a:rPr>
              <a:t>b</a:t>
            </a:r>
            <a:r>
              <a:rPr lang="en-US" altLang="en-US" sz="2800" i="1"/>
              <a:t>.  47:20:1B:2E:08:EE</a:t>
            </a:r>
          </a:p>
          <a:p>
            <a:pPr algn="just" eaLnBrk="1" hangingPunct="1"/>
            <a:r>
              <a:rPr lang="en-US" altLang="en-US" sz="2800" i="1">
                <a:solidFill>
                  <a:schemeClr val="hlink"/>
                </a:solidFill>
              </a:rPr>
              <a:t>c.</a:t>
            </a:r>
            <a:r>
              <a:rPr lang="en-US" altLang="en-US" sz="2800" i="1"/>
              <a:t>  FF:FF:FF:FF:FF:FF</a:t>
            </a:r>
          </a:p>
        </p:txBody>
      </p:sp>
      <p:sp>
        <p:nvSpPr>
          <p:cNvPr id="21514" name="Rectangle 10">
            <a:extLst>
              <a:ext uri="{FF2B5EF4-FFF2-40B4-BE49-F238E27FC236}">
                <a16:creationId xmlns:a16="http://schemas.microsoft.com/office/drawing/2014/main" id="{67E898C9-533E-6000-803E-0A10F29F1556}"/>
              </a:ext>
            </a:extLst>
          </p:cNvPr>
          <p:cNvSpPr>
            <a:spLocks noChangeArrowheads="1"/>
          </p:cNvSpPr>
          <p:nvPr/>
        </p:nvSpPr>
        <p:spPr bwMode="auto">
          <a:xfrm>
            <a:off x="228600" y="2438400"/>
            <a:ext cx="8686800" cy="393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800" i="1">
                <a:solidFill>
                  <a:schemeClr val="hlink"/>
                </a:solidFill>
              </a:rPr>
              <a:t>Solution</a:t>
            </a:r>
          </a:p>
          <a:p>
            <a:pPr eaLnBrk="1" hangingPunct="1"/>
            <a:r>
              <a:rPr lang="en-US" altLang="en-US" sz="2800" i="1">
                <a:latin typeface="Times" panose="02020603050405020304" pitchFamily="18" charset="0"/>
              </a:rPr>
              <a:t>To find the type of the address, we need to look at the second hexadecimal digit from the left. If it is even, the address is unicast. If it is odd, the address is multicast. If all digits are F’s, the address is broadcast. Therefore, we have the following:</a:t>
            </a:r>
          </a:p>
          <a:p>
            <a:pPr eaLnBrk="1" hangingPunct="1"/>
            <a:r>
              <a:rPr lang="en-US" altLang="en-US" sz="2800" i="1">
                <a:solidFill>
                  <a:schemeClr val="hlink"/>
                </a:solidFill>
                <a:latin typeface="Times" panose="02020603050405020304" pitchFamily="18" charset="0"/>
              </a:rPr>
              <a:t>a</a:t>
            </a:r>
            <a:r>
              <a:rPr lang="en-US" altLang="en-US" sz="2800" i="1">
                <a:latin typeface="Times" panose="02020603050405020304" pitchFamily="18" charset="0"/>
              </a:rPr>
              <a:t>.  This is a unicast address because A in binary is 1010.</a:t>
            </a:r>
          </a:p>
          <a:p>
            <a:pPr eaLnBrk="1" hangingPunct="1"/>
            <a:r>
              <a:rPr lang="en-US" altLang="en-US" sz="2800" i="1">
                <a:solidFill>
                  <a:schemeClr val="hlink"/>
                </a:solidFill>
                <a:latin typeface="Times" panose="02020603050405020304" pitchFamily="18" charset="0"/>
              </a:rPr>
              <a:t>b.</a:t>
            </a:r>
            <a:r>
              <a:rPr lang="en-US" altLang="en-US" sz="2800" i="1">
                <a:latin typeface="Times" panose="02020603050405020304" pitchFamily="18" charset="0"/>
              </a:rPr>
              <a:t>  This is a multicast address because 7 in binary is 0111.</a:t>
            </a:r>
          </a:p>
          <a:p>
            <a:pPr eaLnBrk="1" hangingPunct="1"/>
            <a:r>
              <a:rPr lang="en-US" altLang="en-US" sz="2800" i="1">
                <a:solidFill>
                  <a:schemeClr val="hlink"/>
                </a:solidFill>
                <a:latin typeface="Times" panose="02020603050405020304" pitchFamily="18" charset="0"/>
              </a:rPr>
              <a:t>c.</a:t>
            </a:r>
            <a:r>
              <a:rPr lang="en-US" altLang="en-US" sz="2800" i="1">
                <a:latin typeface="Times" panose="02020603050405020304" pitchFamily="18" charset="0"/>
              </a:rPr>
              <a:t>  This is a broadcast address because all digits are F’s.</a:t>
            </a:r>
          </a:p>
        </p:txBody>
      </p:sp>
      <p:sp>
        <p:nvSpPr>
          <p:cNvPr id="21515" name="Text Box 11">
            <a:extLst>
              <a:ext uri="{FF2B5EF4-FFF2-40B4-BE49-F238E27FC236}">
                <a16:creationId xmlns:a16="http://schemas.microsoft.com/office/drawing/2014/main" id="{EECCF0D9-D481-2708-8B46-40E8D862D465}"/>
              </a:ext>
            </a:extLst>
          </p:cNvPr>
          <p:cNvSpPr txBox="1">
            <a:spLocks noChangeArrowheads="1"/>
          </p:cNvSpPr>
          <p:nvPr/>
        </p:nvSpPr>
        <p:spPr bwMode="auto">
          <a:xfrm>
            <a:off x="1068388" y="-46038"/>
            <a:ext cx="24876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3200" i="1">
                <a:solidFill>
                  <a:schemeClr val="hlink"/>
                </a:solidFill>
              </a:rPr>
              <a:t>Example 13.1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57D94271-B40F-9989-BD62-5F0D5EB3A7C9}"/>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22531" name="Rectangle 3">
            <a:extLst>
              <a:ext uri="{FF2B5EF4-FFF2-40B4-BE49-F238E27FC236}">
                <a16:creationId xmlns:a16="http://schemas.microsoft.com/office/drawing/2014/main" id="{0813A554-911B-2C86-3087-817C4ED40B4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22532" name="Rectangle 4">
            <a:extLst>
              <a:ext uri="{FF2B5EF4-FFF2-40B4-BE49-F238E27FC236}">
                <a16:creationId xmlns:a16="http://schemas.microsoft.com/office/drawing/2014/main" id="{0A138C78-A561-7CE1-53DA-D0DAD5DF31ED}"/>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22533" name="Rectangle 5">
            <a:extLst>
              <a:ext uri="{FF2B5EF4-FFF2-40B4-BE49-F238E27FC236}">
                <a16:creationId xmlns:a16="http://schemas.microsoft.com/office/drawing/2014/main" id="{3FE16452-C94F-0C14-29CD-29AD8024093D}"/>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22534" name="Rectangle 6">
            <a:extLst>
              <a:ext uri="{FF2B5EF4-FFF2-40B4-BE49-F238E27FC236}">
                <a16:creationId xmlns:a16="http://schemas.microsoft.com/office/drawing/2014/main" id="{2E0A36CF-8ABE-D9D8-E4EC-9C7CC590B7C7}"/>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22535" name="Rectangle 7">
            <a:extLst>
              <a:ext uri="{FF2B5EF4-FFF2-40B4-BE49-F238E27FC236}">
                <a16:creationId xmlns:a16="http://schemas.microsoft.com/office/drawing/2014/main" id="{228282C8-86A0-A68C-A0B1-E4839DDEEACB}"/>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22536" name="Rectangle 8">
            <a:extLst>
              <a:ext uri="{FF2B5EF4-FFF2-40B4-BE49-F238E27FC236}">
                <a16:creationId xmlns:a16="http://schemas.microsoft.com/office/drawing/2014/main" id="{4DA76F97-C58B-FAFF-B40D-BA84657E3440}"/>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22537" name="Line 9">
            <a:extLst>
              <a:ext uri="{FF2B5EF4-FFF2-40B4-BE49-F238E27FC236}">
                <a16:creationId xmlns:a16="http://schemas.microsoft.com/office/drawing/2014/main" id="{28087C39-15F1-566C-4BB7-73FF1872CF7C}"/>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38" name="Line 10">
            <a:extLst>
              <a:ext uri="{FF2B5EF4-FFF2-40B4-BE49-F238E27FC236}">
                <a16:creationId xmlns:a16="http://schemas.microsoft.com/office/drawing/2014/main" id="{660F3E97-FD23-27EF-523A-E93278D0F2CD}"/>
              </a:ext>
            </a:extLst>
          </p:cNvPr>
          <p:cNvSpPr>
            <a:spLocks noChangeShapeType="1"/>
          </p:cNvSpPr>
          <p:nvPr/>
        </p:nvSpPr>
        <p:spPr bwMode="auto">
          <a:xfrm>
            <a:off x="458788" y="4419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39" name="Rectangle 11">
            <a:extLst>
              <a:ext uri="{FF2B5EF4-FFF2-40B4-BE49-F238E27FC236}">
                <a16:creationId xmlns:a16="http://schemas.microsoft.com/office/drawing/2014/main" id="{3B2F389B-8737-4D47-D93E-00EC6362F292}"/>
              </a:ext>
            </a:extLst>
          </p:cNvPr>
          <p:cNvSpPr>
            <a:spLocks noChangeArrowheads="1"/>
          </p:cNvSpPr>
          <p:nvPr/>
        </p:nvSpPr>
        <p:spPr bwMode="auto">
          <a:xfrm>
            <a:off x="495300" y="2759075"/>
            <a:ext cx="8077200" cy="1554163"/>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3200">
                <a:solidFill>
                  <a:schemeClr val="hlink"/>
                </a:solidFill>
                <a:latin typeface="Arial" panose="020B0604020202020204" pitchFamily="34" charset="0"/>
              </a:rPr>
              <a:t>Frame length:</a:t>
            </a:r>
            <a:endParaRPr lang="en-US" altLang="en-US" sz="3200">
              <a:latin typeface="Arial" panose="020B0604020202020204" pitchFamily="34" charset="0"/>
            </a:endParaRPr>
          </a:p>
          <a:p>
            <a:pPr algn="ctr" eaLnBrk="1" hangingPunct="1"/>
            <a:r>
              <a:rPr lang="en-US" altLang="en-US" sz="3200">
                <a:latin typeface="Arial" panose="020B0604020202020204" pitchFamily="34" charset="0"/>
              </a:rPr>
              <a:t>Minimum: 64 bytes (512 bits) </a:t>
            </a:r>
            <a:br>
              <a:rPr lang="en-US" altLang="en-US" sz="3200">
                <a:latin typeface="Arial" panose="020B0604020202020204" pitchFamily="34" charset="0"/>
              </a:rPr>
            </a:br>
            <a:r>
              <a:rPr lang="en-US" altLang="en-US" sz="3200">
                <a:latin typeface="Arial" panose="020B0604020202020204" pitchFamily="34" charset="0"/>
              </a:rPr>
              <a:t>Maximum: 1518 bytes (12,144 bits)</a:t>
            </a:r>
            <a:endParaRPr lang="en-US" altLang="en-US" sz="3200" baseline="30000">
              <a:latin typeface="Arial" panose="020B0604020202020204" pitchFamily="34" charset="0"/>
            </a:endParaRPr>
          </a:p>
        </p:txBody>
      </p:sp>
      <p:grpSp>
        <p:nvGrpSpPr>
          <p:cNvPr id="22540" name="Group 12">
            <a:extLst>
              <a:ext uri="{FF2B5EF4-FFF2-40B4-BE49-F238E27FC236}">
                <a16:creationId xmlns:a16="http://schemas.microsoft.com/office/drawing/2014/main" id="{63D0CA65-ABB5-46DE-6BA3-F8888FF661BD}"/>
              </a:ext>
            </a:extLst>
          </p:cNvPr>
          <p:cNvGrpSpPr>
            <a:grpSpLocks/>
          </p:cNvGrpSpPr>
          <p:nvPr/>
        </p:nvGrpSpPr>
        <p:grpSpPr bwMode="auto">
          <a:xfrm>
            <a:off x="457200" y="1981200"/>
            <a:ext cx="1143000" cy="566738"/>
            <a:chOff x="1200" y="1248"/>
            <a:chExt cx="720" cy="357"/>
          </a:xfrm>
        </p:grpSpPr>
        <p:pic>
          <p:nvPicPr>
            <p:cNvPr id="22541" name="Picture 13">
              <a:extLst>
                <a:ext uri="{FF2B5EF4-FFF2-40B4-BE49-F238E27FC236}">
                  <a16:creationId xmlns:a16="http://schemas.microsoft.com/office/drawing/2014/main" id="{4E4E7E11-FF8A-5B4B-99C4-33AAC72C51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42" name="Text Box 14">
              <a:extLst>
                <a:ext uri="{FF2B5EF4-FFF2-40B4-BE49-F238E27FC236}">
                  <a16:creationId xmlns:a16="http://schemas.microsoft.com/office/drawing/2014/main" id="{C16BAA5F-48CD-82A6-CE2F-8D4DC736111B}"/>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800" i="1">
                  <a:solidFill>
                    <a:schemeClr val="hlink"/>
                  </a:solidFill>
                </a:rPr>
                <a:t>Note</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Line 2">
            <a:extLst>
              <a:ext uri="{FF2B5EF4-FFF2-40B4-BE49-F238E27FC236}">
                <a16:creationId xmlns:a16="http://schemas.microsoft.com/office/drawing/2014/main" id="{CD067D29-A5B1-B1A8-91F8-37EE6C0162B1}"/>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55" name="Line 3">
            <a:extLst>
              <a:ext uri="{FF2B5EF4-FFF2-40B4-BE49-F238E27FC236}">
                <a16:creationId xmlns:a16="http://schemas.microsoft.com/office/drawing/2014/main" id="{CFD256B6-8736-5D1C-36B7-63915D466FC9}"/>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56" name="Text Box 4">
            <a:extLst>
              <a:ext uri="{FF2B5EF4-FFF2-40B4-BE49-F238E27FC236}">
                <a16:creationId xmlns:a16="http://schemas.microsoft.com/office/drawing/2014/main" id="{199960DE-3286-7A45-5A96-C46B8C794B9C}"/>
              </a:ext>
            </a:extLst>
          </p:cNvPr>
          <p:cNvSpPr txBox="1">
            <a:spLocks noChangeArrowheads="1"/>
          </p:cNvSpPr>
          <p:nvPr/>
        </p:nvSpPr>
        <p:spPr bwMode="auto">
          <a:xfrm>
            <a:off x="304800" y="762000"/>
            <a:ext cx="6472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solidFill>
                  <a:schemeClr val="folHlink"/>
                </a:solidFill>
              </a:rPr>
              <a:t>Figure 13.3  </a:t>
            </a:r>
            <a:r>
              <a:rPr lang="en-US" altLang="en-US" sz="2000" i="1"/>
              <a:t>Ethernet evolution through four generations</a:t>
            </a:r>
          </a:p>
        </p:txBody>
      </p:sp>
      <p:sp>
        <p:nvSpPr>
          <p:cNvPr id="23557" name="Line 5">
            <a:extLst>
              <a:ext uri="{FF2B5EF4-FFF2-40B4-BE49-F238E27FC236}">
                <a16:creationId xmlns:a16="http://schemas.microsoft.com/office/drawing/2014/main" id="{332C5D42-26A4-61D8-BE55-2DB606CDE40B}"/>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23558" name="Picture 6">
            <a:extLst>
              <a:ext uri="{FF2B5EF4-FFF2-40B4-BE49-F238E27FC236}">
                <a16:creationId xmlns:a16="http://schemas.microsoft.com/office/drawing/2014/main" id="{11DADAD3-3291-6AC0-6A5C-DD50DA0377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225" y="2286000"/>
            <a:ext cx="7394575" cy="235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3" name="Rectangle 7">
            <a:extLst>
              <a:ext uri="{FF2B5EF4-FFF2-40B4-BE49-F238E27FC236}">
                <a16:creationId xmlns:a16="http://schemas.microsoft.com/office/drawing/2014/main" id="{7FA604EB-4588-E999-E1C6-734E6124C601}"/>
              </a:ext>
            </a:extLst>
          </p:cNvPr>
          <p:cNvSpPr>
            <a:spLocks noChangeArrowheads="1"/>
          </p:cNvSpPr>
          <p:nvPr/>
        </p:nvSpPr>
        <p:spPr bwMode="auto">
          <a:xfrm>
            <a:off x="381000" y="549275"/>
            <a:ext cx="8763000"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lnSpc>
                <a:spcPct val="90000"/>
              </a:lnSpc>
              <a:spcBef>
                <a:spcPct val="20000"/>
              </a:spcBef>
              <a:buClr>
                <a:schemeClr val="tx1"/>
              </a:buClr>
              <a:buFontTx/>
              <a:buChar char="•"/>
            </a:pPr>
            <a:r>
              <a:rPr lang="en-US" altLang="en-US" sz="2800" b="1">
                <a:latin typeface="Arial" panose="020B0604020202020204" pitchFamily="34" charset="0"/>
              </a:rPr>
              <a:t>Baseband Transmission</a:t>
            </a:r>
          </a:p>
          <a:p>
            <a:pPr lvl="1" eaLnBrk="1" hangingPunct="1">
              <a:lnSpc>
                <a:spcPct val="80000"/>
              </a:lnSpc>
              <a:spcBef>
                <a:spcPct val="20000"/>
              </a:spcBef>
              <a:buClr>
                <a:schemeClr val="tx1"/>
              </a:buClr>
              <a:buFontTx/>
              <a:buChar char="•"/>
            </a:pPr>
            <a:r>
              <a:rPr lang="en-US" altLang="en-US" b="1"/>
              <a:t>Entire channel is used to transmit a single digital signal</a:t>
            </a:r>
          </a:p>
          <a:p>
            <a:pPr lvl="1" eaLnBrk="1" hangingPunct="1">
              <a:lnSpc>
                <a:spcPct val="80000"/>
              </a:lnSpc>
              <a:spcBef>
                <a:spcPct val="20000"/>
              </a:spcBef>
              <a:buClr>
                <a:schemeClr val="tx1"/>
              </a:buClr>
              <a:buFontTx/>
              <a:buChar char="•"/>
            </a:pPr>
            <a:r>
              <a:rPr lang="en-US" altLang="en-US" b="1"/>
              <a:t>Complete </a:t>
            </a:r>
            <a:r>
              <a:rPr lang="en-US" altLang="en-US" b="1">
                <a:solidFill>
                  <a:srgbClr val="FF3300"/>
                </a:solidFill>
              </a:rPr>
              <a:t>bandwidth</a:t>
            </a:r>
            <a:r>
              <a:rPr lang="en-US" altLang="en-US" b="1"/>
              <a:t> of the cable is used by a single signal</a:t>
            </a:r>
          </a:p>
          <a:p>
            <a:pPr lvl="1" eaLnBrk="1" hangingPunct="1">
              <a:lnSpc>
                <a:spcPct val="80000"/>
              </a:lnSpc>
              <a:spcBef>
                <a:spcPct val="20000"/>
              </a:spcBef>
              <a:buClr>
                <a:schemeClr val="tx1"/>
              </a:buClr>
              <a:buFontTx/>
              <a:buChar char="•"/>
            </a:pPr>
            <a:r>
              <a:rPr lang="en-US" altLang="en-US" b="1"/>
              <a:t>The transmission distance is </a:t>
            </a:r>
            <a:r>
              <a:rPr lang="en-US" altLang="en-US" b="1">
                <a:solidFill>
                  <a:srgbClr val="FF3300"/>
                </a:solidFill>
              </a:rPr>
              <a:t>shorter</a:t>
            </a:r>
          </a:p>
          <a:p>
            <a:pPr lvl="1" eaLnBrk="1" hangingPunct="1">
              <a:lnSpc>
                <a:spcPct val="80000"/>
              </a:lnSpc>
              <a:spcBef>
                <a:spcPct val="20000"/>
              </a:spcBef>
              <a:buClr>
                <a:schemeClr val="tx1"/>
              </a:buClr>
              <a:buFontTx/>
              <a:buChar char="•"/>
            </a:pPr>
            <a:r>
              <a:rPr lang="en-US" altLang="en-US" b="1"/>
              <a:t>The electrical interference is </a:t>
            </a:r>
            <a:r>
              <a:rPr lang="en-US" altLang="en-US" b="1">
                <a:solidFill>
                  <a:srgbClr val="FF3300"/>
                </a:solidFill>
              </a:rPr>
              <a:t>lower</a:t>
            </a:r>
          </a:p>
          <a:p>
            <a:pPr lvl="1" eaLnBrk="1" hangingPunct="1">
              <a:lnSpc>
                <a:spcPct val="80000"/>
              </a:lnSpc>
              <a:spcBef>
                <a:spcPct val="20000"/>
              </a:spcBef>
              <a:buClr>
                <a:schemeClr val="tx1"/>
              </a:buClr>
              <a:buFontTx/>
              <a:buChar char="•"/>
            </a:pPr>
            <a:endParaRPr lang="en-US" altLang="en-US" sz="1000" b="1"/>
          </a:p>
          <a:p>
            <a:pPr eaLnBrk="1" hangingPunct="1">
              <a:lnSpc>
                <a:spcPct val="90000"/>
              </a:lnSpc>
              <a:spcBef>
                <a:spcPct val="20000"/>
              </a:spcBef>
              <a:buClr>
                <a:schemeClr val="tx1"/>
              </a:buClr>
              <a:buFontTx/>
              <a:buChar char="•"/>
            </a:pPr>
            <a:r>
              <a:rPr lang="en-US" altLang="en-US" sz="2800" b="1">
                <a:latin typeface="Arial" panose="020B0604020202020204" pitchFamily="34" charset="0"/>
              </a:rPr>
              <a:t>Broadband Transmission</a:t>
            </a:r>
          </a:p>
          <a:p>
            <a:pPr lvl="1" eaLnBrk="1" hangingPunct="1">
              <a:lnSpc>
                <a:spcPct val="80000"/>
              </a:lnSpc>
              <a:spcBef>
                <a:spcPct val="20000"/>
              </a:spcBef>
              <a:buClr>
                <a:schemeClr val="tx1"/>
              </a:buClr>
              <a:buFontTx/>
              <a:buChar char="•"/>
            </a:pPr>
            <a:r>
              <a:rPr lang="en-US" altLang="en-US" b="1"/>
              <a:t>Use </a:t>
            </a:r>
            <a:r>
              <a:rPr lang="en-US" altLang="en-US" b="1">
                <a:solidFill>
                  <a:srgbClr val="FF3300"/>
                </a:solidFill>
              </a:rPr>
              <a:t>analog</a:t>
            </a:r>
            <a:r>
              <a:rPr lang="en-US" altLang="en-US" b="1"/>
              <a:t> signaling and a range of frequencies</a:t>
            </a:r>
          </a:p>
          <a:p>
            <a:pPr lvl="1" eaLnBrk="1" hangingPunct="1">
              <a:lnSpc>
                <a:spcPct val="80000"/>
              </a:lnSpc>
              <a:spcBef>
                <a:spcPct val="20000"/>
              </a:spcBef>
              <a:buClr>
                <a:schemeClr val="tx1"/>
              </a:buClr>
              <a:buFontTx/>
              <a:buChar char="•"/>
            </a:pPr>
            <a:r>
              <a:rPr lang="en-US" altLang="en-US" b="1">
                <a:solidFill>
                  <a:srgbClr val="FF3300"/>
                </a:solidFill>
              </a:rPr>
              <a:t>Continuous</a:t>
            </a:r>
            <a:r>
              <a:rPr lang="en-US" altLang="en-US" b="1"/>
              <a:t> signals flow in the form of waves</a:t>
            </a:r>
          </a:p>
          <a:p>
            <a:pPr lvl="1" eaLnBrk="1" hangingPunct="1">
              <a:lnSpc>
                <a:spcPct val="80000"/>
              </a:lnSpc>
              <a:spcBef>
                <a:spcPct val="20000"/>
              </a:spcBef>
              <a:buClr>
                <a:schemeClr val="tx1"/>
              </a:buClr>
              <a:buFontTx/>
              <a:buChar char="•"/>
            </a:pPr>
            <a:r>
              <a:rPr lang="en-US" altLang="en-US" b="1"/>
              <a:t>Support </a:t>
            </a:r>
            <a:r>
              <a:rPr lang="en-US" altLang="en-US" b="1">
                <a:solidFill>
                  <a:srgbClr val="FF3300"/>
                </a:solidFill>
              </a:rPr>
              <a:t>multiple analog transmission</a:t>
            </a:r>
            <a:r>
              <a:rPr lang="en-US" altLang="en-US" b="1"/>
              <a:t> (channels)</a:t>
            </a:r>
          </a:p>
        </p:txBody>
      </p:sp>
      <p:sp>
        <p:nvSpPr>
          <p:cNvPr id="1030" name="Line 37">
            <a:extLst>
              <a:ext uri="{FF2B5EF4-FFF2-40B4-BE49-F238E27FC236}">
                <a16:creationId xmlns:a16="http://schemas.microsoft.com/office/drawing/2014/main" id="{DC43E923-C49C-548E-6BB7-18FB3841AAFB}"/>
              </a:ext>
            </a:extLst>
          </p:cNvPr>
          <p:cNvSpPr>
            <a:spLocks noChangeShapeType="1"/>
          </p:cNvSpPr>
          <p:nvPr/>
        </p:nvSpPr>
        <p:spPr bwMode="auto">
          <a:xfrm>
            <a:off x="4876800" y="5867400"/>
            <a:ext cx="381000" cy="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1031" name="Line 42">
            <a:extLst>
              <a:ext uri="{FF2B5EF4-FFF2-40B4-BE49-F238E27FC236}">
                <a16:creationId xmlns:a16="http://schemas.microsoft.com/office/drawing/2014/main" id="{E31C1AEE-F708-BCAF-2877-D4196567A791}"/>
              </a:ext>
            </a:extLst>
          </p:cNvPr>
          <p:cNvSpPr>
            <a:spLocks noChangeShapeType="1"/>
          </p:cNvSpPr>
          <p:nvPr/>
        </p:nvSpPr>
        <p:spPr bwMode="auto">
          <a:xfrm flipH="1">
            <a:off x="914400" y="5867400"/>
            <a:ext cx="2057400" cy="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graphicFrame>
        <p:nvGraphicFramePr>
          <p:cNvPr id="1026" name="Object 17">
            <a:extLst>
              <a:ext uri="{FF2B5EF4-FFF2-40B4-BE49-F238E27FC236}">
                <a16:creationId xmlns:a16="http://schemas.microsoft.com/office/drawing/2014/main" id="{72AB8B01-10E0-4C43-A456-E6DBFDCDE04D}"/>
              </a:ext>
            </a:extLst>
          </p:cNvPr>
          <p:cNvGraphicFramePr>
            <a:graphicFrameLocks/>
          </p:cNvGraphicFramePr>
          <p:nvPr/>
        </p:nvGraphicFramePr>
        <p:xfrm>
          <a:off x="6400800" y="5105400"/>
          <a:ext cx="1752600" cy="688975"/>
        </p:xfrm>
        <a:graphic>
          <a:graphicData uri="http://schemas.openxmlformats.org/presentationml/2006/ole">
            <mc:AlternateContent xmlns:mc="http://schemas.openxmlformats.org/markup-compatibility/2006">
              <mc:Choice xmlns:v="urn:schemas-microsoft-com:vml" Requires="v">
                <p:oleObj spid="_x0000_s1033" name="Worksheet" r:id="rId3" imgW="3362825" imgH="1714928" progId="Excel.Sheet.8">
                  <p:embed/>
                </p:oleObj>
              </mc:Choice>
              <mc:Fallback>
                <p:oleObj name="Worksheet" r:id="rId3" imgW="3362825" imgH="1714928" progId="Excel.Sheet.8">
                  <p:embed/>
                  <p:pic>
                    <p:nvPicPr>
                      <p:cNvPr id="1026" name="Object 17">
                        <a:extLst>
                          <a:ext uri="{FF2B5EF4-FFF2-40B4-BE49-F238E27FC236}">
                            <a16:creationId xmlns:a16="http://schemas.microsoft.com/office/drawing/2014/main" id="{72AB8B01-10E0-4C43-A456-E6DBFDCDE04D}"/>
                          </a:ext>
                        </a:extLst>
                      </p:cNvPr>
                      <p:cNvPicPr>
                        <a:picLocks noChangeArrowheads="1"/>
                      </p:cNvPicPr>
                      <p:nvPr/>
                    </p:nvPicPr>
                    <p:blipFill>
                      <a:blip r:embed="rId4">
                        <a:extLst>
                          <a:ext uri="{28A0092B-C50C-407E-A947-70E740481C1C}">
                            <a14:useLocalDpi xmlns:a14="http://schemas.microsoft.com/office/drawing/2010/main" val="0"/>
                          </a:ext>
                        </a:extLst>
                      </a:blip>
                      <a:srcRect r="54382"/>
                      <a:stretch>
                        <a:fillRect/>
                      </a:stretch>
                    </p:blipFill>
                    <p:spPr bwMode="auto">
                      <a:xfrm>
                        <a:off x="6400800" y="5105400"/>
                        <a:ext cx="1752600" cy="68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2" name="Freeform 19">
            <a:extLst>
              <a:ext uri="{FF2B5EF4-FFF2-40B4-BE49-F238E27FC236}">
                <a16:creationId xmlns:a16="http://schemas.microsoft.com/office/drawing/2014/main" id="{8C92555B-C376-7044-6961-1E252C1E7F21}"/>
              </a:ext>
            </a:extLst>
          </p:cNvPr>
          <p:cNvSpPr>
            <a:spLocks/>
          </p:cNvSpPr>
          <p:nvPr/>
        </p:nvSpPr>
        <p:spPr bwMode="auto">
          <a:xfrm>
            <a:off x="1066800" y="5486400"/>
            <a:ext cx="1905000" cy="304800"/>
          </a:xfrm>
          <a:custGeom>
            <a:avLst/>
            <a:gdLst>
              <a:gd name="T0" fmla="*/ 0 w 2448"/>
              <a:gd name="T1" fmla="*/ 2147483647 h 432"/>
              <a:gd name="T2" fmla="*/ 0 w 2448"/>
              <a:gd name="T3" fmla="*/ 0 h 432"/>
              <a:gd name="T4" fmla="*/ 2147483647 w 2448"/>
              <a:gd name="T5" fmla="*/ 0 h 432"/>
              <a:gd name="T6" fmla="*/ 2147483647 w 2448"/>
              <a:gd name="T7" fmla="*/ 2147483647 h 432"/>
              <a:gd name="T8" fmla="*/ 2147483647 w 2448"/>
              <a:gd name="T9" fmla="*/ 2147483647 h 432"/>
              <a:gd name="T10" fmla="*/ 2147483647 w 2448"/>
              <a:gd name="T11" fmla="*/ 0 h 432"/>
              <a:gd name="T12" fmla="*/ 2147483647 w 2448"/>
              <a:gd name="T13" fmla="*/ 0 h 432"/>
              <a:gd name="T14" fmla="*/ 0 60000 65536"/>
              <a:gd name="T15" fmla="*/ 0 60000 65536"/>
              <a:gd name="T16" fmla="*/ 0 60000 65536"/>
              <a:gd name="T17" fmla="*/ 0 60000 65536"/>
              <a:gd name="T18" fmla="*/ 0 60000 65536"/>
              <a:gd name="T19" fmla="*/ 0 60000 65536"/>
              <a:gd name="T20" fmla="*/ 0 60000 65536"/>
              <a:gd name="T21" fmla="*/ 0 w 2448"/>
              <a:gd name="T22" fmla="*/ 0 h 432"/>
              <a:gd name="T23" fmla="*/ 2448 w 2448"/>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48" h="432">
                <a:moveTo>
                  <a:pt x="0" y="432"/>
                </a:moveTo>
                <a:lnTo>
                  <a:pt x="0" y="0"/>
                </a:lnTo>
                <a:lnTo>
                  <a:pt x="528" y="0"/>
                </a:lnTo>
                <a:lnTo>
                  <a:pt x="528" y="432"/>
                </a:lnTo>
                <a:lnTo>
                  <a:pt x="1056" y="432"/>
                </a:lnTo>
                <a:lnTo>
                  <a:pt x="1056" y="0"/>
                </a:lnTo>
                <a:lnTo>
                  <a:pt x="2448"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IN" altLang="en-US"/>
          </a:p>
        </p:txBody>
      </p:sp>
      <p:graphicFrame>
        <p:nvGraphicFramePr>
          <p:cNvPr id="1027" name="Object 33">
            <a:extLst>
              <a:ext uri="{FF2B5EF4-FFF2-40B4-BE49-F238E27FC236}">
                <a16:creationId xmlns:a16="http://schemas.microsoft.com/office/drawing/2014/main" id="{DC98C319-F98C-B724-69B9-B918C494D9C7}"/>
              </a:ext>
            </a:extLst>
          </p:cNvPr>
          <p:cNvGraphicFramePr>
            <a:graphicFrameLocks noChangeAspect="1"/>
          </p:cNvGraphicFramePr>
          <p:nvPr/>
        </p:nvGraphicFramePr>
        <p:xfrm>
          <a:off x="4038600" y="5062538"/>
          <a:ext cx="1295400" cy="1009650"/>
        </p:xfrm>
        <a:graphic>
          <a:graphicData uri="http://schemas.openxmlformats.org/presentationml/2006/ole">
            <mc:AlternateContent xmlns:mc="http://schemas.openxmlformats.org/markup-compatibility/2006">
              <mc:Choice xmlns:v="urn:schemas-microsoft-com:vml" Requires="v">
                <p:oleObj spid="_x0000_s1034" name="VISIO" r:id="rId5" imgW="2783520" imgH="2169360" progId="Visio.Drawing.5">
                  <p:embed/>
                </p:oleObj>
              </mc:Choice>
              <mc:Fallback>
                <p:oleObj name="VISIO" r:id="rId5" imgW="2783520" imgH="2169360" progId="Visio.Drawing.5">
                  <p:embed/>
                  <p:pic>
                    <p:nvPicPr>
                      <p:cNvPr id="1027" name="Object 33">
                        <a:extLst>
                          <a:ext uri="{FF2B5EF4-FFF2-40B4-BE49-F238E27FC236}">
                            <a16:creationId xmlns:a16="http://schemas.microsoft.com/office/drawing/2014/main" id="{DC98C319-F98C-B724-69B9-B918C494D9C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38600" y="5062538"/>
                        <a:ext cx="1295400" cy="100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3" name="AutoShape 35">
            <a:extLst>
              <a:ext uri="{FF2B5EF4-FFF2-40B4-BE49-F238E27FC236}">
                <a16:creationId xmlns:a16="http://schemas.microsoft.com/office/drawing/2014/main" id="{E5270291-0DB7-F201-65BC-72BC0D6A296F}"/>
              </a:ext>
            </a:extLst>
          </p:cNvPr>
          <p:cNvSpPr>
            <a:spLocks noChangeArrowheads="1"/>
          </p:cNvSpPr>
          <p:nvPr/>
        </p:nvSpPr>
        <p:spPr bwMode="auto">
          <a:xfrm>
            <a:off x="5257800" y="5791200"/>
            <a:ext cx="609600" cy="152400"/>
          </a:xfrm>
          <a:prstGeom prst="cube">
            <a:avLst>
              <a:gd name="adj" fmla="val 25000"/>
            </a:avLst>
          </a:prstGeom>
          <a:solidFill>
            <a:schemeClr val="folHlink"/>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034" name="Text Box 36">
            <a:extLst>
              <a:ext uri="{FF2B5EF4-FFF2-40B4-BE49-F238E27FC236}">
                <a16:creationId xmlns:a16="http://schemas.microsoft.com/office/drawing/2014/main" id="{37F56A1F-0620-C2E0-6A76-0219D5519EED}"/>
              </a:ext>
            </a:extLst>
          </p:cNvPr>
          <p:cNvSpPr txBox="1">
            <a:spLocks noChangeArrowheads="1"/>
          </p:cNvSpPr>
          <p:nvPr/>
        </p:nvSpPr>
        <p:spPr bwMode="auto">
          <a:xfrm>
            <a:off x="5029200" y="5943600"/>
            <a:ext cx="1131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t>Modem</a:t>
            </a:r>
          </a:p>
        </p:txBody>
      </p:sp>
      <p:sp>
        <p:nvSpPr>
          <p:cNvPr id="1035" name="Line 38">
            <a:extLst>
              <a:ext uri="{FF2B5EF4-FFF2-40B4-BE49-F238E27FC236}">
                <a16:creationId xmlns:a16="http://schemas.microsoft.com/office/drawing/2014/main" id="{B66A3CF9-7A74-3E05-19A7-02FA21196120}"/>
              </a:ext>
            </a:extLst>
          </p:cNvPr>
          <p:cNvSpPr>
            <a:spLocks noChangeShapeType="1"/>
          </p:cNvSpPr>
          <p:nvPr/>
        </p:nvSpPr>
        <p:spPr bwMode="auto">
          <a:xfrm>
            <a:off x="5867400" y="5867400"/>
            <a:ext cx="2286000" cy="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1036" name="Text Box 39">
            <a:extLst>
              <a:ext uri="{FF2B5EF4-FFF2-40B4-BE49-F238E27FC236}">
                <a16:creationId xmlns:a16="http://schemas.microsoft.com/office/drawing/2014/main" id="{3C68C707-A3E4-FF2F-F8FA-9E9B31F48D6C}"/>
              </a:ext>
            </a:extLst>
          </p:cNvPr>
          <p:cNvSpPr txBox="1">
            <a:spLocks noChangeArrowheads="1"/>
          </p:cNvSpPr>
          <p:nvPr/>
        </p:nvSpPr>
        <p:spPr bwMode="auto">
          <a:xfrm>
            <a:off x="6705600" y="5867400"/>
            <a:ext cx="19970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t>Broadband Transmission</a:t>
            </a:r>
          </a:p>
        </p:txBody>
      </p:sp>
      <p:pic>
        <p:nvPicPr>
          <p:cNvPr id="1037" name="Picture 40" descr="Network Card">
            <a:extLst>
              <a:ext uri="{FF2B5EF4-FFF2-40B4-BE49-F238E27FC236}">
                <a16:creationId xmlns:a16="http://schemas.microsoft.com/office/drawing/2014/main" id="{7BF2B156-5DFE-E258-903E-435CBE48E46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l="19514" t="33107" r="19514" b="9932"/>
          <a:stretch>
            <a:fillRect/>
          </a:stretch>
        </p:blipFill>
        <p:spPr bwMode="auto">
          <a:xfrm>
            <a:off x="2895600" y="5562600"/>
            <a:ext cx="10668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8" name="Line 41">
            <a:extLst>
              <a:ext uri="{FF2B5EF4-FFF2-40B4-BE49-F238E27FC236}">
                <a16:creationId xmlns:a16="http://schemas.microsoft.com/office/drawing/2014/main" id="{116D1CA2-081C-BCC0-4B47-09EB0AF2214B}"/>
              </a:ext>
            </a:extLst>
          </p:cNvPr>
          <p:cNvSpPr>
            <a:spLocks noChangeShapeType="1"/>
          </p:cNvSpPr>
          <p:nvPr/>
        </p:nvSpPr>
        <p:spPr bwMode="auto">
          <a:xfrm flipH="1">
            <a:off x="3733800" y="5867400"/>
            <a:ext cx="381000" cy="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1039" name="Text Box 43">
            <a:extLst>
              <a:ext uri="{FF2B5EF4-FFF2-40B4-BE49-F238E27FC236}">
                <a16:creationId xmlns:a16="http://schemas.microsoft.com/office/drawing/2014/main" id="{4B7EEE61-8743-0A55-8F47-BA97A8DFE07F}"/>
              </a:ext>
            </a:extLst>
          </p:cNvPr>
          <p:cNvSpPr txBox="1">
            <a:spLocks noChangeArrowheads="1"/>
          </p:cNvSpPr>
          <p:nvPr/>
        </p:nvSpPr>
        <p:spPr bwMode="auto">
          <a:xfrm>
            <a:off x="2819400" y="6035675"/>
            <a:ext cx="1295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t>Network Card</a:t>
            </a:r>
          </a:p>
        </p:txBody>
      </p:sp>
      <p:sp>
        <p:nvSpPr>
          <p:cNvPr id="1040" name="Text Box 44">
            <a:extLst>
              <a:ext uri="{FF2B5EF4-FFF2-40B4-BE49-F238E27FC236}">
                <a16:creationId xmlns:a16="http://schemas.microsoft.com/office/drawing/2014/main" id="{A1113C9B-FCB8-B9C5-F18E-2091E254B0E7}"/>
              </a:ext>
            </a:extLst>
          </p:cNvPr>
          <p:cNvSpPr txBox="1">
            <a:spLocks noChangeArrowheads="1"/>
          </p:cNvSpPr>
          <p:nvPr/>
        </p:nvSpPr>
        <p:spPr bwMode="auto">
          <a:xfrm>
            <a:off x="838200" y="5867400"/>
            <a:ext cx="19970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t>Baseband Transmission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5543">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65543">
                                            <p:txEl>
                                              <p:pRg st="0" end="0"/>
                                            </p:txEl>
                                          </p:spTgt>
                                        </p:tgtEl>
                                        <p:attrNameLst>
                                          <p:attrName>ppt_c</p:attrName>
                                        </p:attrNameLst>
                                      </p:cBhvr>
                                      <p:to>
                                        <a:srgbClr val="C0C0C0"/>
                                      </p:to>
                                    </p:animClr>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65543">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65543">
                                            <p:txEl>
                                              <p:pRg st="1" end="1"/>
                                            </p:txEl>
                                          </p:spTgt>
                                        </p:tgtEl>
                                        <p:attrNameLst>
                                          <p:attrName>ppt_c</p:attrName>
                                        </p:attrNameLst>
                                      </p:cBhvr>
                                      <p:to>
                                        <a:srgbClr val="C0C0C0"/>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65543">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65543">
                                            <p:txEl>
                                              <p:pRg st="2" end="2"/>
                                            </p:txEl>
                                          </p:spTgt>
                                        </p:tgtEl>
                                        <p:attrNameLst>
                                          <p:attrName>ppt_c</p:attrName>
                                        </p:attrNameLst>
                                      </p:cBhvr>
                                      <p:to>
                                        <a:srgbClr val="C0C0C0"/>
                                      </p:to>
                                    </p:animClr>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65543">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65543">
                                            <p:txEl>
                                              <p:pRg st="3" end="3"/>
                                            </p:txEl>
                                          </p:spTgt>
                                        </p:tgtEl>
                                        <p:attrNameLst>
                                          <p:attrName>ppt_c</p:attrName>
                                        </p:attrNameLst>
                                      </p:cBhvr>
                                      <p:to>
                                        <a:srgbClr val="C0C0C0"/>
                                      </p:to>
                                    </p:animClr>
                                  </p:sub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65543">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65543">
                                            <p:txEl>
                                              <p:pRg st="4" end="4"/>
                                            </p:txEl>
                                          </p:spTgt>
                                        </p:tgtEl>
                                        <p:attrNameLst>
                                          <p:attrName>ppt_c</p:attrName>
                                        </p:attrNameLst>
                                      </p:cBhvr>
                                      <p:to>
                                        <a:srgbClr val="C0C0C0"/>
                                      </p:to>
                                    </p:animClr>
                                  </p:sub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65543">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65543">
                                            <p:txEl>
                                              <p:pRg st="6" end="6"/>
                                            </p:txEl>
                                          </p:spTgt>
                                        </p:tgtEl>
                                        <p:attrNameLst>
                                          <p:attrName>ppt_c</p:attrName>
                                        </p:attrNameLst>
                                      </p:cBhvr>
                                      <p:to>
                                        <a:srgbClr val="C0C0C0"/>
                                      </p:to>
                                    </p:animClr>
                                  </p:sub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65543">
                                            <p:txEl>
                                              <p:pRg st="7" end="7"/>
                                            </p:txEl>
                                          </p:spTgt>
                                        </p:tgtEl>
                                        <p:attrNameLst>
                                          <p:attrName>style.visibility</p:attrName>
                                        </p:attrNameLst>
                                      </p:cBhvr>
                                      <p:to>
                                        <p:strVal val="visible"/>
                                      </p:to>
                                    </p:set>
                                  </p:childTnLst>
                                  <p:subTnLst>
                                    <p:animClr clrSpc="rgb" dir="cw">
                                      <p:cBhvr override="childStyle">
                                        <p:cTn dur="1" fill="hold" display="0" masterRel="nextClick" afterEffect="1"/>
                                        <p:tgtEl>
                                          <p:spTgt spid="65543">
                                            <p:txEl>
                                              <p:pRg st="7" end="7"/>
                                            </p:txEl>
                                          </p:spTgt>
                                        </p:tgtEl>
                                        <p:attrNameLst>
                                          <p:attrName>ppt_c</p:attrName>
                                        </p:attrNameLst>
                                      </p:cBhvr>
                                      <p:to>
                                        <a:srgbClr val="C0C0C0"/>
                                      </p:to>
                                    </p:animClr>
                                  </p:sub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65543">
                                            <p:txEl>
                                              <p:pRg st="8" end="8"/>
                                            </p:txEl>
                                          </p:spTgt>
                                        </p:tgtEl>
                                        <p:attrNameLst>
                                          <p:attrName>style.visibility</p:attrName>
                                        </p:attrNameLst>
                                      </p:cBhvr>
                                      <p:to>
                                        <p:strVal val="visible"/>
                                      </p:to>
                                    </p:set>
                                  </p:childTnLst>
                                  <p:subTnLst>
                                    <p:animClr clrSpc="rgb" dir="cw">
                                      <p:cBhvr override="childStyle">
                                        <p:cTn dur="1" fill="hold" display="0" masterRel="nextClick" afterEffect="1"/>
                                        <p:tgtEl>
                                          <p:spTgt spid="65543">
                                            <p:txEl>
                                              <p:pRg st="8" end="8"/>
                                            </p:txEl>
                                          </p:spTgt>
                                        </p:tgtEl>
                                        <p:attrNameLst>
                                          <p:attrName>ppt_c</p:attrName>
                                        </p:attrNameLst>
                                      </p:cBhvr>
                                      <p:to>
                                        <a:srgbClr val="C0C0C0"/>
                                      </p:to>
                                    </p:animClr>
                                  </p:sub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65543">
                                            <p:txEl>
                                              <p:pRg st="9" end="9"/>
                                            </p:txEl>
                                          </p:spTgt>
                                        </p:tgtEl>
                                        <p:attrNameLst>
                                          <p:attrName>style.visibility</p:attrName>
                                        </p:attrNameLst>
                                      </p:cBhvr>
                                      <p:to>
                                        <p:strVal val="visible"/>
                                      </p:to>
                                    </p:set>
                                  </p:childTnLst>
                                  <p:subTnLst>
                                    <p:animClr clrSpc="rgb" dir="cw">
                                      <p:cBhvr override="childStyle">
                                        <p:cTn dur="1" fill="hold" display="0" masterRel="nextClick" afterEffect="1"/>
                                        <p:tgtEl>
                                          <p:spTgt spid="65543">
                                            <p:txEl>
                                              <p:pRg st="9" end="9"/>
                                            </p:txEl>
                                          </p:spTgt>
                                        </p:tgtEl>
                                        <p:attrNameLst>
                                          <p:attrName>ppt_c</p:attrName>
                                        </p:attrNameLst>
                                      </p:cBhvr>
                                      <p:to>
                                        <a:srgbClr val="C0C0C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3" grpId="0" build="p" bldLvl="2"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a:extLst>
              <a:ext uri="{FF2B5EF4-FFF2-40B4-BE49-F238E27FC236}">
                <a16:creationId xmlns:a16="http://schemas.microsoft.com/office/drawing/2014/main" id="{6B01078B-D791-1416-DF70-4627EC917E0D}"/>
              </a:ext>
            </a:extLst>
          </p:cNvPr>
          <p:cNvSpPr txBox="1">
            <a:spLocks noChangeArrowheads="1"/>
          </p:cNvSpPr>
          <p:nvPr/>
        </p:nvSpPr>
        <p:spPr bwMode="auto">
          <a:xfrm>
            <a:off x="990600" y="90488"/>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t>Categories of traditional Ethernet</a:t>
            </a:r>
          </a:p>
        </p:txBody>
      </p:sp>
      <p:sp>
        <p:nvSpPr>
          <p:cNvPr id="24579" name="Rectangle 3">
            <a:extLst>
              <a:ext uri="{FF2B5EF4-FFF2-40B4-BE49-F238E27FC236}">
                <a16:creationId xmlns:a16="http://schemas.microsoft.com/office/drawing/2014/main" id="{60233BC8-5A34-ECFC-BD60-7F583EDA2A67}"/>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24580" name="Rectangle 4">
            <a:extLst>
              <a:ext uri="{FF2B5EF4-FFF2-40B4-BE49-F238E27FC236}">
                <a16:creationId xmlns:a16="http://schemas.microsoft.com/office/drawing/2014/main" id="{A9929F5A-BEFA-AD70-ABD8-DF00C2B7BFC2}"/>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24581" name="Rectangle 5">
            <a:extLst>
              <a:ext uri="{FF2B5EF4-FFF2-40B4-BE49-F238E27FC236}">
                <a16:creationId xmlns:a16="http://schemas.microsoft.com/office/drawing/2014/main" id="{1A885278-43BF-476E-3362-0B0743E54FE3}"/>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24582" name="Rectangle 6">
            <a:extLst>
              <a:ext uri="{FF2B5EF4-FFF2-40B4-BE49-F238E27FC236}">
                <a16:creationId xmlns:a16="http://schemas.microsoft.com/office/drawing/2014/main" id="{67096A26-F39A-A213-27DB-4EF963FBA2D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24583" name="Rectangle 7">
            <a:extLst>
              <a:ext uri="{FF2B5EF4-FFF2-40B4-BE49-F238E27FC236}">
                <a16:creationId xmlns:a16="http://schemas.microsoft.com/office/drawing/2014/main" id="{AC906BD8-01EC-9706-ABE3-F272DDADDA2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24584" name="Rectangle 8">
            <a:extLst>
              <a:ext uri="{FF2B5EF4-FFF2-40B4-BE49-F238E27FC236}">
                <a16:creationId xmlns:a16="http://schemas.microsoft.com/office/drawing/2014/main" id="{7B0C06A1-DB59-A444-211B-BAF9B5D2857B}"/>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24585" name="Rectangle 9">
            <a:extLst>
              <a:ext uri="{FF2B5EF4-FFF2-40B4-BE49-F238E27FC236}">
                <a16:creationId xmlns:a16="http://schemas.microsoft.com/office/drawing/2014/main" id="{6D5B6D21-15A6-213E-9415-C10748F8AC14}"/>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24586" name="Text Box 11">
            <a:extLst>
              <a:ext uri="{FF2B5EF4-FFF2-40B4-BE49-F238E27FC236}">
                <a16:creationId xmlns:a16="http://schemas.microsoft.com/office/drawing/2014/main" id="{F7E0AF23-4470-1376-F77D-D0D217214460}"/>
              </a:ext>
            </a:extLst>
          </p:cNvPr>
          <p:cNvSpPr txBox="1">
            <a:spLocks noChangeArrowheads="1"/>
          </p:cNvSpPr>
          <p:nvPr/>
        </p:nvSpPr>
        <p:spPr bwMode="auto">
          <a:xfrm>
            <a:off x="381000" y="3429000"/>
            <a:ext cx="822960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20000"/>
              </a:spcBef>
              <a:buClr>
                <a:srgbClr val="0000FF"/>
              </a:buClr>
              <a:buFontTx/>
              <a:buChar char="•"/>
            </a:pPr>
            <a:r>
              <a:rPr kumimoji="1" lang="en-US" altLang="en-US" sz="2000">
                <a:cs typeface="Times New Roman" panose="02020603050405020304" pitchFamily="18" charset="0"/>
              </a:rPr>
              <a:t>&lt;data rate&gt;&lt;Signaling method&gt;&lt;Max segment length or cable type&gt; </a:t>
            </a:r>
          </a:p>
          <a:p>
            <a:pPr eaLnBrk="1" hangingPunct="1">
              <a:spcBef>
                <a:spcPct val="50000"/>
              </a:spcBef>
            </a:pPr>
            <a:endParaRPr lang="en-US" altLang="en-US" sz="2000">
              <a:cs typeface="Times New Roman" panose="02020603050405020304" pitchFamily="18" charset="0"/>
            </a:endParaRPr>
          </a:p>
        </p:txBody>
      </p:sp>
      <p:pic>
        <p:nvPicPr>
          <p:cNvPr id="24587" name="Picture 12">
            <a:extLst>
              <a:ext uri="{FF2B5EF4-FFF2-40B4-BE49-F238E27FC236}">
                <a16:creationId xmlns:a16="http://schemas.microsoft.com/office/drawing/2014/main" id="{1F38E423-67C9-B05D-F590-6F6D17651D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3810000"/>
            <a:ext cx="71628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8" name="Rectangle 13">
            <a:extLst>
              <a:ext uri="{FF2B5EF4-FFF2-40B4-BE49-F238E27FC236}">
                <a16:creationId xmlns:a16="http://schemas.microsoft.com/office/drawing/2014/main" id="{0201D7B6-6790-D352-948D-D69B11940F65}"/>
              </a:ext>
            </a:extLst>
          </p:cNvPr>
          <p:cNvSpPr>
            <a:spLocks noChangeArrowheads="1"/>
          </p:cNvSpPr>
          <p:nvPr/>
        </p:nvSpPr>
        <p:spPr bwMode="auto">
          <a:xfrm>
            <a:off x="2971800" y="5257800"/>
            <a:ext cx="1676400"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4589" name="Rectangle 14">
            <a:extLst>
              <a:ext uri="{FF2B5EF4-FFF2-40B4-BE49-F238E27FC236}">
                <a16:creationId xmlns:a16="http://schemas.microsoft.com/office/drawing/2014/main" id="{C9B33F70-993A-62AA-D0CE-1B3A14CF4F29}"/>
              </a:ext>
            </a:extLst>
          </p:cNvPr>
          <p:cNvSpPr>
            <a:spLocks noChangeArrowheads="1"/>
          </p:cNvSpPr>
          <p:nvPr/>
        </p:nvSpPr>
        <p:spPr bwMode="auto">
          <a:xfrm>
            <a:off x="4267200" y="4876800"/>
            <a:ext cx="304800"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24590" name="Picture 15">
            <a:extLst>
              <a:ext uri="{FF2B5EF4-FFF2-40B4-BE49-F238E27FC236}">
                <a16:creationId xmlns:a16="http://schemas.microsoft.com/office/drawing/2014/main" id="{0EE78978-AFBF-D400-2021-63157729FA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609600"/>
            <a:ext cx="6389688"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E51426A9-9378-C93C-CA43-7DE8A4EEA3E8}"/>
              </a:ext>
            </a:extLst>
          </p:cNvPr>
          <p:cNvSpPr>
            <a:spLocks noGrp="1" noChangeArrowheads="1"/>
          </p:cNvSpPr>
          <p:nvPr>
            <p:ph type="title"/>
          </p:nvPr>
        </p:nvSpPr>
        <p:spPr>
          <a:xfrm>
            <a:off x="685800" y="609600"/>
            <a:ext cx="7772400" cy="1143000"/>
          </a:xfrm>
        </p:spPr>
        <p:txBody>
          <a:bodyPr anchor="t"/>
          <a:lstStyle/>
          <a:p>
            <a:pPr eaLnBrk="1" hangingPunct="1"/>
            <a:r>
              <a:rPr lang="en-US" altLang="en-US" b="1">
                <a:latin typeface="Arial,Bold" charset="0"/>
              </a:rPr>
              <a:t>IEEE 802.3 Cable Types</a:t>
            </a:r>
            <a:br>
              <a:rPr lang="en-US" altLang="en-US">
                <a:latin typeface="Arial,Bold" charset="0"/>
              </a:rPr>
            </a:br>
            <a:endParaRPr lang="en-US" altLang="en-US">
              <a:latin typeface="Arial,Bold" charset="0"/>
            </a:endParaRPr>
          </a:p>
        </p:txBody>
      </p:sp>
      <p:graphicFrame>
        <p:nvGraphicFramePr>
          <p:cNvPr id="491656" name="Group 136">
            <a:extLst>
              <a:ext uri="{FF2B5EF4-FFF2-40B4-BE49-F238E27FC236}">
                <a16:creationId xmlns:a16="http://schemas.microsoft.com/office/drawing/2014/main" id="{F45B1667-176E-0F3C-0DB5-D21D83800BFF}"/>
              </a:ext>
            </a:extLst>
          </p:cNvPr>
          <p:cNvGraphicFramePr>
            <a:graphicFrameLocks noGrp="1"/>
          </p:cNvGraphicFramePr>
          <p:nvPr/>
        </p:nvGraphicFramePr>
        <p:xfrm>
          <a:off x="533400" y="1447800"/>
          <a:ext cx="6019800" cy="5172076"/>
        </p:xfrm>
        <a:graphic>
          <a:graphicData uri="http://schemas.openxmlformats.org/drawingml/2006/table">
            <a:tbl>
              <a:tblPr/>
              <a:tblGrid>
                <a:gridCol w="15240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100596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i="0" u="none" strike="noStrike" cap="none" normalizeH="0" baseline="0" dirty="0">
                          <a:ln>
                            <a:noFill/>
                          </a:ln>
                          <a:solidFill>
                            <a:schemeClr val="tx1"/>
                          </a:solidFill>
                          <a:effectLst/>
                          <a:latin typeface="Times New Roman" pitchFamily="18" charset="0"/>
                          <a:cs typeface="Times New Roman" pitchFamily="18" charset="0"/>
                        </a:rPr>
                        <a:t>Name</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Cable Max. </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Max Cable Segment Length</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Nodes /segment</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6693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10Base5</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cs typeface="Times New Roman" pitchFamily="18" charset="0"/>
                        </a:rPr>
                        <a:t>thick coax</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 500 meters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000" b="0" i="0" u="none" strike="noStrike" cap="none" normalizeH="0" baseline="0">
                        <a:ln>
                          <a:noFill/>
                        </a:ln>
                        <a:solidFill>
                          <a:schemeClr val="tx1"/>
                        </a:solidFill>
                        <a:effectLst/>
                        <a:latin typeface="Times New Roman" pitchFamily="18" charset="0"/>
                        <a:cs typeface="Times New Roman" pitchFamily="18" charset="0"/>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100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000" b="0" i="0" u="none" strike="noStrike" cap="none" normalizeH="0" baseline="0">
                        <a:ln>
                          <a:noFill/>
                        </a:ln>
                        <a:solidFill>
                          <a:schemeClr val="tx1"/>
                        </a:solidFill>
                        <a:effectLst/>
                        <a:latin typeface="Times New Roman" pitchFamily="18" charset="0"/>
                        <a:cs typeface="Times New Roman" pitchFamily="18" charset="0"/>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6693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10Base2</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thin coax</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185 meters</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30</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000" b="0" i="0" u="none" strike="noStrike" cap="none" normalizeH="0" baseline="0">
                        <a:ln>
                          <a:noFill/>
                        </a:ln>
                        <a:solidFill>
                          <a:schemeClr val="tx1"/>
                        </a:solidFill>
                        <a:effectLst/>
                        <a:latin typeface="Times New Roman" pitchFamily="18" charset="0"/>
                        <a:cs typeface="Times New Roman" pitchFamily="18" charset="0"/>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161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10BaseT</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twisted pair</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100 meters</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1</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000" b="0" i="0" u="none" strike="noStrike" cap="none" normalizeH="0" baseline="0">
                        <a:ln>
                          <a:noFill/>
                        </a:ln>
                        <a:solidFill>
                          <a:schemeClr val="tx1"/>
                        </a:solidFill>
                        <a:effectLst/>
                        <a:latin typeface="Times New Roman" pitchFamily="18" charset="0"/>
                        <a:cs typeface="Times New Roman" pitchFamily="18" charset="0"/>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0161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10BaseF</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Fiber Optic</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2Km</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chemeClr val="tx1"/>
                          </a:solidFill>
                          <a:effectLst/>
                          <a:latin typeface="Times New Roman" pitchFamily="18" charset="0"/>
                          <a:cs typeface="Times New Roman" pitchFamily="18" charset="0"/>
                        </a:rPr>
                        <a:t>1</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5635" name="Rectangle 126">
            <a:extLst>
              <a:ext uri="{FF2B5EF4-FFF2-40B4-BE49-F238E27FC236}">
                <a16:creationId xmlns:a16="http://schemas.microsoft.com/office/drawing/2014/main" id="{317892DC-8D70-8171-1C96-E9FE5B7F7071}"/>
              </a:ext>
            </a:extLst>
          </p:cNvPr>
          <p:cNvSpPr>
            <a:spLocks noChangeArrowheads="1"/>
          </p:cNvSpPr>
          <p:nvPr/>
        </p:nvSpPr>
        <p:spPr bwMode="auto">
          <a:xfrm>
            <a:off x="6553200" y="1447800"/>
            <a:ext cx="1219200" cy="5105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25636" name="Line 127">
            <a:extLst>
              <a:ext uri="{FF2B5EF4-FFF2-40B4-BE49-F238E27FC236}">
                <a16:creationId xmlns:a16="http://schemas.microsoft.com/office/drawing/2014/main" id="{2A8BC484-F5B9-EEF3-3A4B-B25CEDC5B802}"/>
              </a:ext>
            </a:extLst>
          </p:cNvPr>
          <p:cNvSpPr>
            <a:spLocks noChangeShapeType="1"/>
          </p:cNvSpPr>
          <p:nvPr/>
        </p:nvSpPr>
        <p:spPr bwMode="auto">
          <a:xfrm>
            <a:off x="6477000" y="2438400"/>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7" name="Text Box 128">
            <a:extLst>
              <a:ext uri="{FF2B5EF4-FFF2-40B4-BE49-F238E27FC236}">
                <a16:creationId xmlns:a16="http://schemas.microsoft.com/office/drawing/2014/main" id="{B0222A18-8281-26D2-1D0E-F75BC268B77C}"/>
              </a:ext>
            </a:extLst>
          </p:cNvPr>
          <p:cNvSpPr txBox="1">
            <a:spLocks noChangeArrowheads="1"/>
          </p:cNvSpPr>
          <p:nvPr/>
        </p:nvSpPr>
        <p:spPr bwMode="auto">
          <a:xfrm>
            <a:off x="6629400" y="1600200"/>
            <a:ext cx="1676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Toplogy</a:t>
            </a:r>
          </a:p>
        </p:txBody>
      </p:sp>
      <p:sp>
        <p:nvSpPr>
          <p:cNvPr id="25638" name="Line 129">
            <a:extLst>
              <a:ext uri="{FF2B5EF4-FFF2-40B4-BE49-F238E27FC236}">
                <a16:creationId xmlns:a16="http://schemas.microsoft.com/office/drawing/2014/main" id="{7BFD708E-2868-A974-54A2-1FDDBB440F89}"/>
              </a:ext>
            </a:extLst>
          </p:cNvPr>
          <p:cNvSpPr>
            <a:spLocks noChangeShapeType="1"/>
          </p:cNvSpPr>
          <p:nvPr/>
        </p:nvSpPr>
        <p:spPr bwMode="auto">
          <a:xfrm>
            <a:off x="6477000" y="3505200"/>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9" name="Line 130">
            <a:extLst>
              <a:ext uri="{FF2B5EF4-FFF2-40B4-BE49-F238E27FC236}">
                <a16:creationId xmlns:a16="http://schemas.microsoft.com/office/drawing/2014/main" id="{00187234-0D42-035C-DC3D-6ECF44D99833}"/>
              </a:ext>
            </a:extLst>
          </p:cNvPr>
          <p:cNvSpPr>
            <a:spLocks noChangeShapeType="1"/>
          </p:cNvSpPr>
          <p:nvPr/>
        </p:nvSpPr>
        <p:spPr bwMode="auto">
          <a:xfrm>
            <a:off x="6553200" y="4572000"/>
            <a:ext cx="1219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40" name="Line 131">
            <a:extLst>
              <a:ext uri="{FF2B5EF4-FFF2-40B4-BE49-F238E27FC236}">
                <a16:creationId xmlns:a16="http://schemas.microsoft.com/office/drawing/2014/main" id="{4F6DE8D1-3632-F375-63C2-FB092DE6E575}"/>
              </a:ext>
            </a:extLst>
          </p:cNvPr>
          <p:cNvSpPr>
            <a:spLocks noChangeShapeType="1"/>
          </p:cNvSpPr>
          <p:nvPr/>
        </p:nvSpPr>
        <p:spPr bwMode="auto">
          <a:xfrm>
            <a:off x="6553200" y="5638800"/>
            <a:ext cx="1219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41" name="Text Box 132">
            <a:extLst>
              <a:ext uri="{FF2B5EF4-FFF2-40B4-BE49-F238E27FC236}">
                <a16:creationId xmlns:a16="http://schemas.microsoft.com/office/drawing/2014/main" id="{C1D738E1-0E33-B6AD-112B-0BD6DC9B1B6E}"/>
              </a:ext>
            </a:extLst>
          </p:cNvPr>
          <p:cNvSpPr txBox="1">
            <a:spLocks noChangeArrowheads="1"/>
          </p:cNvSpPr>
          <p:nvPr/>
        </p:nvSpPr>
        <p:spPr bwMode="auto">
          <a:xfrm>
            <a:off x="6705600" y="2667000"/>
            <a:ext cx="990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Bus</a:t>
            </a:r>
          </a:p>
        </p:txBody>
      </p:sp>
      <p:sp>
        <p:nvSpPr>
          <p:cNvPr id="25642" name="Text Box 133">
            <a:extLst>
              <a:ext uri="{FF2B5EF4-FFF2-40B4-BE49-F238E27FC236}">
                <a16:creationId xmlns:a16="http://schemas.microsoft.com/office/drawing/2014/main" id="{41F229D0-68E4-503E-51F6-D081A2B87527}"/>
              </a:ext>
            </a:extLst>
          </p:cNvPr>
          <p:cNvSpPr txBox="1">
            <a:spLocks noChangeArrowheads="1"/>
          </p:cNvSpPr>
          <p:nvPr/>
        </p:nvSpPr>
        <p:spPr bwMode="auto">
          <a:xfrm>
            <a:off x="6705600" y="3733800"/>
            <a:ext cx="990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Bus</a:t>
            </a:r>
          </a:p>
        </p:txBody>
      </p:sp>
      <p:sp>
        <p:nvSpPr>
          <p:cNvPr id="25643" name="Text Box 134">
            <a:extLst>
              <a:ext uri="{FF2B5EF4-FFF2-40B4-BE49-F238E27FC236}">
                <a16:creationId xmlns:a16="http://schemas.microsoft.com/office/drawing/2014/main" id="{E89E1013-4B96-77B7-E0C3-D86536B579E0}"/>
              </a:ext>
            </a:extLst>
          </p:cNvPr>
          <p:cNvSpPr txBox="1">
            <a:spLocks noChangeArrowheads="1"/>
          </p:cNvSpPr>
          <p:nvPr/>
        </p:nvSpPr>
        <p:spPr bwMode="auto">
          <a:xfrm>
            <a:off x="6705600" y="4724400"/>
            <a:ext cx="990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Star</a:t>
            </a:r>
          </a:p>
        </p:txBody>
      </p:sp>
      <p:sp>
        <p:nvSpPr>
          <p:cNvPr id="25644" name="Text Box 135">
            <a:extLst>
              <a:ext uri="{FF2B5EF4-FFF2-40B4-BE49-F238E27FC236}">
                <a16:creationId xmlns:a16="http://schemas.microsoft.com/office/drawing/2014/main" id="{D2FDB0DE-B008-8196-5B1E-E73A771D7BE0}"/>
              </a:ext>
            </a:extLst>
          </p:cNvPr>
          <p:cNvSpPr txBox="1">
            <a:spLocks noChangeArrowheads="1"/>
          </p:cNvSpPr>
          <p:nvPr/>
        </p:nvSpPr>
        <p:spPr bwMode="auto">
          <a:xfrm>
            <a:off x="6629400" y="5943600"/>
            <a:ext cx="990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Star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Line 2">
            <a:extLst>
              <a:ext uri="{FF2B5EF4-FFF2-40B4-BE49-F238E27FC236}">
                <a16:creationId xmlns:a16="http://schemas.microsoft.com/office/drawing/2014/main" id="{86AC0F76-1C45-1112-9869-68AED9BACD4D}"/>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27" name="Line 3">
            <a:extLst>
              <a:ext uri="{FF2B5EF4-FFF2-40B4-BE49-F238E27FC236}">
                <a16:creationId xmlns:a16="http://schemas.microsoft.com/office/drawing/2014/main" id="{2B6C147B-F55E-26B2-D90F-DD7E4F694E1B}"/>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28" name="Text Box 4">
            <a:extLst>
              <a:ext uri="{FF2B5EF4-FFF2-40B4-BE49-F238E27FC236}">
                <a16:creationId xmlns:a16="http://schemas.microsoft.com/office/drawing/2014/main" id="{0A0E36C9-B259-96BC-C3C4-D1E36F5BF557}"/>
              </a:ext>
            </a:extLst>
          </p:cNvPr>
          <p:cNvSpPr txBox="1">
            <a:spLocks noChangeArrowheads="1"/>
          </p:cNvSpPr>
          <p:nvPr/>
        </p:nvSpPr>
        <p:spPr bwMode="auto">
          <a:xfrm>
            <a:off x="304800" y="762000"/>
            <a:ext cx="4545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solidFill>
                  <a:schemeClr val="folHlink"/>
                </a:solidFill>
              </a:rPr>
              <a:t>Figure 13.10  </a:t>
            </a:r>
            <a:r>
              <a:rPr lang="en-US" altLang="en-US" sz="2000" i="1"/>
              <a:t>10Base5 implementation</a:t>
            </a:r>
          </a:p>
        </p:txBody>
      </p:sp>
      <p:sp>
        <p:nvSpPr>
          <p:cNvPr id="26629" name="Line 5">
            <a:extLst>
              <a:ext uri="{FF2B5EF4-FFF2-40B4-BE49-F238E27FC236}">
                <a16:creationId xmlns:a16="http://schemas.microsoft.com/office/drawing/2014/main" id="{2D23220D-4D8E-0E32-66AB-A6975799B60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26630" name="Picture 6">
            <a:extLst>
              <a:ext uri="{FF2B5EF4-FFF2-40B4-BE49-F238E27FC236}">
                <a16:creationId xmlns:a16="http://schemas.microsoft.com/office/drawing/2014/main" id="{10129BBD-9658-92E9-DFEF-6D2E511A1D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590800"/>
            <a:ext cx="8720138" cy="185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a:extLst>
              <a:ext uri="{FF2B5EF4-FFF2-40B4-BE49-F238E27FC236}">
                <a16:creationId xmlns:a16="http://schemas.microsoft.com/office/drawing/2014/main" id="{446B8277-188C-8EE5-A8A1-878DEA64EF85}"/>
              </a:ext>
            </a:extLst>
          </p:cNvPr>
          <p:cNvSpPr txBox="1">
            <a:spLocks noChangeArrowheads="1"/>
          </p:cNvSpPr>
          <p:nvPr/>
        </p:nvSpPr>
        <p:spPr bwMode="auto">
          <a:xfrm>
            <a:off x="990600" y="0"/>
            <a:ext cx="7162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t>Connection of stations to the medium using 10Base2</a:t>
            </a:r>
          </a:p>
        </p:txBody>
      </p:sp>
      <p:sp>
        <p:nvSpPr>
          <p:cNvPr id="27651" name="Rectangle 3">
            <a:extLst>
              <a:ext uri="{FF2B5EF4-FFF2-40B4-BE49-F238E27FC236}">
                <a16:creationId xmlns:a16="http://schemas.microsoft.com/office/drawing/2014/main" id="{52EDD422-2C20-1E13-5A44-39D2F7AB4854}"/>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27652" name="Rectangle 4">
            <a:extLst>
              <a:ext uri="{FF2B5EF4-FFF2-40B4-BE49-F238E27FC236}">
                <a16:creationId xmlns:a16="http://schemas.microsoft.com/office/drawing/2014/main" id="{C6F8F741-5930-8F2D-80EA-EA2FF75D3325}"/>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27653" name="Rectangle 5">
            <a:extLst>
              <a:ext uri="{FF2B5EF4-FFF2-40B4-BE49-F238E27FC236}">
                <a16:creationId xmlns:a16="http://schemas.microsoft.com/office/drawing/2014/main" id="{4859CB4F-06E1-71C5-7BC4-B39C09C5F9CF}"/>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27654" name="Rectangle 6">
            <a:extLst>
              <a:ext uri="{FF2B5EF4-FFF2-40B4-BE49-F238E27FC236}">
                <a16:creationId xmlns:a16="http://schemas.microsoft.com/office/drawing/2014/main" id="{6789EBBE-ECFE-9E17-F30F-A12E6496F80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27655" name="Rectangle 7">
            <a:extLst>
              <a:ext uri="{FF2B5EF4-FFF2-40B4-BE49-F238E27FC236}">
                <a16:creationId xmlns:a16="http://schemas.microsoft.com/office/drawing/2014/main" id="{89993C0D-7C7D-66F0-6B93-6E0AE0A591D6}"/>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27656" name="Rectangle 8">
            <a:extLst>
              <a:ext uri="{FF2B5EF4-FFF2-40B4-BE49-F238E27FC236}">
                <a16:creationId xmlns:a16="http://schemas.microsoft.com/office/drawing/2014/main" id="{08AEE093-31B8-C44A-A8F9-944475D26CCF}"/>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27657" name="Rectangle 9">
            <a:extLst>
              <a:ext uri="{FF2B5EF4-FFF2-40B4-BE49-F238E27FC236}">
                <a16:creationId xmlns:a16="http://schemas.microsoft.com/office/drawing/2014/main" id="{9FC97088-1046-3CDD-AAD7-690168EB6E7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pic>
        <p:nvPicPr>
          <p:cNvPr id="27658" name="Picture 12" descr="fig-thin">
            <a:extLst>
              <a:ext uri="{FF2B5EF4-FFF2-40B4-BE49-F238E27FC236}">
                <a16:creationId xmlns:a16="http://schemas.microsoft.com/office/drawing/2014/main" id="{2D00A93B-038D-5D36-F7A4-639340D888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200" y="533400"/>
            <a:ext cx="2982913"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9" name="Picture 13" descr="fig-thin2">
            <a:extLst>
              <a:ext uri="{FF2B5EF4-FFF2-40B4-BE49-F238E27FC236}">
                <a16:creationId xmlns:a16="http://schemas.microsoft.com/office/drawing/2014/main" id="{1952FA54-8DA6-78B0-5804-77FE1ECA4D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533400"/>
            <a:ext cx="3257550"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60" name="Picture 15">
            <a:extLst>
              <a:ext uri="{FF2B5EF4-FFF2-40B4-BE49-F238E27FC236}">
                <a16:creationId xmlns:a16="http://schemas.microsoft.com/office/drawing/2014/main" id="{629E21C8-C3E4-35FB-51CA-93FB8A2582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2819400"/>
            <a:ext cx="7843838" cy="327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a:extLst>
              <a:ext uri="{FF2B5EF4-FFF2-40B4-BE49-F238E27FC236}">
                <a16:creationId xmlns:a16="http://schemas.microsoft.com/office/drawing/2014/main" id="{366B6682-1DE3-69C6-555D-14D8AA5136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4191000"/>
            <a:ext cx="4876800" cy="231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5" name="Rectangle 3">
            <a:extLst>
              <a:ext uri="{FF2B5EF4-FFF2-40B4-BE49-F238E27FC236}">
                <a16:creationId xmlns:a16="http://schemas.microsoft.com/office/drawing/2014/main" id="{80BD5224-4E0E-0A60-F259-624D7F3C7F7E}"/>
              </a:ext>
            </a:extLst>
          </p:cNvPr>
          <p:cNvSpPr>
            <a:spLocks noChangeArrowheads="1"/>
          </p:cNvSpPr>
          <p:nvPr/>
        </p:nvSpPr>
        <p:spPr bwMode="auto">
          <a:xfrm>
            <a:off x="3200400" y="609600"/>
            <a:ext cx="18605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3600">
                <a:cs typeface="Times New Roman" panose="02020603050405020304" pitchFamily="18" charset="0"/>
              </a:rPr>
              <a:t>10BaseT</a:t>
            </a:r>
          </a:p>
        </p:txBody>
      </p:sp>
      <p:sp>
        <p:nvSpPr>
          <p:cNvPr id="28676" name="Rectangle 5">
            <a:extLst>
              <a:ext uri="{FF2B5EF4-FFF2-40B4-BE49-F238E27FC236}">
                <a16:creationId xmlns:a16="http://schemas.microsoft.com/office/drawing/2014/main" id="{8EA563A5-8B9B-903A-B193-59A5DFE70C99}"/>
              </a:ext>
            </a:extLst>
          </p:cNvPr>
          <p:cNvSpPr>
            <a:spLocks noChangeArrowheads="1"/>
          </p:cNvSpPr>
          <p:nvPr/>
        </p:nvSpPr>
        <p:spPr bwMode="auto">
          <a:xfrm>
            <a:off x="914400" y="1295400"/>
            <a:ext cx="7315200" cy="312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latin typeface="Arial" panose="020B0604020202020204" pitchFamily="34" charset="0"/>
              </a:rPr>
              <a:t>• </a:t>
            </a:r>
            <a:r>
              <a:rPr lang="en-US" altLang="en-US">
                <a:cs typeface="Times New Roman" panose="02020603050405020304" pitchFamily="18" charset="0"/>
              </a:rPr>
              <a:t>Uses twisted pair Cat3 cable</a:t>
            </a:r>
          </a:p>
          <a:p>
            <a:pPr eaLnBrk="1" hangingPunct="1">
              <a:spcBef>
                <a:spcPct val="20000"/>
              </a:spcBef>
              <a:buClr>
                <a:schemeClr val="folHlink"/>
              </a:buClr>
              <a:buSzPct val="60000"/>
              <a:buFont typeface="Wingdings" panose="05000000000000000000" pitchFamily="2" charset="2"/>
              <a:buChar char="n"/>
            </a:pPr>
            <a:r>
              <a:rPr lang="en-GB" altLang="en-US" sz="2000">
                <a:cs typeface="Times New Roman" panose="02020603050405020304" pitchFamily="18" charset="0"/>
              </a:rPr>
              <a:t> </a:t>
            </a:r>
            <a:r>
              <a:rPr lang="en-GB" altLang="en-US">
                <a:cs typeface="Times New Roman" panose="02020603050405020304" pitchFamily="18" charset="0"/>
              </a:rPr>
              <a:t>Star</a:t>
            </a:r>
            <a:r>
              <a:rPr lang="en-US" altLang="en-US">
                <a:cs typeface="Times New Roman" panose="02020603050405020304" pitchFamily="18" charset="0"/>
              </a:rPr>
              <a:t>-wire topology</a:t>
            </a:r>
          </a:p>
          <a:p>
            <a:pPr eaLnBrk="1" hangingPunct="1">
              <a:spcBef>
                <a:spcPct val="50000"/>
              </a:spcBef>
            </a:pPr>
            <a:r>
              <a:rPr lang="en-US" altLang="en-US">
                <a:cs typeface="Times New Roman" panose="02020603050405020304" pitchFamily="18" charset="0"/>
              </a:rPr>
              <a:t>• A hub functions as a repeater with additional functions</a:t>
            </a:r>
          </a:p>
          <a:p>
            <a:pPr eaLnBrk="1" hangingPunct="1">
              <a:spcBef>
                <a:spcPct val="50000"/>
              </a:spcBef>
            </a:pPr>
            <a:r>
              <a:rPr lang="en-US" altLang="en-US">
                <a:cs typeface="Times New Roman" panose="02020603050405020304" pitchFamily="18" charset="0"/>
              </a:rPr>
              <a:t>• Fewer cable problems, easier to troubleshoot than coax</a:t>
            </a:r>
          </a:p>
          <a:p>
            <a:pPr eaLnBrk="1" hangingPunct="1">
              <a:spcBef>
                <a:spcPct val="50000"/>
              </a:spcBef>
            </a:pPr>
            <a:r>
              <a:rPr lang="en-US" altLang="en-US">
                <a:cs typeface="Times New Roman" panose="02020603050405020304" pitchFamily="18" charset="0"/>
              </a:rPr>
              <a:t>• Cable length at most 100 meters</a:t>
            </a:r>
          </a:p>
          <a:p>
            <a:pPr eaLnBrk="1" hangingPunct="1">
              <a:spcBef>
                <a:spcPct val="50000"/>
              </a:spcBef>
            </a:pPr>
            <a:endParaRPr lang="en-US" altLang="en-US">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Line 2">
            <a:extLst>
              <a:ext uri="{FF2B5EF4-FFF2-40B4-BE49-F238E27FC236}">
                <a16:creationId xmlns:a16="http://schemas.microsoft.com/office/drawing/2014/main" id="{9B350D6A-D738-774D-27F0-468D9DBB8156}"/>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699" name="Line 3">
            <a:extLst>
              <a:ext uri="{FF2B5EF4-FFF2-40B4-BE49-F238E27FC236}">
                <a16:creationId xmlns:a16="http://schemas.microsoft.com/office/drawing/2014/main" id="{9A31B736-50DC-3FBA-7EDA-2DA1E1948F9E}"/>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0" name="Text Box 4">
            <a:extLst>
              <a:ext uri="{FF2B5EF4-FFF2-40B4-BE49-F238E27FC236}">
                <a16:creationId xmlns:a16="http://schemas.microsoft.com/office/drawing/2014/main" id="{BA1DBA1F-F8F5-9D98-981A-E7B1137F0AB3}"/>
              </a:ext>
            </a:extLst>
          </p:cNvPr>
          <p:cNvSpPr txBox="1">
            <a:spLocks noChangeArrowheads="1"/>
          </p:cNvSpPr>
          <p:nvPr/>
        </p:nvSpPr>
        <p:spPr bwMode="auto">
          <a:xfrm>
            <a:off x="304800" y="762000"/>
            <a:ext cx="4657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solidFill>
                  <a:schemeClr val="folHlink"/>
                </a:solidFill>
              </a:rPr>
              <a:t>Figure 13.12  </a:t>
            </a:r>
            <a:r>
              <a:rPr lang="en-US" altLang="en-US" sz="2000" i="1"/>
              <a:t>10Base-T implementation</a:t>
            </a:r>
          </a:p>
        </p:txBody>
      </p:sp>
      <p:sp>
        <p:nvSpPr>
          <p:cNvPr id="29701" name="Line 5">
            <a:extLst>
              <a:ext uri="{FF2B5EF4-FFF2-40B4-BE49-F238E27FC236}">
                <a16:creationId xmlns:a16="http://schemas.microsoft.com/office/drawing/2014/main" id="{A6EA9C7E-0400-A6C9-59AB-4E0A098C6B7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29702" name="Picture 6">
            <a:extLst>
              <a:ext uri="{FF2B5EF4-FFF2-40B4-BE49-F238E27FC236}">
                <a16:creationId xmlns:a16="http://schemas.microsoft.com/office/drawing/2014/main" id="{F995B4A7-6546-266B-D6E1-8E6AEFB2EA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225" y="2409825"/>
            <a:ext cx="7724775" cy="284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Line 2">
            <a:extLst>
              <a:ext uri="{FF2B5EF4-FFF2-40B4-BE49-F238E27FC236}">
                <a16:creationId xmlns:a16="http://schemas.microsoft.com/office/drawing/2014/main" id="{553AEED5-1E4A-E03A-2044-03A450D30544}"/>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23" name="Line 3">
            <a:extLst>
              <a:ext uri="{FF2B5EF4-FFF2-40B4-BE49-F238E27FC236}">
                <a16:creationId xmlns:a16="http://schemas.microsoft.com/office/drawing/2014/main" id="{C30659E2-1E45-C1EF-B8F0-9F4D14CF9DBB}"/>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24" name="Text Box 4">
            <a:extLst>
              <a:ext uri="{FF2B5EF4-FFF2-40B4-BE49-F238E27FC236}">
                <a16:creationId xmlns:a16="http://schemas.microsoft.com/office/drawing/2014/main" id="{9D0D32D3-935E-8F2C-3DBC-27518186387E}"/>
              </a:ext>
            </a:extLst>
          </p:cNvPr>
          <p:cNvSpPr txBox="1">
            <a:spLocks noChangeArrowheads="1"/>
          </p:cNvSpPr>
          <p:nvPr/>
        </p:nvSpPr>
        <p:spPr bwMode="auto">
          <a:xfrm>
            <a:off x="304800" y="762000"/>
            <a:ext cx="4672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solidFill>
                  <a:schemeClr val="folHlink"/>
                </a:solidFill>
              </a:rPr>
              <a:t>Figure 13.13  </a:t>
            </a:r>
            <a:r>
              <a:rPr lang="en-US" altLang="en-US" sz="2000" i="1"/>
              <a:t>10Base-F implementation</a:t>
            </a:r>
          </a:p>
        </p:txBody>
      </p:sp>
      <p:sp>
        <p:nvSpPr>
          <p:cNvPr id="30725" name="Line 5">
            <a:extLst>
              <a:ext uri="{FF2B5EF4-FFF2-40B4-BE49-F238E27FC236}">
                <a16:creationId xmlns:a16="http://schemas.microsoft.com/office/drawing/2014/main" id="{DA4C8E93-A02D-DFCA-6E56-0A8B2F95061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30726" name="Picture 6">
            <a:extLst>
              <a:ext uri="{FF2B5EF4-FFF2-40B4-BE49-F238E27FC236}">
                <a16:creationId xmlns:a16="http://schemas.microsoft.com/office/drawing/2014/main" id="{932AC32B-CDC4-CF46-F89E-83133A985C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463" y="2430463"/>
            <a:ext cx="7805737" cy="2598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2427216B-A0A3-3B1D-B9CA-250CB069F31A}"/>
              </a:ext>
            </a:extLst>
          </p:cNvPr>
          <p:cNvSpPr>
            <a:spLocks noGrp="1" noChangeArrowheads="1"/>
          </p:cNvSpPr>
          <p:nvPr>
            <p:ph type="title"/>
          </p:nvPr>
        </p:nvSpPr>
        <p:spPr>
          <a:xfrm>
            <a:off x="685800" y="228600"/>
            <a:ext cx="7772400" cy="609600"/>
          </a:xfrm>
        </p:spPr>
        <p:txBody>
          <a:bodyPr anchor="t"/>
          <a:lstStyle/>
          <a:p>
            <a:pPr eaLnBrk="1" hangingPunct="1"/>
            <a:r>
              <a:rPr lang="en-US" altLang="en-US" sz="3200">
                <a:latin typeface="Times New Roman" panose="02020603050405020304" pitchFamily="18" charset="0"/>
                <a:cs typeface="Times New Roman" panose="02020603050405020304" pitchFamily="18" charset="0"/>
              </a:rPr>
              <a:t>13.4 Fast Ethernet</a:t>
            </a:r>
          </a:p>
        </p:txBody>
      </p:sp>
      <p:sp>
        <p:nvSpPr>
          <p:cNvPr id="31747" name="Rectangle 3">
            <a:extLst>
              <a:ext uri="{FF2B5EF4-FFF2-40B4-BE49-F238E27FC236}">
                <a16:creationId xmlns:a16="http://schemas.microsoft.com/office/drawing/2014/main" id="{B95941C1-A17B-045B-54AF-F20AA434A1B3}"/>
              </a:ext>
            </a:extLst>
          </p:cNvPr>
          <p:cNvSpPr>
            <a:spLocks noGrp="1" noChangeArrowheads="1"/>
          </p:cNvSpPr>
          <p:nvPr>
            <p:ph type="body" idx="1"/>
          </p:nvPr>
        </p:nvSpPr>
        <p:spPr>
          <a:xfrm>
            <a:off x="838200" y="1143000"/>
            <a:ext cx="7772400" cy="4114800"/>
          </a:xfrm>
        </p:spPr>
        <p:txBody>
          <a:bodyPr/>
          <a:lstStyle/>
          <a:p>
            <a:pPr eaLnBrk="1" hangingPunct="1">
              <a:lnSpc>
                <a:spcPct val="90000"/>
              </a:lnSpc>
            </a:pPr>
            <a:r>
              <a:rPr lang="en-US" altLang="en-US" sz="2800">
                <a:solidFill>
                  <a:srgbClr val="000000"/>
                </a:solidFill>
                <a:latin typeface="Times New Roman" panose="02020603050405020304" pitchFamily="18" charset="0"/>
                <a:cs typeface="Times New Roman" panose="02020603050405020304" pitchFamily="18" charset="0"/>
              </a:rPr>
              <a:t>100 Mbps transmission rate</a:t>
            </a:r>
          </a:p>
          <a:p>
            <a:pPr eaLnBrk="1" hangingPunct="1">
              <a:lnSpc>
                <a:spcPct val="90000"/>
              </a:lnSpc>
            </a:pPr>
            <a:r>
              <a:rPr lang="en-US" altLang="en-US" sz="2800">
                <a:solidFill>
                  <a:srgbClr val="000000"/>
                </a:solidFill>
                <a:latin typeface="Times New Roman" panose="02020603050405020304" pitchFamily="18" charset="0"/>
                <a:cs typeface="Times New Roman" panose="02020603050405020304" pitchFamily="18" charset="0"/>
              </a:rPr>
              <a:t>same frame format, media access, and collision detection rules as 10 Mbps Ethernet </a:t>
            </a:r>
          </a:p>
          <a:p>
            <a:pPr eaLnBrk="1" hangingPunct="1">
              <a:lnSpc>
                <a:spcPct val="90000"/>
              </a:lnSpc>
            </a:pPr>
            <a:r>
              <a:rPr lang="en-US" altLang="en-US" sz="2800">
                <a:solidFill>
                  <a:srgbClr val="000000"/>
                </a:solidFill>
                <a:latin typeface="Times New Roman" panose="02020603050405020304" pitchFamily="18" charset="0"/>
                <a:cs typeface="Times New Roman" panose="02020603050405020304" pitchFamily="18" charset="0"/>
              </a:rPr>
              <a:t>can </a:t>
            </a:r>
            <a:r>
              <a:rPr lang="en-US" altLang="en-US" sz="2800" b="1">
                <a:solidFill>
                  <a:srgbClr val="000000"/>
                </a:solidFill>
                <a:latin typeface="Times New Roman" panose="02020603050405020304" pitchFamily="18" charset="0"/>
                <a:cs typeface="Times New Roman" panose="02020603050405020304" pitchFamily="18" charset="0"/>
              </a:rPr>
              <a:t>combine 10 Mbps</a:t>
            </a:r>
            <a:r>
              <a:rPr lang="en-US" altLang="en-US" sz="2800">
                <a:solidFill>
                  <a:srgbClr val="000000"/>
                </a:solidFill>
                <a:latin typeface="Times New Roman" panose="02020603050405020304" pitchFamily="18" charset="0"/>
                <a:cs typeface="Times New Roman" panose="02020603050405020304" pitchFamily="18" charset="0"/>
              </a:rPr>
              <a:t> Ethernet and Fast Ethernet on same network using a </a:t>
            </a:r>
            <a:r>
              <a:rPr lang="en-US" altLang="en-US" sz="2800" b="1" i="1" u="sng">
                <a:solidFill>
                  <a:srgbClr val="000000"/>
                </a:solidFill>
                <a:latin typeface="Times New Roman" panose="02020603050405020304" pitchFamily="18" charset="0"/>
                <a:cs typeface="Times New Roman" panose="02020603050405020304" pitchFamily="18" charset="0"/>
              </a:rPr>
              <a:t>switch</a:t>
            </a:r>
            <a:endParaRPr lang="en-US" altLang="en-US" sz="2800" b="1" u="sng">
              <a:solidFill>
                <a:srgbClr val="000000"/>
              </a:solidFill>
              <a:latin typeface="Times New Roman" panose="02020603050405020304" pitchFamily="18" charset="0"/>
              <a:cs typeface="Times New Roman" panose="02020603050405020304" pitchFamily="18" charset="0"/>
            </a:endParaRPr>
          </a:p>
          <a:p>
            <a:pPr eaLnBrk="1" hangingPunct="1">
              <a:lnSpc>
                <a:spcPct val="90000"/>
              </a:lnSpc>
            </a:pPr>
            <a:r>
              <a:rPr lang="en-US" altLang="en-US" sz="2800">
                <a:solidFill>
                  <a:srgbClr val="000000"/>
                </a:solidFill>
                <a:latin typeface="Times New Roman" panose="02020603050405020304" pitchFamily="18" charset="0"/>
                <a:cs typeface="Times New Roman" panose="02020603050405020304" pitchFamily="18" charset="0"/>
              </a:rPr>
              <a:t>media: twisted pair (CAT 5) or fiber optic cable (no coax)</a:t>
            </a:r>
          </a:p>
          <a:p>
            <a:pPr eaLnBrk="1" hangingPunct="1">
              <a:lnSpc>
                <a:spcPct val="90000"/>
              </a:lnSpc>
            </a:pPr>
            <a:r>
              <a:rPr lang="en-GB" altLang="en-US" sz="2800"/>
              <a:t>Star</a:t>
            </a:r>
            <a:r>
              <a:rPr lang="en-US" altLang="en-US" sz="2800"/>
              <a:t>-wire topology</a:t>
            </a:r>
            <a:endParaRPr lang="en-GB" altLang="en-US" sz="2800"/>
          </a:p>
          <a:p>
            <a:pPr lvl="1" eaLnBrk="1" hangingPunct="1">
              <a:lnSpc>
                <a:spcPct val="90000"/>
              </a:lnSpc>
            </a:pPr>
            <a:r>
              <a:rPr lang="en-GB" altLang="en-US"/>
              <a:t>Similar</a:t>
            </a:r>
            <a:r>
              <a:rPr lang="en-US" altLang="en-US"/>
              <a:t> to 10BASE-T</a:t>
            </a:r>
          </a:p>
          <a:p>
            <a:pPr eaLnBrk="1" hangingPunct="1">
              <a:lnSpc>
                <a:spcPct val="90000"/>
              </a:lnSpc>
            </a:pPr>
            <a:endParaRPr lang="en-US" altLang="en-US"/>
          </a:p>
          <a:p>
            <a:pPr eaLnBrk="1" hangingPunct="1">
              <a:lnSpc>
                <a:spcPct val="90000"/>
              </a:lnSpc>
            </a:pPr>
            <a:endParaRPr lang="en-US" altLang="en-US" sz="2800">
              <a:solidFill>
                <a:srgbClr val="000000"/>
              </a:solidFill>
              <a:latin typeface="Times New Roman" panose="02020603050405020304" pitchFamily="18" charset="0"/>
              <a:cs typeface="Times New Roman" panose="02020603050405020304" pitchFamily="18" charset="0"/>
            </a:endParaRPr>
          </a:p>
          <a:p>
            <a:pPr eaLnBrk="1" hangingPunct="1">
              <a:lnSpc>
                <a:spcPct val="90000"/>
              </a:lnSpc>
            </a:pPr>
            <a:endParaRPr lang="en-US" altLang="en-US">
              <a:latin typeface="Times New Roman" panose="02020603050405020304" pitchFamily="18" charset="0"/>
              <a:cs typeface="Times New Roman" panose="02020603050405020304" pitchFamily="18" charset="0"/>
            </a:endParaRPr>
          </a:p>
        </p:txBody>
      </p:sp>
      <p:grpSp>
        <p:nvGrpSpPr>
          <p:cNvPr id="31748" name="Group 13">
            <a:extLst>
              <a:ext uri="{FF2B5EF4-FFF2-40B4-BE49-F238E27FC236}">
                <a16:creationId xmlns:a16="http://schemas.microsoft.com/office/drawing/2014/main" id="{131CCEFB-F419-C997-E13D-96606974363B}"/>
              </a:ext>
            </a:extLst>
          </p:cNvPr>
          <p:cNvGrpSpPr>
            <a:grpSpLocks/>
          </p:cNvGrpSpPr>
          <p:nvPr/>
        </p:nvGrpSpPr>
        <p:grpSpPr bwMode="auto">
          <a:xfrm>
            <a:off x="609600" y="5334000"/>
            <a:ext cx="8388350" cy="1382713"/>
            <a:chOff x="288" y="2736"/>
            <a:chExt cx="5284" cy="871"/>
          </a:xfrm>
        </p:grpSpPr>
        <p:pic>
          <p:nvPicPr>
            <p:cNvPr id="31749" name="Picture 4" descr="4-21">
              <a:extLst>
                <a:ext uri="{FF2B5EF4-FFF2-40B4-BE49-F238E27FC236}">
                  <a16:creationId xmlns:a16="http://schemas.microsoft.com/office/drawing/2014/main" id="{8143FA70-D049-5A83-E9E7-CECD76A1DF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 y="2736"/>
              <a:ext cx="5284" cy="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0" name="Rectangle 7">
              <a:extLst>
                <a:ext uri="{FF2B5EF4-FFF2-40B4-BE49-F238E27FC236}">
                  <a16:creationId xmlns:a16="http://schemas.microsoft.com/office/drawing/2014/main" id="{F70B9928-D5E3-DD0F-1275-C10E4D4848FE}"/>
                </a:ext>
              </a:extLst>
            </p:cNvPr>
            <p:cNvSpPr>
              <a:spLocks noChangeArrowheads="1"/>
            </p:cNvSpPr>
            <p:nvPr/>
          </p:nvSpPr>
          <p:spPr bwMode="auto">
            <a:xfrm>
              <a:off x="3264" y="2736"/>
              <a:ext cx="2304" cy="864"/>
            </a:xfrm>
            <a:prstGeom prst="rect">
              <a:avLst/>
            </a:prstGeom>
            <a:solidFill>
              <a:schemeClr val="bg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1751" name="Line 8">
              <a:extLst>
                <a:ext uri="{FF2B5EF4-FFF2-40B4-BE49-F238E27FC236}">
                  <a16:creationId xmlns:a16="http://schemas.microsoft.com/office/drawing/2014/main" id="{8D0CD057-FBEE-9662-862A-6391C8C32711}"/>
                </a:ext>
              </a:extLst>
            </p:cNvPr>
            <p:cNvSpPr>
              <a:spLocks noChangeShapeType="1"/>
            </p:cNvSpPr>
            <p:nvPr/>
          </p:nvSpPr>
          <p:spPr bwMode="auto">
            <a:xfrm>
              <a:off x="3264" y="2928"/>
              <a:ext cx="230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52" name="Text Box 9">
              <a:extLst>
                <a:ext uri="{FF2B5EF4-FFF2-40B4-BE49-F238E27FC236}">
                  <a16:creationId xmlns:a16="http://schemas.microsoft.com/office/drawing/2014/main" id="{C6030808-F6E7-F9F3-5C58-B25715359A87}"/>
                </a:ext>
              </a:extLst>
            </p:cNvPr>
            <p:cNvSpPr txBox="1">
              <a:spLocks noChangeArrowheads="1"/>
            </p:cNvSpPr>
            <p:nvPr/>
          </p:nvSpPr>
          <p:spPr bwMode="auto">
            <a:xfrm>
              <a:off x="3456" y="2928"/>
              <a:ext cx="12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CAT 3</a:t>
              </a:r>
            </a:p>
          </p:txBody>
        </p:sp>
        <p:sp>
          <p:nvSpPr>
            <p:cNvPr id="31753" name="Line 10">
              <a:extLst>
                <a:ext uri="{FF2B5EF4-FFF2-40B4-BE49-F238E27FC236}">
                  <a16:creationId xmlns:a16="http://schemas.microsoft.com/office/drawing/2014/main" id="{CBB9004B-99A3-5A29-AD7B-D2235A5DFEB7}"/>
                </a:ext>
              </a:extLst>
            </p:cNvPr>
            <p:cNvSpPr>
              <a:spLocks noChangeShapeType="1"/>
            </p:cNvSpPr>
            <p:nvPr/>
          </p:nvSpPr>
          <p:spPr bwMode="auto">
            <a:xfrm>
              <a:off x="3264" y="3168"/>
              <a:ext cx="230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54" name="Text Box 11">
              <a:extLst>
                <a:ext uri="{FF2B5EF4-FFF2-40B4-BE49-F238E27FC236}">
                  <a16:creationId xmlns:a16="http://schemas.microsoft.com/office/drawing/2014/main" id="{800F5332-83AD-27C7-5152-8E63E3CE701A}"/>
                </a:ext>
              </a:extLst>
            </p:cNvPr>
            <p:cNvSpPr txBox="1">
              <a:spLocks noChangeArrowheads="1"/>
            </p:cNvSpPr>
            <p:nvPr/>
          </p:nvSpPr>
          <p:spPr bwMode="auto">
            <a:xfrm>
              <a:off x="3456" y="3168"/>
              <a:ext cx="14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CAT 5</a:t>
              </a:r>
            </a:p>
          </p:txBody>
        </p:sp>
        <p:sp>
          <p:nvSpPr>
            <p:cNvPr id="31755" name="Line 12">
              <a:extLst>
                <a:ext uri="{FF2B5EF4-FFF2-40B4-BE49-F238E27FC236}">
                  <a16:creationId xmlns:a16="http://schemas.microsoft.com/office/drawing/2014/main" id="{DF6001DC-BC0E-5E3A-D2F5-3C51D0836E60}"/>
                </a:ext>
              </a:extLst>
            </p:cNvPr>
            <p:cNvSpPr>
              <a:spLocks noChangeShapeType="1"/>
            </p:cNvSpPr>
            <p:nvPr/>
          </p:nvSpPr>
          <p:spPr bwMode="auto">
            <a:xfrm>
              <a:off x="3264" y="3408"/>
              <a:ext cx="230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Line 2">
            <a:extLst>
              <a:ext uri="{FF2B5EF4-FFF2-40B4-BE49-F238E27FC236}">
                <a16:creationId xmlns:a16="http://schemas.microsoft.com/office/drawing/2014/main" id="{932FD4F4-5E46-BCE1-58B6-64C48459C391}"/>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71" name="Line 3">
            <a:extLst>
              <a:ext uri="{FF2B5EF4-FFF2-40B4-BE49-F238E27FC236}">
                <a16:creationId xmlns:a16="http://schemas.microsoft.com/office/drawing/2014/main" id="{EF2D3C8C-798F-92CE-CE76-E02FAE636F90}"/>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72" name="Text Box 4">
            <a:extLst>
              <a:ext uri="{FF2B5EF4-FFF2-40B4-BE49-F238E27FC236}">
                <a16:creationId xmlns:a16="http://schemas.microsoft.com/office/drawing/2014/main" id="{4135C6D6-F94B-285A-3075-8C9AB7E49EF8}"/>
              </a:ext>
            </a:extLst>
          </p:cNvPr>
          <p:cNvSpPr txBox="1">
            <a:spLocks noChangeArrowheads="1"/>
          </p:cNvSpPr>
          <p:nvPr/>
        </p:nvSpPr>
        <p:spPr bwMode="auto">
          <a:xfrm>
            <a:off x="304800" y="762000"/>
            <a:ext cx="4356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solidFill>
                  <a:schemeClr val="folHlink"/>
                </a:solidFill>
              </a:rPr>
              <a:t>Figure 13.19  </a:t>
            </a:r>
            <a:r>
              <a:rPr lang="en-US" altLang="en-US" sz="2000" i="1"/>
              <a:t>Fast Ethernet topology</a:t>
            </a:r>
          </a:p>
        </p:txBody>
      </p:sp>
      <p:sp>
        <p:nvSpPr>
          <p:cNvPr id="32773" name="Line 5">
            <a:extLst>
              <a:ext uri="{FF2B5EF4-FFF2-40B4-BE49-F238E27FC236}">
                <a16:creationId xmlns:a16="http://schemas.microsoft.com/office/drawing/2014/main" id="{0FD55834-C401-3A71-FF2F-FB3AA19EAEAC}"/>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32774" name="Picture 6">
            <a:extLst>
              <a:ext uri="{FF2B5EF4-FFF2-40B4-BE49-F238E27FC236}">
                <a16:creationId xmlns:a16="http://schemas.microsoft.com/office/drawing/2014/main" id="{716BF868-14F5-4AC2-E2EB-7AA4E41077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2963" y="2598738"/>
            <a:ext cx="6929437" cy="227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a:extLst>
              <a:ext uri="{FF2B5EF4-FFF2-40B4-BE49-F238E27FC236}">
                <a16:creationId xmlns:a16="http://schemas.microsoft.com/office/drawing/2014/main" id="{0AE3D81B-AB2C-0CD2-4DAE-1BF9111A277A}"/>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795" name="Line 3">
            <a:extLst>
              <a:ext uri="{FF2B5EF4-FFF2-40B4-BE49-F238E27FC236}">
                <a16:creationId xmlns:a16="http://schemas.microsoft.com/office/drawing/2014/main" id="{0640C248-271D-C6B2-A5FB-B26061E04AEC}"/>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796" name="Text Box 4">
            <a:extLst>
              <a:ext uri="{FF2B5EF4-FFF2-40B4-BE49-F238E27FC236}">
                <a16:creationId xmlns:a16="http://schemas.microsoft.com/office/drawing/2014/main" id="{29972C51-088F-197C-F6BE-5071262688E0}"/>
              </a:ext>
            </a:extLst>
          </p:cNvPr>
          <p:cNvSpPr txBox="1">
            <a:spLocks noChangeArrowheads="1"/>
          </p:cNvSpPr>
          <p:nvPr/>
        </p:nvSpPr>
        <p:spPr bwMode="auto">
          <a:xfrm>
            <a:off x="304800" y="762000"/>
            <a:ext cx="51990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solidFill>
                  <a:schemeClr val="folHlink"/>
                </a:solidFill>
              </a:rPr>
              <a:t>Figure 13.20  </a:t>
            </a:r>
            <a:r>
              <a:rPr lang="en-US" altLang="en-US" sz="2000" i="1"/>
              <a:t>Fast Ethernet implementations</a:t>
            </a:r>
          </a:p>
        </p:txBody>
      </p:sp>
      <p:sp>
        <p:nvSpPr>
          <p:cNvPr id="33797" name="Line 5">
            <a:extLst>
              <a:ext uri="{FF2B5EF4-FFF2-40B4-BE49-F238E27FC236}">
                <a16:creationId xmlns:a16="http://schemas.microsoft.com/office/drawing/2014/main" id="{C02210C6-34FC-E070-4095-C8EC7DFE0ACA}"/>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33798" name="Picture 6">
            <a:extLst>
              <a:ext uri="{FF2B5EF4-FFF2-40B4-BE49-F238E27FC236}">
                <a16:creationId xmlns:a16="http://schemas.microsoft.com/office/drawing/2014/main" id="{D59FB7AE-1E7D-10C0-48E1-73DEC84CCF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600" y="2514600"/>
            <a:ext cx="66548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4">
            <a:extLst>
              <a:ext uri="{FF2B5EF4-FFF2-40B4-BE49-F238E27FC236}">
                <a16:creationId xmlns:a16="http://schemas.microsoft.com/office/drawing/2014/main" id="{8FDB47CA-4E00-AC8F-39AF-6C9349296FD8}"/>
              </a:ext>
            </a:extLst>
          </p:cNvPr>
          <p:cNvSpPr>
            <a:spLocks noChangeArrowheads="1"/>
          </p:cNvSpPr>
          <p:nvPr/>
        </p:nvSpPr>
        <p:spPr bwMode="auto">
          <a:xfrm>
            <a:off x="406400" y="152400"/>
            <a:ext cx="8204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2800">
                <a:solidFill>
                  <a:schemeClr val="tx2"/>
                </a:solidFill>
                <a:cs typeface="Times New Roman" panose="02020603050405020304" pitchFamily="18" charset="0"/>
              </a:rPr>
              <a:t>Full Duplex Operation</a:t>
            </a:r>
            <a:endParaRPr lang="en-US" altLang="en-US" sz="2800">
              <a:solidFill>
                <a:schemeClr val="tx2"/>
              </a:solidFill>
              <a:cs typeface="Times New Roman" panose="02020603050405020304" pitchFamily="18" charset="0"/>
            </a:endParaRPr>
          </a:p>
        </p:txBody>
      </p:sp>
      <p:sp>
        <p:nvSpPr>
          <p:cNvPr id="34819" name="Rectangle 5">
            <a:extLst>
              <a:ext uri="{FF2B5EF4-FFF2-40B4-BE49-F238E27FC236}">
                <a16:creationId xmlns:a16="http://schemas.microsoft.com/office/drawing/2014/main" id="{6AB0442B-4FB8-F2AC-CCF6-4E982CE11E73}"/>
              </a:ext>
            </a:extLst>
          </p:cNvPr>
          <p:cNvSpPr>
            <a:spLocks noChangeArrowheads="1"/>
          </p:cNvSpPr>
          <p:nvPr/>
        </p:nvSpPr>
        <p:spPr bwMode="auto">
          <a:xfrm>
            <a:off x="457200" y="381000"/>
            <a:ext cx="8178800" cy="64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eaLnBrk="0" hangingPunct="0">
              <a:defRPr sz="2400">
                <a:solidFill>
                  <a:schemeClr val="tx1"/>
                </a:solidFill>
                <a:latin typeface="Times New Roman" panose="02020603050405020304" pitchFamily="18" charset="0"/>
              </a:defRPr>
            </a:lvl1pPr>
            <a:lvl2pPr marL="914400" indent="-457200" eaLnBrk="0" hangingPunct="0">
              <a:defRPr sz="2400">
                <a:solidFill>
                  <a:schemeClr val="tx1"/>
                </a:solidFill>
                <a:latin typeface="Times New Roman" panose="02020603050405020304" pitchFamily="18" charset="0"/>
              </a:defRPr>
            </a:lvl2pPr>
            <a:lvl3pPr marL="1371600" indent="-4572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lnSpc>
                <a:spcPct val="90000"/>
              </a:lnSpc>
              <a:spcBef>
                <a:spcPct val="20000"/>
              </a:spcBef>
              <a:buClr>
                <a:schemeClr val="folHlink"/>
              </a:buClr>
              <a:buSzPct val="60000"/>
              <a:buFont typeface="Wingdings" panose="05000000000000000000" pitchFamily="2" charset="2"/>
              <a:buChar char="n"/>
            </a:pPr>
            <a:r>
              <a:rPr lang="en-GB" altLang="en-US" sz="2000" dirty="0">
                <a:cs typeface="Times New Roman" panose="02020603050405020304" pitchFamily="18" charset="0"/>
              </a:rPr>
              <a:t>Traditional</a:t>
            </a:r>
            <a:r>
              <a:rPr lang="en-US" altLang="en-US" sz="2000" dirty="0">
                <a:cs typeface="Times New Roman" panose="02020603050405020304" pitchFamily="18" charset="0"/>
              </a:rPr>
              <a:t> Ethernet is half duplex</a:t>
            </a:r>
            <a:endParaRPr lang="en-GB" altLang="en-US" sz="2000" dirty="0">
              <a:cs typeface="Times New Roman" panose="02020603050405020304" pitchFamily="18" charset="0"/>
            </a:endParaRPr>
          </a:p>
          <a:p>
            <a:pPr lvl="1" eaLnBrk="1" hangingPunct="1">
              <a:lnSpc>
                <a:spcPct val="90000"/>
              </a:lnSpc>
              <a:spcBef>
                <a:spcPct val="20000"/>
              </a:spcBef>
              <a:buClr>
                <a:schemeClr val="hlink"/>
              </a:buClr>
              <a:buSzPct val="55000"/>
              <a:buFont typeface="Wingdings" panose="05000000000000000000" pitchFamily="2" charset="2"/>
              <a:buChar char="n"/>
            </a:pPr>
            <a:r>
              <a:rPr lang="en-GB" altLang="en-US" sz="2000" dirty="0">
                <a:cs typeface="Times New Roman" panose="02020603050405020304" pitchFamily="18" charset="0"/>
              </a:rPr>
              <a:t>Either</a:t>
            </a:r>
            <a:r>
              <a:rPr lang="en-US" altLang="en-US" sz="2000" dirty="0">
                <a:cs typeface="Times New Roman" panose="02020603050405020304" pitchFamily="18" charset="0"/>
              </a:rPr>
              <a:t> transmit or receive but not both simultaneously</a:t>
            </a:r>
            <a:endParaRPr lang="en-GB" altLang="en-US" sz="2000" dirty="0">
              <a:cs typeface="Times New Roman" panose="02020603050405020304" pitchFamily="18" charset="0"/>
            </a:endParaRPr>
          </a:p>
          <a:p>
            <a:pPr eaLnBrk="1" hangingPunct="1">
              <a:lnSpc>
                <a:spcPct val="90000"/>
              </a:lnSpc>
              <a:spcBef>
                <a:spcPct val="20000"/>
              </a:spcBef>
              <a:buClr>
                <a:schemeClr val="folHlink"/>
              </a:buClr>
              <a:buSzPct val="60000"/>
              <a:buFont typeface="Wingdings" panose="05000000000000000000" pitchFamily="2" charset="2"/>
              <a:buChar char="n"/>
            </a:pPr>
            <a:r>
              <a:rPr lang="en-US" altLang="en-US" sz="2000" dirty="0">
                <a:cs typeface="Times New Roman" panose="02020603050405020304" pitchFamily="18" charset="0"/>
              </a:rPr>
              <a:t>With full-duplex</a:t>
            </a:r>
            <a:r>
              <a:rPr lang="en-GB" altLang="en-US" sz="2000" dirty="0">
                <a:cs typeface="Times New Roman" panose="02020603050405020304" pitchFamily="18" charset="0"/>
              </a:rPr>
              <a:t>, </a:t>
            </a:r>
            <a:r>
              <a:rPr lang="en-US" altLang="en-US" sz="2000" dirty="0">
                <a:cs typeface="Times New Roman" panose="02020603050405020304" pitchFamily="18" charset="0"/>
              </a:rPr>
              <a:t>station can transmit and receive </a:t>
            </a:r>
            <a:r>
              <a:rPr lang="en-US" altLang="en-US" sz="2000" i="1" dirty="0">
                <a:cs typeface="Times New Roman" panose="02020603050405020304" pitchFamily="18" charset="0"/>
              </a:rPr>
              <a:t>data</a:t>
            </a:r>
            <a:r>
              <a:rPr lang="en-US" altLang="en-US" sz="2000" dirty="0">
                <a:cs typeface="Times New Roman" panose="02020603050405020304" pitchFamily="18" charset="0"/>
              </a:rPr>
              <a:t> simultaneously</a:t>
            </a:r>
            <a:endParaRPr lang="en-GB" altLang="en-US" sz="2000" dirty="0">
              <a:cs typeface="Times New Roman" panose="02020603050405020304" pitchFamily="18" charset="0"/>
            </a:endParaRPr>
          </a:p>
          <a:p>
            <a:pPr eaLnBrk="1" hangingPunct="1">
              <a:lnSpc>
                <a:spcPct val="90000"/>
              </a:lnSpc>
              <a:spcBef>
                <a:spcPct val="20000"/>
              </a:spcBef>
              <a:buClr>
                <a:schemeClr val="folHlink"/>
              </a:buClr>
              <a:buSzPct val="60000"/>
              <a:buFont typeface="Wingdings" panose="05000000000000000000" pitchFamily="2" charset="2"/>
              <a:buChar char="n"/>
            </a:pPr>
            <a:r>
              <a:rPr lang="en-US" altLang="en-US" sz="2000" dirty="0">
                <a:cs typeface="Times New Roman" panose="02020603050405020304" pitchFamily="18" charset="0"/>
              </a:rPr>
              <a:t>With full duplex, Throughput (actual transmission rate) is doubled. </a:t>
            </a:r>
          </a:p>
          <a:p>
            <a:pPr lvl="1" eaLnBrk="1" hangingPunct="1">
              <a:lnSpc>
                <a:spcPct val="90000"/>
              </a:lnSpc>
              <a:spcBef>
                <a:spcPct val="20000"/>
              </a:spcBef>
              <a:buClr>
                <a:schemeClr val="folHlink"/>
              </a:buClr>
              <a:buSzPct val="60000"/>
              <a:buFont typeface="Wingdings" panose="05000000000000000000" pitchFamily="2" charset="2"/>
              <a:buChar char="n"/>
            </a:pPr>
            <a:r>
              <a:rPr lang="en-US" altLang="en-US" dirty="0"/>
              <a:t>10-Mbps Ethernet in full-duplex mode, theoretical transfer rate becomes 20 Mbps</a:t>
            </a:r>
          </a:p>
          <a:p>
            <a:pPr lvl="1" eaLnBrk="1" hangingPunct="1">
              <a:lnSpc>
                <a:spcPct val="90000"/>
              </a:lnSpc>
              <a:spcBef>
                <a:spcPct val="20000"/>
              </a:spcBef>
              <a:buClr>
                <a:schemeClr val="folHlink"/>
              </a:buClr>
              <a:buSzPct val="60000"/>
              <a:buFont typeface="Wingdings" panose="05000000000000000000" pitchFamily="2" charset="2"/>
              <a:buChar char="n"/>
            </a:pPr>
            <a:r>
              <a:rPr lang="en-US" altLang="en-US" sz="2000" dirty="0">
                <a:cs typeface="Times New Roman" panose="02020603050405020304" pitchFamily="18" charset="0"/>
              </a:rPr>
              <a:t>100-Mbps Ethernet in full-duplex mode, theoretical transfer rate becomes 200 Mbps</a:t>
            </a:r>
          </a:p>
          <a:p>
            <a:pPr eaLnBrk="1" hangingPunct="1">
              <a:lnSpc>
                <a:spcPct val="90000"/>
              </a:lnSpc>
              <a:spcBef>
                <a:spcPct val="20000"/>
              </a:spcBef>
              <a:buClr>
                <a:schemeClr val="folHlink"/>
              </a:buClr>
              <a:buSzPct val="60000"/>
              <a:buFont typeface="Wingdings" panose="05000000000000000000" pitchFamily="2" charset="2"/>
              <a:buChar char="n"/>
            </a:pPr>
            <a:r>
              <a:rPr lang="en-US" altLang="en-US" sz="2000" dirty="0">
                <a:cs typeface="Times New Roman" panose="02020603050405020304" pitchFamily="18" charset="0"/>
              </a:rPr>
              <a:t>Changes that should be made with any computer in order to operate in Full-Duplex Mode</a:t>
            </a:r>
          </a:p>
          <a:p>
            <a:pPr lvl="1" eaLnBrk="1" hangingPunct="1">
              <a:lnSpc>
                <a:spcPct val="90000"/>
              </a:lnSpc>
              <a:spcBef>
                <a:spcPct val="20000"/>
              </a:spcBef>
              <a:buClr>
                <a:schemeClr val="folHlink"/>
              </a:buClr>
              <a:buSzPct val="60000"/>
              <a:buFont typeface="Wingdings" panose="05000000000000000000" pitchFamily="2" charset="2"/>
              <a:buAutoNum type="arabicParenR"/>
            </a:pPr>
            <a:r>
              <a:rPr lang="en-GB" altLang="en-US" sz="2000" dirty="0">
                <a:cs typeface="Times New Roman" panose="02020603050405020304" pitchFamily="18" charset="0"/>
              </a:rPr>
              <a:t>Attached</a:t>
            </a:r>
            <a:r>
              <a:rPr lang="en-US" altLang="en-US" sz="2000" dirty="0">
                <a:cs typeface="Times New Roman" panose="02020603050405020304" pitchFamily="18" charset="0"/>
              </a:rPr>
              <a:t> stations must have full-duplex NIC cards</a:t>
            </a:r>
          </a:p>
          <a:p>
            <a:pPr lvl="1" eaLnBrk="1" hangingPunct="1">
              <a:lnSpc>
                <a:spcPct val="90000"/>
              </a:lnSpc>
              <a:spcBef>
                <a:spcPct val="20000"/>
              </a:spcBef>
              <a:buClr>
                <a:schemeClr val="folHlink"/>
              </a:buClr>
              <a:buSzPct val="60000"/>
              <a:buFont typeface="Wingdings" panose="05000000000000000000" pitchFamily="2" charset="2"/>
              <a:buAutoNum type="arabicParenR"/>
            </a:pPr>
            <a:r>
              <a:rPr lang="en-US" altLang="en-US" sz="2000" dirty="0">
                <a:cs typeface="Times New Roman" panose="02020603050405020304" pitchFamily="18" charset="0"/>
              </a:rPr>
              <a:t>Must use two pairs of  wire one pair for transmitting from host to switch (inbound) and the other pair for transmitting from switch to host (outbound) </a:t>
            </a:r>
          </a:p>
          <a:p>
            <a:pPr lvl="1" eaLnBrk="1" hangingPunct="1">
              <a:lnSpc>
                <a:spcPct val="90000"/>
              </a:lnSpc>
              <a:spcBef>
                <a:spcPct val="20000"/>
              </a:spcBef>
              <a:buClr>
                <a:schemeClr val="folHlink"/>
              </a:buClr>
              <a:buSzPct val="60000"/>
              <a:buFont typeface="Wingdings" panose="05000000000000000000" pitchFamily="2" charset="2"/>
              <a:buAutoNum type="arabicParenR"/>
            </a:pPr>
            <a:r>
              <a:rPr lang="en-US" altLang="en-US" sz="2000" dirty="0">
                <a:cs typeface="Times New Roman" panose="02020603050405020304" pitchFamily="18" charset="0"/>
              </a:rPr>
              <a:t>Must use a switch as a central device not a hub</a:t>
            </a:r>
            <a:endParaRPr lang="en-GB" altLang="en-US" sz="2000" dirty="0">
              <a:cs typeface="Times New Roman" panose="02020603050405020304" pitchFamily="18" charset="0"/>
            </a:endParaRPr>
          </a:p>
          <a:p>
            <a:pPr lvl="1" eaLnBrk="1" hangingPunct="1">
              <a:lnSpc>
                <a:spcPct val="90000"/>
              </a:lnSpc>
              <a:spcBef>
                <a:spcPct val="20000"/>
              </a:spcBef>
              <a:buClr>
                <a:schemeClr val="folHlink"/>
              </a:buClr>
              <a:buSzPct val="60000"/>
              <a:buFont typeface="Wingdings" panose="05000000000000000000" pitchFamily="2" charset="2"/>
              <a:buAutoNum type="arabicParenR"/>
            </a:pPr>
            <a:r>
              <a:rPr lang="en-GB" altLang="en-US" sz="2000" dirty="0">
                <a:cs typeface="Times New Roman" panose="02020603050405020304" pitchFamily="18" charset="0"/>
              </a:rPr>
              <a:t>Devices must be connected point-to-point (dedicated) to </a:t>
            </a:r>
            <a:r>
              <a:rPr lang="en-US" altLang="en-US" sz="2000" dirty="0">
                <a:cs typeface="Times New Roman" panose="02020603050405020304" pitchFamily="18" charset="0"/>
              </a:rPr>
              <a:t> the  switch </a:t>
            </a:r>
          </a:p>
          <a:p>
            <a:pPr lvl="1" eaLnBrk="1" hangingPunct="1">
              <a:lnSpc>
                <a:spcPct val="90000"/>
              </a:lnSpc>
              <a:spcBef>
                <a:spcPct val="20000"/>
              </a:spcBef>
              <a:buClr>
                <a:schemeClr val="folHlink"/>
              </a:buClr>
              <a:buSzPct val="60000"/>
              <a:buFont typeface="Wingdings" panose="05000000000000000000" pitchFamily="2" charset="2"/>
              <a:buChar char="n"/>
            </a:pPr>
            <a:r>
              <a:rPr lang="en-GB" altLang="en-US" sz="2000" dirty="0">
                <a:cs typeface="Times New Roman" panose="02020603050405020304" pitchFamily="18" charset="0"/>
              </a:rPr>
              <a:t>Each</a:t>
            </a:r>
            <a:r>
              <a:rPr lang="en-US" altLang="en-US" sz="2000" dirty="0">
                <a:cs typeface="Times New Roman" panose="02020603050405020304" pitchFamily="18" charset="0"/>
              </a:rPr>
              <a:t> station constitutes </a:t>
            </a:r>
            <a:r>
              <a:rPr lang="en-US" altLang="en-US" sz="2000" u="sng" dirty="0">
                <a:cs typeface="Times New Roman" panose="02020603050405020304" pitchFamily="18" charset="0"/>
              </a:rPr>
              <a:t>separate collision domain</a:t>
            </a:r>
            <a:endParaRPr lang="en-GB" altLang="en-US" sz="2000" u="sng" dirty="0">
              <a:cs typeface="Times New Roman" panose="02020603050405020304" pitchFamily="18" charset="0"/>
            </a:endParaRPr>
          </a:p>
          <a:p>
            <a:pPr lvl="2" eaLnBrk="1" hangingPunct="1">
              <a:lnSpc>
                <a:spcPct val="90000"/>
              </a:lnSpc>
              <a:spcBef>
                <a:spcPct val="20000"/>
              </a:spcBef>
              <a:buClr>
                <a:schemeClr val="hlink"/>
              </a:buClr>
              <a:buSzPct val="55000"/>
              <a:buFont typeface="Wingdings" panose="05000000000000000000" pitchFamily="2" charset="2"/>
              <a:buChar char="n"/>
            </a:pPr>
            <a:r>
              <a:rPr lang="en-US" altLang="en-US" sz="2000" dirty="0">
                <a:cs typeface="Times New Roman" panose="02020603050405020304" pitchFamily="18" charset="0"/>
              </a:rPr>
              <a:t>CSMA/CD algorithm no longer needed (no collision)</a:t>
            </a:r>
          </a:p>
          <a:p>
            <a:pPr lvl="2" eaLnBrk="1" hangingPunct="1">
              <a:lnSpc>
                <a:spcPct val="90000"/>
              </a:lnSpc>
              <a:spcBef>
                <a:spcPct val="20000"/>
              </a:spcBef>
              <a:buClr>
                <a:schemeClr val="hlink"/>
              </a:buClr>
              <a:buSzPct val="55000"/>
              <a:buFont typeface="Wingdings" panose="05000000000000000000" pitchFamily="2" charset="2"/>
              <a:buChar char="n"/>
            </a:pPr>
            <a:r>
              <a:rPr lang="en-US" altLang="en-US" sz="2000" dirty="0">
                <a:cs typeface="Times New Roman" panose="02020603050405020304" pitchFamily="18" charset="0"/>
              </a:rPr>
              <a:t>No limit on the segment length</a:t>
            </a:r>
            <a:endParaRPr lang="en-GB" altLang="en-US" sz="2000" dirty="0">
              <a:cs typeface="Times New Roman" panose="02020603050405020304" pitchFamily="18" charset="0"/>
            </a:endParaRPr>
          </a:p>
          <a:p>
            <a:pPr lvl="2" eaLnBrk="1" hangingPunct="1">
              <a:lnSpc>
                <a:spcPct val="90000"/>
              </a:lnSpc>
              <a:spcBef>
                <a:spcPct val="20000"/>
              </a:spcBef>
              <a:buClr>
                <a:schemeClr val="hlink"/>
              </a:buClr>
              <a:buSzPct val="55000"/>
              <a:buFont typeface="Wingdings" panose="05000000000000000000" pitchFamily="2" charset="2"/>
              <a:buChar char="n"/>
            </a:pPr>
            <a:r>
              <a:rPr lang="en-US" altLang="en-US" sz="2000" dirty="0">
                <a:cs typeface="Times New Roman" panose="02020603050405020304" pitchFamily="18" charset="0"/>
              </a:rPr>
              <a:t>Same 802.3 MAC frame format used</a:t>
            </a:r>
            <a:endParaRPr lang="en-GB" altLang="en-US" sz="2000" dirty="0">
              <a:cs typeface="Times New Roman" panose="02020603050405020304" pitchFamily="18" charset="0"/>
            </a:endParaRPr>
          </a:p>
          <a:p>
            <a:pPr lvl="1" eaLnBrk="1" hangingPunct="1">
              <a:lnSpc>
                <a:spcPct val="90000"/>
              </a:lnSpc>
              <a:spcBef>
                <a:spcPct val="20000"/>
              </a:spcBef>
              <a:buClr>
                <a:schemeClr val="hlink"/>
              </a:buClr>
              <a:buSzPct val="55000"/>
              <a:buFont typeface="Wingdings" panose="05000000000000000000" pitchFamily="2" charset="2"/>
              <a:buNone/>
            </a:pPr>
            <a:endParaRPr lang="en-US" altLang="en-US" sz="2000" dirty="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Line 2">
            <a:extLst>
              <a:ext uri="{FF2B5EF4-FFF2-40B4-BE49-F238E27FC236}">
                <a16:creationId xmlns:a16="http://schemas.microsoft.com/office/drawing/2014/main" id="{E8C22D2A-50CE-8F0C-1E40-DF4D609F0599}"/>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43" name="Line 3">
            <a:extLst>
              <a:ext uri="{FF2B5EF4-FFF2-40B4-BE49-F238E27FC236}">
                <a16:creationId xmlns:a16="http://schemas.microsoft.com/office/drawing/2014/main" id="{602AF0B1-38ED-A608-4FD2-BA46E628F31D}"/>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44" name="Text Box 4">
            <a:extLst>
              <a:ext uri="{FF2B5EF4-FFF2-40B4-BE49-F238E27FC236}">
                <a16:creationId xmlns:a16="http://schemas.microsoft.com/office/drawing/2014/main" id="{5A8001C1-691E-EAD4-0803-19082B68C1E0}"/>
              </a:ext>
            </a:extLst>
          </p:cNvPr>
          <p:cNvSpPr txBox="1">
            <a:spLocks noChangeArrowheads="1"/>
          </p:cNvSpPr>
          <p:nvPr/>
        </p:nvSpPr>
        <p:spPr bwMode="auto">
          <a:xfrm>
            <a:off x="304800" y="762000"/>
            <a:ext cx="5145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solidFill>
                  <a:schemeClr val="folHlink"/>
                </a:solidFill>
              </a:rPr>
              <a:t>Figure 13.18  </a:t>
            </a:r>
            <a:r>
              <a:rPr lang="en-US" altLang="en-US" sz="2000" i="1"/>
              <a:t>Full-duplex switched Ethernet</a:t>
            </a:r>
          </a:p>
        </p:txBody>
      </p:sp>
      <p:sp>
        <p:nvSpPr>
          <p:cNvPr id="35845" name="Line 5">
            <a:extLst>
              <a:ext uri="{FF2B5EF4-FFF2-40B4-BE49-F238E27FC236}">
                <a16:creationId xmlns:a16="http://schemas.microsoft.com/office/drawing/2014/main" id="{52D5FF12-F53C-716E-754C-48B2BD344696}"/>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35846" name="Picture 6">
            <a:extLst>
              <a:ext uri="{FF2B5EF4-FFF2-40B4-BE49-F238E27FC236}">
                <a16:creationId xmlns:a16="http://schemas.microsoft.com/office/drawing/2014/main" id="{6F0D7894-A0B0-E533-4A65-525D2C102C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7275" y="1952625"/>
            <a:ext cx="6791325" cy="376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Line 2">
            <a:extLst>
              <a:ext uri="{FF2B5EF4-FFF2-40B4-BE49-F238E27FC236}">
                <a16:creationId xmlns:a16="http://schemas.microsoft.com/office/drawing/2014/main" id="{77151F34-9B77-FC8A-440F-6A57A57A59EB}"/>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67" name="Line 3">
            <a:extLst>
              <a:ext uri="{FF2B5EF4-FFF2-40B4-BE49-F238E27FC236}">
                <a16:creationId xmlns:a16="http://schemas.microsoft.com/office/drawing/2014/main" id="{2D75622C-A000-E1BC-741B-DD955DD8DB16}"/>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68" name="Text Box 4">
            <a:extLst>
              <a:ext uri="{FF2B5EF4-FFF2-40B4-BE49-F238E27FC236}">
                <a16:creationId xmlns:a16="http://schemas.microsoft.com/office/drawing/2014/main" id="{A1E48D63-2BFD-DF14-788D-7A2E619D2EB8}"/>
              </a:ext>
            </a:extLst>
          </p:cNvPr>
          <p:cNvSpPr txBox="1">
            <a:spLocks noChangeArrowheads="1"/>
          </p:cNvSpPr>
          <p:nvPr/>
        </p:nvSpPr>
        <p:spPr bwMode="auto">
          <a:xfrm>
            <a:off x="304800" y="762000"/>
            <a:ext cx="3884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solidFill>
                  <a:schemeClr val="folHlink"/>
                </a:solidFill>
              </a:rPr>
              <a:t>Figure 13.17  </a:t>
            </a:r>
            <a:r>
              <a:rPr lang="en-US" altLang="en-US" sz="2000" i="1"/>
              <a:t>Switched Ethernet</a:t>
            </a:r>
          </a:p>
        </p:txBody>
      </p:sp>
      <p:sp>
        <p:nvSpPr>
          <p:cNvPr id="36869" name="Line 5">
            <a:extLst>
              <a:ext uri="{FF2B5EF4-FFF2-40B4-BE49-F238E27FC236}">
                <a16:creationId xmlns:a16="http://schemas.microsoft.com/office/drawing/2014/main" id="{78E2AE16-16F9-03BB-06E5-70C43EA23254}"/>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36870" name="Picture 6">
            <a:extLst>
              <a:ext uri="{FF2B5EF4-FFF2-40B4-BE49-F238E27FC236}">
                <a16:creationId xmlns:a16="http://schemas.microsoft.com/office/drawing/2014/main" id="{98989AC4-BEE2-DD36-921A-D0FE2E1C4B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8700" y="1998663"/>
            <a:ext cx="7048500" cy="348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9A44F8C5-D22C-56A3-F6B0-E50B57C1E682}"/>
              </a:ext>
            </a:extLst>
          </p:cNvPr>
          <p:cNvSpPr>
            <a:spLocks noGrp="1" noChangeArrowheads="1"/>
          </p:cNvSpPr>
          <p:nvPr>
            <p:ph type="title"/>
          </p:nvPr>
        </p:nvSpPr>
        <p:spPr>
          <a:xfrm>
            <a:off x="685800" y="609600"/>
            <a:ext cx="7772400" cy="1143000"/>
          </a:xfrm>
        </p:spPr>
        <p:txBody>
          <a:bodyPr anchor="t"/>
          <a:lstStyle/>
          <a:p>
            <a:pPr eaLnBrk="1" hangingPunct="1"/>
            <a:r>
              <a:rPr lang="en-US" altLang="en-US" b="1">
                <a:latin typeface="Arial,Bold" charset="0"/>
              </a:rPr>
              <a:t>13.5 Gigabit Ethernet</a:t>
            </a:r>
            <a:br>
              <a:rPr lang="en-US" altLang="en-US">
                <a:latin typeface="Arial,Bold" charset="0"/>
              </a:rPr>
            </a:br>
            <a:endParaRPr lang="en-US" altLang="en-US">
              <a:latin typeface="Arial,Bold" charset="0"/>
            </a:endParaRPr>
          </a:p>
        </p:txBody>
      </p:sp>
      <p:sp>
        <p:nvSpPr>
          <p:cNvPr id="37891" name="Rectangle 3">
            <a:extLst>
              <a:ext uri="{FF2B5EF4-FFF2-40B4-BE49-F238E27FC236}">
                <a16:creationId xmlns:a16="http://schemas.microsoft.com/office/drawing/2014/main" id="{56138B60-ED73-E0D4-34A9-ED90D3FF50AB}"/>
              </a:ext>
            </a:extLst>
          </p:cNvPr>
          <p:cNvSpPr>
            <a:spLocks noGrp="1" noChangeArrowheads="1"/>
          </p:cNvSpPr>
          <p:nvPr>
            <p:ph type="body" idx="1"/>
          </p:nvPr>
        </p:nvSpPr>
        <p:spPr>
          <a:xfrm>
            <a:off x="685800" y="1981200"/>
            <a:ext cx="7772400" cy="4114800"/>
          </a:xfrm>
        </p:spPr>
        <p:txBody>
          <a:bodyPr/>
          <a:lstStyle/>
          <a:p>
            <a:pPr eaLnBrk="1" hangingPunct="1"/>
            <a:r>
              <a:rPr lang="en-US" altLang="en-US"/>
              <a:t>Speed 1Gpbs</a:t>
            </a:r>
          </a:p>
          <a:p>
            <a:pPr eaLnBrk="1" hangingPunct="1"/>
            <a:r>
              <a:rPr lang="en-US" altLang="en-US"/>
              <a:t>Minimum frame length is 512 bytes</a:t>
            </a:r>
          </a:p>
          <a:p>
            <a:pPr eaLnBrk="1" hangingPunct="1"/>
            <a:r>
              <a:rPr lang="en-US" altLang="en-US"/>
              <a:t>Operates in full/half duplex modes mostly full duplex</a:t>
            </a:r>
          </a:p>
        </p:txBody>
      </p:sp>
      <p:pic>
        <p:nvPicPr>
          <p:cNvPr id="37892" name="Picture 4" descr="4-23">
            <a:extLst>
              <a:ext uri="{FF2B5EF4-FFF2-40B4-BE49-F238E27FC236}">
                <a16:creationId xmlns:a16="http://schemas.microsoft.com/office/drawing/2014/main" id="{E2540B92-1B32-EC25-8C25-ADFB59434F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4495800"/>
            <a:ext cx="8059738" cy="154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3" name="Rectangle 6">
            <a:extLst>
              <a:ext uri="{FF2B5EF4-FFF2-40B4-BE49-F238E27FC236}">
                <a16:creationId xmlns:a16="http://schemas.microsoft.com/office/drawing/2014/main" id="{1FD3F53F-0F5D-7F05-CFD5-67DB8E8E7D22}"/>
              </a:ext>
            </a:extLst>
          </p:cNvPr>
          <p:cNvSpPr>
            <a:spLocks noChangeArrowheads="1"/>
          </p:cNvSpPr>
          <p:nvPr/>
        </p:nvSpPr>
        <p:spPr bwMode="auto">
          <a:xfrm>
            <a:off x="5014913" y="4419600"/>
            <a:ext cx="3581400" cy="1905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37894" name="Rectangle 7">
            <a:extLst>
              <a:ext uri="{FF2B5EF4-FFF2-40B4-BE49-F238E27FC236}">
                <a16:creationId xmlns:a16="http://schemas.microsoft.com/office/drawing/2014/main" id="{589D4772-B9E5-3308-CD62-50BAC52ECF30}"/>
              </a:ext>
            </a:extLst>
          </p:cNvPr>
          <p:cNvSpPr>
            <a:spLocks noChangeArrowheads="1"/>
          </p:cNvSpPr>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20000"/>
              </a:spcBef>
              <a:buClr>
                <a:schemeClr val="folHlink"/>
              </a:buClr>
              <a:buSzPct val="60000"/>
              <a:buFont typeface="Wingdings" panose="05000000000000000000" pitchFamily="2" charset="2"/>
              <a:buChar char="n"/>
            </a:pPr>
            <a:r>
              <a:rPr lang="en-US" altLang="en-US" sz="3200" dirty="0"/>
              <a:t>Speed 1Gpbs</a:t>
            </a:r>
          </a:p>
          <a:p>
            <a:pPr eaLnBrk="1" hangingPunct="1">
              <a:spcBef>
                <a:spcPct val="20000"/>
              </a:spcBef>
              <a:buClr>
                <a:schemeClr val="folHlink"/>
              </a:buClr>
              <a:buSzPct val="60000"/>
              <a:buFont typeface="Wingdings" panose="05000000000000000000" pitchFamily="2" charset="2"/>
              <a:buChar char="n"/>
            </a:pPr>
            <a:r>
              <a:rPr lang="en-US" altLang="en-US" sz="3200" dirty="0"/>
              <a:t>Minimum frame length is 512 bytes</a:t>
            </a:r>
          </a:p>
          <a:p>
            <a:pPr eaLnBrk="1" hangingPunct="1">
              <a:spcBef>
                <a:spcPct val="20000"/>
              </a:spcBef>
              <a:buClr>
                <a:schemeClr val="folHlink"/>
              </a:buClr>
              <a:buSzPct val="60000"/>
              <a:buFont typeface="Wingdings" panose="05000000000000000000" pitchFamily="2" charset="2"/>
              <a:buChar char="n"/>
            </a:pPr>
            <a:r>
              <a:rPr lang="en-US" altLang="en-US" sz="3200" dirty="0"/>
              <a:t>Operates in full/half duplex modes mostly full duplex</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57BE73A6-CD5D-65FC-E11F-446EE8301FCB}"/>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38915" name="Rectangle 3">
            <a:extLst>
              <a:ext uri="{FF2B5EF4-FFF2-40B4-BE49-F238E27FC236}">
                <a16:creationId xmlns:a16="http://schemas.microsoft.com/office/drawing/2014/main" id="{06E38C9A-70C8-9BDF-B0AF-AB0A0E46B35E}"/>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38916" name="Rectangle 4">
            <a:extLst>
              <a:ext uri="{FF2B5EF4-FFF2-40B4-BE49-F238E27FC236}">
                <a16:creationId xmlns:a16="http://schemas.microsoft.com/office/drawing/2014/main" id="{6142AD67-FBCE-5DE5-3593-B6E94362FB67}"/>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38917" name="Rectangle 5">
            <a:extLst>
              <a:ext uri="{FF2B5EF4-FFF2-40B4-BE49-F238E27FC236}">
                <a16:creationId xmlns:a16="http://schemas.microsoft.com/office/drawing/2014/main" id="{50F23FD8-B3C1-A54B-76D2-8CE3A2B062EA}"/>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38918" name="Rectangle 6">
            <a:extLst>
              <a:ext uri="{FF2B5EF4-FFF2-40B4-BE49-F238E27FC236}">
                <a16:creationId xmlns:a16="http://schemas.microsoft.com/office/drawing/2014/main" id="{5EA0EB0D-E291-6254-AE18-5CD7202D074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38919" name="Rectangle 7">
            <a:extLst>
              <a:ext uri="{FF2B5EF4-FFF2-40B4-BE49-F238E27FC236}">
                <a16:creationId xmlns:a16="http://schemas.microsoft.com/office/drawing/2014/main" id="{28C67DFE-B3A9-8AE3-C10C-353A4FFAB2AE}"/>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38920" name="Rectangle 8">
            <a:extLst>
              <a:ext uri="{FF2B5EF4-FFF2-40B4-BE49-F238E27FC236}">
                <a16:creationId xmlns:a16="http://schemas.microsoft.com/office/drawing/2014/main" id="{2AE53E57-4383-1430-0784-6C103DA2263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kumimoji="1" lang="en-US" altLang="en-US"/>
          </a:p>
        </p:txBody>
      </p:sp>
      <p:sp>
        <p:nvSpPr>
          <p:cNvPr id="38921" name="Line 9">
            <a:extLst>
              <a:ext uri="{FF2B5EF4-FFF2-40B4-BE49-F238E27FC236}">
                <a16:creationId xmlns:a16="http://schemas.microsoft.com/office/drawing/2014/main" id="{D42D0DEE-7197-F041-DDFF-B5515CE16DE9}"/>
              </a:ext>
            </a:extLst>
          </p:cNvPr>
          <p:cNvSpPr>
            <a:spLocks noChangeShapeType="1"/>
          </p:cNvSpPr>
          <p:nvPr/>
        </p:nvSpPr>
        <p:spPr bwMode="auto">
          <a:xfrm>
            <a:off x="457200" y="2209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2" name="Line 10">
            <a:extLst>
              <a:ext uri="{FF2B5EF4-FFF2-40B4-BE49-F238E27FC236}">
                <a16:creationId xmlns:a16="http://schemas.microsoft.com/office/drawing/2014/main" id="{E13FC269-0D1E-392E-B039-4A6309EF610D}"/>
              </a:ext>
            </a:extLst>
          </p:cNvPr>
          <p:cNvSpPr>
            <a:spLocks noChangeShapeType="1"/>
          </p:cNvSpPr>
          <p:nvPr/>
        </p:nvSpPr>
        <p:spPr bwMode="auto">
          <a:xfrm>
            <a:off x="458788" y="4953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3" name="Rectangle 11">
            <a:extLst>
              <a:ext uri="{FF2B5EF4-FFF2-40B4-BE49-F238E27FC236}">
                <a16:creationId xmlns:a16="http://schemas.microsoft.com/office/drawing/2014/main" id="{14A3DB98-75B7-5157-DC67-F42D80766AD2}"/>
              </a:ext>
            </a:extLst>
          </p:cNvPr>
          <p:cNvSpPr>
            <a:spLocks noChangeArrowheads="1"/>
          </p:cNvSpPr>
          <p:nvPr/>
        </p:nvSpPr>
        <p:spPr bwMode="auto">
          <a:xfrm>
            <a:off x="495300" y="2301875"/>
            <a:ext cx="8077200" cy="2528888"/>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3200">
                <a:latin typeface="Arial" panose="020B0604020202020204" pitchFamily="34" charset="0"/>
              </a:rPr>
              <a:t>In the full-duplex mode of Gigabit Ethernet, there is no collision;</a:t>
            </a:r>
          </a:p>
          <a:p>
            <a:pPr algn="ctr" eaLnBrk="1" hangingPunct="1"/>
            <a:r>
              <a:rPr lang="en-US" altLang="en-US" sz="3200">
                <a:latin typeface="Arial" panose="020B0604020202020204" pitchFamily="34" charset="0"/>
              </a:rPr>
              <a:t>the maximum length of the cable is determined  by the signal attenuation </a:t>
            </a:r>
            <a:br>
              <a:rPr lang="en-US" altLang="en-US" sz="3200">
                <a:latin typeface="Arial" panose="020B0604020202020204" pitchFamily="34" charset="0"/>
              </a:rPr>
            </a:br>
            <a:r>
              <a:rPr lang="en-US" altLang="en-US" sz="3200">
                <a:latin typeface="Arial" panose="020B0604020202020204" pitchFamily="34" charset="0"/>
              </a:rPr>
              <a:t>in the cable.</a:t>
            </a:r>
          </a:p>
        </p:txBody>
      </p:sp>
      <p:grpSp>
        <p:nvGrpSpPr>
          <p:cNvPr id="38924" name="Group 12">
            <a:extLst>
              <a:ext uri="{FF2B5EF4-FFF2-40B4-BE49-F238E27FC236}">
                <a16:creationId xmlns:a16="http://schemas.microsoft.com/office/drawing/2014/main" id="{ABC4E18E-2A86-2A05-DED3-B8F1EE6952ED}"/>
              </a:ext>
            </a:extLst>
          </p:cNvPr>
          <p:cNvGrpSpPr>
            <a:grpSpLocks/>
          </p:cNvGrpSpPr>
          <p:nvPr/>
        </p:nvGrpSpPr>
        <p:grpSpPr bwMode="auto">
          <a:xfrm>
            <a:off x="457200" y="1524000"/>
            <a:ext cx="1143000" cy="566738"/>
            <a:chOff x="1200" y="1248"/>
            <a:chExt cx="720" cy="357"/>
          </a:xfrm>
        </p:grpSpPr>
        <p:pic>
          <p:nvPicPr>
            <p:cNvPr id="38925" name="Picture 13">
              <a:extLst>
                <a:ext uri="{FF2B5EF4-FFF2-40B4-BE49-F238E27FC236}">
                  <a16:creationId xmlns:a16="http://schemas.microsoft.com/office/drawing/2014/main" id="{CF0C302E-722A-C050-3599-EDC0E04E61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26" name="Text Box 14">
              <a:extLst>
                <a:ext uri="{FF2B5EF4-FFF2-40B4-BE49-F238E27FC236}">
                  <a16:creationId xmlns:a16="http://schemas.microsoft.com/office/drawing/2014/main" id="{3E88CF85-58D5-9F2C-DB2A-D24C3D75E403}"/>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800" i="1">
                  <a:solidFill>
                    <a:schemeClr val="hlink"/>
                  </a:solidFill>
                </a:rPr>
                <a:t>Note</a:t>
              </a: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Line 2">
            <a:extLst>
              <a:ext uri="{FF2B5EF4-FFF2-40B4-BE49-F238E27FC236}">
                <a16:creationId xmlns:a16="http://schemas.microsoft.com/office/drawing/2014/main" id="{CC1F6D1E-A84A-3347-A4E0-6E50D9E94547}"/>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39" name="Line 3">
            <a:extLst>
              <a:ext uri="{FF2B5EF4-FFF2-40B4-BE49-F238E27FC236}">
                <a16:creationId xmlns:a16="http://schemas.microsoft.com/office/drawing/2014/main" id="{8789E92E-3C1F-8BCC-D680-AE8807AE9A92}"/>
              </a:ext>
            </a:extLst>
          </p:cNvPr>
          <p:cNvSpPr>
            <a:spLocks noChangeShapeType="1"/>
          </p:cNvSpPr>
          <p:nvPr/>
        </p:nvSpPr>
        <p:spPr bwMode="auto">
          <a:xfrm>
            <a:off x="152400" y="7620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40" name="Text Box 4">
            <a:extLst>
              <a:ext uri="{FF2B5EF4-FFF2-40B4-BE49-F238E27FC236}">
                <a16:creationId xmlns:a16="http://schemas.microsoft.com/office/drawing/2014/main" id="{CC0F932A-8F3D-5CDC-BCB1-33D049756481}"/>
              </a:ext>
            </a:extLst>
          </p:cNvPr>
          <p:cNvSpPr txBox="1">
            <a:spLocks noChangeArrowheads="1"/>
          </p:cNvSpPr>
          <p:nvPr/>
        </p:nvSpPr>
        <p:spPr bwMode="auto">
          <a:xfrm>
            <a:off x="304800" y="228600"/>
            <a:ext cx="5194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solidFill>
                  <a:schemeClr val="folHlink"/>
                </a:solidFill>
              </a:rPr>
              <a:t>Figure 13.22  </a:t>
            </a:r>
            <a:r>
              <a:rPr lang="en-US" altLang="en-US" sz="2000" i="1"/>
              <a:t>Topologies of Gigabit Ethernet</a:t>
            </a:r>
          </a:p>
        </p:txBody>
      </p:sp>
      <p:sp>
        <p:nvSpPr>
          <p:cNvPr id="39941" name="Line 5">
            <a:extLst>
              <a:ext uri="{FF2B5EF4-FFF2-40B4-BE49-F238E27FC236}">
                <a16:creationId xmlns:a16="http://schemas.microsoft.com/office/drawing/2014/main" id="{E5F603CD-82E9-A5E7-2E68-02F3D0A89549}"/>
              </a:ext>
            </a:extLst>
          </p:cNvPr>
          <p:cNvSpPr>
            <a:spLocks noChangeShapeType="1"/>
          </p:cNvSpPr>
          <p:nvPr/>
        </p:nvSpPr>
        <p:spPr bwMode="auto">
          <a:xfrm>
            <a:off x="152400" y="64008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39942" name="Picture 6">
            <a:extLst>
              <a:ext uri="{FF2B5EF4-FFF2-40B4-BE49-F238E27FC236}">
                <a16:creationId xmlns:a16="http://schemas.microsoft.com/office/drawing/2014/main" id="{21C668C2-0C95-B2F1-A2B1-FD42524B8A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5675" y="850900"/>
            <a:ext cx="4479925" cy="547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Line 2">
            <a:extLst>
              <a:ext uri="{FF2B5EF4-FFF2-40B4-BE49-F238E27FC236}">
                <a16:creationId xmlns:a16="http://schemas.microsoft.com/office/drawing/2014/main" id="{0F880AEA-B7D9-C9A0-5FBF-1DF92E859E07}"/>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963" name="Line 3">
            <a:extLst>
              <a:ext uri="{FF2B5EF4-FFF2-40B4-BE49-F238E27FC236}">
                <a16:creationId xmlns:a16="http://schemas.microsoft.com/office/drawing/2014/main" id="{64004501-2FF2-7B17-230C-9320B7C14A4B}"/>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964" name="Text Box 4">
            <a:extLst>
              <a:ext uri="{FF2B5EF4-FFF2-40B4-BE49-F238E27FC236}">
                <a16:creationId xmlns:a16="http://schemas.microsoft.com/office/drawing/2014/main" id="{A725D9E6-5E49-768A-900E-9F1B60A0034A}"/>
              </a:ext>
            </a:extLst>
          </p:cNvPr>
          <p:cNvSpPr txBox="1">
            <a:spLocks noChangeArrowheads="1"/>
          </p:cNvSpPr>
          <p:nvPr/>
        </p:nvSpPr>
        <p:spPr bwMode="auto">
          <a:xfrm>
            <a:off x="304800" y="762000"/>
            <a:ext cx="5508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solidFill>
                  <a:schemeClr val="folHlink"/>
                </a:solidFill>
              </a:rPr>
              <a:t>Figure 13.23  </a:t>
            </a:r>
            <a:r>
              <a:rPr lang="en-US" altLang="en-US" sz="2000" i="1"/>
              <a:t>Gigabit Ethernet implementations</a:t>
            </a:r>
          </a:p>
        </p:txBody>
      </p:sp>
      <p:sp>
        <p:nvSpPr>
          <p:cNvPr id="40965" name="Line 5">
            <a:extLst>
              <a:ext uri="{FF2B5EF4-FFF2-40B4-BE49-F238E27FC236}">
                <a16:creationId xmlns:a16="http://schemas.microsoft.com/office/drawing/2014/main" id="{E2E96793-16C9-9304-9050-46BB04784845}"/>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40966" name="Picture 6">
            <a:extLst>
              <a:ext uri="{FF2B5EF4-FFF2-40B4-BE49-F238E27FC236}">
                <a16:creationId xmlns:a16="http://schemas.microsoft.com/office/drawing/2014/main" id="{901FB813-8C9F-8470-8AE7-A0AB787F0F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0688" y="2209800"/>
            <a:ext cx="7961312" cy="289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475E9F1E-B4B2-BF1C-705A-B1539F7FB4F8}"/>
              </a:ext>
            </a:extLst>
          </p:cNvPr>
          <p:cNvSpPr>
            <a:spLocks noChangeArrowheads="1"/>
          </p:cNvSpPr>
          <p:nvPr/>
        </p:nvSpPr>
        <p:spPr bwMode="auto">
          <a:xfrm>
            <a:off x="406400" y="152400"/>
            <a:ext cx="8204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4400">
                <a:solidFill>
                  <a:schemeClr val="tx2"/>
                </a:solidFill>
              </a:rPr>
              <a:t>10Gbps Ethernet</a:t>
            </a:r>
            <a:endParaRPr lang="en-US" altLang="en-US" sz="4400">
              <a:solidFill>
                <a:schemeClr val="tx2"/>
              </a:solidFill>
            </a:endParaRPr>
          </a:p>
        </p:txBody>
      </p:sp>
      <p:sp>
        <p:nvSpPr>
          <p:cNvPr id="41987" name="Rectangle 3">
            <a:extLst>
              <a:ext uri="{FF2B5EF4-FFF2-40B4-BE49-F238E27FC236}">
                <a16:creationId xmlns:a16="http://schemas.microsoft.com/office/drawing/2014/main" id="{7FB18C10-ADA9-5049-ADCD-E4674BE87FB9}"/>
              </a:ext>
            </a:extLst>
          </p:cNvPr>
          <p:cNvSpPr>
            <a:spLocks noChangeArrowheads="1"/>
          </p:cNvSpPr>
          <p:nvPr/>
        </p:nvSpPr>
        <p:spPr bwMode="auto">
          <a:xfrm>
            <a:off x="457200" y="1371600"/>
            <a:ext cx="8178800" cy="468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lnSpc>
                <a:spcPct val="90000"/>
              </a:lnSpc>
              <a:spcBef>
                <a:spcPct val="20000"/>
              </a:spcBef>
              <a:buClr>
                <a:schemeClr val="folHlink"/>
              </a:buClr>
              <a:buSzPct val="60000"/>
              <a:buFont typeface="Wingdings" panose="05000000000000000000" pitchFamily="2" charset="2"/>
              <a:buChar char="n"/>
            </a:pPr>
            <a:r>
              <a:rPr lang="en-GB" altLang="en-US" sz="2000">
                <a:cs typeface="Times New Roman" panose="02020603050405020304" pitchFamily="18" charset="0"/>
              </a:rPr>
              <a:t>Maximum</a:t>
            </a:r>
            <a:r>
              <a:rPr lang="en-US" altLang="en-US" sz="2000">
                <a:cs typeface="Times New Roman" panose="02020603050405020304" pitchFamily="18" charset="0"/>
              </a:rPr>
              <a:t> link distances cover 300 m to 40 km</a:t>
            </a:r>
            <a:endParaRPr lang="en-GB" altLang="en-US" sz="2000">
              <a:cs typeface="Times New Roman" panose="02020603050405020304" pitchFamily="18" charset="0"/>
            </a:endParaRPr>
          </a:p>
          <a:p>
            <a:pPr eaLnBrk="1" hangingPunct="1">
              <a:lnSpc>
                <a:spcPct val="90000"/>
              </a:lnSpc>
              <a:spcBef>
                <a:spcPct val="20000"/>
              </a:spcBef>
              <a:buClr>
                <a:schemeClr val="folHlink"/>
              </a:buClr>
              <a:buSzPct val="60000"/>
              <a:buFont typeface="Wingdings" panose="05000000000000000000" pitchFamily="2" charset="2"/>
              <a:buChar char="n"/>
            </a:pPr>
            <a:r>
              <a:rPr lang="en-GB" altLang="en-US" sz="2000">
                <a:cs typeface="Times New Roman" panose="02020603050405020304" pitchFamily="18" charset="0"/>
              </a:rPr>
              <a:t>Full</a:t>
            </a:r>
            <a:r>
              <a:rPr lang="en-US" altLang="en-US" sz="2000">
                <a:cs typeface="Times New Roman" panose="02020603050405020304" pitchFamily="18" charset="0"/>
              </a:rPr>
              <a:t>-duplex mode only</a:t>
            </a:r>
          </a:p>
          <a:p>
            <a:pPr eaLnBrk="1" hangingPunct="1">
              <a:lnSpc>
                <a:spcPct val="90000"/>
              </a:lnSpc>
              <a:spcBef>
                <a:spcPct val="20000"/>
              </a:spcBef>
              <a:buClr>
                <a:schemeClr val="folHlink"/>
              </a:buClr>
              <a:buSzPct val="60000"/>
              <a:buFont typeface="Wingdings" panose="05000000000000000000" pitchFamily="2" charset="2"/>
              <a:buChar char="n"/>
            </a:pPr>
            <a:r>
              <a:rPr lang="en-US" altLang="en-US" sz="2000">
                <a:cs typeface="Times New Roman" panose="02020603050405020304" pitchFamily="18" charset="0"/>
              </a:rPr>
              <a:t>No CSMA/CD</a:t>
            </a:r>
          </a:p>
          <a:p>
            <a:pPr eaLnBrk="1" hangingPunct="1">
              <a:lnSpc>
                <a:spcPct val="90000"/>
              </a:lnSpc>
              <a:spcBef>
                <a:spcPct val="20000"/>
              </a:spcBef>
              <a:buClr>
                <a:schemeClr val="folHlink"/>
              </a:buClr>
              <a:buSzPct val="60000"/>
              <a:buFont typeface="Wingdings" panose="05000000000000000000" pitchFamily="2" charset="2"/>
              <a:buChar char="n"/>
            </a:pPr>
            <a:r>
              <a:rPr lang="en-US" altLang="en-US" sz="2000">
                <a:cs typeface="Times New Roman" panose="02020603050405020304" pitchFamily="18" charset="0"/>
              </a:rPr>
              <a:t>Uses optical fiber only</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2">
            <a:extLst>
              <a:ext uri="{FF2B5EF4-FFF2-40B4-BE49-F238E27FC236}">
                <a16:creationId xmlns:a16="http://schemas.microsoft.com/office/drawing/2014/main" id="{00B0A545-A3EC-0E92-66E1-E52268856A7B}"/>
              </a:ext>
            </a:extLst>
          </p:cNvPr>
          <p:cNvSpPr>
            <a:spLocks noGrp="1" noChangeArrowheads="1"/>
          </p:cNvSpPr>
          <p:nvPr>
            <p:ph type="title"/>
          </p:nvPr>
        </p:nvSpPr>
        <p:spPr>
          <a:xfrm>
            <a:off x="684213" y="115888"/>
            <a:ext cx="7772400" cy="1143000"/>
          </a:xfrm>
        </p:spPr>
        <p:txBody>
          <a:bodyPr/>
          <a:lstStyle/>
          <a:p>
            <a:pPr eaLnBrk="1" hangingPunct="1"/>
            <a:br>
              <a:rPr lang="en-US" altLang="en-US" sz="3600">
                <a:latin typeface="Times New Roman" panose="02020603050405020304" pitchFamily="18" charset="0"/>
                <a:cs typeface="Times New Roman" panose="02020603050405020304" pitchFamily="18" charset="0"/>
              </a:rPr>
            </a:br>
            <a:r>
              <a:rPr lang="en-US" altLang="en-US" sz="3600">
                <a:latin typeface="Times New Roman" panose="02020603050405020304" pitchFamily="18" charset="0"/>
                <a:cs typeface="Times New Roman" panose="02020603050405020304" pitchFamily="18" charset="0"/>
              </a:rPr>
              <a:t>Ethernet’s MAC Algorithm(Access Method - CSMA/CD )</a:t>
            </a:r>
            <a:br>
              <a:rPr lang="en-US" altLang="en-US" sz="3600">
                <a:latin typeface="Times New Roman" panose="02020603050405020304" pitchFamily="18" charset="0"/>
                <a:cs typeface="Times New Roman" panose="02020603050405020304" pitchFamily="18" charset="0"/>
              </a:rPr>
            </a:br>
            <a:endParaRPr lang="en-US" altLang="en-US" sz="3600">
              <a:latin typeface="Times New Roman" panose="02020603050405020304" pitchFamily="18" charset="0"/>
              <a:cs typeface="Times New Roman" panose="02020603050405020304" pitchFamily="18" charset="0"/>
            </a:endParaRPr>
          </a:p>
        </p:txBody>
      </p:sp>
      <p:sp>
        <p:nvSpPr>
          <p:cNvPr id="43013" name="Rectangle 3">
            <a:extLst>
              <a:ext uri="{FF2B5EF4-FFF2-40B4-BE49-F238E27FC236}">
                <a16:creationId xmlns:a16="http://schemas.microsoft.com/office/drawing/2014/main" id="{F6F7896A-3959-F5A2-356C-94A72714AFBE}"/>
              </a:ext>
            </a:extLst>
          </p:cNvPr>
          <p:cNvSpPr>
            <a:spLocks noGrp="1" noChangeArrowheads="1"/>
          </p:cNvSpPr>
          <p:nvPr>
            <p:ph type="body" idx="1"/>
          </p:nvPr>
        </p:nvSpPr>
        <p:spPr>
          <a:xfrm>
            <a:off x="304800" y="1371600"/>
            <a:ext cx="8534400" cy="4495800"/>
          </a:xfrm>
        </p:spPr>
        <p:txBody>
          <a:bodyPr/>
          <a:lstStyle/>
          <a:p>
            <a:pPr eaLnBrk="1" hangingPunct="1">
              <a:lnSpc>
                <a:spcPct val="80000"/>
              </a:lnSpc>
            </a:pPr>
            <a:r>
              <a:rPr lang="en-US" altLang="en-US" sz="2400"/>
              <a:t>In Aloha, decisions to transmit are made without paying attention to what other nodes might be doing</a:t>
            </a:r>
          </a:p>
          <a:p>
            <a:pPr eaLnBrk="1" hangingPunct="1">
              <a:lnSpc>
                <a:spcPct val="80000"/>
              </a:lnSpc>
            </a:pPr>
            <a:r>
              <a:rPr lang="en-US" altLang="en-US" sz="2400"/>
              <a:t>Ethernet uses CSMA/CD – listens to line before/during sending</a:t>
            </a:r>
          </a:p>
          <a:p>
            <a:pPr eaLnBrk="1" hangingPunct="1">
              <a:lnSpc>
                <a:spcPct val="80000"/>
              </a:lnSpc>
            </a:pPr>
            <a:r>
              <a:rPr lang="en-US" altLang="en-US" sz="2400"/>
              <a:t>If line is idle (no carrier sensed)</a:t>
            </a:r>
            <a:endParaRPr lang="en-US" altLang="en-US"/>
          </a:p>
          <a:p>
            <a:pPr lvl="1" eaLnBrk="1" hangingPunct="1">
              <a:lnSpc>
                <a:spcPct val="80000"/>
              </a:lnSpc>
            </a:pPr>
            <a:r>
              <a:rPr lang="en-US" altLang="en-US" sz="2000"/>
              <a:t>send packet immediately</a:t>
            </a:r>
          </a:p>
          <a:p>
            <a:pPr lvl="1" eaLnBrk="1" hangingPunct="1">
              <a:lnSpc>
                <a:spcPct val="80000"/>
              </a:lnSpc>
            </a:pPr>
            <a:r>
              <a:rPr lang="en-US" altLang="en-US" sz="2000"/>
              <a:t>upper bound message size of 1500 bytes</a:t>
            </a:r>
          </a:p>
          <a:p>
            <a:pPr lvl="1" eaLnBrk="1" hangingPunct="1">
              <a:lnSpc>
                <a:spcPct val="80000"/>
              </a:lnSpc>
            </a:pPr>
            <a:r>
              <a:rPr lang="en-US" altLang="en-US" sz="2000"/>
              <a:t>must wait 9.6us between back-to-back frames</a:t>
            </a:r>
            <a:endParaRPr lang="en-US" altLang="en-US"/>
          </a:p>
          <a:p>
            <a:pPr eaLnBrk="1" hangingPunct="1">
              <a:lnSpc>
                <a:spcPct val="80000"/>
              </a:lnSpc>
            </a:pPr>
            <a:r>
              <a:rPr lang="en-US" altLang="en-US" sz="2400"/>
              <a:t>If line is busy (carrier sensed)</a:t>
            </a:r>
          </a:p>
          <a:p>
            <a:pPr lvl="1" eaLnBrk="1" hangingPunct="1">
              <a:lnSpc>
                <a:spcPct val="80000"/>
              </a:lnSpc>
            </a:pPr>
            <a:r>
              <a:rPr lang="en-US" altLang="en-US" sz="2000"/>
              <a:t>wait until idle and transmit packet immediately</a:t>
            </a:r>
          </a:p>
          <a:p>
            <a:pPr lvl="2" eaLnBrk="1" hangingPunct="1">
              <a:lnSpc>
                <a:spcPct val="80000"/>
              </a:lnSpc>
            </a:pPr>
            <a:r>
              <a:rPr lang="en-US" altLang="en-US" sz="1800"/>
              <a:t>called </a:t>
            </a:r>
            <a:r>
              <a:rPr lang="en-US" altLang="en-US" sz="1800" i="1"/>
              <a:t>1-persistent  </a:t>
            </a:r>
            <a:r>
              <a:rPr lang="en-US" altLang="en-US" sz="1800"/>
              <a:t>sending</a:t>
            </a:r>
          </a:p>
          <a:p>
            <a:pPr eaLnBrk="1" hangingPunct="1">
              <a:lnSpc>
                <a:spcPct val="80000"/>
              </a:lnSpc>
            </a:pPr>
            <a:r>
              <a:rPr lang="en-US" altLang="en-US" sz="2400"/>
              <a:t>If collision detected</a:t>
            </a:r>
          </a:p>
          <a:p>
            <a:pPr lvl="1" eaLnBrk="1" hangingPunct="1">
              <a:lnSpc>
                <a:spcPct val="80000"/>
              </a:lnSpc>
            </a:pPr>
            <a:r>
              <a:rPr lang="en-US" altLang="en-US" sz="2000"/>
              <a:t>Stop sending and jam signal</a:t>
            </a:r>
          </a:p>
          <a:p>
            <a:pPr lvl="1" eaLnBrk="1" hangingPunct="1">
              <a:lnSpc>
                <a:spcPct val="80000"/>
              </a:lnSpc>
            </a:pPr>
            <a:r>
              <a:rPr lang="en-US" altLang="en-US" sz="2000"/>
              <a:t>Try again later</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2">
            <a:extLst>
              <a:ext uri="{FF2B5EF4-FFF2-40B4-BE49-F238E27FC236}">
                <a16:creationId xmlns:a16="http://schemas.microsoft.com/office/drawing/2014/main" id="{ABAB9AB6-C4B6-5033-5D40-ACE171F951DD}"/>
              </a:ext>
            </a:extLst>
          </p:cNvPr>
          <p:cNvSpPr>
            <a:spLocks noGrp="1" noChangeArrowheads="1"/>
          </p:cNvSpPr>
          <p:nvPr>
            <p:ph type="title"/>
          </p:nvPr>
        </p:nvSpPr>
        <p:spPr>
          <a:xfrm>
            <a:off x="685800" y="609600"/>
            <a:ext cx="7772400" cy="990600"/>
          </a:xfrm>
        </p:spPr>
        <p:txBody>
          <a:bodyPr/>
          <a:lstStyle/>
          <a:p>
            <a:pPr eaLnBrk="1" hangingPunct="1"/>
            <a:r>
              <a:rPr lang="en-US" altLang="en-US"/>
              <a:t>Collisions</a:t>
            </a:r>
          </a:p>
        </p:txBody>
      </p:sp>
      <p:sp>
        <p:nvSpPr>
          <p:cNvPr id="44037" name="Freeform 31">
            <a:extLst>
              <a:ext uri="{FF2B5EF4-FFF2-40B4-BE49-F238E27FC236}">
                <a16:creationId xmlns:a16="http://schemas.microsoft.com/office/drawing/2014/main" id="{7FC0F473-1F49-2E4F-B371-19E81C812B0B}"/>
              </a:ext>
            </a:extLst>
          </p:cNvPr>
          <p:cNvSpPr>
            <a:spLocks/>
          </p:cNvSpPr>
          <p:nvPr/>
        </p:nvSpPr>
        <p:spPr bwMode="auto">
          <a:xfrm>
            <a:off x="5454650" y="5108575"/>
            <a:ext cx="119063" cy="58738"/>
          </a:xfrm>
          <a:custGeom>
            <a:avLst/>
            <a:gdLst>
              <a:gd name="T0" fmla="*/ 0 w 78"/>
              <a:gd name="T1" fmla="*/ 2147483647 h 44"/>
              <a:gd name="T2" fmla="*/ 2147483647 w 78"/>
              <a:gd name="T3" fmla="*/ 2147483647 h 44"/>
              <a:gd name="T4" fmla="*/ 0 w 78"/>
              <a:gd name="T5" fmla="*/ 0 h 44"/>
              <a:gd name="T6" fmla="*/ 0 w 78"/>
              <a:gd name="T7" fmla="*/ 2147483647 h 44"/>
              <a:gd name="T8" fmla="*/ 0 w 78"/>
              <a:gd name="T9" fmla="*/ 2147483647 h 44"/>
              <a:gd name="T10" fmla="*/ 0 w 78"/>
              <a:gd name="T11" fmla="*/ 2147483647 h 44"/>
              <a:gd name="T12" fmla="*/ 0 60000 65536"/>
              <a:gd name="T13" fmla="*/ 0 60000 65536"/>
              <a:gd name="T14" fmla="*/ 0 60000 65536"/>
              <a:gd name="T15" fmla="*/ 0 60000 65536"/>
              <a:gd name="T16" fmla="*/ 0 60000 65536"/>
              <a:gd name="T17" fmla="*/ 0 60000 65536"/>
              <a:gd name="T18" fmla="*/ 0 w 78"/>
              <a:gd name="T19" fmla="*/ 0 h 44"/>
              <a:gd name="T20" fmla="*/ 78 w 78"/>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78" h="44">
                <a:moveTo>
                  <a:pt x="0" y="41"/>
                </a:moveTo>
                <a:lnTo>
                  <a:pt x="78" y="20"/>
                </a:lnTo>
                <a:lnTo>
                  <a:pt x="0" y="0"/>
                </a:lnTo>
                <a:lnTo>
                  <a:pt x="0" y="44"/>
                </a:lnTo>
                <a:lnTo>
                  <a:pt x="0"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IN" altLang="en-US"/>
          </a:p>
        </p:txBody>
      </p:sp>
      <p:sp>
        <p:nvSpPr>
          <p:cNvPr id="44038" name="Freeform 33">
            <a:extLst>
              <a:ext uri="{FF2B5EF4-FFF2-40B4-BE49-F238E27FC236}">
                <a16:creationId xmlns:a16="http://schemas.microsoft.com/office/drawing/2014/main" id="{69D44F55-673B-5826-CBF5-852FFE2C0759}"/>
              </a:ext>
            </a:extLst>
          </p:cNvPr>
          <p:cNvSpPr>
            <a:spLocks/>
          </p:cNvSpPr>
          <p:nvPr/>
        </p:nvSpPr>
        <p:spPr bwMode="auto">
          <a:xfrm>
            <a:off x="5637213" y="5059363"/>
            <a:ext cx="327025" cy="122237"/>
          </a:xfrm>
          <a:custGeom>
            <a:avLst/>
            <a:gdLst>
              <a:gd name="T0" fmla="*/ 0 w 214"/>
              <a:gd name="T1" fmla="*/ 0 h 129"/>
              <a:gd name="T2" fmla="*/ 2147483647 w 214"/>
              <a:gd name="T3" fmla="*/ 2147483647 h 129"/>
              <a:gd name="T4" fmla="*/ 2147483647 w 214"/>
              <a:gd name="T5" fmla="*/ 2147483647 h 129"/>
              <a:gd name="T6" fmla="*/ 0 w 214"/>
              <a:gd name="T7" fmla="*/ 2147483647 h 129"/>
              <a:gd name="T8" fmla="*/ 0 w 214"/>
              <a:gd name="T9" fmla="*/ 2147483647 h 129"/>
              <a:gd name="T10" fmla="*/ 0 w 214"/>
              <a:gd name="T11" fmla="*/ 2147483647 h 129"/>
              <a:gd name="T12" fmla="*/ 0 w 214"/>
              <a:gd name="T13" fmla="*/ 0 h 129"/>
              <a:gd name="T14" fmla="*/ 0 60000 65536"/>
              <a:gd name="T15" fmla="*/ 0 60000 65536"/>
              <a:gd name="T16" fmla="*/ 0 60000 65536"/>
              <a:gd name="T17" fmla="*/ 0 60000 65536"/>
              <a:gd name="T18" fmla="*/ 0 60000 65536"/>
              <a:gd name="T19" fmla="*/ 0 60000 65536"/>
              <a:gd name="T20" fmla="*/ 0 60000 65536"/>
              <a:gd name="T21" fmla="*/ 0 w 214"/>
              <a:gd name="T22" fmla="*/ 0 h 129"/>
              <a:gd name="T23" fmla="*/ 214 w 214"/>
              <a:gd name="T24" fmla="*/ 129 h 1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4" h="129">
                <a:moveTo>
                  <a:pt x="0" y="0"/>
                </a:moveTo>
                <a:lnTo>
                  <a:pt x="214" y="3"/>
                </a:lnTo>
                <a:lnTo>
                  <a:pt x="214" y="129"/>
                </a:lnTo>
                <a:lnTo>
                  <a:pt x="0" y="129"/>
                </a:lnTo>
                <a:lnTo>
                  <a:pt x="0" y="3"/>
                </a:lnTo>
                <a:lnTo>
                  <a:pt x="0" y="0"/>
                </a:ln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IN" altLang="en-US"/>
          </a:p>
        </p:txBody>
      </p:sp>
      <p:sp>
        <p:nvSpPr>
          <p:cNvPr id="44039" name="Freeform 34">
            <a:extLst>
              <a:ext uri="{FF2B5EF4-FFF2-40B4-BE49-F238E27FC236}">
                <a16:creationId xmlns:a16="http://schemas.microsoft.com/office/drawing/2014/main" id="{AFC4A51B-8FD7-D0D2-7EB1-3289181FF863}"/>
              </a:ext>
            </a:extLst>
          </p:cNvPr>
          <p:cNvSpPr>
            <a:spLocks/>
          </p:cNvSpPr>
          <p:nvPr/>
        </p:nvSpPr>
        <p:spPr bwMode="auto">
          <a:xfrm>
            <a:off x="5637213" y="5059363"/>
            <a:ext cx="327025" cy="122237"/>
          </a:xfrm>
          <a:custGeom>
            <a:avLst/>
            <a:gdLst>
              <a:gd name="T0" fmla="*/ 0 w 214"/>
              <a:gd name="T1" fmla="*/ 0 h 129"/>
              <a:gd name="T2" fmla="*/ 2147483647 w 214"/>
              <a:gd name="T3" fmla="*/ 2147483647 h 129"/>
              <a:gd name="T4" fmla="*/ 2147483647 w 214"/>
              <a:gd name="T5" fmla="*/ 2147483647 h 129"/>
              <a:gd name="T6" fmla="*/ 0 w 214"/>
              <a:gd name="T7" fmla="*/ 2147483647 h 129"/>
              <a:gd name="T8" fmla="*/ 0 w 214"/>
              <a:gd name="T9" fmla="*/ 2147483647 h 129"/>
              <a:gd name="T10" fmla="*/ 0 w 214"/>
              <a:gd name="T11" fmla="*/ 2147483647 h 129"/>
              <a:gd name="T12" fmla="*/ 0 60000 65536"/>
              <a:gd name="T13" fmla="*/ 0 60000 65536"/>
              <a:gd name="T14" fmla="*/ 0 60000 65536"/>
              <a:gd name="T15" fmla="*/ 0 60000 65536"/>
              <a:gd name="T16" fmla="*/ 0 60000 65536"/>
              <a:gd name="T17" fmla="*/ 0 60000 65536"/>
              <a:gd name="T18" fmla="*/ 0 w 214"/>
              <a:gd name="T19" fmla="*/ 0 h 129"/>
              <a:gd name="T20" fmla="*/ 214 w 214"/>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214" h="129">
                <a:moveTo>
                  <a:pt x="0" y="0"/>
                </a:moveTo>
                <a:lnTo>
                  <a:pt x="214" y="3"/>
                </a:lnTo>
                <a:lnTo>
                  <a:pt x="214" y="129"/>
                </a:lnTo>
                <a:lnTo>
                  <a:pt x="0" y="129"/>
                </a:lnTo>
                <a:lnTo>
                  <a:pt x="0" y="3"/>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IN" altLang="en-US"/>
          </a:p>
        </p:txBody>
      </p:sp>
      <p:sp>
        <p:nvSpPr>
          <p:cNvPr id="44040" name="Line 35">
            <a:extLst>
              <a:ext uri="{FF2B5EF4-FFF2-40B4-BE49-F238E27FC236}">
                <a16:creationId xmlns:a16="http://schemas.microsoft.com/office/drawing/2014/main" id="{797AB042-38A3-83B4-89BE-086D4FAF022C}"/>
              </a:ext>
            </a:extLst>
          </p:cNvPr>
          <p:cNvSpPr>
            <a:spLocks noChangeShapeType="1"/>
          </p:cNvSpPr>
          <p:nvPr/>
        </p:nvSpPr>
        <p:spPr bwMode="auto">
          <a:xfrm flipH="1">
            <a:off x="5797550" y="5129213"/>
            <a:ext cx="93663" cy="158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41" name="Text Box 49">
            <a:extLst>
              <a:ext uri="{FF2B5EF4-FFF2-40B4-BE49-F238E27FC236}">
                <a16:creationId xmlns:a16="http://schemas.microsoft.com/office/drawing/2014/main" id="{3D6525ED-FE93-FBA9-29C0-183094B1118B}"/>
              </a:ext>
            </a:extLst>
          </p:cNvPr>
          <p:cNvSpPr txBox="1">
            <a:spLocks noChangeArrowheads="1"/>
          </p:cNvSpPr>
          <p:nvPr/>
        </p:nvSpPr>
        <p:spPr bwMode="auto">
          <a:xfrm>
            <a:off x="76200" y="1590675"/>
            <a:ext cx="8999538"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800"/>
              <a:t>Collisions are caused when two adaptors transmit at the same </a:t>
            </a:r>
          </a:p>
          <a:p>
            <a:pPr eaLnBrk="1" hangingPunct="1"/>
            <a:r>
              <a:rPr lang="en-US" altLang="en-US" sz="2800"/>
              <a:t>time (adaptors sense collision based on voltage differences)</a:t>
            </a:r>
            <a:endParaRPr lang="en-US" altLang="en-US" sz="1200"/>
          </a:p>
          <a:p>
            <a:pPr lvl="1" eaLnBrk="1" hangingPunct="1">
              <a:buFontTx/>
              <a:buChar char="•"/>
            </a:pPr>
            <a:r>
              <a:rPr lang="en-US" altLang="en-US"/>
              <a:t> Both found line to be idle</a:t>
            </a:r>
          </a:p>
          <a:p>
            <a:pPr lvl="1" eaLnBrk="1" hangingPunct="1">
              <a:buFontTx/>
              <a:buChar char="•"/>
            </a:pPr>
            <a:r>
              <a:rPr lang="en-US" altLang="en-US"/>
              <a:t> Both had been waiting to for a busy line to become idle </a:t>
            </a:r>
          </a:p>
        </p:txBody>
      </p:sp>
      <p:grpSp>
        <p:nvGrpSpPr>
          <p:cNvPr id="44042" name="Group 32">
            <a:extLst>
              <a:ext uri="{FF2B5EF4-FFF2-40B4-BE49-F238E27FC236}">
                <a16:creationId xmlns:a16="http://schemas.microsoft.com/office/drawing/2014/main" id="{543DAD5F-2E5A-A3F1-5DDF-57D7D9BA93EB}"/>
              </a:ext>
            </a:extLst>
          </p:cNvPr>
          <p:cNvGrpSpPr>
            <a:grpSpLocks/>
          </p:cNvGrpSpPr>
          <p:nvPr/>
        </p:nvGrpSpPr>
        <p:grpSpPr bwMode="auto">
          <a:xfrm>
            <a:off x="1150938" y="3505200"/>
            <a:ext cx="5005387" cy="1676400"/>
            <a:chOff x="1150938" y="3505200"/>
            <a:chExt cx="5005387" cy="1676400"/>
          </a:xfrm>
        </p:grpSpPr>
        <p:sp>
          <p:nvSpPr>
            <p:cNvPr id="44045" name="Line 3">
              <a:extLst>
                <a:ext uri="{FF2B5EF4-FFF2-40B4-BE49-F238E27FC236}">
                  <a16:creationId xmlns:a16="http://schemas.microsoft.com/office/drawing/2014/main" id="{F5A4F63B-564A-58DE-1F3A-C2B94D976F62}"/>
                </a:ext>
              </a:extLst>
            </p:cNvPr>
            <p:cNvSpPr>
              <a:spLocks noChangeShapeType="1"/>
            </p:cNvSpPr>
            <p:nvPr/>
          </p:nvSpPr>
          <p:spPr bwMode="auto">
            <a:xfrm>
              <a:off x="3173413" y="4167188"/>
              <a:ext cx="420687" cy="476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46" name="Freeform 4">
              <a:extLst>
                <a:ext uri="{FF2B5EF4-FFF2-40B4-BE49-F238E27FC236}">
                  <a16:creationId xmlns:a16="http://schemas.microsoft.com/office/drawing/2014/main" id="{33F11103-8EEA-4A0D-DD8F-A14C2E91B087}"/>
                </a:ext>
              </a:extLst>
            </p:cNvPr>
            <p:cNvSpPr>
              <a:spLocks/>
            </p:cNvSpPr>
            <p:nvPr/>
          </p:nvSpPr>
          <p:spPr bwMode="auto">
            <a:xfrm>
              <a:off x="3573463" y="4143375"/>
              <a:ext cx="119062" cy="58738"/>
            </a:xfrm>
            <a:custGeom>
              <a:avLst/>
              <a:gdLst>
                <a:gd name="T0" fmla="*/ 0 w 78"/>
                <a:gd name="T1" fmla="*/ 2147483647 h 44"/>
                <a:gd name="T2" fmla="*/ 2147483647 w 78"/>
                <a:gd name="T3" fmla="*/ 2147483647 h 44"/>
                <a:gd name="T4" fmla="*/ 0 w 78"/>
                <a:gd name="T5" fmla="*/ 0 h 44"/>
                <a:gd name="T6" fmla="*/ 0 w 78"/>
                <a:gd name="T7" fmla="*/ 2147483647 h 44"/>
                <a:gd name="T8" fmla="*/ 0 w 78"/>
                <a:gd name="T9" fmla="*/ 2147483647 h 44"/>
                <a:gd name="T10" fmla="*/ 0 w 78"/>
                <a:gd name="T11" fmla="*/ 2147483647 h 44"/>
                <a:gd name="T12" fmla="*/ 0 60000 65536"/>
                <a:gd name="T13" fmla="*/ 0 60000 65536"/>
                <a:gd name="T14" fmla="*/ 0 60000 65536"/>
                <a:gd name="T15" fmla="*/ 0 60000 65536"/>
                <a:gd name="T16" fmla="*/ 0 60000 65536"/>
                <a:gd name="T17" fmla="*/ 0 60000 65536"/>
                <a:gd name="T18" fmla="*/ 0 w 78"/>
                <a:gd name="T19" fmla="*/ 0 h 44"/>
                <a:gd name="T20" fmla="*/ 78 w 78"/>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78" h="44">
                  <a:moveTo>
                    <a:pt x="0" y="41"/>
                  </a:moveTo>
                  <a:lnTo>
                    <a:pt x="78" y="21"/>
                  </a:lnTo>
                  <a:lnTo>
                    <a:pt x="0" y="0"/>
                  </a:lnTo>
                  <a:lnTo>
                    <a:pt x="0" y="44"/>
                  </a:lnTo>
                  <a:lnTo>
                    <a:pt x="0"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IN" altLang="en-US"/>
            </a:p>
          </p:txBody>
        </p:sp>
        <p:sp>
          <p:nvSpPr>
            <p:cNvPr id="44047" name="Rectangle 5">
              <a:extLst>
                <a:ext uri="{FF2B5EF4-FFF2-40B4-BE49-F238E27FC236}">
                  <a16:creationId xmlns:a16="http://schemas.microsoft.com/office/drawing/2014/main" id="{3122DB67-40FA-D3D5-C256-20A00B286801}"/>
                </a:ext>
              </a:extLst>
            </p:cNvPr>
            <p:cNvSpPr>
              <a:spLocks noChangeArrowheads="1"/>
            </p:cNvSpPr>
            <p:nvPr/>
          </p:nvSpPr>
          <p:spPr bwMode="auto">
            <a:xfrm>
              <a:off x="3043238" y="3633788"/>
              <a:ext cx="11906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400">
                  <a:solidFill>
                    <a:srgbClr val="000000"/>
                  </a:solidFill>
                  <a:latin typeface="Arial" panose="020B0604020202020204" pitchFamily="34" charset="0"/>
                </a:rPr>
                <a:t>A</a:t>
              </a:r>
              <a:endParaRPr lang="en-US" altLang="en-US"/>
            </a:p>
          </p:txBody>
        </p:sp>
        <p:sp>
          <p:nvSpPr>
            <p:cNvPr id="44048" name="Freeform 6">
              <a:extLst>
                <a:ext uri="{FF2B5EF4-FFF2-40B4-BE49-F238E27FC236}">
                  <a16:creationId xmlns:a16="http://schemas.microsoft.com/office/drawing/2014/main" id="{9105F08A-4DCF-22A6-C36E-B6AE8B02EE03}"/>
                </a:ext>
              </a:extLst>
            </p:cNvPr>
            <p:cNvSpPr>
              <a:spLocks/>
            </p:cNvSpPr>
            <p:nvPr/>
          </p:nvSpPr>
          <p:spPr bwMode="auto">
            <a:xfrm>
              <a:off x="2906713" y="3581400"/>
              <a:ext cx="392112" cy="241300"/>
            </a:xfrm>
            <a:custGeom>
              <a:avLst/>
              <a:gdLst>
                <a:gd name="T0" fmla="*/ 2147483647 w 256"/>
                <a:gd name="T1" fmla="*/ 2147483647 h 255"/>
                <a:gd name="T2" fmla="*/ 0 w 256"/>
                <a:gd name="T3" fmla="*/ 2147483647 h 255"/>
                <a:gd name="T4" fmla="*/ 0 w 256"/>
                <a:gd name="T5" fmla="*/ 0 h 255"/>
                <a:gd name="T6" fmla="*/ 2147483647 w 256"/>
                <a:gd name="T7" fmla="*/ 0 h 255"/>
                <a:gd name="T8" fmla="*/ 2147483647 w 256"/>
                <a:gd name="T9" fmla="*/ 2147483647 h 255"/>
                <a:gd name="T10" fmla="*/ 2147483647 w 256"/>
                <a:gd name="T11" fmla="*/ 2147483647 h 255"/>
                <a:gd name="T12" fmla="*/ 0 60000 65536"/>
                <a:gd name="T13" fmla="*/ 0 60000 65536"/>
                <a:gd name="T14" fmla="*/ 0 60000 65536"/>
                <a:gd name="T15" fmla="*/ 0 60000 65536"/>
                <a:gd name="T16" fmla="*/ 0 60000 65536"/>
                <a:gd name="T17" fmla="*/ 0 60000 65536"/>
                <a:gd name="T18" fmla="*/ 0 w 256"/>
                <a:gd name="T19" fmla="*/ 0 h 255"/>
                <a:gd name="T20" fmla="*/ 256 w 256"/>
                <a:gd name="T21" fmla="*/ 255 h 255"/>
              </a:gdLst>
              <a:ahLst/>
              <a:cxnLst>
                <a:cxn ang="T12">
                  <a:pos x="T0" y="T1"/>
                </a:cxn>
                <a:cxn ang="T13">
                  <a:pos x="T2" y="T3"/>
                </a:cxn>
                <a:cxn ang="T14">
                  <a:pos x="T4" y="T5"/>
                </a:cxn>
                <a:cxn ang="T15">
                  <a:pos x="T6" y="T7"/>
                </a:cxn>
                <a:cxn ang="T16">
                  <a:pos x="T8" y="T9"/>
                </a:cxn>
                <a:cxn ang="T17">
                  <a:pos x="T10" y="T11"/>
                </a:cxn>
              </a:cxnLst>
              <a:rect l="T18" t="T19" r="T20" b="T21"/>
              <a:pathLst>
                <a:path w="256" h="255">
                  <a:moveTo>
                    <a:pt x="256" y="255"/>
                  </a:moveTo>
                  <a:lnTo>
                    <a:pt x="0" y="255"/>
                  </a:lnTo>
                  <a:lnTo>
                    <a:pt x="0" y="0"/>
                  </a:lnTo>
                  <a:lnTo>
                    <a:pt x="256" y="0"/>
                  </a:lnTo>
                  <a:lnTo>
                    <a:pt x="256" y="255"/>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IN" altLang="en-US"/>
            </a:p>
          </p:txBody>
        </p:sp>
        <p:sp>
          <p:nvSpPr>
            <p:cNvPr id="44049" name="Line 7">
              <a:extLst>
                <a:ext uri="{FF2B5EF4-FFF2-40B4-BE49-F238E27FC236}">
                  <a16:creationId xmlns:a16="http://schemas.microsoft.com/office/drawing/2014/main" id="{77EBE550-D831-7401-8CD3-BB526B0A0154}"/>
                </a:ext>
              </a:extLst>
            </p:cNvPr>
            <p:cNvSpPr>
              <a:spLocks noChangeShapeType="1"/>
            </p:cNvSpPr>
            <p:nvPr/>
          </p:nvSpPr>
          <p:spPr bwMode="auto">
            <a:xfrm>
              <a:off x="3100388" y="3863975"/>
              <a:ext cx="6350" cy="117475"/>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50" name="Rectangle 8">
              <a:extLst>
                <a:ext uri="{FF2B5EF4-FFF2-40B4-BE49-F238E27FC236}">
                  <a16:creationId xmlns:a16="http://schemas.microsoft.com/office/drawing/2014/main" id="{B0AFFEE4-83D2-731E-F364-13559245EA5D}"/>
                </a:ext>
              </a:extLst>
            </p:cNvPr>
            <p:cNvSpPr>
              <a:spLocks noChangeArrowheads="1"/>
            </p:cNvSpPr>
            <p:nvPr/>
          </p:nvSpPr>
          <p:spPr bwMode="auto">
            <a:xfrm>
              <a:off x="5907088" y="3633788"/>
              <a:ext cx="11906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400">
                  <a:solidFill>
                    <a:srgbClr val="000000"/>
                  </a:solidFill>
                  <a:latin typeface="Arial" panose="020B0604020202020204" pitchFamily="34" charset="0"/>
                </a:rPr>
                <a:t>B</a:t>
              </a:r>
              <a:endParaRPr lang="en-US" altLang="en-US"/>
            </a:p>
          </p:txBody>
        </p:sp>
        <p:sp>
          <p:nvSpPr>
            <p:cNvPr id="44051" name="Freeform 9">
              <a:extLst>
                <a:ext uri="{FF2B5EF4-FFF2-40B4-BE49-F238E27FC236}">
                  <a16:creationId xmlns:a16="http://schemas.microsoft.com/office/drawing/2014/main" id="{1B5AA6E4-6530-BF15-C3E5-C31C85664F82}"/>
                </a:ext>
              </a:extLst>
            </p:cNvPr>
            <p:cNvSpPr>
              <a:spLocks/>
            </p:cNvSpPr>
            <p:nvPr/>
          </p:nvSpPr>
          <p:spPr bwMode="auto">
            <a:xfrm>
              <a:off x="5767388" y="3581400"/>
              <a:ext cx="388937" cy="241300"/>
            </a:xfrm>
            <a:custGeom>
              <a:avLst/>
              <a:gdLst>
                <a:gd name="T0" fmla="*/ 2147483647 w 255"/>
                <a:gd name="T1" fmla="*/ 2147483647 h 255"/>
                <a:gd name="T2" fmla="*/ 0 w 255"/>
                <a:gd name="T3" fmla="*/ 2147483647 h 255"/>
                <a:gd name="T4" fmla="*/ 0 w 255"/>
                <a:gd name="T5" fmla="*/ 0 h 255"/>
                <a:gd name="T6" fmla="*/ 2147483647 w 255"/>
                <a:gd name="T7" fmla="*/ 0 h 255"/>
                <a:gd name="T8" fmla="*/ 2147483647 w 255"/>
                <a:gd name="T9" fmla="*/ 2147483647 h 255"/>
                <a:gd name="T10" fmla="*/ 2147483647 w 255"/>
                <a:gd name="T11" fmla="*/ 2147483647 h 255"/>
                <a:gd name="T12" fmla="*/ 0 60000 65536"/>
                <a:gd name="T13" fmla="*/ 0 60000 65536"/>
                <a:gd name="T14" fmla="*/ 0 60000 65536"/>
                <a:gd name="T15" fmla="*/ 0 60000 65536"/>
                <a:gd name="T16" fmla="*/ 0 60000 65536"/>
                <a:gd name="T17" fmla="*/ 0 60000 65536"/>
                <a:gd name="T18" fmla="*/ 0 w 255"/>
                <a:gd name="T19" fmla="*/ 0 h 255"/>
                <a:gd name="T20" fmla="*/ 255 w 255"/>
                <a:gd name="T21" fmla="*/ 255 h 255"/>
              </a:gdLst>
              <a:ahLst/>
              <a:cxnLst>
                <a:cxn ang="T12">
                  <a:pos x="T0" y="T1"/>
                </a:cxn>
                <a:cxn ang="T13">
                  <a:pos x="T2" y="T3"/>
                </a:cxn>
                <a:cxn ang="T14">
                  <a:pos x="T4" y="T5"/>
                </a:cxn>
                <a:cxn ang="T15">
                  <a:pos x="T6" y="T7"/>
                </a:cxn>
                <a:cxn ang="T16">
                  <a:pos x="T8" y="T9"/>
                </a:cxn>
                <a:cxn ang="T17">
                  <a:pos x="T10" y="T11"/>
                </a:cxn>
              </a:cxnLst>
              <a:rect l="T18" t="T19" r="T20" b="T21"/>
              <a:pathLst>
                <a:path w="255" h="255">
                  <a:moveTo>
                    <a:pt x="255" y="255"/>
                  </a:moveTo>
                  <a:lnTo>
                    <a:pt x="0" y="255"/>
                  </a:lnTo>
                  <a:lnTo>
                    <a:pt x="0" y="0"/>
                  </a:lnTo>
                  <a:lnTo>
                    <a:pt x="255" y="0"/>
                  </a:lnTo>
                  <a:lnTo>
                    <a:pt x="255" y="255"/>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IN" altLang="en-US"/>
            </a:p>
          </p:txBody>
        </p:sp>
        <p:sp>
          <p:nvSpPr>
            <p:cNvPr id="44052" name="Line 10">
              <a:extLst>
                <a:ext uri="{FF2B5EF4-FFF2-40B4-BE49-F238E27FC236}">
                  <a16:creationId xmlns:a16="http://schemas.microsoft.com/office/drawing/2014/main" id="{778C92F3-7C23-C496-7E4D-6E6144F6D199}"/>
                </a:ext>
              </a:extLst>
            </p:cNvPr>
            <p:cNvSpPr>
              <a:spLocks noChangeShapeType="1"/>
            </p:cNvSpPr>
            <p:nvPr/>
          </p:nvSpPr>
          <p:spPr bwMode="auto">
            <a:xfrm>
              <a:off x="5938838" y="3862388"/>
              <a:ext cx="4762" cy="117475"/>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53" name="Line 11">
              <a:extLst>
                <a:ext uri="{FF2B5EF4-FFF2-40B4-BE49-F238E27FC236}">
                  <a16:creationId xmlns:a16="http://schemas.microsoft.com/office/drawing/2014/main" id="{D0C04D5B-C619-AF2A-B266-6C110415DED3}"/>
                </a:ext>
              </a:extLst>
            </p:cNvPr>
            <p:cNvSpPr>
              <a:spLocks noChangeShapeType="1"/>
            </p:cNvSpPr>
            <p:nvPr/>
          </p:nvSpPr>
          <p:spPr bwMode="auto">
            <a:xfrm>
              <a:off x="2659063" y="4002088"/>
              <a:ext cx="3497262" cy="158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54" name="Freeform 12">
              <a:extLst>
                <a:ext uri="{FF2B5EF4-FFF2-40B4-BE49-F238E27FC236}">
                  <a16:creationId xmlns:a16="http://schemas.microsoft.com/office/drawing/2014/main" id="{1A81733E-3125-2967-4EFE-3613CFA3114C}"/>
                </a:ext>
              </a:extLst>
            </p:cNvPr>
            <p:cNvSpPr>
              <a:spLocks/>
            </p:cNvSpPr>
            <p:nvPr/>
          </p:nvSpPr>
          <p:spPr bwMode="auto">
            <a:xfrm>
              <a:off x="3106738" y="4098925"/>
              <a:ext cx="647700" cy="120650"/>
            </a:xfrm>
            <a:custGeom>
              <a:avLst/>
              <a:gdLst>
                <a:gd name="T0" fmla="*/ 2147483647 w 425"/>
                <a:gd name="T1" fmla="*/ 2147483647 h 126"/>
                <a:gd name="T2" fmla="*/ 0 w 425"/>
                <a:gd name="T3" fmla="*/ 2147483647 h 126"/>
                <a:gd name="T4" fmla="*/ 0 w 425"/>
                <a:gd name="T5" fmla="*/ 0 h 126"/>
                <a:gd name="T6" fmla="*/ 2147483647 w 425"/>
                <a:gd name="T7" fmla="*/ 0 h 126"/>
                <a:gd name="T8" fmla="*/ 2147483647 w 425"/>
                <a:gd name="T9" fmla="*/ 2147483647 h 126"/>
                <a:gd name="T10" fmla="*/ 2147483647 w 425"/>
                <a:gd name="T11" fmla="*/ 2147483647 h 126"/>
                <a:gd name="T12" fmla="*/ 0 60000 65536"/>
                <a:gd name="T13" fmla="*/ 0 60000 65536"/>
                <a:gd name="T14" fmla="*/ 0 60000 65536"/>
                <a:gd name="T15" fmla="*/ 0 60000 65536"/>
                <a:gd name="T16" fmla="*/ 0 60000 65536"/>
                <a:gd name="T17" fmla="*/ 0 60000 65536"/>
                <a:gd name="T18" fmla="*/ 0 w 425"/>
                <a:gd name="T19" fmla="*/ 0 h 126"/>
                <a:gd name="T20" fmla="*/ 425 w 425"/>
                <a:gd name="T21" fmla="*/ 126 h 126"/>
              </a:gdLst>
              <a:ahLst/>
              <a:cxnLst>
                <a:cxn ang="T12">
                  <a:pos x="T0" y="T1"/>
                </a:cxn>
                <a:cxn ang="T13">
                  <a:pos x="T2" y="T3"/>
                </a:cxn>
                <a:cxn ang="T14">
                  <a:pos x="T4" y="T5"/>
                </a:cxn>
                <a:cxn ang="T15">
                  <a:pos x="T6" y="T7"/>
                </a:cxn>
                <a:cxn ang="T16">
                  <a:pos x="T8" y="T9"/>
                </a:cxn>
                <a:cxn ang="T17">
                  <a:pos x="T10" y="T11"/>
                </a:cxn>
              </a:cxnLst>
              <a:rect l="T18" t="T19" r="T20" b="T21"/>
              <a:pathLst>
                <a:path w="425" h="126">
                  <a:moveTo>
                    <a:pt x="425" y="126"/>
                  </a:moveTo>
                  <a:lnTo>
                    <a:pt x="0" y="126"/>
                  </a:lnTo>
                  <a:lnTo>
                    <a:pt x="0" y="0"/>
                  </a:lnTo>
                  <a:lnTo>
                    <a:pt x="425" y="0"/>
                  </a:lnTo>
                  <a:lnTo>
                    <a:pt x="425" y="126"/>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IN" altLang="en-US"/>
            </a:p>
          </p:txBody>
        </p:sp>
        <p:sp>
          <p:nvSpPr>
            <p:cNvPr id="44055" name="Rectangle 23">
              <a:extLst>
                <a:ext uri="{FF2B5EF4-FFF2-40B4-BE49-F238E27FC236}">
                  <a16:creationId xmlns:a16="http://schemas.microsoft.com/office/drawing/2014/main" id="{70B9495F-460F-99AA-E8BA-2421CF4D9EF3}"/>
                </a:ext>
              </a:extLst>
            </p:cNvPr>
            <p:cNvSpPr>
              <a:spLocks noChangeArrowheads="1"/>
            </p:cNvSpPr>
            <p:nvPr/>
          </p:nvSpPr>
          <p:spPr bwMode="auto">
            <a:xfrm>
              <a:off x="3043238" y="4597400"/>
              <a:ext cx="11906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400">
                  <a:solidFill>
                    <a:srgbClr val="000000"/>
                  </a:solidFill>
                  <a:latin typeface="Arial" panose="020B0604020202020204" pitchFamily="34" charset="0"/>
                </a:rPr>
                <a:t>A</a:t>
              </a:r>
              <a:endParaRPr lang="en-US" altLang="en-US"/>
            </a:p>
          </p:txBody>
        </p:sp>
        <p:sp>
          <p:nvSpPr>
            <p:cNvPr id="44056" name="Freeform 24">
              <a:extLst>
                <a:ext uri="{FF2B5EF4-FFF2-40B4-BE49-F238E27FC236}">
                  <a16:creationId xmlns:a16="http://schemas.microsoft.com/office/drawing/2014/main" id="{7ED71C66-1DDE-7E22-3877-473EFDF9C89B}"/>
                </a:ext>
              </a:extLst>
            </p:cNvPr>
            <p:cNvSpPr>
              <a:spLocks/>
            </p:cNvSpPr>
            <p:nvPr/>
          </p:nvSpPr>
          <p:spPr bwMode="auto">
            <a:xfrm>
              <a:off x="2906713" y="4545013"/>
              <a:ext cx="392112" cy="241300"/>
            </a:xfrm>
            <a:custGeom>
              <a:avLst/>
              <a:gdLst>
                <a:gd name="T0" fmla="*/ 2147483647 w 256"/>
                <a:gd name="T1" fmla="*/ 2147483647 h 255"/>
                <a:gd name="T2" fmla="*/ 0 w 256"/>
                <a:gd name="T3" fmla="*/ 2147483647 h 255"/>
                <a:gd name="T4" fmla="*/ 0 w 256"/>
                <a:gd name="T5" fmla="*/ 0 h 255"/>
                <a:gd name="T6" fmla="*/ 2147483647 w 256"/>
                <a:gd name="T7" fmla="*/ 0 h 255"/>
                <a:gd name="T8" fmla="*/ 2147483647 w 256"/>
                <a:gd name="T9" fmla="*/ 2147483647 h 255"/>
                <a:gd name="T10" fmla="*/ 2147483647 w 256"/>
                <a:gd name="T11" fmla="*/ 2147483647 h 255"/>
                <a:gd name="T12" fmla="*/ 0 60000 65536"/>
                <a:gd name="T13" fmla="*/ 0 60000 65536"/>
                <a:gd name="T14" fmla="*/ 0 60000 65536"/>
                <a:gd name="T15" fmla="*/ 0 60000 65536"/>
                <a:gd name="T16" fmla="*/ 0 60000 65536"/>
                <a:gd name="T17" fmla="*/ 0 60000 65536"/>
                <a:gd name="T18" fmla="*/ 0 w 256"/>
                <a:gd name="T19" fmla="*/ 0 h 255"/>
                <a:gd name="T20" fmla="*/ 256 w 256"/>
                <a:gd name="T21" fmla="*/ 255 h 255"/>
              </a:gdLst>
              <a:ahLst/>
              <a:cxnLst>
                <a:cxn ang="T12">
                  <a:pos x="T0" y="T1"/>
                </a:cxn>
                <a:cxn ang="T13">
                  <a:pos x="T2" y="T3"/>
                </a:cxn>
                <a:cxn ang="T14">
                  <a:pos x="T4" y="T5"/>
                </a:cxn>
                <a:cxn ang="T15">
                  <a:pos x="T6" y="T7"/>
                </a:cxn>
                <a:cxn ang="T16">
                  <a:pos x="T8" y="T9"/>
                </a:cxn>
                <a:cxn ang="T17">
                  <a:pos x="T10" y="T11"/>
                </a:cxn>
              </a:cxnLst>
              <a:rect l="T18" t="T19" r="T20" b="T21"/>
              <a:pathLst>
                <a:path w="256" h="255">
                  <a:moveTo>
                    <a:pt x="256" y="255"/>
                  </a:moveTo>
                  <a:lnTo>
                    <a:pt x="0" y="255"/>
                  </a:lnTo>
                  <a:lnTo>
                    <a:pt x="0" y="0"/>
                  </a:lnTo>
                  <a:lnTo>
                    <a:pt x="256" y="0"/>
                  </a:lnTo>
                  <a:lnTo>
                    <a:pt x="256" y="255"/>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IN" altLang="en-US"/>
            </a:p>
          </p:txBody>
        </p:sp>
        <p:sp>
          <p:nvSpPr>
            <p:cNvPr id="44057" name="Line 25">
              <a:extLst>
                <a:ext uri="{FF2B5EF4-FFF2-40B4-BE49-F238E27FC236}">
                  <a16:creationId xmlns:a16="http://schemas.microsoft.com/office/drawing/2014/main" id="{3B916D56-B5D5-3BF2-FCF2-65213C7206E7}"/>
                </a:ext>
              </a:extLst>
            </p:cNvPr>
            <p:cNvSpPr>
              <a:spLocks noChangeShapeType="1"/>
            </p:cNvSpPr>
            <p:nvPr/>
          </p:nvSpPr>
          <p:spPr bwMode="auto">
            <a:xfrm>
              <a:off x="3100388" y="4826000"/>
              <a:ext cx="6350" cy="119063"/>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58" name="Rectangle 26">
              <a:extLst>
                <a:ext uri="{FF2B5EF4-FFF2-40B4-BE49-F238E27FC236}">
                  <a16:creationId xmlns:a16="http://schemas.microsoft.com/office/drawing/2014/main" id="{9D1FA67D-DF3D-D2E2-3812-81DDA4EEF698}"/>
                </a:ext>
              </a:extLst>
            </p:cNvPr>
            <p:cNvSpPr>
              <a:spLocks noChangeArrowheads="1"/>
            </p:cNvSpPr>
            <p:nvPr/>
          </p:nvSpPr>
          <p:spPr bwMode="auto">
            <a:xfrm>
              <a:off x="5907088" y="4597400"/>
              <a:ext cx="11906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400">
                  <a:solidFill>
                    <a:srgbClr val="000000"/>
                  </a:solidFill>
                  <a:latin typeface="Arial" panose="020B0604020202020204" pitchFamily="34" charset="0"/>
                </a:rPr>
                <a:t>B</a:t>
              </a:r>
              <a:endParaRPr lang="en-US" altLang="en-US"/>
            </a:p>
          </p:txBody>
        </p:sp>
        <p:sp>
          <p:nvSpPr>
            <p:cNvPr id="44059" name="Freeform 27">
              <a:extLst>
                <a:ext uri="{FF2B5EF4-FFF2-40B4-BE49-F238E27FC236}">
                  <a16:creationId xmlns:a16="http://schemas.microsoft.com/office/drawing/2014/main" id="{914A4C0A-D4AC-5AFB-0150-5AB7E0970443}"/>
                </a:ext>
              </a:extLst>
            </p:cNvPr>
            <p:cNvSpPr>
              <a:spLocks/>
            </p:cNvSpPr>
            <p:nvPr/>
          </p:nvSpPr>
          <p:spPr bwMode="auto">
            <a:xfrm>
              <a:off x="5767388" y="4545013"/>
              <a:ext cx="388937" cy="241300"/>
            </a:xfrm>
            <a:custGeom>
              <a:avLst/>
              <a:gdLst>
                <a:gd name="T0" fmla="*/ 2147483647 w 255"/>
                <a:gd name="T1" fmla="*/ 2147483647 h 255"/>
                <a:gd name="T2" fmla="*/ 0 w 255"/>
                <a:gd name="T3" fmla="*/ 2147483647 h 255"/>
                <a:gd name="T4" fmla="*/ 0 w 255"/>
                <a:gd name="T5" fmla="*/ 0 h 255"/>
                <a:gd name="T6" fmla="*/ 2147483647 w 255"/>
                <a:gd name="T7" fmla="*/ 0 h 255"/>
                <a:gd name="T8" fmla="*/ 2147483647 w 255"/>
                <a:gd name="T9" fmla="*/ 2147483647 h 255"/>
                <a:gd name="T10" fmla="*/ 2147483647 w 255"/>
                <a:gd name="T11" fmla="*/ 2147483647 h 255"/>
                <a:gd name="T12" fmla="*/ 0 60000 65536"/>
                <a:gd name="T13" fmla="*/ 0 60000 65536"/>
                <a:gd name="T14" fmla="*/ 0 60000 65536"/>
                <a:gd name="T15" fmla="*/ 0 60000 65536"/>
                <a:gd name="T16" fmla="*/ 0 60000 65536"/>
                <a:gd name="T17" fmla="*/ 0 60000 65536"/>
                <a:gd name="T18" fmla="*/ 0 w 255"/>
                <a:gd name="T19" fmla="*/ 0 h 255"/>
                <a:gd name="T20" fmla="*/ 255 w 255"/>
                <a:gd name="T21" fmla="*/ 255 h 255"/>
              </a:gdLst>
              <a:ahLst/>
              <a:cxnLst>
                <a:cxn ang="T12">
                  <a:pos x="T0" y="T1"/>
                </a:cxn>
                <a:cxn ang="T13">
                  <a:pos x="T2" y="T3"/>
                </a:cxn>
                <a:cxn ang="T14">
                  <a:pos x="T4" y="T5"/>
                </a:cxn>
                <a:cxn ang="T15">
                  <a:pos x="T6" y="T7"/>
                </a:cxn>
                <a:cxn ang="T16">
                  <a:pos x="T8" y="T9"/>
                </a:cxn>
                <a:cxn ang="T17">
                  <a:pos x="T10" y="T11"/>
                </a:cxn>
              </a:cxnLst>
              <a:rect l="T18" t="T19" r="T20" b="T21"/>
              <a:pathLst>
                <a:path w="255" h="255">
                  <a:moveTo>
                    <a:pt x="255" y="255"/>
                  </a:moveTo>
                  <a:lnTo>
                    <a:pt x="0" y="255"/>
                  </a:lnTo>
                  <a:lnTo>
                    <a:pt x="0" y="0"/>
                  </a:lnTo>
                  <a:lnTo>
                    <a:pt x="255" y="0"/>
                  </a:lnTo>
                  <a:lnTo>
                    <a:pt x="255" y="255"/>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IN" altLang="en-US"/>
            </a:p>
          </p:txBody>
        </p:sp>
        <p:sp>
          <p:nvSpPr>
            <p:cNvPr id="44060" name="Line 28">
              <a:extLst>
                <a:ext uri="{FF2B5EF4-FFF2-40B4-BE49-F238E27FC236}">
                  <a16:creationId xmlns:a16="http://schemas.microsoft.com/office/drawing/2014/main" id="{3D777DB0-9654-98E5-3722-D7DB7CACFA82}"/>
                </a:ext>
              </a:extLst>
            </p:cNvPr>
            <p:cNvSpPr>
              <a:spLocks noChangeShapeType="1"/>
            </p:cNvSpPr>
            <p:nvPr/>
          </p:nvSpPr>
          <p:spPr bwMode="auto">
            <a:xfrm>
              <a:off x="5938838" y="4821238"/>
              <a:ext cx="4762" cy="11906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61" name="Line 29">
              <a:extLst>
                <a:ext uri="{FF2B5EF4-FFF2-40B4-BE49-F238E27FC236}">
                  <a16:creationId xmlns:a16="http://schemas.microsoft.com/office/drawing/2014/main" id="{6387A77A-984B-C12D-3864-4FEE0D7A052A}"/>
                </a:ext>
              </a:extLst>
            </p:cNvPr>
            <p:cNvSpPr>
              <a:spLocks noChangeShapeType="1"/>
            </p:cNvSpPr>
            <p:nvPr/>
          </p:nvSpPr>
          <p:spPr bwMode="auto">
            <a:xfrm>
              <a:off x="2659063" y="4964113"/>
              <a:ext cx="3497262" cy="158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62" name="Line 30">
              <a:extLst>
                <a:ext uri="{FF2B5EF4-FFF2-40B4-BE49-F238E27FC236}">
                  <a16:creationId xmlns:a16="http://schemas.microsoft.com/office/drawing/2014/main" id="{20FDAA0E-E64E-07F2-FA4D-D05934B38634}"/>
                </a:ext>
              </a:extLst>
            </p:cNvPr>
            <p:cNvSpPr>
              <a:spLocks noChangeShapeType="1"/>
            </p:cNvSpPr>
            <p:nvPr/>
          </p:nvSpPr>
          <p:spPr bwMode="auto">
            <a:xfrm>
              <a:off x="3124200" y="5105400"/>
              <a:ext cx="2374900" cy="33338"/>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63" name="Freeform 32">
              <a:extLst>
                <a:ext uri="{FF2B5EF4-FFF2-40B4-BE49-F238E27FC236}">
                  <a16:creationId xmlns:a16="http://schemas.microsoft.com/office/drawing/2014/main" id="{45BB4002-114C-012C-603F-A6CC5920849A}"/>
                </a:ext>
              </a:extLst>
            </p:cNvPr>
            <p:cNvSpPr>
              <a:spLocks/>
            </p:cNvSpPr>
            <p:nvPr/>
          </p:nvSpPr>
          <p:spPr bwMode="auto">
            <a:xfrm>
              <a:off x="3048000" y="5062538"/>
              <a:ext cx="2589213" cy="119062"/>
            </a:xfrm>
            <a:custGeom>
              <a:avLst/>
              <a:gdLst>
                <a:gd name="T0" fmla="*/ 2147483647 w 426"/>
                <a:gd name="T1" fmla="*/ 2147483647 h 126"/>
                <a:gd name="T2" fmla="*/ 0 w 426"/>
                <a:gd name="T3" fmla="*/ 2147483647 h 126"/>
                <a:gd name="T4" fmla="*/ 0 w 426"/>
                <a:gd name="T5" fmla="*/ 0 h 126"/>
                <a:gd name="T6" fmla="*/ 2147483647 w 426"/>
                <a:gd name="T7" fmla="*/ 0 h 126"/>
                <a:gd name="T8" fmla="*/ 2147483647 w 426"/>
                <a:gd name="T9" fmla="*/ 2147483647 h 126"/>
                <a:gd name="T10" fmla="*/ 2147483647 w 426"/>
                <a:gd name="T11" fmla="*/ 2147483647 h 126"/>
                <a:gd name="T12" fmla="*/ 0 60000 65536"/>
                <a:gd name="T13" fmla="*/ 0 60000 65536"/>
                <a:gd name="T14" fmla="*/ 0 60000 65536"/>
                <a:gd name="T15" fmla="*/ 0 60000 65536"/>
                <a:gd name="T16" fmla="*/ 0 60000 65536"/>
                <a:gd name="T17" fmla="*/ 0 60000 65536"/>
                <a:gd name="T18" fmla="*/ 0 w 426"/>
                <a:gd name="T19" fmla="*/ 0 h 126"/>
                <a:gd name="T20" fmla="*/ 426 w 426"/>
                <a:gd name="T21" fmla="*/ 126 h 126"/>
              </a:gdLst>
              <a:ahLst/>
              <a:cxnLst>
                <a:cxn ang="T12">
                  <a:pos x="T0" y="T1"/>
                </a:cxn>
                <a:cxn ang="T13">
                  <a:pos x="T2" y="T3"/>
                </a:cxn>
                <a:cxn ang="T14">
                  <a:pos x="T4" y="T5"/>
                </a:cxn>
                <a:cxn ang="T15">
                  <a:pos x="T6" y="T7"/>
                </a:cxn>
                <a:cxn ang="T16">
                  <a:pos x="T8" y="T9"/>
                </a:cxn>
                <a:cxn ang="T17">
                  <a:pos x="T10" y="T11"/>
                </a:cxn>
              </a:cxnLst>
              <a:rect l="T18" t="T19" r="T20" b="T21"/>
              <a:pathLst>
                <a:path w="426" h="126">
                  <a:moveTo>
                    <a:pt x="426" y="126"/>
                  </a:moveTo>
                  <a:lnTo>
                    <a:pt x="0" y="126"/>
                  </a:lnTo>
                  <a:lnTo>
                    <a:pt x="0" y="0"/>
                  </a:lnTo>
                  <a:lnTo>
                    <a:pt x="426" y="0"/>
                  </a:lnTo>
                  <a:lnTo>
                    <a:pt x="426" y="126"/>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IN" altLang="en-US"/>
            </a:p>
          </p:txBody>
        </p:sp>
        <p:sp>
          <p:nvSpPr>
            <p:cNvPr id="44064" name="Freeform 36">
              <a:extLst>
                <a:ext uri="{FF2B5EF4-FFF2-40B4-BE49-F238E27FC236}">
                  <a16:creationId xmlns:a16="http://schemas.microsoft.com/office/drawing/2014/main" id="{CF1BF9DF-C901-4555-CF44-EBE793D85BA3}"/>
                </a:ext>
              </a:extLst>
            </p:cNvPr>
            <p:cNvSpPr>
              <a:spLocks/>
            </p:cNvSpPr>
            <p:nvPr/>
          </p:nvSpPr>
          <p:spPr bwMode="auto">
            <a:xfrm>
              <a:off x="5703888" y="5108575"/>
              <a:ext cx="114300" cy="58738"/>
            </a:xfrm>
            <a:custGeom>
              <a:avLst/>
              <a:gdLst>
                <a:gd name="T0" fmla="*/ 2147483647 w 75"/>
                <a:gd name="T1" fmla="*/ 0 h 44"/>
                <a:gd name="T2" fmla="*/ 0 w 75"/>
                <a:gd name="T3" fmla="*/ 2147483647 h 44"/>
                <a:gd name="T4" fmla="*/ 2147483647 w 75"/>
                <a:gd name="T5" fmla="*/ 2147483647 h 44"/>
                <a:gd name="T6" fmla="*/ 2147483647 w 75"/>
                <a:gd name="T7" fmla="*/ 0 h 44"/>
                <a:gd name="T8" fmla="*/ 2147483647 w 75"/>
                <a:gd name="T9" fmla="*/ 0 h 44"/>
                <a:gd name="T10" fmla="*/ 0 60000 65536"/>
                <a:gd name="T11" fmla="*/ 0 60000 65536"/>
                <a:gd name="T12" fmla="*/ 0 60000 65536"/>
                <a:gd name="T13" fmla="*/ 0 60000 65536"/>
                <a:gd name="T14" fmla="*/ 0 60000 65536"/>
                <a:gd name="T15" fmla="*/ 0 w 75"/>
                <a:gd name="T16" fmla="*/ 0 h 44"/>
                <a:gd name="T17" fmla="*/ 75 w 75"/>
                <a:gd name="T18" fmla="*/ 44 h 44"/>
              </a:gdLst>
              <a:ahLst/>
              <a:cxnLst>
                <a:cxn ang="T10">
                  <a:pos x="T0" y="T1"/>
                </a:cxn>
                <a:cxn ang="T11">
                  <a:pos x="T2" y="T3"/>
                </a:cxn>
                <a:cxn ang="T12">
                  <a:pos x="T4" y="T5"/>
                </a:cxn>
                <a:cxn ang="T13">
                  <a:pos x="T6" y="T7"/>
                </a:cxn>
                <a:cxn ang="T14">
                  <a:pos x="T8" y="T9"/>
                </a:cxn>
              </a:cxnLst>
              <a:rect l="T15" t="T16" r="T17" b="T18"/>
              <a:pathLst>
                <a:path w="75" h="44">
                  <a:moveTo>
                    <a:pt x="75" y="0"/>
                  </a:moveTo>
                  <a:lnTo>
                    <a:pt x="0" y="20"/>
                  </a:lnTo>
                  <a:lnTo>
                    <a:pt x="75" y="44"/>
                  </a:lnTo>
                  <a:lnTo>
                    <a:pt x="7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IN" altLang="en-US"/>
            </a:p>
          </p:txBody>
        </p:sp>
        <p:sp>
          <p:nvSpPr>
            <p:cNvPr id="44065" name="Text Box 50">
              <a:extLst>
                <a:ext uri="{FF2B5EF4-FFF2-40B4-BE49-F238E27FC236}">
                  <a16:creationId xmlns:a16="http://schemas.microsoft.com/office/drawing/2014/main" id="{2885B76D-8451-94B7-4211-869564BF8116}"/>
                </a:ext>
              </a:extLst>
            </p:cNvPr>
            <p:cNvSpPr txBox="1">
              <a:spLocks noChangeArrowheads="1"/>
            </p:cNvSpPr>
            <p:nvPr/>
          </p:nvSpPr>
          <p:spPr bwMode="auto">
            <a:xfrm>
              <a:off x="1150938" y="3505200"/>
              <a:ext cx="121126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a:t>A starts at</a:t>
              </a:r>
            </a:p>
            <a:p>
              <a:pPr eaLnBrk="1" hangingPunct="1"/>
              <a:r>
                <a:rPr lang="en-US" altLang="en-US" sz="2000"/>
                <a:t>time 0 </a:t>
              </a:r>
            </a:p>
          </p:txBody>
        </p:sp>
      </p:grpSp>
      <p:sp>
        <p:nvSpPr>
          <p:cNvPr id="44043" name="Text Box 51">
            <a:extLst>
              <a:ext uri="{FF2B5EF4-FFF2-40B4-BE49-F238E27FC236}">
                <a16:creationId xmlns:a16="http://schemas.microsoft.com/office/drawing/2014/main" id="{E76A5AC0-1D68-C5A4-4BFF-32447032F648}"/>
              </a:ext>
            </a:extLst>
          </p:cNvPr>
          <p:cNvSpPr txBox="1">
            <a:spLocks noChangeArrowheads="1"/>
          </p:cNvSpPr>
          <p:nvPr/>
        </p:nvSpPr>
        <p:spPr bwMode="auto">
          <a:xfrm>
            <a:off x="6477000" y="4267200"/>
            <a:ext cx="228282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a:t>Message almost </a:t>
            </a:r>
          </a:p>
          <a:p>
            <a:pPr eaLnBrk="1" hangingPunct="1"/>
            <a:r>
              <a:rPr lang="en-US" altLang="en-US" sz="2000"/>
              <a:t>there at time T when</a:t>
            </a:r>
          </a:p>
          <a:p>
            <a:pPr eaLnBrk="1" hangingPunct="1"/>
            <a:r>
              <a:rPr lang="en-US" altLang="en-US" sz="2000"/>
              <a:t>B starts – collision!</a:t>
            </a:r>
          </a:p>
        </p:txBody>
      </p:sp>
      <p:sp>
        <p:nvSpPr>
          <p:cNvPr id="44044" name="Text Box 53">
            <a:extLst>
              <a:ext uri="{FF2B5EF4-FFF2-40B4-BE49-F238E27FC236}">
                <a16:creationId xmlns:a16="http://schemas.microsoft.com/office/drawing/2014/main" id="{5E484A29-ABCA-7705-B912-96DB97B97D67}"/>
              </a:ext>
            </a:extLst>
          </p:cNvPr>
          <p:cNvSpPr txBox="1">
            <a:spLocks noChangeArrowheads="1"/>
          </p:cNvSpPr>
          <p:nvPr/>
        </p:nvSpPr>
        <p:spPr bwMode="auto">
          <a:xfrm>
            <a:off x="441325" y="5603875"/>
            <a:ext cx="62849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t>How can we be sure A knows about the collision?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2">
            <a:extLst>
              <a:ext uri="{FF2B5EF4-FFF2-40B4-BE49-F238E27FC236}">
                <a16:creationId xmlns:a16="http://schemas.microsoft.com/office/drawing/2014/main" id="{5144DEBE-96F9-348F-D82D-7329021278B3}"/>
              </a:ext>
            </a:extLst>
          </p:cNvPr>
          <p:cNvSpPr>
            <a:spLocks noGrp="1" noChangeArrowheads="1"/>
          </p:cNvSpPr>
          <p:nvPr>
            <p:ph type="title"/>
          </p:nvPr>
        </p:nvSpPr>
        <p:spPr/>
        <p:txBody>
          <a:bodyPr/>
          <a:lstStyle/>
          <a:p>
            <a:pPr eaLnBrk="1" hangingPunct="1"/>
            <a:r>
              <a:rPr lang="en-US" altLang="en-US"/>
              <a:t>Collision Detection </a:t>
            </a:r>
          </a:p>
        </p:txBody>
      </p:sp>
      <p:sp>
        <p:nvSpPr>
          <p:cNvPr id="45061" name="Rectangle 3">
            <a:extLst>
              <a:ext uri="{FF2B5EF4-FFF2-40B4-BE49-F238E27FC236}">
                <a16:creationId xmlns:a16="http://schemas.microsoft.com/office/drawing/2014/main" id="{D889E400-5612-C27E-0F8B-F38E6817EE66}"/>
              </a:ext>
            </a:extLst>
          </p:cNvPr>
          <p:cNvSpPr>
            <a:spLocks noGrp="1" noChangeArrowheads="1"/>
          </p:cNvSpPr>
          <p:nvPr>
            <p:ph type="body" idx="1"/>
          </p:nvPr>
        </p:nvSpPr>
        <p:spPr>
          <a:xfrm>
            <a:off x="381000" y="1214438"/>
            <a:ext cx="8534400" cy="5368924"/>
          </a:xfrm>
        </p:spPr>
        <p:txBody>
          <a:bodyPr/>
          <a:lstStyle/>
          <a:p>
            <a:pPr eaLnBrk="1" hangingPunct="1">
              <a:lnSpc>
                <a:spcPct val="90000"/>
              </a:lnSpc>
            </a:pPr>
            <a:r>
              <a:rPr lang="en-US" altLang="en-US" sz="2200" dirty="0">
                <a:latin typeface="Times New Roman" panose="02020603050405020304" pitchFamily="18" charset="0"/>
                <a:cs typeface="Times New Roman" panose="02020603050405020304" pitchFamily="18" charset="0"/>
              </a:rPr>
              <a:t>How can A know that a collision has taken place?</a:t>
            </a:r>
          </a:p>
          <a:p>
            <a:pPr lvl="1" eaLnBrk="1" hangingPunct="1">
              <a:lnSpc>
                <a:spcPct val="90000"/>
              </a:lnSpc>
            </a:pPr>
            <a:r>
              <a:rPr lang="en-US" altLang="en-US" sz="2200" dirty="0">
                <a:latin typeface="Times New Roman" panose="02020603050405020304" pitchFamily="18" charset="0"/>
                <a:cs typeface="Times New Roman" panose="02020603050405020304" pitchFamily="18" charset="0"/>
              </a:rPr>
              <a:t>There must be a mechanism to insure retransmission on collision</a:t>
            </a:r>
          </a:p>
          <a:p>
            <a:pPr lvl="1" eaLnBrk="1" hangingPunct="1">
              <a:lnSpc>
                <a:spcPct val="90000"/>
              </a:lnSpc>
            </a:pPr>
            <a:r>
              <a:rPr lang="en-US" altLang="en-US" sz="2200" dirty="0">
                <a:latin typeface="Times New Roman" panose="02020603050405020304" pitchFamily="18" charset="0"/>
                <a:cs typeface="Times New Roman" panose="02020603050405020304" pitchFamily="18" charset="0"/>
              </a:rPr>
              <a:t>A’s message reaches B at time T</a:t>
            </a:r>
          </a:p>
          <a:p>
            <a:pPr lvl="1" eaLnBrk="1" hangingPunct="1">
              <a:lnSpc>
                <a:spcPct val="90000"/>
              </a:lnSpc>
            </a:pPr>
            <a:r>
              <a:rPr lang="en-US" altLang="en-US" sz="2200" dirty="0">
                <a:latin typeface="Times New Roman" panose="02020603050405020304" pitchFamily="18" charset="0"/>
                <a:cs typeface="Times New Roman" panose="02020603050405020304" pitchFamily="18" charset="0"/>
              </a:rPr>
              <a:t>B’s message reaches A at time 2T</a:t>
            </a:r>
          </a:p>
          <a:p>
            <a:pPr lvl="1" eaLnBrk="1" hangingPunct="1">
              <a:lnSpc>
                <a:spcPct val="90000"/>
              </a:lnSpc>
            </a:pPr>
            <a:r>
              <a:rPr lang="en-US" altLang="en-US" sz="2200" dirty="0">
                <a:latin typeface="Times New Roman" panose="02020603050405020304" pitchFamily="18" charset="0"/>
                <a:cs typeface="Times New Roman" panose="02020603050405020304" pitchFamily="18" charset="0"/>
              </a:rPr>
              <a:t>So, A must still be transmitting at 2T</a:t>
            </a:r>
          </a:p>
          <a:p>
            <a:pPr eaLnBrk="1" hangingPunct="1">
              <a:lnSpc>
                <a:spcPct val="90000"/>
              </a:lnSpc>
            </a:pPr>
            <a:r>
              <a:rPr lang="en-US" altLang="en-US" sz="2200" dirty="0">
                <a:latin typeface="Times New Roman" panose="02020603050405020304" pitchFamily="18" charset="0"/>
                <a:cs typeface="Times New Roman" panose="02020603050405020304" pitchFamily="18" charset="0"/>
              </a:rPr>
              <a:t>IEEE 802.3 specifies </a:t>
            </a:r>
            <a:r>
              <a:rPr lang="en-US" altLang="en-US" sz="2200" b="1" dirty="0">
                <a:solidFill>
                  <a:srgbClr val="C00000"/>
                </a:solidFill>
                <a:latin typeface="Times New Roman" panose="02020603050405020304" pitchFamily="18" charset="0"/>
                <a:cs typeface="Times New Roman" panose="02020603050405020304" pitchFamily="18" charset="0"/>
              </a:rPr>
              <a:t>max value of 2T to be 51.2us</a:t>
            </a:r>
          </a:p>
          <a:p>
            <a:pPr lvl="1" eaLnBrk="1" hangingPunct="1">
              <a:lnSpc>
                <a:spcPct val="90000"/>
              </a:lnSpc>
            </a:pPr>
            <a:r>
              <a:rPr lang="en-US" altLang="en-US" sz="2200" dirty="0">
                <a:latin typeface="Times New Roman" panose="02020603050405020304" pitchFamily="18" charset="0"/>
                <a:cs typeface="Times New Roman" panose="02020603050405020304" pitchFamily="18" charset="0"/>
              </a:rPr>
              <a:t>This relates to maximum distance of </a:t>
            </a:r>
            <a:r>
              <a:rPr lang="en-US" altLang="en-US" sz="2200" b="1" dirty="0">
                <a:solidFill>
                  <a:srgbClr val="C00000"/>
                </a:solidFill>
                <a:latin typeface="Times New Roman" panose="02020603050405020304" pitchFamily="18" charset="0"/>
                <a:cs typeface="Times New Roman" panose="02020603050405020304" pitchFamily="18" charset="0"/>
              </a:rPr>
              <a:t>2500m</a:t>
            </a:r>
            <a:r>
              <a:rPr lang="en-US" altLang="en-US" sz="2200" dirty="0">
                <a:latin typeface="Times New Roman" panose="02020603050405020304" pitchFamily="18" charset="0"/>
                <a:cs typeface="Times New Roman" panose="02020603050405020304" pitchFamily="18" charset="0"/>
              </a:rPr>
              <a:t> between hosts</a:t>
            </a:r>
          </a:p>
          <a:p>
            <a:pPr lvl="1" eaLnBrk="1" hangingPunct="1">
              <a:lnSpc>
                <a:spcPct val="90000"/>
              </a:lnSpc>
            </a:pPr>
            <a:r>
              <a:rPr lang="en-US" altLang="en-US" sz="2200" dirty="0">
                <a:latin typeface="Times New Roman" panose="02020603050405020304" pitchFamily="18" charset="0"/>
                <a:cs typeface="Times New Roman" panose="02020603050405020304" pitchFamily="18" charset="0"/>
              </a:rPr>
              <a:t>At </a:t>
            </a:r>
            <a:r>
              <a:rPr lang="en-US" altLang="en-US" sz="2200" b="1" dirty="0">
                <a:solidFill>
                  <a:srgbClr val="C00000"/>
                </a:solidFill>
                <a:latin typeface="Times New Roman" panose="02020603050405020304" pitchFamily="18" charset="0"/>
                <a:cs typeface="Times New Roman" panose="02020603050405020304" pitchFamily="18" charset="0"/>
              </a:rPr>
              <a:t>10Mbps it takes 0.1us to transmit one bit so 512 bits (64B) take 51.2us to send</a:t>
            </a:r>
          </a:p>
          <a:p>
            <a:pPr lvl="1" eaLnBrk="1" hangingPunct="1">
              <a:lnSpc>
                <a:spcPct val="90000"/>
              </a:lnSpc>
            </a:pPr>
            <a:r>
              <a:rPr lang="en-US" altLang="en-US" sz="2200" dirty="0">
                <a:latin typeface="Times New Roman" panose="02020603050405020304" pitchFamily="18" charset="0"/>
                <a:cs typeface="Times New Roman" panose="02020603050405020304" pitchFamily="18" charset="0"/>
              </a:rPr>
              <a:t>So, Ethernet frames must be at least </a:t>
            </a:r>
            <a:r>
              <a:rPr lang="en-US" altLang="en-US" sz="2200" b="1" dirty="0">
                <a:solidFill>
                  <a:srgbClr val="C00000"/>
                </a:solidFill>
                <a:latin typeface="Times New Roman" panose="02020603050405020304" pitchFamily="18" charset="0"/>
                <a:cs typeface="Times New Roman" panose="02020603050405020304" pitchFamily="18" charset="0"/>
              </a:rPr>
              <a:t>64B long</a:t>
            </a:r>
          </a:p>
          <a:p>
            <a:pPr lvl="2" eaLnBrk="1" hangingPunct="1">
              <a:lnSpc>
                <a:spcPct val="90000"/>
              </a:lnSpc>
            </a:pPr>
            <a:r>
              <a:rPr lang="en-US" altLang="en-US" sz="2200" b="1" dirty="0">
                <a:solidFill>
                  <a:srgbClr val="C00000"/>
                </a:solidFill>
                <a:latin typeface="Times New Roman" panose="02020603050405020304" pitchFamily="18" charset="0"/>
                <a:cs typeface="Times New Roman" panose="02020603050405020304" pitchFamily="18" charset="0"/>
              </a:rPr>
              <a:t>14B header, 46B data, 4B CRC</a:t>
            </a:r>
          </a:p>
          <a:p>
            <a:pPr lvl="2" eaLnBrk="1" hangingPunct="1">
              <a:lnSpc>
                <a:spcPct val="90000"/>
              </a:lnSpc>
            </a:pPr>
            <a:r>
              <a:rPr lang="en-US" altLang="en-US" sz="2200" b="1" dirty="0">
                <a:solidFill>
                  <a:srgbClr val="C00000"/>
                </a:solidFill>
                <a:latin typeface="Times New Roman" panose="02020603050405020304" pitchFamily="18" charset="0"/>
                <a:cs typeface="Times New Roman" panose="02020603050405020304" pitchFamily="18" charset="0"/>
              </a:rPr>
              <a:t>Padding is used if data is less than 46B</a:t>
            </a:r>
          </a:p>
          <a:p>
            <a:pPr eaLnBrk="1" hangingPunct="1">
              <a:lnSpc>
                <a:spcPct val="90000"/>
              </a:lnSpc>
            </a:pPr>
            <a:r>
              <a:rPr lang="en-US" altLang="en-US" sz="2200" dirty="0">
                <a:latin typeface="Times New Roman" panose="02020603050405020304" pitchFamily="18" charset="0"/>
                <a:cs typeface="Times New Roman" panose="02020603050405020304" pitchFamily="18" charset="0"/>
              </a:rPr>
              <a:t>Send jamming signal after collision is detected to insure all hosts see collision</a:t>
            </a:r>
          </a:p>
          <a:p>
            <a:pPr lvl="1" eaLnBrk="1" hangingPunct="1">
              <a:lnSpc>
                <a:spcPct val="90000"/>
              </a:lnSpc>
            </a:pPr>
            <a:r>
              <a:rPr lang="en-US" altLang="en-US" sz="2200" dirty="0">
                <a:latin typeface="Times New Roman" panose="02020603050405020304" pitchFamily="18" charset="0"/>
                <a:cs typeface="Times New Roman" panose="02020603050405020304" pitchFamily="18" charset="0"/>
              </a:rPr>
              <a:t>48 bit signal</a:t>
            </a:r>
          </a:p>
          <a:p>
            <a:pPr eaLnBrk="1" hangingPunct="1">
              <a:lnSpc>
                <a:spcPct val="90000"/>
              </a:lnSpc>
            </a:pPr>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a:extLst>
              <a:ext uri="{FF2B5EF4-FFF2-40B4-BE49-F238E27FC236}">
                <a16:creationId xmlns:a16="http://schemas.microsoft.com/office/drawing/2014/main" id="{9636F5B0-9EC2-1D51-8E90-8F6F6AF7F32E}"/>
              </a:ext>
            </a:extLst>
          </p:cNvPr>
          <p:cNvSpPr>
            <a:spLocks noGrp="1" noChangeArrowheads="1"/>
          </p:cNvSpPr>
          <p:nvPr>
            <p:ph type="title"/>
          </p:nvPr>
        </p:nvSpPr>
        <p:spPr>
          <a:xfrm>
            <a:off x="685800" y="609600"/>
            <a:ext cx="7772400" cy="990600"/>
          </a:xfrm>
        </p:spPr>
        <p:txBody>
          <a:bodyPr/>
          <a:lstStyle/>
          <a:p>
            <a:pPr eaLnBrk="1" hangingPunct="1"/>
            <a:r>
              <a:rPr lang="en-US" altLang="en-US"/>
              <a:t>Collision Detection contd.</a:t>
            </a:r>
          </a:p>
        </p:txBody>
      </p:sp>
      <p:sp>
        <p:nvSpPr>
          <p:cNvPr id="46084" name="Line 3">
            <a:extLst>
              <a:ext uri="{FF2B5EF4-FFF2-40B4-BE49-F238E27FC236}">
                <a16:creationId xmlns:a16="http://schemas.microsoft.com/office/drawing/2014/main" id="{105BCF8C-6243-1555-2C66-8A541075CD1C}"/>
              </a:ext>
            </a:extLst>
          </p:cNvPr>
          <p:cNvSpPr>
            <a:spLocks noChangeShapeType="1"/>
          </p:cNvSpPr>
          <p:nvPr/>
        </p:nvSpPr>
        <p:spPr bwMode="auto">
          <a:xfrm>
            <a:off x="3173413" y="2422525"/>
            <a:ext cx="420687" cy="4763"/>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085" name="Freeform 4">
            <a:extLst>
              <a:ext uri="{FF2B5EF4-FFF2-40B4-BE49-F238E27FC236}">
                <a16:creationId xmlns:a16="http://schemas.microsoft.com/office/drawing/2014/main" id="{F3588B2F-4FD2-DB94-EF79-08449B3CF2CB}"/>
              </a:ext>
            </a:extLst>
          </p:cNvPr>
          <p:cNvSpPr>
            <a:spLocks/>
          </p:cNvSpPr>
          <p:nvPr/>
        </p:nvSpPr>
        <p:spPr bwMode="auto">
          <a:xfrm>
            <a:off x="3573463" y="2392363"/>
            <a:ext cx="119062" cy="61912"/>
          </a:xfrm>
          <a:custGeom>
            <a:avLst/>
            <a:gdLst>
              <a:gd name="T0" fmla="*/ 0 w 78"/>
              <a:gd name="T1" fmla="*/ 2147483647 h 44"/>
              <a:gd name="T2" fmla="*/ 2147483647 w 78"/>
              <a:gd name="T3" fmla="*/ 2147483647 h 44"/>
              <a:gd name="T4" fmla="*/ 0 w 78"/>
              <a:gd name="T5" fmla="*/ 0 h 44"/>
              <a:gd name="T6" fmla="*/ 0 w 78"/>
              <a:gd name="T7" fmla="*/ 2147483647 h 44"/>
              <a:gd name="T8" fmla="*/ 0 w 78"/>
              <a:gd name="T9" fmla="*/ 2147483647 h 44"/>
              <a:gd name="T10" fmla="*/ 0 w 78"/>
              <a:gd name="T11" fmla="*/ 2147483647 h 44"/>
              <a:gd name="T12" fmla="*/ 0 60000 65536"/>
              <a:gd name="T13" fmla="*/ 0 60000 65536"/>
              <a:gd name="T14" fmla="*/ 0 60000 65536"/>
              <a:gd name="T15" fmla="*/ 0 60000 65536"/>
              <a:gd name="T16" fmla="*/ 0 60000 65536"/>
              <a:gd name="T17" fmla="*/ 0 60000 65536"/>
              <a:gd name="T18" fmla="*/ 0 w 78"/>
              <a:gd name="T19" fmla="*/ 0 h 44"/>
              <a:gd name="T20" fmla="*/ 78 w 78"/>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78" h="44">
                <a:moveTo>
                  <a:pt x="0" y="41"/>
                </a:moveTo>
                <a:lnTo>
                  <a:pt x="78" y="21"/>
                </a:lnTo>
                <a:lnTo>
                  <a:pt x="0" y="0"/>
                </a:lnTo>
                <a:lnTo>
                  <a:pt x="0" y="44"/>
                </a:lnTo>
                <a:lnTo>
                  <a:pt x="0"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IN" altLang="en-US"/>
          </a:p>
        </p:txBody>
      </p:sp>
      <p:sp>
        <p:nvSpPr>
          <p:cNvPr id="46086" name="Rectangle 5">
            <a:extLst>
              <a:ext uri="{FF2B5EF4-FFF2-40B4-BE49-F238E27FC236}">
                <a16:creationId xmlns:a16="http://schemas.microsoft.com/office/drawing/2014/main" id="{0BBD89F5-8421-6113-F3D1-B3B0D47939ED}"/>
              </a:ext>
            </a:extLst>
          </p:cNvPr>
          <p:cNvSpPr>
            <a:spLocks noChangeArrowheads="1"/>
          </p:cNvSpPr>
          <p:nvPr/>
        </p:nvSpPr>
        <p:spPr bwMode="auto">
          <a:xfrm>
            <a:off x="3043238" y="1743075"/>
            <a:ext cx="11906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400">
                <a:solidFill>
                  <a:srgbClr val="000000"/>
                </a:solidFill>
                <a:latin typeface="Arial" panose="020B0604020202020204" pitchFamily="34" charset="0"/>
              </a:rPr>
              <a:t>A</a:t>
            </a:r>
            <a:endParaRPr lang="en-US" altLang="en-US"/>
          </a:p>
        </p:txBody>
      </p:sp>
      <p:sp>
        <p:nvSpPr>
          <p:cNvPr id="46087" name="Freeform 6">
            <a:extLst>
              <a:ext uri="{FF2B5EF4-FFF2-40B4-BE49-F238E27FC236}">
                <a16:creationId xmlns:a16="http://schemas.microsoft.com/office/drawing/2014/main" id="{649C7091-4333-730F-EE90-1136C7EA4450}"/>
              </a:ext>
            </a:extLst>
          </p:cNvPr>
          <p:cNvSpPr>
            <a:spLocks/>
          </p:cNvSpPr>
          <p:nvPr/>
        </p:nvSpPr>
        <p:spPr bwMode="auto">
          <a:xfrm>
            <a:off x="2906713" y="1676400"/>
            <a:ext cx="392112" cy="358775"/>
          </a:xfrm>
          <a:custGeom>
            <a:avLst/>
            <a:gdLst>
              <a:gd name="T0" fmla="*/ 2147483647 w 256"/>
              <a:gd name="T1" fmla="*/ 2147483647 h 255"/>
              <a:gd name="T2" fmla="*/ 0 w 256"/>
              <a:gd name="T3" fmla="*/ 2147483647 h 255"/>
              <a:gd name="T4" fmla="*/ 0 w 256"/>
              <a:gd name="T5" fmla="*/ 0 h 255"/>
              <a:gd name="T6" fmla="*/ 2147483647 w 256"/>
              <a:gd name="T7" fmla="*/ 0 h 255"/>
              <a:gd name="T8" fmla="*/ 2147483647 w 256"/>
              <a:gd name="T9" fmla="*/ 2147483647 h 255"/>
              <a:gd name="T10" fmla="*/ 2147483647 w 256"/>
              <a:gd name="T11" fmla="*/ 2147483647 h 255"/>
              <a:gd name="T12" fmla="*/ 0 60000 65536"/>
              <a:gd name="T13" fmla="*/ 0 60000 65536"/>
              <a:gd name="T14" fmla="*/ 0 60000 65536"/>
              <a:gd name="T15" fmla="*/ 0 60000 65536"/>
              <a:gd name="T16" fmla="*/ 0 60000 65536"/>
              <a:gd name="T17" fmla="*/ 0 60000 65536"/>
              <a:gd name="T18" fmla="*/ 0 w 256"/>
              <a:gd name="T19" fmla="*/ 0 h 255"/>
              <a:gd name="T20" fmla="*/ 256 w 256"/>
              <a:gd name="T21" fmla="*/ 255 h 255"/>
            </a:gdLst>
            <a:ahLst/>
            <a:cxnLst>
              <a:cxn ang="T12">
                <a:pos x="T0" y="T1"/>
              </a:cxn>
              <a:cxn ang="T13">
                <a:pos x="T2" y="T3"/>
              </a:cxn>
              <a:cxn ang="T14">
                <a:pos x="T4" y="T5"/>
              </a:cxn>
              <a:cxn ang="T15">
                <a:pos x="T6" y="T7"/>
              </a:cxn>
              <a:cxn ang="T16">
                <a:pos x="T8" y="T9"/>
              </a:cxn>
              <a:cxn ang="T17">
                <a:pos x="T10" y="T11"/>
              </a:cxn>
            </a:cxnLst>
            <a:rect l="T18" t="T19" r="T20" b="T21"/>
            <a:pathLst>
              <a:path w="256" h="255">
                <a:moveTo>
                  <a:pt x="256" y="255"/>
                </a:moveTo>
                <a:lnTo>
                  <a:pt x="0" y="255"/>
                </a:lnTo>
                <a:lnTo>
                  <a:pt x="0" y="0"/>
                </a:lnTo>
                <a:lnTo>
                  <a:pt x="256" y="0"/>
                </a:lnTo>
                <a:lnTo>
                  <a:pt x="256" y="255"/>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IN" altLang="en-US"/>
          </a:p>
        </p:txBody>
      </p:sp>
      <p:sp>
        <p:nvSpPr>
          <p:cNvPr id="46088" name="Line 7">
            <a:extLst>
              <a:ext uri="{FF2B5EF4-FFF2-40B4-BE49-F238E27FC236}">
                <a16:creationId xmlns:a16="http://schemas.microsoft.com/office/drawing/2014/main" id="{32D5BD4C-03A6-5412-B06B-60F1E8198E12}"/>
              </a:ext>
            </a:extLst>
          </p:cNvPr>
          <p:cNvSpPr>
            <a:spLocks noChangeShapeType="1"/>
          </p:cNvSpPr>
          <p:nvPr/>
        </p:nvSpPr>
        <p:spPr bwMode="auto">
          <a:xfrm>
            <a:off x="3100388" y="2035175"/>
            <a:ext cx="6350" cy="176213"/>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089" name="Rectangle 8">
            <a:extLst>
              <a:ext uri="{FF2B5EF4-FFF2-40B4-BE49-F238E27FC236}">
                <a16:creationId xmlns:a16="http://schemas.microsoft.com/office/drawing/2014/main" id="{74A12F42-528F-5E7B-9387-A782F0BC8BBF}"/>
              </a:ext>
            </a:extLst>
          </p:cNvPr>
          <p:cNvSpPr>
            <a:spLocks noChangeArrowheads="1"/>
          </p:cNvSpPr>
          <p:nvPr/>
        </p:nvSpPr>
        <p:spPr bwMode="auto">
          <a:xfrm>
            <a:off x="5907088" y="1743075"/>
            <a:ext cx="11906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400">
                <a:solidFill>
                  <a:srgbClr val="000000"/>
                </a:solidFill>
                <a:latin typeface="Arial" panose="020B0604020202020204" pitchFamily="34" charset="0"/>
              </a:rPr>
              <a:t>B</a:t>
            </a:r>
            <a:endParaRPr lang="en-US" altLang="en-US"/>
          </a:p>
        </p:txBody>
      </p:sp>
      <p:sp>
        <p:nvSpPr>
          <p:cNvPr id="46090" name="Freeform 9">
            <a:extLst>
              <a:ext uri="{FF2B5EF4-FFF2-40B4-BE49-F238E27FC236}">
                <a16:creationId xmlns:a16="http://schemas.microsoft.com/office/drawing/2014/main" id="{B0745D69-C904-EF8F-3CC1-2ADB401A06D0}"/>
              </a:ext>
            </a:extLst>
          </p:cNvPr>
          <p:cNvSpPr>
            <a:spLocks/>
          </p:cNvSpPr>
          <p:nvPr/>
        </p:nvSpPr>
        <p:spPr bwMode="auto">
          <a:xfrm>
            <a:off x="5767388" y="1676400"/>
            <a:ext cx="388937" cy="358775"/>
          </a:xfrm>
          <a:custGeom>
            <a:avLst/>
            <a:gdLst>
              <a:gd name="T0" fmla="*/ 2147483647 w 255"/>
              <a:gd name="T1" fmla="*/ 2147483647 h 255"/>
              <a:gd name="T2" fmla="*/ 0 w 255"/>
              <a:gd name="T3" fmla="*/ 2147483647 h 255"/>
              <a:gd name="T4" fmla="*/ 0 w 255"/>
              <a:gd name="T5" fmla="*/ 0 h 255"/>
              <a:gd name="T6" fmla="*/ 2147483647 w 255"/>
              <a:gd name="T7" fmla="*/ 0 h 255"/>
              <a:gd name="T8" fmla="*/ 2147483647 w 255"/>
              <a:gd name="T9" fmla="*/ 2147483647 h 255"/>
              <a:gd name="T10" fmla="*/ 2147483647 w 255"/>
              <a:gd name="T11" fmla="*/ 2147483647 h 255"/>
              <a:gd name="T12" fmla="*/ 0 60000 65536"/>
              <a:gd name="T13" fmla="*/ 0 60000 65536"/>
              <a:gd name="T14" fmla="*/ 0 60000 65536"/>
              <a:gd name="T15" fmla="*/ 0 60000 65536"/>
              <a:gd name="T16" fmla="*/ 0 60000 65536"/>
              <a:gd name="T17" fmla="*/ 0 60000 65536"/>
              <a:gd name="T18" fmla="*/ 0 w 255"/>
              <a:gd name="T19" fmla="*/ 0 h 255"/>
              <a:gd name="T20" fmla="*/ 255 w 255"/>
              <a:gd name="T21" fmla="*/ 255 h 255"/>
            </a:gdLst>
            <a:ahLst/>
            <a:cxnLst>
              <a:cxn ang="T12">
                <a:pos x="T0" y="T1"/>
              </a:cxn>
              <a:cxn ang="T13">
                <a:pos x="T2" y="T3"/>
              </a:cxn>
              <a:cxn ang="T14">
                <a:pos x="T4" y="T5"/>
              </a:cxn>
              <a:cxn ang="T15">
                <a:pos x="T6" y="T7"/>
              </a:cxn>
              <a:cxn ang="T16">
                <a:pos x="T8" y="T9"/>
              </a:cxn>
              <a:cxn ang="T17">
                <a:pos x="T10" y="T11"/>
              </a:cxn>
            </a:cxnLst>
            <a:rect l="T18" t="T19" r="T20" b="T21"/>
            <a:pathLst>
              <a:path w="255" h="255">
                <a:moveTo>
                  <a:pt x="255" y="255"/>
                </a:moveTo>
                <a:lnTo>
                  <a:pt x="0" y="255"/>
                </a:lnTo>
                <a:lnTo>
                  <a:pt x="0" y="0"/>
                </a:lnTo>
                <a:lnTo>
                  <a:pt x="255" y="0"/>
                </a:lnTo>
                <a:lnTo>
                  <a:pt x="255" y="255"/>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IN" altLang="en-US"/>
          </a:p>
        </p:txBody>
      </p:sp>
      <p:sp>
        <p:nvSpPr>
          <p:cNvPr id="46091" name="Line 10">
            <a:extLst>
              <a:ext uri="{FF2B5EF4-FFF2-40B4-BE49-F238E27FC236}">
                <a16:creationId xmlns:a16="http://schemas.microsoft.com/office/drawing/2014/main" id="{52F147EA-1594-BDFA-0529-3EAF23203E9C}"/>
              </a:ext>
            </a:extLst>
          </p:cNvPr>
          <p:cNvSpPr>
            <a:spLocks noChangeShapeType="1"/>
          </p:cNvSpPr>
          <p:nvPr/>
        </p:nvSpPr>
        <p:spPr bwMode="auto">
          <a:xfrm>
            <a:off x="5938838" y="2033588"/>
            <a:ext cx="4762" cy="17621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092" name="Line 11">
            <a:extLst>
              <a:ext uri="{FF2B5EF4-FFF2-40B4-BE49-F238E27FC236}">
                <a16:creationId xmlns:a16="http://schemas.microsoft.com/office/drawing/2014/main" id="{88048F9F-4BB2-0720-4C9C-1F558413D126}"/>
              </a:ext>
            </a:extLst>
          </p:cNvPr>
          <p:cNvSpPr>
            <a:spLocks noChangeShapeType="1"/>
          </p:cNvSpPr>
          <p:nvPr/>
        </p:nvSpPr>
        <p:spPr bwMode="auto">
          <a:xfrm>
            <a:off x="2659063" y="2211388"/>
            <a:ext cx="3497262" cy="158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093" name="Freeform 12">
            <a:extLst>
              <a:ext uri="{FF2B5EF4-FFF2-40B4-BE49-F238E27FC236}">
                <a16:creationId xmlns:a16="http://schemas.microsoft.com/office/drawing/2014/main" id="{CBD63028-C80F-434E-01FC-6B6B00C56C0E}"/>
              </a:ext>
            </a:extLst>
          </p:cNvPr>
          <p:cNvSpPr>
            <a:spLocks/>
          </p:cNvSpPr>
          <p:nvPr/>
        </p:nvSpPr>
        <p:spPr bwMode="auto">
          <a:xfrm>
            <a:off x="3106738" y="2335213"/>
            <a:ext cx="647700" cy="177800"/>
          </a:xfrm>
          <a:custGeom>
            <a:avLst/>
            <a:gdLst>
              <a:gd name="T0" fmla="*/ 2147483647 w 425"/>
              <a:gd name="T1" fmla="*/ 2147483647 h 126"/>
              <a:gd name="T2" fmla="*/ 0 w 425"/>
              <a:gd name="T3" fmla="*/ 2147483647 h 126"/>
              <a:gd name="T4" fmla="*/ 0 w 425"/>
              <a:gd name="T5" fmla="*/ 0 h 126"/>
              <a:gd name="T6" fmla="*/ 2147483647 w 425"/>
              <a:gd name="T7" fmla="*/ 0 h 126"/>
              <a:gd name="T8" fmla="*/ 2147483647 w 425"/>
              <a:gd name="T9" fmla="*/ 2147483647 h 126"/>
              <a:gd name="T10" fmla="*/ 2147483647 w 425"/>
              <a:gd name="T11" fmla="*/ 2147483647 h 126"/>
              <a:gd name="T12" fmla="*/ 0 60000 65536"/>
              <a:gd name="T13" fmla="*/ 0 60000 65536"/>
              <a:gd name="T14" fmla="*/ 0 60000 65536"/>
              <a:gd name="T15" fmla="*/ 0 60000 65536"/>
              <a:gd name="T16" fmla="*/ 0 60000 65536"/>
              <a:gd name="T17" fmla="*/ 0 60000 65536"/>
              <a:gd name="T18" fmla="*/ 0 w 425"/>
              <a:gd name="T19" fmla="*/ 0 h 126"/>
              <a:gd name="T20" fmla="*/ 425 w 425"/>
              <a:gd name="T21" fmla="*/ 126 h 126"/>
            </a:gdLst>
            <a:ahLst/>
            <a:cxnLst>
              <a:cxn ang="T12">
                <a:pos x="T0" y="T1"/>
              </a:cxn>
              <a:cxn ang="T13">
                <a:pos x="T2" y="T3"/>
              </a:cxn>
              <a:cxn ang="T14">
                <a:pos x="T4" y="T5"/>
              </a:cxn>
              <a:cxn ang="T15">
                <a:pos x="T6" y="T7"/>
              </a:cxn>
              <a:cxn ang="T16">
                <a:pos x="T8" y="T9"/>
              </a:cxn>
              <a:cxn ang="T17">
                <a:pos x="T10" y="T11"/>
              </a:cxn>
            </a:cxnLst>
            <a:rect l="T18" t="T19" r="T20" b="T21"/>
            <a:pathLst>
              <a:path w="425" h="126">
                <a:moveTo>
                  <a:pt x="425" y="126"/>
                </a:moveTo>
                <a:lnTo>
                  <a:pt x="0" y="126"/>
                </a:lnTo>
                <a:lnTo>
                  <a:pt x="0" y="0"/>
                </a:lnTo>
                <a:lnTo>
                  <a:pt x="425" y="0"/>
                </a:lnTo>
                <a:lnTo>
                  <a:pt x="425" y="126"/>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IN" altLang="en-US"/>
          </a:p>
        </p:txBody>
      </p:sp>
      <p:sp>
        <p:nvSpPr>
          <p:cNvPr id="46094" name="Rectangle 13">
            <a:extLst>
              <a:ext uri="{FF2B5EF4-FFF2-40B4-BE49-F238E27FC236}">
                <a16:creationId xmlns:a16="http://schemas.microsoft.com/office/drawing/2014/main" id="{EE621ADC-562F-D255-6B62-D42A78D071D3}"/>
              </a:ext>
            </a:extLst>
          </p:cNvPr>
          <p:cNvSpPr>
            <a:spLocks noChangeArrowheads="1"/>
          </p:cNvSpPr>
          <p:nvPr/>
        </p:nvSpPr>
        <p:spPr bwMode="auto">
          <a:xfrm>
            <a:off x="3043238" y="2938463"/>
            <a:ext cx="11906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400">
                <a:solidFill>
                  <a:srgbClr val="000000"/>
                </a:solidFill>
                <a:latin typeface="Arial" panose="020B0604020202020204" pitchFamily="34" charset="0"/>
              </a:rPr>
              <a:t>A</a:t>
            </a:r>
            <a:endParaRPr lang="en-US" altLang="en-US"/>
          </a:p>
        </p:txBody>
      </p:sp>
      <p:sp>
        <p:nvSpPr>
          <p:cNvPr id="46095" name="Freeform 14">
            <a:extLst>
              <a:ext uri="{FF2B5EF4-FFF2-40B4-BE49-F238E27FC236}">
                <a16:creationId xmlns:a16="http://schemas.microsoft.com/office/drawing/2014/main" id="{385BA50A-3726-F2CE-DDA1-CCE29EED96D1}"/>
              </a:ext>
            </a:extLst>
          </p:cNvPr>
          <p:cNvSpPr>
            <a:spLocks/>
          </p:cNvSpPr>
          <p:nvPr/>
        </p:nvSpPr>
        <p:spPr bwMode="auto">
          <a:xfrm>
            <a:off x="2906713" y="2870200"/>
            <a:ext cx="392112" cy="358775"/>
          </a:xfrm>
          <a:custGeom>
            <a:avLst/>
            <a:gdLst>
              <a:gd name="T0" fmla="*/ 2147483647 w 256"/>
              <a:gd name="T1" fmla="*/ 2147483647 h 255"/>
              <a:gd name="T2" fmla="*/ 0 w 256"/>
              <a:gd name="T3" fmla="*/ 2147483647 h 255"/>
              <a:gd name="T4" fmla="*/ 0 w 256"/>
              <a:gd name="T5" fmla="*/ 0 h 255"/>
              <a:gd name="T6" fmla="*/ 2147483647 w 256"/>
              <a:gd name="T7" fmla="*/ 0 h 255"/>
              <a:gd name="T8" fmla="*/ 2147483647 w 256"/>
              <a:gd name="T9" fmla="*/ 2147483647 h 255"/>
              <a:gd name="T10" fmla="*/ 2147483647 w 256"/>
              <a:gd name="T11" fmla="*/ 2147483647 h 255"/>
              <a:gd name="T12" fmla="*/ 0 60000 65536"/>
              <a:gd name="T13" fmla="*/ 0 60000 65536"/>
              <a:gd name="T14" fmla="*/ 0 60000 65536"/>
              <a:gd name="T15" fmla="*/ 0 60000 65536"/>
              <a:gd name="T16" fmla="*/ 0 60000 65536"/>
              <a:gd name="T17" fmla="*/ 0 60000 65536"/>
              <a:gd name="T18" fmla="*/ 0 w 256"/>
              <a:gd name="T19" fmla="*/ 0 h 255"/>
              <a:gd name="T20" fmla="*/ 256 w 256"/>
              <a:gd name="T21" fmla="*/ 255 h 255"/>
            </a:gdLst>
            <a:ahLst/>
            <a:cxnLst>
              <a:cxn ang="T12">
                <a:pos x="T0" y="T1"/>
              </a:cxn>
              <a:cxn ang="T13">
                <a:pos x="T2" y="T3"/>
              </a:cxn>
              <a:cxn ang="T14">
                <a:pos x="T4" y="T5"/>
              </a:cxn>
              <a:cxn ang="T15">
                <a:pos x="T6" y="T7"/>
              </a:cxn>
              <a:cxn ang="T16">
                <a:pos x="T8" y="T9"/>
              </a:cxn>
              <a:cxn ang="T17">
                <a:pos x="T10" y="T11"/>
              </a:cxn>
            </a:cxnLst>
            <a:rect l="T18" t="T19" r="T20" b="T21"/>
            <a:pathLst>
              <a:path w="256" h="255">
                <a:moveTo>
                  <a:pt x="256" y="255"/>
                </a:moveTo>
                <a:lnTo>
                  <a:pt x="0" y="255"/>
                </a:lnTo>
                <a:lnTo>
                  <a:pt x="0" y="0"/>
                </a:lnTo>
                <a:lnTo>
                  <a:pt x="256" y="0"/>
                </a:lnTo>
                <a:lnTo>
                  <a:pt x="256" y="255"/>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IN" altLang="en-US"/>
          </a:p>
        </p:txBody>
      </p:sp>
      <p:sp>
        <p:nvSpPr>
          <p:cNvPr id="46096" name="Line 15">
            <a:extLst>
              <a:ext uri="{FF2B5EF4-FFF2-40B4-BE49-F238E27FC236}">
                <a16:creationId xmlns:a16="http://schemas.microsoft.com/office/drawing/2014/main" id="{4F3D1FA8-EDAB-D813-916D-D9CBA51E5625}"/>
              </a:ext>
            </a:extLst>
          </p:cNvPr>
          <p:cNvSpPr>
            <a:spLocks noChangeShapeType="1"/>
          </p:cNvSpPr>
          <p:nvPr/>
        </p:nvSpPr>
        <p:spPr bwMode="auto">
          <a:xfrm>
            <a:off x="3100388" y="3228975"/>
            <a:ext cx="6350" cy="176213"/>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097" name="Rectangle 16">
            <a:extLst>
              <a:ext uri="{FF2B5EF4-FFF2-40B4-BE49-F238E27FC236}">
                <a16:creationId xmlns:a16="http://schemas.microsoft.com/office/drawing/2014/main" id="{AA508FBE-6607-0594-70D4-415ECAC47F81}"/>
              </a:ext>
            </a:extLst>
          </p:cNvPr>
          <p:cNvSpPr>
            <a:spLocks noChangeArrowheads="1"/>
          </p:cNvSpPr>
          <p:nvPr/>
        </p:nvSpPr>
        <p:spPr bwMode="auto">
          <a:xfrm>
            <a:off x="5907088" y="2938463"/>
            <a:ext cx="11906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400">
                <a:solidFill>
                  <a:srgbClr val="000000"/>
                </a:solidFill>
                <a:latin typeface="Arial" panose="020B0604020202020204" pitchFamily="34" charset="0"/>
              </a:rPr>
              <a:t>B</a:t>
            </a:r>
            <a:endParaRPr lang="en-US" altLang="en-US"/>
          </a:p>
        </p:txBody>
      </p:sp>
      <p:sp>
        <p:nvSpPr>
          <p:cNvPr id="46098" name="Freeform 17">
            <a:extLst>
              <a:ext uri="{FF2B5EF4-FFF2-40B4-BE49-F238E27FC236}">
                <a16:creationId xmlns:a16="http://schemas.microsoft.com/office/drawing/2014/main" id="{0A6E6DF3-17E2-705B-BCC9-733CD5F7933D}"/>
              </a:ext>
            </a:extLst>
          </p:cNvPr>
          <p:cNvSpPr>
            <a:spLocks/>
          </p:cNvSpPr>
          <p:nvPr/>
        </p:nvSpPr>
        <p:spPr bwMode="auto">
          <a:xfrm>
            <a:off x="5767388" y="2870200"/>
            <a:ext cx="388937" cy="358775"/>
          </a:xfrm>
          <a:custGeom>
            <a:avLst/>
            <a:gdLst>
              <a:gd name="T0" fmla="*/ 2147483647 w 255"/>
              <a:gd name="T1" fmla="*/ 2147483647 h 255"/>
              <a:gd name="T2" fmla="*/ 0 w 255"/>
              <a:gd name="T3" fmla="*/ 2147483647 h 255"/>
              <a:gd name="T4" fmla="*/ 0 w 255"/>
              <a:gd name="T5" fmla="*/ 0 h 255"/>
              <a:gd name="T6" fmla="*/ 2147483647 w 255"/>
              <a:gd name="T7" fmla="*/ 0 h 255"/>
              <a:gd name="T8" fmla="*/ 2147483647 w 255"/>
              <a:gd name="T9" fmla="*/ 2147483647 h 255"/>
              <a:gd name="T10" fmla="*/ 2147483647 w 255"/>
              <a:gd name="T11" fmla="*/ 2147483647 h 255"/>
              <a:gd name="T12" fmla="*/ 0 60000 65536"/>
              <a:gd name="T13" fmla="*/ 0 60000 65536"/>
              <a:gd name="T14" fmla="*/ 0 60000 65536"/>
              <a:gd name="T15" fmla="*/ 0 60000 65536"/>
              <a:gd name="T16" fmla="*/ 0 60000 65536"/>
              <a:gd name="T17" fmla="*/ 0 60000 65536"/>
              <a:gd name="T18" fmla="*/ 0 w 255"/>
              <a:gd name="T19" fmla="*/ 0 h 255"/>
              <a:gd name="T20" fmla="*/ 255 w 255"/>
              <a:gd name="T21" fmla="*/ 255 h 255"/>
            </a:gdLst>
            <a:ahLst/>
            <a:cxnLst>
              <a:cxn ang="T12">
                <a:pos x="T0" y="T1"/>
              </a:cxn>
              <a:cxn ang="T13">
                <a:pos x="T2" y="T3"/>
              </a:cxn>
              <a:cxn ang="T14">
                <a:pos x="T4" y="T5"/>
              </a:cxn>
              <a:cxn ang="T15">
                <a:pos x="T6" y="T7"/>
              </a:cxn>
              <a:cxn ang="T16">
                <a:pos x="T8" y="T9"/>
              </a:cxn>
              <a:cxn ang="T17">
                <a:pos x="T10" y="T11"/>
              </a:cxn>
            </a:cxnLst>
            <a:rect l="T18" t="T19" r="T20" b="T21"/>
            <a:pathLst>
              <a:path w="255" h="255">
                <a:moveTo>
                  <a:pt x="255" y="255"/>
                </a:moveTo>
                <a:lnTo>
                  <a:pt x="0" y="255"/>
                </a:lnTo>
                <a:lnTo>
                  <a:pt x="0" y="0"/>
                </a:lnTo>
                <a:lnTo>
                  <a:pt x="255" y="0"/>
                </a:lnTo>
                <a:lnTo>
                  <a:pt x="255" y="255"/>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IN" altLang="en-US"/>
          </a:p>
        </p:txBody>
      </p:sp>
      <p:sp>
        <p:nvSpPr>
          <p:cNvPr id="46099" name="Line 18">
            <a:extLst>
              <a:ext uri="{FF2B5EF4-FFF2-40B4-BE49-F238E27FC236}">
                <a16:creationId xmlns:a16="http://schemas.microsoft.com/office/drawing/2014/main" id="{9E0C78DA-7791-2A99-AB5A-5F731B3265B6}"/>
              </a:ext>
            </a:extLst>
          </p:cNvPr>
          <p:cNvSpPr>
            <a:spLocks noChangeShapeType="1"/>
          </p:cNvSpPr>
          <p:nvPr/>
        </p:nvSpPr>
        <p:spPr bwMode="auto">
          <a:xfrm>
            <a:off x="5943600" y="3200400"/>
            <a:ext cx="4763" cy="176213"/>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00" name="Line 19">
            <a:extLst>
              <a:ext uri="{FF2B5EF4-FFF2-40B4-BE49-F238E27FC236}">
                <a16:creationId xmlns:a16="http://schemas.microsoft.com/office/drawing/2014/main" id="{70A74E86-2838-99EE-7F35-9C589D84726F}"/>
              </a:ext>
            </a:extLst>
          </p:cNvPr>
          <p:cNvSpPr>
            <a:spLocks noChangeShapeType="1"/>
          </p:cNvSpPr>
          <p:nvPr/>
        </p:nvSpPr>
        <p:spPr bwMode="auto">
          <a:xfrm>
            <a:off x="2659063" y="3405188"/>
            <a:ext cx="3497262" cy="158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01" name="Rectangle 23">
            <a:extLst>
              <a:ext uri="{FF2B5EF4-FFF2-40B4-BE49-F238E27FC236}">
                <a16:creationId xmlns:a16="http://schemas.microsoft.com/office/drawing/2014/main" id="{4811674A-7930-5C24-41C6-AA750B77C0EB}"/>
              </a:ext>
            </a:extLst>
          </p:cNvPr>
          <p:cNvSpPr>
            <a:spLocks noChangeArrowheads="1"/>
          </p:cNvSpPr>
          <p:nvPr/>
        </p:nvSpPr>
        <p:spPr bwMode="auto">
          <a:xfrm>
            <a:off x="3043238" y="4133850"/>
            <a:ext cx="11906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400">
                <a:solidFill>
                  <a:srgbClr val="000000"/>
                </a:solidFill>
                <a:latin typeface="Arial" panose="020B0604020202020204" pitchFamily="34" charset="0"/>
              </a:rPr>
              <a:t>A</a:t>
            </a:r>
            <a:endParaRPr lang="en-US" altLang="en-US"/>
          </a:p>
        </p:txBody>
      </p:sp>
      <p:sp>
        <p:nvSpPr>
          <p:cNvPr id="46102" name="Freeform 24">
            <a:extLst>
              <a:ext uri="{FF2B5EF4-FFF2-40B4-BE49-F238E27FC236}">
                <a16:creationId xmlns:a16="http://schemas.microsoft.com/office/drawing/2014/main" id="{6AD15454-8EF2-CCDE-BBCB-29AC782F6F04}"/>
              </a:ext>
            </a:extLst>
          </p:cNvPr>
          <p:cNvSpPr>
            <a:spLocks/>
          </p:cNvSpPr>
          <p:nvPr/>
        </p:nvSpPr>
        <p:spPr bwMode="auto">
          <a:xfrm>
            <a:off x="2906713" y="4065588"/>
            <a:ext cx="392112" cy="358775"/>
          </a:xfrm>
          <a:custGeom>
            <a:avLst/>
            <a:gdLst>
              <a:gd name="T0" fmla="*/ 2147483647 w 256"/>
              <a:gd name="T1" fmla="*/ 2147483647 h 255"/>
              <a:gd name="T2" fmla="*/ 0 w 256"/>
              <a:gd name="T3" fmla="*/ 2147483647 h 255"/>
              <a:gd name="T4" fmla="*/ 0 w 256"/>
              <a:gd name="T5" fmla="*/ 0 h 255"/>
              <a:gd name="T6" fmla="*/ 2147483647 w 256"/>
              <a:gd name="T7" fmla="*/ 0 h 255"/>
              <a:gd name="T8" fmla="*/ 2147483647 w 256"/>
              <a:gd name="T9" fmla="*/ 2147483647 h 255"/>
              <a:gd name="T10" fmla="*/ 2147483647 w 256"/>
              <a:gd name="T11" fmla="*/ 2147483647 h 255"/>
              <a:gd name="T12" fmla="*/ 0 60000 65536"/>
              <a:gd name="T13" fmla="*/ 0 60000 65536"/>
              <a:gd name="T14" fmla="*/ 0 60000 65536"/>
              <a:gd name="T15" fmla="*/ 0 60000 65536"/>
              <a:gd name="T16" fmla="*/ 0 60000 65536"/>
              <a:gd name="T17" fmla="*/ 0 60000 65536"/>
              <a:gd name="T18" fmla="*/ 0 w 256"/>
              <a:gd name="T19" fmla="*/ 0 h 255"/>
              <a:gd name="T20" fmla="*/ 256 w 256"/>
              <a:gd name="T21" fmla="*/ 255 h 255"/>
            </a:gdLst>
            <a:ahLst/>
            <a:cxnLst>
              <a:cxn ang="T12">
                <a:pos x="T0" y="T1"/>
              </a:cxn>
              <a:cxn ang="T13">
                <a:pos x="T2" y="T3"/>
              </a:cxn>
              <a:cxn ang="T14">
                <a:pos x="T4" y="T5"/>
              </a:cxn>
              <a:cxn ang="T15">
                <a:pos x="T6" y="T7"/>
              </a:cxn>
              <a:cxn ang="T16">
                <a:pos x="T8" y="T9"/>
              </a:cxn>
              <a:cxn ang="T17">
                <a:pos x="T10" y="T11"/>
              </a:cxn>
            </a:cxnLst>
            <a:rect l="T18" t="T19" r="T20" b="T21"/>
            <a:pathLst>
              <a:path w="256" h="255">
                <a:moveTo>
                  <a:pt x="256" y="255"/>
                </a:moveTo>
                <a:lnTo>
                  <a:pt x="0" y="255"/>
                </a:lnTo>
                <a:lnTo>
                  <a:pt x="0" y="0"/>
                </a:lnTo>
                <a:lnTo>
                  <a:pt x="256" y="0"/>
                </a:lnTo>
                <a:lnTo>
                  <a:pt x="256" y="255"/>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IN" altLang="en-US"/>
          </a:p>
        </p:txBody>
      </p:sp>
      <p:sp>
        <p:nvSpPr>
          <p:cNvPr id="46103" name="Line 25">
            <a:extLst>
              <a:ext uri="{FF2B5EF4-FFF2-40B4-BE49-F238E27FC236}">
                <a16:creationId xmlns:a16="http://schemas.microsoft.com/office/drawing/2014/main" id="{B981D130-9C0C-94CE-2E78-EC12FA7D1038}"/>
              </a:ext>
            </a:extLst>
          </p:cNvPr>
          <p:cNvSpPr>
            <a:spLocks noChangeShapeType="1"/>
          </p:cNvSpPr>
          <p:nvPr/>
        </p:nvSpPr>
        <p:spPr bwMode="auto">
          <a:xfrm>
            <a:off x="3100388" y="4424363"/>
            <a:ext cx="6350" cy="17621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04" name="Rectangle 26">
            <a:extLst>
              <a:ext uri="{FF2B5EF4-FFF2-40B4-BE49-F238E27FC236}">
                <a16:creationId xmlns:a16="http://schemas.microsoft.com/office/drawing/2014/main" id="{5378B0DB-0F05-8CA4-B6D5-21F6E643A09F}"/>
              </a:ext>
            </a:extLst>
          </p:cNvPr>
          <p:cNvSpPr>
            <a:spLocks noChangeArrowheads="1"/>
          </p:cNvSpPr>
          <p:nvPr/>
        </p:nvSpPr>
        <p:spPr bwMode="auto">
          <a:xfrm>
            <a:off x="5907088" y="4133850"/>
            <a:ext cx="11906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400">
                <a:solidFill>
                  <a:srgbClr val="000000"/>
                </a:solidFill>
                <a:latin typeface="Arial" panose="020B0604020202020204" pitchFamily="34" charset="0"/>
              </a:rPr>
              <a:t>B</a:t>
            </a:r>
            <a:endParaRPr lang="en-US" altLang="en-US"/>
          </a:p>
        </p:txBody>
      </p:sp>
      <p:sp>
        <p:nvSpPr>
          <p:cNvPr id="46105" name="Freeform 27">
            <a:extLst>
              <a:ext uri="{FF2B5EF4-FFF2-40B4-BE49-F238E27FC236}">
                <a16:creationId xmlns:a16="http://schemas.microsoft.com/office/drawing/2014/main" id="{8EA30688-44CD-0567-4924-EB758EF20B0F}"/>
              </a:ext>
            </a:extLst>
          </p:cNvPr>
          <p:cNvSpPr>
            <a:spLocks/>
          </p:cNvSpPr>
          <p:nvPr/>
        </p:nvSpPr>
        <p:spPr bwMode="auto">
          <a:xfrm>
            <a:off x="5767388" y="4065588"/>
            <a:ext cx="388937" cy="358775"/>
          </a:xfrm>
          <a:custGeom>
            <a:avLst/>
            <a:gdLst>
              <a:gd name="T0" fmla="*/ 2147483647 w 255"/>
              <a:gd name="T1" fmla="*/ 2147483647 h 255"/>
              <a:gd name="T2" fmla="*/ 0 w 255"/>
              <a:gd name="T3" fmla="*/ 2147483647 h 255"/>
              <a:gd name="T4" fmla="*/ 0 w 255"/>
              <a:gd name="T5" fmla="*/ 0 h 255"/>
              <a:gd name="T6" fmla="*/ 2147483647 w 255"/>
              <a:gd name="T7" fmla="*/ 0 h 255"/>
              <a:gd name="T8" fmla="*/ 2147483647 w 255"/>
              <a:gd name="T9" fmla="*/ 2147483647 h 255"/>
              <a:gd name="T10" fmla="*/ 2147483647 w 255"/>
              <a:gd name="T11" fmla="*/ 2147483647 h 255"/>
              <a:gd name="T12" fmla="*/ 0 60000 65536"/>
              <a:gd name="T13" fmla="*/ 0 60000 65536"/>
              <a:gd name="T14" fmla="*/ 0 60000 65536"/>
              <a:gd name="T15" fmla="*/ 0 60000 65536"/>
              <a:gd name="T16" fmla="*/ 0 60000 65536"/>
              <a:gd name="T17" fmla="*/ 0 60000 65536"/>
              <a:gd name="T18" fmla="*/ 0 w 255"/>
              <a:gd name="T19" fmla="*/ 0 h 255"/>
              <a:gd name="T20" fmla="*/ 255 w 255"/>
              <a:gd name="T21" fmla="*/ 255 h 255"/>
            </a:gdLst>
            <a:ahLst/>
            <a:cxnLst>
              <a:cxn ang="T12">
                <a:pos x="T0" y="T1"/>
              </a:cxn>
              <a:cxn ang="T13">
                <a:pos x="T2" y="T3"/>
              </a:cxn>
              <a:cxn ang="T14">
                <a:pos x="T4" y="T5"/>
              </a:cxn>
              <a:cxn ang="T15">
                <a:pos x="T6" y="T7"/>
              </a:cxn>
              <a:cxn ang="T16">
                <a:pos x="T8" y="T9"/>
              </a:cxn>
              <a:cxn ang="T17">
                <a:pos x="T10" y="T11"/>
              </a:cxn>
            </a:cxnLst>
            <a:rect l="T18" t="T19" r="T20" b="T21"/>
            <a:pathLst>
              <a:path w="255" h="255">
                <a:moveTo>
                  <a:pt x="255" y="255"/>
                </a:moveTo>
                <a:lnTo>
                  <a:pt x="0" y="255"/>
                </a:lnTo>
                <a:lnTo>
                  <a:pt x="0" y="0"/>
                </a:lnTo>
                <a:lnTo>
                  <a:pt x="255" y="0"/>
                </a:lnTo>
                <a:lnTo>
                  <a:pt x="255" y="255"/>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IN" altLang="en-US"/>
          </a:p>
        </p:txBody>
      </p:sp>
      <p:sp>
        <p:nvSpPr>
          <p:cNvPr id="46106" name="Line 28">
            <a:extLst>
              <a:ext uri="{FF2B5EF4-FFF2-40B4-BE49-F238E27FC236}">
                <a16:creationId xmlns:a16="http://schemas.microsoft.com/office/drawing/2014/main" id="{E736B0C9-8F91-E638-A669-3190F686A690}"/>
              </a:ext>
            </a:extLst>
          </p:cNvPr>
          <p:cNvSpPr>
            <a:spLocks noChangeShapeType="1"/>
          </p:cNvSpPr>
          <p:nvPr/>
        </p:nvSpPr>
        <p:spPr bwMode="auto">
          <a:xfrm>
            <a:off x="5938838" y="4418013"/>
            <a:ext cx="4762" cy="17621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07" name="Line 29">
            <a:extLst>
              <a:ext uri="{FF2B5EF4-FFF2-40B4-BE49-F238E27FC236}">
                <a16:creationId xmlns:a16="http://schemas.microsoft.com/office/drawing/2014/main" id="{70FCEF63-6EBE-5346-6E55-739CBD1CB0C7}"/>
              </a:ext>
            </a:extLst>
          </p:cNvPr>
          <p:cNvSpPr>
            <a:spLocks noChangeShapeType="1"/>
          </p:cNvSpPr>
          <p:nvPr/>
        </p:nvSpPr>
        <p:spPr bwMode="auto">
          <a:xfrm>
            <a:off x="2659063" y="4600575"/>
            <a:ext cx="3497262" cy="1588"/>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46108" name="Group 57">
            <a:extLst>
              <a:ext uri="{FF2B5EF4-FFF2-40B4-BE49-F238E27FC236}">
                <a16:creationId xmlns:a16="http://schemas.microsoft.com/office/drawing/2014/main" id="{8972152F-2827-00F7-C4B2-C7BFA5C484A1}"/>
              </a:ext>
            </a:extLst>
          </p:cNvPr>
          <p:cNvGrpSpPr>
            <a:grpSpLocks/>
          </p:cNvGrpSpPr>
          <p:nvPr/>
        </p:nvGrpSpPr>
        <p:grpSpPr bwMode="auto">
          <a:xfrm>
            <a:off x="3124200" y="4721225"/>
            <a:ext cx="2840038" cy="155575"/>
            <a:chOff x="3551" y="2974"/>
            <a:chExt cx="206" cy="114"/>
          </a:xfrm>
        </p:grpSpPr>
        <p:sp>
          <p:nvSpPr>
            <p:cNvPr id="46125" name="Freeform 33">
              <a:extLst>
                <a:ext uri="{FF2B5EF4-FFF2-40B4-BE49-F238E27FC236}">
                  <a16:creationId xmlns:a16="http://schemas.microsoft.com/office/drawing/2014/main" id="{24E0368E-7642-C383-247B-8B685034EBE6}"/>
                </a:ext>
              </a:extLst>
            </p:cNvPr>
            <p:cNvSpPr>
              <a:spLocks/>
            </p:cNvSpPr>
            <p:nvPr/>
          </p:nvSpPr>
          <p:spPr bwMode="auto">
            <a:xfrm>
              <a:off x="3551" y="2974"/>
              <a:ext cx="206" cy="114"/>
            </a:xfrm>
            <a:custGeom>
              <a:avLst/>
              <a:gdLst>
                <a:gd name="T0" fmla="*/ 0 w 214"/>
                <a:gd name="T1" fmla="*/ 0 h 129"/>
                <a:gd name="T2" fmla="*/ 158 w 214"/>
                <a:gd name="T3" fmla="*/ 3 h 129"/>
                <a:gd name="T4" fmla="*/ 158 w 214"/>
                <a:gd name="T5" fmla="*/ 49 h 129"/>
                <a:gd name="T6" fmla="*/ 0 w 214"/>
                <a:gd name="T7" fmla="*/ 49 h 129"/>
                <a:gd name="T8" fmla="*/ 0 w 214"/>
                <a:gd name="T9" fmla="*/ 3 h 129"/>
                <a:gd name="T10" fmla="*/ 0 w 214"/>
                <a:gd name="T11" fmla="*/ 3 h 129"/>
                <a:gd name="T12" fmla="*/ 0 w 214"/>
                <a:gd name="T13" fmla="*/ 0 h 129"/>
                <a:gd name="T14" fmla="*/ 0 60000 65536"/>
                <a:gd name="T15" fmla="*/ 0 60000 65536"/>
                <a:gd name="T16" fmla="*/ 0 60000 65536"/>
                <a:gd name="T17" fmla="*/ 0 60000 65536"/>
                <a:gd name="T18" fmla="*/ 0 60000 65536"/>
                <a:gd name="T19" fmla="*/ 0 60000 65536"/>
                <a:gd name="T20" fmla="*/ 0 60000 65536"/>
                <a:gd name="T21" fmla="*/ 0 w 214"/>
                <a:gd name="T22" fmla="*/ 0 h 129"/>
                <a:gd name="T23" fmla="*/ 214 w 214"/>
                <a:gd name="T24" fmla="*/ 129 h 1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4" h="129">
                  <a:moveTo>
                    <a:pt x="0" y="0"/>
                  </a:moveTo>
                  <a:lnTo>
                    <a:pt x="214" y="3"/>
                  </a:lnTo>
                  <a:lnTo>
                    <a:pt x="214" y="129"/>
                  </a:lnTo>
                  <a:lnTo>
                    <a:pt x="0" y="129"/>
                  </a:lnTo>
                  <a:lnTo>
                    <a:pt x="0" y="3"/>
                  </a:lnTo>
                  <a:lnTo>
                    <a:pt x="0" y="0"/>
                  </a:ln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IN" altLang="en-US"/>
            </a:p>
          </p:txBody>
        </p:sp>
        <p:sp>
          <p:nvSpPr>
            <p:cNvPr id="46126" name="Freeform 34">
              <a:extLst>
                <a:ext uri="{FF2B5EF4-FFF2-40B4-BE49-F238E27FC236}">
                  <a16:creationId xmlns:a16="http://schemas.microsoft.com/office/drawing/2014/main" id="{8DCA17AE-5BB3-FD92-379F-8F82D6E9E802}"/>
                </a:ext>
              </a:extLst>
            </p:cNvPr>
            <p:cNvSpPr>
              <a:spLocks/>
            </p:cNvSpPr>
            <p:nvPr/>
          </p:nvSpPr>
          <p:spPr bwMode="auto">
            <a:xfrm>
              <a:off x="3551" y="2974"/>
              <a:ext cx="206" cy="114"/>
            </a:xfrm>
            <a:custGeom>
              <a:avLst/>
              <a:gdLst>
                <a:gd name="T0" fmla="*/ 0 w 214"/>
                <a:gd name="T1" fmla="*/ 0 h 129"/>
                <a:gd name="T2" fmla="*/ 158 w 214"/>
                <a:gd name="T3" fmla="*/ 3 h 129"/>
                <a:gd name="T4" fmla="*/ 158 w 214"/>
                <a:gd name="T5" fmla="*/ 49 h 129"/>
                <a:gd name="T6" fmla="*/ 0 w 214"/>
                <a:gd name="T7" fmla="*/ 49 h 129"/>
                <a:gd name="T8" fmla="*/ 0 w 214"/>
                <a:gd name="T9" fmla="*/ 3 h 129"/>
                <a:gd name="T10" fmla="*/ 0 w 214"/>
                <a:gd name="T11" fmla="*/ 3 h 129"/>
                <a:gd name="T12" fmla="*/ 0 60000 65536"/>
                <a:gd name="T13" fmla="*/ 0 60000 65536"/>
                <a:gd name="T14" fmla="*/ 0 60000 65536"/>
                <a:gd name="T15" fmla="*/ 0 60000 65536"/>
                <a:gd name="T16" fmla="*/ 0 60000 65536"/>
                <a:gd name="T17" fmla="*/ 0 60000 65536"/>
                <a:gd name="T18" fmla="*/ 0 w 214"/>
                <a:gd name="T19" fmla="*/ 0 h 129"/>
                <a:gd name="T20" fmla="*/ 214 w 214"/>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214" h="129">
                  <a:moveTo>
                    <a:pt x="0" y="0"/>
                  </a:moveTo>
                  <a:lnTo>
                    <a:pt x="214" y="3"/>
                  </a:lnTo>
                  <a:lnTo>
                    <a:pt x="214" y="129"/>
                  </a:lnTo>
                  <a:lnTo>
                    <a:pt x="0" y="129"/>
                  </a:lnTo>
                  <a:lnTo>
                    <a:pt x="0" y="3"/>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IN" altLang="en-US"/>
            </a:p>
          </p:txBody>
        </p:sp>
        <p:sp>
          <p:nvSpPr>
            <p:cNvPr id="46127" name="Line 35">
              <a:extLst>
                <a:ext uri="{FF2B5EF4-FFF2-40B4-BE49-F238E27FC236}">
                  <a16:creationId xmlns:a16="http://schemas.microsoft.com/office/drawing/2014/main" id="{77F98DAF-6828-4E89-2C14-E5127D60CC03}"/>
                </a:ext>
              </a:extLst>
            </p:cNvPr>
            <p:cNvSpPr>
              <a:spLocks noChangeShapeType="1"/>
            </p:cNvSpPr>
            <p:nvPr/>
          </p:nvSpPr>
          <p:spPr bwMode="auto">
            <a:xfrm flipH="1">
              <a:off x="3652" y="3030"/>
              <a:ext cx="59"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28" name="Freeform 36">
              <a:extLst>
                <a:ext uri="{FF2B5EF4-FFF2-40B4-BE49-F238E27FC236}">
                  <a16:creationId xmlns:a16="http://schemas.microsoft.com/office/drawing/2014/main" id="{69E91C6E-8F6C-2C8A-32A1-B3AB8DC3FEEE}"/>
                </a:ext>
              </a:extLst>
            </p:cNvPr>
            <p:cNvSpPr>
              <a:spLocks/>
            </p:cNvSpPr>
            <p:nvPr/>
          </p:nvSpPr>
          <p:spPr bwMode="auto">
            <a:xfrm>
              <a:off x="3593" y="3013"/>
              <a:ext cx="72" cy="39"/>
            </a:xfrm>
            <a:custGeom>
              <a:avLst/>
              <a:gdLst>
                <a:gd name="T0" fmla="*/ 54 w 75"/>
                <a:gd name="T1" fmla="*/ 0 h 44"/>
                <a:gd name="T2" fmla="*/ 0 w 75"/>
                <a:gd name="T3" fmla="*/ 8 h 44"/>
                <a:gd name="T4" fmla="*/ 54 w 75"/>
                <a:gd name="T5" fmla="*/ 17 h 44"/>
                <a:gd name="T6" fmla="*/ 54 w 75"/>
                <a:gd name="T7" fmla="*/ 0 h 44"/>
                <a:gd name="T8" fmla="*/ 54 w 75"/>
                <a:gd name="T9" fmla="*/ 0 h 44"/>
                <a:gd name="T10" fmla="*/ 0 60000 65536"/>
                <a:gd name="T11" fmla="*/ 0 60000 65536"/>
                <a:gd name="T12" fmla="*/ 0 60000 65536"/>
                <a:gd name="T13" fmla="*/ 0 60000 65536"/>
                <a:gd name="T14" fmla="*/ 0 60000 65536"/>
                <a:gd name="T15" fmla="*/ 0 w 75"/>
                <a:gd name="T16" fmla="*/ 0 h 44"/>
                <a:gd name="T17" fmla="*/ 75 w 75"/>
                <a:gd name="T18" fmla="*/ 44 h 44"/>
              </a:gdLst>
              <a:ahLst/>
              <a:cxnLst>
                <a:cxn ang="T10">
                  <a:pos x="T0" y="T1"/>
                </a:cxn>
                <a:cxn ang="T11">
                  <a:pos x="T2" y="T3"/>
                </a:cxn>
                <a:cxn ang="T12">
                  <a:pos x="T4" y="T5"/>
                </a:cxn>
                <a:cxn ang="T13">
                  <a:pos x="T6" y="T7"/>
                </a:cxn>
                <a:cxn ang="T14">
                  <a:pos x="T8" y="T9"/>
                </a:cxn>
              </a:cxnLst>
              <a:rect l="T15" t="T16" r="T17" b="T18"/>
              <a:pathLst>
                <a:path w="75" h="44">
                  <a:moveTo>
                    <a:pt x="75" y="0"/>
                  </a:moveTo>
                  <a:lnTo>
                    <a:pt x="0" y="20"/>
                  </a:lnTo>
                  <a:lnTo>
                    <a:pt x="75" y="44"/>
                  </a:lnTo>
                  <a:lnTo>
                    <a:pt x="7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IN" altLang="en-US"/>
            </a:p>
          </p:txBody>
        </p:sp>
      </p:grpSp>
      <p:grpSp>
        <p:nvGrpSpPr>
          <p:cNvPr id="46109" name="Group 52">
            <a:extLst>
              <a:ext uri="{FF2B5EF4-FFF2-40B4-BE49-F238E27FC236}">
                <a16:creationId xmlns:a16="http://schemas.microsoft.com/office/drawing/2014/main" id="{7115385B-7AE5-FEAA-12ED-F990186A8CAA}"/>
              </a:ext>
            </a:extLst>
          </p:cNvPr>
          <p:cNvGrpSpPr>
            <a:grpSpLocks/>
          </p:cNvGrpSpPr>
          <p:nvPr/>
        </p:nvGrpSpPr>
        <p:grpSpPr bwMode="auto">
          <a:xfrm>
            <a:off x="3049588" y="3505200"/>
            <a:ext cx="2817812" cy="152400"/>
            <a:chOff x="3237" y="2208"/>
            <a:chExt cx="410" cy="112"/>
          </a:xfrm>
        </p:grpSpPr>
        <p:sp>
          <p:nvSpPr>
            <p:cNvPr id="46122" name="Line 49">
              <a:extLst>
                <a:ext uri="{FF2B5EF4-FFF2-40B4-BE49-F238E27FC236}">
                  <a16:creationId xmlns:a16="http://schemas.microsoft.com/office/drawing/2014/main" id="{EA307C94-0B21-CC55-605C-16668F82D030}"/>
                </a:ext>
              </a:extLst>
            </p:cNvPr>
            <p:cNvSpPr>
              <a:spLocks noChangeShapeType="1"/>
            </p:cNvSpPr>
            <p:nvPr/>
          </p:nvSpPr>
          <p:spPr bwMode="auto">
            <a:xfrm>
              <a:off x="3283" y="2269"/>
              <a:ext cx="277" cy="0"/>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23" name="Freeform 50">
              <a:extLst>
                <a:ext uri="{FF2B5EF4-FFF2-40B4-BE49-F238E27FC236}">
                  <a16:creationId xmlns:a16="http://schemas.microsoft.com/office/drawing/2014/main" id="{67D77D78-B003-D97B-A684-72421AF47F6F}"/>
                </a:ext>
              </a:extLst>
            </p:cNvPr>
            <p:cNvSpPr>
              <a:spLocks/>
            </p:cNvSpPr>
            <p:nvPr/>
          </p:nvSpPr>
          <p:spPr bwMode="auto">
            <a:xfrm>
              <a:off x="3532" y="2245"/>
              <a:ext cx="75" cy="39"/>
            </a:xfrm>
            <a:custGeom>
              <a:avLst/>
              <a:gdLst>
                <a:gd name="T0" fmla="*/ 0 w 78"/>
                <a:gd name="T1" fmla="*/ 16 h 44"/>
                <a:gd name="T2" fmla="*/ 57 w 78"/>
                <a:gd name="T3" fmla="*/ 8 h 44"/>
                <a:gd name="T4" fmla="*/ 0 w 78"/>
                <a:gd name="T5" fmla="*/ 0 h 44"/>
                <a:gd name="T6" fmla="*/ 0 w 78"/>
                <a:gd name="T7" fmla="*/ 17 h 44"/>
                <a:gd name="T8" fmla="*/ 0 w 78"/>
                <a:gd name="T9" fmla="*/ 17 h 44"/>
                <a:gd name="T10" fmla="*/ 0 w 78"/>
                <a:gd name="T11" fmla="*/ 16 h 44"/>
                <a:gd name="T12" fmla="*/ 0 60000 65536"/>
                <a:gd name="T13" fmla="*/ 0 60000 65536"/>
                <a:gd name="T14" fmla="*/ 0 60000 65536"/>
                <a:gd name="T15" fmla="*/ 0 60000 65536"/>
                <a:gd name="T16" fmla="*/ 0 60000 65536"/>
                <a:gd name="T17" fmla="*/ 0 60000 65536"/>
                <a:gd name="T18" fmla="*/ 0 w 78"/>
                <a:gd name="T19" fmla="*/ 0 h 44"/>
                <a:gd name="T20" fmla="*/ 78 w 78"/>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78" h="44">
                  <a:moveTo>
                    <a:pt x="0" y="41"/>
                  </a:moveTo>
                  <a:lnTo>
                    <a:pt x="78" y="20"/>
                  </a:lnTo>
                  <a:lnTo>
                    <a:pt x="0" y="0"/>
                  </a:lnTo>
                  <a:lnTo>
                    <a:pt x="0" y="44"/>
                  </a:lnTo>
                  <a:lnTo>
                    <a:pt x="0"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IN" altLang="en-US"/>
            </a:p>
          </p:txBody>
        </p:sp>
        <p:sp>
          <p:nvSpPr>
            <p:cNvPr id="46124" name="Freeform 51">
              <a:extLst>
                <a:ext uri="{FF2B5EF4-FFF2-40B4-BE49-F238E27FC236}">
                  <a16:creationId xmlns:a16="http://schemas.microsoft.com/office/drawing/2014/main" id="{EE42C1BC-94F7-D93C-A624-115B1C3456F8}"/>
                </a:ext>
              </a:extLst>
            </p:cNvPr>
            <p:cNvSpPr>
              <a:spLocks/>
            </p:cNvSpPr>
            <p:nvPr/>
          </p:nvSpPr>
          <p:spPr bwMode="auto">
            <a:xfrm>
              <a:off x="3237" y="2208"/>
              <a:ext cx="410" cy="112"/>
            </a:xfrm>
            <a:custGeom>
              <a:avLst/>
              <a:gdLst>
                <a:gd name="T0" fmla="*/ 314 w 426"/>
                <a:gd name="T1" fmla="*/ 49 h 126"/>
                <a:gd name="T2" fmla="*/ 0 w 426"/>
                <a:gd name="T3" fmla="*/ 49 h 126"/>
                <a:gd name="T4" fmla="*/ 0 w 426"/>
                <a:gd name="T5" fmla="*/ 0 h 126"/>
                <a:gd name="T6" fmla="*/ 314 w 426"/>
                <a:gd name="T7" fmla="*/ 0 h 126"/>
                <a:gd name="T8" fmla="*/ 314 w 426"/>
                <a:gd name="T9" fmla="*/ 49 h 126"/>
                <a:gd name="T10" fmla="*/ 314 w 426"/>
                <a:gd name="T11" fmla="*/ 49 h 126"/>
                <a:gd name="T12" fmla="*/ 0 60000 65536"/>
                <a:gd name="T13" fmla="*/ 0 60000 65536"/>
                <a:gd name="T14" fmla="*/ 0 60000 65536"/>
                <a:gd name="T15" fmla="*/ 0 60000 65536"/>
                <a:gd name="T16" fmla="*/ 0 60000 65536"/>
                <a:gd name="T17" fmla="*/ 0 60000 65536"/>
                <a:gd name="T18" fmla="*/ 0 w 426"/>
                <a:gd name="T19" fmla="*/ 0 h 126"/>
                <a:gd name="T20" fmla="*/ 426 w 426"/>
                <a:gd name="T21" fmla="*/ 126 h 126"/>
              </a:gdLst>
              <a:ahLst/>
              <a:cxnLst>
                <a:cxn ang="T12">
                  <a:pos x="T0" y="T1"/>
                </a:cxn>
                <a:cxn ang="T13">
                  <a:pos x="T2" y="T3"/>
                </a:cxn>
                <a:cxn ang="T14">
                  <a:pos x="T4" y="T5"/>
                </a:cxn>
                <a:cxn ang="T15">
                  <a:pos x="T6" y="T7"/>
                </a:cxn>
                <a:cxn ang="T16">
                  <a:pos x="T8" y="T9"/>
                </a:cxn>
                <a:cxn ang="T17">
                  <a:pos x="T10" y="T11"/>
                </a:cxn>
              </a:cxnLst>
              <a:rect l="T18" t="T19" r="T20" b="T21"/>
              <a:pathLst>
                <a:path w="426" h="126">
                  <a:moveTo>
                    <a:pt x="426" y="126"/>
                  </a:moveTo>
                  <a:lnTo>
                    <a:pt x="0" y="126"/>
                  </a:lnTo>
                  <a:lnTo>
                    <a:pt x="0" y="0"/>
                  </a:lnTo>
                  <a:lnTo>
                    <a:pt x="426" y="0"/>
                  </a:lnTo>
                  <a:lnTo>
                    <a:pt x="426" y="126"/>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IN" altLang="en-US"/>
            </a:p>
          </p:txBody>
        </p:sp>
      </p:grpSp>
      <p:grpSp>
        <p:nvGrpSpPr>
          <p:cNvPr id="46110" name="Group 53">
            <a:extLst>
              <a:ext uri="{FF2B5EF4-FFF2-40B4-BE49-F238E27FC236}">
                <a16:creationId xmlns:a16="http://schemas.microsoft.com/office/drawing/2014/main" id="{8A08313B-E463-BC5C-CF15-96780F827921}"/>
              </a:ext>
            </a:extLst>
          </p:cNvPr>
          <p:cNvGrpSpPr>
            <a:grpSpLocks/>
          </p:cNvGrpSpPr>
          <p:nvPr/>
        </p:nvGrpSpPr>
        <p:grpSpPr bwMode="auto">
          <a:xfrm>
            <a:off x="3125788" y="4953000"/>
            <a:ext cx="2817812" cy="152400"/>
            <a:chOff x="3237" y="2208"/>
            <a:chExt cx="410" cy="112"/>
          </a:xfrm>
        </p:grpSpPr>
        <p:sp>
          <p:nvSpPr>
            <p:cNvPr id="46119" name="Line 54">
              <a:extLst>
                <a:ext uri="{FF2B5EF4-FFF2-40B4-BE49-F238E27FC236}">
                  <a16:creationId xmlns:a16="http://schemas.microsoft.com/office/drawing/2014/main" id="{40CB7BE3-5B45-35EA-CDE9-43105A0C5231}"/>
                </a:ext>
              </a:extLst>
            </p:cNvPr>
            <p:cNvSpPr>
              <a:spLocks noChangeShapeType="1"/>
            </p:cNvSpPr>
            <p:nvPr/>
          </p:nvSpPr>
          <p:spPr bwMode="auto">
            <a:xfrm>
              <a:off x="3283" y="2269"/>
              <a:ext cx="277" cy="0"/>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20" name="Freeform 55">
              <a:extLst>
                <a:ext uri="{FF2B5EF4-FFF2-40B4-BE49-F238E27FC236}">
                  <a16:creationId xmlns:a16="http://schemas.microsoft.com/office/drawing/2014/main" id="{69CD5EBE-0FD5-990B-9642-05B8D0C2C750}"/>
                </a:ext>
              </a:extLst>
            </p:cNvPr>
            <p:cNvSpPr>
              <a:spLocks/>
            </p:cNvSpPr>
            <p:nvPr/>
          </p:nvSpPr>
          <p:spPr bwMode="auto">
            <a:xfrm>
              <a:off x="3532" y="2245"/>
              <a:ext cx="75" cy="39"/>
            </a:xfrm>
            <a:custGeom>
              <a:avLst/>
              <a:gdLst>
                <a:gd name="T0" fmla="*/ 0 w 78"/>
                <a:gd name="T1" fmla="*/ 16 h 44"/>
                <a:gd name="T2" fmla="*/ 57 w 78"/>
                <a:gd name="T3" fmla="*/ 8 h 44"/>
                <a:gd name="T4" fmla="*/ 0 w 78"/>
                <a:gd name="T5" fmla="*/ 0 h 44"/>
                <a:gd name="T6" fmla="*/ 0 w 78"/>
                <a:gd name="T7" fmla="*/ 17 h 44"/>
                <a:gd name="T8" fmla="*/ 0 w 78"/>
                <a:gd name="T9" fmla="*/ 17 h 44"/>
                <a:gd name="T10" fmla="*/ 0 w 78"/>
                <a:gd name="T11" fmla="*/ 16 h 44"/>
                <a:gd name="T12" fmla="*/ 0 60000 65536"/>
                <a:gd name="T13" fmla="*/ 0 60000 65536"/>
                <a:gd name="T14" fmla="*/ 0 60000 65536"/>
                <a:gd name="T15" fmla="*/ 0 60000 65536"/>
                <a:gd name="T16" fmla="*/ 0 60000 65536"/>
                <a:gd name="T17" fmla="*/ 0 60000 65536"/>
                <a:gd name="T18" fmla="*/ 0 w 78"/>
                <a:gd name="T19" fmla="*/ 0 h 44"/>
                <a:gd name="T20" fmla="*/ 78 w 78"/>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78" h="44">
                  <a:moveTo>
                    <a:pt x="0" y="41"/>
                  </a:moveTo>
                  <a:lnTo>
                    <a:pt x="78" y="20"/>
                  </a:lnTo>
                  <a:lnTo>
                    <a:pt x="0" y="0"/>
                  </a:lnTo>
                  <a:lnTo>
                    <a:pt x="0" y="44"/>
                  </a:lnTo>
                  <a:lnTo>
                    <a:pt x="0"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IN" altLang="en-US"/>
            </a:p>
          </p:txBody>
        </p:sp>
        <p:sp>
          <p:nvSpPr>
            <p:cNvPr id="46121" name="Freeform 56">
              <a:extLst>
                <a:ext uri="{FF2B5EF4-FFF2-40B4-BE49-F238E27FC236}">
                  <a16:creationId xmlns:a16="http://schemas.microsoft.com/office/drawing/2014/main" id="{6DF52BA2-7901-17E9-8DB3-EE6D82F05BD1}"/>
                </a:ext>
              </a:extLst>
            </p:cNvPr>
            <p:cNvSpPr>
              <a:spLocks/>
            </p:cNvSpPr>
            <p:nvPr/>
          </p:nvSpPr>
          <p:spPr bwMode="auto">
            <a:xfrm>
              <a:off x="3237" y="2208"/>
              <a:ext cx="410" cy="112"/>
            </a:xfrm>
            <a:custGeom>
              <a:avLst/>
              <a:gdLst>
                <a:gd name="T0" fmla="*/ 314 w 426"/>
                <a:gd name="T1" fmla="*/ 49 h 126"/>
                <a:gd name="T2" fmla="*/ 0 w 426"/>
                <a:gd name="T3" fmla="*/ 49 h 126"/>
                <a:gd name="T4" fmla="*/ 0 w 426"/>
                <a:gd name="T5" fmla="*/ 0 h 126"/>
                <a:gd name="T6" fmla="*/ 314 w 426"/>
                <a:gd name="T7" fmla="*/ 0 h 126"/>
                <a:gd name="T8" fmla="*/ 314 w 426"/>
                <a:gd name="T9" fmla="*/ 49 h 126"/>
                <a:gd name="T10" fmla="*/ 314 w 426"/>
                <a:gd name="T11" fmla="*/ 49 h 126"/>
                <a:gd name="T12" fmla="*/ 0 60000 65536"/>
                <a:gd name="T13" fmla="*/ 0 60000 65536"/>
                <a:gd name="T14" fmla="*/ 0 60000 65536"/>
                <a:gd name="T15" fmla="*/ 0 60000 65536"/>
                <a:gd name="T16" fmla="*/ 0 60000 65536"/>
                <a:gd name="T17" fmla="*/ 0 60000 65536"/>
                <a:gd name="T18" fmla="*/ 0 w 426"/>
                <a:gd name="T19" fmla="*/ 0 h 126"/>
                <a:gd name="T20" fmla="*/ 426 w 426"/>
                <a:gd name="T21" fmla="*/ 126 h 126"/>
              </a:gdLst>
              <a:ahLst/>
              <a:cxnLst>
                <a:cxn ang="T12">
                  <a:pos x="T0" y="T1"/>
                </a:cxn>
                <a:cxn ang="T13">
                  <a:pos x="T2" y="T3"/>
                </a:cxn>
                <a:cxn ang="T14">
                  <a:pos x="T4" y="T5"/>
                </a:cxn>
                <a:cxn ang="T15">
                  <a:pos x="T6" y="T7"/>
                </a:cxn>
                <a:cxn ang="T16">
                  <a:pos x="T8" y="T9"/>
                </a:cxn>
                <a:cxn ang="T17">
                  <a:pos x="T10" y="T11"/>
                </a:cxn>
              </a:cxnLst>
              <a:rect l="T18" t="T19" r="T20" b="T21"/>
              <a:pathLst>
                <a:path w="426" h="126">
                  <a:moveTo>
                    <a:pt x="426" y="126"/>
                  </a:moveTo>
                  <a:lnTo>
                    <a:pt x="0" y="126"/>
                  </a:lnTo>
                  <a:lnTo>
                    <a:pt x="0" y="0"/>
                  </a:lnTo>
                  <a:lnTo>
                    <a:pt x="426" y="0"/>
                  </a:lnTo>
                  <a:lnTo>
                    <a:pt x="426" y="126"/>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IN" altLang="en-US"/>
            </a:p>
          </p:txBody>
        </p:sp>
      </p:grpSp>
      <p:grpSp>
        <p:nvGrpSpPr>
          <p:cNvPr id="46111" name="Group 62">
            <a:extLst>
              <a:ext uri="{FF2B5EF4-FFF2-40B4-BE49-F238E27FC236}">
                <a16:creationId xmlns:a16="http://schemas.microsoft.com/office/drawing/2014/main" id="{761C8BC6-96B2-CCB8-1510-031058A61E95}"/>
              </a:ext>
            </a:extLst>
          </p:cNvPr>
          <p:cNvGrpSpPr>
            <a:grpSpLocks/>
          </p:cNvGrpSpPr>
          <p:nvPr/>
        </p:nvGrpSpPr>
        <p:grpSpPr bwMode="auto">
          <a:xfrm>
            <a:off x="5791200" y="3505200"/>
            <a:ext cx="325438" cy="152400"/>
            <a:chOff x="3551" y="2974"/>
            <a:chExt cx="206" cy="114"/>
          </a:xfrm>
        </p:grpSpPr>
        <p:sp>
          <p:nvSpPr>
            <p:cNvPr id="46115" name="Freeform 63">
              <a:extLst>
                <a:ext uri="{FF2B5EF4-FFF2-40B4-BE49-F238E27FC236}">
                  <a16:creationId xmlns:a16="http://schemas.microsoft.com/office/drawing/2014/main" id="{25F447C8-A5DF-CD1B-5E70-C5AEE55E59C1}"/>
                </a:ext>
              </a:extLst>
            </p:cNvPr>
            <p:cNvSpPr>
              <a:spLocks/>
            </p:cNvSpPr>
            <p:nvPr/>
          </p:nvSpPr>
          <p:spPr bwMode="auto">
            <a:xfrm>
              <a:off x="3551" y="2974"/>
              <a:ext cx="206" cy="114"/>
            </a:xfrm>
            <a:custGeom>
              <a:avLst/>
              <a:gdLst>
                <a:gd name="T0" fmla="*/ 0 w 214"/>
                <a:gd name="T1" fmla="*/ 0 h 129"/>
                <a:gd name="T2" fmla="*/ 158 w 214"/>
                <a:gd name="T3" fmla="*/ 3 h 129"/>
                <a:gd name="T4" fmla="*/ 158 w 214"/>
                <a:gd name="T5" fmla="*/ 49 h 129"/>
                <a:gd name="T6" fmla="*/ 0 w 214"/>
                <a:gd name="T7" fmla="*/ 49 h 129"/>
                <a:gd name="T8" fmla="*/ 0 w 214"/>
                <a:gd name="T9" fmla="*/ 3 h 129"/>
                <a:gd name="T10" fmla="*/ 0 w 214"/>
                <a:gd name="T11" fmla="*/ 3 h 129"/>
                <a:gd name="T12" fmla="*/ 0 w 214"/>
                <a:gd name="T13" fmla="*/ 0 h 129"/>
                <a:gd name="T14" fmla="*/ 0 60000 65536"/>
                <a:gd name="T15" fmla="*/ 0 60000 65536"/>
                <a:gd name="T16" fmla="*/ 0 60000 65536"/>
                <a:gd name="T17" fmla="*/ 0 60000 65536"/>
                <a:gd name="T18" fmla="*/ 0 60000 65536"/>
                <a:gd name="T19" fmla="*/ 0 60000 65536"/>
                <a:gd name="T20" fmla="*/ 0 60000 65536"/>
                <a:gd name="T21" fmla="*/ 0 w 214"/>
                <a:gd name="T22" fmla="*/ 0 h 129"/>
                <a:gd name="T23" fmla="*/ 214 w 214"/>
                <a:gd name="T24" fmla="*/ 129 h 1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4" h="129">
                  <a:moveTo>
                    <a:pt x="0" y="0"/>
                  </a:moveTo>
                  <a:lnTo>
                    <a:pt x="214" y="3"/>
                  </a:lnTo>
                  <a:lnTo>
                    <a:pt x="214" y="129"/>
                  </a:lnTo>
                  <a:lnTo>
                    <a:pt x="0" y="129"/>
                  </a:lnTo>
                  <a:lnTo>
                    <a:pt x="0" y="3"/>
                  </a:lnTo>
                  <a:lnTo>
                    <a:pt x="0" y="0"/>
                  </a:ln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IN" altLang="en-US"/>
            </a:p>
          </p:txBody>
        </p:sp>
        <p:sp>
          <p:nvSpPr>
            <p:cNvPr id="46116" name="Freeform 64">
              <a:extLst>
                <a:ext uri="{FF2B5EF4-FFF2-40B4-BE49-F238E27FC236}">
                  <a16:creationId xmlns:a16="http://schemas.microsoft.com/office/drawing/2014/main" id="{8637BE4D-9857-621E-28F5-F42B7B94D07E}"/>
                </a:ext>
              </a:extLst>
            </p:cNvPr>
            <p:cNvSpPr>
              <a:spLocks/>
            </p:cNvSpPr>
            <p:nvPr/>
          </p:nvSpPr>
          <p:spPr bwMode="auto">
            <a:xfrm>
              <a:off x="3551" y="2974"/>
              <a:ext cx="206" cy="114"/>
            </a:xfrm>
            <a:custGeom>
              <a:avLst/>
              <a:gdLst>
                <a:gd name="T0" fmla="*/ 0 w 214"/>
                <a:gd name="T1" fmla="*/ 0 h 129"/>
                <a:gd name="T2" fmla="*/ 158 w 214"/>
                <a:gd name="T3" fmla="*/ 3 h 129"/>
                <a:gd name="T4" fmla="*/ 158 w 214"/>
                <a:gd name="T5" fmla="*/ 49 h 129"/>
                <a:gd name="T6" fmla="*/ 0 w 214"/>
                <a:gd name="T7" fmla="*/ 49 h 129"/>
                <a:gd name="T8" fmla="*/ 0 w 214"/>
                <a:gd name="T9" fmla="*/ 3 h 129"/>
                <a:gd name="T10" fmla="*/ 0 w 214"/>
                <a:gd name="T11" fmla="*/ 3 h 129"/>
                <a:gd name="T12" fmla="*/ 0 60000 65536"/>
                <a:gd name="T13" fmla="*/ 0 60000 65536"/>
                <a:gd name="T14" fmla="*/ 0 60000 65536"/>
                <a:gd name="T15" fmla="*/ 0 60000 65536"/>
                <a:gd name="T16" fmla="*/ 0 60000 65536"/>
                <a:gd name="T17" fmla="*/ 0 60000 65536"/>
                <a:gd name="T18" fmla="*/ 0 w 214"/>
                <a:gd name="T19" fmla="*/ 0 h 129"/>
                <a:gd name="T20" fmla="*/ 214 w 214"/>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214" h="129">
                  <a:moveTo>
                    <a:pt x="0" y="0"/>
                  </a:moveTo>
                  <a:lnTo>
                    <a:pt x="214" y="3"/>
                  </a:lnTo>
                  <a:lnTo>
                    <a:pt x="214" y="129"/>
                  </a:lnTo>
                  <a:lnTo>
                    <a:pt x="0" y="129"/>
                  </a:lnTo>
                  <a:lnTo>
                    <a:pt x="0" y="3"/>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IN" altLang="en-US"/>
            </a:p>
          </p:txBody>
        </p:sp>
        <p:sp>
          <p:nvSpPr>
            <p:cNvPr id="46117" name="Line 65">
              <a:extLst>
                <a:ext uri="{FF2B5EF4-FFF2-40B4-BE49-F238E27FC236}">
                  <a16:creationId xmlns:a16="http://schemas.microsoft.com/office/drawing/2014/main" id="{BF897735-0178-63AE-2AA4-5C74F2169A98}"/>
                </a:ext>
              </a:extLst>
            </p:cNvPr>
            <p:cNvSpPr>
              <a:spLocks noChangeShapeType="1"/>
            </p:cNvSpPr>
            <p:nvPr/>
          </p:nvSpPr>
          <p:spPr bwMode="auto">
            <a:xfrm flipH="1">
              <a:off x="3652" y="3030"/>
              <a:ext cx="59"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18" name="Freeform 66">
              <a:extLst>
                <a:ext uri="{FF2B5EF4-FFF2-40B4-BE49-F238E27FC236}">
                  <a16:creationId xmlns:a16="http://schemas.microsoft.com/office/drawing/2014/main" id="{0AE59778-C3C5-BED0-F074-DEBC284969C7}"/>
                </a:ext>
              </a:extLst>
            </p:cNvPr>
            <p:cNvSpPr>
              <a:spLocks/>
            </p:cNvSpPr>
            <p:nvPr/>
          </p:nvSpPr>
          <p:spPr bwMode="auto">
            <a:xfrm>
              <a:off x="3593" y="3013"/>
              <a:ext cx="72" cy="39"/>
            </a:xfrm>
            <a:custGeom>
              <a:avLst/>
              <a:gdLst>
                <a:gd name="T0" fmla="*/ 54 w 75"/>
                <a:gd name="T1" fmla="*/ 0 h 44"/>
                <a:gd name="T2" fmla="*/ 0 w 75"/>
                <a:gd name="T3" fmla="*/ 8 h 44"/>
                <a:gd name="T4" fmla="*/ 54 w 75"/>
                <a:gd name="T5" fmla="*/ 17 h 44"/>
                <a:gd name="T6" fmla="*/ 54 w 75"/>
                <a:gd name="T7" fmla="*/ 0 h 44"/>
                <a:gd name="T8" fmla="*/ 54 w 75"/>
                <a:gd name="T9" fmla="*/ 0 h 44"/>
                <a:gd name="T10" fmla="*/ 0 60000 65536"/>
                <a:gd name="T11" fmla="*/ 0 60000 65536"/>
                <a:gd name="T12" fmla="*/ 0 60000 65536"/>
                <a:gd name="T13" fmla="*/ 0 60000 65536"/>
                <a:gd name="T14" fmla="*/ 0 60000 65536"/>
                <a:gd name="T15" fmla="*/ 0 w 75"/>
                <a:gd name="T16" fmla="*/ 0 h 44"/>
                <a:gd name="T17" fmla="*/ 75 w 75"/>
                <a:gd name="T18" fmla="*/ 44 h 44"/>
              </a:gdLst>
              <a:ahLst/>
              <a:cxnLst>
                <a:cxn ang="T10">
                  <a:pos x="T0" y="T1"/>
                </a:cxn>
                <a:cxn ang="T11">
                  <a:pos x="T2" y="T3"/>
                </a:cxn>
                <a:cxn ang="T12">
                  <a:pos x="T4" y="T5"/>
                </a:cxn>
                <a:cxn ang="T13">
                  <a:pos x="T6" y="T7"/>
                </a:cxn>
                <a:cxn ang="T14">
                  <a:pos x="T8" y="T9"/>
                </a:cxn>
              </a:cxnLst>
              <a:rect l="T15" t="T16" r="T17" b="T18"/>
              <a:pathLst>
                <a:path w="75" h="44">
                  <a:moveTo>
                    <a:pt x="75" y="0"/>
                  </a:moveTo>
                  <a:lnTo>
                    <a:pt x="0" y="20"/>
                  </a:lnTo>
                  <a:lnTo>
                    <a:pt x="75" y="44"/>
                  </a:lnTo>
                  <a:lnTo>
                    <a:pt x="7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IN" altLang="en-US"/>
            </a:p>
          </p:txBody>
        </p:sp>
      </p:grpSp>
      <p:sp>
        <p:nvSpPr>
          <p:cNvPr id="46112" name="Text Box 67">
            <a:extLst>
              <a:ext uri="{FF2B5EF4-FFF2-40B4-BE49-F238E27FC236}">
                <a16:creationId xmlns:a16="http://schemas.microsoft.com/office/drawing/2014/main" id="{1BFE5B66-86E7-345D-DAFD-493D24D24FBC}"/>
              </a:ext>
            </a:extLst>
          </p:cNvPr>
          <p:cNvSpPr txBox="1">
            <a:spLocks noChangeArrowheads="1"/>
          </p:cNvSpPr>
          <p:nvPr/>
        </p:nvSpPr>
        <p:spPr bwMode="auto">
          <a:xfrm>
            <a:off x="1355725" y="1870075"/>
            <a:ext cx="1200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t>time = 0</a:t>
            </a:r>
          </a:p>
        </p:txBody>
      </p:sp>
      <p:sp>
        <p:nvSpPr>
          <p:cNvPr id="46113" name="Text Box 68">
            <a:extLst>
              <a:ext uri="{FF2B5EF4-FFF2-40B4-BE49-F238E27FC236}">
                <a16:creationId xmlns:a16="http://schemas.microsoft.com/office/drawing/2014/main" id="{22F8242E-DBC7-464A-2BC6-A3481FCDF65F}"/>
              </a:ext>
            </a:extLst>
          </p:cNvPr>
          <p:cNvSpPr txBox="1">
            <a:spLocks noChangeArrowheads="1"/>
          </p:cNvSpPr>
          <p:nvPr/>
        </p:nvSpPr>
        <p:spPr bwMode="auto">
          <a:xfrm>
            <a:off x="1295400" y="3165475"/>
            <a:ext cx="1233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t>time = T</a:t>
            </a:r>
          </a:p>
        </p:txBody>
      </p:sp>
      <p:sp>
        <p:nvSpPr>
          <p:cNvPr id="46114" name="Text Box 69">
            <a:extLst>
              <a:ext uri="{FF2B5EF4-FFF2-40B4-BE49-F238E27FC236}">
                <a16:creationId xmlns:a16="http://schemas.microsoft.com/office/drawing/2014/main" id="{9795D2BE-5C16-214F-E1FA-1402549A2EF9}"/>
              </a:ext>
            </a:extLst>
          </p:cNvPr>
          <p:cNvSpPr txBox="1">
            <a:spLocks noChangeArrowheads="1"/>
          </p:cNvSpPr>
          <p:nvPr/>
        </p:nvSpPr>
        <p:spPr bwMode="auto">
          <a:xfrm>
            <a:off x="1355725" y="4384675"/>
            <a:ext cx="1385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t>time = 2T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2">
            <a:extLst>
              <a:ext uri="{FF2B5EF4-FFF2-40B4-BE49-F238E27FC236}">
                <a16:creationId xmlns:a16="http://schemas.microsoft.com/office/drawing/2014/main" id="{B8C80967-D1E0-8E0C-03A3-F3A5622430D4}"/>
              </a:ext>
            </a:extLst>
          </p:cNvPr>
          <p:cNvSpPr>
            <a:spLocks noGrp="1" noChangeArrowheads="1"/>
          </p:cNvSpPr>
          <p:nvPr>
            <p:ph type="title"/>
          </p:nvPr>
        </p:nvSpPr>
        <p:spPr>
          <a:xfrm>
            <a:off x="685800" y="609600"/>
            <a:ext cx="7772400" cy="685800"/>
          </a:xfrm>
        </p:spPr>
        <p:txBody>
          <a:bodyPr/>
          <a:lstStyle/>
          <a:p>
            <a:pPr eaLnBrk="1" hangingPunct="1">
              <a:lnSpc>
                <a:spcPct val="70000"/>
              </a:lnSpc>
            </a:pPr>
            <a:r>
              <a:rPr lang="en-US" altLang="en-US"/>
              <a:t>Exponential Backoff</a:t>
            </a:r>
          </a:p>
        </p:txBody>
      </p:sp>
      <p:sp>
        <p:nvSpPr>
          <p:cNvPr id="33797" name="Rectangle 3">
            <a:extLst>
              <a:ext uri="{FF2B5EF4-FFF2-40B4-BE49-F238E27FC236}">
                <a16:creationId xmlns:a16="http://schemas.microsoft.com/office/drawing/2014/main" id="{86FB673E-D8A0-7A0E-DEDC-494125692A92}"/>
              </a:ext>
            </a:extLst>
          </p:cNvPr>
          <p:cNvSpPr>
            <a:spLocks noGrp="1" noChangeArrowheads="1"/>
          </p:cNvSpPr>
          <p:nvPr>
            <p:ph type="body" idx="1"/>
          </p:nvPr>
        </p:nvSpPr>
        <p:spPr>
          <a:xfrm>
            <a:off x="228600" y="1447800"/>
            <a:ext cx="8534400" cy="4495800"/>
          </a:xfrm>
        </p:spPr>
        <p:txBody>
          <a:bodyPr/>
          <a:lstStyle/>
          <a:p>
            <a:pPr eaLnBrk="1" hangingPunct="1">
              <a:lnSpc>
                <a:spcPct val="80000"/>
              </a:lnSpc>
              <a:buFont typeface="Arial" charset="0"/>
              <a:buChar char="•"/>
              <a:defRPr/>
            </a:pPr>
            <a:r>
              <a:rPr lang="en-US" sz="2400" dirty="0">
                <a:latin typeface="Arial" panose="020B0604020202020204" pitchFamily="34" charset="0"/>
                <a:cs typeface="Arial" panose="020B0604020202020204" pitchFamily="34" charset="0"/>
              </a:rPr>
              <a:t>If a collision is detected, delay and try again</a:t>
            </a:r>
          </a:p>
          <a:p>
            <a:pPr marL="0" indent="0" eaLnBrk="1" hangingPunct="1">
              <a:lnSpc>
                <a:spcPct val="80000"/>
              </a:lnSpc>
              <a:buFont typeface="Arial" charset="0"/>
              <a:buNone/>
              <a:defRPr/>
            </a:pPr>
            <a:endParaRPr lang="en-US" sz="2400" dirty="0">
              <a:latin typeface="Arial" panose="020B0604020202020204" pitchFamily="34" charset="0"/>
              <a:cs typeface="Arial" panose="020B0604020202020204" pitchFamily="34" charset="0"/>
            </a:endParaRPr>
          </a:p>
          <a:p>
            <a:pPr eaLnBrk="1" hangingPunct="1">
              <a:lnSpc>
                <a:spcPct val="80000"/>
              </a:lnSpc>
              <a:buFont typeface="Arial" charset="0"/>
              <a:buChar char="•"/>
              <a:defRPr/>
            </a:pPr>
            <a:r>
              <a:rPr lang="en-US" sz="2400" dirty="0">
                <a:latin typeface="Arial" panose="020B0604020202020204" pitchFamily="34" charset="0"/>
                <a:cs typeface="Arial" panose="020B0604020202020204" pitchFamily="34" charset="0"/>
              </a:rPr>
              <a:t>Delay time is selected using binary exponential </a:t>
            </a:r>
            <a:r>
              <a:rPr lang="en-US" sz="2400" dirty="0" err="1">
                <a:latin typeface="Arial" panose="020B0604020202020204" pitchFamily="34" charset="0"/>
                <a:cs typeface="Arial" panose="020B0604020202020204" pitchFamily="34" charset="0"/>
              </a:rPr>
              <a:t>backoff</a:t>
            </a:r>
            <a:endParaRPr lang="en-US" sz="2400" dirty="0">
              <a:latin typeface="Arial" panose="020B0604020202020204" pitchFamily="34" charset="0"/>
              <a:cs typeface="Arial" panose="020B0604020202020204" pitchFamily="34" charset="0"/>
            </a:endParaRPr>
          </a:p>
          <a:p>
            <a:pPr lvl="1" eaLnBrk="1" hangingPunct="1">
              <a:lnSpc>
                <a:spcPct val="80000"/>
              </a:lnSpc>
              <a:buFont typeface="Arial" charset="0"/>
              <a:buChar char="–"/>
              <a:defRPr/>
            </a:pPr>
            <a:r>
              <a:rPr lang="en-US" dirty="0">
                <a:solidFill>
                  <a:srgbClr val="C00000"/>
                </a:solidFill>
                <a:latin typeface="Arial" panose="020B0604020202020204" pitchFamily="34" charset="0"/>
                <a:cs typeface="Arial" panose="020B0604020202020204" pitchFamily="34" charset="0"/>
              </a:rPr>
              <a:t>1st time: choose K from {0,1} then delay = K * 51.2us</a:t>
            </a:r>
          </a:p>
          <a:p>
            <a:pPr lvl="1" eaLnBrk="1" hangingPunct="1">
              <a:lnSpc>
                <a:spcPct val="80000"/>
              </a:lnSpc>
              <a:buFont typeface="Arial" charset="0"/>
              <a:buChar char="–"/>
              <a:defRPr/>
            </a:pPr>
            <a:r>
              <a:rPr lang="en-US" dirty="0">
                <a:solidFill>
                  <a:srgbClr val="0000CC"/>
                </a:solidFill>
                <a:latin typeface="Arial" panose="020B0604020202020204" pitchFamily="34" charset="0"/>
                <a:cs typeface="Arial" panose="020B0604020202020204" pitchFamily="34" charset="0"/>
              </a:rPr>
              <a:t>2nd time: choose K from {0,1,2,3} then </a:t>
            </a:r>
          </a:p>
          <a:p>
            <a:pPr lvl="1" eaLnBrk="1" hangingPunct="1">
              <a:lnSpc>
                <a:spcPct val="80000"/>
              </a:lnSpc>
              <a:buFont typeface="Arial" charset="0"/>
              <a:buNone/>
              <a:defRPr/>
            </a:pPr>
            <a:r>
              <a:rPr lang="en-US" dirty="0">
                <a:solidFill>
                  <a:srgbClr val="0000CC"/>
                </a:solidFill>
                <a:latin typeface="Arial" panose="020B0604020202020204" pitchFamily="34" charset="0"/>
                <a:cs typeface="Arial" panose="020B0604020202020204" pitchFamily="34" charset="0"/>
              </a:rPr>
              <a:t>     delay = K * 51.2us</a:t>
            </a:r>
          </a:p>
          <a:p>
            <a:pPr lvl="1" eaLnBrk="1" hangingPunct="1">
              <a:lnSpc>
                <a:spcPct val="80000"/>
              </a:lnSpc>
              <a:buFont typeface="Arial" charset="0"/>
              <a:buChar char="–"/>
              <a:defRPr/>
            </a:pPr>
            <a:r>
              <a:rPr lang="en-US" i="1" dirty="0">
                <a:solidFill>
                  <a:schemeClr val="accent6">
                    <a:lumMod val="50000"/>
                  </a:schemeClr>
                </a:solidFill>
                <a:latin typeface="Arial" panose="020B0604020202020204" pitchFamily="34" charset="0"/>
                <a:cs typeface="Arial" panose="020B0604020202020204" pitchFamily="34" charset="0"/>
              </a:rPr>
              <a:t>nth</a:t>
            </a:r>
            <a:r>
              <a:rPr lang="en-US" dirty="0">
                <a:solidFill>
                  <a:schemeClr val="accent6">
                    <a:lumMod val="50000"/>
                  </a:schemeClr>
                </a:solidFill>
                <a:latin typeface="Arial" panose="020B0604020202020204" pitchFamily="34" charset="0"/>
                <a:cs typeface="Arial" panose="020B0604020202020204" pitchFamily="34" charset="0"/>
              </a:rPr>
              <a:t> time: delay = </a:t>
            </a:r>
            <a:r>
              <a:rPr lang="en-US" i="1" dirty="0">
                <a:solidFill>
                  <a:schemeClr val="accent6">
                    <a:lumMod val="50000"/>
                  </a:schemeClr>
                </a:solidFill>
                <a:latin typeface="Arial" panose="020B0604020202020204" pitchFamily="34" charset="0"/>
                <a:cs typeface="Arial" panose="020B0604020202020204" pitchFamily="34" charset="0"/>
              </a:rPr>
              <a:t>K </a:t>
            </a:r>
            <a:r>
              <a:rPr lang="en-US" dirty="0">
                <a:solidFill>
                  <a:schemeClr val="accent6">
                    <a:lumMod val="50000"/>
                  </a:schemeClr>
                </a:solidFill>
                <a:latin typeface="Arial" panose="020B0604020202020204" pitchFamily="34" charset="0"/>
                <a:cs typeface="Arial" panose="020B0604020202020204" pitchFamily="34" charset="0"/>
              </a:rPr>
              <a:t>x 51.2us, for </a:t>
            </a:r>
            <a:r>
              <a:rPr lang="en-US" i="1" dirty="0">
                <a:solidFill>
                  <a:schemeClr val="accent6">
                    <a:lumMod val="50000"/>
                  </a:schemeClr>
                </a:solidFill>
                <a:latin typeface="Arial" panose="020B0604020202020204" pitchFamily="34" charset="0"/>
                <a:cs typeface="Arial" panose="020B0604020202020204" pitchFamily="34" charset="0"/>
              </a:rPr>
              <a:t>K</a:t>
            </a:r>
            <a:r>
              <a:rPr lang="en-US" dirty="0">
                <a:solidFill>
                  <a:schemeClr val="accent6">
                    <a:lumMod val="50000"/>
                  </a:schemeClr>
                </a:solidFill>
                <a:latin typeface="Arial" panose="020B0604020202020204" pitchFamily="34" charset="0"/>
                <a:cs typeface="Arial" panose="020B0604020202020204" pitchFamily="34" charset="0"/>
              </a:rPr>
              <a:t>=0..2</a:t>
            </a:r>
            <a:r>
              <a:rPr lang="en-US" i="1" baseline="30000" dirty="0">
                <a:solidFill>
                  <a:schemeClr val="accent6">
                    <a:lumMod val="50000"/>
                  </a:schemeClr>
                </a:solidFill>
                <a:latin typeface="Arial" panose="020B0604020202020204" pitchFamily="34" charset="0"/>
                <a:cs typeface="Arial" panose="020B0604020202020204" pitchFamily="34" charset="0"/>
              </a:rPr>
              <a:t>n</a:t>
            </a:r>
            <a:r>
              <a:rPr lang="en-US" dirty="0">
                <a:solidFill>
                  <a:schemeClr val="accent6">
                    <a:lumMod val="50000"/>
                  </a:schemeClr>
                </a:solidFill>
                <a:latin typeface="Arial" panose="020B0604020202020204" pitchFamily="34" charset="0"/>
                <a:cs typeface="Arial" panose="020B0604020202020204" pitchFamily="34" charset="0"/>
              </a:rPr>
              <a:t> – 1</a:t>
            </a:r>
          </a:p>
          <a:p>
            <a:pPr lvl="2" eaLnBrk="1" hangingPunct="1">
              <a:lnSpc>
                <a:spcPct val="80000"/>
              </a:lnSpc>
              <a:buFont typeface="Arial" charset="0"/>
              <a:buChar char="•"/>
              <a:defRPr/>
            </a:pPr>
            <a:r>
              <a:rPr lang="en-US" sz="2800" dirty="0">
                <a:latin typeface="Arial" panose="020B0604020202020204" pitchFamily="34" charset="0"/>
                <a:cs typeface="Arial" panose="020B0604020202020204" pitchFamily="34" charset="0"/>
              </a:rPr>
              <a:t>Note max value for k = 1023</a:t>
            </a:r>
          </a:p>
          <a:p>
            <a:pPr lvl="1" eaLnBrk="1" hangingPunct="1">
              <a:lnSpc>
                <a:spcPct val="80000"/>
              </a:lnSpc>
              <a:buFont typeface="Arial" charset="0"/>
              <a:buChar char="–"/>
              <a:defRPr/>
            </a:pPr>
            <a:r>
              <a:rPr lang="en-US" dirty="0">
                <a:latin typeface="Arial" panose="020B0604020202020204" pitchFamily="34" charset="0"/>
                <a:cs typeface="Arial" panose="020B0604020202020204" pitchFamily="34" charset="0"/>
              </a:rPr>
              <a:t>give up after several tries (usually 16)</a:t>
            </a:r>
          </a:p>
          <a:p>
            <a:pPr lvl="2" eaLnBrk="1" hangingPunct="1">
              <a:lnSpc>
                <a:spcPct val="80000"/>
              </a:lnSpc>
              <a:buFont typeface="Arial" charset="0"/>
              <a:buChar char="•"/>
              <a:defRPr/>
            </a:pPr>
            <a:r>
              <a:rPr lang="en-US" sz="2800" dirty="0">
                <a:latin typeface="Arial" panose="020B0604020202020204" pitchFamily="34" charset="0"/>
                <a:cs typeface="Arial" panose="020B0604020202020204" pitchFamily="34" charset="0"/>
              </a:rPr>
              <a:t>Report transmit error to host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Rectangle 2">
            <a:extLst>
              <a:ext uri="{FF2B5EF4-FFF2-40B4-BE49-F238E27FC236}">
                <a16:creationId xmlns:a16="http://schemas.microsoft.com/office/drawing/2014/main" id="{6F50AD4D-633A-6136-3DBD-41E17CF004C1}"/>
              </a:ext>
            </a:extLst>
          </p:cNvPr>
          <p:cNvSpPr>
            <a:spLocks noGrp="1" noChangeArrowheads="1"/>
          </p:cNvSpPr>
          <p:nvPr>
            <p:ph type="title"/>
          </p:nvPr>
        </p:nvSpPr>
        <p:spPr>
          <a:xfrm>
            <a:off x="685800" y="609600"/>
            <a:ext cx="7772400" cy="685800"/>
          </a:xfrm>
        </p:spPr>
        <p:txBody>
          <a:bodyPr/>
          <a:lstStyle/>
          <a:p>
            <a:pPr eaLnBrk="1" hangingPunct="1">
              <a:lnSpc>
                <a:spcPct val="70000"/>
              </a:lnSpc>
            </a:pPr>
            <a:r>
              <a:rPr lang="en-US" altLang="en-US"/>
              <a:t>Exponential Backoff</a:t>
            </a:r>
          </a:p>
        </p:txBody>
      </p:sp>
      <p:sp>
        <p:nvSpPr>
          <p:cNvPr id="48133" name="Rectangle 3">
            <a:extLst>
              <a:ext uri="{FF2B5EF4-FFF2-40B4-BE49-F238E27FC236}">
                <a16:creationId xmlns:a16="http://schemas.microsoft.com/office/drawing/2014/main" id="{353C9CF8-4EF6-047C-2DA4-393481DD9E62}"/>
              </a:ext>
            </a:extLst>
          </p:cNvPr>
          <p:cNvSpPr>
            <a:spLocks noGrp="1" noChangeArrowheads="1"/>
          </p:cNvSpPr>
          <p:nvPr>
            <p:ph type="body" idx="1"/>
          </p:nvPr>
        </p:nvSpPr>
        <p:spPr>
          <a:xfrm>
            <a:off x="228600" y="1447800"/>
            <a:ext cx="8534400" cy="4495800"/>
          </a:xfrm>
        </p:spPr>
        <p:txBody>
          <a:bodyPr/>
          <a:lstStyle/>
          <a:p>
            <a:r>
              <a:rPr lang="en-US" altLang="en-US" sz="2400"/>
              <a:t>When a collision first occurs, send a “Jamming signal” to prevent further data being sent.</a:t>
            </a:r>
          </a:p>
          <a:p>
            <a:r>
              <a:rPr lang="en-US" altLang="en-US" sz="2400"/>
              <a:t>Resend a frame after either 0 seconds or 51.2μs, chosen at random.</a:t>
            </a:r>
          </a:p>
          <a:p>
            <a:r>
              <a:rPr lang="en-US" altLang="en-US" sz="2400"/>
              <a:t>If that fails, resend the frame after either 0s, 51.2μs, 102.4μs, or 153.6μs.</a:t>
            </a:r>
          </a:p>
          <a:p>
            <a:r>
              <a:rPr lang="en-US" altLang="en-US" sz="2400"/>
              <a:t>If that still doesn't work, resend the frame after k · 51.2μs, where </a:t>
            </a:r>
            <a:r>
              <a:rPr lang="en-US" altLang="en-US" sz="2400" i="1"/>
              <a:t>k</a:t>
            </a:r>
            <a:r>
              <a:rPr lang="en-US" altLang="en-US" sz="2400"/>
              <a:t> is a random integer between 0 and 2</a:t>
            </a:r>
            <a:r>
              <a:rPr lang="en-US" altLang="en-US" sz="2400" baseline="30000"/>
              <a:t>3</a:t>
            </a:r>
            <a:r>
              <a:rPr lang="en-US" altLang="en-US" sz="2400"/>
              <a:t> − 1.</a:t>
            </a:r>
          </a:p>
          <a:p>
            <a:r>
              <a:rPr lang="en-US" altLang="en-US" sz="2400"/>
              <a:t>In general, after the </a:t>
            </a:r>
            <a:r>
              <a:rPr lang="en-US" altLang="en-US" sz="2400" i="1"/>
              <a:t>c</a:t>
            </a:r>
            <a:r>
              <a:rPr lang="en-US" altLang="en-US" sz="2400"/>
              <a:t>th failed attempt, resend the frame after k · 51.2μs, where </a:t>
            </a:r>
            <a:r>
              <a:rPr lang="en-US" altLang="en-US" sz="2400" i="1"/>
              <a:t>k</a:t>
            </a:r>
            <a:r>
              <a:rPr lang="en-US" altLang="en-US" sz="2400"/>
              <a:t> is a random integer between 0 and 2</a:t>
            </a:r>
            <a:r>
              <a:rPr lang="en-US" altLang="en-US" sz="2400" i="1" baseline="30000"/>
              <a:t>c</a:t>
            </a:r>
            <a:r>
              <a:rPr lang="en-US" altLang="en-US" sz="2400"/>
              <a:t> − 1.</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2">
            <a:extLst>
              <a:ext uri="{FF2B5EF4-FFF2-40B4-BE49-F238E27FC236}">
                <a16:creationId xmlns:a16="http://schemas.microsoft.com/office/drawing/2014/main" id="{2C4AF4AB-4016-BECF-0F4C-27F50D0A86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752" y="894209"/>
            <a:ext cx="4913312" cy="536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5" name="TextBox 4">
            <a:extLst>
              <a:ext uri="{FF2B5EF4-FFF2-40B4-BE49-F238E27FC236}">
                <a16:creationId xmlns:a16="http://schemas.microsoft.com/office/drawing/2014/main" id="{0954CD8B-4648-0705-26F6-99F0FA7A90F3}"/>
              </a:ext>
            </a:extLst>
          </p:cNvPr>
          <p:cNvSpPr txBox="1">
            <a:spLocks noChangeArrowheads="1"/>
          </p:cNvSpPr>
          <p:nvPr/>
        </p:nvSpPr>
        <p:spPr bwMode="auto">
          <a:xfrm>
            <a:off x="900113" y="414338"/>
            <a:ext cx="69119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IN" altLang="en-US">
                <a:cs typeface="Times New Roman" panose="02020603050405020304" pitchFamily="18" charset="0"/>
              </a:rPr>
              <a:t>Exponential Backoff Algorithm used in CSMA/CD</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2">
            <a:extLst>
              <a:ext uri="{FF2B5EF4-FFF2-40B4-BE49-F238E27FC236}">
                <a16:creationId xmlns:a16="http://schemas.microsoft.com/office/drawing/2014/main" id="{6E36D01C-8B3F-6D87-05A4-BCA88F7FFDE2}"/>
              </a:ext>
            </a:extLst>
          </p:cNvPr>
          <p:cNvSpPr>
            <a:spLocks noGrp="1" noChangeArrowheads="1"/>
          </p:cNvSpPr>
          <p:nvPr>
            <p:ph type="title"/>
          </p:nvPr>
        </p:nvSpPr>
        <p:spPr>
          <a:xfrm>
            <a:off x="304800" y="609600"/>
            <a:ext cx="8458200" cy="1143000"/>
          </a:xfrm>
        </p:spPr>
        <p:txBody>
          <a:bodyPr/>
          <a:lstStyle/>
          <a:p>
            <a:pPr eaLnBrk="1" hangingPunct="1"/>
            <a:r>
              <a:rPr lang="en-US" altLang="en-US"/>
              <a:t>MAC Algorithm from the Receiver Side</a:t>
            </a:r>
          </a:p>
        </p:txBody>
      </p:sp>
      <p:sp>
        <p:nvSpPr>
          <p:cNvPr id="34821" name="Rectangle 3">
            <a:extLst>
              <a:ext uri="{FF2B5EF4-FFF2-40B4-BE49-F238E27FC236}">
                <a16:creationId xmlns:a16="http://schemas.microsoft.com/office/drawing/2014/main" id="{2FF12121-B617-A1BF-BE42-18EF97C8EEDD}"/>
              </a:ext>
            </a:extLst>
          </p:cNvPr>
          <p:cNvSpPr>
            <a:spLocks noGrp="1" noChangeArrowheads="1"/>
          </p:cNvSpPr>
          <p:nvPr>
            <p:ph type="body" idx="1"/>
          </p:nvPr>
        </p:nvSpPr>
        <p:spPr/>
        <p:txBody>
          <a:bodyPr/>
          <a:lstStyle/>
          <a:p>
            <a:pPr eaLnBrk="1" hangingPunct="1">
              <a:buFont typeface="Arial" charset="0"/>
              <a:buChar char="•"/>
              <a:defRPr/>
            </a:pPr>
            <a:r>
              <a:rPr lang="en-US" dirty="0"/>
              <a:t>Senders handle all access control</a:t>
            </a:r>
          </a:p>
          <a:p>
            <a:pPr eaLnBrk="1" hangingPunct="1">
              <a:buFont typeface="Arial" charset="0"/>
              <a:buChar char="•"/>
              <a:defRPr/>
            </a:pPr>
            <a:r>
              <a:rPr lang="en-US" dirty="0"/>
              <a:t>Receivers simply read frames with acceptable address</a:t>
            </a:r>
          </a:p>
          <a:p>
            <a:pPr lvl="1" eaLnBrk="1" hangingPunct="1">
              <a:buFont typeface="Arial" charset="0"/>
              <a:buChar char="–"/>
              <a:defRPr/>
            </a:pPr>
            <a:r>
              <a:rPr lang="en-US" dirty="0"/>
              <a:t>Address to host</a:t>
            </a:r>
          </a:p>
          <a:p>
            <a:pPr lvl="1" eaLnBrk="1" hangingPunct="1">
              <a:buFont typeface="Arial" charset="0"/>
              <a:buChar char="–"/>
              <a:defRPr/>
            </a:pPr>
            <a:r>
              <a:rPr lang="en-US" dirty="0"/>
              <a:t>Address to broadcast</a:t>
            </a:r>
          </a:p>
          <a:p>
            <a:pPr lvl="1" eaLnBrk="1" hangingPunct="1">
              <a:buFont typeface="Arial" charset="0"/>
              <a:buChar char="–"/>
              <a:defRPr/>
            </a:pPr>
            <a:r>
              <a:rPr lang="en-US" dirty="0"/>
              <a:t>Address to multicast to which host belongs</a:t>
            </a:r>
          </a:p>
          <a:p>
            <a:pPr marL="457200" lvl="1" indent="0" eaLnBrk="1" hangingPunct="1">
              <a:buFont typeface="Arial" charset="0"/>
              <a:buNone/>
              <a:defRPr/>
            </a:pP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Text Box 11">
            <a:extLst>
              <a:ext uri="{FF2B5EF4-FFF2-40B4-BE49-F238E27FC236}">
                <a16:creationId xmlns:a16="http://schemas.microsoft.com/office/drawing/2014/main" id="{93DF7B47-8AE9-B4CA-33B8-FAB5976DD024}"/>
              </a:ext>
            </a:extLst>
          </p:cNvPr>
          <p:cNvSpPr txBox="1">
            <a:spLocks noChangeArrowheads="1"/>
          </p:cNvSpPr>
          <p:nvPr/>
        </p:nvSpPr>
        <p:spPr bwMode="auto">
          <a:xfrm>
            <a:off x="533400" y="1600200"/>
            <a:ext cx="824388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4000" b="1">
                <a:latin typeface="Arial" panose="020B0604020202020204" pitchFamily="34" charset="0"/>
              </a:rPr>
              <a:t>CSMA/CD</a:t>
            </a:r>
            <a:r>
              <a:rPr lang="en-US" altLang="en-US" sz="3600" b="1">
                <a:latin typeface="Arial" panose="020B0604020202020204" pitchFamily="34" charset="0"/>
              </a:rPr>
              <a:t> ― Design Considerations</a:t>
            </a:r>
            <a:endParaRPr lang="en-US" altLang="en-US" sz="3600">
              <a:latin typeface="Arial" panose="020B0604020202020204" pitchFamily="34" charset="0"/>
            </a:endParaRPr>
          </a:p>
        </p:txBody>
      </p:sp>
      <p:sp>
        <p:nvSpPr>
          <p:cNvPr id="51204" name="Text Box 12">
            <a:extLst>
              <a:ext uri="{FF2B5EF4-FFF2-40B4-BE49-F238E27FC236}">
                <a16:creationId xmlns:a16="http://schemas.microsoft.com/office/drawing/2014/main" id="{AAEB8E3D-2810-FFED-7C83-D127817285A9}"/>
              </a:ext>
            </a:extLst>
          </p:cNvPr>
          <p:cNvSpPr txBox="1">
            <a:spLocks noChangeArrowheads="1"/>
          </p:cNvSpPr>
          <p:nvPr/>
        </p:nvSpPr>
        <p:spPr bwMode="auto">
          <a:xfrm>
            <a:off x="533400" y="2743200"/>
            <a:ext cx="8215313" cy="329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8600" indent="-228600" eaLnBrk="0" hangingPunct="0">
              <a:tabLst>
                <a:tab pos="685800" algn="l"/>
              </a:tabLst>
              <a:defRPr sz="2400">
                <a:solidFill>
                  <a:schemeClr val="tx1"/>
                </a:solidFill>
                <a:latin typeface="Times New Roman" panose="02020603050405020304" pitchFamily="18" charset="0"/>
              </a:defRPr>
            </a:lvl1pPr>
            <a:lvl2pPr marL="742950" indent="-285750" eaLnBrk="0" hangingPunct="0">
              <a:tabLst>
                <a:tab pos="685800" algn="l"/>
              </a:tabLst>
              <a:defRPr sz="2400">
                <a:solidFill>
                  <a:schemeClr val="tx1"/>
                </a:solidFill>
                <a:latin typeface="Times New Roman" panose="02020603050405020304" pitchFamily="18" charset="0"/>
              </a:defRPr>
            </a:lvl2pPr>
            <a:lvl3pPr marL="1143000" indent="-228600" eaLnBrk="0" hangingPunct="0">
              <a:tabLst>
                <a:tab pos="685800" algn="l"/>
              </a:tabLst>
              <a:defRPr sz="2400">
                <a:solidFill>
                  <a:schemeClr val="tx1"/>
                </a:solidFill>
                <a:latin typeface="Times New Roman" panose="02020603050405020304" pitchFamily="18" charset="0"/>
              </a:defRPr>
            </a:lvl3pPr>
            <a:lvl4pPr marL="1600200" indent="-228600" eaLnBrk="0" hangingPunct="0">
              <a:tabLst>
                <a:tab pos="685800" algn="l"/>
              </a:tabLst>
              <a:defRPr sz="2400">
                <a:solidFill>
                  <a:schemeClr val="tx1"/>
                </a:solidFill>
                <a:latin typeface="Times New Roman" panose="02020603050405020304" pitchFamily="18" charset="0"/>
              </a:defRPr>
            </a:lvl4pPr>
            <a:lvl5pPr marL="2057400" indent="-228600" eaLnBrk="0" hangingPunct="0">
              <a:tabLst>
                <a:tab pos="6858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6858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6858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6858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685800" algn="l"/>
              </a:tabLst>
              <a:defRPr sz="2400">
                <a:solidFill>
                  <a:schemeClr val="tx1"/>
                </a:solidFill>
                <a:latin typeface="Times New Roman" panose="02020603050405020304" pitchFamily="18" charset="0"/>
              </a:defRPr>
            </a:lvl9pPr>
          </a:lstStyle>
          <a:p>
            <a:pPr>
              <a:spcAft>
                <a:spcPct val="50000"/>
              </a:spcAft>
              <a:buFontTx/>
              <a:buChar char="•"/>
            </a:pPr>
            <a:r>
              <a:rPr lang="en-US" altLang="en-US" sz="2800" b="1"/>
              <a:t>More computers on the LAN, higher chance of collisions</a:t>
            </a:r>
          </a:p>
          <a:p>
            <a:pPr>
              <a:spcAft>
                <a:spcPct val="50000"/>
              </a:spcAft>
              <a:buFontTx/>
              <a:buChar char="•"/>
            </a:pPr>
            <a:r>
              <a:rPr lang="en-US" altLang="en-US" sz="2800" b="1"/>
              <a:t>Retransmission may result in collision again and cause further delay</a:t>
            </a:r>
          </a:p>
          <a:p>
            <a:pPr>
              <a:spcAft>
                <a:spcPct val="50000"/>
              </a:spcAft>
              <a:buFontTx/>
              <a:buChar char="•"/>
            </a:pPr>
            <a:r>
              <a:rPr lang="en-US" altLang="en-US" sz="2800" b="1"/>
              <a:t>As the result, the network becomes </a:t>
            </a:r>
            <a:r>
              <a:rPr lang="en-US" altLang="en-US" sz="2800" b="1">
                <a:solidFill>
                  <a:srgbClr val="FF3300"/>
                </a:solidFill>
              </a:rPr>
              <a:t>standstill</a:t>
            </a:r>
          </a:p>
          <a:p>
            <a:pPr>
              <a:spcAft>
                <a:spcPct val="50000"/>
              </a:spcAft>
              <a:buFontTx/>
              <a:buChar char="•"/>
            </a:pPr>
            <a:r>
              <a:rPr lang="en-US" altLang="en-US" sz="2800" b="1"/>
              <a:t>Hence, Ethernet is </a:t>
            </a:r>
            <a:r>
              <a:rPr lang="en-US" altLang="en-US" sz="2800" b="1">
                <a:solidFill>
                  <a:srgbClr val="FF3300"/>
                </a:solidFill>
              </a:rPr>
              <a:t>suitable for low traffic networks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3541</TotalTime>
  <Words>2253</Words>
  <Application>Microsoft Office PowerPoint</Application>
  <PresentationFormat>On-screen Show (4:3)</PresentationFormat>
  <Paragraphs>307</Paragraphs>
  <Slides>49</Slides>
  <Notes>18</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49</vt:i4>
      </vt:variant>
    </vt:vector>
  </HeadingPairs>
  <TitlesOfParts>
    <vt:vector size="59" baseType="lpstr">
      <vt:lpstr>Arial</vt:lpstr>
      <vt:lpstr>Arial,Bold</vt:lpstr>
      <vt:lpstr>Calibri</vt:lpstr>
      <vt:lpstr>Times</vt:lpstr>
      <vt:lpstr>Times New Roman</vt:lpstr>
      <vt:lpstr>TTE302C428t00</vt:lpstr>
      <vt:lpstr>Wingdings</vt:lpstr>
      <vt:lpstr>Office Theme</vt:lpstr>
      <vt:lpstr>Worksheet</vt:lpstr>
      <vt:lpstr>VISIO</vt:lpstr>
      <vt:lpstr>PowerPoint Presentation</vt:lpstr>
      <vt:lpstr>PowerPoint Presentation</vt:lpstr>
      <vt:lpstr>PowerPoint Presentation</vt:lpstr>
      <vt:lpstr>Ethernet Standard Defines Physical Layer</vt:lpstr>
      <vt:lpstr>PowerPoint Presentation</vt:lpstr>
      <vt:lpstr>IEEE Ethernet</vt:lpstr>
      <vt:lpstr>Ethernet  Provides Unreliable, connectionless Service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IEEE 802.3 Cable Types </vt:lpstr>
      <vt:lpstr>PowerPoint Presentation</vt:lpstr>
      <vt:lpstr>PowerPoint Presentation</vt:lpstr>
      <vt:lpstr>PowerPoint Presentation</vt:lpstr>
      <vt:lpstr>PowerPoint Presentation</vt:lpstr>
      <vt:lpstr>PowerPoint Presentation</vt:lpstr>
      <vt:lpstr>13.4 Fast Ethernet</vt:lpstr>
      <vt:lpstr>PowerPoint Presentation</vt:lpstr>
      <vt:lpstr>PowerPoint Presentation</vt:lpstr>
      <vt:lpstr>PowerPoint Presentation</vt:lpstr>
      <vt:lpstr>PowerPoint Presentation</vt:lpstr>
      <vt:lpstr>PowerPoint Presentation</vt:lpstr>
      <vt:lpstr>13.5 Gigabit Ethernet </vt:lpstr>
      <vt:lpstr>PowerPoint Presentation</vt:lpstr>
      <vt:lpstr>PowerPoint Presentation</vt:lpstr>
      <vt:lpstr>PowerPoint Presentation</vt:lpstr>
      <vt:lpstr>PowerPoint Presentation</vt:lpstr>
      <vt:lpstr> Ethernet’s MAC Algorithm(Access Method - CSMA/CD ) </vt:lpstr>
      <vt:lpstr>Collisions</vt:lpstr>
      <vt:lpstr>Collision Detection </vt:lpstr>
      <vt:lpstr>Collision Detection contd.</vt:lpstr>
      <vt:lpstr>Exponential Backoff</vt:lpstr>
      <vt:lpstr>Exponential Backoff</vt:lpstr>
      <vt:lpstr>PowerPoint Presentation</vt:lpstr>
      <vt:lpstr>MAC Algorithm from the Receiver Side</vt:lpstr>
      <vt:lpstr>PowerPoint Presentation</vt:lpstr>
    </vt:vector>
  </TitlesOfParts>
  <Company>The Hong Kong Polytechnic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SONY CUSTOMER</dc:creator>
  <cp:lastModifiedBy>Anusha N</cp:lastModifiedBy>
  <cp:revision>81</cp:revision>
  <dcterms:created xsi:type="dcterms:W3CDTF">2001-11-07T13:47:31Z</dcterms:created>
  <dcterms:modified xsi:type="dcterms:W3CDTF">2024-09-12T07:42:33Z</dcterms:modified>
</cp:coreProperties>
</file>