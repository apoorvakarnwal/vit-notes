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60"/>
  </p:notesMasterIdLst>
  <p:sldIdLst>
    <p:sldId id="792" r:id="rId2"/>
    <p:sldId id="535" r:id="rId3"/>
    <p:sldId id="754" r:id="rId4"/>
    <p:sldId id="793" r:id="rId5"/>
    <p:sldId id="755" r:id="rId6"/>
    <p:sldId id="746" r:id="rId7"/>
    <p:sldId id="756" r:id="rId8"/>
    <p:sldId id="757" r:id="rId9"/>
    <p:sldId id="747" r:id="rId10"/>
    <p:sldId id="758" r:id="rId11"/>
    <p:sldId id="794" r:id="rId12"/>
    <p:sldId id="795" r:id="rId13"/>
    <p:sldId id="796" r:id="rId14"/>
    <p:sldId id="797" r:id="rId15"/>
    <p:sldId id="759" r:id="rId16"/>
    <p:sldId id="760" r:id="rId17"/>
    <p:sldId id="798" r:id="rId18"/>
    <p:sldId id="799" r:id="rId19"/>
    <p:sldId id="800" r:id="rId20"/>
    <p:sldId id="801" r:id="rId21"/>
    <p:sldId id="748" r:id="rId22"/>
    <p:sldId id="291" r:id="rId23"/>
    <p:sldId id="802" r:id="rId24"/>
    <p:sldId id="761" r:id="rId25"/>
    <p:sldId id="785" r:id="rId26"/>
    <p:sldId id="762" r:id="rId27"/>
    <p:sldId id="786" r:id="rId28"/>
    <p:sldId id="787" r:id="rId29"/>
    <p:sldId id="763" r:id="rId30"/>
    <p:sldId id="764" r:id="rId31"/>
    <p:sldId id="803" r:id="rId32"/>
    <p:sldId id="804" r:id="rId33"/>
    <p:sldId id="765" r:id="rId34"/>
    <p:sldId id="766" r:id="rId35"/>
    <p:sldId id="767" r:id="rId36"/>
    <p:sldId id="749" r:id="rId37"/>
    <p:sldId id="768" r:id="rId38"/>
    <p:sldId id="808" r:id="rId39"/>
    <p:sldId id="809" r:id="rId40"/>
    <p:sldId id="750" r:id="rId41"/>
    <p:sldId id="769" r:id="rId42"/>
    <p:sldId id="770" r:id="rId43"/>
    <p:sldId id="771" r:id="rId44"/>
    <p:sldId id="772" r:id="rId45"/>
    <p:sldId id="810" r:id="rId46"/>
    <p:sldId id="773" r:id="rId47"/>
    <p:sldId id="788" r:id="rId48"/>
    <p:sldId id="789" r:id="rId49"/>
    <p:sldId id="774" r:id="rId50"/>
    <p:sldId id="811" r:id="rId51"/>
    <p:sldId id="753" r:id="rId52"/>
    <p:sldId id="781" r:id="rId53"/>
    <p:sldId id="782" r:id="rId54"/>
    <p:sldId id="783" r:id="rId55"/>
    <p:sldId id="805" r:id="rId56"/>
    <p:sldId id="806" r:id="rId57"/>
    <p:sldId id="807" r:id="rId58"/>
    <p:sldId id="784" r:id="rId59"/>
  </p:sldIdLst>
  <p:sldSz cx="9144000" cy="6858000" type="screen4x3"/>
  <p:notesSz cx="6858000" cy="9144000"/>
  <p:defaultTextStyle>
    <a:defPPr>
      <a:defRPr lang="en-US"/>
    </a:defPPr>
    <a:lvl1pPr algn="l" rtl="0" eaLnBrk="0" fontAlgn="base" hangingPunct="0">
      <a:spcBef>
        <a:spcPct val="0"/>
      </a:spcBef>
      <a:spcAft>
        <a:spcPct val="0"/>
      </a:spcAft>
      <a:defRPr sz="3200"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mn-ea"/>
        <a:cs typeface="+mn-cs"/>
      </a:defRPr>
    </a:lvl5pPr>
    <a:lvl6pPr marL="2286000" algn="l" defTabSz="914400" rtl="0" eaLnBrk="1" latinLnBrk="0" hangingPunct="1">
      <a:defRPr sz="3200" b="1" kern="1200">
        <a:solidFill>
          <a:schemeClr val="tx1"/>
        </a:solidFill>
        <a:latin typeface="Arial" panose="020B0604020202020204" pitchFamily="34" charset="0"/>
        <a:ea typeface="+mn-ea"/>
        <a:cs typeface="+mn-cs"/>
      </a:defRPr>
    </a:lvl6pPr>
    <a:lvl7pPr marL="2743200" algn="l" defTabSz="914400" rtl="0" eaLnBrk="1" latinLnBrk="0" hangingPunct="1">
      <a:defRPr sz="3200" b="1" kern="1200">
        <a:solidFill>
          <a:schemeClr val="tx1"/>
        </a:solidFill>
        <a:latin typeface="Arial" panose="020B0604020202020204" pitchFamily="34" charset="0"/>
        <a:ea typeface="+mn-ea"/>
        <a:cs typeface="+mn-cs"/>
      </a:defRPr>
    </a:lvl7pPr>
    <a:lvl8pPr marL="3200400" algn="l" defTabSz="914400" rtl="0" eaLnBrk="1" latinLnBrk="0" hangingPunct="1">
      <a:defRPr sz="3200" b="1" kern="1200">
        <a:solidFill>
          <a:schemeClr val="tx1"/>
        </a:solidFill>
        <a:latin typeface="Arial" panose="020B0604020202020204" pitchFamily="34" charset="0"/>
        <a:ea typeface="+mn-ea"/>
        <a:cs typeface="+mn-cs"/>
      </a:defRPr>
    </a:lvl8pPr>
    <a:lvl9pPr marL="3657600" algn="l" defTabSz="914400" rtl="0" eaLnBrk="1" latinLnBrk="0" hangingPunct="1">
      <a:defRPr sz="3200" b="1"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0066"/>
    <a:srgbClr val="00CC00"/>
    <a:srgbClr val="996633"/>
    <a:srgbClr val="6666FF"/>
    <a:srgbClr val="3366FF"/>
    <a:srgbClr val="CCFF99"/>
    <a:srgbClr val="99FF33"/>
    <a:srgbClr val="DDDDD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709" autoAdjust="0"/>
    <p:restoredTop sz="94704" autoAdjust="0"/>
  </p:normalViewPr>
  <p:slideViewPr>
    <p:cSldViewPr>
      <p:cViewPr varScale="1">
        <p:scale>
          <a:sx n="81" d="100"/>
          <a:sy n="81" d="100"/>
        </p:scale>
        <p:origin x="1358"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05218" name="Rectangle 2">
            <a:extLst>
              <a:ext uri="{FF2B5EF4-FFF2-40B4-BE49-F238E27FC236}">
                <a16:creationId xmlns:a16="http://schemas.microsoft.com/office/drawing/2014/main" id="{BE5ACBAA-2978-CB8B-274C-76E950CA276C}"/>
              </a:ext>
            </a:extLst>
          </p:cNvPr>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hangingPunct="1">
              <a:defRPr sz="1200" b="0">
                <a:latin typeface="Times New Roman" panose="02020603050405020304" pitchFamily="18" charset="0"/>
              </a:defRPr>
            </a:lvl1pPr>
          </a:lstStyle>
          <a:p>
            <a:pPr>
              <a:defRPr/>
            </a:pPr>
            <a:endParaRPr lang="en-US" altLang="en-US"/>
          </a:p>
        </p:txBody>
      </p:sp>
      <p:sp>
        <p:nvSpPr>
          <p:cNvPr id="905219" name="Rectangle 3">
            <a:extLst>
              <a:ext uri="{FF2B5EF4-FFF2-40B4-BE49-F238E27FC236}">
                <a16:creationId xmlns:a16="http://schemas.microsoft.com/office/drawing/2014/main" id="{1E10E417-D46F-83A8-2ADD-25BEF948582F}"/>
              </a:ext>
            </a:extLst>
          </p:cNvPr>
          <p:cNvSpPr>
            <a:spLocks noGrp="1" noChangeArrowheads="1"/>
          </p:cNvSpPr>
          <p:nvPr>
            <p:ph type="dt"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200" b="0">
                <a:latin typeface="Times New Roman" panose="02020603050405020304" pitchFamily="18" charset="0"/>
              </a:defRPr>
            </a:lvl1pPr>
          </a:lstStyle>
          <a:p>
            <a:pPr>
              <a:defRPr/>
            </a:pPr>
            <a:endParaRPr lang="en-US" altLang="en-US"/>
          </a:p>
        </p:txBody>
      </p:sp>
      <p:sp>
        <p:nvSpPr>
          <p:cNvPr id="3076" name="Rectangle 4">
            <a:extLst>
              <a:ext uri="{FF2B5EF4-FFF2-40B4-BE49-F238E27FC236}">
                <a16:creationId xmlns:a16="http://schemas.microsoft.com/office/drawing/2014/main" id="{7B0E4869-B467-AF11-3FE5-9A086863540D}"/>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905221" name="Rectangle 5">
            <a:extLst>
              <a:ext uri="{FF2B5EF4-FFF2-40B4-BE49-F238E27FC236}">
                <a16:creationId xmlns:a16="http://schemas.microsoft.com/office/drawing/2014/main" id="{BAB0DE81-51B6-BB37-D36E-B37B043E4632}"/>
              </a:ext>
            </a:extLst>
          </p:cNvPr>
          <p:cNvSpPr>
            <a:spLocks noGrp="1" noChangeArrowheads="1"/>
          </p:cNvSpPr>
          <p:nvPr>
            <p:ph type="body" sz="quarter" idx="3"/>
          </p:nvPr>
        </p:nvSpPr>
        <p:spPr bwMode="auto">
          <a:xfrm>
            <a:off x="685800" y="4343400"/>
            <a:ext cx="5486400" cy="4114800"/>
          </a:xfrm>
          <a:prstGeom prst="rect">
            <a:avLst/>
          </a:prstGeom>
          <a:noFill/>
          <a:ln>
            <a:noFill/>
          </a:ln>
          <a:effectLst/>
        </p:spPr>
        <p:txBody>
          <a:bodyPr vert="horz" wrap="square" lIns="91440" tIns="45720" rIns="91440" bIns="45720" numCol="1" anchor="t" anchorCtr="0" compatLnSpc="1">
            <a:prstTxWarp prst="textNoShape">
              <a:avLst/>
            </a:prstTxWarp>
          </a:bodyPr>
          <a:lstStyle/>
          <a:p>
            <a:pPr lvl="0"/>
            <a:r>
              <a:rPr lang="en-US" altLang="en-US" noProof="0"/>
              <a:t>Click to edit Master text styles</a:t>
            </a:r>
          </a:p>
          <a:p>
            <a:pPr lvl="1"/>
            <a:r>
              <a:rPr lang="en-US" altLang="en-US" noProof="0"/>
              <a:t>Second level</a:t>
            </a:r>
          </a:p>
          <a:p>
            <a:pPr lvl="2"/>
            <a:r>
              <a:rPr lang="en-US" altLang="en-US" noProof="0"/>
              <a:t>Third level</a:t>
            </a:r>
          </a:p>
          <a:p>
            <a:pPr lvl="3"/>
            <a:r>
              <a:rPr lang="en-US" altLang="en-US" noProof="0"/>
              <a:t>Fourth level</a:t>
            </a:r>
          </a:p>
          <a:p>
            <a:pPr lvl="4"/>
            <a:r>
              <a:rPr lang="en-US" altLang="en-US" noProof="0"/>
              <a:t>Fifth level</a:t>
            </a:r>
          </a:p>
        </p:txBody>
      </p:sp>
      <p:sp>
        <p:nvSpPr>
          <p:cNvPr id="905222" name="Rectangle 6">
            <a:extLst>
              <a:ext uri="{FF2B5EF4-FFF2-40B4-BE49-F238E27FC236}">
                <a16:creationId xmlns:a16="http://schemas.microsoft.com/office/drawing/2014/main" id="{C226BA7B-95C8-F94B-EC01-A6D62C85D250}"/>
              </a:ext>
            </a:extLst>
          </p:cNvPr>
          <p:cNvSpPr>
            <a:spLocks noGrp="1" noChangeArrowheads="1"/>
          </p:cNvSpPr>
          <p:nvPr>
            <p:ph type="ftr" sz="quarter" idx="4"/>
          </p:nvPr>
        </p:nvSpPr>
        <p:spPr bwMode="auto">
          <a:xfrm>
            <a:off x="0"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hangingPunct="1">
              <a:defRPr sz="1200" b="0">
                <a:latin typeface="Times New Roman" panose="02020603050405020304" pitchFamily="18" charset="0"/>
              </a:defRPr>
            </a:lvl1pPr>
          </a:lstStyle>
          <a:p>
            <a:pPr>
              <a:defRPr/>
            </a:pPr>
            <a:endParaRPr lang="en-US" altLang="en-US"/>
          </a:p>
        </p:txBody>
      </p:sp>
      <p:sp>
        <p:nvSpPr>
          <p:cNvPr id="905223" name="Rectangle 7">
            <a:extLst>
              <a:ext uri="{FF2B5EF4-FFF2-40B4-BE49-F238E27FC236}">
                <a16:creationId xmlns:a16="http://schemas.microsoft.com/office/drawing/2014/main" id="{23AA0EAD-4392-314F-8BD3-994DB48CB8D7}"/>
              </a:ext>
            </a:extLst>
          </p:cNvPr>
          <p:cNvSpPr>
            <a:spLocks noGrp="1" noChangeArrowheads="1"/>
          </p:cNvSpPr>
          <p:nvPr>
            <p:ph type="sldNum" sz="quarter" idx="5"/>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sz="1200" b="0">
                <a:latin typeface="Times New Roman" panose="02020603050405020304" pitchFamily="18" charset="0"/>
              </a:defRPr>
            </a:lvl1pPr>
          </a:lstStyle>
          <a:p>
            <a:pPr>
              <a:defRPr/>
            </a:pPr>
            <a:fld id="{804A87AA-719C-4E59-B631-6A7C1AEC51AE}"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a:extLst>
              <a:ext uri="{FF2B5EF4-FFF2-40B4-BE49-F238E27FC236}">
                <a16:creationId xmlns:a16="http://schemas.microsoft.com/office/drawing/2014/main" id="{AE3CCED2-971F-14D9-77E3-9D8CAD4733E2}"/>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5C74E46B-CD2A-4359-AF49-DE4B5949CA35}" type="slidenum">
              <a:rPr lang="en-US" altLang="en-US" sz="1200" b="0" smtClean="0">
                <a:latin typeface="Times New Roman" panose="02020603050405020304" pitchFamily="18" charset="0"/>
              </a:rPr>
              <a:pPr/>
              <a:t>1</a:t>
            </a:fld>
            <a:endParaRPr lang="en-US" altLang="en-US" sz="1200" b="0">
              <a:latin typeface="Times New Roman" panose="02020603050405020304" pitchFamily="18" charset="0"/>
            </a:endParaRPr>
          </a:p>
        </p:txBody>
      </p:sp>
      <p:sp>
        <p:nvSpPr>
          <p:cNvPr id="5123" name="Rectangle 2">
            <a:extLst>
              <a:ext uri="{FF2B5EF4-FFF2-40B4-BE49-F238E27FC236}">
                <a16:creationId xmlns:a16="http://schemas.microsoft.com/office/drawing/2014/main" id="{2181035E-3872-A8B2-2D37-7513F3579CE9}"/>
              </a:ext>
            </a:extLst>
          </p:cNvPr>
          <p:cNvSpPr>
            <a:spLocks noGrp="1" noRot="1" noChangeAspect="1" noChangeArrowheads="1" noTextEdit="1"/>
          </p:cNvSpPr>
          <p:nvPr>
            <p:ph type="sldImg"/>
          </p:nvPr>
        </p:nvSpPr>
        <p:spPr>
          <a:ln/>
        </p:spPr>
      </p:sp>
      <p:sp>
        <p:nvSpPr>
          <p:cNvPr id="5124" name="Rectangle 3">
            <a:extLst>
              <a:ext uri="{FF2B5EF4-FFF2-40B4-BE49-F238E27FC236}">
                <a16:creationId xmlns:a16="http://schemas.microsoft.com/office/drawing/2014/main" id="{3F1A03C5-DDA8-39CC-CFAB-CBF68C798337}"/>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a:extLst>
              <a:ext uri="{FF2B5EF4-FFF2-40B4-BE49-F238E27FC236}">
                <a16:creationId xmlns:a16="http://schemas.microsoft.com/office/drawing/2014/main" id="{B8517FBA-40BD-3FF0-3D40-770132E2916D}"/>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6937B11E-978F-4407-BF6E-465E3EECFD26}" type="slidenum">
              <a:rPr lang="en-US" altLang="en-US" sz="1200" b="0" smtClean="0">
                <a:latin typeface="Times New Roman" panose="02020603050405020304" pitchFamily="18" charset="0"/>
              </a:rPr>
              <a:pPr/>
              <a:t>2</a:t>
            </a:fld>
            <a:endParaRPr lang="en-US" altLang="en-US" sz="1200" b="0">
              <a:latin typeface="Times New Roman" panose="02020603050405020304" pitchFamily="18" charset="0"/>
            </a:endParaRPr>
          </a:p>
        </p:txBody>
      </p:sp>
      <p:sp>
        <p:nvSpPr>
          <p:cNvPr id="7171" name="Rectangle 2">
            <a:extLst>
              <a:ext uri="{FF2B5EF4-FFF2-40B4-BE49-F238E27FC236}">
                <a16:creationId xmlns:a16="http://schemas.microsoft.com/office/drawing/2014/main" id="{53D95DF9-7461-CA39-832D-ED0524999E8E}"/>
              </a:ext>
            </a:extLst>
          </p:cNvPr>
          <p:cNvSpPr>
            <a:spLocks noGrp="1" noRot="1" noChangeAspect="1" noChangeArrowheads="1" noTextEdit="1"/>
          </p:cNvSpPr>
          <p:nvPr>
            <p:ph type="sldImg"/>
          </p:nvPr>
        </p:nvSpPr>
        <p:spPr>
          <a:ln/>
        </p:spPr>
      </p:sp>
      <p:sp>
        <p:nvSpPr>
          <p:cNvPr id="7172" name="Rectangle 3">
            <a:extLst>
              <a:ext uri="{FF2B5EF4-FFF2-40B4-BE49-F238E27FC236}">
                <a16:creationId xmlns:a16="http://schemas.microsoft.com/office/drawing/2014/main" id="{09A2CFA7-6205-EAF8-B946-C7A1194D8461}"/>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a:extLst>
              <a:ext uri="{FF2B5EF4-FFF2-40B4-BE49-F238E27FC236}">
                <a16:creationId xmlns:a16="http://schemas.microsoft.com/office/drawing/2014/main" id="{07E70A0B-391C-9DC5-95CA-748218984177}"/>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F41DDBBF-3BDB-453A-A2C4-55422CC4A953}" type="slidenum">
              <a:rPr lang="en-US" altLang="en-US" sz="1200" b="0" smtClean="0">
                <a:latin typeface="Times New Roman" panose="02020603050405020304" pitchFamily="18" charset="0"/>
              </a:rPr>
              <a:pPr/>
              <a:t>3</a:t>
            </a:fld>
            <a:endParaRPr lang="en-US" altLang="en-US" sz="1200" b="0">
              <a:latin typeface="Times New Roman" panose="02020603050405020304" pitchFamily="18" charset="0"/>
            </a:endParaRPr>
          </a:p>
        </p:txBody>
      </p:sp>
      <p:sp>
        <p:nvSpPr>
          <p:cNvPr id="9219" name="Rectangle 2">
            <a:extLst>
              <a:ext uri="{FF2B5EF4-FFF2-40B4-BE49-F238E27FC236}">
                <a16:creationId xmlns:a16="http://schemas.microsoft.com/office/drawing/2014/main" id="{5038091C-FA0F-89F8-6ACD-7B2AE0568476}"/>
              </a:ext>
            </a:extLst>
          </p:cNvPr>
          <p:cNvSpPr>
            <a:spLocks noGrp="1" noRot="1" noChangeAspect="1" noChangeArrowheads="1" noTextEdit="1"/>
          </p:cNvSpPr>
          <p:nvPr>
            <p:ph type="sldImg"/>
          </p:nvPr>
        </p:nvSpPr>
        <p:spPr>
          <a:ln/>
        </p:spPr>
      </p:sp>
      <p:sp>
        <p:nvSpPr>
          <p:cNvPr id="9220" name="Rectangle 3">
            <a:extLst>
              <a:ext uri="{FF2B5EF4-FFF2-40B4-BE49-F238E27FC236}">
                <a16:creationId xmlns:a16="http://schemas.microsoft.com/office/drawing/2014/main" id="{C24E3061-4DE4-35D9-595B-A580EC28BD1A}"/>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a:extLst>
              <a:ext uri="{FF2B5EF4-FFF2-40B4-BE49-F238E27FC236}">
                <a16:creationId xmlns:a16="http://schemas.microsoft.com/office/drawing/2014/main" id="{0090D2CA-1C23-696B-66EC-B56F06693860}"/>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4E2B6DF2-56B7-426D-8830-B3F02ACF30FA}" type="slidenum">
              <a:rPr lang="en-US" altLang="en-US" sz="1200" b="0" smtClean="0">
                <a:latin typeface="Times New Roman" panose="02020603050405020304" pitchFamily="18" charset="0"/>
              </a:rPr>
              <a:pPr/>
              <a:t>5</a:t>
            </a:fld>
            <a:endParaRPr lang="en-US" altLang="en-US" sz="1200" b="0">
              <a:latin typeface="Times New Roman" panose="02020603050405020304" pitchFamily="18" charset="0"/>
            </a:endParaRPr>
          </a:p>
        </p:txBody>
      </p:sp>
      <p:sp>
        <p:nvSpPr>
          <p:cNvPr id="12291" name="Rectangle 2">
            <a:extLst>
              <a:ext uri="{FF2B5EF4-FFF2-40B4-BE49-F238E27FC236}">
                <a16:creationId xmlns:a16="http://schemas.microsoft.com/office/drawing/2014/main" id="{B673D1C4-73F3-7CF9-1692-633E6F0412D6}"/>
              </a:ext>
            </a:extLst>
          </p:cNvPr>
          <p:cNvSpPr>
            <a:spLocks noGrp="1" noRot="1" noChangeAspect="1" noChangeArrowheads="1" noTextEdit="1"/>
          </p:cNvSpPr>
          <p:nvPr>
            <p:ph type="sldImg"/>
          </p:nvPr>
        </p:nvSpPr>
        <p:spPr>
          <a:ln/>
        </p:spPr>
      </p:sp>
      <p:sp>
        <p:nvSpPr>
          <p:cNvPr id="12292" name="Rectangle 3">
            <a:extLst>
              <a:ext uri="{FF2B5EF4-FFF2-40B4-BE49-F238E27FC236}">
                <a16:creationId xmlns:a16="http://schemas.microsoft.com/office/drawing/2014/main" id="{7A73EEFF-D9C9-887C-8E16-3D456C14A018}"/>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a:extLst>
              <a:ext uri="{FF2B5EF4-FFF2-40B4-BE49-F238E27FC236}">
                <a16:creationId xmlns:a16="http://schemas.microsoft.com/office/drawing/2014/main" id="{2189A8B6-81D8-AE63-0918-660051D57E72}"/>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9D0B99D1-6A4F-41DB-8331-4DC017145164}" type="slidenum">
              <a:rPr lang="en-US" altLang="en-US" sz="1200" b="0" smtClean="0">
                <a:latin typeface="Times New Roman" panose="02020603050405020304" pitchFamily="18" charset="0"/>
              </a:rPr>
              <a:pPr/>
              <a:t>6</a:t>
            </a:fld>
            <a:endParaRPr lang="en-US" altLang="en-US" sz="1200" b="0">
              <a:latin typeface="Times New Roman" panose="02020603050405020304" pitchFamily="18" charset="0"/>
            </a:endParaRPr>
          </a:p>
        </p:txBody>
      </p:sp>
      <p:sp>
        <p:nvSpPr>
          <p:cNvPr id="14339" name="Rectangle 2">
            <a:extLst>
              <a:ext uri="{FF2B5EF4-FFF2-40B4-BE49-F238E27FC236}">
                <a16:creationId xmlns:a16="http://schemas.microsoft.com/office/drawing/2014/main" id="{CEB4E868-BED2-AB33-9263-068B749D54FA}"/>
              </a:ext>
            </a:extLst>
          </p:cNvPr>
          <p:cNvSpPr>
            <a:spLocks noGrp="1" noRot="1" noChangeAspect="1" noChangeArrowheads="1" noTextEdit="1"/>
          </p:cNvSpPr>
          <p:nvPr>
            <p:ph type="sldImg"/>
          </p:nvPr>
        </p:nvSpPr>
        <p:spPr>
          <a:ln/>
        </p:spPr>
      </p:sp>
      <p:sp>
        <p:nvSpPr>
          <p:cNvPr id="14340" name="Rectangle 3">
            <a:extLst>
              <a:ext uri="{FF2B5EF4-FFF2-40B4-BE49-F238E27FC236}">
                <a16:creationId xmlns:a16="http://schemas.microsoft.com/office/drawing/2014/main" id="{CDD9A352-653E-3196-5E6C-667F69CEE5CC}"/>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a:extLst>
              <a:ext uri="{FF2B5EF4-FFF2-40B4-BE49-F238E27FC236}">
                <a16:creationId xmlns:a16="http://schemas.microsoft.com/office/drawing/2014/main" id="{56ADFD04-BEDE-ABFB-5262-053ACD14FE4E}"/>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21C4FFE7-8AB4-4697-A0F4-05DF4D361662}" type="slidenum">
              <a:rPr lang="en-US" altLang="en-US" sz="1200" b="0" smtClean="0">
                <a:latin typeface="Times New Roman" panose="02020603050405020304" pitchFamily="18" charset="0"/>
              </a:rPr>
              <a:pPr/>
              <a:t>7</a:t>
            </a:fld>
            <a:endParaRPr lang="en-US" altLang="en-US" sz="1200" b="0">
              <a:latin typeface="Times New Roman" panose="02020603050405020304" pitchFamily="18" charset="0"/>
            </a:endParaRPr>
          </a:p>
        </p:txBody>
      </p:sp>
      <p:sp>
        <p:nvSpPr>
          <p:cNvPr id="16387" name="Rectangle 2">
            <a:extLst>
              <a:ext uri="{FF2B5EF4-FFF2-40B4-BE49-F238E27FC236}">
                <a16:creationId xmlns:a16="http://schemas.microsoft.com/office/drawing/2014/main" id="{6E1F3711-891C-3E7B-E328-368DCFDB8A57}"/>
              </a:ext>
            </a:extLst>
          </p:cNvPr>
          <p:cNvSpPr>
            <a:spLocks noGrp="1" noRot="1" noChangeAspect="1" noChangeArrowheads="1" noTextEdit="1"/>
          </p:cNvSpPr>
          <p:nvPr>
            <p:ph type="sldImg"/>
          </p:nvPr>
        </p:nvSpPr>
        <p:spPr>
          <a:ln/>
        </p:spPr>
      </p:sp>
      <p:sp>
        <p:nvSpPr>
          <p:cNvPr id="16388" name="Rectangle 3">
            <a:extLst>
              <a:ext uri="{FF2B5EF4-FFF2-40B4-BE49-F238E27FC236}">
                <a16:creationId xmlns:a16="http://schemas.microsoft.com/office/drawing/2014/main" id="{56CF4203-5EE5-246D-8E8D-2CF3DF2FA14C}"/>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a:extLst>
              <a:ext uri="{FF2B5EF4-FFF2-40B4-BE49-F238E27FC236}">
                <a16:creationId xmlns:a16="http://schemas.microsoft.com/office/drawing/2014/main" id="{99A8014E-93EE-889A-F269-852E4FCE0B43}"/>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AEA2E0B4-30F9-4078-B390-A63C164706EF}" type="slidenum">
              <a:rPr lang="en-US" altLang="en-US" sz="1200" b="0" smtClean="0">
                <a:latin typeface="Times New Roman" panose="02020603050405020304" pitchFamily="18" charset="0"/>
              </a:rPr>
              <a:pPr/>
              <a:t>8</a:t>
            </a:fld>
            <a:endParaRPr lang="en-US" altLang="en-US" sz="1200" b="0">
              <a:latin typeface="Times New Roman" panose="02020603050405020304" pitchFamily="18" charset="0"/>
            </a:endParaRPr>
          </a:p>
        </p:txBody>
      </p:sp>
      <p:sp>
        <p:nvSpPr>
          <p:cNvPr id="18435" name="Rectangle 2">
            <a:extLst>
              <a:ext uri="{FF2B5EF4-FFF2-40B4-BE49-F238E27FC236}">
                <a16:creationId xmlns:a16="http://schemas.microsoft.com/office/drawing/2014/main" id="{04D2D083-5031-A522-8090-8414A77464D6}"/>
              </a:ext>
            </a:extLst>
          </p:cNvPr>
          <p:cNvSpPr>
            <a:spLocks noGrp="1" noRot="1" noChangeAspect="1" noChangeArrowheads="1" noTextEdit="1"/>
          </p:cNvSpPr>
          <p:nvPr>
            <p:ph type="sldImg"/>
          </p:nvPr>
        </p:nvSpPr>
        <p:spPr>
          <a:ln/>
        </p:spPr>
      </p:sp>
      <p:sp>
        <p:nvSpPr>
          <p:cNvPr id="18436" name="Rectangle 3">
            <a:extLst>
              <a:ext uri="{FF2B5EF4-FFF2-40B4-BE49-F238E27FC236}">
                <a16:creationId xmlns:a16="http://schemas.microsoft.com/office/drawing/2014/main" id="{3F33609B-C31D-01D7-1EE3-B7F1999AAF62}"/>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a:extLst>
              <a:ext uri="{FF2B5EF4-FFF2-40B4-BE49-F238E27FC236}">
                <a16:creationId xmlns:a16="http://schemas.microsoft.com/office/drawing/2014/main" id="{E6607E56-2178-4C82-629C-1EDCCC8EAD3C}"/>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8403AB3B-A675-48F1-81D1-712E3F73C5A8}" type="slidenum">
              <a:rPr lang="en-US" altLang="en-US" sz="1200" b="0" smtClean="0">
                <a:latin typeface="Times New Roman" panose="02020603050405020304" pitchFamily="18" charset="0"/>
              </a:rPr>
              <a:pPr/>
              <a:t>9</a:t>
            </a:fld>
            <a:endParaRPr lang="en-US" altLang="en-US" sz="1200" b="0">
              <a:latin typeface="Times New Roman" panose="02020603050405020304" pitchFamily="18" charset="0"/>
            </a:endParaRPr>
          </a:p>
        </p:txBody>
      </p:sp>
      <p:sp>
        <p:nvSpPr>
          <p:cNvPr id="20483" name="Rectangle 2">
            <a:extLst>
              <a:ext uri="{FF2B5EF4-FFF2-40B4-BE49-F238E27FC236}">
                <a16:creationId xmlns:a16="http://schemas.microsoft.com/office/drawing/2014/main" id="{5DB7BBFC-B9E9-5C05-0C81-96EA37ABC7FB}"/>
              </a:ext>
            </a:extLst>
          </p:cNvPr>
          <p:cNvSpPr>
            <a:spLocks noGrp="1" noRot="1" noChangeAspect="1" noChangeArrowheads="1" noTextEdit="1"/>
          </p:cNvSpPr>
          <p:nvPr>
            <p:ph type="sldImg"/>
          </p:nvPr>
        </p:nvSpPr>
        <p:spPr>
          <a:ln/>
        </p:spPr>
      </p:sp>
      <p:sp>
        <p:nvSpPr>
          <p:cNvPr id="20484" name="Rectangle 3">
            <a:extLst>
              <a:ext uri="{FF2B5EF4-FFF2-40B4-BE49-F238E27FC236}">
                <a16:creationId xmlns:a16="http://schemas.microsoft.com/office/drawing/2014/main" id="{ADE060DF-B2FC-739D-9581-5F55C9FEE0B9}"/>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a:extLst>
              <a:ext uri="{FF2B5EF4-FFF2-40B4-BE49-F238E27FC236}">
                <a16:creationId xmlns:a16="http://schemas.microsoft.com/office/drawing/2014/main" id="{F9CD38E0-AD66-B49E-3D4A-B57D7DF51E8A}"/>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C7CD3EB9-7DDC-46E9-B268-F0BA2B16A12A}" type="slidenum">
              <a:rPr lang="en-US" altLang="en-US" sz="1200" b="0" smtClean="0">
                <a:latin typeface="Times New Roman" panose="02020603050405020304" pitchFamily="18" charset="0"/>
              </a:rPr>
              <a:pPr/>
              <a:t>10</a:t>
            </a:fld>
            <a:endParaRPr lang="en-US" altLang="en-US" sz="1200" b="0">
              <a:latin typeface="Times New Roman" panose="02020603050405020304" pitchFamily="18" charset="0"/>
            </a:endParaRPr>
          </a:p>
        </p:txBody>
      </p:sp>
      <p:sp>
        <p:nvSpPr>
          <p:cNvPr id="22531" name="Rectangle 2">
            <a:extLst>
              <a:ext uri="{FF2B5EF4-FFF2-40B4-BE49-F238E27FC236}">
                <a16:creationId xmlns:a16="http://schemas.microsoft.com/office/drawing/2014/main" id="{7B17260B-BD89-8F47-2C6D-44B6FA925B16}"/>
              </a:ext>
            </a:extLst>
          </p:cNvPr>
          <p:cNvSpPr>
            <a:spLocks noGrp="1" noRot="1" noChangeAspect="1" noChangeArrowheads="1" noTextEdit="1"/>
          </p:cNvSpPr>
          <p:nvPr>
            <p:ph type="sldImg"/>
          </p:nvPr>
        </p:nvSpPr>
        <p:spPr>
          <a:ln/>
        </p:spPr>
      </p:sp>
      <p:sp>
        <p:nvSpPr>
          <p:cNvPr id="22532" name="Rectangle 3">
            <a:extLst>
              <a:ext uri="{FF2B5EF4-FFF2-40B4-BE49-F238E27FC236}">
                <a16:creationId xmlns:a16="http://schemas.microsoft.com/office/drawing/2014/main" id="{6B3D1940-7794-36A8-DC0A-A76A223B0BE9}"/>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a:extLst>
              <a:ext uri="{FF2B5EF4-FFF2-40B4-BE49-F238E27FC236}">
                <a16:creationId xmlns:a16="http://schemas.microsoft.com/office/drawing/2014/main" id="{D39D4F77-F3F6-C8BD-36FC-A51BA9552E8C}"/>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C26D6B96-2579-490A-8D9D-E93BDEFDD9F7}" type="slidenum">
              <a:rPr lang="en-US" altLang="en-US" sz="1200" b="0" smtClean="0">
                <a:latin typeface="Times New Roman" panose="02020603050405020304" pitchFamily="18" charset="0"/>
              </a:rPr>
              <a:pPr/>
              <a:t>15</a:t>
            </a:fld>
            <a:endParaRPr lang="en-US" altLang="en-US" sz="1200" b="0">
              <a:latin typeface="Times New Roman" panose="02020603050405020304" pitchFamily="18" charset="0"/>
            </a:endParaRPr>
          </a:p>
        </p:txBody>
      </p:sp>
      <p:sp>
        <p:nvSpPr>
          <p:cNvPr id="28675" name="Rectangle 2">
            <a:extLst>
              <a:ext uri="{FF2B5EF4-FFF2-40B4-BE49-F238E27FC236}">
                <a16:creationId xmlns:a16="http://schemas.microsoft.com/office/drawing/2014/main" id="{69C406A2-79B7-74DF-29C6-278936E64CA0}"/>
              </a:ext>
            </a:extLst>
          </p:cNvPr>
          <p:cNvSpPr>
            <a:spLocks noGrp="1" noRot="1" noChangeAspect="1" noChangeArrowheads="1" noTextEdit="1"/>
          </p:cNvSpPr>
          <p:nvPr>
            <p:ph type="sldImg"/>
          </p:nvPr>
        </p:nvSpPr>
        <p:spPr>
          <a:ln/>
        </p:spPr>
      </p:sp>
      <p:sp>
        <p:nvSpPr>
          <p:cNvPr id="28676" name="Rectangle 3">
            <a:extLst>
              <a:ext uri="{FF2B5EF4-FFF2-40B4-BE49-F238E27FC236}">
                <a16:creationId xmlns:a16="http://schemas.microsoft.com/office/drawing/2014/main" id="{99DE1C68-75F4-35ED-1766-A1113D3196E1}"/>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a:extLst>
              <a:ext uri="{FF2B5EF4-FFF2-40B4-BE49-F238E27FC236}">
                <a16:creationId xmlns:a16="http://schemas.microsoft.com/office/drawing/2014/main" id="{44DE17D5-267A-5857-AD30-F7B07734CD7B}"/>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8ED3C2EF-298B-4BB1-934B-C76661162A83}" type="slidenum">
              <a:rPr lang="en-US" altLang="en-US" sz="1200" b="0" smtClean="0">
                <a:latin typeface="Times New Roman" panose="02020603050405020304" pitchFamily="18" charset="0"/>
              </a:rPr>
              <a:pPr/>
              <a:t>16</a:t>
            </a:fld>
            <a:endParaRPr lang="en-US" altLang="en-US" sz="1200" b="0">
              <a:latin typeface="Times New Roman" panose="02020603050405020304" pitchFamily="18" charset="0"/>
            </a:endParaRPr>
          </a:p>
        </p:txBody>
      </p:sp>
      <p:sp>
        <p:nvSpPr>
          <p:cNvPr id="30723" name="Rectangle 2">
            <a:extLst>
              <a:ext uri="{FF2B5EF4-FFF2-40B4-BE49-F238E27FC236}">
                <a16:creationId xmlns:a16="http://schemas.microsoft.com/office/drawing/2014/main" id="{FE746C04-0BFA-62C5-B981-C624C3449926}"/>
              </a:ext>
            </a:extLst>
          </p:cNvPr>
          <p:cNvSpPr>
            <a:spLocks noGrp="1" noRot="1" noChangeAspect="1" noChangeArrowheads="1" noTextEdit="1"/>
          </p:cNvSpPr>
          <p:nvPr>
            <p:ph type="sldImg"/>
          </p:nvPr>
        </p:nvSpPr>
        <p:spPr>
          <a:ln/>
        </p:spPr>
      </p:sp>
      <p:sp>
        <p:nvSpPr>
          <p:cNvPr id="30724" name="Rectangle 3">
            <a:extLst>
              <a:ext uri="{FF2B5EF4-FFF2-40B4-BE49-F238E27FC236}">
                <a16:creationId xmlns:a16="http://schemas.microsoft.com/office/drawing/2014/main" id="{4B985C20-1588-7955-DACE-E3035C9AC607}"/>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a:extLst>
              <a:ext uri="{FF2B5EF4-FFF2-40B4-BE49-F238E27FC236}">
                <a16:creationId xmlns:a16="http://schemas.microsoft.com/office/drawing/2014/main" id="{1B1E7073-69E6-C753-ED0F-B26BD84800F0}"/>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20FB076B-9925-4145-ACC1-8F749EFB77A8}" type="slidenum">
              <a:rPr lang="en-US" altLang="en-US" sz="1200" b="0" smtClean="0">
                <a:latin typeface="Times New Roman" panose="02020603050405020304" pitchFamily="18" charset="0"/>
              </a:rPr>
              <a:pPr/>
              <a:t>21</a:t>
            </a:fld>
            <a:endParaRPr lang="en-US" altLang="en-US" sz="1200" b="0">
              <a:latin typeface="Times New Roman" panose="02020603050405020304" pitchFamily="18" charset="0"/>
            </a:endParaRPr>
          </a:p>
        </p:txBody>
      </p:sp>
      <p:sp>
        <p:nvSpPr>
          <p:cNvPr id="36867" name="Rectangle 2">
            <a:extLst>
              <a:ext uri="{FF2B5EF4-FFF2-40B4-BE49-F238E27FC236}">
                <a16:creationId xmlns:a16="http://schemas.microsoft.com/office/drawing/2014/main" id="{24E86EF0-47B7-971F-C198-ACA3FE8BFB4C}"/>
              </a:ext>
            </a:extLst>
          </p:cNvPr>
          <p:cNvSpPr>
            <a:spLocks noGrp="1" noRot="1" noChangeAspect="1" noChangeArrowheads="1" noTextEdit="1"/>
          </p:cNvSpPr>
          <p:nvPr>
            <p:ph type="sldImg"/>
          </p:nvPr>
        </p:nvSpPr>
        <p:spPr>
          <a:ln/>
        </p:spPr>
      </p:sp>
      <p:sp>
        <p:nvSpPr>
          <p:cNvPr id="36868" name="Rectangle 3">
            <a:extLst>
              <a:ext uri="{FF2B5EF4-FFF2-40B4-BE49-F238E27FC236}">
                <a16:creationId xmlns:a16="http://schemas.microsoft.com/office/drawing/2014/main" id="{91693914-5F2D-9932-DB3C-1DF244EF9021}"/>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a:extLst>
              <a:ext uri="{FF2B5EF4-FFF2-40B4-BE49-F238E27FC236}">
                <a16:creationId xmlns:a16="http://schemas.microsoft.com/office/drawing/2014/main" id="{CA61D85B-3055-C5CA-7B4A-19C09BBBC288}"/>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5BF21D12-CDCB-4AC7-A1CB-3633401CEE1C}" type="slidenum">
              <a:rPr lang="en-US" altLang="en-US" sz="1200" b="0" smtClean="0">
                <a:latin typeface="Times New Roman" panose="02020603050405020304" pitchFamily="18" charset="0"/>
              </a:rPr>
              <a:pPr/>
              <a:t>24</a:t>
            </a:fld>
            <a:endParaRPr lang="en-US" altLang="en-US" sz="1200" b="0">
              <a:latin typeface="Times New Roman" panose="02020603050405020304" pitchFamily="18" charset="0"/>
            </a:endParaRPr>
          </a:p>
        </p:txBody>
      </p:sp>
      <p:sp>
        <p:nvSpPr>
          <p:cNvPr id="39939" name="Rectangle 2">
            <a:extLst>
              <a:ext uri="{FF2B5EF4-FFF2-40B4-BE49-F238E27FC236}">
                <a16:creationId xmlns:a16="http://schemas.microsoft.com/office/drawing/2014/main" id="{46F2010E-2606-8B60-921B-2C6024134437}"/>
              </a:ext>
            </a:extLst>
          </p:cNvPr>
          <p:cNvSpPr>
            <a:spLocks noGrp="1" noRot="1" noChangeAspect="1" noChangeArrowheads="1" noTextEdit="1"/>
          </p:cNvSpPr>
          <p:nvPr>
            <p:ph type="sldImg"/>
          </p:nvPr>
        </p:nvSpPr>
        <p:spPr>
          <a:ln/>
        </p:spPr>
      </p:sp>
      <p:sp>
        <p:nvSpPr>
          <p:cNvPr id="39940" name="Rectangle 3">
            <a:extLst>
              <a:ext uri="{FF2B5EF4-FFF2-40B4-BE49-F238E27FC236}">
                <a16:creationId xmlns:a16="http://schemas.microsoft.com/office/drawing/2014/main" id="{38843492-3B13-0C93-7531-E0A177621467}"/>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a:extLst>
              <a:ext uri="{FF2B5EF4-FFF2-40B4-BE49-F238E27FC236}">
                <a16:creationId xmlns:a16="http://schemas.microsoft.com/office/drawing/2014/main" id="{789A3222-DC20-91D1-4493-D779FEEF2DC1}"/>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A7EC7D51-C8C0-4E5E-992B-41B1ED918BFE}" type="slidenum">
              <a:rPr lang="en-US" altLang="en-US" sz="1200" b="0" smtClean="0">
                <a:latin typeface="Times New Roman" panose="02020603050405020304" pitchFamily="18" charset="0"/>
              </a:rPr>
              <a:pPr/>
              <a:t>25</a:t>
            </a:fld>
            <a:endParaRPr lang="en-US" altLang="en-US" sz="1200" b="0">
              <a:latin typeface="Times New Roman" panose="02020603050405020304" pitchFamily="18" charset="0"/>
            </a:endParaRPr>
          </a:p>
        </p:txBody>
      </p:sp>
      <p:sp>
        <p:nvSpPr>
          <p:cNvPr id="41987" name="Rectangle 2">
            <a:extLst>
              <a:ext uri="{FF2B5EF4-FFF2-40B4-BE49-F238E27FC236}">
                <a16:creationId xmlns:a16="http://schemas.microsoft.com/office/drawing/2014/main" id="{359FA321-607D-CD48-0E76-C3A955652506}"/>
              </a:ext>
            </a:extLst>
          </p:cNvPr>
          <p:cNvSpPr>
            <a:spLocks noGrp="1" noRot="1" noChangeAspect="1" noChangeArrowheads="1" noTextEdit="1"/>
          </p:cNvSpPr>
          <p:nvPr>
            <p:ph type="sldImg"/>
          </p:nvPr>
        </p:nvSpPr>
        <p:spPr>
          <a:ln/>
        </p:spPr>
      </p:sp>
      <p:sp>
        <p:nvSpPr>
          <p:cNvPr id="41988" name="Rectangle 3">
            <a:extLst>
              <a:ext uri="{FF2B5EF4-FFF2-40B4-BE49-F238E27FC236}">
                <a16:creationId xmlns:a16="http://schemas.microsoft.com/office/drawing/2014/main" id="{C0C52D97-0547-B091-75F7-CCAD524335FE}"/>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a:extLst>
              <a:ext uri="{FF2B5EF4-FFF2-40B4-BE49-F238E27FC236}">
                <a16:creationId xmlns:a16="http://schemas.microsoft.com/office/drawing/2014/main" id="{A3123BDF-76A4-0C07-9972-9CCFA876F668}"/>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0D859C81-B932-4943-A412-A0A5C1E04F7D}" type="slidenum">
              <a:rPr lang="en-US" altLang="en-US" sz="1200" b="0" smtClean="0">
                <a:latin typeface="Times New Roman" panose="02020603050405020304" pitchFamily="18" charset="0"/>
              </a:rPr>
              <a:pPr/>
              <a:t>26</a:t>
            </a:fld>
            <a:endParaRPr lang="en-US" altLang="en-US" sz="1200" b="0">
              <a:latin typeface="Times New Roman" panose="02020603050405020304" pitchFamily="18" charset="0"/>
            </a:endParaRPr>
          </a:p>
        </p:txBody>
      </p:sp>
      <p:sp>
        <p:nvSpPr>
          <p:cNvPr id="44035" name="Rectangle 2">
            <a:extLst>
              <a:ext uri="{FF2B5EF4-FFF2-40B4-BE49-F238E27FC236}">
                <a16:creationId xmlns:a16="http://schemas.microsoft.com/office/drawing/2014/main" id="{4196AADD-F270-A76A-CD9A-5F9DA61A2915}"/>
              </a:ext>
            </a:extLst>
          </p:cNvPr>
          <p:cNvSpPr>
            <a:spLocks noGrp="1" noRot="1" noChangeAspect="1" noChangeArrowheads="1" noTextEdit="1"/>
          </p:cNvSpPr>
          <p:nvPr>
            <p:ph type="sldImg"/>
          </p:nvPr>
        </p:nvSpPr>
        <p:spPr>
          <a:ln/>
        </p:spPr>
      </p:sp>
      <p:sp>
        <p:nvSpPr>
          <p:cNvPr id="44036" name="Rectangle 3">
            <a:extLst>
              <a:ext uri="{FF2B5EF4-FFF2-40B4-BE49-F238E27FC236}">
                <a16:creationId xmlns:a16="http://schemas.microsoft.com/office/drawing/2014/main" id="{ED33602B-3A38-2DBC-CC7A-C1F6CFD04066}"/>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a:extLst>
              <a:ext uri="{FF2B5EF4-FFF2-40B4-BE49-F238E27FC236}">
                <a16:creationId xmlns:a16="http://schemas.microsoft.com/office/drawing/2014/main" id="{981BB484-755F-8BF1-AB24-8287663B0EE6}"/>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CC8BAFD4-4F4C-44AC-A42F-489A790A5F21}" type="slidenum">
              <a:rPr lang="en-US" altLang="en-US" sz="1200" b="0" smtClean="0">
                <a:latin typeface="Times New Roman" panose="02020603050405020304" pitchFamily="18" charset="0"/>
              </a:rPr>
              <a:pPr/>
              <a:t>27</a:t>
            </a:fld>
            <a:endParaRPr lang="en-US" altLang="en-US" sz="1200" b="0">
              <a:latin typeface="Times New Roman" panose="02020603050405020304" pitchFamily="18" charset="0"/>
            </a:endParaRPr>
          </a:p>
        </p:txBody>
      </p:sp>
      <p:sp>
        <p:nvSpPr>
          <p:cNvPr id="46083" name="Rectangle 2">
            <a:extLst>
              <a:ext uri="{FF2B5EF4-FFF2-40B4-BE49-F238E27FC236}">
                <a16:creationId xmlns:a16="http://schemas.microsoft.com/office/drawing/2014/main" id="{28219BEB-7BCE-1A41-B13E-E29639A15F33}"/>
              </a:ext>
            </a:extLst>
          </p:cNvPr>
          <p:cNvSpPr>
            <a:spLocks noGrp="1" noRot="1" noChangeAspect="1" noChangeArrowheads="1" noTextEdit="1"/>
          </p:cNvSpPr>
          <p:nvPr>
            <p:ph type="sldImg"/>
          </p:nvPr>
        </p:nvSpPr>
        <p:spPr>
          <a:ln/>
        </p:spPr>
      </p:sp>
      <p:sp>
        <p:nvSpPr>
          <p:cNvPr id="46084" name="Rectangle 3">
            <a:extLst>
              <a:ext uri="{FF2B5EF4-FFF2-40B4-BE49-F238E27FC236}">
                <a16:creationId xmlns:a16="http://schemas.microsoft.com/office/drawing/2014/main" id="{FF2DCEA3-54B4-F3C3-CBDB-4EF84C196DD0}"/>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a:extLst>
              <a:ext uri="{FF2B5EF4-FFF2-40B4-BE49-F238E27FC236}">
                <a16:creationId xmlns:a16="http://schemas.microsoft.com/office/drawing/2014/main" id="{2497EF28-48FC-E836-42E6-9DB1CB032E38}"/>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546EC9BC-08B1-467B-B6D0-A0943FB32E73}" type="slidenum">
              <a:rPr lang="en-US" altLang="en-US" sz="1200" b="0" smtClean="0">
                <a:latin typeface="Times New Roman" panose="02020603050405020304" pitchFamily="18" charset="0"/>
              </a:rPr>
              <a:pPr/>
              <a:t>28</a:t>
            </a:fld>
            <a:endParaRPr lang="en-US" altLang="en-US" sz="1200" b="0">
              <a:latin typeface="Times New Roman" panose="02020603050405020304" pitchFamily="18" charset="0"/>
            </a:endParaRPr>
          </a:p>
        </p:txBody>
      </p:sp>
      <p:sp>
        <p:nvSpPr>
          <p:cNvPr id="48131" name="Rectangle 2">
            <a:extLst>
              <a:ext uri="{FF2B5EF4-FFF2-40B4-BE49-F238E27FC236}">
                <a16:creationId xmlns:a16="http://schemas.microsoft.com/office/drawing/2014/main" id="{E59FC2FD-E893-7B38-96D2-1C2F62F3CCEE}"/>
              </a:ext>
            </a:extLst>
          </p:cNvPr>
          <p:cNvSpPr>
            <a:spLocks noGrp="1" noRot="1" noChangeAspect="1" noChangeArrowheads="1" noTextEdit="1"/>
          </p:cNvSpPr>
          <p:nvPr>
            <p:ph type="sldImg"/>
          </p:nvPr>
        </p:nvSpPr>
        <p:spPr>
          <a:ln/>
        </p:spPr>
      </p:sp>
      <p:sp>
        <p:nvSpPr>
          <p:cNvPr id="48132" name="Rectangle 3">
            <a:extLst>
              <a:ext uri="{FF2B5EF4-FFF2-40B4-BE49-F238E27FC236}">
                <a16:creationId xmlns:a16="http://schemas.microsoft.com/office/drawing/2014/main" id="{45D4CB99-8F03-6E37-8AE1-8E52A3776534}"/>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a:extLst>
              <a:ext uri="{FF2B5EF4-FFF2-40B4-BE49-F238E27FC236}">
                <a16:creationId xmlns:a16="http://schemas.microsoft.com/office/drawing/2014/main" id="{E0BC4240-BFD4-DBD5-5DD8-B183A130B0AF}"/>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A64640FE-67DD-4736-8F1F-D2AF1506EDEB}" type="slidenum">
              <a:rPr lang="en-US" altLang="en-US" sz="1200" b="0" smtClean="0">
                <a:latin typeface="Times New Roman" panose="02020603050405020304" pitchFamily="18" charset="0"/>
              </a:rPr>
              <a:pPr/>
              <a:t>29</a:t>
            </a:fld>
            <a:endParaRPr lang="en-US" altLang="en-US" sz="1200" b="0">
              <a:latin typeface="Times New Roman" panose="02020603050405020304" pitchFamily="18" charset="0"/>
            </a:endParaRPr>
          </a:p>
        </p:txBody>
      </p:sp>
      <p:sp>
        <p:nvSpPr>
          <p:cNvPr id="50179" name="Rectangle 2">
            <a:extLst>
              <a:ext uri="{FF2B5EF4-FFF2-40B4-BE49-F238E27FC236}">
                <a16:creationId xmlns:a16="http://schemas.microsoft.com/office/drawing/2014/main" id="{40AB6EE5-0FCF-A763-A605-A23A543F2506}"/>
              </a:ext>
            </a:extLst>
          </p:cNvPr>
          <p:cNvSpPr>
            <a:spLocks noGrp="1" noRot="1" noChangeAspect="1" noChangeArrowheads="1" noTextEdit="1"/>
          </p:cNvSpPr>
          <p:nvPr>
            <p:ph type="sldImg"/>
          </p:nvPr>
        </p:nvSpPr>
        <p:spPr>
          <a:ln/>
        </p:spPr>
      </p:sp>
      <p:sp>
        <p:nvSpPr>
          <p:cNvPr id="50180" name="Rectangle 3">
            <a:extLst>
              <a:ext uri="{FF2B5EF4-FFF2-40B4-BE49-F238E27FC236}">
                <a16:creationId xmlns:a16="http://schemas.microsoft.com/office/drawing/2014/main" id="{C59EAB85-EAD7-A4A6-A5A7-E70B05CC38B7}"/>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a:extLst>
              <a:ext uri="{FF2B5EF4-FFF2-40B4-BE49-F238E27FC236}">
                <a16:creationId xmlns:a16="http://schemas.microsoft.com/office/drawing/2014/main" id="{0175F31A-BDF2-A9AD-D8F2-7DDD18A462CC}"/>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9826E99F-8F8F-4853-B764-E1A1ED9A5607}" type="slidenum">
              <a:rPr lang="en-US" altLang="en-US" sz="1200" b="0" smtClean="0">
                <a:latin typeface="Times New Roman" panose="02020603050405020304" pitchFamily="18" charset="0"/>
              </a:rPr>
              <a:pPr/>
              <a:t>30</a:t>
            </a:fld>
            <a:endParaRPr lang="en-US" altLang="en-US" sz="1200" b="0">
              <a:latin typeface="Times New Roman" panose="02020603050405020304" pitchFamily="18" charset="0"/>
            </a:endParaRPr>
          </a:p>
        </p:txBody>
      </p:sp>
      <p:sp>
        <p:nvSpPr>
          <p:cNvPr id="52227" name="Rectangle 2">
            <a:extLst>
              <a:ext uri="{FF2B5EF4-FFF2-40B4-BE49-F238E27FC236}">
                <a16:creationId xmlns:a16="http://schemas.microsoft.com/office/drawing/2014/main" id="{F03CAE9B-145C-DB3C-AEE2-7624E695721D}"/>
              </a:ext>
            </a:extLst>
          </p:cNvPr>
          <p:cNvSpPr>
            <a:spLocks noGrp="1" noRot="1" noChangeAspect="1" noChangeArrowheads="1" noTextEdit="1"/>
          </p:cNvSpPr>
          <p:nvPr>
            <p:ph type="sldImg"/>
          </p:nvPr>
        </p:nvSpPr>
        <p:spPr>
          <a:ln/>
        </p:spPr>
      </p:sp>
      <p:sp>
        <p:nvSpPr>
          <p:cNvPr id="52228" name="Rectangle 3">
            <a:extLst>
              <a:ext uri="{FF2B5EF4-FFF2-40B4-BE49-F238E27FC236}">
                <a16:creationId xmlns:a16="http://schemas.microsoft.com/office/drawing/2014/main" id="{9E7C9C55-D572-7889-B07C-D93BEB15071C}"/>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a:extLst>
              <a:ext uri="{FF2B5EF4-FFF2-40B4-BE49-F238E27FC236}">
                <a16:creationId xmlns:a16="http://schemas.microsoft.com/office/drawing/2014/main" id="{269859BC-4B52-755C-6AC4-5C20AE0F030B}"/>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5D8FB8BC-C69A-404F-A276-ABA29FDB2F6D}" type="slidenum">
              <a:rPr lang="en-US" altLang="en-US" sz="1200" b="0" smtClean="0">
                <a:latin typeface="Times New Roman" panose="02020603050405020304" pitchFamily="18" charset="0"/>
              </a:rPr>
              <a:pPr/>
              <a:t>33</a:t>
            </a:fld>
            <a:endParaRPr lang="en-US" altLang="en-US" sz="1200" b="0">
              <a:latin typeface="Times New Roman" panose="02020603050405020304" pitchFamily="18" charset="0"/>
            </a:endParaRPr>
          </a:p>
        </p:txBody>
      </p:sp>
      <p:sp>
        <p:nvSpPr>
          <p:cNvPr id="56323" name="Rectangle 2">
            <a:extLst>
              <a:ext uri="{FF2B5EF4-FFF2-40B4-BE49-F238E27FC236}">
                <a16:creationId xmlns:a16="http://schemas.microsoft.com/office/drawing/2014/main" id="{8B280470-4E44-A83C-7E4C-CD681A98A296}"/>
              </a:ext>
            </a:extLst>
          </p:cNvPr>
          <p:cNvSpPr>
            <a:spLocks noGrp="1" noRot="1" noChangeAspect="1" noChangeArrowheads="1" noTextEdit="1"/>
          </p:cNvSpPr>
          <p:nvPr>
            <p:ph type="sldImg"/>
          </p:nvPr>
        </p:nvSpPr>
        <p:spPr>
          <a:ln/>
        </p:spPr>
      </p:sp>
      <p:sp>
        <p:nvSpPr>
          <p:cNvPr id="56324" name="Rectangle 3">
            <a:extLst>
              <a:ext uri="{FF2B5EF4-FFF2-40B4-BE49-F238E27FC236}">
                <a16:creationId xmlns:a16="http://schemas.microsoft.com/office/drawing/2014/main" id="{9649A21C-193E-6312-4368-FAB3DB9B6747}"/>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a:extLst>
              <a:ext uri="{FF2B5EF4-FFF2-40B4-BE49-F238E27FC236}">
                <a16:creationId xmlns:a16="http://schemas.microsoft.com/office/drawing/2014/main" id="{31501049-8F6A-43DD-AE45-97A0421ABFE5}"/>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09D01C32-E5BD-44D9-858E-953A0DE8C521}" type="slidenum">
              <a:rPr lang="en-US" altLang="en-US" sz="1200" b="0" smtClean="0">
                <a:latin typeface="Times New Roman" panose="02020603050405020304" pitchFamily="18" charset="0"/>
              </a:rPr>
              <a:pPr/>
              <a:t>34</a:t>
            </a:fld>
            <a:endParaRPr lang="en-US" altLang="en-US" sz="1200" b="0">
              <a:latin typeface="Times New Roman" panose="02020603050405020304" pitchFamily="18" charset="0"/>
            </a:endParaRPr>
          </a:p>
        </p:txBody>
      </p:sp>
      <p:sp>
        <p:nvSpPr>
          <p:cNvPr id="58371" name="Rectangle 2">
            <a:extLst>
              <a:ext uri="{FF2B5EF4-FFF2-40B4-BE49-F238E27FC236}">
                <a16:creationId xmlns:a16="http://schemas.microsoft.com/office/drawing/2014/main" id="{630BBDA9-3EA9-9F0B-46E8-16DB6AE248CF}"/>
              </a:ext>
            </a:extLst>
          </p:cNvPr>
          <p:cNvSpPr>
            <a:spLocks noGrp="1" noRot="1" noChangeAspect="1" noChangeArrowheads="1" noTextEdit="1"/>
          </p:cNvSpPr>
          <p:nvPr>
            <p:ph type="sldImg"/>
          </p:nvPr>
        </p:nvSpPr>
        <p:spPr>
          <a:ln/>
        </p:spPr>
      </p:sp>
      <p:sp>
        <p:nvSpPr>
          <p:cNvPr id="58372" name="Rectangle 3">
            <a:extLst>
              <a:ext uri="{FF2B5EF4-FFF2-40B4-BE49-F238E27FC236}">
                <a16:creationId xmlns:a16="http://schemas.microsoft.com/office/drawing/2014/main" id="{8D37BED0-9D4C-C1A3-A7B0-4EA1F66B0486}"/>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a:extLst>
              <a:ext uri="{FF2B5EF4-FFF2-40B4-BE49-F238E27FC236}">
                <a16:creationId xmlns:a16="http://schemas.microsoft.com/office/drawing/2014/main" id="{DF6211FA-2A7D-10CE-1B39-129305FD31EF}"/>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49508C3F-7E76-45D2-A0C7-8DBFD8B0E947}" type="slidenum">
              <a:rPr lang="en-US" altLang="en-US" sz="1200" b="0" smtClean="0">
                <a:latin typeface="Times New Roman" panose="02020603050405020304" pitchFamily="18" charset="0"/>
              </a:rPr>
              <a:pPr/>
              <a:t>35</a:t>
            </a:fld>
            <a:endParaRPr lang="en-US" altLang="en-US" sz="1200" b="0">
              <a:latin typeface="Times New Roman" panose="02020603050405020304" pitchFamily="18" charset="0"/>
            </a:endParaRPr>
          </a:p>
        </p:txBody>
      </p:sp>
      <p:sp>
        <p:nvSpPr>
          <p:cNvPr id="60419" name="Rectangle 2">
            <a:extLst>
              <a:ext uri="{FF2B5EF4-FFF2-40B4-BE49-F238E27FC236}">
                <a16:creationId xmlns:a16="http://schemas.microsoft.com/office/drawing/2014/main" id="{2C8A52D9-945A-B284-9712-BC399621EDC0}"/>
              </a:ext>
            </a:extLst>
          </p:cNvPr>
          <p:cNvSpPr>
            <a:spLocks noGrp="1" noRot="1" noChangeAspect="1" noChangeArrowheads="1" noTextEdit="1"/>
          </p:cNvSpPr>
          <p:nvPr>
            <p:ph type="sldImg"/>
          </p:nvPr>
        </p:nvSpPr>
        <p:spPr>
          <a:ln/>
        </p:spPr>
      </p:sp>
      <p:sp>
        <p:nvSpPr>
          <p:cNvPr id="60420" name="Rectangle 3">
            <a:extLst>
              <a:ext uri="{FF2B5EF4-FFF2-40B4-BE49-F238E27FC236}">
                <a16:creationId xmlns:a16="http://schemas.microsoft.com/office/drawing/2014/main" id="{C376F16A-164D-B0E4-F061-D354552171FB}"/>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a:extLst>
              <a:ext uri="{FF2B5EF4-FFF2-40B4-BE49-F238E27FC236}">
                <a16:creationId xmlns:a16="http://schemas.microsoft.com/office/drawing/2014/main" id="{6E188694-8D2E-F5AB-9B38-FD4A0A3DB868}"/>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98E7BAB9-1918-4DEA-AD72-365DB825DEC4}" type="slidenum">
              <a:rPr lang="en-US" altLang="en-US" sz="1200" b="0" smtClean="0">
                <a:latin typeface="Times New Roman" panose="02020603050405020304" pitchFamily="18" charset="0"/>
              </a:rPr>
              <a:pPr/>
              <a:t>36</a:t>
            </a:fld>
            <a:endParaRPr lang="en-US" altLang="en-US" sz="1200" b="0">
              <a:latin typeface="Times New Roman" panose="02020603050405020304" pitchFamily="18" charset="0"/>
            </a:endParaRPr>
          </a:p>
        </p:txBody>
      </p:sp>
      <p:sp>
        <p:nvSpPr>
          <p:cNvPr id="62467" name="Rectangle 2">
            <a:extLst>
              <a:ext uri="{FF2B5EF4-FFF2-40B4-BE49-F238E27FC236}">
                <a16:creationId xmlns:a16="http://schemas.microsoft.com/office/drawing/2014/main" id="{1BA3A76A-0D80-F06D-8FB4-51C312C70DC6}"/>
              </a:ext>
            </a:extLst>
          </p:cNvPr>
          <p:cNvSpPr>
            <a:spLocks noGrp="1" noRot="1" noChangeAspect="1" noChangeArrowheads="1" noTextEdit="1"/>
          </p:cNvSpPr>
          <p:nvPr>
            <p:ph type="sldImg"/>
          </p:nvPr>
        </p:nvSpPr>
        <p:spPr>
          <a:ln/>
        </p:spPr>
      </p:sp>
      <p:sp>
        <p:nvSpPr>
          <p:cNvPr id="62468" name="Rectangle 3">
            <a:extLst>
              <a:ext uri="{FF2B5EF4-FFF2-40B4-BE49-F238E27FC236}">
                <a16:creationId xmlns:a16="http://schemas.microsoft.com/office/drawing/2014/main" id="{440F9B61-BA83-2F3F-C6E5-84CB7CC9A3F8}"/>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a:extLst>
              <a:ext uri="{FF2B5EF4-FFF2-40B4-BE49-F238E27FC236}">
                <a16:creationId xmlns:a16="http://schemas.microsoft.com/office/drawing/2014/main" id="{C4C3C1DD-DE2F-ED98-15D7-ACFF4060AADB}"/>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9BB6C74F-0A44-4696-88B6-D9A925E79127}" type="slidenum">
              <a:rPr lang="en-US" altLang="en-US" sz="1200" b="0" smtClean="0">
                <a:latin typeface="Times New Roman" panose="02020603050405020304" pitchFamily="18" charset="0"/>
              </a:rPr>
              <a:pPr/>
              <a:t>37</a:t>
            </a:fld>
            <a:endParaRPr lang="en-US" altLang="en-US" sz="1200" b="0">
              <a:latin typeface="Times New Roman" panose="02020603050405020304" pitchFamily="18" charset="0"/>
            </a:endParaRPr>
          </a:p>
        </p:txBody>
      </p:sp>
      <p:sp>
        <p:nvSpPr>
          <p:cNvPr id="64515" name="Rectangle 2">
            <a:extLst>
              <a:ext uri="{FF2B5EF4-FFF2-40B4-BE49-F238E27FC236}">
                <a16:creationId xmlns:a16="http://schemas.microsoft.com/office/drawing/2014/main" id="{FAE35136-2036-F39E-F751-E20BEA77C37D}"/>
              </a:ext>
            </a:extLst>
          </p:cNvPr>
          <p:cNvSpPr>
            <a:spLocks noGrp="1" noRot="1" noChangeAspect="1" noChangeArrowheads="1" noTextEdit="1"/>
          </p:cNvSpPr>
          <p:nvPr>
            <p:ph type="sldImg"/>
          </p:nvPr>
        </p:nvSpPr>
        <p:spPr>
          <a:ln/>
        </p:spPr>
      </p:sp>
      <p:sp>
        <p:nvSpPr>
          <p:cNvPr id="64516" name="Rectangle 3">
            <a:extLst>
              <a:ext uri="{FF2B5EF4-FFF2-40B4-BE49-F238E27FC236}">
                <a16:creationId xmlns:a16="http://schemas.microsoft.com/office/drawing/2014/main" id="{67692E49-F1A4-004E-46F5-D9E4E7497357}"/>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a:extLst>
              <a:ext uri="{FF2B5EF4-FFF2-40B4-BE49-F238E27FC236}">
                <a16:creationId xmlns:a16="http://schemas.microsoft.com/office/drawing/2014/main" id="{23CB1FC4-8290-7B8A-2AE1-2E98912BA937}"/>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0B8448BE-6756-4895-A45B-2F29E9BC8D1F}" type="slidenum">
              <a:rPr lang="en-US" altLang="en-US" sz="1200" b="0" smtClean="0">
                <a:latin typeface="Times New Roman" panose="02020603050405020304" pitchFamily="18" charset="0"/>
              </a:rPr>
              <a:pPr/>
              <a:t>40</a:t>
            </a:fld>
            <a:endParaRPr lang="en-US" altLang="en-US" sz="1200" b="0">
              <a:latin typeface="Times New Roman" panose="02020603050405020304" pitchFamily="18" charset="0"/>
            </a:endParaRPr>
          </a:p>
        </p:txBody>
      </p:sp>
      <p:sp>
        <p:nvSpPr>
          <p:cNvPr id="68611" name="Rectangle 2">
            <a:extLst>
              <a:ext uri="{FF2B5EF4-FFF2-40B4-BE49-F238E27FC236}">
                <a16:creationId xmlns:a16="http://schemas.microsoft.com/office/drawing/2014/main" id="{5D899543-FEE0-14BC-1A2D-E1E6C860CB11}"/>
              </a:ext>
            </a:extLst>
          </p:cNvPr>
          <p:cNvSpPr>
            <a:spLocks noGrp="1" noRot="1" noChangeAspect="1" noChangeArrowheads="1" noTextEdit="1"/>
          </p:cNvSpPr>
          <p:nvPr>
            <p:ph type="sldImg"/>
          </p:nvPr>
        </p:nvSpPr>
        <p:spPr>
          <a:ln/>
        </p:spPr>
      </p:sp>
      <p:sp>
        <p:nvSpPr>
          <p:cNvPr id="68612" name="Rectangle 3">
            <a:extLst>
              <a:ext uri="{FF2B5EF4-FFF2-40B4-BE49-F238E27FC236}">
                <a16:creationId xmlns:a16="http://schemas.microsoft.com/office/drawing/2014/main" id="{5804A7E2-89E4-531D-9EC6-4661BA98DAA4}"/>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a:extLst>
              <a:ext uri="{FF2B5EF4-FFF2-40B4-BE49-F238E27FC236}">
                <a16:creationId xmlns:a16="http://schemas.microsoft.com/office/drawing/2014/main" id="{55734986-4F59-9224-30D4-B10C03072000}"/>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23D800B6-1549-4E7B-8E3C-E4B428A9DE40}" type="slidenum">
              <a:rPr lang="en-US" altLang="en-US" sz="1200" b="0" smtClean="0">
                <a:latin typeface="Times New Roman" panose="02020603050405020304" pitchFamily="18" charset="0"/>
              </a:rPr>
              <a:pPr/>
              <a:t>41</a:t>
            </a:fld>
            <a:endParaRPr lang="en-US" altLang="en-US" sz="1200" b="0">
              <a:latin typeface="Times New Roman" panose="02020603050405020304" pitchFamily="18" charset="0"/>
            </a:endParaRPr>
          </a:p>
        </p:txBody>
      </p:sp>
      <p:sp>
        <p:nvSpPr>
          <p:cNvPr id="70659" name="Rectangle 2">
            <a:extLst>
              <a:ext uri="{FF2B5EF4-FFF2-40B4-BE49-F238E27FC236}">
                <a16:creationId xmlns:a16="http://schemas.microsoft.com/office/drawing/2014/main" id="{0256024A-E9A5-465B-5E67-90A0E5BB4102}"/>
              </a:ext>
            </a:extLst>
          </p:cNvPr>
          <p:cNvSpPr>
            <a:spLocks noGrp="1" noRot="1" noChangeAspect="1" noChangeArrowheads="1" noTextEdit="1"/>
          </p:cNvSpPr>
          <p:nvPr>
            <p:ph type="sldImg"/>
          </p:nvPr>
        </p:nvSpPr>
        <p:spPr>
          <a:ln/>
        </p:spPr>
      </p:sp>
      <p:sp>
        <p:nvSpPr>
          <p:cNvPr id="70660" name="Rectangle 3">
            <a:extLst>
              <a:ext uri="{FF2B5EF4-FFF2-40B4-BE49-F238E27FC236}">
                <a16:creationId xmlns:a16="http://schemas.microsoft.com/office/drawing/2014/main" id="{510C09C6-7FB3-4934-407E-DC861941CC7A}"/>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a:extLst>
              <a:ext uri="{FF2B5EF4-FFF2-40B4-BE49-F238E27FC236}">
                <a16:creationId xmlns:a16="http://schemas.microsoft.com/office/drawing/2014/main" id="{A60870CF-854E-E61B-15F4-8541FF127B19}"/>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D51C07E4-1400-4BBC-9EFF-E22C380B0679}" type="slidenum">
              <a:rPr lang="en-US" altLang="en-US" sz="1200" b="0" smtClean="0">
                <a:latin typeface="Times New Roman" panose="02020603050405020304" pitchFamily="18" charset="0"/>
              </a:rPr>
              <a:pPr/>
              <a:t>42</a:t>
            </a:fld>
            <a:endParaRPr lang="en-US" altLang="en-US" sz="1200" b="0">
              <a:latin typeface="Times New Roman" panose="02020603050405020304" pitchFamily="18" charset="0"/>
            </a:endParaRPr>
          </a:p>
        </p:txBody>
      </p:sp>
      <p:sp>
        <p:nvSpPr>
          <p:cNvPr id="72707" name="Rectangle 2">
            <a:extLst>
              <a:ext uri="{FF2B5EF4-FFF2-40B4-BE49-F238E27FC236}">
                <a16:creationId xmlns:a16="http://schemas.microsoft.com/office/drawing/2014/main" id="{D33CB782-36DA-CC83-B2D5-5C37D109DAD6}"/>
              </a:ext>
            </a:extLst>
          </p:cNvPr>
          <p:cNvSpPr>
            <a:spLocks noGrp="1" noRot="1" noChangeAspect="1" noChangeArrowheads="1" noTextEdit="1"/>
          </p:cNvSpPr>
          <p:nvPr>
            <p:ph type="sldImg"/>
          </p:nvPr>
        </p:nvSpPr>
        <p:spPr>
          <a:ln/>
        </p:spPr>
      </p:sp>
      <p:sp>
        <p:nvSpPr>
          <p:cNvPr id="72708" name="Rectangle 3">
            <a:extLst>
              <a:ext uri="{FF2B5EF4-FFF2-40B4-BE49-F238E27FC236}">
                <a16:creationId xmlns:a16="http://schemas.microsoft.com/office/drawing/2014/main" id="{D46086C9-E750-A160-560B-146036F01F23}"/>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a:extLst>
              <a:ext uri="{FF2B5EF4-FFF2-40B4-BE49-F238E27FC236}">
                <a16:creationId xmlns:a16="http://schemas.microsoft.com/office/drawing/2014/main" id="{C0691E19-6393-85B4-2B14-8C38E4104B37}"/>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E99EA6FB-F123-42DA-8D39-4D7052032562}" type="slidenum">
              <a:rPr lang="en-US" altLang="en-US" sz="1200" b="0" smtClean="0">
                <a:latin typeface="Times New Roman" panose="02020603050405020304" pitchFamily="18" charset="0"/>
              </a:rPr>
              <a:pPr/>
              <a:t>43</a:t>
            </a:fld>
            <a:endParaRPr lang="en-US" altLang="en-US" sz="1200" b="0">
              <a:latin typeface="Times New Roman" panose="02020603050405020304" pitchFamily="18" charset="0"/>
            </a:endParaRPr>
          </a:p>
        </p:txBody>
      </p:sp>
      <p:sp>
        <p:nvSpPr>
          <p:cNvPr id="74755" name="Rectangle 2">
            <a:extLst>
              <a:ext uri="{FF2B5EF4-FFF2-40B4-BE49-F238E27FC236}">
                <a16:creationId xmlns:a16="http://schemas.microsoft.com/office/drawing/2014/main" id="{174657FF-A4E7-306B-F31D-1D05F5E43A38}"/>
              </a:ext>
            </a:extLst>
          </p:cNvPr>
          <p:cNvSpPr>
            <a:spLocks noGrp="1" noRot="1" noChangeAspect="1" noChangeArrowheads="1" noTextEdit="1"/>
          </p:cNvSpPr>
          <p:nvPr>
            <p:ph type="sldImg"/>
          </p:nvPr>
        </p:nvSpPr>
        <p:spPr>
          <a:ln/>
        </p:spPr>
      </p:sp>
      <p:sp>
        <p:nvSpPr>
          <p:cNvPr id="74756" name="Rectangle 3">
            <a:extLst>
              <a:ext uri="{FF2B5EF4-FFF2-40B4-BE49-F238E27FC236}">
                <a16:creationId xmlns:a16="http://schemas.microsoft.com/office/drawing/2014/main" id="{EA2D48DE-1138-72E2-EC58-85E19937B7A8}"/>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a:extLst>
              <a:ext uri="{FF2B5EF4-FFF2-40B4-BE49-F238E27FC236}">
                <a16:creationId xmlns:a16="http://schemas.microsoft.com/office/drawing/2014/main" id="{1EAB2B41-B09C-5704-0030-D735501CD90D}"/>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B7E5A7F1-CEED-438B-B23C-28FA0E3B6A3F}" type="slidenum">
              <a:rPr lang="en-US" altLang="en-US" sz="1200" b="0" smtClean="0">
                <a:latin typeface="Times New Roman" panose="02020603050405020304" pitchFamily="18" charset="0"/>
              </a:rPr>
              <a:pPr/>
              <a:t>44</a:t>
            </a:fld>
            <a:endParaRPr lang="en-US" altLang="en-US" sz="1200" b="0">
              <a:latin typeface="Times New Roman" panose="02020603050405020304" pitchFamily="18" charset="0"/>
            </a:endParaRPr>
          </a:p>
        </p:txBody>
      </p:sp>
      <p:sp>
        <p:nvSpPr>
          <p:cNvPr id="76803" name="Rectangle 2">
            <a:extLst>
              <a:ext uri="{FF2B5EF4-FFF2-40B4-BE49-F238E27FC236}">
                <a16:creationId xmlns:a16="http://schemas.microsoft.com/office/drawing/2014/main" id="{7DBFDDEA-3A67-96A1-8050-C9103DFB0335}"/>
              </a:ext>
            </a:extLst>
          </p:cNvPr>
          <p:cNvSpPr>
            <a:spLocks noGrp="1" noRot="1" noChangeAspect="1" noChangeArrowheads="1" noTextEdit="1"/>
          </p:cNvSpPr>
          <p:nvPr>
            <p:ph type="sldImg"/>
          </p:nvPr>
        </p:nvSpPr>
        <p:spPr>
          <a:ln/>
        </p:spPr>
      </p:sp>
      <p:sp>
        <p:nvSpPr>
          <p:cNvPr id="76804" name="Rectangle 3">
            <a:extLst>
              <a:ext uri="{FF2B5EF4-FFF2-40B4-BE49-F238E27FC236}">
                <a16:creationId xmlns:a16="http://schemas.microsoft.com/office/drawing/2014/main" id="{A166C676-0529-94FF-AFED-9A59770B05BB}"/>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a:extLst>
              <a:ext uri="{FF2B5EF4-FFF2-40B4-BE49-F238E27FC236}">
                <a16:creationId xmlns:a16="http://schemas.microsoft.com/office/drawing/2014/main" id="{018330AA-6DD2-F72B-2303-945691B19D61}"/>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230270F6-24D2-436A-883B-E186FE44CCAE}" type="slidenum">
              <a:rPr lang="en-US" altLang="en-US" sz="1200" b="0" smtClean="0">
                <a:latin typeface="Times New Roman" panose="02020603050405020304" pitchFamily="18" charset="0"/>
              </a:rPr>
              <a:pPr/>
              <a:t>46</a:t>
            </a:fld>
            <a:endParaRPr lang="en-US" altLang="en-US" sz="1200" b="0">
              <a:latin typeface="Times New Roman" panose="02020603050405020304" pitchFamily="18" charset="0"/>
            </a:endParaRPr>
          </a:p>
        </p:txBody>
      </p:sp>
      <p:sp>
        <p:nvSpPr>
          <p:cNvPr id="79875" name="Rectangle 2">
            <a:extLst>
              <a:ext uri="{FF2B5EF4-FFF2-40B4-BE49-F238E27FC236}">
                <a16:creationId xmlns:a16="http://schemas.microsoft.com/office/drawing/2014/main" id="{179A7C3D-8C07-7264-4300-F17B52D90502}"/>
              </a:ext>
            </a:extLst>
          </p:cNvPr>
          <p:cNvSpPr>
            <a:spLocks noGrp="1" noRot="1" noChangeAspect="1" noChangeArrowheads="1" noTextEdit="1"/>
          </p:cNvSpPr>
          <p:nvPr>
            <p:ph type="sldImg"/>
          </p:nvPr>
        </p:nvSpPr>
        <p:spPr>
          <a:ln/>
        </p:spPr>
      </p:sp>
      <p:sp>
        <p:nvSpPr>
          <p:cNvPr id="79876" name="Rectangle 3">
            <a:extLst>
              <a:ext uri="{FF2B5EF4-FFF2-40B4-BE49-F238E27FC236}">
                <a16:creationId xmlns:a16="http://schemas.microsoft.com/office/drawing/2014/main" id="{AC06D072-7423-87B9-691C-08170C4C1ABC}"/>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a:extLst>
              <a:ext uri="{FF2B5EF4-FFF2-40B4-BE49-F238E27FC236}">
                <a16:creationId xmlns:a16="http://schemas.microsoft.com/office/drawing/2014/main" id="{245A68E2-B525-F03D-CB70-F6D335A576C3}"/>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68F9006D-E3E9-498B-9AA8-B44EB383CEBE}" type="slidenum">
              <a:rPr lang="en-US" altLang="en-US" sz="1200" b="0" smtClean="0">
                <a:latin typeface="Times New Roman" panose="02020603050405020304" pitchFamily="18" charset="0"/>
              </a:rPr>
              <a:pPr/>
              <a:t>47</a:t>
            </a:fld>
            <a:endParaRPr lang="en-US" altLang="en-US" sz="1200" b="0">
              <a:latin typeface="Times New Roman" panose="02020603050405020304" pitchFamily="18" charset="0"/>
            </a:endParaRPr>
          </a:p>
        </p:txBody>
      </p:sp>
      <p:sp>
        <p:nvSpPr>
          <p:cNvPr id="81923" name="Rectangle 2">
            <a:extLst>
              <a:ext uri="{FF2B5EF4-FFF2-40B4-BE49-F238E27FC236}">
                <a16:creationId xmlns:a16="http://schemas.microsoft.com/office/drawing/2014/main" id="{26461501-7B9C-5A94-9DCC-2AB247FD4171}"/>
              </a:ext>
            </a:extLst>
          </p:cNvPr>
          <p:cNvSpPr>
            <a:spLocks noGrp="1" noRot="1" noChangeAspect="1" noChangeArrowheads="1" noTextEdit="1"/>
          </p:cNvSpPr>
          <p:nvPr>
            <p:ph type="sldImg"/>
          </p:nvPr>
        </p:nvSpPr>
        <p:spPr>
          <a:ln/>
        </p:spPr>
      </p:sp>
      <p:sp>
        <p:nvSpPr>
          <p:cNvPr id="81924" name="Rectangle 3">
            <a:extLst>
              <a:ext uri="{FF2B5EF4-FFF2-40B4-BE49-F238E27FC236}">
                <a16:creationId xmlns:a16="http://schemas.microsoft.com/office/drawing/2014/main" id="{BC8897B4-8A45-B298-3F3D-9DA813B851C8}"/>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a:extLst>
              <a:ext uri="{FF2B5EF4-FFF2-40B4-BE49-F238E27FC236}">
                <a16:creationId xmlns:a16="http://schemas.microsoft.com/office/drawing/2014/main" id="{9734951C-FA7C-6439-49EF-C264AFEA25DD}"/>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BBDCE17E-DB39-42ED-9C2B-A8546771D1A5}" type="slidenum">
              <a:rPr lang="en-US" altLang="en-US" sz="1200" b="0" smtClean="0">
                <a:latin typeface="Times New Roman" panose="02020603050405020304" pitchFamily="18" charset="0"/>
              </a:rPr>
              <a:pPr/>
              <a:t>48</a:t>
            </a:fld>
            <a:endParaRPr lang="en-US" altLang="en-US" sz="1200" b="0">
              <a:latin typeface="Times New Roman" panose="02020603050405020304" pitchFamily="18" charset="0"/>
            </a:endParaRPr>
          </a:p>
        </p:txBody>
      </p:sp>
      <p:sp>
        <p:nvSpPr>
          <p:cNvPr id="83971" name="Rectangle 2">
            <a:extLst>
              <a:ext uri="{FF2B5EF4-FFF2-40B4-BE49-F238E27FC236}">
                <a16:creationId xmlns:a16="http://schemas.microsoft.com/office/drawing/2014/main" id="{BF74730B-61C0-83D6-2648-3AA6998EF782}"/>
              </a:ext>
            </a:extLst>
          </p:cNvPr>
          <p:cNvSpPr>
            <a:spLocks noGrp="1" noRot="1" noChangeAspect="1" noChangeArrowheads="1" noTextEdit="1"/>
          </p:cNvSpPr>
          <p:nvPr>
            <p:ph type="sldImg"/>
          </p:nvPr>
        </p:nvSpPr>
        <p:spPr>
          <a:ln/>
        </p:spPr>
      </p:sp>
      <p:sp>
        <p:nvSpPr>
          <p:cNvPr id="83972" name="Rectangle 3">
            <a:extLst>
              <a:ext uri="{FF2B5EF4-FFF2-40B4-BE49-F238E27FC236}">
                <a16:creationId xmlns:a16="http://schemas.microsoft.com/office/drawing/2014/main" id="{5C210024-7FD1-5482-B59B-E01177C9AE7A}"/>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a:extLst>
              <a:ext uri="{FF2B5EF4-FFF2-40B4-BE49-F238E27FC236}">
                <a16:creationId xmlns:a16="http://schemas.microsoft.com/office/drawing/2014/main" id="{2557C4E6-76F8-1F34-EC98-71715C5842C0}"/>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AD17E6D6-F32B-4108-A1DD-45C6A3EB254C}" type="slidenum">
              <a:rPr lang="en-US" altLang="en-US" sz="1200" b="0" smtClean="0">
                <a:latin typeface="Times New Roman" panose="02020603050405020304" pitchFamily="18" charset="0"/>
              </a:rPr>
              <a:pPr/>
              <a:t>49</a:t>
            </a:fld>
            <a:endParaRPr lang="en-US" altLang="en-US" sz="1200" b="0">
              <a:latin typeface="Times New Roman" panose="02020603050405020304" pitchFamily="18" charset="0"/>
            </a:endParaRPr>
          </a:p>
        </p:txBody>
      </p:sp>
      <p:sp>
        <p:nvSpPr>
          <p:cNvPr id="86019" name="Rectangle 2">
            <a:extLst>
              <a:ext uri="{FF2B5EF4-FFF2-40B4-BE49-F238E27FC236}">
                <a16:creationId xmlns:a16="http://schemas.microsoft.com/office/drawing/2014/main" id="{AF951AB7-4171-AF85-D780-AA685C9DA2E2}"/>
              </a:ext>
            </a:extLst>
          </p:cNvPr>
          <p:cNvSpPr>
            <a:spLocks noGrp="1" noRot="1" noChangeAspect="1" noChangeArrowheads="1" noTextEdit="1"/>
          </p:cNvSpPr>
          <p:nvPr>
            <p:ph type="sldImg"/>
          </p:nvPr>
        </p:nvSpPr>
        <p:spPr>
          <a:ln/>
        </p:spPr>
      </p:sp>
      <p:sp>
        <p:nvSpPr>
          <p:cNvPr id="86020" name="Rectangle 3">
            <a:extLst>
              <a:ext uri="{FF2B5EF4-FFF2-40B4-BE49-F238E27FC236}">
                <a16:creationId xmlns:a16="http://schemas.microsoft.com/office/drawing/2014/main" id="{81CC271E-3E25-B336-941F-832378A75F45}"/>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a:extLst>
              <a:ext uri="{FF2B5EF4-FFF2-40B4-BE49-F238E27FC236}">
                <a16:creationId xmlns:a16="http://schemas.microsoft.com/office/drawing/2014/main" id="{E292C458-1CF5-2AA4-98EB-279E1578D683}"/>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75D73695-8817-4856-8629-D530C608D551}" type="slidenum">
              <a:rPr lang="en-US" altLang="en-US" sz="1200" b="0" smtClean="0">
                <a:latin typeface="Times New Roman" panose="02020603050405020304" pitchFamily="18" charset="0"/>
              </a:rPr>
              <a:pPr/>
              <a:t>51</a:t>
            </a:fld>
            <a:endParaRPr lang="en-US" altLang="en-US" sz="1200" b="0">
              <a:latin typeface="Times New Roman" panose="02020603050405020304" pitchFamily="18" charset="0"/>
            </a:endParaRPr>
          </a:p>
        </p:txBody>
      </p:sp>
      <p:sp>
        <p:nvSpPr>
          <p:cNvPr id="89091" name="Rectangle 2">
            <a:extLst>
              <a:ext uri="{FF2B5EF4-FFF2-40B4-BE49-F238E27FC236}">
                <a16:creationId xmlns:a16="http://schemas.microsoft.com/office/drawing/2014/main" id="{9B5639B1-F42B-3156-48F4-11962C9FF452}"/>
              </a:ext>
            </a:extLst>
          </p:cNvPr>
          <p:cNvSpPr>
            <a:spLocks noGrp="1" noRot="1" noChangeAspect="1" noChangeArrowheads="1" noTextEdit="1"/>
          </p:cNvSpPr>
          <p:nvPr>
            <p:ph type="sldImg"/>
          </p:nvPr>
        </p:nvSpPr>
        <p:spPr>
          <a:ln/>
        </p:spPr>
      </p:sp>
      <p:sp>
        <p:nvSpPr>
          <p:cNvPr id="89092" name="Rectangle 3">
            <a:extLst>
              <a:ext uri="{FF2B5EF4-FFF2-40B4-BE49-F238E27FC236}">
                <a16:creationId xmlns:a16="http://schemas.microsoft.com/office/drawing/2014/main" id="{64A81911-3C1D-7412-00E4-D685B8509188}"/>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a:extLst>
              <a:ext uri="{FF2B5EF4-FFF2-40B4-BE49-F238E27FC236}">
                <a16:creationId xmlns:a16="http://schemas.microsoft.com/office/drawing/2014/main" id="{98B43892-E073-8D53-4145-5F43926C70BF}"/>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EEE2FA78-FE35-4263-AA47-92D02B73160F}" type="slidenum">
              <a:rPr lang="en-US" altLang="en-US" sz="1200" b="0" smtClean="0">
                <a:latin typeface="Times New Roman" panose="02020603050405020304" pitchFamily="18" charset="0"/>
              </a:rPr>
              <a:pPr/>
              <a:t>52</a:t>
            </a:fld>
            <a:endParaRPr lang="en-US" altLang="en-US" sz="1200" b="0">
              <a:latin typeface="Times New Roman" panose="02020603050405020304" pitchFamily="18" charset="0"/>
            </a:endParaRPr>
          </a:p>
        </p:txBody>
      </p:sp>
      <p:sp>
        <p:nvSpPr>
          <p:cNvPr id="91139" name="Rectangle 2">
            <a:extLst>
              <a:ext uri="{FF2B5EF4-FFF2-40B4-BE49-F238E27FC236}">
                <a16:creationId xmlns:a16="http://schemas.microsoft.com/office/drawing/2014/main" id="{2F263CE5-4192-6355-24AD-1BE5591CEB7A}"/>
              </a:ext>
            </a:extLst>
          </p:cNvPr>
          <p:cNvSpPr>
            <a:spLocks noGrp="1" noRot="1" noChangeAspect="1" noChangeArrowheads="1" noTextEdit="1"/>
          </p:cNvSpPr>
          <p:nvPr>
            <p:ph type="sldImg"/>
          </p:nvPr>
        </p:nvSpPr>
        <p:spPr>
          <a:ln/>
        </p:spPr>
      </p:sp>
      <p:sp>
        <p:nvSpPr>
          <p:cNvPr id="91140" name="Rectangle 3">
            <a:extLst>
              <a:ext uri="{FF2B5EF4-FFF2-40B4-BE49-F238E27FC236}">
                <a16:creationId xmlns:a16="http://schemas.microsoft.com/office/drawing/2014/main" id="{0ABB063A-6BD6-3CE7-2266-5D108E213286}"/>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a:extLst>
              <a:ext uri="{FF2B5EF4-FFF2-40B4-BE49-F238E27FC236}">
                <a16:creationId xmlns:a16="http://schemas.microsoft.com/office/drawing/2014/main" id="{8B41F6A3-DA0F-71D4-F6E5-962F06DBE08A}"/>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03EB450A-C927-4CB5-91D9-CBB00CCBDE57}" type="slidenum">
              <a:rPr lang="en-US" altLang="en-US" sz="1200" b="0" smtClean="0">
                <a:latin typeface="Times New Roman" panose="02020603050405020304" pitchFamily="18" charset="0"/>
              </a:rPr>
              <a:pPr/>
              <a:t>53</a:t>
            </a:fld>
            <a:endParaRPr lang="en-US" altLang="en-US" sz="1200" b="0">
              <a:latin typeface="Times New Roman" panose="02020603050405020304" pitchFamily="18" charset="0"/>
            </a:endParaRPr>
          </a:p>
        </p:txBody>
      </p:sp>
      <p:sp>
        <p:nvSpPr>
          <p:cNvPr id="93187" name="Rectangle 2">
            <a:extLst>
              <a:ext uri="{FF2B5EF4-FFF2-40B4-BE49-F238E27FC236}">
                <a16:creationId xmlns:a16="http://schemas.microsoft.com/office/drawing/2014/main" id="{0D1E92AC-B1BC-0A31-C085-922F1F99DAEB}"/>
              </a:ext>
            </a:extLst>
          </p:cNvPr>
          <p:cNvSpPr>
            <a:spLocks noGrp="1" noRot="1" noChangeAspect="1" noChangeArrowheads="1" noTextEdit="1"/>
          </p:cNvSpPr>
          <p:nvPr>
            <p:ph type="sldImg"/>
          </p:nvPr>
        </p:nvSpPr>
        <p:spPr>
          <a:ln/>
        </p:spPr>
      </p:sp>
      <p:sp>
        <p:nvSpPr>
          <p:cNvPr id="93188" name="Rectangle 3">
            <a:extLst>
              <a:ext uri="{FF2B5EF4-FFF2-40B4-BE49-F238E27FC236}">
                <a16:creationId xmlns:a16="http://schemas.microsoft.com/office/drawing/2014/main" id="{2B3675F4-EC08-1A85-4AF1-D95BA54F0FAD}"/>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a:extLst>
              <a:ext uri="{FF2B5EF4-FFF2-40B4-BE49-F238E27FC236}">
                <a16:creationId xmlns:a16="http://schemas.microsoft.com/office/drawing/2014/main" id="{5C64A4A9-DBE8-5277-198A-C72422BF03E3}"/>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930F6273-8D46-4146-AADB-9FC38135F6A1}" type="slidenum">
              <a:rPr lang="en-US" altLang="en-US" sz="1200" b="0" smtClean="0">
                <a:latin typeface="Times New Roman" panose="02020603050405020304" pitchFamily="18" charset="0"/>
              </a:rPr>
              <a:pPr/>
              <a:t>54</a:t>
            </a:fld>
            <a:endParaRPr lang="en-US" altLang="en-US" sz="1200" b="0">
              <a:latin typeface="Times New Roman" panose="02020603050405020304" pitchFamily="18" charset="0"/>
            </a:endParaRPr>
          </a:p>
        </p:txBody>
      </p:sp>
      <p:sp>
        <p:nvSpPr>
          <p:cNvPr id="95235" name="Rectangle 2">
            <a:extLst>
              <a:ext uri="{FF2B5EF4-FFF2-40B4-BE49-F238E27FC236}">
                <a16:creationId xmlns:a16="http://schemas.microsoft.com/office/drawing/2014/main" id="{C3542DEB-B70C-1AB4-5EE4-56C73FC2AB56}"/>
              </a:ext>
            </a:extLst>
          </p:cNvPr>
          <p:cNvSpPr>
            <a:spLocks noGrp="1" noRot="1" noChangeAspect="1" noChangeArrowheads="1" noTextEdit="1"/>
          </p:cNvSpPr>
          <p:nvPr>
            <p:ph type="sldImg"/>
          </p:nvPr>
        </p:nvSpPr>
        <p:spPr>
          <a:ln/>
        </p:spPr>
      </p:sp>
      <p:sp>
        <p:nvSpPr>
          <p:cNvPr id="95236" name="Rectangle 3">
            <a:extLst>
              <a:ext uri="{FF2B5EF4-FFF2-40B4-BE49-F238E27FC236}">
                <a16:creationId xmlns:a16="http://schemas.microsoft.com/office/drawing/2014/main" id="{C9A46546-6E21-263A-E585-DCBE8971FA6A}"/>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a:extLst>
              <a:ext uri="{FF2B5EF4-FFF2-40B4-BE49-F238E27FC236}">
                <a16:creationId xmlns:a16="http://schemas.microsoft.com/office/drawing/2014/main" id="{C0A0C925-809D-74B4-F7DC-637DBFAB725A}"/>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894D3D53-78C4-4194-8CD2-E3672CF61D12}" type="slidenum">
              <a:rPr lang="en-US" altLang="en-US" sz="1200" b="0" smtClean="0">
                <a:latin typeface="Times New Roman" panose="02020603050405020304" pitchFamily="18" charset="0"/>
              </a:rPr>
              <a:pPr/>
              <a:t>58</a:t>
            </a:fld>
            <a:endParaRPr lang="en-US" altLang="en-US" sz="1200" b="0">
              <a:latin typeface="Times New Roman" panose="02020603050405020304" pitchFamily="18" charset="0"/>
            </a:endParaRPr>
          </a:p>
        </p:txBody>
      </p:sp>
      <p:sp>
        <p:nvSpPr>
          <p:cNvPr id="100355" name="Rectangle 2">
            <a:extLst>
              <a:ext uri="{FF2B5EF4-FFF2-40B4-BE49-F238E27FC236}">
                <a16:creationId xmlns:a16="http://schemas.microsoft.com/office/drawing/2014/main" id="{43B2AFCA-C5A6-2091-C21D-68CB2E400062}"/>
              </a:ext>
            </a:extLst>
          </p:cNvPr>
          <p:cNvSpPr>
            <a:spLocks noGrp="1" noRot="1" noChangeAspect="1" noChangeArrowheads="1" noTextEdit="1"/>
          </p:cNvSpPr>
          <p:nvPr>
            <p:ph type="sldImg"/>
          </p:nvPr>
        </p:nvSpPr>
        <p:spPr>
          <a:ln/>
        </p:spPr>
      </p:sp>
      <p:sp>
        <p:nvSpPr>
          <p:cNvPr id="100356" name="Rectangle 3">
            <a:extLst>
              <a:ext uri="{FF2B5EF4-FFF2-40B4-BE49-F238E27FC236}">
                <a16:creationId xmlns:a16="http://schemas.microsoft.com/office/drawing/2014/main" id="{48D1564F-480F-134D-53F3-ABF8D97ACA31}"/>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C9378008-EB4A-D120-7BAB-844982B4D761}"/>
              </a:ext>
            </a:extLst>
          </p:cNvPr>
          <p:cNvGrpSpPr>
            <a:grpSpLocks/>
          </p:cNvGrpSpPr>
          <p:nvPr/>
        </p:nvGrpSpPr>
        <p:grpSpPr bwMode="auto">
          <a:xfrm>
            <a:off x="0" y="2438400"/>
            <a:ext cx="9009063" cy="1052513"/>
            <a:chOff x="0" y="1536"/>
            <a:chExt cx="5675" cy="663"/>
          </a:xfrm>
        </p:grpSpPr>
        <p:grpSp>
          <p:nvGrpSpPr>
            <p:cNvPr id="3" name="Group 3">
              <a:extLst>
                <a:ext uri="{FF2B5EF4-FFF2-40B4-BE49-F238E27FC236}">
                  <a16:creationId xmlns:a16="http://schemas.microsoft.com/office/drawing/2014/main" id="{3FF3E0F7-F00C-18D4-7650-879D2DAA066A}"/>
                </a:ext>
              </a:extLst>
            </p:cNvPr>
            <p:cNvGrpSpPr>
              <a:grpSpLocks/>
            </p:cNvGrpSpPr>
            <p:nvPr/>
          </p:nvGrpSpPr>
          <p:grpSpPr bwMode="auto">
            <a:xfrm>
              <a:off x="183" y="1604"/>
              <a:ext cx="448" cy="299"/>
              <a:chOff x="720" y="336"/>
              <a:chExt cx="624" cy="432"/>
            </a:xfrm>
          </p:grpSpPr>
          <p:sp>
            <p:nvSpPr>
              <p:cNvPr id="10" name="Rectangle 4">
                <a:extLst>
                  <a:ext uri="{FF2B5EF4-FFF2-40B4-BE49-F238E27FC236}">
                    <a16:creationId xmlns:a16="http://schemas.microsoft.com/office/drawing/2014/main" id="{CD65D882-F61D-CCBF-4C20-B4E9F09AF710}"/>
                  </a:ext>
                </a:extLst>
              </p:cNvPr>
              <p:cNvSpPr>
                <a:spLocks noChangeArrowheads="1"/>
              </p:cNvSpPr>
              <p:nvPr/>
            </p:nvSpPr>
            <p:spPr bwMode="auto">
              <a:xfrm>
                <a:off x="720" y="336"/>
                <a:ext cx="384" cy="432"/>
              </a:xfrm>
              <a:prstGeom prst="rect">
                <a:avLst/>
              </a:prstGeom>
              <a:solidFill>
                <a:schemeClr val="folHlink"/>
              </a:solidFill>
              <a:ln>
                <a:noFill/>
              </a:ln>
              <a:effec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defRPr/>
                </a:pPr>
                <a:endParaRPr lang="en-IN" altLang="en-US"/>
              </a:p>
            </p:txBody>
          </p:sp>
          <p:sp>
            <p:nvSpPr>
              <p:cNvPr id="11" name="Rectangle 5">
                <a:extLst>
                  <a:ext uri="{FF2B5EF4-FFF2-40B4-BE49-F238E27FC236}">
                    <a16:creationId xmlns:a16="http://schemas.microsoft.com/office/drawing/2014/main" id="{726901BA-FDCB-54BF-6210-2E4A7BCF5E12}"/>
                  </a:ext>
                </a:extLst>
              </p:cNvPr>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ffec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defRPr/>
                </a:pPr>
                <a:endParaRPr lang="en-IN" altLang="en-US"/>
              </a:p>
            </p:txBody>
          </p:sp>
        </p:grpSp>
        <p:grpSp>
          <p:nvGrpSpPr>
            <p:cNvPr id="4" name="Group 6">
              <a:extLst>
                <a:ext uri="{FF2B5EF4-FFF2-40B4-BE49-F238E27FC236}">
                  <a16:creationId xmlns:a16="http://schemas.microsoft.com/office/drawing/2014/main" id="{FDA18BE5-8C44-DE2C-F76A-F032A821DBA9}"/>
                </a:ext>
              </a:extLst>
            </p:cNvPr>
            <p:cNvGrpSpPr>
              <a:grpSpLocks/>
            </p:cNvGrpSpPr>
            <p:nvPr/>
          </p:nvGrpSpPr>
          <p:grpSpPr bwMode="auto">
            <a:xfrm>
              <a:off x="261" y="1870"/>
              <a:ext cx="465" cy="299"/>
              <a:chOff x="912" y="2640"/>
              <a:chExt cx="672" cy="432"/>
            </a:xfrm>
          </p:grpSpPr>
          <p:sp>
            <p:nvSpPr>
              <p:cNvPr id="8" name="Rectangle 7">
                <a:extLst>
                  <a:ext uri="{FF2B5EF4-FFF2-40B4-BE49-F238E27FC236}">
                    <a16:creationId xmlns:a16="http://schemas.microsoft.com/office/drawing/2014/main" id="{D8396731-50A4-EE42-7E77-8E57C20C2E91}"/>
                  </a:ext>
                </a:extLst>
              </p:cNvPr>
              <p:cNvSpPr>
                <a:spLocks noChangeArrowheads="1"/>
              </p:cNvSpPr>
              <p:nvPr/>
            </p:nvSpPr>
            <p:spPr bwMode="auto">
              <a:xfrm>
                <a:off x="912" y="2640"/>
                <a:ext cx="384" cy="432"/>
              </a:xfrm>
              <a:prstGeom prst="rect">
                <a:avLst/>
              </a:prstGeom>
              <a:solidFill>
                <a:schemeClr val="accent2"/>
              </a:solidFill>
              <a:ln>
                <a:noFill/>
              </a:ln>
              <a:effec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defRPr/>
                </a:pPr>
                <a:endParaRPr lang="en-IN" altLang="en-US"/>
              </a:p>
            </p:txBody>
          </p:sp>
          <p:sp>
            <p:nvSpPr>
              <p:cNvPr id="9" name="Rectangle 8">
                <a:extLst>
                  <a:ext uri="{FF2B5EF4-FFF2-40B4-BE49-F238E27FC236}">
                    <a16:creationId xmlns:a16="http://schemas.microsoft.com/office/drawing/2014/main" id="{0AE58F72-FD83-D8DD-3661-6D7AA5477338}"/>
                  </a:ext>
                </a:extLst>
              </p:cNvPr>
              <p:cNvSpPr>
                <a:spLocks noChangeArrowheads="1"/>
              </p:cNvSpPr>
              <p:nvPr/>
            </p:nvSpPr>
            <p:spPr bwMode="auto">
              <a:xfrm>
                <a:off x="1249" y="2640"/>
                <a:ext cx="335" cy="432"/>
              </a:xfrm>
              <a:prstGeom prst="rect">
                <a:avLst/>
              </a:prstGeom>
              <a:gradFill rotWithShape="0">
                <a:gsLst>
                  <a:gs pos="0">
                    <a:schemeClr val="accent2"/>
                  </a:gs>
                  <a:gs pos="100000">
                    <a:schemeClr val="bg1"/>
                  </a:gs>
                </a:gsLst>
                <a:lin ang="0" scaled="1"/>
              </a:gradFill>
              <a:ln>
                <a:noFill/>
              </a:ln>
              <a:effec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defRPr/>
                </a:pPr>
                <a:endParaRPr lang="en-IN" altLang="en-US"/>
              </a:p>
            </p:txBody>
          </p:sp>
        </p:grpSp>
        <p:sp>
          <p:nvSpPr>
            <p:cNvPr id="5" name="Rectangle 9">
              <a:extLst>
                <a:ext uri="{FF2B5EF4-FFF2-40B4-BE49-F238E27FC236}">
                  <a16:creationId xmlns:a16="http://schemas.microsoft.com/office/drawing/2014/main" id="{7943C284-2C09-137A-1A72-8E4014613006}"/>
                </a:ext>
              </a:extLst>
            </p:cNvPr>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ffec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defRPr/>
              </a:pPr>
              <a:endParaRPr lang="en-IN" altLang="en-US"/>
            </a:p>
          </p:txBody>
        </p:sp>
        <p:sp>
          <p:nvSpPr>
            <p:cNvPr id="6" name="Rectangle 10">
              <a:extLst>
                <a:ext uri="{FF2B5EF4-FFF2-40B4-BE49-F238E27FC236}">
                  <a16:creationId xmlns:a16="http://schemas.microsoft.com/office/drawing/2014/main" id="{4626001C-722D-2430-E70E-85B676CB86B1}"/>
                </a:ext>
              </a:extLst>
            </p:cNvPr>
            <p:cNvSpPr>
              <a:spLocks noChangeArrowheads="1"/>
            </p:cNvSpPr>
            <p:nvPr/>
          </p:nvSpPr>
          <p:spPr bwMode="auto">
            <a:xfrm>
              <a:off x="400" y="1536"/>
              <a:ext cx="20" cy="663"/>
            </a:xfrm>
            <a:prstGeom prst="rect">
              <a:avLst/>
            </a:prstGeom>
            <a:solidFill>
              <a:schemeClr val="bg2"/>
            </a:solidFill>
            <a:ln>
              <a:noFill/>
            </a:ln>
            <a:effec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defRPr/>
              </a:pPr>
              <a:endParaRPr lang="en-IN" altLang="en-US"/>
            </a:p>
          </p:txBody>
        </p:sp>
        <p:sp>
          <p:nvSpPr>
            <p:cNvPr id="7" name="Rectangle 11">
              <a:extLst>
                <a:ext uri="{FF2B5EF4-FFF2-40B4-BE49-F238E27FC236}">
                  <a16:creationId xmlns:a16="http://schemas.microsoft.com/office/drawing/2014/main" id="{99365758-1894-00B5-4907-11BA62ACCF11}"/>
                </a:ext>
              </a:extLst>
            </p:cNvPr>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ffec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defRPr/>
              </a:pPr>
              <a:endParaRPr lang="en-IN" altLang="en-US"/>
            </a:p>
          </p:txBody>
        </p:sp>
      </p:grpSp>
      <p:sp>
        <p:nvSpPr>
          <p:cNvPr id="12" name="Text Box 17">
            <a:extLst>
              <a:ext uri="{FF2B5EF4-FFF2-40B4-BE49-F238E27FC236}">
                <a16:creationId xmlns:a16="http://schemas.microsoft.com/office/drawing/2014/main" id="{F4632790-20C2-A4ED-3265-C48FE874BBD7}"/>
              </a:ext>
            </a:extLst>
          </p:cNvPr>
          <p:cNvSpPr txBox="1">
            <a:spLocks noChangeArrowheads="1"/>
          </p:cNvSpPr>
          <p:nvPr userDrawn="1"/>
        </p:nvSpPr>
        <p:spPr bwMode="auto">
          <a:xfrm>
            <a:off x="0" y="6553200"/>
            <a:ext cx="2209800" cy="304800"/>
          </a:xfrm>
          <a:prstGeom prst="rect">
            <a:avLst/>
          </a:prstGeom>
          <a:noFill/>
          <a:ln>
            <a:noFill/>
          </a:ln>
          <a:effec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eaLnBrk="1" hangingPunct="1">
              <a:spcBef>
                <a:spcPct val="50000"/>
              </a:spcBef>
              <a:defRPr/>
            </a:pPr>
            <a:r>
              <a:rPr lang="en-US" altLang="en-US" sz="1400" b="0">
                <a:latin typeface="McGrawHill-Italic" pitchFamily="2" charset="0"/>
              </a:rPr>
              <a:t>McGraw-Hill</a:t>
            </a:r>
            <a:endParaRPr lang="en-US" altLang="en-US" sz="2400" b="0">
              <a:latin typeface="Times New Roman" panose="02020603050405020304" pitchFamily="18" charset="0"/>
            </a:endParaRPr>
          </a:p>
        </p:txBody>
      </p:sp>
      <p:sp>
        <p:nvSpPr>
          <p:cNvPr id="13" name="Text Box 18">
            <a:extLst>
              <a:ext uri="{FF2B5EF4-FFF2-40B4-BE49-F238E27FC236}">
                <a16:creationId xmlns:a16="http://schemas.microsoft.com/office/drawing/2014/main" id="{4F526B3F-9135-F158-702F-C1704564AD7F}"/>
              </a:ext>
            </a:extLst>
          </p:cNvPr>
          <p:cNvSpPr txBox="1">
            <a:spLocks noChangeArrowheads="1"/>
          </p:cNvSpPr>
          <p:nvPr userDrawn="1"/>
        </p:nvSpPr>
        <p:spPr bwMode="auto">
          <a:xfrm>
            <a:off x="4572000" y="6553200"/>
            <a:ext cx="4572000" cy="304800"/>
          </a:xfrm>
          <a:prstGeom prst="rect">
            <a:avLst/>
          </a:prstGeom>
          <a:noFill/>
          <a:ln>
            <a:noFill/>
          </a:ln>
          <a:effec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r" eaLnBrk="1" hangingPunct="1">
              <a:spcBef>
                <a:spcPct val="50000"/>
              </a:spcBef>
              <a:buFontTx/>
              <a:buChar char="©"/>
              <a:defRPr/>
            </a:pPr>
            <a:r>
              <a:rPr lang="en-US" altLang="en-US" sz="1400" b="0">
                <a:latin typeface="McGrawHill-Italic" pitchFamily="2" charset="0"/>
              </a:rPr>
              <a:t>The McGraw-Hill Companies, Inc., 2000</a:t>
            </a:r>
            <a:endParaRPr lang="en-US" altLang="en-US" sz="2400" b="0">
              <a:latin typeface="Times New Roman" panose="02020603050405020304" pitchFamily="18" charset="0"/>
            </a:endParaRPr>
          </a:p>
        </p:txBody>
      </p:sp>
      <p:sp>
        <p:nvSpPr>
          <p:cNvPr id="210956" name="Rectangle 12"/>
          <p:cNvSpPr>
            <a:spLocks noGrp="1" noChangeArrowheads="1"/>
          </p:cNvSpPr>
          <p:nvPr>
            <p:ph type="ctrTitle"/>
          </p:nvPr>
        </p:nvSpPr>
        <p:spPr bwMode="auto">
          <a:xfrm>
            <a:off x="990600" y="1676400"/>
            <a:ext cx="7772400" cy="1462088"/>
          </a:xfrm>
          <a:prstGeom prst="rect">
            <a:avLst/>
          </a:prstGeom>
          <a:noFill/>
        </p:spPr>
        <p:txBody>
          <a:bodyPr vert="horz" wrap="square" lIns="91440" tIns="45720" rIns="91440" bIns="45720" numCol="1" anchor="b" anchorCtr="0" compatLnSpc="1">
            <a:prstTxWarp prst="textNoShape">
              <a:avLst/>
            </a:prstTxWarp>
          </a:bodyPr>
          <a:lstStyle>
            <a:lvl1pPr>
              <a:defRPr/>
            </a:lvl1pPr>
          </a:lstStyle>
          <a:p>
            <a:pPr lvl="0"/>
            <a:r>
              <a:rPr lang="en-US" altLang="en-US" noProof="0"/>
              <a:t>Click to edit Master title style</a:t>
            </a:r>
          </a:p>
        </p:txBody>
      </p:sp>
      <p:sp>
        <p:nvSpPr>
          <p:cNvPr id="210957" name="Rectangle 13"/>
          <p:cNvSpPr>
            <a:spLocks noGrp="1" noChangeArrowheads="1"/>
          </p:cNvSpPr>
          <p:nvPr>
            <p:ph type="subTitle" idx="1"/>
          </p:nvPr>
        </p:nvSpPr>
        <p:spPr bwMode="auto">
          <a:xfrm>
            <a:off x="1371600" y="3886200"/>
            <a:ext cx="6400800" cy="1752600"/>
          </a:xfrm>
          <a:prstGeom prst="rect">
            <a:avLst/>
          </a:prstGeom>
          <a:noFill/>
        </p:spPr>
        <p:txBody>
          <a:bodyPr vert="horz" wrap="square" lIns="91440" tIns="45720" rIns="91440" bIns="45720" numCol="1" anchor="t" anchorCtr="0" compatLnSpc="1">
            <a:prstTxWarp prst="textNoShape">
              <a:avLst/>
            </a:prstTxWarp>
          </a:bodyPr>
          <a:lstStyle>
            <a:lvl1pPr marL="0" indent="0" algn="ctr">
              <a:buFont typeface="Wingdings" panose="05000000000000000000" pitchFamily="2" charset="2"/>
              <a:buNone/>
              <a:defRPr/>
            </a:lvl1pPr>
          </a:lstStyle>
          <a:p>
            <a:pPr lvl="0"/>
            <a:r>
              <a:rPr lang="en-US" altLang="en-US" noProof="0"/>
              <a:t>Click to edit Master subtitle style</a:t>
            </a:r>
          </a:p>
        </p:txBody>
      </p:sp>
      <p:sp>
        <p:nvSpPr>
          <p:cNvPr id="14" name="Date Placeholder 14">
            <a:extLst>
              <a:ext uri="{FF2B5EF4-FFF2-40B4-BE49-F238E27FC236}">
                <a16:creationId xmlns:a16="http://schemas.microsoft.com/office/drawing/2014/main" id="{3C45DF70-44DF-A2CB-FD09-D719CB7C9F9B}"/>
              </a:ext>
            </a:extLst>
          </p:cNvPr>
          <p:cNvSpPr>
            <a:spLocks noGrp="1" noChangeArrowheads="1"/>
          </p:cNvSpPr>
          <p:nvPr>
            <p:ph type="dt" sz="half" idx="10"/>
          </p:nvPr>
        </p:nvSpPr>
        <p:spPr bwMode="auto">
          <a:xfrm>
            <a:off x="990600" y="6248400"/>
            <a:ext cx="1905000" cy="457200"/>
          </a:xfrm>
          <a:prstGeom prst="rect">
            <a:avLst/>
          </a:prstGeom>
        </p:spPr>
        <p:txBody>
          <a:bodyPr vert="horz" wrap="square" lIns="91440" tIns="45720" rIns="91440" bIns="45720" numCol="1" anchor="b" anchorCtr="0" compatLnSpc="1">
            <a:prstTxWarp prst="textNoShape">
              <a:avLst/>
            </a:prstTxWarp>
          </a:bodyPr>
          <a:lstStyle>
            <a:lvl1pPr eaLnBrk="1" hangingPunct="1">
              <a:defRPr sz="1400" b="0">
                <a:solidFill>
                  <a:schemeClr val="bg2"/>
                </a:solidFill>
                <a:latin typeface="+mn-lt"/>
              </a:defRPr>
            </a:lvl1pPr>
          </a:lstStyle>
          <a:p>
            <a:pPr>
              <a:defRPr/>
            </a:pPr>
            <a:endParaRPr lang="en-US" altLang="en-US"/>
          </a:p>
        </p:txBody>
      </p:sp>
      <p:sp>
        <p:nvSpPr>
          <p:cNvPr id="15" name="Footer Placeholder 15">
            <a:extLst>
              <a:ext uri="{FF2B5EF4-FFF2-40B4-BE49-F238E27FC236}">
                <a16:creationId xmlns:a16="http://schemas.microsoft.com/office/drawing/2014/main" id="{FBC499AC-14BD-B827-D58D-AF5FD4580DA2}"/>
              </a:ext>
            </a:extLst>
          </p:cNvPr>
          <p:cNvSpPr>
            <a:spLocks noGrp="1" noChangeArrowheads="1"/>
          </p:cNvSpPr>
          <p:nvPr>
            <p:ph type="ftr" sz="quarter" idx="11"/>
          </p:nvPr>
        </p:nvSpPr>
        <p:spPr bwMode="auto">
          <a:xfrm>
            <a:off x="3429000" y="6248400"/>
            <a:ext cx="2895600" cy="457200"/>
          </a:xfrm>
          <a:prstGeom prst="rect">
            <a:avLst/>
          </a:prstGeom>
        </p:spPr>
        <p:txBody>
          <a:bodyPr vert="horz" wrap="square" lIns="91440" tIns="45720" rIns="91440" bIns="45720" numCol="1" anchor="b" anchorCtr="0" compatLnSpc="1">
            <a:prstTxWarp prst="textNoShape">
              <a:avLst/>
            </a:prstTxWarp>
          </a:bodyPr>
          <a:lstStyle>
            <a:lvl1pPr algn="ctr" eaLnBrk="1" hangingPunct="1">
              <a:defRPr sz="1400" b="0">
                <a:solidFill>
                  <a:schemeClr val="bg2"/>
                </a:solidFill>
                <a:latin typeface="+mn-lt"/>
              </a:defRPr>
            </a:lvl1pPr>
          </a:lstStyle>
          <a:p>
            <a:pPr>
              <a:defRPr/>
            </a:pPr>
            <a:endParaRPr lang="en-US" altLang="en-US"/>
          </a:p>
        </p:txBody>
      </p:sp>
      <p:sp>
        <p:nvSpPr>
          <p:cNvPr id="16" name="Slide Number Placeholder 16">
            <a:extLst>
              <a:ext uri="{FF2B5EF4-FFF2-40B4-BE49-F238E27FC236}">
                <a16:creationId xmlns:a16="http://schemas.microsoft.com/office/drawing/2014/main" id="{798BA89A-4BB9-E7D0-5D6C-AEA2DC0D3FFC}"/>
              </a:ext>
            </a:extLst>
          </p:cNvPr>
          <p:cNvSpPr>
            <a:spLocks noGrp="1" noChangeArrowheads="1"/>
          </p:cNvSpPr>
          <p:nvPr>
            <p:ph type="sldNum" sz="quarter" idx="12"/>
          </p:nvPr>
        </p:nvSpPr>
        <p:spPr>
          <a:xfrm>
            <a:off x="6858000" y="6248400"/>
            <a:ext cx="1905000" cy="457200"/>
          </a:xfrm>
        </p:spPr>
        <p:txBody>
          <a:bodyPr/>
          <a:lstStyle>
            <a:lvl1pPr algn="r">
              <a:defRPr sz="1400" b="0">
                <a:latin typeface="+mn-lt"/>
              </a:defRPr>
            </a:lvl1pPr>
          </a:lstStyle>
          <a:p>
            <a:pPr>
              <a:defRPr/>
            </a:pPr>
            <a:fld id="{99672E59-A72C-4961-B280-B935B1BA6C96}" type="slidenum">
              <a:rPr lang="en-US" altLang="en-US"/>
              <a:pPr>
                <a:defRPr/>
              </a:pPr>
              <a:t>‹#›</a:t>
            </a:fld>
            <a:endParaRPr lang="en-US" altLang="en-US"/>
          </a:p>
        </p:txBody>
      </p:sp>
    </p:spTree>
    <p:extLst>
      <p:ext uri="{BB962C8B-B14F-4D97-AF65-F5344CB8AC3E}">
        <p14:creationId xmlns:p14="http://schemas.microsoft.com/office/powerpoint/2010/main" val="2753845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5"/>
            <a:ext cx="7886700" cy="1325563"/>
          </a:xfrm>
          <a:prstGeom prst="rect">
            <a:avLst/>
          </a:prstGeom>
        </p:spPr>
        <p:txBody>
          <a:bodyPr/>
          <a:lstStyle/>
          <a:p>
            <a:r>
              <a:rPr lang="en-US"/>
              <a:t>Click to edit Master title style</a:t>
            </a:r>
            <a:endParaRPr lang="en-IN"/>
          </a:p>
        </p:txBody>
      </p:sp>
      <p:sp>
        <p:nvSpPr>
          <p:cNvPr id="3" name="Content Placeholder 2"/>
          <p:cNvSpPr>
            <a:spLocks noGrp="1"/>
          </p:cNvSpPr>
          <p:nvPr>
            <p:ph idx="1"/>
          </p:nvPr>
        </p:nvSpPr>
        <p:spPr>
          <a:xfrm>
            <a:off x="628650" y="1825625"/>
            <a:ext cx="78867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16">
            <a:extLst>
              <a:ext uri="{FF2B5EF4-FFF2-40B4-BE49-F238E27FC236}">
                <a16:creationId xmlns:a16="http://schemas.microsoft.com/office/drawing/2014/main" id="{F240FCCA-A5DC-6725-87D8-91EB68369D93}"/>
              </a:ext>
            </a:extLst>
          </p:cNvPr>
          <p:cNvSpPr>
            <a:spLocks noGrp="1" noChangeArrowheads="1"/>
          </p:cNvSpPr>
          <p:nvPr>
            <p:ph type="sldNum" sz="quarter" idx="10"/>
          </p:nvPr>
        </p:nvSpPr>
        <p:spPr>
          <a:ln/>
        </p:spPr>
        <p:txBody>
          <a:bodyPr/>
          <a:lstStyle>
            <a:lvl1pPr>
              <a:defRPr/>
            </a:lvl1pPr>
          </a:lstStyle>
          <a:p>
            <a:pPr>
              <a:defRPr/>
            </a:pPr>
            <a:r>
              <a:rPr lang="en-US" altLang="en-US"/>
              <a:t>24.</a:t>
            </a:r>
            <a:fld id="{5143DA56-B343-45D1-9E11-B927EA89E6BA}" type="slidenum">
              <a:rPr lang="en-US" altLang="en-US" smtClean="0"/>
              <a:pPr>
                <a:defRPr/>
              </a:pPr>
              <a:t>‹#›</a:t>
            </a:fld>
            <a:endParaRPr lang="en-US" altLang="en-US"/>
          </a:p>
        </p:txBody>
      </p:sp>
    </p:spTree>
    <p:extLst>
      <p:ext uri="{BB962C8B-B14F-4D97-AF65-F5344CB8AC3E}">
        <p14:creationId xmlns:p14="http://schemas.microsoft.com/office/powerpoint/2010/main" val="12057704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a:prstGeom prst="rect">
            <a:avLst/>
          </a:prstGeo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623888" y="4589463"/>
            <a:ext cx="7886700" cy="1500187"/>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Rectangle 16">
            <a:extLst>
              <a:ext uri="{FF2B5EF4-FFF2-40B4-BE49-F238E27FC236}">
                <a16:creationId xmlns:a16="http://schemas.microsoft.com/office/drawing/2014/main" id="{32F75903-8CBF-80BF-AC58-85B2D3A3B329}"/>
              </a:ext>
            </a:extLst>
          </p:cNvPr>
          <p:cNvSpPr>
            <a:spLocks noGrp="1" noChangeArrowheads="1"/>
          </p:cNvSpPr>
          <p:nvPr>
            <p:ph type="sldNum" sz="quarter" idx="10"/>
          </p:nvPr>
        </p:nvSpPr>
        <p:spPr>
          <a:ln/>
        </p:spPr>
        <p:txBody>
          <a:bodyPr/>
          <a:lstStyle>
            <a:lvl1pPr>
              <a:defRPr/>
            </a:lvl1pPr>
          </a:lstStyle>
          <a:p>
            <a:pPr>
              <a:defRPr/>
            </a:pPr>
            <a:r>
              <a:rPr lang="en-US" altLang="en-US"/>
              <a:t>24.</a:t>
            </a:r>
            <a:fld id="{790C2D99-B698-4B3B-AA9B-12546023FB1D}" type="slidenum">
              <a:rPr lang="en-US" altLang="en-US" smtClean="0"/>
              <a:pPr>
                <a:defRPr/>
              </a:pPr>
              <a:t>‹#›</a:t>
            </a:fld>
            <a:endParaRPr lang="en-US" altLang="en-US"/>
          </a:p>
        </p:txBody>
      </p:sp>
    </p:spTree>
    <p:extLst>
      <p:ext uri="{BB962C8B-B14F-4D97-AF65-F5344CB8AC3E}">
        <p14:creationId xmlns:p14="http://schemas.microsoft.com/office/powerpoint/2010/main" val="13518121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5"/>
            <a:ext cx="7886700" cy="1325563"/>
          </a:xfrm>
          <a:prstGeom prst="rect">
            <a:avLst/>
          </a:prstGeom>
        </p:spPr>
        <p:txBody>
          <a:bodyPr/>
          <a:lstStyle/>
          <a:p>
            <a:r>
              <a:rPr lang="en-US"/>
              <a:t>Click to edit Master title style</a:t>
            </a:r>
            <a:endParaRPr lang="en-IN"/>
          </a:p>
        </p:txBody>
      </p:sp>
      <p:sp>
        <p:nvSpPr>
          <p:cNvPr id="3" name="Content Placeholder 2"/>
          <p:cNvSpPr>
            <a:spLocks noGrp="1"/>
          </p:cNvSpPr>
          <p:nvPr>
            <p:ph sz="half" idx="1"/>
          </p:nvPr>
        </p:nvSpPr>
        <p:spPr>
          <a:xfrm>
            <a:off x="628650" y="1825625"/>
            <a:ext cx="386715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825625"/>
            <a:ext cx="386715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Rectangle 16">
            <a:extLst>
              <a:ext uri="{FF2B5EF4-FFF2-40B4-BE49-F238E27FC236}">
                <a16:creationId xmlns:a16="http://schemas.microsoft.com/office/drawing/2014/main" id="{15AB1A5E-3CB4-6FEF-7993-0ABA365EED81}"/>
              </a:ext>
            </a:extLst>
          </p:cNvPr>
          <p:cNvSpPr>
            <a:spLocks noGrp="1" noChangeArrowheads="1"/>
          </p:cNvSpPr>
          <p:nvPr>
            <p:ph type="sldNum" sz="quarter" idx="10"/>
          </p:nvPr>
        </p:nvSpPr>
        <p:spPr>
          <a:ln/>
        </p:spPr>
        <p:txBody>
          <a:bodyPr/>
          <a:lstStyle>
            <a:lvl1pPr>
              <a:defRPr/>
            </a:lvl1pPr>
          </a:lstStyle>
          <a:p>
            <a:pPr>
              <a:defRPr/>
            </a:pPr>
            <a:r>
              <a:rPr lang="en-US" altLang="en-US"/>
              <a:t>24.</a:t>
            </a:r>
            <a:fld id="{924CF018-17E4-4CD5-96F6-A031EDEFE586}" type="slidenum">
              <a:rPr lang="en-US" altLang="en-US" smtClean="0"/>
              <a:pPr>
                <a:defRPr/>
              </a:pPr>
              <a:t>‹#›</a:t>
            </a:fld>
            <a:endParaRPr lang="en-US" altLang="en-US"/>
          </a:p>
        </p:txBody>
      </p:sp>
    </p:spTree>
    <p:extLst>
      <p:ext uri="{BB962C8B-B14F-4D97-AF65-F5344CB8AC3E}">
        <p14:creationId xmlns:p14="http://schemas.microsoft.com/office/powerpoint/2010/main" val="32705867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a:prstGeom prst="rect">
            <a:avLst/>
          </a:prstGeom>
        </p:spPr>
        <p:txBody>
          <a:bodyPr/>
          <a:lstStyle/>
          <a:p>
            <a:r>
              <a:rPr lang="en-US"/>
              <a:t>Click to edit Master title style</a:t>
            </a:r>
            <a:endParaRPr lang="en-IN"/>
          </a:p>
        </p:txBody>
      </p:sp>
      <p:sp>
        <p:nvSpPr>
          <p:cNvPr id="3" name="Text Placeholder 2"/>
          <p:cNvSpPr>
            <a:spLocks noGrp="1"/>
          </p:cNvSpPr>
          <p:nvPr>
            <p:ph type="body" idx="1"/>
          </p:nvPr>
        </p:nvSpPr>
        <p:spPr>
          <a:xfrm>
            <a:off x="630238" y="1681163"/>
            <a:ext cx="386873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29150" y="1681163"/>
            <a:ext cx="38877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Rectangle 16">
            <a:extLst>
              <a:ext uri="{FF2B5EF4-FFF2-40B4-BE49-F238E27FC236}">
                <a16:creationId xmlns:a16="http://schemas.microsoft.com/office/drawing/2014/main" id="{F9947C69-22E9-F641-2D11-A94BE88331FE}"/>
              </a:ext>
            </a:extLst>
          </p:cNvPr>
          <p:cNvSpPr>
            <a:spLocks noGrp="1" noChangeArrowheads="1"/>
          </p:cNvSpPr>
          <p:nvPr>
            <p:ph type="sldNum" sz="quarter" idx="10"/>
          </p:nvPr>
        </p:nvSpPr>
        <p:spPr>
          <a:ln/>
        </p:spPr>
        <p:txBody>
          <a:bodyPr/>
          <a:lstStyle>
            <a:lvl1pPr>
              <a:defRPr/>
            </a:lvl1pPr>
          </a:lstStyle>
          <a:p>
            <a:pPr>
              <a:defRPr/>
            </a:pPr>
            <a:r>
              <a:rPr lang="en-US" altLang="en-US"/>
              <a:t>24.</a:t>
            </a:r>
            <a:fld id="{845D8CF6-F932-4DA9-AF41-E96455ABE01C}" type="slidenum">
              <a:rPr lang="en-US" altLang="en-US" smtClean="0"/>
              <a:pPr>
                <a:defRPr/>
              </a:pPr>
              <a:t>‹#›</a:t>
            </a:fld>
            <a:endParaRPr lang="en-US" altLang="en-US"/>
          </a:p>
        </p:txBody>
      </p:sp>
    </p:spTree>
    <p:extLst>
      <p:ext uri="{BB962C8B-B14F-4D97-AF65-F5344CB8AC3E}">
        <p14:creationId xmlns:p14="http://schemas.microsoft.com/office/powerpoint/2010/main" val="3503052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5"/>
            <a:ext cx="7886700" cy="1325563"/>
          </a:xfrm>
          <a:prstGeom prst="rect">
            <a:avLst/>
          </a:prstGeom>
        </p:spPr>
        <p:txBody>
          <a:bodyPr/>
          <a:lstStyle/>
          <a:p>
            <a:r>
              <a:rPr lang="en-US"/>
              <a:t>Click to edit Master title style</a:t>
            </a:r>
            <a:endParaRPr lang="en-IN"/>
          </a:p>
        </p:txBody>
      </p:sp>
      <p:sp>
        <p:nvSpPr>
          <p:cNvPr id="3" name="Rectangle 16">
            <a:extLst>
              <a:ext uri="{FF2B5EF4-FFF2-40B4-BE49-F238E27FC236}">
                <a16:creationId xmlns:a16="http://schemas.microsoft.com/office/drawing/2014/main" id="{E51534FC-CD22-D14A-EDDD-A9636186F0A4}"/>
              </a:ext>
            </a:extLst>
          </p:cNvPr>
          <p:cNvSpPr>
            <a:spLocks noGrp="1" noChangeArrowheads="1"/>
          </p:cNvSpPr>
          <p:nvPr>
            <p:ph type="sldNum" sz="quarter" idx="10"/>
          </p:nvPr>
        </p:nvSpPr>
        <p:spPr>
          <a:ln/>
        </p:spPr>
        <p:txBody>
          <a:bodyPr/>
          <a:lstStyle>
            <a:lvl1pPr>
              <a:defRPr/>
            </a:lvl1pPr>
          </a:lstStyle>
          <a:p>
            <a:pPr>
              <a:defRPr/>
            </a:pPr>
            <a:r>
              <a:rPr lang="en-US" altLang="en-US"/>
              <a:t>24.</a:t>
            </a:r>
            <a:fld id="{2DEB74B3-AC19-47D2-8D7F-C33E8B62EA8C}" type="slidenum">
              <a:rPr lang="en-US" altLang="en-US" smtClean="0"/>
              <a:pPr>
                <a:defRPr/>
              </a:pPr>
              <a:t>‹#›</a:t>
            </a:fld>
            <a:endParaRPr lang="en-US" altLang="en-US"/>
          </a:p>
        </p:txBody>
      </p:sp>
    </p:spTree>
    <p:extLst>
      <p:ext uri="{BB962C8B-B14F-4D97-AF65-F5344CB8AC3E}">
        <p14:creationId xmlns:p14="http://schemas.microsoft.com/office/powerpoint/2010/main" val="3795801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6">
            <a:extLst>
              <a:ext uri="{FF2B5EF4-FFF2-40B4-BE49-F238E27FC236}">
                <a16:creationId xmlns:a16="http://schemas.microsoft.com/office/drawing/2014/main" id="{09C03F21-2FEC-2E5B-4087-39AC557FE5BD}"/>
              </a:ext>
            </a:extLst>
          </p:cNvPr>
          <p:cNvSpPr>
            <a:spLocks noGrp="1" noChangeArrowheads="1"/>
          </p:cNvSpPr>
          <p:nvPr>
            <p:ph type="sldNum" sz="quarter" idx="10"/>
          </p:nvPr>
        </p:nvSpPr>
        <p:spPr>
          <a:ln/>
        </p:spPr>
        <p:txBody>
          <a:bodyPr/>
          <a:lstStyle>
            <a:lvl1pPr>
              <a:defRPr/>
            </a:lvl1pPr>
          </a:lstStyle>
          <a:p>
            <a:pPr>
              <a:defRPr/>
            </a:pPr>
            <a:r>
              <a:rPr lang="en-US" altLang="en-US"/>
              <a:t>24.</a:t>
            </a:r>
            <a:fld id="{3BC6C2DA-0EEB-4A70-9233-BCED35D5B141}" type="slidenum">
              <a:rPr lang="en-US" altLang="en-US" smtClean="0"/>
              <a:pPr>
                <a:defRPr/>
              </a:pPr>
              <a:t>‹#›</a:t>
            </a:fld>
            <a:endParaRPr lang="en-US" altLang="en-US"/>
          </a:p>
        </p:txBody>
      </p:sp>
    </p:spTree>
    <p:extLst>
      <p:ext uri="{BB962C8B-B14F-4D97-AF65-F5344CB8AC3E}">
        <p14:creationId xmlns:p14="http://schemas.microsoft.com/office/powerpoint/2010/main" val="24273761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a:prstGeom prst="rect">
            <a:avLst/>
          </a:prstGeo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3887788" y="987425"/>
            <a:ext cx="462915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630238"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16">
            <a:extLst>
              <a:ext uri="{FF2B5EF4-FFF2-40B4-BE49-F238E27FC236}">
                <a16:creationId xmlns:a16="http://schemas.microsoft.com/office/drawing/2014/main" id="{F16E6703-1E32-A7F2-F144-8876BA838DC6}"/>
              </a:ext>
            </a:extLst>
          </p:cNvPr>
          <p:cNvSpPr>
            <a:spLocks noGrp="1" noChangeArrowheads="1"/>
          </p:cNvSpPr>
          <p:nvPr>
            <p:ph type="sldNum" sz="quarter" idx="10"/>
          </p:nvPr>
        </p:nvSpPr>
        <p:spPr>
          <a:ln/>
        </p:spPr>
        <p:txBody>
          <a:bodyPr/>
          <a:lstStyle>
            <a:lvl1pPr>
              <a:defRPr/>
            </a:lvl1pPr>
          </a:lstStyle>
          <a:p>
            <a:pPr>
              <a:defRPr/>
            </a:pPr>
            <a:r>
              <a:rPr lang="en-US" altLang="en-US"/>
              <a:t>24.</a:t>
            </a:r>
            <a:fld id="{C9EAD156-A501-4BE9-AC12-008CE30D9813}" type="slidenum">
              <a:rPr lang="en-US" altLang="en-US" smtClean="0"/>
              <a:pPr>
                <a:defRPr/>
              </a:pPr>
              <a:t>‹#›</a:t>
            </a:fld>
            <a:endParaRPr lang="en-US" altLang="en-US"/>
          </a:p>
        </p:txBody>
      </p:sp>
    </p:spTree>
    <p:extLst>
      <p:ext uri="{BB962C8B-B14F-4D97-AF65-F5344CB8AC3E}">
        <p14:creationId xmlns:p14="http://schemas.microsoft.com/office/powerpoint/2010/main" val="603958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a:prstGeom prst="rect">
            <a:avLst/>
          </a:prstGeo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3887788" y="987425"/>
            <a:ext cx="462915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IN" noProof="0"/>
          </a:p>
        </p:txBody>
      </p:sp>
      <p:sp>
        <p:nvSpPr>
          <p:cNvPr id="4" name="Text Placeholder 3"/>
          <p:cNvSpPr>
            <a:spLocks noGrp="1"/>
          </p:cNvSpPr>
          <p:nvPr>
            <p:ph type="body" sz="half" idx="2"/>
          </p:nvPr>
        </p:nvSpPr>
        <p:spPr>
          <a:xfrm>
            <a:off x="630238"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16">
            <a:extLst>
              <a:ext uri="{FF2B5EF4-FFF2-40B4-BE49-F238E27FC236}">
                <a16:creationId xmlns:a16="http://schemas.microsoft.com/office/drawing/2014/main" id="{B50B7CEC-C290-DDDC-5E53-5BC065FA2720}"/>
              </a:ext>
            </a:extLst>
          </p:cNvPr>
          <p:cNvSpPr>
            <a:spLocks noGrp="1" noChangeArrowheads="1"/>
          </p:cNvSpPr>
          <p:nvPr>
            <p:ph type="sldNum" sz="quarter" idx="10"/>
          </p:nvPr>
        </p:nvSpPr>
        <p:spPr>
          <a:ln/>
        </p:spPr>
        <p:txBody>
          <a:bodyPr/>
          <a:lstStyle>
            <a:lvl1pPr>
              <a:defRPr/>
            </a:lvl1pPr>
          </a:lstStyle>
          <a:p>
            <a:pPr>
              <a:defRPr/>
            </a:pPr>
            <a:r>
              <a:rPr lang="en-US" altLang="en-US"/>
              <a:t>24.</a:t>
            </a:r>
            <a:fld id="{C6BDA481-6C9F-47E7-A2D9-07A8DB15C8FB}" type="slidenum">
              <a:rPr lang="en-US" altLang="en-US" smtClean="0"/>
              <a:pPr>
                <a:defRPr/>
              </a:pPr>
              <a:t>‹#›</a:t>
            </a:fld>
            <a:endParaRPr lang="en-US" altLang="en-US"/>
          </a:p>
        </p:txBody>
      </p:sp>
    </p:spTree>
    <p:extLst>
      <p:ext uri="{BB962C8B-B14F-4D97-AF65-F5344CB8AC3E}">
        <p14:creationId xmlns:p14="http://schemas.microsoft.com/office/powerpoint/2010/main" val="17793589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5"/>
            <a:ext cx="7886700" cy="1325563"/>
          </a:xfrm>
          <a:prstGeom prst="rect">
            <a:avLst/>
          </a:prstGeom>
        </p:spPr>
        <p:txBody>
          <a:bodyPr/>
          <a:lstStyle/>
          <a:p>
            <a:r>
              <a:rPr lang="en-US"/>
              <a:t>Click to edit Master title style</a:t>
            </a:r>
            <a:endParaRPr lang="en-IN"/>
          </a:p>
        </p:txBody>
      </p:sp>
      <p:sp>
        <p:nvSpPr>
          <p:cNvPr id="3" name="Vertical Text Placeholder 2"/>
          <p:cNvSpPr>
            <a:spLocks noGrp="1"/>
          </p:cNvSpPr>
          <p:nvPr>
            <p:ph type="body" orient="vert" idx="1"/>
          </p:nvPr>
        </p:nvSpPr>
        <p:spPr>
          <a:xfrm>
            <a:off x="628650" y="1825625"/>
            <a:ext cx="78867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16">
            <a:extLst>
              <a:ext uri="{FF2B5EF4-FFF2-40B4-BE49-F238E27FC236}">
                <a16:creationId xmlns:a16="http://schemas.microsoft.com/office/drawing/2014/main" id="{4EAE250D-E39F-C159-BCAD-BF065F2462C4}"/>
              </a:ext>
            </a:extLst>
          </p:cNvPr>
          <p:cNvSpPr>
            <a:spLocks noGrp="1" noChangeArrowheads="1"/>
          </p:cNvSpPr>
          <p:nvPr>
            <p:ph type="sldNum" sz="quarter" idx="10"/>
          </p:nvPr>
        </p:nvSpPr>
        <p:spPr>
          <a:ln/>
        </p:spPr>
        <p:txBody>
          <a:bodyPr/>
          <a:lstStyle>
            <a:lvl1pPr>
              <a:defRPr/>
            </a:lvl1pPr>
          </a:lstStyle>
          <a:p>
            <a:pPr>
              <a:defRPr/>
            </a:pPr>
            <a:r>
              <a:rPr lang="en-US" altLang="en-US"/>
              <a:t>24.</a:t>
            </a:r>
            <a:fld id="{0C3AA6E4-49E7-44D9-AFF7-4EA202ABC59C}" type="slidenum">
              <a:rPr lang="en-US" altLang="en-US" smtClean="0"/>
              <a:pPr>
                <a:defRPr/>
              </a:pPr>
              <a:t>‹#›</a:t>
            </a:fld>
            <a:endParaRPr lang="en-US" altLang="en-US"/>
          </a:p>
        </p:txBody>
      </p:sp>
    </p:spTree>
    <p:extLst>
      <p:ext uri="{BB962C8B-B14F-4D97-AF65-F5344CB8AC3E}">
        <p14:creationId xmlns:p14="http://schemas.microsoft.com/office/powerpoint/2010/main" val="34105276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a:prstGeom prst="rect">
            <a:avLst/>
          </a:prstGeo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628650" y="365125"/>
            <a:ext cx="5762625"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16">
            <a:extLst>
              <a:ext uri="{FF2B5EF4-FFF2-40B4-BE49-F238E27FC236}">
                <a16:creationId xmlns:a16="http://schemas.microsoft.com/office/drawing/2014/main" id="{6912E53B-7B20-C221-72F2-A73511B8AB6C}"/>
              </a:ext>
            </a:extLst>
          </p:cNvPr>
          <p:cNvSpPr>
            <a:spLocks noGrp="1" noChangeArrowheads="1"/>
          </p:cNvSpPr>
          <p:nvPr>
            <p:ph type="sldNum" sz="quarter" idx="10"/>
          </p:nvPr>
        </p:nvSpPr>
        <p:spPr>
          <a:ln/>
        </p:spPr>
        <p:txBody>
          <a:bodyPr/>
          <a:lstStyle>
            <a:lvl1pPr>
              <a:defRPr/>
            </a:lvl1pPr>
          </a:lstStyle>
          <a:p>
            <a:pPr>
              <a:defRPr/>
            </a:pPr>
            <a:r>
              <a:rPr lang="en-US" altLang="en-US"/>
              <a:t>24.</a:t>
            </a:r>
            <a:fld id="{57140B66-BBEC-4BB5-BB59-C03390914459}" type="slidenum">
              <a:rPr lang="en-US" altLang="en-US" smtClean="0"/>
              <a:pPr>
                <a:defRPr/>
              </a:pPr>
              <a:t>‹#›</a:t>
            </a:fld>
            <a:endParaRPr lang="en-US" altLang="en-US"/>
          </a:p>
        </p:txBody>
      </p:sp>
    </p:spTree>
    <p:extLst>
      <p:ext uri="{BB962C8B-B14F-4D97-AF65-F5344CB8AC3E}">
        <p14:creationId xmlns:p14="http://schemas.microsoft.com/office/powerpoint/2010/main" val="229554870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628650" y="365125"/>
            <a:ext cx="7886700" cy="58118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3" name="Rectangle 16">
            <a:extLst>
              <a:ext uri="{FF2B5EF4-FFF2-40B4-BE49-F238E27FC236}">
                <a16:creationId xmlns:a16="http://schemas.microsoft.com/office/drawing/2014/main" id="{14A07B50-32DE-58A2-63E1-61060320E97E}"/>
              </a:ext>
            </a:extLst>
          </p:cNvPr>
          <p:cNvSpPr>
            <a:spLocks noGrp="1" noChangeArrowheads="1"/>
          </p:cNvSpPr>
          <p:nvPr>
            <p:ph type="sldNum" sz="quarter" idx="10"/>
          </p:nvPr>
        </p:nvSpPr>
        <p:spPr>
          <a:ln/>
        </p:spPr>
        <p:txBody>
          <a:bodyPr/>
          <a:lstStyle>
            <a:lvl1pPr>
              <a:defRPr/>
            </a:lvl1pPr>
          </a:lstStyle>
          <a:p>
            <a:pPr>
              <a:defRPr/>
            </a:pPr>
            <a:r>
              <a:rPr lang="en-US" altLang="en-US"/>
              <a:t>24.</a:t>
            </a:r>
            <a:fld id="{7B93C15E-BFB0-44FC-AD3E-3F006AF51916}" type="slidenum">
              <a:rPr lang="en-US" altLang="en-US" smtClean="0"/>
              <a:pPr>
                <a:defRPr/>
              </a:pPr>
              <a:t>‹#›</a:t>
            </a:fld>
            <a:endParaRPr lang="en-US" altLang="en-US"/>
          </a:p>
        </p:txBody>
      </p:sp>
    </p:spTree>
    <p:extLst>
      <p:ext uri="{BB962C8B-B14F-4D97-AF65-F5344CB8AC3E}">
        <p14:creationId xmlns:p14="http://schemas.microsoft.com/office/powerpoint/2010/main" val="11749307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9936" name="Rectangle 16">
            <a:extLst>
              <a:ext uri="{FF2B5EF4-FFF2-40B4-BE49-F238E27FC236}">
                <a16:creationId xmlns:a16="http://schemas.microsoft.com/office/drawing/2014/main" id="{CC301A49-BB31-52B2-BDDB-D98064ED3575}"/>
              </a:ext>
            </a:extLst>
          </p:cNvPr>
          <p:cNvSpPr>
            <a:spLocks noGrp="1" noChangeArrowheads="1"/>
          </p:cNvSpPr>
          <p:nvPr>
            <p:ph type="sldNum" sz="quarter" idx="4"/>
          </p:nvPr>
        </p:nvSpPr>
        <p:spPr bwMode="auto">
          <a:xfrm>
            <a:off x="0" y="6400800"/>
            <a:ext cx="19050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hangingPunct="1">
              <a:defRPr sz="2000">
                <a:solidFill>
                  <a:schemeClr val="bg2"/>
                </a:solidFill>
              </a:defRPr>
            </a:lvl1pPr>
          </a:lstStyle>
          <a:p>
            <a:pPr>
              <a:defRPr/>
            </a:pPr>
            <a:r>
              <a:rPr lang="en-US" altLang="en-US"/>
              <a:t>24.</a:t>
            </a:r>
            <a:fld id="{78E3745A-2D00-41A3-8D33-7C3FE7BED555}" type="slidenum">
              <a:rPr lang="en-US" altLang="en-US" smtClean="0"/>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726"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 id="2147483725" r:id="rId12"/>
  </p:sldLayoutIdLst>
  <p:hf hdr="0" ftr="0" dt="0"/>
  <p:txStyles>
    <p:titleStyle>
      <a:lvl1pPr algn="l" rtl="0" eaLnBrk="0" fontAlgn="base" hangingPunct="0">
        <a:spcBef>
          <a:spcPct val="0"/>
        </a:spcBef>
        <a:spcAft>
          <a:spcPct val="0"/>
        </a:spcAft>
        <a:defRPr sz="4400" kern="12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anose="020B0604030504040204" pitchFamily="34" charset="0"/>
        </a:defRPr>
      </a:lvl2pPr>
      <a:lvl3pPr algn="l" rtl="0" eaLnBrk="0" fontAlgn="base" hangingPunct="0">
        <a:spcBef>
          <a:spcPct val="0"/>
        </a:spcBef>
        <a:spcAft>
          <a:spcPct val="0"/>
        </a:spcAft>
        <a:defRPr sz="4400">
          <a:solidFill>
            <a:schemeClr val="tx2"/>
          </a:solidFill>
          <a:latin typeface="Tahoma" panose="020B0604030504040204" pitchFamily="34" charset="0"/>
        </a:defRPr>
      </a:lvl3pPr>
      <a:lvl4pPr algn="l" rtl="0" eaLnBrk="0" fontAlgn="base" hangingPunct="0">
        <a:spcBef>
          <a:spcPct val="0"/>
        </a:spcBef>
        <a:spcAft>
          <a:spcPct val="0"/>
        </a:spcAft>
        <a:defRPr sz="4400">
          <a:solidFill>
            <a:schemeClr val="tx2"/>
          </a:solidFill>
          <a:latin typeface="Tahoma" panose="020B0604030504040204" pitchFamily="34" charset="0"/>
        </a:defRPr>
      </a:lvl4pPr>
      <a:lvl5pPr algn="l" rtl="0" eaLnBrk="0" fontAlgn="base" hangingPunct="0">
        <a:spcBef>
          <a:spcPct val="0"/>
        </a:spcBef>
        <a:spcAft>
          <a:spcPct val="0"/>
        </a:spcAft>
        <a:defRPr sz="4400">
          <a:solidFill>
            <a:schemeClr val="tx2"/>
          </a:solidFill>
          <a:latin typeface="Tahoma" panose="020B0604030504040204" pitchFamily="34" charset="0"/>
        </a:defRPr>
      </a:lvl5pPr>
      <a:lvl6pPr marL="457200" algn="l" rtl="0" fontAlgn="base">
        <a:spcBef>
          <a:spcPct val="0"/>
        </a:spcBef>
        <a:spcAft>
          <a:spcPct val="0"/>
        </a:spcAft>
        <a:defRPr sz="4400">
          <a:solidFill>
            <a:schemeClr val="tx2"/>
          </a:solidFill>
          <a:latin typeface="Tahoma" panose="020B0604030504040204" pitchFamily="34" charset="0"/>
        </a:defRPr>
      </a:lvl6pPr>
      <a:lvl7pPr marL="914400" algn="l" rtl="0" fontAlgn="base">
        <a:spcBef>
          <a:spcPct val="0"/>
        </a:spcBef>
        <a:spcAft>
          <a:spcPct val="0"/>
        </a:spcAft>
        <a:defRPr sz="4400">
          <a:solidFill>
            <a:schemeClr val="tx2"/>
          </a:solidFill>
          <a:latin typeface="Tahoma" panose="020B0604030504040204" pitchFamily="34" charset="0"/>
        </a:defRPr>
      </a:lvl7pPr>
      <a:lvl8pPr marL="1371600" algn="l" rtl="0" fontAlgn="base">
        <a:spcBef>
          <a:spcPct val="0"/>
        </a:spcBef>
        <a:spcAft>
          <a:spcPct val="0"/>
        </a:spcAft>
        <a:defRPr sz="4400">
          <a:solidFill>
            <a:schemeClr val="tx2"/>
          </a:solidFill>
          <a:latin typeface="Tahoma" panose="020B0604030504040204" pitchFamily="34" charset="0"/>
        </a:defRPr>
      </a:lvl8pPr>
      <a:lvl9pPr marL="1828800" algn="l" rtl="0" fontAlgn="base">
        <a:spcBef>
          <a:spcPct val="0"/>
        </a:spcBef>
        <a:spcAft>
          <a:spcPct val="0"/>
        </a:spcAft>
        <a:defRPr sz="4400">
          <a:solidFill>
            <a:schemeClr val="tx2"/>
          </a:solidFill>
          <a:latin typeface="Tahoma" panose="020B0604030504040204" pitchFamily="34" charset="0"/>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hyperlink" Target="https://www.geeksforgeeks.org/asynchronous-transfer-mode-atm-in-computer-network/" TargetMode="Externa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Slide Number Placeholder 2">
            <a:extLst>
              <a:ext uri="{FF2B5EF4-FFF2-40B4-BE49-F238E27FC236}">
                <a16:creationId xmlns:a16="http://schemas.microsoft.com/office/drawing/2014/main" id="{ED14FBC7-0FFB-A8E2-C4C1-E724A9659180}"/>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000">
                <a:solidFill>
                  <a:schemeClr val="bg2"/>
                </a:solidFill>
              </a:rPr>
              <a:t>24.</a:t>
            </a:r>
            <a:fld id="{4FB79E8F-5D40-4753-88E3-589E35CFF161}" type="slidenum">
              <a:rPr lang="en-US" altLang="en-US" sz="2000" smtClean="0">
                <a:solidFill>
                  <a:schemeClr val="bg2"/>
                </a:solidFill>
              </a:rPr>
              <a:pPr/>
              <a:t>1</a:t>
            </a:fld>
            <a:endParaRPr lang="en-US" altLang="en-US" sz="2000">
              <a:solidFill>
                <a:schemeClr val="bg2"/>
              </a:solidFill>
            </a:endParaRPr>
          </a:p>
        </p:txBody>
      </p:sp>
      <p:pic>
        <p:nvPicPr>
          <p:cNvPr id="4099" name="Picture 2">
            <a:extLst>
              <a:ext uri="{FF2B5EF4-FFF2-40B4-BE49-F238E27FC236}">
                <a16:creationId xmlns:a16="http://schemas.microsoft.com/office/drawing/2014/main" id="{7FBB1D96-CA02-F518-72BF-F4A410991506}"/>
              </a:ext>
            </a:extLst>
          </p:cNvPr>
          <p:cNvPicPr>
            <a:picLocks noGrp="1" noChangeAspect="1" noChangeArrowheads="1"/>
          </p:cNvPicPr>
          <p:nvPr>
            <p:ph/>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1096963"/>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100" name="Rectangle 3">
            <a:extLst>
              <a:ext uri="{FF2B5EF4-FFF2-40B4-BE49-F238E27FC236}">
                <a16:creationId xmlns:a16="http://schemas.microsoft.com/office/drawing/2014/main" id="{7511B7BF-1BD6-5ACB-DD76-BC9DD65253A3}"/>
              </a:ext>
            </a:extLst>
          </p:cNvPr>
          <p:cNvSpPr>
            <a:spLocks noChangeArrowheads="1"/>
          </p:cNvSpPr>
          <p:nvPr/>
        </p:nvSpPr>
        <p:spPr bwMode="auto">
          <a:xfrm>
            <a:off x="1143000" y="2514600"/>
            <a:ext cx="6858000" cy="2406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a:r>
              <a:rPr lang="en-US" altLang="en-US" sz="4400">
                <a:solidFill>
                  <a:schemeClr val="tx2"/>
                </a:solidFill>
              </a:rPr>
              <a:t>Chapter 24</a:t>
            </a:r>
          </a:p>
          <a:p>
            <a:pPr algn="ctr"/>
            <a:endParaRPr lang="en-US" altLang="en-US" sz="2000">
              <a:solidFill>
                <a:schemeClr val="tx2"/>
              </a:solidFill>
            </a:endParaRPr>
          </a:p>
          <a:p>
            <a:pPr algn="ctr"/>
            <a:r>
              <a:rPr lang="en-US" altLang="en-US" sz="4400"/>
              <a:t>Congestion Control and</a:t>
            </a:r>
          </a:p>
          <a:p>
            <a:pPr algn="ctr"/>
            <a:r>
              <a:rPr lang="en-US" altLang="en-US" sz="4400"/>
              <a:t>Quality of Service</a:t>
            </a:r>
          </a:p>
        </p:txBody>
      </p:sp>
      <p:sp>
        <p:nvSpPr>
          <p:cNvPr id="4101" name="Text Box 4">
            <a:extLst>
              <a:ext uri="{FF2B5EF4-FFF2-40B4-BE49-F238E27FC236}">
                <a16:creationId xmlns:a16="http://schemas.microsoft.com/office/drawing/2014/main" id="{49F7C22A-2774-829D-0BAE-57C954DFFAFC}"/>
              </a:ext>
            </a:extLst>
          </p:cNvPr>
          <p:cNvSpPr txBox="1">
            <a:spLocks noChangeArrowheads="1"/>
          </p:cNvSpPr>
          <p:nvPr/>
        </p:nvSpPr>
        <p:spPr bwMode="auto">
          <a:xfrm>
            <a:off x="0" y="6507163"/>
            <a:ext cx="91440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r>
              <a:rPr lang="en-US" altLang="en-US" sz="1200" b="0">
                <a:latin typeface="Times New Roman" panose="02020603050405020304" pitchFamily="18" charset="0"/>
              </a:rPr>
              <a:t>Copyright © The McGraw-Hill Companies, Inc. Permission required for reproduction or display.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6" name="Slide Number Placeholder 1">
            <a:extLst>
              <a:ext uri="{FF2B5EF4-FFF2-40B4-BE49-F238E27FC236}">
                <a16:creationId xmlns:a16="http://schemas.microsoft.com/office/drawing/2014/main" id="{650FE104-9822-9927-3518-0309CD4C3169}"/>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000">
                <a:solidFill>
                  <a:schemeClr val="bg2"/>
                </a:solidFill>
              </a:rPr>
              <a:t>24.</a:t>
            </a:r>
            <a:fld id="{C9709BC2-C358-46F9-84F6-3D19A3D027A8}" type="slidenum">
              <a:rPr lang="en-US" altLang="en-US" sz="2000" smtClean="0">
                <a:solidFill>
                  <a:schemeClr val="bg2"/>
                </a:solidFill>
              </a:rPr>
              <a:pPr/>
              <a:t>2</a:t>
            </a:fld>
            <a:endParaRPr lang="en-US" altLang="en-US" sz="2000">
              <a:solidFill>
                <a:schemeClr val="bg2"/>
              </a:solidFill>
            </a:endParaRPr>
          </a:p>
        </p:txBody>
      </p:sp>
      <p:sp>
        <p:nvSpPr>
          <p:cNvPr id="565250" name="Rectangle 2">
            <a:extLst>
              <a:ext uri="{FF2B5EF4-FFF2-40B4-BE49-F238E27FC236}">
                <a16:creationId xmlns:a16="http://schemas.microsoft.com/office/drawing/2014/main" id="{6892E331-51BC-1A7D-B30F-5BCB500A7A70}"/>
              </a:ext>
            </a:extLst>
          </p:cNvPr>
          <p:cNvSpPr>
            <a:spLocks noChangeArrowheads="1"/>
          </p:cNvSpPr>
          <p:nvPr/>
        </p:nvSpPr>
        <p:spPr bwMode="auto">
          <a:xfrm>
            <a:off x="0" y="0"/>
            <a:ext cx="9144000" cy="1371600"/>
          </a:xfrm>
          <a:prstGeom prst="rect">
            <a:avLst/>
          </a:prstGeom>
          <a:solidFill>
            <a:srgbClr val="33CCFF"/>
          </a:solidFill>
          <a:ln w="9525">
            <a:solidFill>
              <a:schemeClr val="tx1"/>
            </a:solidFill>
            <a:miter lim="800000"/>
            <a:headEnd/>
            <a:tailEnd/>
          </a:ln>
          <a:effectLst/>
        </p:spPr>
        <p:txBody>
          <a:bodyPr wrap="none" anchor="ctr"/>
          <a:lstStyle/>
          <a:p>
            <a:pPr algn="ctr">
              <a:defRPr/>
            </a:pPr>
            <a:endParaRPr lang="en-US" altLang="en-US">
              <a:effectLst>
                <a:outerShdw blurRad="38100" dist="38100" dir="2700000" algn="tl">
                  <a:srgbClr val="FFFFFF"/>
                </a:outerShdw>
              </a:effectLst>
              <a:latin typeface="Times New Roman" panose="02020603050405020304" pitchFamily="18" charset="0"/>
            </a:endParaRPr>
          </a:p>
        </p:txBody>
      </p:sp>
      <p:sp>
        <p:nvSpPr>
          <p:cNvPr id="565251" name="Text Box 3">
            <a:extLst>
              <a:ext uri="{FF2B5EF4-FFF2-40B4-BE49-F238E27FC236}">
                <a16:creationId xmlns:a16="http://schemas.microsoft.com/office/drawing/2014/main" id="{F01B8D5F-D402-008F-D758-911D92A00462}"/>
              </a:ext>
            </a:extLst>
          </p:cNvPr>
          <p:cNvSpPr txBox="1">
            <a:spLocks noChangeArrowheads="1"/>
          </p:cNvSpPr>
          <p:nvPr/>
        </p:nvSpPr>
        <p:spPr bwMode="auto">
          <a:xfrm>
            <a:off x="228600" y="406400"/>
            <a:ext cx="4294188" cy="579438"/>
          </a:xfrm>
          <a:prstGeom prst="rect">
            <a:avLst/>
          </a:prstGeom>
          <a:noFill/>
          <a:ln>
            <a:noFill/>
          </a:ln>
          <a:effectLst/>
        </p:spPr>
        <p:txBody>
          <a:bodyPr wrap="none">
            <a:spAutoFit/>
          </a:bodyPr>
          <a:lstStyle/>
          <a:p>
            <a:pPr>
              <a:defRPr/>
            </a:pPr>
            <a:r>
              <a:rPr lang="en-US" altLang="en-US">
                <a:effectLst>
                  <a:outerShdw blurRad="38100" dist="38100" dir="2700000" algn="tl">
                    <a:srgbClr val="C0C0C0"/>
                  </a:outerShdw>
                </a:effectLst>
                <a:latin typeface="Times" panose="02020603050405020304" pitchFamily="18" charset="0"/>
              </a:rPr>
              <a:t>24-1   DATA TRAFFIC</a:t>
            </a:r>
          </a:p>
        </p:txBody>
      </p:sp>
      <p:sp>
        <p:nvSpPr>
          <p:cNvPr id="6149" name="Text Box 4">
            <a:extLst>
              <a:ext uri="{FF2B5EF4-FFF2-40B4-BE49-F238E27FC236}">
                <a16:creationId xmlns:a16="http://schemas.microsoft.com/office/drawing/2014/main" id="{A36808CC-8C7B-7336-DF21-26634D75301B}"/>
              </a:ext>
            </a:extLst>
          </p:cNvPr>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endParaRPr lang="en-US" altLang="en-US" sz="1800">
              <a:latin typeface="Times New Roman" panose="02020603050405020304" pitchFamily="18" charset="0"/>
            </a:endParaRPr>
          </a:p>
        </p:txBody>
      </p:sp>
      <p:sp>
        <p:nvSpPr>
          <p:cNvPr id="565253" name="Rectangle 5">
            <a:extLst>
              <a:ext uri="{FF2B5EF4-FFF2-40B4-BE49-F238E27FC236}">
                <a16:creationId xmlns:a16="http://schemas.microsoft.com/office/drawing/2014/main" id="{DCA2AFFF-68CB-9BC9-26D7-5FC89633FFC0}"/>
              </a:ext>
            </a:extLst>
          </p:cNvPr>
          <p:cNvSpPr>
            <a:spLocks noChangeArrowheads="1"/>
          </p:cNvSpPr>
          <p:nvPr/>
        </p:nvSpPr>
        <p:spPr bwMode="auto">
          <a:xfrm>
            <a:off x="304800" y="1460500"/>
            <a:ext cx="8229600" cy="2654300"/>
          </a:xfrm>
          <a:prstGeom prst="rect">
            <a:avLst/>
          </a:prstGeom>
          <a:noFill/>
          <a:ln>
            <a:noFill/>
          </a:ln>
          <a:effectLst/>
        </p:spPr>
        <p:txBody>
          <a:bodyPr anchor="ctr">
            <a:spAutoFit/>
          </a:bodyPr>
          <a:lstStyle/>
          <a:p>
            <a:pPr algn="just" eaLnBrk="1" hangingPunct="1">
              <a:defRPr/>
            </a:pPr>
            <a:r>
              <a:rPr lang="en-US" altLang="en-US" sz="2800" i="1" dirty="0">
                <a:effectLst>
                  <a:outerShdw blurRad="38100" dist="38100" dir="2700000" algn="tl">
                    <a:srgbClr val="C0C0C0"/>
                  </a:outerShdw>
                </a:effectLst>
                <a:latin typeface="Times New Roman" panose="02020603050405020304" pitchFamily="18" charset="0"/>
              </a:rPr>
              <a:t>The main focus of congestion control and quality of service is </a:t>
            </a:r>
            <a:r>
              <a:rPr lang="en-US" altLang="en-US" sz="2800" i="1" dirty="0">
                <a:solidFill>
                  <a:schemeClr val="hlink"/>
                </a:solidFill>
                <a:effectLst>
                  <a:outerShdw blurRad="38100" dist="38100" dir="2700000" algn="tl">
                    <a:srgbClr val="C0C0C0"/>
                  </a:outerShdw>
                </a:effectLst>
                <a:latin typeface="Times New Roman" panose="02020603050405020304" pitchFamily="18" charset="0"/>
              </a:rPr>
              <a:t>data traffic</a:t>
            </a:r>
            <a:r>
              <a:rPr lang="en-US" altLang="en-US" sz="2800" i="1" dirty="0">
                <a:effectLst>
                  <a:outerShdw blurRad="38100" dist="38100" dir="2700000" algn="tl">
                    <a:srgbClr val="C0C0C0"/>
                  </a:outerShdw>
                </a:effectLst>
                <a:latin typeface="Times New Roman" panose="02020603050405020304" pitchFamily="18" charset="0"/>
              </a:rPr>
              <a:t>. In congestion control we try to avoid traffic congestion. In quality of service, we try to create an appropriate environment for the traffic. So, before talking about congestion control and quality of service, we discuss the data traffic itself.</a:t>
            </a:r>
          </a:p>
        </p:txBody>
      </p:sp>
      <p:sp>
        <p:nvSpPr>
          <p:cNvPr id="6151" name="Rectangle 29">
            <a:extLst>
              <a:ext uri="{FF2B5EF4-FFF2-40B4-BE49-F238E27FC236}">
                <a16:creationId xmlns:a16="http://schemas.microsoft.com/office/drawing/2014/main" id="{890DEF47-E3CE-48D1-34BF-4621075747C1}"/>
              </a:ext>
            </a:extLst>
          </p:cNvPr>
          <p:cNvSpPr>
            <a:spLocks noChangeArrowheads="1"/>
          </p:cNvSpPr>
          <p:nvPr/>
        </p:nvSpPr>
        <p:spPr bwMode="auto">
          <a:xfrm>
            <a:off x="152400" y="5121275"/>
            <a:ext cx="67056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buClr>
                <a:schemeClr val="tx1"/>
              </a:buClr>
              <a:buSzPct val="117000"/>
              <a:buFont typeface="Wingdings" panose="05000000000000000000" pitchFamily="2" charset="2"/>
              <a:buNone/>
            </a:pPr>
            <a:r>
              <a:rPr lang="en-US" altLang="en-US" sz="2400">
                <a:solidFill>
                  <a:srgbClr val="0033CC"/>
                </a:solidFill>
                <a:latin typeface="Times New Roman" panose="02020603050405020304" pitchFamily="18" charset="0"/>
              </a:rPr>
              <a:t>Traffic Descriptor</a:t>
            </a:r>
            <a:br>
              <a:rPr lang="fr-FR" altLang="en-US" sz="2400">
                <a:solidFill>
                  <a:srgbClr val="0033CC"/>
                </a:solidFill>
                <a:latin typeface="Times New Roman" panose="02020603050405020304" pitchFamily="18" charset="0"/>
              </a:rPr>
            </a:br>
            <a:r>
              <a:rPr lang="fr-FR" altLang="en-US" sz="2400">
                <a:solidFill>
                  <a:srgbClr val="0033CC"/>
                </a:solidFill>
                <a:latin typeface="Times New Roman" panose="02020603050405020304" pitchFamily="18" charset="0"/>
              </a:rPr>
              <a:t>Traffic Profiles</a:t>
            </a:r>
            <a:endParaRPr lang="en-US" altLang="en-US" sz="2400">
              <a:solidFill>
                <a:srgbClr val="0033CC"/>
              </a:solidFill>
              <a:latin typeface="Times New Roman" panose="02020603050405020304" pitchFamily="18" charset="0"/>
            </a:endParaRPr>
          </a:p>
        </p:txBody>
      </p:sp>
      <p:sp>
        <p:nvSpPr>
          <p:cNvPr id="565278" name="Text Box 30">
            <a:extLst>
              <a:ext uri="{FF2B5EF4-FFF2-40B4-BE49-F238E27FC236}">
                <a16:creationId xmlns:a16="http://schemas.microsoft.com/office/drawing/2014/main" id="{EC23C4EE-5B69-105A-F070-3261E4B1E64D}"/>
              </a:ext>
            </a:extLst>
          </p:cNvPr>
          <p:cNvSpPr txBox="1">
            <a:spLocks noChangeArrowheads="1"/>
          </p:cNvSpPr>
          <p:nvPr/>
        </p:nvSpPr>
        <p:spPr bwMode="auto">
          <a:xfrm>
            <a:off x="165100" y="4568825"/>
            <a:ext cx="4862513" cy="519113"/>
          </a:xfrm>
          <a:prstGeom prst="rect">
            <a:avLst/>
          </a:prstGeom>
          <a:noFill/>
          <a:ln>
            <a:noFill/>
          </a:ln>
          <a:effectLst/>
        </p:spPr>
        <p:txBody>
          <a:bodyPr wrap="none">
            <a:spAutoFit/>
          </a:bodyPr>
          <a:lstStyle/>
          <a:p>
            <a:pPr algn="ctr">
              <a:defRPr/>
            </a:pPr>
            <a:r>
              <a:rPr lang="en-US" altLang="en-US" sz="2800" i="1" u="sng">
                <a:solidFill>
                  <a:schemeClr val="hlink"/>
                </a:solidFill>
                <a:effectLst>
                  <a:outerShdw blurRad="38100" dist="38100" dir="2700000" algn="tl">
                    <a:srgbClr val="C0C0C0"/>
                  </a:outerShdw>
                </a:effectLst>
                <a:latin typeface="Times New Roman" panose="02020603050405020304" pitchFamily="18" charset="0"/>
              </a:rPr>
              <a:t>Topics discussed in this section: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Number Placeholder 1">
            <a:extLst>
              <a:ext uri="{FF2B5EF4-FFF2-40B4-BE49-F238E27FC236}">
                <a16:creationId xmlns:a16="http://schemas.microsoft.com/office/drawing/2014/main" id="{E8E139D4-1873-EBFA-109A-89F4183CE487}"/>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000">
                <a:solidFill>
                  <a:schemeClr val="bg2"/>
                </a:solidFill>
              </a:rPr>
              <a:t>24.</a:t>
            </a:r>
            <a:fld id="{A2D8FE67-5CD0-4C27-8263-432DAF5CF444}" type="slidenum">
              <a:rPr lang="en-US" altLang="en-US" sz="2000" smtClean="0">
                <a:solidFill>
                  <a:schemeClr val="bg2"/>
                </a:solidFill>
              </a:rPr>
              <a:pPr/>
              <a:t>3</a:t>
            </a:fld>
            <a:endParaRPr lang="en-US" altLang="en-US" sz="2000">
              <a:solidFill>
                <a:schemeClr val="bg2"/>
              </a:solidFill>
            </a:endParaRPr>
          </a:p>
        </p:txBody>
      </p:sp>
      <p:sp>
        <p:nvSpPr>
          <p:cNvPr id="8195" name="Line 2">
            <a:extLst>
              <a:ext uri="{FF2B5EF4-FFF2-40B4-BE49-F238E27FC236}">
                <a16:creationId xmlns:a16="http://schemas.microsoft.com/office/drawing/2014/main" id="{39491B16-BFE0-BBD8-BBDF-12159CD2BB71}"/>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196" name="Line 3">
            <a:extLst>
              <a:ext uri="{FF2B5EF4-FFF2-40B4-BE49-F238E27FC236}">
                <a16:creationId xmlns:a16="http://schemas.microsoft.com/office/drawing/2014/main" id="{E2FB850F-CFEB-7297-A0D8-DA7F6C355F49}"/>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197" name="Text Box 4">
            <a:extLst>
              <a:ext uri="{FF2B5EF4-FFF2-40B4-BE49-F238E27FC236}">
                <a16:creationId xmlns:a16="http://schemas.microsoft.com/office/drawing/2014/main" id="{867DFC73-F81E-9E15-C093-A9D76FAD7898}"/>
              </a:ext>
            </a:extLst>
          </p:cNvPr>
          <p:cNvSpPr txBox="1">
            <a:spLocks noChangeArrowheads="1"/>
          </p:cNvSpPr>
          <p:nvPr/>
        </p:nvSpPr>
        <p:spPr bwMode="auto">
          <a:xfrm>
            <a:off x="304800" y="762000"/>
            <a:ext cx="37433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400">
                <a:solidFill>
                  <a:schemeClr val="folHlink"/>
                </a:solidFill>
                <a:latin typeface="Times New Roman" panose="02020603050405020304" pitchFamily="18" charset="0"/>
              </a:rPr>
              <a:t>Figure 24.1  </a:t>
            </a:r>
            <a:r>
              <a:rPr lang="en-US" altLang="en-US" sz="2000" i="1">
                <a:latin typeface="Times New Roman" panose="02020603050405020304" pitchFamily="18" charset="0"/>
              </a:rPr>
              <a:t>Traffic descriptors</a:t>
            </a:r>
          </a:p>
        </p:txBody>
      </p:sp>
      <p:sp>
        <p:nvSpPr>
          <p:cNvPr id="8198" name="Line 5">
            <a:extLst>
              <a:ext uri="{FF2B5EF4-FFF2-40B4-BE49-F238E27FC236}">
                <a16:creationId xmlns:a16="http://schemas.microsoft.com/office/drawing/2014/main" id="{3CA59A2D-4CA5-41F4-D4A3-367D8A2505A7}"/>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8199" name="Picture 6">
            <a:extLst>
              <a:ext uri="{FF2B5EF4-FFF2-40B4-BE49-F238E27FC236}">
                <a16:creationId xmlns:a16="http://schemas.microsoft.com/office/drawing/2014/main" id="{96A275A3-0235-7479-3F42-6896F7B9F1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3788" y="2530475"/>
            <a:ext cx="6526212" cy="2574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Number Placeholder 1">
            <a:extLst>
              <a:ext uri="{FF2B5EF4-FFF2-40B4-BE49-F238E27FC236}">
                <a16:creationId xmlns:a16="http://schemas.microsoft.com/office/drawing/2014/main" id="{8D1E390A-1872-830F-B2AA-368743250727}"/>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000">
                <a:solidFill>
                  <a:schemeClr val="bg2"/>
                </a:solidFill>
              </a:rPr>
              <a:t>24.</a:t>
            </a:r>
            <a:fld id="{E5A8B11B-38D6-41CF-AA1C-010C51B8F2F0}" type="slidenum">
              <a:rPr lang="en-US" altLang="en-US" sz="2000" smtClean="0">
                <a:solidFill>
                  <a:schemeClr val="bg2"/>
                </a:solidFill>
              </a:rPr>
              <a:pPr/>
              <a:t>4</a:t>
            </a:fld>
            <a:endParaRPr lang="en-US" altLang="en-US" sz="2000">
              <a:solidFill>
                <a:schemeClr val="bg2"/>
              </a:solidFill>
            </a:endParaRPr>
          </a:p>
        </p:txBody>
      </p:sp>
      <p:sp>
        <p:nvSpPr>
          <p:cNvPr id="10243" name="TextBox 2">
            <a:extLst>
              <a:ext uri="{FF2B5EF4-FFF2-40B4-BE49-F238E27FC236}">
                <a16:creationId xmlns:a16="http://schemas.microsoft.com/office/drawing/2014/main" id="{8DB71616-8222-8304-3586-CE5E21497863}"/>
              </a:ext>
            </a:extLst>
          </p:cNvPr>
          <p:cNvSpPr txBox="1">
            <a:spLocks noChangeArrowheads="1"/>
          </p:cNvSpPr>
          <p:nvPr/>
        </p:nvSpPr>
        <p:spPr bwMode="auto">
          <a:xfrm>
            <a:off x="762000" y="685800"/>
            <a:ext cx="8153400" cy="403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IN" altLang="en-US"/>
              <a:t>Average date rate</a:t>
            </a:r>
          </a:p>
          <a:p>
            <a:endParaRPr lang="en-IN" altLang="en-US"/>
          </a:p>
          <a:p>
            <a:pPr algn="just"/>
            <a:r>
              <a:rPr lang="en-IN" altLang="en-US" b="0"/>
              <a:t>The average data rate is the number of bits sent during a period of time, divided by the number of seconds in that period.</a:t>
            </a:r>
          </a:p>
          <a:p>
            <a:pPr algn="just"/>
            <a:endParaRPr lang="en-IN" altLang="en-US" b="0"/>
          </a:p>
          <a:p>
            <a:pPr algn="just"/>
            <a:r>
              <a:rPr lang="en-IN" altLang="en-US" b="0"/>
              <a:t>Average data rate= amount of data/time  </a:t>
            </a:r>
          </a:p>
          <a:p>
            <a:endParaRPr lang="en-I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Number Placeholder 1">
            <a:extLst>
              <a:ext uri="{FF2B5EF4-FFF2-40B4-BE49-F238E27FC236}">
                <a16:creationId xmlns:a16="http://schemas.microsoft.com/office/drawing/2014/main" id="{1744A87E-C674-9861-25DD-A76DED127824}"/>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000">
                <a:solidFill>
                  <a:schemeClr val="bg2"/>
                </a:solidFill>
              </a:rPr>
              <a:t>24.</a:t>
            </a:r>
            <a:fld id="{3D25B18B-42C6-49C7-9DDF-61B0493EF063}" type="slidenum">
              <a:rPr lang="en-US" altLang="en-US" sz="2000" smtClean="0">
                <a:solidFill>
                  <a:schemeClr val="bg2"/>
                </a:solidFill>
              </a:rPr>
              <a:pPr/>
              <a:t>5</a:t>
            </a:fld>
            <a:endParaRPr lang="en-US" altLang="en-US" sz="2000">
              <a:solidFill>
                <a:schemeClr val="bg2"/>
              </a:solidFill>
            </a:endParaRPr>
          </a:p>
        </p:txBody>
      </p:sp>
      <p:sp>
        <p:nvSpPr>
          <p:cNvPr id="11267" name="Line 2">
            <a:extLst>
              <a:ext uri="{FF2B5EF4-FFF2-40B4-BE49-F238E27FC236}">
                <a16:creationId xmlns:a16="http://schemas.microsoft.com/office/drawing/2014/main" id="{062AFC85-F38A-923C-CF27-6592EE79E5A0}"/>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268" name="Line 3">
            <a:extLst>
              <a:ext uri="{FF2B5EF4-FFF2-40B4-BE49-F238E27FC236}">
                <a16:creationId xmlns:a16="http://schemas.microsoft.com/office/drawing/2014/main" id="{B8ACA533-9AD8-EE12-8D19-389FBA347F06}"/>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269" name="Text Box 4">
            <a:extLst>
              <a:ext uri="{FF2B5EF4-FFF2-40B4-BE49-F238E27FC236}">
                <a16:creationId xmlns:a16="http://schemas.microsoft.com/office/drawing/2014/main" id="{743C43E3-8C6C-2F6F-6034-D76615774326}"/>
              </a:ext>
            </a:extLst>
          </p:cNvPr>
          <p:cNvSpPr txBox="1">
            <a:spLocks noChangeArrowheads="1"/>
          </p:cNvSpPr>
          <p:nvPr/>
        </p:nvSpPr>
        <p:spPr bwMode="auto">
          <a:xfrm>
            <a:off x="304800" y="762000"/>
            <a:ext cx="39893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400">
                <a:solidFill>
                  <a:schemeClr val="folHlink"/>
                </a:solidFill>
                <a:latin typeface="Times New Roman" panose="02020603050405020304" pitchFamily="18" charset="0"/>
              </a:rPr>
              <a:t>Figure 24.2  </a:t>
            </a:r>
            <a:r>
              <a:rPr lang="en-US" altLang="en-US" sz="2000" i="1">
                <a:latin typeface="Times New Roman" panose="02020603050405020304" pitchFamily="18" charset="0"/>
              </a:rPr>
              <a:t>Three traffic profiles</a:t>
            </a:r>
          </a:p>
        </p:txBody>
      </p:sp>
      <p:sp>
        <p:nvSpPr>
          <p:cNvPr id="11270" name="Line 5">
            <a:extLst>
              <a:ext uri="{FF2B5EF4-FFF2-40B4-BE49-F238E27FC236}">
                <a16:creationId xmlns:a16="http://schemas.microsoft.com/office/drawing/2014/main" id="{A1C03B51-B967-A988-5524-F8B92BC41A2F}"/>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11271" name="Picture 6">
            <a:extLst>
              <a:ext uri="{FF2B5EF4-FFF2-40B4-BE49-F238E27FC236}">
                <a16:creationId xmlns:a16="http://schemas.microsoft.com/office/drawing/2014/main" id="{0969D1FA-DC90-F725-9D12-03D91E349DF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8688" y="1808163"/>
            <a:ext cx="7148512" cy="4135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314" name="Slide Number Placeholder 1">
            <a:extLst>
              <a:ext uri="{FF2B5EF4-FFF2-40B4-BE49-F238E27FC236}">
                <a16:creationId xmlns:a16="http://schemas.microsoft.com/office/drawing/2014/main" id="{55BCE19E-F0C8-0128-86BE-78F880E8E6F8}"/>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000">
                <a:solidFill>
                  <a:schemeClr val="bg2"/>
                </a:solidFill>
              </a:rPr>
              <a:t>24.</a:t>
            </a:r>
            <a:fld id="{47C3B2DB-3353-46E6-8BD3-BF51EA455402}" type="slidenum">
              <a:rPr lang="en-US" altLang="en-US" sz="2000" smtClean="0">
                <a:solidFill>
                  <a:schemeClr val="bg2"/>
                </a:solidFill>
              </a:rPr>
              <a:pPr/>
              <a:t>6</a:t>
            </a:fld>
            <a:endParaRPr lang="en-US" altLang="en-US" sz="2000">
              <a:solidFill>
                <a:schemeClr val="bg2"/>
              </a:solidFill>
            </a:endParaRPr>
          </a:p>
        </p:txBody>
      </p:sp>
      <p:sp>
        <p:nvSpPr>
          <p:cNvPr id="858114" name="Rectangle 2">
            <a:extLst>
              <a:ext uri="{FF2B5EF4-FFF2-40B4-BE49-F238E27FC236}">
                <a16:creationId xmlns:a16="http://schemas.microsoft.com/office/drawing/2014/main" id="{1F00DB74-7F96-BBA8-78EF-722659656B33}"/>
              </a:ext>
            </a:extLst>
          </p:cNvPr>
          <p:cNvSpPr>
            <a:spLocks noChangeArrowheads="1"/>
          </p:cNvSpPr>
          <p:nvPr/>
        </p:nvSpPr>
        <p:spPr bwMode="auto">
          <a:xfrm>
            <a:off x="0" y="0"/>
            <a:ext cx="9144000" cy="1371600"/>
          </a:xfrm>
          <a:prstGeom prst="rect">
            <a:avLst/>
          </a:prstGeom>
          <a:solidFill>
            <a:srgbClr val="33CCFF"/>
          </a:solidFill>
          <a:ln w="9525">
            <a:solidFill>
              <a:schemeClr val="tx1"/>
            </a:solidFill>
            <a:miter lim="800000"/>
            <a:headEnd/>
            <a:tailEnd/>
          </a:ln>
          <a:effectLst/>
        </p:spPr>
        <p:txBody>
          <a:bodyPr wrap="none" anchor="ctr"/>
          <a:lstStyle/>
          <a:p>
            <a:pPr algn="ctr">
              <a:defRPr/>
            </a:pPr>
            <a:endParaRPr lang="en-US" altLang="en-US">
              <a:effectLst>
                <a:outerShdw blurRad="38100" dist="38100" dir="2700000" algn="tl">
                  <a:srgbClr val="FFFFFF"/>
                </a:outerShdw>
              </a:effectLst>
              <a:latin typeface="Times New Roman" panose="02020603050405020304" pitchFamily="18" charset="0"/>
            </a:endParaRPr>
          </a:p>
        </p:txBody>
      </p:sp>
      <p:sp>
        <p:nvSpPr>
          <p:cNvPr id="858115" name="Text Box 3">
            <a:extLst>
              <a:ext uri="{FF2B5EF4-FFF2-40B4-BE49-F238E27FC236}">
                <a16:creationId xmlns:a16="http://schemas.microsoft.com/office/drawing/2014/main" id="{039B98B3-A055-E439-C82D-4E9AAF3140F5}"/>
              </a:ext>
            </a:extLst>
          </p:cNvPr>
          <p:cNvSpPr txBox="1">
            <a:spLocks noChangeArrowheads="1"/>
          </p:cNvSpPr>
          <p:nvPr/>
        </p:nvSpPr>
        <p:spPr bwMode="auto">
          <a:xfrm>
            <a:off x="228600" y="406400"/>
            <a:ext cx="3989388" cy="579438"/>
          </a:xfrm>
          <a:prstGeom prst="rect">
            <a:avLst/>
          </a:prstGeom>
          <a:noFill/>
          <a:ln>
            <a:noFill/>
          </a:ln>
          <a:effectLst/>
        </p:spPr>
        <p:txBody>
          <a:bodyPr wrap="none">
            <a:spAutoFit/>
          </a:bodyPr>
          <a:lstStyle/>
          <a:p>
            <a:pPr>
              <a:defRPr/>
            </a:pPr>
            <a:r>
              <a:rPr lang="en-US" altLang="en-US">
                <a:effectLst>
                  <a:outerShdw blurRad="38100" dist="38100" dir="2700000" algn="tl">
                    <a:srgbClr val="C0C0C0"/>
                  </a:outerShdw>
                </a:effectLst>
                <a:latin typeface="Times" panose="02020603050405020304" pitchFamily="18" charset="0"/>
              </a:rPr>
              <a:t>24-2   CONGESTION</a:t>
            </a:r>
          </a:p>
        </p:txBody>
      </p:sp>
      <p:sp>
        <p:nvSpPr>
          <p:cNvPr id="13317" name="Text Box 4">
            <a:extLst>
              <a:ext uri="{FF2B5EF4-FFF2-40B4-BE49-F238E27FC236}">
                <a16:creationId xmlns:a16="http://schemas.microsoft.com/office/drawing/2014/main" id="{31FD7557-FD49-2D55-D822-7A89828D2D95}"/>
              </a:ext>
            </a:extLst>
          </p:cNvPr>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endParaRPr lang="en-US" altLang="en-US" sz="1800">
              <a:latin typeface="Times New Roman" panose="02020603050405020304" pitchFamily="18" charset="0"/>
            </a:endParaRPr>
          </a:p>
        </p:txBody>
      </p:sp>
      <p:sp>
        <p:nvSpPr>
          <p:cNvPr id="858117" name="Rectangle 5">
            <a:extLst>
              <a:ext uri="{FF2B5EF4-FFF2-40B4-BE49-F238E27FC236}">
                <a16:creationId xmlns:a16="http://schemas.microsoft.com/office/drawing/2014/main" id="{8E59A801-7128-B609-786B-7A1E7F3D87E6}"/>
              </a:ext>
            </a:extLst>
          </p:cNvPr>
          <p:cNvSpPr>
            <a:spLocks noChangeArrowheads="1"/>
          </p:cNvSpPr>
          <p:nvPr/>
        </p:nvSpPr>
        <p:spPr bwMode="auto">
          <a:xfrm>
            <a:off x="304800" y="1524000"/>
            <a:ext cx="8229600" cy="3081338"/>
          </a:xfrm>
          <a:prstGeom prst="rect">
            <a:avLst/>
          </a:prstGeom>
          <a:noFill/>
          <a:ln>
            <a:noFill/>
          </a:ln>
          <a:effectLst/>
        </p:spPr>
        <p:txBody>
          <a:bodyPr anchor="ctr">
            <a:spAutoFit/>
          </a:bodyPr>
          <a:lstStyle/>
          <a:p>
            <a:pPr algn="just" eaLnBrk="1" hangingPunct="1">
              <a:defRPr/>
            </a:pPr>
            <a:r>
              <a:rPr lang="en-US" altLang="en-US" sz="2800" i="1">
                <a:effectLst>
                  <a:outerShdw blurRad="38100" dist="38100" dir="2700000" algn="tl">
                    <a:srgbClr val="C0C0C0"/>
                  </a:outerShdw>
                </a:effectLst>
                <a:latin typeface="Times New Roman" panose="02020603050405020304" pitchFamily="18" charset="0"/>
              </a:rPr>
              <a:t>Congestion in a network may occur if the load on the network—the number of packets sent to the network—is greater than the capacity of the network—the number of packets a network can handle. Congestion control refers to the mechanisms and techniques to control the congestion and keep the load below the capacity.</a:t>
            </a:r>
          </a:p>
        </p:txBody>
      </p:sp>
      <p:sp>
        <p:nvSpPr>
          <p:cNvPr id="13319" name="Rectangle 6">
            <a:extLst>
              <a:ext uri="{FF2B5EF4-FFF2-40B4-BE49-F238E27FC236}">
                <a16:creationId xmlns:a16="http://schemas.microsoft.com/office/drawing/2014/main" id="{CC0DC85A-B455-CE2D-962E-0E2863ABD5C5}"/>
              </a:ext>
            </a:extLst>
          </p:cNvPr>
          <p:cNvSpPr>
            <a:spLocks noChangeArrowheads="1"/>
          </p:cNvSpPr>
          <p:nvPr/>
        </p:nvSpPr>
        <p:spPr bwMode="auto">
          <a:xfrm>
            <a:off x="152400" y="5429250"/>
            <a:ext cx="670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buClr>
                <a:schemeClr val="tx1"/>
              </a:buClr>
              <a:buSzPct val="117000"/>
              <a:buFont typeface="Wingdings" panose="05000000000000000000" pitchFamily="2" charset="2"/>
              <a:buNone/>
            </a:pPr>
            <a:r>
              <a:rPr lang="en-US" altLang="en-US" sz="2400">
                <a:solidFill>
                  <a:srgbClr val="0033CC"/>
                </a:solidFill>
                <a:latin typeface="Times New Roman" panose="02020603050405020304" pitchFamily="18" charset="0"/>
              </a:rPr>
              <a:t>Network Performance</a:t>
            </a:r>
          </a:p>
        </p:txBody>
      </p:sp>
      <p:sp>
        <p:nvSpPr>
          <p:cNvPr id="858119" name="Text Box 7">
            <a:extLst>
              <a:ext uri="{FF2B5EF4-FFF2-40B4-BE49-F238E27FC236}">
                <a16:creationId xmlns:a16="http://schemas.microsoft.com/office/drawing/2014/main" id="{5C7652B2-F884-0519-FF6E-C1080B36F470}"/>
              </a:ext>
            </a:extLst>
          </p:cNvPr>
          <p:cNvSpPr txBox="1">
            <a:spLocks noChangeArrowheads="1"/>
          </p:cNvSpPr>
          <p:nvPr/>
        </p:nvSpPr>
        <p:spPr bwMode="auto">
          <a:xfrm>
            <a:off x="165100" y="4953000"/>
            <a:ext cx="4862513" cy="519113"/>
          </a:xfrm>
          <a:prstGeom prst="rect">
            <a:avLst/>
          </a:prstGeom>
          <a:noFill/>
          <a:ln>
            <a:noFill/>
          </a:ln>
          <a:effectLst/>
        </p:spPr>
        <p:txBody>
          <a:bodyPr wrap="none">
            <a:spAutoFit/>
          </a:bodyPr>
          <a:lstStyle/>
          <a:p>
            <a:pPr algn="ctr">
              <a:defRPr/>
            </a:pPr>
            <a:r>
              <a:rPr lang="en-US" altLang="en-US" sz="2800" i="1" u="sng">
                <a:solidFill>
                  <a:schemeClr val="hlink"/>
                </a:solidFill>
                <a:effectLst>
                  <a:outerShdw blurRad="38100" dist="38100" dir="2700000" algn="tl">
                    <a:srgbClr val="C0C0C0"/>
                  </a:outerShdw>
                </a:effectLst>
                <a:latin typeface="Times New Roman" panose="02020603050405020304" pitchFamily="18" charset="0"/>
              </a:rPr>
              <a:t>Topics discussed in this section: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Number Placeholder 1">
            <a:extLst>
              <a:ext uri="{FF2B5EF4-FFF2-40B4-BE49-F238E27FC236}">
                <a16:creationId xmlns:a16="http://schemas.microsoft.com/office/drawing/2014/main" id="{C5CA2A03-BDD3-57E8-E919-8675CC397617}"/>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000">
                <a:solidFill>
                  <a:schemeClr val="bg2"/>
                </a:solidFill>
              </a:rPr>
              <a:t>24.</a:t>
            </a:r>
            <a:fld id="{C7604786-EDEC-4433-9B57-960001640723}" type="slidenum">
              <a:rPr lang="en-US" altLang="en-US" sz="2000" smtClean="0">
                <a:solidFill>
                  <a:schemeClr val="bg2"/>
                </a:solidFill>
              </a:rPr>
              <a:pPr/>
              <a:t>7</a:t>
            </a:fld>
            <a:endParaRPr lang="en-US" altLang="en-US" sz="2000">
              <a:solidFill>
                <a:schemeClr val="bg2"/>
              </a:solidFill>
            </a:endParaRPr>
          </a:p>
        </p:txBody>
      </p:sp>
      <p:sp>
        <p:nvSpPr>
          <p:cNvPr id="15363" name="Line 2">
            <a:extLst>
              <a:ext uri="{FF2B5EF4-FFF2-40B4-BE49-F238E27FC236}">
                <a16:creationId xmlns:a16="http://schemas.microsoft.com/office/drawing/2014/main" id="{ED664EBD-94E3-A053-8BBF-2F06ABED697D}"/>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364" name="Line 3">
            <a:extLst>
              <a:ext uri="{FF2B5EF4-FFF2-40B4-BE49-F238E27FC236}">
                <a16:creationId xmlns:a16="http://schemas.microsoft.com/office/drawing/2014/main" id="{55E19678-3942-75A0-123E-DEBB9215F6AB}"/>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365" name="Text Box 4">
            <a:extLst>
              <a:ext uri="{FF2B5EF4-FFF2-40B4-BE49-F238E27FC236}">
                <a16:creationId xmlns:a16="http://schemas.microsoft.com/office/drawing/2014/main" id="{869EFD92-5462-1B59-0510-D731C3F30219}"/>
              </a:ext>
            </a:extLst>
          </p:cNvPr>
          <p:cNvSpPr txBox="1">
            <a:spLocks noChangeArrowheads="1"/>
          </p:cNvSpPr>
          <p:nvPr/>
        </p:nvSpPr>
        <p:spPr bwMode="auto">
          <a:xfrm>
            <a:off x="304800" y="762000"/>
            <a:ext cx="37750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400">
                <a:solidFill>
                  <a:schemeClr val="folHlink"/>
                </a:solidFill>
                <a:latin typeface="Times New Roman" panose="02020603050405020304" pitchFamily="18" charset="0"/>
              </a:rPr>
              <a:t>Figure 24.3  </a:t>
            </a:r>
            <a:r>
              <a:rPr lang="en-US" altLang="en-US" sz="2000" i="1">
                <a:latin typeface="Times New Roman" panose="02020603050405020304" pitchFamily="18" charset="0"/>
              </a:rPr>
              <a:t>Queues in a router</a:t>
            </a:r>
          </a:p>
        </p:txBody>
      </p:sp>
      <p:sp>
        <p:nvSpPr>
          <p:cNvPr id="15366" name="Line 5">
            <a:extLst>
              <a:ext uri="{FF2B5EF4-FFF2-40B4-BE49-F238E27FC236}">
                <a16:creationId xmlns:a16="http://schemas.microsoft.com/office/drawing/2014/main" id="{A2AE91B1-D376-D46E-1707-56EDED6D0687}"/>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15367" name="Picture 6">
            <a:extLst>
              <a:ext uri="{FF2B5EF4-FFF2-40B4-BE49-F238E27FC236}">
                <a16:creationId xmlns:a16="http://schemas.microsoft.com/office/drawing/2014/main" id="{BA9A49BF-D04A-F502-6B81-B5DA87495B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6913" y="2476500"/>
            <a:ext cx="7761287" cy="2247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1">
            <a:extLst>
              <a:ext uri="{FF2B5EF4-FFF2-40B4-BE49-F238E27FC236}">
                <a16:creationId xmlns:a16="http://schemas.microsoft.com/office/drawing/2014/main" id="{1BDFE69E-0CE7-7842-DC8D-93DF2D478738}"/>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000">
                <a:solidFill>
                  <a:schemeClr val="bg2"/>
                </a:solidFill>
              </a:rPr>
              <a:t>24.</a:t>
            </a:r>
            <a:fld id="{4EA8396D-D8C4-4C3B-BCB7-D36F56A1FCB4}" type="slidenum">
              <a:rPr lang="en-US" altLang="en-US" sz="2000" smtClean="0">
                <a:solidFill>
                  <a:schemeClr val="bg2"/>
                </a:solidFill>
              </a:rPr>
              <a:pPr/>
              <a:t>8</a:t>
            </a:fld>
            <a:endParaRPr lang="en-US" altLang="en-US" sz="2000">
              <a:solidFill>
                <a:schemeClr val="bg2"/>
              </a:solidFill>
            </a:endParaRPr>
          </a:p>
        </p:txBody>
      </p:sp>
      <p:sp>
        <p:nvSpPr>
          <p:cNvPr id="17411" name="Line 2">
            <a:extLst>
              <a:ext uri="{FF2B5EF4-FFF2-40B4-BE49-F238E27FC236}">
                <a16:creationId xmlns:a16="http://schemas.microsoft.com/office/drawing/2014/main" id="{6D83D312-EEFC-9473-B0A7-ECE4839B5C41}"/>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412" name="Line 3">
            <a:extLst>
              <a:ext uri="{FF2B5EF4-FFF2-40B4-BE49-F238E27FC236}">
                <a16:creationId xmlns:a16="http://schemas.microsoft.com/office/drawing/2014/main" id="{996A20CD-BEA2-04F8-36A9-782ECC9C300B}"/>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413" name="Text Box 4">
            <a:extLst>
              <a:ext uri="{FF2B5EF4-FFF2-40B4-BE49-F238E27FC236}">
                <a16:creationId xmlns:a16="http://schemas.microsoft.com/office/drawing/2014/main" id="{FE080083-2A7A-6D72-2640-1C1A183F2113}"/>
              </a:ext>
            </a:extLst>
          </p:cNvPr>
          <p:cNvSpPr txBox="1">
            <a:spLocks noChangeArrowheads="1"/>
          </p:cNvSpPr>
          <p:nvPr/>
        </p:nvSpPr>
        <p:spPr bwMode="auto">
          <a:xfrm>
            <a:off x="304800" y="762000"/>
            <a:ext cx="6273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400">
                <a:solidFill>
                  <a:schemeClr val="folHlink"/>
                </a:solidFill>
                <a:latin typeface="Times New Roman" panose="02020603050405020304" pitchFamily="18" charset="0"/>
              </a:rPr>
              <a:t>Figure </a:t>
            </a:r>
            <a:r>
              <a:rPr lang="en-US" altLang="en-US" sz="2000" i="1">
                <a:latin typeface="Times New Roman" panose="02020603050405020304" pitchFamily="18" charset="0"/>
              </a:rPr>
              <a:t>Packet delay and throughput as functions of load</a:t>
            </a:r>
          </a:p>
        </p:txBody>
      </p:sp>
      <p:sp>
        <p:nvSpPr>
          <p:cNvPr id="17414" name="Line 5">
            <a:extLst>
              <a:ext uri="{FF2B5EF4-FFF2-40B4-BE49-F238E27FC236}">
                <a16:creationId xmlns:a16="http://schemas.microsoft.com/office/drawing/2014/main" id="{C702FD64-ABCC-4AB6-6226-8DFC061991C5}"/>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17415" name="Picture 6">
            <a:extLst>
              <a:ext uri="{FF2B5EF4-FFF2-40B4-BE49-F238E27FC236}">
                <a16:creationId xmlns:a16="http://schemas.microsoft.com/office/drawing/2014/main" id="{B2A3DDE7-A101-7DC6-47F1-5342C74F314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6438" y="2182813"/>
            <a:ext cx="7751762" cy="2944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416" name="TextBox 1">
            <a:extLst>
              <a:ext uri="{FF2B5EF4-FFF2-40B4-BE49-F238E27FC236}">
                <a16:creationId xmlns:a16="http://schemas.microsoft.com/office/drawing/2014/main" id="{65E584AE-7F20-279F-529F-37AC2F7731EF}"/>
              </a:ext>
            </a:extLst>
          </p:cNvPr>
          <p:cNvSpPr txBox="1">
            <a:spLocks noChangeArrowheads="1"/>
          </p:cNvSpPr>
          <p:nvPr/>
        </p:nvSpPr>
        <p:spPr bwMode="auto">
          <a:xfrm>
            <a:off x="609600" y="76200"/>
            <a:ext cx="52578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IN" altLang="en-US"/>
              <a:t>Network Performance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458" name="Slide Number Placeholder 1">
            <a:extLst>
              <a:ext uri="{FF2B5EF4-FFF2-40B4-BE49-F238E27FC236}">
                <a16:creationId xmlns:a16="http://schemas.microsoft.com/office/drawing/2014/main" id="{E19EDEF8-2E08-8A24-627B-E9B73624D29A}"/>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000">
                <a:solidFill>
                  <a:schemeClr val="bg2"/>
                </a:solidFill>
              </a:rPr>
              <a:t>24.</a:t>
            </a:r>
            <a:fld id="{9E6AA114-7179-4ABD-B0CD-4E787830BFD0}" type="slidenum">
              <a:rPr lang="en-US" altLang="en-US" sz="2000" smtClean="0">
                <a:solidFill>
                  <a:schemeClr val="bg2"/>
                </a:solidFill>
              </a:rPr>
              <a:pPr/>
              <a:t>9</a:t>
            </a:fld>
            <a:endParaRPr lang="en-US" altLang="en-US" sz="2000">
              <a:solidFill>
                <a:schemeClr val="bg2"/>
              </a:solidFill>
            </a:endParaRPr>
          </a:p>
        </p:txBody>
      </p:sp>
      <p:sp>
        <p:nvSpPr>
          <p:cNvPr id="859138" name="Rectangle 2">
            <a:extLst>
              <a:ext uri="{FF2B5EF4-FFF2-40B4-BE49-F238E27FC236}">
                <a16:creationId xmlns:a16="http://schemas.microsoft.com/office/drawing/2014/main" id="{EB4A8409-7CC7-8223-3F50-4FCB0C6F03D8}"/>
              </a:ext>
            </a:extLst>
          </p:cNvPr>
          <p:cNvSpPr>
            <a:spLocks noChangeArrowheads="1"/>
          </p:cNvSpPr>
          <p:nvPr/>
        </p:nvSpPr>
        <p:spPr bwMode="auto">
          <a:xfrm>
            <a:off x="0" y="0"/>
            <a:ext cx="9144000" cy="1371600"/>
          </a:xfrm>
          <a:prstGeom prst="rect">
            <a:avLst/>
          </a:prstGeom>
          <a:solidFill>
            <a:srgbClr val="33CCFF"/>
          </a:solidFill>
          <a:ln w="9525">
            <a:solidFill>
              <a:schemeClr val="tx1"/>
            </a:solidFill>
            <a:miter lim="800000"/>
            <a:headEnd/>
            <a:tailEnd/>
          </a:ln>
          <a:effectLst/>
        </p:spPr>
        <p:txBody>
          <a:bodyPr wrap="none" anchor="ctr"/>
          <a:lstStyle/>
          <a:p>
            <a:pPr algn="ctr">
              <a:defRPr/>
            </a:pPr>
            <a:endParaRPr lang="en-US" altLang="en-US">
              <a:effectLst>
                <a:outerShdw blurRad="38100" dist="38100" dir="2700000" algn="tl">
                  <a:srgbClr val="FFFFFF"/>
                </a:outerShdw>
              </a:effectLst>
              <a:latin typeface="Times New Roman" panose="02020603050405020304" pitchFamily="18" charset="0"/>
            </a:endParaRPr>
          </a:p>
        </p:txBody>
      </p:sp>
      <p:sp>
        <p:nvSpPr>
          <p:cNvPr id="859139" name="Text Box 3">
            <a:extLst>
              <a:ext uri="{FF2B5EF4-FFF2-40B4-BE49-F238E27FC236}">
                <a16:creationId xmlns:a16="http://schemas.microsoft.com/office/drawing/2014/main" id="{C21DE26E-485E-8D3D-5C40-81A7CE8CB3B7}"/>
              </a:ext>
            </a:extLst>
          </p:cNvPr>
          <p:cNvSpPr txBox="1">
            <a:spLocks noChangeArrowheads="1"/>
          </p:cNvSpPr>
          <p:nvPr/>
        </p:nvSpPr>
        <p:spPr bwMode="auto">
          <a:xfrm>
            <a:off x="228600" y="406400"/>
            <a:ext cx="6146800" cy="579438"/>
          </a:xfrm>
          <a:prstGeom prst="rect">
            <a:avLst/>
          </a:prstGeom>
          <a:noFill/>
          <a:ln>
            <a:noFill/>
          </a:ln>
          <a:effectLst/>
        </p:spPr>
        <p:txBody>
          <a:bodyPr wrap="none">
            <a:spAutoFit/>
          </a:bodyPr>
          <a:lstStyle/>
          <a:p>
            <a:pPr>
              <a:defRPr/>
            </a:pPr>
            <a:r>
              <a:rPr lang="en-US" altLang="en-US">
                <a:effectLst>
                  <a:outerShdw blurRad="38100" dist="38100" dir="2700000" algn="tl">
                    <a:srgbClr val="C0C0C0"/>
                  </a:outerShdw>
                </a:effectLst>
                <a:latin typeface="Times" panose="02020603050405020304" pitchFamily="18" charset="0"/>
              </a:rPr>
              <a:t>24-3   CONGESTION CONTROL</a:t>
            </a:r>
          </a:p>
        </p:txBody>
      </p:sp>
      <p:sp>
        <p:nvSpPr>
          <p:cNvPr id="19461" name="Text Box 4">
            <a:extLst>
              <a:ext uri="{FF2B5EF4-FFF2-40B4-BE49-F238E27FC236}">
                <a16:creationId xmlns:a16="http://schemas.microsoft.com/office/drawing/2014/main" id="{05C0AD2C-9854-F316-EB85-E0D7F1D9DE7B}"/>
              </a:ext>
            </a:extLst>
          </p:cNvPr>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endParaRPr lang="en-US" altLang="en-US" sz="1800">
              <a:latin typeface="Times New Roman" panose="02020603050405020304" pitchFamily="18" charset="0"/>
            </a:endParaRPr>
          </a:p>
        </p:txBody>
      </p:sp>
      <p:sp>
        <p:nvSpPr>
          <p:cNvPr id="859141" name="Rectangle 5">
            <a:extLst>
              <a:ext uri="{FF2B5EF4-FFF2-40B4-BE49-F238E27FC236}">
                <a16:creationId xmlns:a16="http://schemas.microsoft.com/office/drawing/2014/main" id="{66F5877F-EDD0-8950-B689-51E8DE2587A2}"/>
              </a:ext>
            </a:extLst>
          </p:cNvPr>
          <p:cNvSpPr>
            <a:spLocks noChangeArrowheads="1"/>
          </p:cNvSpPr>
          <p:nvPr/>
        </p:nvSpPr>
        <p:spPr bwMode="auto">
          <a:xfrm>
            <a:off x="76200" y="1338263"/>
            <a:ext cx="8229600" cy="3081337"/>
          </a:xfrm>
          <a:prstGeom prst="rect">
            <a:avLst/>
          </a:prstGeom>
          <a:noFill/>
          <a:ln>
            <a:noFill/>
          </a:ln>
          <a:effectLst/>
        </p:spPr>
        <p:txBody>
          <a:bodyPr anchor="ctr">
            <a:spAutoFit/>
          </a:bodyPr>
          <a:lstStyle/>
          <a:p>
            <a:pPr algn="just" eaLnBrk="1" hangingPunct="1">
              <a:defRPr/>
            </a:pPr>
            <a:r>
              <a:rPr lang="en-US" altLang="en-US" sz="2800" i="1">
                <a:effectLst>
                  <a:outerShdw blurRad="38100" dist="38100" dir="2700000" algn="tl">
                    <a:srgbClr val="C0C0C0"/>
                  </a:outerShdw>
                </a:effectLst>
                <a:latin typeface="Times New Roman" panose="02020603050405020304" pitchFamily="18" charset="0"/>
              </a:rPr>
              <a:t>Congestion control refers to techniques and mechanisms that can either prevent congestion, before it happens, or remove congestion, after it has happened. In general, we can divide congestion control mechanisms into two broad categories: open-loop congestion control (prevention) and closed-loop congestion control (removal).</a:t>
            </a:r>
          </a:p>
        </p:txBody>
      </p:sp>
      <p:sp>
        <p:nvSpPr>
          <p:cNvPr id="19463" name="Rectangle 11">
            <a:extLst>
              <a:ext uri="{FF2B5EF4-FFF2-40B4-BE49-F238E27FC236}">
                <a16:creationId xmlns:a16="http://schemas.microsoft.com/office/drawing/2014/main" id="{135B9325-0D21-64FB-D03B-9B3CF195E5F5}"/>
              </a:ext>
            </a:extLst>
          </p:cNvPr>
          <p:cNvSpPr>
            <a:spLocks noChangeArrowheads="1"/>
          </p:cNvSpPr>
          <p:nvPr/>
        </p:nvSpPr>
        <p:spPr bwMode="auto">
          <a:xfrm>
            <a:off x="152400" y="5273675"/>
            <a:ext cx="67056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buClr>
                <a:schemeClr val="tx1"/>
              </a:buClr>
              <a:buSzPct val="117000"/>
              <a:buFont typeface="Wingdings" panose="05000000000000000000" pitchFamily="2" charset="2"/>
              <a:buNone/>
            </a:pPr>
            <a:r>
              <a:rPr lang="en-US" altLang="en-US" sz="2400">
                <a:solidFill>
                  <a:srgbClr val="0033CC"/>
                </a:solidFill>
                <a:latin typeface="Times New Roman" panose="02020603050405020304" pitchFamily="18" charset="0"/>
              </a:rPr>
              <a:t>Open-Loop Congestion Control</a:t>
            </a:r>
            <a:br>
              <a:rPr lang="fr-FR" altLang="en-US" sz="2400">
                <a:solidFill>
                  <a:srgbClr val="0033CC"/>
                </a:solidFill>
                <a:latin typeface="Times New Roman" panose="02020603050405020304" pitchFamily="18" charset="0"/>
              </a:rPr>
            </a:br>
            <a:r>
              <a:rPr lang="fr-FR" altLang="en-US" sz="2400">
                <a:solidFill>
                  <a:srgbClr val="0033CC"/>
                </a:solidFill>
                <a:latin typeface="Times New Roman" panose="02020603050405020304" pitchFamily="18" charset="0"/>
              </a:rPr>
              <a:t>Closed-Loop Congestion Control</a:t>
            </a:r>
            <a:endParaRPr lang="en-US" altLang="en-US" sz="2400">
              <a:solidFill>
                <a:srgbClr val="0033CC"/>
              </a:solidFill>
              <a:latin typeface="Times New Roman" panose="02020603050405020304" pitchFamily="18" charset="0"/>
            </a:endParaRPr>
          </a:p>
        </p:txBody>
      </p:sp>
      <p:sp>
        <p:nvSpPr>
          <p:cNvPr id="859148" name="Text Box 12">
            <a:extLst>
              <a:ext uri="{FF2B5EF4-FFF2-40B4-BE49-F238E27FC236}">
                <a16:creationId xmlns:a16="http://schemas.microsoft.com/office/drawing/2014/main" id="{047AD16B-DDC1-3AF3-37D6-63AA78515B0D}"/>
              </a:ext>
            </a:extLst>
          </p:cNvPr>
          <p:cNvSpPr txBox="1">
            <a:spLocks noChangeArrowheads="1"/>
          </p:cNvSpPr>
          <p:nvPr/>
        </p:nvSpPr>
        <p:spPr bwMode="auto">
          <a:xfrm>
            <a:off x="165100" y="4797425"/>
            <a:ext cx="4862513" cy="519113"/>
          </a:xfrm>
          <a:prstGeom prst="rect">
            <a:avLst/>
          </a:prstGeom>
          <a:noFill/>
          <a:ln>
            <a:noFill/>
          </a:ln>
          <a:effectLst/>
        </p:spPr>
        <p:txBody>
          <a:bodyPr wrap="none">
            <a:spAutoFit/>
          </a:bodyPr>
          <a:lstStyle/>
          <a:p>
            <a:pPr algn="ctr">
              <a:defRPr/>
            </a:pPr>
            <a:r>
              <a:rPr lang="en-US" altLang="en-US" sz="2800" i="1" u="sng">
                <a:solidFill>
                  <a:schemeClr val="hlink"/>
                </a:solidFill>
                <a:effectLst>
                  <a:outerShdw blurRad="38100" dist="38100" dir="2700000" algn="tl">
                    <a:srgbClr val="C0C0C0"/>
                  </a:outerShdw>
                </a:effectLst>
                <a:latin typeface="Times New Roman" panose="02020603050405020304" pitchFamily="18" charset="0"/>
              </a:rPr>
              <a:t>Topics discussed in this section: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1">
            <a:extLst>
              <a:ext uri="{FF2B5EF4-FFF2-40B4-BE49-F238E27FC236}">
                <a16:creationId xmlns:a16="http://schemas.microsoft.com/office/drawing/2014/main" id="{A105F6E9-F626-E717-2643-3889ACDE3EE3}"/>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000">
                <a:solidFill>
                  <a:schemeClr val="bg2"/>
                </a:solidFill>
              </a:rPr>
              <a:t>24.</a:t>
            </a:r>
            <a:fld id="{734D48F0-C673-4374-A342-924DE747E1C9}" type="slidenum">
              <a:rPr lang="en-US" altLang="en-US" sz="2000" smtClean="0">
                <a:solidFill>
                  <a:schemeClr val="bg2"/>
                </a:solidFill>
              </a:rPr>
              <a:pPr/>
              <a:t>10</a:t>
            </a:fld>
            <a:endParaRPr lang="en-US" altLang="en-US" sz="2000">
              <a:solidFill>
                <a:schemeClr val="bg2"/>
              </a:solidFill>
            </a:endParaRPr>
          </a:p>
        </p:txBody>
      </p:sp>
      <p:sp>
        <p:nvSpPr>
          <p:cNvPr id="21507" name="Line 2">
            <a:extLst>
              <a:ext uri="{FF2B5EF4-FFF2-40B4-BE49-F238E27FC236}">
                <a16:creationId xmlns:a16="http://schemas.microsoft.com/office/drawing/2014/main" id="{FEBE7D82-B7E7-409A-407E-5D20F37A4B2B}"/>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508" name="Line 3">
            <a:extLst>
              <a:ext uri="{FF2B5EF4-FFF2-40B4-BE49-F238E27FC236}">
                <a16:creationId xmlns:a16="http://schemas.microsoft.com/office/drawing/2014/main" id="{B706D191-18CB-0404-9A68-D1AC58327886}"/>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509" name="Text Box 4">
            <a:extLst>
              <a:ext uri="{FF2B5EF4-FFF2-40B4-BE49-F238E27FC236}">
                <a16:creationId xmlns:a16="http://schemas.microsoft.com/office/drawing/2014/main" id="{91823F35-A338-D57A-3C55-25D32E21B635}"/>
              </a:ext>
            </a:extLst>
          </p:cNvPr>
          <p:cNvSpPr txBox="1">
            <a:spLocks noChangeArrowheads="1"/>
          </p:cNvSpPr>
          <p:nvPr/>
        </p:nvSpPr>
        <p:spPr bwMode="auto">
          <a:xfrm>
            <a:off x="304800" y="762000"/>
            <a:ext cx="49212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400">
                <a:solidFill>
                  <a:schemeClr val="folHlink"/>
                </a:solidFill>
                <a:latin typeface="Times New Roman" panose="02020603050405020304" pitchFamily="18" charset="0"/>
              </a:rPr>
              <a:t>Figure 24.5  </a:t>
            </a:r>
            <a:r>
              <a:rPr lang="en-US" altLang="en-US" sz="2000" i="1">
                <a:latin typeface="Times New Roman" panose="02020603050405020304" pitchFamily="18" charset="0"/>
              </a:rPr>
              <a:t>Congestion control categories</a:t>
            </a:r>
          </a:p>
        </p:txBody>
      </p:sp>
      <p:sp>
        <p:nvSpPr>
          <p:cNvPr id="21510" name="Line 5">
            <a:extLst>
              <a:ext uri="{FF2B5EF4-FFF2-40B4-BE49-F238E27FC236}">
                <a16:creationId xmlns:a16="http://schemas.microsoft.com/office/drawing/2014/main" id="{DAC7F093-40CA-522F-9C87-A97AA52F8F92}"/>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21511" name="Picture 6">
            <a:extLst>
              <a:ext uri="{FF2B5EF4-FFF2-40B4-BE49-F238E27FC236}">
                <a16:creationId xmlns:a16="http://schemas.microsoft.com/office/drawing/2014/main" id="{8EC6437B-4DB6-4E0A-77EB-1DDF32E5C8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1905000"/>
            <a:ext cx="6773863" cy="3438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Number Placeholder 1">
            <a:extLst>
              <a:ext uri="{FF2B5EF4-FFF2-40B4-BE49-F238E27FC236}">
                <a16:creationId xmlns:a16="http://schemas.microsoft.com/office/drawing/2014/main" id="{BEB4DFC2-D5B5-22F5-C320-2220C67BF3F3}"/>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000">
                <a:solidFill>
                  <a:schemeClr val="bg2"/>
                </a:solidFill>
              </a:rPr>
              <a:t>24.</a:t>
            </a:r>
            <a:fld id="{8BF73387-29A0-422A-A578-D4A43CEDA5DF}" type="slidenum">
              <a:rPr lang="en-US" altLang="en-US" sz="2000" smtClean="0">
                <a:solidFill>
                  <a:schemeClr val="bg2"/>
                </a:solidFill>
              </a:rPr>
              <a:pPr/>
              <a:t>11</a:t>
            </a:fld>
            <a:endParaRPr lang="en-US" altLang="en-US" sz="2000">
              <a:solidFill>
                <a:schemeClr val="bg2"/>
              </a:solidFill>
            </a:endParaRPr>
          </a:p>
        </p:txBody>
      </p:sp>
      <p:sp>
        <p:nvSpPr>
          <p:cNvPr id="23555" name="TextBox 2">
            <a:extLst>
              <a:ext uri="{FF2B5EF4-FFF2-40B4-BE49-F238E27FC236}">
                <a16:creationId xmlns:a16="http://schemas.microsoft.com/office/drawing/2014/main" id="{7D35AD35-A692-E300-22C3-B2F1C020C70F}"/>
              </a:ext>
            </a:extLst>
          </p:cNvPr>
          <p:cNvSpPr txBox="1">
            <a:spLocks noChangeArrowheads="1"/>
          </p:cNvSpPr>
          <p:nvPr/>
        </p:nvSpPr>
        <p:spPr bwMode="auto">
          <a:xfrm>
            <a:off x="685800" y="685800"/>
            <a:ext cx="7924800" cy="594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just"/>
            <a:r>
              <a:rPr lang="en-US" altLang="en-US" sz="2000">
                <a:solidFill>
                  <a:srgbClr val="273239"/>
                </a:solidFill>
                <a:latin typeface="Times New Roman" panose="02020603050405020304" pitchFamily="18" charset="0"/>
                <a:cs typeface="Times New Roman" panose="02020603050405020304" pitchFamily="18" charset="0"/>
              </a:rPr>
              <a:t>Open Loop Congestion Control</a:t>
            </a:r>
          </a:p>
          <a:p>
            <a:pPr algn="just"/>
            <a:r>
              <a:rPr lang="en-US" altLang="en-US" sz="2000" b="0">
                <a:solidFill>
                  <a:srgbClr val="273239"/>
                </a:solidFill>
                <a:latin typeface="Times New Roman" panose="02020603050405020304" pitchFamily="18" charset="0"/>
                <a:cs typeface="Times New Roman" panose="02020603050405020304" pitchFamily="18" charset="0"/>
              </a:rPr>
              <a:t>Open loop congestion control policies are applied to prevent congestion before it happens. The congestion control is handled either by the source or the destination.</a:t>
            </a:r>
          </a:p>
          <a:p>
            <a:pPr algn="just"/>
            <a:endParaRPr lang="en-US" altLang="en-US" sz="2000" b="0">
              <a:solidFill>
                <a:srgbClr val="273239"/>
              </a:solidFill>
              <a:latin typeface="Times New Roman" panose="02020603050405020304" pitchFamily="18" charset="0"/>
              <a:cs typeface="Times New Roman" panose="02020603050405020304" pitchFamily="18" charset="0"/>
            </a:endParaRPr>
          </a:p>
          <a:p>
            <a:r>
              <a:rPr lang="en-US" altLang="en-US" sz="2000">
                <a:solidFill>
                  <a:srgbClr val="273239"/>
                </a:solidFill>
                <a:latin typeface="Times New Roman" panose="02020603050405020304" pitchFamily="18" charset="0"/>
                <a:cs typeface="Times New Roman" panose="02020603050405020304" pitchFamily="18" charset="0"/>
              </a:rPr>
              <a:t>Retransmission Policy :</a:t>
            </a:r>
            <a:r>
              <a:rPr lang="en-US" altLang="en-US" sz="2000" b="0">
                <a:solidFill>
                  <a:srgbClr val="273239"/>
                </a:solidFill>
                <a:latin typeface="Times New Roman" panose="02020603050405020304" pitchFamily="18" charset="0"/>
                <a:cs typeface="Times New Roman" panose="02020603050405020304" pitchFamily="18" charset="0"/>
              </a:rPr>
              <a:t> </a:t>
            </a:r>
            <a:br>
              <a:rPr lang="en-US" altLang="en-US" sz="2000">
                <a:latin typeface="Times New Roman" panose="02020603050405020304" pitchFamily="18" charset="0"/>
                <a:cs typeface="Times New Roman" panose="02020603050405020304" pitchFamily="18" charset="0"/>
              </a:rPr>
            </a:br>
            <a:r>
              <a:rPr lang="en-US" altLang="en-US" sz="2000" b="0">
                <a:solidFill>
                  <a:srgbClr val="273239"/>
                </a:solidFill>
                <a:latin typeface="Times New Roman" panose="02020603050405020304" pitchFamily="18" charset="0"/>
                <a:cs typeface="Times New Roman" panose="02020603050405020304" pitchFamily="18" charset="0"/>
              </a:rPr>
              <a:t>It is the policy in which retransmission of the packets are taken care of. If the sender feels that a sent packet is lost or corrupted, the packet needs to be retransmitted. This transmission may increase the congestion in the network. </a:t>
            </a:r>
            <a:br>
              <a:rPr lang="en-US" altLang="en-US" sz="2000">
                <a:latin typeface="Times New Roman" panose="02020603050405020304" pitchFamily="18" charset="0"/>
                <a:cs typeface="Times New Roman" panose="02020603050405020304" pitchFamily="18" charset="0"/>
              </a:rPr>
            </a:br>
            <a:r>
              <a:rPr lang="en-US" altLang="en-US" sz="2000" b="0">
                <a:solidFill>
                  <a:srgbClr val="273239"/>
                </a:solidFill>
                <a:latin typeface="Times New Roman" panose="02020603050405020304" pitchFamily="18" charset="0"/>
                <a:cs typeface="Times New Roman" panose="02020603050405020304" pitchFamily="18" charset="0"/>
              </a:rPr>
              <a:t>To prevent congestion, retransmission timers must be designed to prevent congestion and also able to optimize efficiency.  </a:t>
            </a:r>
          </a:p>
          <a:p>
            <a:r>
              <a:rPr lang="en-US" altLang="en-US" sz="2000">
                <a:solidFill>
                  <a:srgbClr val="273239"/>
                </a:solidFill>
                <a:latin typeface="Times New Roman" panose="02020603050405020304" pitchFamily="18" charset="0"/>
                <a:cs typeface="Times New Roman" panose="02020603050405020304" pitchFamily="18" charset="0"/>
              </a:rPr>
              <a:t>Window Policy :</a:t>
            </a:r>
            <a:r>
              <a:rPr lang="en-US" altLang="en-US" sz="2000" b="0">
                <a:solidFill>
                  <a:srgbClr val="273239"/>
                </a:solidFill>
                <a:latin typeface="Times New Roman" panose="02020603050405020304" pitchFamily="18" charset="0"/>
                <a:cs typeface="Times New Roman" panose="02020603050405020304" pitchFamily="18" charset="0"/>
              </a:rPr>
              <a:t> </a:t>
            </a:r>
            <a:br>
              <a:rPr lang="en-US" altLang="en-US" sz="2000">
                <a:latin typeface="Times New Roman" panose="02020603050405020304" pitchFamily="18" charset="0"/>
                <a:cs typeface="Times New Roman" panose="02020603050405020304" pitchFamily="18" charset="0"/>
              </a:rPr>
            </a:br>
            <a:r>
              <a:rPr lang="en-US" altLang="en-US" sz="2000" b="0">
                <a:solidFill>
                  <a:srgbClr val="273239"/>
                </a:solidFill>
                <a:latin typeface="Times New Roman" panose="02020603050405020304" pitchFamily="18" charset="0"/>
                <a:cs typeface="Times New Roman" panose="02020603050405020304" pitchFamily="18" charset="0"/>
              </a:rPr>
              <a:t>The type of window at the sender’s side may also affect the congestion. Several packets in the Go-back-n window are re-sent, although some packets may be received successfully at the receiver side. This duplication may increase the congestion in the network and make it worse. </a:t>
            </a:r>
            <a:br>
              <a:rPr lang="en-US" altLang="en-US" sz="2000">
                <a:latin typeface="Times New Roman" panose="02020603050405020304" pitchFamily="18" charset="0"/>
                <a:cs typeface="Times New Roman" panose="02020603050405020304" pitchFamily="18" charset="0"/>
              </a:rPr>
            </a:br>
            <a:r>
              <a:rPr lang="en-US" altLang="en-US" sz="2000" b="0">
                <a:solidFill>
                  <a:srgbClr val="273239"/>
                </a:solidFill>
                <a:latin typeface="Times New Roman" panose="02020603050405020304" pitchFamily="18" charset="0"/>
                <a:cs typeface="Times New Roman" panose="02020603050405020304" pitchFamily="18" charset="0"/>
              </a:rPr>
              <a:t>Therefore, Selective repeat window should be adopted as it sends the specific packet that may have been lost. </a:t>
            </a:r>
            <a:endParaRPr lang="en-IN" altLang="en-US" sz="2000">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Number Placeholder 1">
            <a:extLst>
              <a:ext uri="{FF2B5EF4-FFF2-40B4-BE49-F238E27FC236}">
                <a16:creationId xmlns:a16="http://schemas.microsoft.com/office/drawing/2014/main" id="{AF56F595-3E67-6295-A4CA-10912FDD30D2}"/>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000">
                <a:solidFill>
                  <a:schemeClr val="bg2"/>
                </a:solidFill>
              </a:rPr>
              <a:t>24.</a:t>
            </a:r>
            <a:fld id="{DBEC954E-0F1F-4792-9698-72343AF0B9D3}" type="slidenum">
              <a:rPr lang="en-US" altLang="en-US" sz="2000" smtClean="0">
                <a:solidFill>
                  <a:schemeClr val="bg2"/>
                </a:solidFill>
              </a:rPr>
              <a:pPr/>
              <a:t>12</a:t>
            </a:fld>
            <a:endParaRPr lang="en-US" altLang="en-US" sz="2000">
              <a:solidFill>
                <a:schemeClr val="bg2"/>
              </a:solidFill>
            </a:endParaRPr>
          </a:p>
        </p:txBody>
      </p:sp>
      <p:sp>
        <p:nvSpPr>
          <p:cNvPr id="24579" name="TextBox 2">
            <a:extLst>
              <a:ext uri="{FF2B5EF4-FFF2-40B4-BE49-F238E27FC236}">
                <a16:creationId xmlns:a16="http://schemas.microsoft.com/office/drawing/2014/main" id="{B81242E9-FC15-8085-1603-9A4A4C3701AE}"/>
              </a:ext>
            </a:extLst>
          </p:cNvPr>
          <p:cNvSpPr txBox="1">
            <a:spLocks noChangeArrowheads="1"/>
          </p:cNvSpPr>
          <p:nvPr/>
        </p:nvSpPr>
        <p:spPr bwMode="auto">
          <a:xfrm>
            <a:off x="647700" y="768350"/>
            <a:ext cx="7848600" cy="563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just"/>
            <a:r>
              <a:rPr lang="en-US" altLang="en-US" sz="2400">
                <a:solidFill>
                  <a:srgbClr val="273239"/>
                </a:solidFill>
                <a:latin typeface="urw-din"/>
              </a:rPr>
              <a:t>Discarding Policy :</a:t>
            </a:r>
            <a:r>
              <a:rPr lang="en-US" altLang="en-US" sz="2400" b="0">
                <a:solidFill>
                  <a:srgbClr val="273239"/>
                </a:solidFill>
                <a:latin typeface="urw-din"/>
              </a:rPr>
              <a:t> A good discarding policy adopted by the routers is that the routers may prevent congestion and at the same time partially discard the corrupted or less sensitive packages and also be able to maintain the quality of a message. </a:t>
            </a:r>
          </a:p>
          <a:p>
            <a:endParaRPr lang="en-US" altLang="en-US" sz="2400" b="0">
              <a:solidFill>
                <a:srgbClr val="273239"/>
              </a:solidFill>
              <a:latin typeface="urw-din"/>
            </a:endParaRPr>
          </a:p>
          <a:p>
            <a:pPr algn="just"/>
            <a:r>
              <a:rPr lang="en-US" altLang="en-US" sz="2400">
                <a:solidFill>
                  <a:srgbClr val="273239"/>
                </a:solidFill>
                <a:latin typeface="urw-din"/>
              </a:rPr>
              <a:t>Acknowledgment Policy :</a:t>
            </a:r>
            <a:r>
              <a:rPr lang="en-US" altLang="en-US" sz="2400" b="0">
                <a:solidFill>
                  <a:srgbClr val="273239"/>
                </a:solidFill>
                <a:latin typeface="urw-din"/>
              </a:rPr>
              <a:t> Since acknowledgements are also the part of the load in the network, the acknowledgment policy imposed by the receiver may also affect congestion. Several approaches can be used to prevent congestion related to acknowledgment. The receiver should send acknowledgement for N packets rather than sending acknowledgement for a single packet. The receiver should send an acknowledgment only if it has to send a packet or a timer expires. </a:t>
            </a:r>
            <a:endParaRPr lang="en-IN" altLang="en-US" sz="24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Number Placeholder 1">
            <a:extLst>
              <a:ext uri="{FF2B5EF4-FFF2-40B4-BE49-F238E27FC236}">
                <a16:creationId xmlns:a16="http://schemas.microsoft.com/office/drawing/2014/main" id="{AF9853E0-F87E-CCDD-C8A4-34FE5C4D2FA5}"/>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000">
                <a:solidFill>
                  <a:schemeClr val="bg2"/>
                </a:solidFill>
              </a:rPr>
              <a:t>24.</a:t>
            </a:r>
            <a:fld id="{617F171F-9827-4545-B980-CFEDC0B8119F}" type="slidenum">
              <a:rPr lang="en-US" altLang="en-US" sz="2000" smtClean="0">
                <a:solidFill>
                  <a:schemeClr val="bg2"/>
                </a:solidFill>
              </a:rPr>
              <a:pPr/>
              <a:t>13</a:t>
            </a:fld>
            <a:endParaRPr lang="en-US" altLang="en-US" sz="2000">
              <a:solidFill>
                <a:schemeClr val="bg2"/>
              </a:solidFill>
            </a:endParaRPr>
          </a:p>
        </p:txBody>
      </p:sp>
      <p:sp>
        <p:nvSpPr>
          <p:cNvPr id="25603" name="TextBox 2">
            <a:extLst>
              <a:ext uri="{FF2B5EF4-FFF2-40B4-BE49-F238E27FC236}">
                <a16:creationId xmlns:a16="http://schemas.microsoft.com/office/drawing/2014/main" id="{2197782B-545E-59D3-87A3-28C9D27B865A}"/>
              </a:ext>
            </a:extLst>
          </p:cNvPr>
          <p:cNvSpPr txBox="1">
            <a:spLocks noChangeArrowheads="1"/>
          </p:cNvSpPr>
          <p:nvPr/>
        </p:nvSpPr>
        <p:spPr bwMode="auto">
          <a:xfrm>
            <a:off x="914400" y="838200"/>
            <a:ext cx="7772400" cy="403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800">
                <a:solidFill>
                  <a:srgbClr val="273239"/>
                </a:solidFill>
                <a:latin typeface="urw-din"/>
              </a:rPr>
              <a:t>Admission Policy :</a:t>
            </a:r>
            <a:r>
              <a:rPr lang="en-US" altLang="en-US" sz="2800" b="0">
                <a:solidFill>
                  <a:srgbClr val="273239"/>
                </a:solidFill>
                <a:latin typeface="urw-din"/>
              </a:rPr>
              <a:t> </a:t>
            </a:r>
            <a:br>
              <a:rPr lang="en-US" altLang="en-US" sz="2800" b="0">
                <a:solidFill>
                  <a:srgbClr val="273239"/>
                </a:solidFill>
                <a:latin typeface="urw-din"/>
              </a:rPr>
            </a:br>
            <a:r>
              <a:rPr lang="en-US" altLang="en-US" sz="2800" b="0">
                <a:solidFill>
                  <a:srgbClr val="273239"/>
                </a:solidFill>
                <a:latin typeface="urw-din"/>
              </a:rPr>
              <a:t>In admission policy a mechanism should be used to prevent congestion. Switches in a flow should first check the resource requirement of a network flow before transmitting it further. If there is a chance of a congestion or there is a congestion in the network, router should deny establishing a virtual network connection to prevent further congestion.</a:t>
            </a:r>
          </a:p>
          <a:p>
            <a:endParaRPr lang="en-IN"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Number Placeholder 1">
            <a:extLst>
              <a:ext uri="{FF2B5EF4-FFF2-40B4-BE49-F238E27FC236}">
                <a16:creationId xmlns:a16="http://schemas.microsoft.com/office/drawing/2014/main" id="{9C3386E1-FB53-D86A-7374-B95D4A531C23}"/>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000">
                <a:solidFill>
                  <a:schemeClr val="bg2"/>
                </a:solidFill>
              </a:rPr>
              <a:t>24.</a:t>
            </a:r>
            <a:fld id="{92C2A406-C0D7-4DEB-80E6-057B55D5622A}" type="slidenum">
              <a:rPr lang="en-US" altLang="en-US" sz="2000" smtClean="0">
                <a:solidFill>
                  <a:schemeClr val="bg2"/>
                </a:solidFill>
              </a:rPr>
              <a:pPr/>
              <a:t>14</a:t>
            </a:fld>
            <a:endParaRPr lang="en-US" altLang="en-US" sz="2000">
              <a:solidFill>
                <a:schemeClr val="bg2"/>
              </a:solidFill>
            </a:endParaRPr>
          </a:p>
        </p:txBody>
      </p:sp>
      <p:sp>
        <p:nvSpPr>
          <p:cNvPr id="26627" name="TextBox 2">
            <a:extLst>
              <a:ext uri="{FF2B5EF4-FFF2-40B4-BE49-F238E27FC236}">
                <a16:creationId xmlns:a16="http://schemas.microsoft.com/office/drawing/2014/main" id="{B9C2477B-CB9C-3540-698B-3D4A690E48D5}"/>
              </a:ext>
            </a:extLst>
          </p:cNvPr>
          <p:cNvSpPr txBox="1">
            <a:spLocks noChangeArrowheads="1"/>
          </p:cNvSpPr>
          <p:nvPr/>
        </p:nvSpPr>
        <p:spPr bwMode="auto">
          <a:xfrm>
            <a:off x="838200" y="1143000"/>
            <a:ext cx="7543800" cy="6124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just"/>
            <a:r>
              <a:rPr lang="en-US" altLang="en-US" sz="2400">
                <a:solidFill>
                  <a:srgbClr val="273239"/>
                </a:solidFill>
                <a:latin typeface="urw-din"/>
              </a:rPr>
              <a:t>Closed Loop Congestion Control</a:t>
            </a:r>
          </a:p>
          <a:p>
            <a:pPr algn="just"/>
            <a:r>
              <a:rPr lang="en-US" altLang="en-US" sz="2400" b="0">
                <a:solidFill>
                  <a:srgbClr val="273239"/>
                </a:solidFill>
                <a:latin typeface="urw-din"/>
              </a:rPr>
              <a:t>Closed loop congestion control techniques are used to treat or alleviate congestion after it happens. Several techniques are used by different protocols; some of them are: </a:t>
            </a:r>
          </a:p>
          <a:p>
            <a:pPr algn="just"/>
            <a:r>
              <a:rPr lang="en-US" altLang="en-US" sz="2400">
                <a:solidFill>
                  <a:srgbClr val="273239"/>
                </a:solidFill>
                <a:latin typeface="urw-din"/>
              </a:rPr>
              <a:t>Backpressure :</a:t>
            </a:r>
            <a:r>
              <a:rPr lang="en-US" altLang="en-US" sz="2400" b="0">
                <a:solidFill>
                  <a:srgbClr val="273239"/>
                </a:solidFill>
                <a:latin typeface="urw-din"/>
              </a:rPr>
              <a:t> </a:t>
            </a:r>
            <a:br>
              <a:rPr lang="en-US" altLang="en-US" sz="2400"/>
            </a:br>
            <a:r>
              <a:rPr lang="en-US" altLang="en-US" sz="2400" b="0">
                <a:solidFill>
                  <a:srgbClr val="273239"/>
                </a:solidFill>
                <a:latin typeface="urw-din"/>
              </a:rPr>
              <a:t>Backpressure is a technique in which a congested node stops receiving packets from upstream node. This may cause the upstream node or nodes to become congested and reject receiving data from above nodes. Backpressure is a node-to-node congestion control technique that propagate in the opposite direction of data flow. The backpressure technique can be applied only to virtual circuit where each node has information of its above upstream node. </a:t>
            </a:r>
          </a:p>
          <a:p>
            <a:endParaRPr lang="en-IN"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Number Placeholder 1">
            <a:extLst>
              <a:ext uri="{FF2B5EF4-FFF2-40B4-BE49-F238E27FC236}">
                <a16:creationId xmlns:a16="http://schemas.microsoft.com/office/drawing/2014/main" id="{16A8948C-5EDB-99F2-987D-FA63066D712B}"/>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000">
                <a:solidFill>
                  <a:schemeClr val="bg2"/>
                </a:solidFill>
              </a:rPr>
              <a:t>24.</a:t>
            </a:r>
            <a:fld id="{36154F91-7BF8-46EA-A5A1-DD160721F8BF}" type="slidenum">
              <a:rPr lang="en-US" altLang="en-US" sz="2000" smtClean="0">
                <a:solidFill>
                  <a:schemeClr val="bg2"/>
                </a:solidFill>
              </a:rPr>
              <a:pPr/>
              <a:t>15</a:t>
            </a:fld>
            <a:endParaRPr lang="en-US" altLang="en-US" sz="2000">
              <a:solidFill>
                <a:schemeClr val="bg2"/>
              </a:solidFill>
            </a:endParaRPr>
          </a:p>
        </p:txBody>
      </p:sp>
      <p:sp>
        <p:nvSpPr>
          <p:cNvPr id="27651" name="Line 2">
            <a:extLst>
              <a:ext uri="{FF2B5EF4-FFF2-40B4-BE49-F238E27FC236}">
                <a16:creationId xmlns:a16="http://schemas.microsoft.com/office/drawing/2014/main" id="{B3C1FEE0-A91C-B70D-F045-1CEFD2AC69DE}"/>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652" name="Line 3">
            <a:extLst>
              <a:ext uri="{FF2B5EF4-FFF2-40B4-BE49-F238E27FC236}">
                <a16:creationId xmlns:a16="http://schemas.microsoft.com/office/drawing/2014/main" id="{174A1680-8EA9-6910-3FDA-1D8A1A77696D}"/>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653" name="Text Box 4">
            <a:extLst>
              <a:ext uri="{FF2B5EF4-FFF2-40B4-BE49-F238E27FC236}">
                <a16:creationId xmlns:a16="http://schemas.microsoft.com/office/drawing/2014/main" id="{81AFD0EC-1532-B6D2-207C-46CAE6F19679}"/>
              </a:ext>
            </a:extLst>
          </p:cNvPr>
          <p:cNvSpPr txBox="1">
            <a:spLocks noChangeArrowheads="1"/>
          </p:cNvSpPr>
          <p:nvPr/>
        </p:nvSpPr>
        <p:spPr bwMode="auto">
          <a:xfrm>
            <a:off x="304800" y="762000"/>
            <a:ext cx="67945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400">
                <a:solidFill>
                  <a:schemeClr val="folHlink"/>
                </a:solidFill>
                <a:latin typeface="Times New Roman" panose="02020603050405020304" pitchFamily="18" charset="0"/>
              </a:rPr>
              <a:t>Figure 24.6  </a:t>
            </a:r>
            <a:r>
              <a:rPr lang="en-US" altLang="en-US" sz="2000" i="1">
                <a:latin typeface="Times New Roman" panose="02020603050405020304" pitchFamily="18" charset="0"/>
              </a:rPr>
              <a:t>Backpressure method for alleviating congestion</a:t>
            </a:r>
          </a:p>
        </p:txBody>
      </p:sp>
      <p:sp>
        <p:nvSpPr>
          <p:cNvPr id="27654" name="Line 5">
            <a:extLst>
              <a:ext uri="{FF2B5EF4-FFF2-40B4-BE49-F238E27FC236}">
                <a16:creationId xmlns:a16="http://schemas.microsoft.com/office/drawing/2014/main" id="{392908C3-A63F-3163-C906-96641F85BB47}"/>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27655" name="Picture 6">
            <a:extLst>
              <a:ext uri="{FF2B5EF4-FFF2-40B4-BE49-F238E27FC236}">
                <a16:creationId xmlns:a16="http://schemas.microsoft.com/office/drawing/2014/main" id="{2B78DE6B-3772-E5DA-0B6A-1AA7EE94755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4950" y="2971800"/>
            <a:ext cx="8528050" cy="1377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7656" name="TextBox 1">
            <a:extLst>
              <a:ext uri="{FF2B5EF4-FFF2-40B4-BE49-F238E27FC236}">
                <a16:creationId xmlns:a16="http://schemas.microsoft.com/office/drawing/2014/main" id="{F7D4D0EA-F67F-F537-3690-37C1A1F608F7}"/>
              </a:ext>
            </a:extLst>
          </p:cNvPr>
          <p:cNvSpPr txBox="1">
            <a:spLocks noChangeArrowheads="1"/>
          </p:cNvSpPr>
          <p:nvPr/>
        </p:nvSpPr>
        <p:spPr bwMode="auto">
          <a:xfrm>
            <a:off x="609600" y="4572000"/>
            <a:ext cx="8153400"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just"/>
            <a:r>
              <a:rPr lang="en-US" altLang="en-US" sz="2400" b="0">
                <a:solidFill>
                  <a:srgbClr val="273239"/>
                </a:solidFill>
                <a:latin typeface="urw-din"/>
              </a:rPr>
              <a:t>In above diagram the 3rd node is congested and stops receiving packets as a result 2nd node may be get congested due to slowing down of the output data flow. Similarly 1st node may get congested and inform the source to slow down. </a:t>
            </a:r>
            <a:endParaRPr lang="en-IN" altLang="en-US" sz="24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1">
            <a:extLst>
              <a:ext uri="{FF2B5EF4-FFF2-40B4-BE49-F238E27FC236}">
                <a16:creationId xmlns:a16="http://schemas.microsoft.com/office/drawing/2014/main" id="{C78CBA80-BB44-19AD-6532-90C737EAADB6}"/>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000">
                <a:solidFill>
                  <a:schemeClr val="bg2"/>
                </a:solidFill>
              </a:rPr>
              <a:t>24.</a:t>
            </a:r>
            <a:fld id="{F11BDB1C-A104-4F4C-B7DB-92A66B2D8866}" type="slidenum">
              <a:rPr lang="en-US" altLang="en-US" sz="2000" smtClean="0">
                <a:solidFill>
                  <a:schemeClr val="bg2"/>
                </a:solidFill>
              </a:rPr>
              <a:pPr/>
              <a:t>16</a:t>
            </a:fld>
            <a:endParaRPr lang="en-US" altLang="en-US" sz="2000">
              <a:solidFill>
                <a:schemeClr val="bg2"/>
              </a:solidFill>
            </a:endParaRPr>
          </a:p>
        </p:txBody>
      </p:sp>
      <p:sp>
        <p:nvSpPr>
          <p:cNvPr id="29699" name="Line 2">
            <a:extLst>
              <a:ext uri="{FF2B5EF4-FFF2-40B4-BE49-F238E27FC236}">
                <a16:creationId xmlns:a16="http://schemas.microsoft.com/office/drawing/2014/main" id="{2987ED55-B5A3-1BD3-AAE1-EA28596ECA6F}"/>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700" name="Line 3">
            <a:extLst>
              <a:ext uri="{FF2B5EF4-FFF2-40B4-BE49-F238E27FC236}">
                <a16:creationId xmlns:a16="http://schemas.microsoft.com/office/drawing/2014/main" id="{54DE70C8-9DC7-EBF6-8DF8-B2683667DB59}"/>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701" name="Text Box 4">
            <a:extLst>
              <a:ext uri="{FF2B5EF4-FFF2-40B4-BE49-F238E27FC236}">
                <a16:creationId xmlns:a16="http://schemas.microsoft.com/office/drawing/2014/main" id="{B91F6761-D5A2-1782-5EA0-058351D7139A}"/>
              </a:ext>
            </a:extLst>
          </p:cNvPr>
          <p:cNvSpPr txBox="1">
            <a:spLocks noChangeArrowheads="1"/>
          </p:cNvSpPr>
          <p:nvPr/>
        </p:nvSpPr>
        <p:spPr bwMode="auto">
          <a:xfrm>
            <a:off x="304800" y="762000"/>
            <a:ext cx="3225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400">
                <a:solidFill>
                  <a:schemeClr val="folHlink"/>
                </a:solidFill>
                <a:latin typeface="Times New Roman" panose="02020603050405020304" pitchFamily="18" charset="0"/>
              </a:rPr>
              <a:t>Figure 24.7  </a:t>
            </a:r>
            <a:r>
              <a:rPr lang="en-US" altLang="en-US" sz="2000" i="1">
                <a:latin typeface="Times New Roman" panose="02020603050405020304" pitchFamily="18" charset="0"/>
              </a:rPr>
              <a:t>Choke packet</a:t>
            </a:r>
          </a:p>
        </p:txBody>
      </p:sp>
      <p:sp>
        <p:nvSpPr>
          <p:cNvPr id="29702" name="Line 5">
            <a:extLst>
              <a:ext uri="{FF2B5EF4-FFF2-40B4-BE49-F238E27FC236}">
                <a16:creationId xmlns:a16="http://schemas.microsoft.com/office/drawing/2014/main" id="{179A186B-14A5-76C4-F7D1-F9517B9B742E}"/>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29703" name="Picture 6">
            <a:extLst>
              <a:ext uri="{FF2B5EF4-FFF2-40B4-BE49-F238E27FC236}">
                <a16:creationId xmlns:a16="http://schemas.microsoft.com/office/drawing/2014/main" id="{385E62DF-19AE-7419-D9A3-054ED23440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1150" y="2309813"/>
            <a:ext cx="8528050" cy="2338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Number Placeholder 1">
            <a:extLst>
              <a:ext uri="{FF2B5EF4-FFF2-40B4-BE49-F238E27FC236}">
                <a16:creationId xmlns:a16="http://schemas.microsoft.com/office/drawing/2014/main" id="{65C1DCEC-3A44-9432-43E4-76A063B7D629}"/>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000">
                <a:solidFill>
                  <a:schemeClr val="bg2"/>
                </a:solidFill>
              </a:rPr>
              <a:t>24.</a:t>
            </a:r>
            <a:fld id="{1D008B2A-1E20-4205-813E-C56583EAD8A0}" type="slidenum">
              <a:rPr lang="en-US" altLang="en-US" sz="2000" smtClean="0">
                <a:solidFill>
                  <a:schemeClr val="bg2"/>
                </a:solidFill>
              </a:rPr>
              <a:pPr/>
              <a:t>17</a:t>
            </a:fld>
            <a:endParaRPr lang="en-US" altLang="en-US" sz="2000">
              <a:solidFill>
                <a:schemeClr val="bg2"/>
              </a:solidFill>
            </a:endParaRPr>
          </a:p>
        </p:txBody>
      </p:sp>
      <p:sp>
        <p:nvSpPr>
          <p:cNvPr id="31747" name="TextBox 2">
            <a:extLst>
              <a:ext uri="{FF2B5EF4-FFF2-40B4-BE49-F238E27FC236}">
                <a16:creationId xmlns:a16="http://schemas.microsoft.com/office/drawing/2014/main" id="{3ACA7FE3-FB36-2A4C-26FC-40968CC1E18F}"/>
              </a:ext>
            </a:extLst>
          </p:cNvPr>
          <p:cNvSpPr txBox="1">
            <a:spLocks noChangeArrowheads="1"/>
          </p:cNvSpPr>
          <p:nvPr/>
        </p:nvSpPr>
        <p:spPr bwMode="auto">
          <a:xfrm>
            <a:off x="762000" y="914400"/>
            <a:ext cx="7543800" cy="427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just"/>
            <a:r>
              <a:rPr lang="en-US" altLang="en-US" sz="2400">
                <a:solidFill>
                  <a:srgbClr val="273239"/>
                </a:solidFill>
                <a:latin typeface="urw-din"/>
              </a:rPr>
              <a:t>Choke Packet Technique :</a:t>
            </a:r>
            <a:r>
              <a:rPr lang="en-US" altLang="en-US" sz="2400" b="0">
                <a:solidFill>
                  <a:srgbClr val="273239"/>
                </a:solidFill>
                <a:latin typeface="urw-din"/>
              </a:rPr>
              <a:t> Choke packet technique is applicable to both virtual networks as well as datagram subnets. A choke packet is a packet sent by a node to the source to inform it of congestion. Each router monitors its resources and the utilization at each of its output lines. Whenever the resource utilization exceeds the threshold value which is set by the administrator, the router directly sends a choke packet to the source giving it a feedback to reduce the traffic. The intermediate nodes through which the packets has traveled are not warned about congestion</a:t>
            </a:r>
            <a:r>
              <a:rPr lang="en-US" altLang="en-US" b="0">
                <a:solidFill>
                  <a:srgbClr val="273239"/>
                </a:solidFill>
                <a:latin typeface="urw-din"/>
              </a:rPr>
              <a:t>. </a:t>
            </a:r>
            <a:endParaRPr lang="en-IN"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Number Placeholder 1">
            <a:extLst>
              <a:ext uri="{FF2B5EF4-FFF2-40B4-BE49-F238E27FC236}">
                <a16:creationId xmlns:a16="http://schemas.microsoft.com/office/drawing/2014/main" id="{6CB76C32-A40E-516F-710A-9C28B853A5CC}"/>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000">
                <a:solidFill>
                  <a:schemeClr val="bg2"/>
                </a:solidFill>
              </a:rPr>
              <a:t>24.</a:t>
            </a:r>
            <a:fld id="{82206576-8664-48E5-9815-A1DD71C95A37}" type="slidenum">
              <a:rPr lang="en-US" altLang="en-US" sz="2000" smtClean="0">
                <a:solidFill>
                  <a:schemeClr val="bg2"/>
                </a:solidFill>
              </a:rPr>
              <a:pPr/>
              <a:t>18</a:t>
            </a:fld>
            <a:endParaRPr lang="en-US" altLang="en-US" sz="2000">
              <a:solidFill>
                <a:schemeClr val="bg2"/>
              </a:solidFill>
            </a:endParaRPr>
          </a:p>
        </p:txBody>
      </p:sp>
      <p:sp>
        <p:nvSpPr>
          <p:cNvPr id="32771" name="TextBox 2">
            <a:extLst>
              <a:ext uri="{FF2B5EF4-FFF2-40B4-BE49-F238E27FC236}">
                <a16:creationId xmlns:a16="http://schemas.microsoft.com/office/drawing/2014/main" id="{14EA7742-61DF-56D2-751E-E96A38A7CFE8}"/>
              </a:ext>
            </a:extLst>
          </p:cNvPr>
          <p:cNvSpPr txBox="1">
            <a:spLocks noChangeArrowheads="1"/>
          </p:cNvSpPr>
          <p:nvPr/>
        </p:nvSpPr>
        <p:spPr bwMode="auto">
          <a:xfrm>
            <a:off x="838200" y="990600"/>
            <a:ext cx="7772400" cy="354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just"/>
            <a:r>
              <a:rPr lang="en-US" altLang="en-US">
                <a:solidFill>
                  <a:srgbClr val="273239"/>
                </a:solidFill>
                <a:latin typeface="urw-din"/>
              </a:rPr>
              <a:t>Implicit Signaling :</a:t>
            </a:r>
            <a:r>
              <a:rPr lang="en-US" altLang="en-US" b="0">
                <a:solidFill>
                  <a:srgbClr val="273239"/>
                </a:solidFill>
                <a:latin typeface="urw-din"/>
              </a:rPr>
              <a:t> In implicit signaling, there is no communication between the congested nodes and the source. The source guesses that there is congestion in a network. For example when sender sends several packets and there is no acknowledgment for a while, one assumption is that there is a congestion. </a:t>
            </a:r>
            <a:endParaRPr lang="en-IN"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Number Placeholder 1">
            <a:extLst>
              <a:ext uri="{FF2B5EF4-FFF2-40B4-BE49-F238E27FC236}">
                <a16:creationId xmlns:a16="http://schemas.microsoft.com/office/drawing/2014/main" id="{ECF62F25-9F3F-486F-E91F-D0DFFA1B2A2B}"/>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000">
                <a:solidFill>
                  <a:schemeClr val="bg2"/>
                </a:solidFill>
              </a:rPr>
              <a:t>24.</a:t>
            </a:r>
            <a:fld id="{577E3246-629A-4648-B7BC-736E60BE1C3B}" type="slidenum">
              <a:rPr lang="en-US" altLang="en-US" sz="2000" smtClean="0">
                <a:solidFill>
                  <a:schemeClr val="bg2"/>
                </a:solidFill>
              </a:rPr>
              <a:pPr/>
              <a:t>19</a:t>
            </a:fld>
            <a:endParaRPr lang="en-US" altLang="en-US" sz="2000">
              <a:solidFill>
                <a:schemeClr val="bg2"/>
              </a:solidFill>
            </a:endParaRPr>
          </a:p>
        </p:txBody>
      </p:sp>
      <p:sp>
        <p:nvSpPr>
          <p:cNvPr id="33795" name="TextBox 3">
            <a:extLst>
              <a:ext uri="{FF2B5EF4-FFF2-40B4-BE49-F238E27FC236}">
                <a16:creationId xmlns:a16="http://schemas.microsoft.com/office/drawing/2014/main" id="{08859016-B5E0-E245-0958-A931A3EF8155}"/>
              </a:ext>
            </a:extLst>
          </p:cNvPr>
          <p:cNvSpPr txBox="1">
            <a:spLocks noChangeArrowheads="1"/>
          </p:cNvSpPr>
          <p:nvPr/>
        </p:nvSpPr>
        <p:spPr bwMode="auto">
          <a:xfrm>
            <a:off x="685800" y="457200"/>
            <a:ext cx="8229600" cy="452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just"/>
            <a:r>
              <a:rPr lang="en-US" altLang="en-US">
                <a:solidFill>
                  <a:srgbClr val="273239"/>
                </a:solidFill>
                <a:latin typeface="urw-din"/>
              </a:rPr>
              <a:t>Explicit Signaling :</a:t>
            </a:r>
            <a:r>
              <a:rPr lang="en-US" altLang="en-US" b="0">
                <a:solidFill>
                  <a:srgbClr val="273239"/>
                </a:solidFill>
                <a:latin typeface="urw-din"/>
              </a:rPr>
              <a:t>In explicit signaling, if a node experiences congestion it can explicitly sends a packet to the source or destination to inform about congestion. The difference between choke packet and explicit signaling is that the signal is included in the packets that carry data rather than creating a different packet as in case of choke packet technique. Explicit signaling can occur in either forward or backward direction. </a:t>
            </a:r>
            <a:endParaRPr lang="en-IN"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Number Placeholder 1">
            <a:extLst>
              <a:ext uri="{FF2B5EF4-FFF2-40B4-BE49-F238E27FC236}">
                <a16:creationId xmlns:a16="http://schemas.microsoft.com/office/drawing/2014/main" id="{3FF99783-A524-3699-E5FB-F6232525540A}"/>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000">
                <a:solidFill>
                  <a:schemeClr val="bg2"/>
                </a:solidFill>
              </a:rPr>
              <a:t>24.</a:t>
            </a:r>
            <a:fld id="{DE6C65B0-8F96-4C57-BA43-0D435D3C8D1F}" type="slidenum">
              <a:rPr lang="en-US" altLang="en-US" sz="2000" smtClean="0">
                <a:solidFill>
                  <a:schemeClr val="bg2"/>
                </a:solidFill>
              </a:rPr>
              <a:pPr/>
              <a:t>20</a:t>
            </a:fld>
            <a:endParaRPr lang="en-US" altLang="en-US" sz="2000">
              <a:solidFill>
                <a:schemeClr val="bg2"/>
              </a:solidFill>
            </a:endParaRPr>
          </a:p>
        </p:txBody>
      </p:sp>
      <p:sp>
        <p:nvSpPr>
          <p:cNvPr id="34819" name="TextBox 3">
            <a:extLst>
              <a:ext uri="{FF2B5EF4-FFF2-40B4-BE49-F238E27FC236}">
                <a16:creationId xmlns:a16="http://schemas.microsoft.com/office/drawing/2014/main" id="{C9B57627-4B3B-71F0-87D5-76A2924DD010}"/>
              </a:ext>
            </a:extLst>
          </p:cNvPr>
          <p:cNvSpPr txBox="1">
            <a:spLocks noChangeArrowheads="1"/>
          </p:cNvSpPr>
          <p:nvPr/>
        </p:nvSpPr>
        <p:spPr bwMode="auto">
          <a:xfrm>
            <a:off x="228600" y="533400"/>
            <a:ext cx="8610600" cy="452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just">
              <a:buFont typeface="Arial" panose="020B0604020202020204" pitchFamily="34" charset="0"/>
              <a:buChar char="•"/>
            </a:pPr>
            <a:r>
              <a:rPr lang="en-US" altLang="en-US">
                <a:solidFill>
                  <a:srgbClr val="273239"/>
                </a:solidFill>
                <a:latin typeface="urw-din"/>
              </a:rPr>
              <a:t>Forward Signaling :</a:t>
            </a:r>
            <a:r>
              <a:rPr lang="en-US" altLang="en-US" b="0">
                <a:solidFill>
                  <a:srgbClr val="273239"/>
                </a:solidFill>
                <a:latin typeface="urw-din"/>
              </a:rPr>
              <a:t> In forward signaling, a signal is sent in the direction of the congestion. The destination is warned about congestion. The receiver in this case adopt policies to prevent further congestion.</a:t>
            </a:r>
          </a:p>
          <a:p>
            <a:pPr algn="just">
              <a:buFont typeface="Arial" panose="020B0604020202020204" pitchFamily="34" charset="0"/>
              <a:buChar char="•"/>
            </a:pPr>
            <a:r>
              <a:rPr lang="en-US" altLang="en-US">
                <a:solidFill>
                  <a:srgbClr val="273239"/>
                </a:solidFill>
                <a:latin typeface="urw-din"/>
              </a:rPr>
              <a:t>Backward Signaling :</a:t>
            </a:r>
            <a:r>
              <a:rPr lang="en-US" altLang="en-US" b="0">
                <a:solidFill>
                  <a:srgbClr val="273239"/>
                </a:solidFill>
                <a:latin typeface="urw-din"/>
              </a:rPr>
              <a:t> In backward signaling, a signal is sent in the opposite direction of the congestion. The source is warned about congestion and it needs to slow down.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842" name="Slide Number Placeholder 1">
            <a:extLst>
              <a:ext uri="{FF2B5EF4-FFF2-40B4-BE49-F238E27FC236}">
                <a16:creationId xmlns:a16="http://schemas.microsoft.com/office/drawing/2014/main" id="{987914BA-F336-E1CA-6F51-1EB9605168C3}"/>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000">
                <a:solidFill>
                  <a:schemeClr val="bg2"/>
                </a:solidFill>
              </a:rPr>
              <a:t>24.</a:t>
            </a:r>
            <a:fld id="{65AF8411-5940-4EF6-855F-6B516E162425}" type="slidenum">
              <a:rPr lang="en-US" altLang="en-US" sz="2000" smtClean="0">
                <a:solidFill>
                  <a:schemeClr val="bg2"/>
                </a:solidFill>
              </a:rPr>
              <a:pPr/>
              <a:t>21</a:t>
            </a:fld>
            <a:endParaRPr lang="en-US" altLang="en-US" sz="2000">
              <a:solidFill>
                <a:schemeClr val="bg2"/>
              </a:solidFill>
            </a:endParaRPr>
          </a:p>
        </p:txBody>
      </p:sp>
      <p:sp>
        <p:nvSpPr>
          <p:cNvPr id="860162" name="Rectangle 2">
            <a:extLst>
              <a:ext uri="{FF2B5EF4-FFF2-40B4-BE49-F238E27FC236}">
                <a16:creationId xmlns:a16="http://schemas.microsoft.com/office/drawing/2014/main" id="{CFE6C924-CB27-90DF-4983-B6B5C0174652}"/>
              </a:ext>
            </a:extLst>
          </p:cNvPr>
          <p:cNvSpPr>
            <a:spLocks noChangeArrowheads="1"/>
          </p:cNvSpPr>
          <p:nvPr/>
        </p:nvSpPr>
        <p:spPr bwMode="auto">
          <a:xfrm>
            <a:off x="0" y="0"/>
            <a:ext cx="9144000" cy="1371600"/>
          </a:xfrm>
          <a:prstGeom prst="rect">
            <a:avLst/>
          </a:prstGeom>
          <a:solidFill>
            <a:srgbClr val="33CCFF"/>
          </a:solidFill>
          <a:ln w="9525">
            <a:solidFill>
              <a:schemeClr val="tx1"/>
            </a:solidFill>
            <a:miter lim="800000"/>
            <a:headEnd/>
            <a:tailEnd/>
          </a:ln>
          <a:effectLst/>
        </p:spPr>
        <p:txBody>
          <a:bodyPr wrap="none" anchor="ctr"/>
          <a:lstStyle/>
          <a:p>
            <a:pPr algn="ctr">
              <a:defRPr/>
            </a:pPr>
            <a:endParaRPr lang="en-US" altLang="en-US">
              <a:effectLst>
                <a:outerShdw blurRad="38100" dist="38100" dir="2700000" algn="tl">
                  <a:srgbClr val="FFFFFF"/>
                </a:outerShdw>
              </a:effectLst>
              <a:latin typeface="Times New Roman" panose="02020603050405020304" pitchFamily="18" charset="0"/>
            </a:endParaRPr>
          </a:p>
        </p:txBody>
      </p:sp>
      <p:sp>
        <p:nvSpPr>
          <p:cNvPr id="860163" name="Text Box 3">
            <a:extLst>
              <a:ext uri="{FF2B5EF4-FFF2-40B4-BE49-F238E27FC236}">
                <a16:creationId xmlns:a16="http://schemas.microsoft.com/office/drawing/2014/main" id="{7C525CEA-EACC-29CC-A3FB-A2C097E7971F}"/>
              </a:ext>
            </a:extLst>
          </p:cNvPr>
          <p:cNvSpPr txBox="1">
            <a:spLocks noChangeArrowheads="1"/>
          </p:cNvSpPr>
          <p:nvPr/>
        </p:nvSpPr>
        <p:spPr bwMode="auto">
          <a:xfrm>
            <a:off x="228600" y="406400"/>
            <a:ext cx="4587875" cy="579438"/>
          </a:xfrm>
          <a:prstGeom prst="rect">
            <a:avLst/>
          </a:prstGeom>
          <a:noFill/>
          <a:ln>
            <a:noFill/>
          </a:ln>
          <a:effectLst/>
        </p:spPr>
        <p:txBody>
          <a:bodyPr wrap="none">
            <a:spAutoFit/>
          </a:bodyPr>
          <a:lstStyle/>
          <a:p>
            <a:pPr>
              <a:defRPr/>
            </a:pPr>
            <a:r>
              <a:rPr lang="en-US" altLang="en-US">
                <a:effectLst>
                  <a:outerShdw blurRad="38100" dist="38100" dir="2700000" algn="tl">
                    <a:srgbClr val="C0C0C0"/>
                  </a:outerShdw>
                </a:effectLst>
                <a:latin typeface="Times" panose="02020603050405020304" pitchFamily="18" charset="0"/>
              </a:rPr>
              <a:t>24-4   TWO EXAMPLES</a:t>
            </a:r>
          </a:p>
        </p:txBody>
      </p:sp>
      <p:sp>
        <p:nvSpPr>
          <p:cNvPr id="35845" name="Text Box 4">
            <a:extLst>
              <a:ext uri="{FF2B5EF4-FFF2-40B4-BE49-F238E27FC236}">
                <a16:creationId xmlns:a16="http://schemas.microsoft.com/office/drawing/2014/main" id="{58CE6188-F8A9-067D-0ECB-E1E494DBBE7E}"/>
              </a:ext>
            </a:extLst>
          </p:cNvPr>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endParaRPr lang="en-US" altLang="en-US" sz="1800">
              <a:latin typeface="Times New Roman" panose="02020603050405020304" pitchFamily="18" charset="0"/>
            </a:endParaRPr>
          </a:p>
        </p:txBody>
      </p:sp>
      <p:sp>
        <p:nvSpPr>
          <p:cNvPr id="860165" name="Rectangle 5">
            <a:extLst>
              <a:ext uri="{FF2B5EF4-FFF2-40B4-BE49-F238E27FC236}">
                <a16:creationId xmlns:a16="http://schemas.microsoft.com/office/drawing/2014/main" id="{54B454AB-01F0-69D2-FCFD-CCFAEDBB6E7E}"/>
              </a:ext>
            </a:extLst>
          </p:cNvPr>
          <p:cNvSpPr>
            <a:spLocks noChangeArrowheads="1"/>
          </p:cNvSpPr>
          <p:nvPr/>
        </p:nvSpPr>
        <p:spPr bwMode="auto">
          <a:xfrm>
            <a:off x="304800" y="1600200"/>
            <a:ext cx="8229600" cy="1373188"/>
          </a:xfrm>
          <a:prstGeom prst="rect">
            <a:avLst/>
          </a:prstGeom>
          <a:noFill/>
          <a:ln>
            <a:noFill/>
          </a:ln>
          <a:effectLst/>
        </p:spPr>
        <p:txBody>
          <a:bodyPr anchor="ctr">
            <a:spAutoFit/>
          </a:bodyPr>
          <a:lstStyle/>
          <a:p>
            <a:pPr algn="just" eaLnBrk="1" hangingPunct="1">
              <a:defRPr/>
            </a:pPr>
            <a:r>
              <a:rPr lang="en-US" altLang="en-US" sz="2800" i="1">
                <a:effectLst>
                  <a:outerShdw blurRad="38100" dist="38100" dir="2700000" algn="tl">
                    <a:srgbClr val="C0C0C0"/>
                  </a:outerShdw>
                </a:effectLst>
                <a:latin typeface="Times New Roman" panose="02020603050405020304" pitchFamily="18" charset="0"/>
              </a:rPr>
              <a:t>To better understand the concept of congestion control, let us give two examples: one in TCP and the other in Frame Relay.</a:t>
            </a:r>
          </a:p>
        </p:txBody>
      </p:sp>
      <p:sp>
        <p:nvSpPr>
          <p:cNvPr id="35847" name="Rectangle 6">
            <a:extLst>
              <a:ext uri="{FF2B5EF4-FFF2-40B4-BE49-F238E27FC236}">
                <a16:creationId xmlns:a16="http://schemas.microsoft.com/office/drawing/2014/main" id="{E6BF0772-8F26-C462-3758-BC6A7423503C}"/>
              </a:ext>
            </a:extLst>
          </p:cNvPr>
          <p:cNvSpPr>
            <a:spLocks noChangeArrowheads="1"/>
          </p:cNvSpPr>
          <p:nvPr/>
        </p:nvSpPr>
        <p:spPr bwMode="auto">
          <a:xfrm>
            <a:off x="152400" y="4679950"/>
            <a:ext cx="67056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buClr>
                <a:schemeClr val="tx1"/>
              </a:buClr>
              <a:buSzPct val="117000"/>
              <a:buFont typeface="Wingdings" panose="05000000000000000000" pitchFamily="2" charset="2"/>
              <a:buNone/>
            </a:pPr>
            <a:r>
              <a:rPr lang="en-US" altLang="en-US" sz="2400">
                <a:solidFill>
                  <a:srgbClr val="0033CC"/>
                </a:solidFill>
                <a:latin typeface="Times New Roman" panose="02020603050405020304" pitchFamily="18" charset="0"/>
              </a:rPr>
              <a:t>Congestion Control in TCP</a:t>
            </a:r>
            <a:br>
              <a:rPr lang="fr-FR" altLang="en-US" sz="2400">
                <a:solidFill>
                  <a:srgbClr val="0033CC"/>
                </a:solidFill>
                <a:latin typeface="Times New Roman" panose="02020603050405020304" pitchFamily="18" charset="0"/>
              </a:rPr>
            </a:br>
            <a:r>
              <a:rPr lang="fr-FR" altLang="en-US" sz="2400">
                <a:solidFill>
                  <a:srgbClr val="0033CC"/>
                </a:solidFill>
                <a:latin typeface="Times New Roman" panose="02020603050405020304" pitchFamily="18" charset="0"/>
              </a:rPr>
              <a:t>Congestion Control in Frame Relay</a:t>
            </a:r>
            <a:endParaRPr lang="en-US" altLang="en-US" sz="2400">
              <a:solidFill>
                <a:srgbClr val="0033CC"/>
              </a:solidFill>
              <a:latin typeface="Times New Roman" panose="02020603050405020304" pitchFamily="18" charset="0"/>
            </a:endParaRPr>
          </a:p>
        </p:txBody>
      </p:sp>
      <p:sp>
        <p:nvSpPr>
          <p:cNvPr id="860167" name="Text Box 7">
            <a:extLst>
              <a:ext uri="{FF2B5EF4-FFF2-40B4-BE49-F238E27FC236}">
                <a16:creationId xmlns:a16="http://schemas.microsoft.com/office/drawing/2014/main" id="{805964A1-CD78-1536-47F3-B56E23DC3F93}"/>
              </a:ext>
            </a:extLst>
          </p:cNvPr>
          <p:cNvSpPr txBox="1">
            <a:spLocks noChangeArrowheads="1"/>
          </p:cNvSpPr>
          <p:nvPr/>
        </p:nvSpPr>
        <p:spPr bwMode="auto">
          <a:xfrm>
            <a:off x="165100" y="4203700"/>
            <a:ext cx="4862513" cy="519113"/>
          </a:xfrm>
          <a:prstGeom prst="rect">
            <a:avLst/>
          </a:prstGeom>
          <a:noFill/>
          <a:ln>
            <a:noFill/>
          </a:ln>
          <a:effectLst/>
        </p:spPr>
        <p:txBody>
          <a:bodyPr wrap="none">
            <a:spAutoFit/>
          </a:bodyPr>
          <a:lstStyle/>
          <a:p>
            <a:pPr algn="ctr">
              <a:defRPr/>
            </a:pPr>
            <a:r>
              <a:rPr lang="en-US" altLang="en-US" sz="2800" i="1" u="sng">
                <a:solidFill>
                  <a:schemeClr val="hlink"/>
                </a:solidFill>
                <a:effectLst>
                  <a:outerShdw blurRad="38100" dist="38100" dir="2700000" algn="tl">
                    <a:srgbClr val="C0C0C0"/>
                  </a:outerShdw>
                </a:effectLst>
                <a:latin typeface="Times New Roman" panose="02020603050405020304" pitchFamily="18" charset="0"/>
              </a:rPr>
              <a:t>Topics discussed in this section: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2FC5E10-8C05-FABC-FFA2-488C5092A550}"/>
              </a:ext>
            </a:extLst>
          </p:cNvPr>
          <p:cNvSpPr>
            <a:spLocks noGrp="1"/>
          </p:cNvSpPr>
          <p:nvPr>
            <p:ph type="ftr" sz="quarter" idx="11"/>
          </p:nvPr>
        </p:nvSpPr>
        <p:spPr bwMode="auto">
          <a:xfrm>
            <a:off x="2363788" y="6308725"/>
            <a:ext cx="4800600" cy="323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en-US"/>
            </a:defPPr>
            <a:lvl1pPr algn="ctr" rtl="0" eaLnBrk="1" fontAlgn="base" hangingPunct="1">
              <a:spcBef>
                <a:spcPct val="0"/>
              </a:spcBef>
              <a:spcAft>
                <a:spcPct val="0"/>
              </a:spcAft>
              <a:buClrTx/>
              <a:defRPr sz="1400" b="1" kern="1200">
                <a:solidFill>
                  <a:schemeClr val="accent2"/>
                </a:solidFill>
                <a:effectLst>
                  <a:outerShdw blurRad="38100" dist="38100" dir="2700000" algn="tl">
                    <a:srgbClr val="C0C0C0"/>
                  </a:outerShdw>
                </a:effectLst>
                <a:latin typeface="+mj-lt"/>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pPr>
              <a:defRPr/>
            </a:pPr>
            <a:r>
              <a:rPr lang="en-US" altLang="en-US" dirty="0"/>
              <a:t>Computer Networks: TCP Congestion Control</a:t>
            </a:r>
          </a:p>
        </p:txBody>
      </p:sp>
      <p:sp>
        <p:nvSpPr>
          <p:cNvPr id="5" name="Slide Number Placeholder 5">
            <a:extLst>
              <a:ext uri="{FF2B5EF4-FFF2-40B4-BE49-F238E27FC236}">
                <a16:creationId xmlns:a16="http://schemas.microsoft.com/office/drawing/2014/main" id="{5E85D32D-E424-68B6-1F96-FDE6854DE526}"/>
              </a:ext>
            </a:extLst>
          </p:cNvPr>
          <p:cNvSpPr>
            <a:spLocks noGrp="1"/>
          </p:cNvSpPr>
          <p:nvPr>
            <p:ph type="sldNum" sz="quarter" idx="12"/>
          </p:nvPr>
        </p:nvSpPr>
        <p:spPr bwMode="auto">
          <a:xfrm>
            <a:off x="7086600" y="6248400"/>
            <a:ext cx="1371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en-US"/>
            </a:defPPr>
            <a:lvl1pPr algn="r" rtl="0" eaLnBrk="1" fontAlgn="base" hangingPunct="1">
              <a:spcBef>
                <a:spcPct val="0"/>
              </a:spcBef>
              <a:spcAft>
                <a:spcPct val="0"/>
              </a:spcAft>
              <a:defRPr sz="1400" b="1" kern="1200">
                <a:solidFill>
                  <a:schemeClr val="accent2"/>
                </a:solidFill>
                <a:effectLst>
                  <a:outerShdw blurRad="38100" dist="38100" dir="2700000" algn="tl">
                    <a:srgbClr val="C0C0C0"/>
                  </a:outerShdw>
                </a:effectLst>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pPr algn="r">
              <a:spcBef>
                <a:spcPct val="0"/>
              </a:spcBef>
              <a:buClrTx/>
            </a:pPr>
            <a:fld id="{F0D099B9-13A9-490D-884B-86D30B36955D}" type="slidenum">
              <a:rPr lang="en-US" altLang="en-US" smtClean="0"/>
              <a:pPr/>
              <a:t>22</a:t>
            </a:fld>
            <a:endParaRPr lang="en-US" altLang="en-US" sz="1400">
              <a:solidFill>
                <a:schemeClr val="accent2"/>
              </a:solidFill>
            </a:endParaRPr>
          </a:p>
        </p:txBody>
      </p:sp>
      <p:sp>
        <p:nvSpPr>
          <p:cNvPr id="3074" name="Rectangle 2">
            <a:extLst>
              <a:ext uri="{FF2B5EF4-FFF2-40B4-BE49-F238E27FC236}">
                <a16:creationId xmlns:a16="http://schemas.microsoft.com/office/drawing/2014/main" id="{3BB485D4-EC20-CCCE-BD5C-363F626F849F}"/>
              </a:ext>
            </a:extLst>
          </p:cNvPr>
          <p:cNvSpPr>
            <a:spLocks noGrp="1" noChangeArrowheads="1"/>
          </p:cNvSpPr>
          <p:nvPr>
            <p:ph type="title"/>
          </p:nvPr>
        </p:nvSpPr>
        <p:spPr>
          <a:xfrm>
            <a:off x="685800" y="457200"/>
            <a:ext cx="7772400" cy="1143000"/>
          </a:xfrm>
        </p:spPr>
        <p:txBody>
          <a:bodyPr/>
          <a:lstStyle/>
          <a:p>
            <a:pPr eaLnBrk="1" hangingPunct="1">
              <a:defRPr/>
            </a:pPr>
            <a:r>
              <a:rPr lang="en-US" altLang="en-US" dirty="0"/>
              <a:t> Congestion Control Mechanisms</a:t>
            </a:r>
          </a:p>
        </p:txBody>
      </p:sp>
      <p:sp>
        <p:nvSpPr>
          <p:cNvPr id="5125" name="Rectangle 3">
            <a:extLst>
              <a:ext uri="{FF2B5EF4-FFF2-40B4-BE49-F238E27FC236}">
                <a16:creationId xmlns:a16="http://schemas.microsoft.com/office/drawing/2014/main" id="{8684DD07-149D-CAD1-9ACB-AD3779550F3D}"/>
              </a:ext>
            </a:extLst>
          </p:cNvPr>
          <p:cNvSpPr>
            <a:spLocks noGrp="1" noChangeArrowheads="1"/>
          </p:cNvSpPr>
          <p:nvPr>
            <p:ph type="body" idx="1"/>
          </p:nvPr>
        </p:nvSpPr>
        <p:spPr>
          <a:xfrm>
            <a:off x="533400" y="1828800"/>
            <a:ext cx="8077200" cy="4114800"/>
          </a:xfrm>
        </p:spPr>
        <p:txBody>
          <a:bodyPr/>
          <a:lstStyle/>
          <a:p>
            <a:pPr eaLnBrk="1" hangingPunct="1">
              <a:lnSpc>
                <a:spcPct val="200000"/>
              </a:lnSpc>
            </a:pPr>
            <a:r>
              <a:rPr lang="en-US" altLang="en-US" sz="2800">
                <a:solidFill>
                  <a:srgbClr val="0000CC"/>
                </a:solidFill>
              </a:rPr>
              <a:t>Additive Increase/Multiplicative Decrease</a:t>
            </a:r>
          </a:p>
          <a:p>
            <a:pPr eaLnBrk="1" hangingPunct="1">
              <a:lnSpc>
                <a:spcPct val="200000"/>
              </a:lnSpc>
            </a:pPr>
            <a:r>
              <a:rPr lang="en-US" altLang="en-US" sz="2800">
                <a:solidFill>
                  <a:srgbClr val="0000CC"/>
                </a:solidFill>
              </a:rPr>
              <a:t>Slow start</a:t>
            </a:r>
          </a:p>
          <a:p>
            <a:pPr eaLnBrk="1" hangingPunct="1">
              <a:lnSpc>
                <a:spcPct val="200000"/>
              </a:lnSpc>
            </a:pPr>
            <a:r>
              <a:rPr lang="en-US" altLang="en-US" sz="2800">
                <a:solidFill>
                  <a:srgbClr val="0000CC"/>
                </a:solidFill>
              </a:rPr>
              <a:t>Fast retransmit &amp; Fast recovery</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Number Placeholder 1">
            <a:extLst>
              <a:ext uri="{FF2B5EF4-FFF2-40B4-BE49-F238E27FC236}">
                <a16:creationId xmlns:a16="http://schemas.microsoft.com/office/drawing/2014/main" id="{4C374F2F-345B-A033-B9FD-E446396565D3}"/>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000">
                <a:solidFill>
                  <a:schemeClr val="bg2"/>
                </a:solidFill>
              </a:rPr>
              <a:t>24.</a:t>
            </a:r>
            <a:fld id="{DA45A9CC-C140-4555-AFFC-EE73C17DF2D9}" type="slidenum">
              <a:rPr lang="en-US" altLang="en-US" sz="2000" smtClean="0">
                <a:solidFill>
                  <a:schemeClr val="bg2"/>
                </a:solidFill>
              </a:rPr>
              <a:pPr/>
              <a:t>23</a:t>
            </a:fld>
            <a:endParaRPr lang="en-US" altLang="en-US" sz="2000">
              <a:solidFill>
                <a:schemeClr val="bg2"/>
              </a:solidFill>
            </a:endParaRPr>
          </a:p>
        </p:txBody>
      </p:sp>
      <p:sp>
        <p:nvSpPr>
          <p:cNvPr id="37891" name="TextBox 2">
            <a:extLst>
              <a:ext uri="{FF2B5EF4-FFF2-40B4-BE49-F238E27FC236}">
                <a16:creationId xmlns:a16="http://schemas.microsoft.com/office/drawing/2014/main" id="{E646905A-5098-9A06-29B4-B7440F81F336}"/>
              </a:ext>
            </a:extLst>
          </p:cNvPr>
          <p:cNvSpPr txBox="1">
            <a:spLocks noChangeArrowheads="1"/>
          </p:cNvSpPr>
          <p:nvPr/>
        </p:nvSpPr>
        <p:spPr bwMode="auto">
          <a:xfrm>
            <a:off x="685800" y="685800"/>
            <a:ext cx="7772400" cy="60016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just"/>
            <a:r>
              <a:rPr lang="en-IN" altLang="en-US" dirty="0"/>
              <a:t>Congestion control in TCP</a:t>
            </a:r>
          </a:p>
          <a:p>
            <a:pPr algn="just"/>
            <a:endParaRPr lang="en-IN" altLang="en-US" dirty="0"/>
          </a:p>
          <a:p>
            <a:pPr algn="just"/>
            <a:r>
              <a:rPr lang="en-IN" altLang="en-US" b="0" dirty="0"/>
              <a:t>Actual window size =min (</a:t>
            </a:r>
            <a:r>
              <a:rPr lang="en-IN" altLang="en-US" b="0" dirty="0" err="1"/>
              <a:t>rwnd</a:t>
            </a:r>
            <a:r>
              <a:rPr lang="en-IN" altLang="en-US" b="0" dirty="0"/>
              <a:t>, </a:t>
            </a:r>
            <a:r>
              <a:rPr lang="en-IN" altLang="en-US" b="0" dirty="0" err="1"/>
              <a:t>cwnd</a:t>
            </a:r>
            <a:r>
              <a:rPr lang="en-IN" altLang="en-US" b="0" dirty="0"/>
              <a:t>)</a:t>
            </a:r>
          </a:p>
          <a:p>
            <a:pPr algn="just"/>
            <a:endParaRPr lang="en-IN" altLang="en-US" b="0" dirty="0"/>
          </a:p>
          <a:p>
            <a:pPr algn="just"/>
            <a:r>
              <a:rPr lang="en-US" b="0" i="0" dirty="0">
                <a:solidFill>
                  <a:srgbClr val="202124"/>
                </a:solidFill>
                <a:effectLst/>
                <a:cs typeface="Arial" panose="020B0604020202020204" pitchFamily="34" charset="0"/>
              </a:rPr>
              <a:t>Congestion Window (</a:t>
            </a:r>
            <a:r>
              <a:rPr lang="en-US" b="0" i="0" dirty="0" err="1">
                <a:solidFill>
                  <a:srgbClr val="202124"/>
                </a:solidFill>
                <a:effectLst/>
                <a:cs typeface="Arial" panose="020B0604020202020204" pitchFamily="34" charset="0"/>
              </a:rPr>
              <a:t>cwnd</a:t>
            </a:r>
            <a:r>
              <a:rPr lang="en-US" b="0" i="0" dirty="0">
                <a:solidFill>
                  <a:srgbClr val="202124"/>
                </a:solidFill>
                <a:effectLst/>
                <a:cs typeface="Arial" panose="020B0604020202020204" pitchFamily="34" charset="0"/>
              </a:rPr>
              <a:t>) is </a:t>
            </a:r>
            <a:r>
              <a:rPr lang="en-US" b="0" i="0" dirty="0">
                <a:solidFill>
                  <a:srgbClr val="040C28"/>
                </a:solidFill>
                <a:effectLst/>
                <a:cs typeface="Arial" panose="020B0604020202020204" pitchFamily="34" charset="0"/>
              </a:rPr>
              <a:t>a TCP state variable that limits the amount of data the TCP can send into the network before receiving an ACK</a:t>
            </a:r>
            <a:r>
              <a:rPr lang="en-US" b="0" i="0" dirty="0">
                <a:solidFill>
                  <a:srgbClr val="202124"/>
                </a:solidFill>
                <a:effectLst/>
                <a:cs typeface="Arial" panose="020B0604020202020204" pitchFamily="34" charset="0"/>
              </a:rPr>
              <a:t>. </a:t>
            </a:r>
          </a:p>
          <a:p>
            <a:pPr algn="just"/>
            <a:endParaRPr lang="en-US" b="0" i="0" dirty="0">
              <a:solidFill>
                <a:srgbClr val="202124"/>
              </a:solidFill>
              <a:effectLst/>
              <a:cs typeface="Arial" panose="020B0604020202020204" pitchFamily="34" charset="0"/>
            </a:endParaRPr>
          </a:p>
          <a:p>
            <a:pPr algn="just"/>
            <a:r>
              <a:rPr lang="en-US" b="0" i="0" dirty="0">
                <a:solidFill>
                  <a:srgbClr val="202124"/>
                </a:solidFill>
                <a:effectLst/>
                <a:cs typeface="Arial" panose="020B0604020202020204" pitchFamily="34" charset="0"/>
              </a:rPr>
              <a:t>The Receiver Window (</a:t>
            </a:r>
            <a:r>
              <a:rPr lang="en-US" b="0" i="0" dirty="0" err="1">
                <a:solidFill>
                  <a:srgbClr val="202124"/>
                </a:solidFill>
                <a:effectLst/>
                <a:cs typeface="Arial" panose="020B0604020202020204" pitchFamily="34" charset="0"/>
              </a:rPr>
              <a:t>rwnd</a:t>
            </a:r>
            <a:r>
              <a:rPr lang="en-US" b="0" i="0" dirty="0">
                <a:solidFill>
                  <a:srgbClr val="202124"/>
                </a:solidFill>
                <a:effectLst/>
                <a:cs typeface="Arial" panose="020B0604020202020204" pitchFamily="34" charset="0"/>
              </a:rPr>
              <a:t>) is a variable that advertises the amount of data that the destination side can receive.</a:t>
            </a:r>
            <a:endParaRPr lang="en-IN" altLang="en-US" b="0" dirty="0">
              <a:cs typeface="Arial" panose="020B0604020202020204" pitchFamily="3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Number Placeholder 1">
            <a:extLst>
              <a:ext uri="{FF2B5EF4-FFF2-40B4-BE49-F238E27FC236}">
                <a16:creationId xmlns:a16="http://schemas.microsoft.com/office/drawing/2014/main" id="{08F3EF9B-792A-777B-D1D6-50BA3874904E}"/>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000">
                <a:solidFill>
                  <a:schemeClr val="bg2"/>
                </a:solidFill>
              </a:rPr>
              <a:t>24.</a:t>
            </a:r>
            <a:fld id="{8FA1A18C-070D-462B-A76C-624B2074AB46}" type="slidenum">
              <a:rPr lang="en-US" altLang="en-US" sz="2000" smtClean="0">
                <a:solidFill>
                  <a:schemeClr val="bg2"/>
                </a:solidFill>
              </a:rPr>
              <a:pPr/>
              <a:t>24</a:t>
            </a:fld>
            <a:endParaRPr lang="en-US" altLang="en-US" sz="2000">
              <a:solidFill>
                <a:schemeClr val="bg2"/>
              </a:solidFill>
            </a:endParaRPr>
          </a:p>
        </p:txBody>
      </p:sp>
      <p:sp>
        <p:nvSpPr>
          <p:cNvPr id="38915" name="Line 2">
            <a:extLst>
              <a:ext uri="{FF2B5EF4-FFF2-40B4-BE49-F238E27FC236}">
                <a16:creationId xmlns:a16="http://schemas.microsoft.com/office/drawing/2014/main" id="{1A95EFB7-0523-A3AD-A888-6AD664AD9CA7}"/>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8916" name="Line 3">
            <a:extLst>
              <a:ext uri="{FF2B5EF4-FFF2-40B4-BE49-F238E27FC236}">
                <a16:creationId xmlns:a16="http://schemas.microsoft.com/office/drawing/2014/main" id="{B1A3F6C2-8947-1866-C65B-73EEA82623A0}"/>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8917" name="Text Box 4">
            <a:extLst>
              <a:ext uri="{FF2B5EF4-FFF2-40B4-BE49-F238E27FC236}">
                <a16:creationId xmlns:a16="http://schemas.microsoft.com/office/drawing/2014/main" id="{1EB6B4F8-2067-AB17-A81E-B5CA099556FA}"/>
              </a:ext>
            </a:extLst>
          </p:cNvPr>
          <p:cNvSpPr txBox="1">
            <a:spLocks noChangeArrowheads="1"/>
          </p:cNvSpPr>
          <p:nvPr/>
        </p:nvSpPr>
        <p:spPr bwMode="auto">
          <a:xfrm>
            <a:off x="304800" y="762000"/>
            <a:ext cx="51323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400">
                <a:solidFill>
                  <a:schemeClr val="folHlink"/>
                </a:solidFill>
                <a:latin typeface="Times New Roman" panose="02020603050405020304" pitchFamily="18" charset="0"/>
              </a:rPr>
              <a:t>Figure 24.8  </a:t>
            </a:r>
            <a:r>
              <a:rPr lang="en-US" altLang="en-US" sz="2000" i="1">
                <a:latin typeface="Times New Roman" panose="02020603050405020304" pitchFamily="18" charset="0"/>
              </a:rPr>
              <a:t>Slow start, exponential increase</a:t>
            </a:r>
          </a:p>
        </p:txBody>
      </p:sp>
      <p:sp>
        <p:nvSpPr>
          <p:cNvPr id="38918" name="Line 5">
            <a:extLst>
              <a:ext uri="{FF2B5EF4-FFF2-40B4-BE49-F238E27FC236}">
                <a16:creationId xmlns:a16="http://schemas.microsoft.com/office/drawing/2014/main" id="{C410C463-073E-7CC0-FCE3-4B111C1A7FB4}"/>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38919" name="Picture 6">
            <a:extLst>
              <a:ext uri="{FF2B5EF4-FFF2-40B4-BE49-F238E27FC236}">
                <a16:creationId xmlns:a16="http://schemas.microsoft.com/office/drawing/2014/main" id="{EE3405C3-B53D-A6FE-3738-45A071CC05A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84288" y="1798638"/>
            <a:ext cx="5878512" cy="4297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Number Placeholder 1">
            <a:extLst>
              <a:ext uri="{FF2B5EF4-FFF2-40B4-BE49-F238E27FC236}">
                <a16:creationId xmlns:a16="http://schemas.microsoft.com/office/drawing/2014/main" id="{75FE0272-F317-368C-5439-A895F0B9FE21}"/>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000">
                <a:solidFill>
                  <a:schemeClr val="bg2"/>
                </a:solidFill>
              </a:rPr>
              <a:t>24.</a:t>
            </a:r>
            <a:fld id="{57D64650-70C1-447D-B94E-35C7A874541C}" type="slidenum">
              <a:rPr lang="en-US" altLang="en-US" sz="2000" smtClean="0">
                <a:solidFill>
                  <a:schemeClr val="bg2"/>
                </a:solidFill>
              </a:rPr>
              <a:pPr/>
              <a:t>25</a:t>
            </a:fld>
            <a:endParaRPr lang="en-US" altLang="en-US" sz="2000">
              <a:solidFill>
                <a:schemeClr val="bg2"/>
              </a:solidFill>
            </a:endParaRPr>
          </a:p>
        </p:txBody>
      </p:sp>
      <p:sp>
        <p:nvSpPr>
          <p:cNvPr id="40963" name="Rectangle 2">
            <a:extLst>
              <a:ext uri="{FF2B5EF4-FFF2-40B4-BE49-F238E27FC236}">
                <a16:creationId xmlns:a16="http://schemas.microsoft.com/office/drawing/2014/main" id="{A93B9932-2E15-F38F-28B6-605A353516F7}"/>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40964" name="Rectangle 3">
            <a:extLst>
              <a:ext uri="{FF2B5EF4-FFF2-40B4-BE49-F238E27FC236}">
                <a16:creationId xmlns:a16="http://schemas.microsoft.com/office/drawing/2014/main" id="{60ADB88E-B14A-953D-B16A-D5D52CC3E488}"/>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40965" name="Rectangle 4">
            <a:extLst>
              <a:ext uri="{FF2B5EF4-FFF2-40B4-BE49-F238E27FC236}">
                <a16:creationId xmlns:a16="http://schemas.microsoft.com/office/drawing/2014/main" id="{EB2F47B2-5CA7-38A4-B2F3-B7DA81D80027}"/>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40966" name="Rectangle 5">
            <a:extLst>
              <a:ext uri="{FF2B5EF4-FFF2-40B4-BE49-F238E27FC236}">
                <a16:creationId xmlns:a16="http://schemas.microsoft.com/office/drawing/2014/main" id="{67A14C0B-29BA-5A63-91F4-79C02120F740}"/>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40967" name="Rectangle 6">
            <a:extLst>
              <a:ext uri="{FF2B5EF4-FFF2-40B4-BE49-F238E27FC236}">
                <a16:creationId xmlns:a16="http://schemas.microsoft.com/office/drawing/2014/main" id="{02CF836A-FF17-F088-D368-0EE2CFBD01E2}"/>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40968" name="Rectangle 7">
            <a:extLst>
              <a:ext uri="{FF2B5EF4-FFF2-40B4-BE49-F238E27FC236}">
                <a16:creationId xmlns:a16="http://schemas.microsoft.com/office/drawing/2014/main" id="{5373553D-7637-0D58-DCBD-9CD493E01FE0}"/>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40969" name="Rectangle 8">
            <a:extLst>
              <a:ext uri="{FF2B5EF4-FFF2-40B4-BE49-F238E27FC236}">
                <a16:creationId xmlns:a16="http://schemas.microsoft.com/office/drawing/2014/main" id="{5CCE86DA-E22B-1166-E1A3-9117F26AE6AD}"/>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40970" name="Line 9">
            <a:extLst>
              <a:ext uri="{FF2B5EF4-FFF2-40B4-BE49-F238E27FC236}">
                <a16:creationId xmlns:a16="http://schemas.microsoft.com/office/drawing/2014/main" id="{CB405134-C2A8-103A-AB1A-5DE267C10499}"/>
              </a:ext>
            </a:extLst>
          </p:cNvPr>
          <p:cNvSpPr>
            <a:spLocks noChangeShapeType="1"/>
          </p:cNvSpPr>
          <p:nvPr/>
        </p:nvSpPr>
        <p:spPr bwMode="auto">
          <a:xfrm>
            <a:off x="457200" y="2286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0971" name="Line 10">
            <a:extLst>
              <a:ext uri="{FF2B5EF4-FFF2-40B4-BE49-F238E27FC236}">
                <a16:creationId xmlns:a16="http://schemas.microsoft.com/office/drawing/2014/main" id="{5A8272DB-58E8-0722-9F61-D070BCFD2A5F}"/>
              </a:ext>
            </a:extLst>
          </p:cNvPr>
          <p:cNvSpPr>
            <a:spLocks noChangeShapeType="1"/>
          </p:cNvSpPr>
          <p:nvPr/>
        </p:nvSpPr>
        <p:spPr bwMode="auto">
          <a:xfrm>
            <a:off x="458788" y="44958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0972" name="Rectangle 11">
            <a:extLst>
              <a:ext uri="{FF2B5EF4-FFF2-40B4-BE49-F238E27FC236}">
                <a16:creationId xmlns:a16="http://schemas.microsoft.com/office/drawing/2014/main" id="{AE2EDAAE-4DA4-81A0-5532-50A60A0BA896}"/>
              </a:ext>
            </a:extLst>
          </p:cNvPr>
          <p:cNvSpPr>
            <a:spLocks noChangeArrowheads="1"/>
          </p:cNvSpPr>
          <p:nvPr/>
        </p:nvSpPr>
        <p:spPr bwMode="auto">
          <a:xfrm>
            <a:off x="495300" y="2378075"/>
            <a:ext cx="8077200" cy="2041525"/>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a:r>
              <a:rPr lang="en-US" altLang="en-US"/>
              <a:t>In the slow-start algorithm, the size of the congestion window increases exponentially until it reaches a threshold.</a:t>
            </a:r>
          </a:p>
        </p:txBody>
      </p:sp>
      <p:grpSp>
        <p:nvGrpSpPr>
          <p:cNvPr id="40973" name="Group 12">
            <a:extLst>
              <a:ext uri="{FF2B5EF4-FFF2-40B4-BE49-F238E27FC236}">
                <a16:creationId xmlns:a16="http://schemas.microsoft.com/office/drawing/2014/main" id="{CA00F166-8E07-1A4D-7859-4B31CD4E01C1}"/>
              </a:ext>
            </a:extLst>
          </p:cNvPr>
          <p:cNvGrpSpPr>
            <a:grpSpLocks/>
          </p:cNvGrpSpPr>
          <p:nvPr/>
        </p:nvGrpSpPr>
        <p:grpSpPr bwMode="auto">
          <a:xfrm>
            <a:off x="457200" y="1600200"/>
            <a:ext cx="1143000" cy="566738"/>
            <a:chOff x="1200" y="1248"/>
            <a:chExt cx="720" cy="357"/>
          </a:xfrm>
        </p:grpSpPr>
        <p:pic>
          <p:nvPicPr>
            <p:cNvPr id="40974" name="Picture 13">
              <a:extLst>
                <a:ext uri="{FF2B5EF4-FFF2-40B4-BE49-F238E27FC236}">
                  <a16:creationId xmlns:a16="http://schemas.microsoft.com/office/drawing/2014/main" id="{E3794836-E955-CE90-9127-6DCD5EA8FBA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0975" name="Text Box 14">
              <a:extLst>
                <a:ext uri="{FF2B5EF4-FFF2-40B4-BE49-F238E27FC236}">
                  <a16:creationId xmlns:a16="http://schemas.microsoft.com/office/drawing/2014/main" id="{C60DDD92-B256-D856-A6AC-129CBC8AA2F1}"/>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800" i="1">
                  <a:solidFill>
                    <a:schemeClr val="hlink"/>
                  </a:solidFill>
                  <a:latin typeface="Times New Roman" panose="02020603050405020304" pitchFamily="18" charset="0"/>
                </a:rPr>
                <a:t>Note</a:t>
              </a:r>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Number Placeholder 1">
            <a:extLst>
              <a:ext uri="{FF2B5EF4-FFF2-40B4-BE49-F238E27FC236}">
                <a16:creationId xmlns:a16="http://schemas.microsoft.com/office/drawing/2014/main" id="{D9200E8F-BCFF-2F81-0F6C-90374AB0AA36}"/>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000">
                <a:solidFill>
                  <a:schemeClr val="bg2"/>
                </a:solidFill>
              </a:rPr>
              <a:t>24.</a:t>
            </a:r>
            <a:fld id="{74EE3A04-46F2-4377-98C4-69E26DB04BF0}" type="slidenum">
              <a:rPr lang="en-US" altLang="en-US" sz="2000" smtClean="0">
                <a:solidFill>
                  <a:schemeClr val="bg2"/>
                </a:solidFill>
              </a:rPr>
              <a:pPr/>
              <a:t>26</a:t>
            </a:fld>
            <a:endParaRPr lang="en-US" altLang="en-US" sz="2000">
              <a:solidFill>
                <a:schemeClr val="bg2"/>
              </a:solidFill>
            </a:endParaRPr>
          </a:p>
        </p:txBody>
      </p:sp>
      <p:sp>
        <p:nvSpPr>
          <p:cNvPr id="43011" name="Line 2">
            <a:extLst>
              <a:ext uri="{FF2B5EF4-FFF2-40B4-BE49-F238E27FC236}">
                <a16:creationId xmlns:a16="http://schemas.microsoft.com/office/drawing/2014/main" id="{89BF390C-2471-63EB-2F3F-261E35499199}"/>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012" name="Line 3">
            <a:extLst>
              <a:ext uri="{FF2B5EF4-FFF2-40B4-BE49-F238E27FC236}">
                <a16:creationId xmlns:a16="http://schemas.microsoft.com/office/drawing/2014/main" id="{6F0FA9B1-FC7F-988D-5663-C7DF74E764FF}"/>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013" name="Text Box 4">
            <a:extLst>
              <a:ext uri="{FF2B5EF4-FFF2-40B4-BE49-F238E27FC236}">
                <a16:creationId xmlns:a16="http://schemas.microsoft.com/office/drawing/2014/main" id="{B68660A2-3D75-83CF-3795-2D7564524596}"/>
              </a:ext>
            </a:extLst>
          </p:cNvPr>
          <p:cNvSpPr txBox="1">
            <a:spLocks noChangeArrowheads="1"/>
          </p:cNvSpPr>
          <p:nvPr/>
        </p:nvSpPr>
        <p:spPr bwMode="auto">
          <a:xfrm>
            <a:off x="304800" y="762000"/>
            <a:ext cx="59928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400">
                <a:solidFill>
                  <a:schemeClr val="folHlink"/>
                </a:solidFill>
                <a:latin typeface="Times New Roman" panose="02020603050405020304" pitchFamily="18" charset="0"/>
              </a:rPr>
              <a:t>Figure 24.9  </a:t>
            </a:r>
            <a:r>
              <a:rPr lang="en-US" altLang="en-US" sz="2000" i="1">
                <a:latin typeface="Times New Roman" panose="02020603050405020304" pitchFamily="18" charset="0"/>
              </a:rPr>
              <a:t>Congestion avoidance, additive increase</a:t>
            </a:r>
          </a:p>
        </p:txBody>
      </p:sp>
      <p:sp>
        <p:nvSpPr>
          <p:cNvPr id="43014" name="Line 5">
            <a:extLst>
              <a:ext uri="{FF2B5EF4-FFF2-40B4-BE49-F238E27FC236}">
                <a16:creationId xmlns:a16="http://schemas.microsoft.com/office/drawing/2014/main" id="{7C00CBA0-464B-6925-B490-2C9B45C725F3}"/>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43015" name="Picture 6">
            <a:extLst>
              <a:ext uri="{FF2B5EF4-FFF2-40B4-BE49-F238E27FC236}">
                <a16:creationId xmlns:a16="http://schemas.microsoft.com/office/drawing/2014/main" id="{1CDAECEA-FD43-FFA8-8555-44666C6705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82713" y="1925638"/>
            <a:ext cx="5246687" cy="3865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Number Placeholder 1">
            <a:extLst>
              <a:ext uri="{FF2B5EF4-FFF2-40B4-BE49-F238E27FC236}">
                <a16:creationId xmlns:a16="http://schemas.microsoft.com/office/drawing/2014/main" id="{8087FD43-07CD-EC27-3F9A-BEED50B7C357}"/>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000">
                <a:solidFill>
                  <a:schemeClr val="bg2"/>
                </a:solidFill>
              </a:rPr>
              <a:t>24.</a:t>
            </a:r>
            <a:fld id="{E04EF879-8E6B-4E42-BE75-1F77C5033559}" type="slidenum">
              <a:rPr lang="en-US" altLang="en-US" sz="2000" smtClean="0">
                <a:solidFill>
                  <a:schemeClr val="bg2"/>
                </a:solidFill>
              </a:rPr>
              <a:pPr/>
              <a:t>27</a:t>
            </a:fld>
            <a:endParaRPr lang="en-US" altLang="en-US" sz="2000">
              <a:solidFill>
                <a:schemeClr val="bg2"/>
              </a:solidFill>
            </a:endParaRPr>
          </a:p>
        </p:txBody>
      </p:sp>
      <p:sp>
        <p:nvSpPr>
          <p:cNvPr id="45059" name="Rectangle 2">
            <a:extLst>
              <a:ext uri="{FF2B5EF4-FFF2-40B4-BE49-F238E27FC236}">
                <a16:creationId xmlns:a16="http://schemas.microsoft.com/office/drawing/2014/main" id="{E77AF94B-7B68-B0ED-97BC-D82F1FD44F96}"/>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45060" name="Rectangle 3">
            <a:extLst>
              <a:ext uri="{FF2B5EF4-FFF2-40B4-BE49-F238E27FC236}">
                <a16:creationId xmlns:a16="http://schemas.microsoft.com/office/drawing/2014/main" id="{D2D2DE00-DF10-4605-E7B6-6BFC3082AD38}"/>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45061" name="Rectangle 4">
            <a:extLst>
              <a:ext uri="{FF2B5EF4-FFF2-40B4-BE49-F238E27FC236}">
                <a16:creationId xmlns:a16="http://schemas.microsoft.com/office/drawing/2014/main" id="{2E3AF220-314E-E936-DCEF-6C9552C703EC}"/>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45062" name="Rectangle 5">
            <a:extLst>
              <a:ext uri="{FF2B5EF4-FFF2-40B4-BE49-F238E27FC236}">
                <a16:creationId xmlns:a16="http://schemas.microsoft.com/office/drawing/2014/main" id="{8E5A0A5A-F10E-B649-82DC-90625E4C9AC2}"/>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45063" name="Rectangle 6">
            <a:extLst>
              <a:ext uri="{FF2B5EF4-FFF2-40B4-BE49-F238E27FC236}">
                <a16:creationId xmlns:a16="http://schemas.microsoft.com/office/drawing/2014/main" id="{5CE60FCA-B201-F686-E09B-16AA46B0E387}"/>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45064" name="Rectangle 7">
            <a:extLst>
              <a:ext uri="{FF2B5EF4-FFF2-40B4-BE49-F238E27FC236}">
                <a16:creationId xmlns:a16="http://schemas.microsoft.com/office/drawing/2014/main" id="{1B7D410F-FE2A-72B7-BCD7-B1E26AE35480}"/>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45065" name="Rectangle 8">
            <a:extLst>
              <a:ext uri="{FF2B5EF4-FFF2-40B4-BE49-F238E27FC236}">
                <a16:creationId xmlns:a16="http://schemas.microsoft.com/office/drawing/2014/main" id="{E0556A73-58FE-C46F-9EE8-68CDCE4157BE}"/>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45066" name="Line 9">
            <a:extLst>
              <a:ext uri="{FF2B5EF4-FFF2-40B4-BE49-F238E27FC236}">
                <a16:creationId xmlns:a16="http://schemas.microsoft.com/office/drawing/2014/main" id="{C66B090C-7868-0348-9CE6-186278F2A6CC}"/>
              </a:ext>
            </a:extLst>
          </p:cNvPr>
          <p:cNvSpPr>
            <a:spLocks noChangeShapeType="1"/>
          </p:cNvSpPr>
          <p:nvPr/>
        </p:nvSpPr>
        <p:spPr bwMode="auto">
          <a:xfrm>
            <a:off x="457200" y="2286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067" name="Line 10">
            <a:extLst>
              <a:ext uri="{FF2B5EF4-FFF2-40B4-BE49-F238E27FC236}">
                <a16:creationId xmlns:a16="http://schemas.microsoft.com/office/drawing/2014/main" id="{5455E461-F85E-17E1-B6CB-695174E80E13}"/>
              </a:ext>
            </a:extLst>
          </p:cNvPr>
          <p:cNvSpPr>
            <a:spLocks noChangeShapeType="1"/>
          </p:cNvSpPr>
          <p:nvPr/>
        </p:nvSpPr>
        <p:spPr bwMode="auto">
          <a:xfrm>
            <a:off x="458788" y="44958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068" name="Rectangle 11">
            <a:extLst>
              <a:ext uri="{FF2B5EF4-FFF2-40B4-BE49-F238E27FC236}">
                <a16:creationId xmlns:a16="http://schemas.microsoft.com/office/drawing/2014/main" id="{075F58DA-09EF-ED38-D138-36F52A31B7B2}"/>
              </a:ext>
            </a:extLst>
          </p:cNvPr>
          <p:cNvSpPr>
            <a:spLocks noChangeArrowheads="1"/>
          </p:cNvSpPr>
          <p:nvPr/>
        </p:nvSpPr>
        <p:spPr bwMode="auto">
          <a:xfrm>
            <a:off x="495300" y="2378075"/>
            <a:ext cx="8077200" cy="2041525"/>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a:r>
              <a:rPr lang="en-US" altLang="en-US"/>
              <a:t>In the congestion avoidance algorithm, the size of the congestion window increases additively until </a:t>
            </a:r>
            <a:br>
              <a:rPr lang="en-US" altLang="en-US"/>
            </a:br>
            <a:r>
              <a:rPr lang="en-US" altLang="en-US"/>
              <a:t>congestion is detected.</a:t>
            </a:r>
          </a:p>
        </p:txBody>
      </p:sp>
      <p:grpSp>
        <p:nvGrpSpPr>
          <p:cNvPr id="45069" name="Group 12">
            <a:extLst>
              <a:ext uri="{FF2B5EF4-FFF2-40B4-BE49-F238E27FC236}">
                <a16:creationId xmlns:a16="http://schemas.microsoft.com/office/drawing/2014/main" id="{9DC6706A-E210-A135-5F36-D4B7933A5482}"/>
              </a:ext>
            </a:extLst>
          </p:cNvPr>
          <p:cNvGrpSpPr>
            <a:grpSpLocks/>
          </p:cNvGrpSpPr>
          <p:nvPr/>
        </p:nvGrpSpPr>
        <p:grpSpPr bwMode="auto">
          <a:xfrm>
            <a:off x="457200" y="1600200"/>
            <a:ext cx="1143000" cy="566738"/>
            <a:chOff x="1200" y="1248"/>
            <a:chExt cx="720" cy="357"/>
          </a:xfrm>
        </p:grpSpPr>
        <p:pic>
          <p:nvPicPr>
            <p:cNvPr id="45070" name="Picture 13">
              <a:extLst>
                <a:ext uri="{FF2B5EF4-FFF2-40B4-BE49-F238E27FC236}">
                  <a16:creationId xmlns:a16="http://schemas.microsoft.com/office/drawing/2014/main" id="{82D55FC5-D31D-2D5A-73B6-D57A2E3004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5071" name="Text Box 14">
              <a:extLst>
                <a:ext uri="{FF2B5EF4-FFF2-40B4-BE49-F238E27FC236}">
                  <a16:creationId xmlns:a16="http://schemas.microsoft.com/office/drawing/2014/main" id="{709CFF54-00AE-96FA-207B-712E35E46E6D}"/>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800" i="1">
                  <a:solidFill>
                    <a:schemeClr val="hlink"/>
                  </a:solidFill>
                  <a:latin typeface="Times New Roman" panose="02020603050405020304" pitchFamily="18" charset="0"/>
                </a:rPr>
                <a:t>Note</a:t>
              </a:r>
            </a:p>
          </p:txBody>
        </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Number Placeholder 1">
            <a:extLst>
              <a:ext uri="{FF2B5EF4-FFF2-40B4-BE49-F238E27FC236}">
                <a16:creationId xmlns:a16="http://schemas.microsoft.com/office/drawing/2014/main" id="{A8FD4B10-DABC-0196-954D-09048EF7A78B}"/>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000">
                <a:solidFill>
                  <a:schemeClr val="bg2"/>
                </a:solidFill>
              </a:rPr>
              <a:t>24.</a:t>
            </a:r>
            <a:fld id="{DA59C8BB-F62E-4004-BAB6-D4DB79FCC48C}" type="slidenum">
              <a:rPr lang="en-US" altLang="en-US" sz="2000" smtClean="0">
                <a:solidFill>
                  <a:schemeClr val="bg2"/>
                </a:solidFill>
              </a:rPr>
              <a:pPr/>
              <a:t>28</a:t>
            </a:fld>
            <a:endParaRPr lang="en-US" altLang="en-US" sz="2000">
              <a:solidFill>
                <a:schemeClr val="bg2"/>
              </a:solidFill>
            </a:endParaRPr>
          </a:p>
        </p:txBody>
      </p:sp>
      <p:sp>
        <p:nvSpPr>
          <p:cNvPr id="47107" name="Rectangle 2">
            <a:extLst>
              <a:ext uri="{FF2B5EF4-FFF2-40B4-BE49-F238E27FC236}">
                <a16:creationId xmlns:a16="http://schemas.microsoft.com/office/drawing/2014/main" id="{2FB37D27-6C9F-1B0F-525D-A3C3D86E2946}"/>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47108" name="Rectangle 3">
            <a:extLst>
              <a:ext uri="{FF2B5EF4-FFF2-40B4-BE49-F238E27FC236}">
                <a16:creationId xmlns:a16="http://schemas.microsoft.com/office/drawing/2014/main" id="{E6FCB87C-401A-0ED1-0BFE-1EF4886E1032}"/>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47109" name="Rectangle 4">
            <a:extLst>
              <a:ext uri="{FF2B5EF4-FFF2-40B4-BE49-F238E27FC236}">
                <a16:creationId xmlns:a16="http://schemas.microsoft.com/office/drawing/2014/main" id="{E5BE09EC-DBE0-24AB-CE7B-BC1FCD264247}"/>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47110" name="Rectangle 5">
            <a:extLst>
              <a:ext uri="{FF2B5EF4-FFF2-40B4-BE49-F238E27FC236}">
                <a16:creationId xmlns:a16="http://schemas.microsoft.com/office/drawing/2014/main" id="{7A95F507-3F45-F56D-5F64-872412123839}"/>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47111" name="Rectangle 6">
            <a:extLst>
              <a:ext uri="{FF2B5EF4-FFF2-40B4-BE49-F238E27FC236}">
                <a16:creationId xmlns:a16="http://schemas.microsoft.com/office/drawing/2014/main" id="{E04107BF-9FD7-AA2D-C37F-C5FDE932245B}"/>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47112" name="Rectangle 7">
            <a:extLst>
              <a:ext uri="{FF2B5EF4-FFF2-40B4-BE49-F238E27FC236}">
                <a16:creationId xmlns:a16="http://schemas.microsoft.com/office/drawing/2014/main" id="{6BC7D2BD-29D0-782D-1087-F976B4E9AA62}"/>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47113" name="Rectangle 8">
            <a:extLst>
              <a:ext uri="{FF2B5EF4-FFF2-40B4-BE49-F238E27FC236}">
                <a16:creationId xmlns:a16="http://schemas.microsoft.com/office/drawing/2014/main" id="{0E858359-9C15-49A9-AB4B-C6BD4855A6F1}"/>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47114" name="Line 9">
            <a:extLst>
              <a:ext uri="{FF2B5EF4-FFF2-40B4-BE49-F238E27FC236}">
                <a16:creationId xmlns:a16="http://schemas.microsoft.com/office/drawing/2014/main" id="{B0A79AE1-E56A-F5B4-FFB1-ABEA38DABF7C}"/>
              </a:ext>
            </a:extLst>
          </p:cNvPr>
          <p:cNvSpPr>
            <a:spLocks noChangeShapeType="1"/>
          </p:cNvSpPr>
          <p:nvPr/>
        </p:nvSpPr>
        <p:spPr bwMode="auto">
          <a:xfrm>
            <a:off x="514350" y="20574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7115" name="Line 10">
            <a:extLst>
              <a:ext uri="{FF2B5EF4-FFF2-40B4-BE49-F238E27FC236}">
                <a16:creationId xmlns:a16="http://schemas.microsoft.com/office/drawing/2014/main" id="{96836CA3-889D-E6A0-05BD-A482E0ACC898}"/>
              </a:ext>
            </a:extLst>
          </p:cNvPr>
          <p:cNvSpPr>
            <a:spLocks noChangeShapeType="1"/>
          </p:cNvSpPr>
          <p:nvPr/>
        </p:nvSpPr>
        <p:spPr bwMode="auto">
          <a:xfrm>
            <a:off x="514350" y="52578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7116" name="Rectangle 11">
            <a:extLst>
              <a:ext uri="{FF2B5EF4-FFF2-40B4-BE49-F238E27FC236}">
                <a16:creationId xmlns:a16="http://schemas.microsoft.com/office/drawing/2014/main" id="{E8435324-0B7D-18CF-6272-0A8CB08A6E1E}"/>
              </a:ext>
            </a:extLst>
          </p:cNvPr>
          <p:cNvSpPr>
            <a:spLocks noChangeArrowheads="1"/>
          </p:cNvSpPr>
          <p:nvPr/>
        </p:nvSpPr>
        <p:spPr bwMode="auto">
          <a:xfrm>
            <a:off x="419100" y="2149475"/>
            <a:ext cx="8343900" cy="3016250"/>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a:t>An implementation reacts to congestion detection in one of the following ways:</a:t>
            </a:r>
          </a:p>
          <a:p>
            <a:r>
              <a:rPr lang="en-US" altLang="en-US">
                <a:solidFill>
                  <a:schemeClr val="hlink"/>
                </a:solidFill>
              </a:rPr>
              <a:t>❏</a:t>
            </a:r>
            <a:r>
              <a:rPr lang="en-US" altLang="en-US"/>
              <a:t> If detection is by time-out, a new slow</a:t>
            </a:r>
            <a:br>
              <a:rPr lang="en-US" altLang="en-US"/>
            </a:br>
            <a:r>
              <a:rPr lang="en-US" altLang="en-US"/>
              <a:t>     start phase starts.</a:t>
            </a:r>
          </a:p>
          <a:p>
            <a:r>
              <a:rPr lang="en-US" altLang="en-US">
                <a:solidFill>
                  <a:schemeClr val="hlink"/>
                </a:solidFill>
              </a:rPr>
              <a:t>❏</a:t>
            </a:r>
            <a:r>
              <a:rPr lang="en-US" altLang="en-US"/>
              <a:t> If detection is by three ACKs, a new</a:t>
            </a:r>
            <a:br>
              <a:rPr lang="en-US" altLang="en-US"/>
            </a:br>
            <a:r>
              <a:rPr lang="en-US" altLang="en-US"/>
              <a:t>     congestion avoidance phase starts.</a:t>
            </a:r>
          </a:p>
        </p:txBody>
      </p:sp>
      <p:grpSp>
        <p:nvGrpSpPr>
          <p:cNvPr id="47117" name="Group 12">
            <a:extLst>
              <a:ext uri="{FF2B5EF4-FFF2-40B4-BE49-F238E27FC236}">
                <a16:creationId xmlns:a16="http://schemas.microsoft.com/office/drawing/2014/main" id="{5A3E7A49-B855-9EBF-9712-8FD48DB32B9E}"/>
              </a:ext>
            </a:extLst>
          </p:cNvPr>
          <p:cNvGrpSpPr>
            <a:grpSpLocks/>
          </p:cNvGrpSpPr>
          <p:nvPr/>
        </p:nvGrpSpPr>
        <p:grpSpPr bwMode="auto">
          <a:xfrm>
            <a:off x="457200" y="1371600"/>
            <a:ext cx="1143000" cy="566738"/>
            <a:chOff x="1200" y="1248"/>
            <a:chExt cx="720" cy="357"/>
          </a:xfrm>
        </p:grpSpPr>
        <p:pic>
          <p:nvPicPr>
            <p:cNvPr id="47118" name="Picture 13">
              <a:extLst>
                <a:ext uri="{FF2B5EF4-FFF2-40B4-BE49-F238E27FC236}">
                  <a16:creationId xmlns:a16="http://schemas.microsoft.com/office/drawing/2014/main" id="{0D68FD12-5BEC-2ADD-EB92-8D3AAC61BA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7119" name="Text Box 14">
              <a:extLst>
                <a:ext uri="{FF2B5EF4-FFF2-40B4-BE49-F238E27FC236}">
                  <a16:creationId xmlns:a16="http://schemas.microsoft.com/office/drawing/2014/main" id="{AF5DC1DE-FD7A-27BE-4E6E-92BC41797B09}"/>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800" i="1">
                  <a:solidFill>
                    <a:schemeClr val="hlink"/>
                  </a:solidFill>
                  <a:latin typeface="Times New Roman" panose="02020603050405020304" pitchFamily="18" charset="0"/>
                </a:rPr>
                <a:t>Note</a:t>
              </a:r>
            </a:p>
          </p:txBody>
        </p:sp>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Number Placeholder 1">
            <a:extLst>
              <a:ext uri="{FF2B5EF4-FFF2-40B4-BE49-F238E27FC236}">
                <a16:creationId xmlns:a16="http://schemas.microsoft.com/office/drawing/2014/main" id="{0E61A8AD-BB53-863A-02CD-B97E9A7EFACF}"/>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000">
                <a:solidFill>
                  <a:schemeClr val="bg2"/>
                </a:solidFill>
              </a:rPr>
              <a:t>24.</a:t>
            </a:r>
            <a:fld id="{8C6588FC-676D-4418-8278-42073E0C17EB}" type="slidenum">
              <a:rPr lang="en-US" altLang="en-US" sz="2000" smtClean="0">
                <a:solidFill>
                  <a:schemeClr val="bg2"/>
                </a:solidFill>
              </a:rPr>
              <a:pPr/>
              <a:t>29</a:t>
            </a:fld>
            <a:endParaRPr lang="en-US" altLang="en-US" sz="2000">
              <a:solidFill>
                <a:schemeClr val="bg2"/>
              </a:solidFill>
            </a:endParaRPr>
          </a:p>
        </p:txBody>
      </p:sp>
      <p:sp>
        <p:nvSpPr>
          <p:cNvPr id="49155" name="Line 2">
            <a:extLst>
              <a:ext uri="{FF2B5EF4-FFF2-40B4-BE49-F238E27FC236}">
                <a16:creationId xmlns:a16="http://schemas.microsoft.com/office/drawing/2014/main" id="{5E487E8F-C176-F8B2-5C88-79ADD7ACA1B4}"/>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9156" name="Line 3">
            <a:extLst>
              <a:ext uri="{FF2B5EF4-FFF2-40B4-BE49-F238E27FC236}">
                <a16:creationId xmlns:a16="http://schemas.microsoft.com/office/drawing/2014/main" id="{DCDAC1EA-B5AB-48EE-111A-D037A5135D52}"/>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9157" name="Text Box 4">
            <a:extLst>
              <a:ext uri="{FF2B5EF4-FFF2-40B4-BE49-F238E27FC236}">
                <a16:creationId xmlns:a16="http://schemas.microsoft.com/office/drawing/2014/main" id="{AEBC61B0-E3C3-03E4-3CDF-2A1DE5CA70BF}"/>
              </a:ext>
            </a:extLst>
          </p:cNvPr>
          <p:cNvSpPr txBox="1">
            <a:spLocks noChangeArrowheads="1"/>
          </p:cNvSpPr>
          <p:nvPr/>
        </p:nvSpPr>
        <p:spPr bwMode="auto">
          <a:xfrm>
            <a:off x="304800" y="762000"/>
            <a:ext cx="53498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400">
                <a:solidFill>
                  <a:schemeClr val="folHlink"/>
                </a:solidFill>
                <a:latin typeface="Times New Roman" panose="02020603050405020304" pitchFamily="18" charset="0"/>
              </a:rPr>
              <a:t>Figure 24.10  </a:t>
            </a:r>
            <a:r>
              <a:rPr lang="en-US" altLang="en-US" sz="2000" i="1">
                <a:latin typeface="Times New Roman" panose="02020603050405020304" pitchFamily="18" charset="0"/>
              </a:rPr>
              <a:t>TCP congestion policy summary</a:t>
            </a:r>
          </a:p>
        </p:txBody>
      </p:sp>
      <p:sp>
        <p:nvSpPr>
          <p:cNvPr id="49158" name="Line 5">
            <a:extLst>
              <a:ext uri="{FF2B5EF4-FFF2-40B4-BE49-F238E27FC236}">
                <a16:creationId xmlns:a16="http://schemas.microsoft.com/office/drawing/2014/main" id="{3C56AF5E-DEAA-6237-04A5-D956D86800AF}"/>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49159" name="Picture 6">
            <a:extLst>
              <a:ext uri="{FF2B5EF4-FFF2-40B4-BE49-F238E27FC236}">
                <a16:creationId xmlns:a16="http://schemas.microsoft.com/office/drawing/2014/main" id="{5EC0781E-A6C0-7BF9-9AEF-37991455ED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1812925"/>
            <a:ext cx="7394575" cy="435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9160" name="TextBox 1">
            <a:extLst>
              <a:ext uri="{FF2B5EF4-FFF2-40B4-BE49-F238E27FC236}">
                <a16:creationId xmlns:a16="http://schemas.microsoft.com/office/drawing/2014/main" id="{F9459749-3C5F-548F-979D-811E71960965}"/>
              </a:ext>
            </a:extLst>
          </p:cNvPr>
          <p:cNvSpPr txBox="1">
            <a:spLocks noChangeArrowheads="1"/>
          </p:cNvSpPr>
          <p:nvPr/>
        </p:nvSpPr>
        <p:spPr bwMode="auto">
          <a:xfrm>
            <a:off x="2362200" y="1938338"/>
            <a:ext cx="3429000" cy="306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IN" altLang="en-US" sz="1400"/>
              <a:t>Max segment size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Number Placeholder 1">
            <a:extLst>
              <a:ext uri="{FF2B5EF4-FFF2-40B4-BE49-F238E27FC236}">
                <a16:creationId xmlns:a16="http://schemas.microsoft.com/office/drawing/2014/main" id="{4CE45DFE-BD66-5203-B375-7EA7DA789DAB}"/>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000">
                <a:solidFill>
                  <a:schemeClr val="bg2"/>
                </a:solidFill>
              </a:rPr>
              <a:t>24.</a:t>
            </a:r>
            <a:fld id="{B393F6D2-15D1-48A4-A4C4-E43AF709ACD8}" type="slidenum">
              <a:rPr lang="en-US" altLang="en-US" sz="2000" smtClean="0">
                <a:solidFill>
                  <a:schemeClr val="bg2"/>
                </a:solidFill>
              </a:rPr>
              <a:pPr/>
              <a:t>30</a:t>
            </a:fld>
            <a:endParaRPr lang="en-US" altLang="en-US" sz="2000">
              <a:solidFill>
                <a:schemeClr val="bg2"/>
              </a:solidFill>
            </a:endParaRPr>
          </a:p>
        </p:txBody>
      </p:sp>
      <p:sp>
        <p:nvSpPr>
          <p:cNvPr id="51203" name="Line 2">
            <a:extLst>
              <a:ext uri="{FF2B5EF4-FFF2-40B4-BE49-F238E27FC236}">
                <a16:creationId xmlns:a16="http://schemas.microsoft.com/office/drawing/2014/main" id="{817C82B9-0175-AB9F-D37C-BAD75A54BA78}"/>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1204" name="Line 3">
            <a:extLst>
              <a:ext uri="{FF2B5EF4-FFF2-40B4-BE49-F238E27FC236}">
                <a16:creationId xmlns:a16="http://schemas.microsoft.com/office/drawing/2014/main" id="{3F6721B1-6045-4F71-BA0E-E9FF3C57A01A}"/>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1205" name="Text Box 4">
            <a:extLst>
              <a:ext uri="{FF2B5EF4-FFF2-40B4-BE49-F238E27FC236}">
                <a16:creationId xmlns:a16="http://schemas.microsoft.com/office/drawing/2014/main" id="{CF2EB49A-CA30-B37C-E83C-AE3D8503690B}"/>
              </a:ext>
            </a:extLst>
          </p:cNvPr>
          <p:cNvSpPr txBox="1">
            <a:spLocks noChangeArrowheads="1"/>
          </p:cNvSpPr>
          <p:nvPr/>
        </p:nvSpPr>
        <p:spPr bwMode="auto">
          <a:xfrm>
            <a:off x="304800" y="762000"/>
            <a:ext cx="40814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400">
                <a:solidFill>
                  <a:schemeClr val="folHlink"/>
                </a:solidFill>
                <a:latin typeface="Times New Roman" panose="02020603050405020304" pitchFamily="18" charset="0"/>
              </a:rPr>
              <a:t>Figure 24.11  </a:t>
            </a:r>
            <a:r>
              <a:rPr lang="en-US" altLang="en-US" sz="2000" i="1">
                <a:latin typeface="Times New Roman" panose="02020603050405020304" pitchFamily="18" charset="0"/>
              </a:rPr>
              <a:t>Congestion example</a:t>
            </a:r>
          </a:p>
        </p:txBody>
      </p:sp>
      <p:sp>
        <p:nvSpPr>
          <p:cNvPr id="51206" name="Line 5">
            <a:extLst>
              <a:ext uri="{FF2B5EF4-FFF2-40B4-BE49-F238E27FC236}">
                <a16:creationId xmlns:a16="http://schemas.microsoft.com/office/drawing/2014/main" id="{89DAE4D8-84D7-64D8-A46B-3014160F8AAE}"/>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51207" name="Picture 6">
            <a:extLst>
              <a:ext uri="{FF2B5EF4-FFF2-40B4-BE49-F238E27FC236}">
                <a16:creationId xmlns:a16="http://schemas.microsoft.com/office/drawing/2014/main" id="{3FF2C036-0765-3E98-4D18-98F53A75E5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0088" y="1900238"/>
            <a:ext cx="7377112" cy="3890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Number Placeholder 1">
            <a:extLst>
              <a:ext uri="{FF2B5EF4-FFF2-40B4-BE49-F238E27FC236}">
                <a16:creationId xmlns:a16="http://schemas.microsoft.com/office/drawing/2014/main" id="{5FCF8610-BA11-983E-E503-6D7DA81C1C61}"/>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000">
                <a:solidFill>
                  <a:schemeClr val="bg2"/>
                </a:solidFill>
              </a:rPr>
              <a:t>24.</a:t>
            </a:r>
            <a:fld id="{9A95C868-D2FC-40B3-8624-BC1689EC76CF}" type="slidenum">
              <a:rPr lang="en-US" altLang="en-US" sz="2000" smtClean="0">
                <a:solidFill>
                  <a:schemeClr val="bg2"/>
                </a:solidFill>
              </a:rPr>
              <a:pPr/>
              <a:t>31</a:t>
            </a:fld>
            <a:endParaRPr lang="en-US" altLang="en-US" sz="2000">
              <a:solidFill>
                <a:schemeClr val="bg2"/>
              </a:solidFill>
            </a:endParaRPr>
          </a:p>
        </p:txBody>
      </p:sp>
      <p:sp>
        <p:nvSpPr>
          <p:cNvPr id="53251" name="TextBox 2">
            <a:extLst>
              <a:ext uri="{FF2B5EF4-FFF2-40B4-BE49-F238E27FC236}">
                <a16:creationId xmlns:a16="http://schemas.microsoft.com/office/drawing/2014/main" id="{DDEF8C1E-F02A-D69E-6141-C65814C7C917}"/>
              </a:ext>
            </a:extLst>
          </p:cNvPr>
          <p:cNvSpPr txBox="1">
            <a:spLocks noChangeArrowheads="1"/>
          </p:cNvSpPr>
          <p:nvPr/>
        </p:nvSpPr>
        <p:spPr bwMode="auto">
          <a:xfrm>
            <a:off x="304800" y="685800"/>
            <a:ext cx="8305800" cy="57700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just"/>
            <a:r>
              <a:rPr lang="en-US" altLang="en-US" sz="2800" dirty="0">
                <a:solidFill>
                  <a:srgbClr val="333333"/>
                </a:solidFill>
                <a:latin typeface="Source Sans Pro" panose="020B0503030403020204" pitchFamily="34" charset="0"/>
              </a:rPr>
              <a:t>Congestion in Frame Relay </a:t>
            </a:r>
            <a:r>
              <a:rPr lang="en-US" altLang="en-US" sz="2800" b="0" dirty="0">
                <a:solidFill>
                  <a:srgbClr val="333333"/>
                </a:solidFill>
                <a:latin typeface="Source Sans Pro" panose="020B0503030403020204" pitchFamily="34" charset="0"/>
              </a:rPr>
              <a:t>decreases throughput and increases delay. </a:t>
            </a:r>
          </a:p>
          <a:p>
            <a:pPr algn="just"/>
            <a:r>
              <a:rPr lang="en-US" altLang="en-US" sz="2800" dirty="0">
                <a:solidFill>
                  <a:srgbClr val="C00000"/>
                </a:solidFill>
                <a:latin typeface="Source Sans Pro" panose="020B0503030403020204" pitchFamily="34" charset="0"/>
              </a:rPr>
              <a:t>A high throughput and low delay is the main goal of Frame Relay protocol</a:t>
            </a:r>
            <a:r>
              <a:rPr lang="en-US" altLang="en-US" sz="2800" b="0" dirty="0">
                <a:solidFill>
                  <a:srgbClr val="333333"/>
                </a:solidFill>
                <a:latin typeface="Source Sans Pro" panose="020B0503030403020204" pitchFamily="34" charset="0"/>
              </a:rPr>
              <a:t>. </a:t>
            </a:r>
          </a:p>
          <a:p>
            <a:pPr algn="just"/>
            <a:r>
              <a:rPr lang="en-US" altLang="en-US" sz="2800" b="0" dirty="0">
                <a:solidFill>
                  <a:srgbClr val="333333"/>
                </a:solidFill>
                <a:latin typeface="Source Sans Pro" panose="020B0503030403020204" pitchFamily="34" charset="0"/>
              </a:rPr>
              <a:t>Frame Relay does not have flow control and it allows user to transmit burst data. </a:t>
            </a:r>
          </a:p>
          <a:p>
            <a:pPr algn="just"/>
            <a:r>
              <a:rPr lang="en-US" altLang="en-US" sz="2800" b="0" dirty="0">
                <a:solidFill>
                  <a:srgbClr val="333333"/>
                </a:solidFill>
                <a:latin typeface="Source Sans Pro" panose="020B0503030403020204" pitchFamily="34" charset="0"/>
              </a:rPr>
              <a:t>This means that a Frame Relay network has potential to be really congested with traffic, requiring congestion control. </a:t>
            </a:r>
          </a:p>
          <a:p>
            <a:pPr algn="just"/>
            <a:r>
              <a:rPr lang="en-US" altLang="en-US" sz="2800" b="0" dirty="0">
                <a:solidFill>
                  <a:srgbClr val="333333"/>
                </a:solidFill>
                <a:latin typeface="Source Sans Pro" panose="020B0503030403020204" pitchFamily="34" charset="0"/>
              </a:rPr>
              <a:t>Frame Relay uses congestion avoidance by means of two bit fields present in the Frame Relay frame to explicitly warn source and destination of presence of congestion:</a:t>
            </a:r>
            <a:endParaRPr lang="en-IN" altLang="en-US" sz="2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Number Placeholder 1">
            <a:extLst>
              <a:ext uri="{FF2B5EF4-FFF2-40B4-BE49-F238E27FC236}">
                <a16:creationId xmlns:a16="http://schemas.microsoft.com/office/drawing/2014/main" id="{92382EC1-ED98-AD20-4267-74B4221DB08C}"/>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000">
                <a:solidFill>
                  <a:schemeClr val="bg2"/>
                </a:solidFill>
              </a:rPr>
              <a:t>24.</a:t>
            </a:r>
            <a:fld id="{843E4C89-DA74-4C00-A075-A05477E4356F}" type="slidenum">
              <a:rPr lang="en-US" altLang="en-US" sz="2000" smtClean="0">
                <a:solidFill>
                  <a:schemeClr val="bg2"/>
                </a:solidFill>
              </a:rPr>
              <a:pPr/>
              <a:t>32</a:t>
            </a:fld>
            <a:endParaRPr lang="en-US" altLang="en-US" sz="2000">
              <a:solidFill>
                <a:schemeClr val="bg2"/>
              </a:solidFill>
            </a:endParaRPr>
          </a:p>
        </p:txBody>
      </p:sp>
      <p:sp>
        <p:nvSpPr>
          <p:cNvPr id="54275" name="TextBox 2">
            <a:extLst>
              <a:ext uri="{FF2B5EF4-FFF2-40B4-BE49-F238E27FC236}">
                <a16:creationId xmlns:a16="http://schemas.microsoft.com/office/drawing/2014/main" id="{9147B27A-839C-9F0E-85E0-CE822A97551D}"/>
              </a:ext>
            </a:extLst>
          </p:cNvPr>
          <p:cNvSpPr txBox="1">
            <a:spLocks noChangeArrowheads="1"/>
          </p:cNvSpPr>
          <p:nvPr/>
        </p:nvSpPr>
        <p:spPr bwMode="auto">
          <a:xfrm>
            <a:off x="838200" y="152400"/>
            <a:ext cx="7924800" cy="649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just"/>
            <a:r>
              <a:rPr lang="en-US" altLang="en-US" sz="2400">
                <a:solidFill>
                  <a:srgbClr val="333333"/>
                </a:solidFill>
                <a:latin typeface="Source Sans Pro" panose="020B0503030403020204" pitchFamily="34" charset="0"/>
              </a:rPr>
              <a:t>BECN:</a:t>
            </a:r>
            <a:endParaRPr lang="en-US" altLang="en-US" sz="2400" b="0">
              <a:solidFill>
                <a:srgbClr val="333333"/>
              </a:solidFill>
              <a:latin typeface="Source Sans Pro" panose="020B0503030403020204" pitchFamily="34" charset="0"/>
            </a:endParaRPr>
          </a:p>
          <a:p>
            <a:pPr algn="just"/>
            <a:r>
              <a:rPr lang="en-US" altLang="en-US" sz="2400" b="0">
                <a:solidFill>
                  <a:srgbClr val="333333"/>
                </a:solidFill>
                <a:latin typeface="Source Sans Pro" panose="020B0503030403020204" pitchFamily="34" charset="0"/>
              </a:rPr>
              <a:t>Backward Explicit Congestion Notification (BECN) warns the sender of congestion present in the network. This is achieved by resending the frame in reverse direction with the help of switches in the network. This warning can be responded by the sender by reducing the transmission data rate, thus reducing congestion effects in the network.</a:t>
            </a:r>
          </a:p>
          <a:p>
            <a:pPr algn="just"/>
            <a:r>
              <a:rPr lang="en-US" altLang="en-US" sz="2400">
                <a:solidFill>
                  <a:srgbClr val="333333"/>
                </a:solidFill>
                <a:latin typeface="Source Sans Pro" panose="020B0503030403020204" pitchFamily="34" charset="0"/>
              </a:rPr>
              <a:t>FECN:</a:t>
            </a:r>
            <a:endParaRPr lang="en-US" altLang="en-US" sz="2400" b="0">
              <a:solidFill>
                <a:srgbClr val="333333"/>
              </a:solidFill>
              <a:latin typeface="Source Sans Pro" panose="020B0503030403020204" pitchFamily="34" charset="0"/>
            </a:endParaRPr>
          </a:p>
          <a:p>
            <a:pPr algn="just"/>
            <a:r>
              <a:rPr lang="en-US" altLang="en-US" sz="2400" b="0">
                <a:solidFill>
                  <a:srgbClr val="333333"/>
                </a:solidFill>
                <a:latin typeface="Source Sans Pro" panose="020B0503030403020204" pitchFamily="34" charset="0"/>
              </a:rPr>
              <a:t>Forward Explicit Congestion Notification (FECN) is used to warn the receiver of congestion in the network. It might appear that receiver cannot do anything to relieve the congestion, however the Frame Relay protocol assumes that sender and receiver are communicating with each other and when it receives FECN bit as 1 receiver delays the acknowledgement. This forces sender to slow down and reducing effects of congestion in the network.</a:t>
            </a:r>
          </a:p>
          <a:p>
            <a:endParaRPr lang="en-IN" alt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Number Placeholder 1">
            <a:extLst>
              <a:ext uri="{FF2B5EF4-FFF2-40B4-BE49-F238E27FC236}">
                <a16:creationId xmlns:a16="http://schemas.microsoft.com/office/drawing/2014/main" id="{B9C0EBEB-A427-6A62-C899-CBC295B42527}"/>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000">
                <a:solidFill>
                  <a:schemeClr val="bg2"/>
                </a:solidFill>
              </a:rPr>
              <a:t>24.</a:t>
            </a:r>
            <a:fld id="{F3FC2DAF-6F17-4A83-9D0A-CF9CE5A2B524}" type="slidenum">
              <a:rPr lang="en-US" altLang="en-US" sz="2000" smtClean="0">
                <a:solidFill>
                  <a:schemeClr val="bg2"/>
                </a:solidFill>
              </a:rPr>
              <a:pPr/>
              <a:t>33</a:t>
            </a:fld>
            <a:endParaRPr lang="en-US" altLang="en-US" sz="2000">
              <a:solidFill>
                <a:schemeClr val="bg2"/>
              </a:solidFill>
            </a:endParaRPr>
          </a:p>
        </p:txBody>
      </p:sp>
      <p:sp>
        <p:nvSpPr>
          <p:cNvPr id="55299" name="Line 2">
            <a:extLst>
              <a:ext uri="{FF2B5EF4-FFF2-40B4-BE49-F238E27FC236}">
                <a16:creationId xmlns:a16="http://schemas.microsoft.com/office/drawing/2014/main" id="{38C7A739-B3C6-A42C-D0D7-903A18E2F96F}"/>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5300" name="Line 3">
            <a:extLst>
              <a:ext uri="{FF2B5EF4-FFF2-40B4-BE49-F238E27FC236}">
                <a16:creationId xmlns:a16="http://schemas.microsoft.com/office/drawing/2014/main" id="{69E5D035-C7B0-BE91-1CD3-5ACD3F0DCA31}"/>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5301" name="Text Box 4">
            <a:extLst>
              <a:ext uri="{FF2B5EF4-FFF2-40B4-BE49-F238E27FC236}">
                <a16:creationId xmlns:a16="http://schemas.microsoft.com/office/drawing/2014/main" id="{EBC4F366-9B5D-CB88-1138-A9C985AD9557}"/>
              </a:ext>
            </a:extLst>
          </p:cNvPr>
          <p:cNvSpPr txBox="1">
            <a:spLocks noChangeArrowheads="1"/>
          </p:cNvSpPr>
          <p:nvPr/>
        </p:nvSpPr>
        <p:spPr bwMode="auto">
          <a:xfrm>
            <a:off x="304800" y="762000"/>
            <a:ext cx="26543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400">
                <a:solidFill>
                  <a:schemeClr val="folHlink"/>
                </a:solidFill>
                <a:latin typeface="Times New Roman" panose="02020603050405020304" pitchFamily="18" charset="0"/>
              </a:rPr>
              <a:t>Figure 24.12  </a:t>
            </a:r>
            <a:r>
              <a:rPr lang="en-US" altLang="en-US" sz="2000" i="1">
                <a:latin typeface="Times New Roman" panose="02020603050405020304" pitchFamily="18" charset="0"/>
              </a:rPr>
              <a:t>BECN</a:t>
            </a:r>
          </a:p>
        </p:txBody>
      </p:sp>
      <p:sp>
        <p:nvSpPr>
          <p:cNvPr id="55302" name="Line 5">
            <a:extLst>
              <a:ext uri="{FF2B5EF4-FFF2-40B4-BE49-F238E27FC236}">
                <a16:creationId xmlns:a16="http://schemas.microsoft.com/office/drawing/2014/main" id="{691EF356-9D5C-17A7-98EC-96C02DC9D42C}"/>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55303" name="Picture 6">
            <a:extLst>
              <a:ext uri="{FF2B5EF4-FFF2-40B4-BE49-F238E27FC236}">
                <a16:creationId xmlns:a16="http://schemas.microsoft.com/office/drawing/2014/main" id="{DE41D3F5-8AF2-70E6-FC23-D8806D28EC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2411413"/>
            <a:ext cx="7924800" cy="2617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Number Placeholder 1">
            <a:extLst>
              <a:ext uri="{FF2B5EF4-FFF2-40B4-BE49-F238E27FC236}">
                <a16:creationId xmlns:a16="http://schemas.microsoft.com/office/drawing/2014/main" id="{77C78A16-309E-7397-8C7B-96731D0354DC}"/>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000">
                <a:solidFill>
                  <a:schemeClr val="bg2"/>
                </a:solidFill>
              </a:rPr>
              <a:t>24.</a:t>
            </a:r>
            <a:fld id="{10E817EB-62E5-4A2D-977F-FEE13FDA3320}" type="slidenum">
              <a:rPr lang="en-US" altLang="en-US" sz="2000" smtClean="0">
                <a:solidFill>
                  <a:schemeClr val="bg2"/>
                </a:solidFill>
              </a:rPr>
              <a:pPr/>
              <a:t>34</a:t>
            </a:fld>
            <a:endParaRPr lang="en-US" altLang="en-US" sz="2000">
              <a:solidFill>
                <a:schemeClr val="bg2"/>
              </a:solidFill>
            </a:endParaRPr>
          </a:p>
        </p:txBody>
      </p:sp>
      <p:sp>
        <p:nvSpPr>
          <p:cNvPr id="57347" name="Line 2">
            <a:extLst>
              <a:ext uri="{FF2B5EF4-FFF2-40B4-BE49-F238E27FC236}">
                <a16:creationId xmlns:a16="http://schemas.microsoft.com/office/drawing/2014/main" id="{FFF4CEBF-68EE-0310-301B-5B404672DEBE}"/>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7348" name="Line 3">
            <a:extLst>
              <a:ext uri="{FF2B5EF4-FFF2-40B4-BE49-F238E27FC236}">
                <a16:creationId xmlns:a16="http://schemas.microsoft.com/office/drawing/2014/main" id="{0FE53033-3F75-F932-0A10-71B5CE3FD133}"/>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7349" name="Text Box 4">
            <a:extLst>
              <a:ext uri="{FF2B5EF4-FFF2-40B4-BE49-F238E27FC236}">
                <a16:creationId xmlns:a16="http://schemas.microsoft.com/office/drawing/2014/main" id="{E72FECE0-BA12-E3E3-813F-F4B6D5ED386A}"/>
              </a:ext>
            </a:extLst>
          </p:cNvPr>
          <p:cNvSpPr txBox="1">
            <a:spLocks noChangeArrowheads="1"/>
          </p:cNvSpPr>
          <p:nvPr/>
        </p:nvSpPr>
        <p:spPr bwMode="auto">
          <a:xfrm>
            <a:off x="304800" y="762000"/>
            <a:ext cx="26543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400">
                <a:solidFill>
                  <a:schemeClr val="folHlink"/>
                </a:solidFill>
                <a:latin typeface="Times New Roman" panose="02020603050405020304" pitchFamily="18" charset="0"/>
              </a:rPr>
              <a:t>Figure 24.13  </a:t>
            </a:r>
            <a:r>
              <a:rPr lang="en-US" altLang="en-US" sz="2000" i="1">
                <a:latin typeface="Times New Roman" panose="02020603050405020304" pitchFamily="18" charset="0"/>
              </a:rPr>
              <a:t>FECN</a:t>
            </a:r>
          </a:p>
        </p:txBody>
      </p:sp>
      <p:sp>
        <p:nvSpPr>
          <p:cNvPr id="57350" name="Line 5">
            <a:extLst>
              <a:ext uri="{FF2B5EF4-FFF2-40B4-BE49-F238E27FC236}">
                <a16:creationId xmlns:a16="http://schemas.microsoft.com/office/drawing/2014/main" id="{4A4376BF-5B8A-9B8B-FBB9-902490B70F8B}"/>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57351" name="Picture 6">
            <a:extLst>
              <a:ext uri="{FF2B5EF4-FFF2-40B4-BE49-F238E27FC236}">
                <a16:creationId xmlns:a16="http://schemas.microsoft.com/office/drawing/2014/main" id="{5570410C-0B4B-326A-393C-4DB21D5628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2335213"/>
            <a:ext cx="7924800" cy="2617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Number Placeholder 1">
            <a:extLst>
              <a:ext uri="{FF2B5EF4-FFF2-40B4-BE49-F238E27FC236}">
                <a16:creationId xmlns:a16="http://schemas.microsoft.com/office/drawing/2014/main" id="{5EF6DBDD-A3A2-5054-582B-2C726B2C1E91}"/>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000">
                <a:solidFill>
                  <a:schemeClr val="bg2"/>
                </a:solidFill>
              </a:rPr>
              <a:t>24.</a:t>
            </a:r>
            <a:fld id="{4CCBCE2F-EDAF-490B-A8E8-456FDFF94B9E}" type="slidenum">
              <a:rPr lang="en-US" altLang="en-US" sz="2000" smtClean="0">
                <a:solidFill>
                  <a:schemeClr val="bg2"/>
                </a:solidFill>
              </a:rPr>
              <a:pPr/>
              <a:t>35</a:t>
            </a:fld>
            <a:endParaRPr lang="en-US" altLang="en-US" sz="2000">
              <a:solidFill>
                <a:schemeClr val="bg2"/>
              </a:solidFill>
            </a:endParaRPr>
          </a:p>
        </p:txBody>
      </p:sp>
      <p:sp>
        <p:nvSpPr>
          <p:cNvPr id="59395" name="Line 2">
            <a:extLst>
              <a:ext uri="{FF2B5EF4-FFF2-40B4-BE49-F238E27FC236}">
                <a16:creationId xmlns:a16="http://schemas.microsoft.com/office/drawing/2014/main" id="{D0B3EDBD-E709-CEFB-85F5-97C522C07E9B}"/>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9396" name="Line 3">
            <a:extLst>
              <a:ext uri="{FF2B5EF4-FFF2-40B4-BE49-F238E27FC236}">
                <a16:creationId xmlns:a16="http://schemas.microsoft.com/office/drawing/2014/main" id="{39ACAE3A-F0FD-6397-8099-039D34238476}"/>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9397" name="Text Box 4">
            <a:extLst>
              <a:ext uri="{FF2B5EF4-FFF2-40B4-BE49-F238E27FC236}">
                <a16:creationId xmlns:a16="http://schemas.microsoft.com/office/drawing/2014/main" id="{0E1F9885-B034-76C8-4977-F510BACA1F7C}"/>
              </a:ext>
            </a:extLst>
          </p:cNvPr>
          <p:cNvSpPr txBox="1">
            <a:spLocks noChangeArrowheads="1"/>
          </p:cNvSpPr>
          <p:nvPr/>
        </p:nvSpPr>
        <p:spPr bwMode="auto">
          <a:xfrm>
            <a:off x="304800" y="762000"/>
            <a:ext cx="45751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400">
                <a:solidFill>
                  <a:schemeClr val="folHlink"/>
                </a:solidFill>
                <a:latin typeface="Times New Roman" panose="02020603050405020304" pitchFamily="18" charset="0"/>
              </a:rPr>
              <a:t>Figure 24.14  </a:t>
            </a:r>
            <a:r>
              <a:rPr lang="en-US" altLang="en-US" sz="2000" i="1">
                <a:latin typeface="Times New Roman" panose="02020603050405020304" pitchFamily="18" charset="0"/>
              </a:rPr>
              <a:t>Four cases of congestion</a:t>
            </a:r>
          </a:p>
        </p:txBody>
      </p:sp>
      <p:sp>
        <p:nvSpPr>
          <p:cNvPr id="59398" name="Line 5">
            <a:extLst>
              <a:ext uri="{FF2B5EF4-FFF2-40B4-BE49-F238E27FC236}">
                <a16:creationId xmlns:a16="http://schemas.microsoft.com/office/drawing/2014/main" id="{088292EF-90D3-51DD-005B-27F82B7BC652}"/>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59399" name="Picture 7">
            <a:extLst>
              <a:ext uri="{FF2B5EF4-FFF2-40B4-BE49-F238E27FC236}">
                <a16:creationId xmlns:a16="http://schemas.microsoft.com/office/drawing/2014/main" id="{298EA6DC-66A8-252A-9654-5B22C9370F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4950" y="1982788"/>
            <a:ext cx="8756650" cy="3756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42" name="Slide Number Placeholder 1">
            <a:extLst>
              <a:ext uri="{FF2B5EF4-FFF2-40B4-BE49-F238E27FC236}">
                <a16:creationId xmlns:a16="http://schemas.microsoft.com/office/drawing/2014/main" id="{F5EFD022-2C82-27A3-CACE-E2D806F00D4C}"/>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000">
                <a:solidFill>
                  <a:schemeClr val="bg2"/>
                </a:solidFill>
              </a:rPr>
              <a:t>24.</a:t>
            </a:r>
            <a:fld id="{C6C56C2E-67CB-4BF0-B51E-DF11D4D32D65}" type="slidenum">
              <a:rPr lang="en-US" altLang="en-US" sz="2000" smtClean="0">
                <a:solidFill>
                  <a:schemeClr val="bg2"/>
                </a:solidFill>
              </a:rPr>
              <a:pPr/>
              <a:t>36</a:t>
            </a:fld>
            <a:endParaRPr lang="en-US" altLang="en-US" sz="2000">
              <a:solidFill>
                <a:schemeClr val="bg2"/>
              </a:solidFill>
            </a:endParaRPr>
          </a:p>
        </p:txBody>
      </p:sp>
      <p:sp>
        <p:nvSpPr>
          <p:cNvPr id="861186" name="Rectangle 2">
            <a:extLst>
              <a:ext uri="{FF2B5EF4-FFF2-40B4-BE49-F238E27FC236}">
                <a16:creationId xmlns:a16="http://schemas.microsoft.com/office/drawing/2014/main" id="{8D1B44CD-225D-506D-3A61-B42547E2A686}"/>
              </a:ext>
            </a:extLst>
          </p:cNvPr>
          <p:cNvSpPr>
            <a:spLocks noChangeArrowheads="1"/>
          </p:cNvSpPr>
          <p:nvPr/>
        </p:nvSpPr>
        <p:spPr bwMode="auto">
          <a:xfrm>
            <a:off x="0" y="0"/>
            <a:ext cx="9144000" cy="1371600"/>
          </a:xfrm>
          <a:prstGeom prst="rect">
            <a:avLst/>
          </a:prstGeom>
          <a:solidFill>
            <a:srgbClr val="33CCFF"/>
          </a:solidFill>
          <a:ln w="9525">
            <a:solidFill>
              <a:schemeClr val="tx1"/>
            </a:solidFill>
            <a:miter lim="800000"/>
            <a:headEnd/>
            <a:tailEnd/>
          </a:ln>
          <a:effectLst/>
        </p:spPr>
        <p:txBody>
          <a:bodyPr wrap="none" anchor="ctr"/>
          <a:lstStyle/>
          <a:p>
            <a:pPr algn="ctr">
              <a:defRPr/>
            </a:pPr>
            <a:endParaRPr lang="en-US" altLang="en-US">
              <a:effectLst>
                <a:outerShdw blurRad="38100" dist="38100" dir="2700000" algn="tl">
                  <a:srgbClr val="FFFFFF"/>
                </a:outerShdw>
              </a:effectLst>
              <a:latin typeface="Times New Roman" panose="02020603050405020304" pitchFamily="18" charset="0"/>
            </a:endParaRPr>
          </a:p>
        </p:txBody>
      </p:sp>
      <p:sp>
        <p:nvSpPr>
          <p:cNvPr id="861187" name="Text Box 3">
            <a:extLst>
              <a:ext uri="{FF2B5EF4-FFF2-40B4-BE49-F238E27FC236}">
                <a16:creationId xmlns:a16="http://schemas.microsoft.com/office/drawing/2014/main" id="{09F00DEF-730C-68E5-51C3-E0D511577DB0}"/>
              </a:ext>
            </a:extLst>
          </p:cNvPr>
          <p:cNvSpPr txBox="1">
            <a:spLocks noChangeArrowheads="1"/>
          </p:cNvSpPr>
          <p:nvPr/>
        </p:nvSpPr>
        <p:spPr bwMode="auto">
          <a:xfrm>
            <a:off x="228600" y="406400"/>
            <a:ext cx="5707063" cy="579438"/>
          </a:xfrm>
          <a:prstGeom prst="rect">
            <a:avLst/>
          </a:prstGeom>
          <a:noFill/>
          <a:ln>
            <a:noFill/>
          </a:ln>
          <a:effectLst/>
        </p:spPr>
        <p:txBody>
          <a:bodyPr wrap="none">
            <a:spAutoFit/>
          </a:bodyPr>
          <a:lstStyle/>
          <a:p>
            <a:pPr>
              <a:defRPr/>
            </a:pPr>
            <a:r>
              <a:rPr lang="en-US" altLang="en-US">
                <a:effectLst>
                  <a:outerShdw blurRad="38100" dist="38100" dir="2700000" algn="tl">
                    <a:srgbClr val="C0C0C0"/>
                  </a:outerShdw>
                </a:effectLst>
                <a:latin typeface="Times" panose="02020603050405020304" pitchFamily="18" charset="0"/>
              </a:rPr>
              <a:t>24-5   QUALITY OF SERVICE</a:t>
            </a:r>
          </a:p>
        </p:txBody>
      </p:sp>
      <p:sp>
        <p:nvSpPr>
          <p:cNvPr id="61445" name="Text Box 4">
            <a:extLst>
              <a:ext uri="{FF2B5EF4-FFF2-40B4-BE49-F238E27FC236}">
                <a16:creationId xmlns:a16="http://schemas.microsoft.com/office/drawing/2014/main" id="{09C28712-F161-7552-A308-2CB0E89901B9}"/>
              </a:ext>
            </a:extLst>
          </p:cNvPr>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endParaRPr lang="en-US" altLang="en-US" sz="1800">
              <a:latin typeface="Times New Roman" panose="02020603050405020304" pitchFamily="18" charset="0"/>
            </a:endParaRPr>
          </a:p>
        </p:txBody>
      </p:sp>
      <p:sp>
        <p:nvSpPr>
          <p:cNvPr id="861189" name="Rectangle 5">
            <a:extLst>
              <a:ext uri="{FF2B5EF4-FFF2-40B4-BE49-F238E27FC236}">
                <a16:creationId xmlns:a16="http://schemas.microsoft.com/office/drawing/2014/main" id="{5E8217BD-EACA-E9E2-C501-9C7615223951}"/>
              </a:ext>
            </a:extLst>
          </p:cNvPr>
          <p:cNvSpPr>
            <a:spLocks noChangeArrowheads="1"/>
          </p:cNvSpPr>
          <p:nvPr/>
        </p:nvSpPr>
        <p:spPr bwMode="auto">
          <a:xfrm>
            <a:off x="304800" y="1387475"/>
            <a:ext cx="8229600" cy="1800225"/>
          </a:xfrm>
          <a:prstGeom prst="rect">
            <a:avLst/>
          </a:prstGeom>
          <a:noFill/>
          <a:ln>
            <a:noFill/>
          </a:ln>
          <a:effectLst/>
        </p:spPr>
        <p:txBody>
          <a:bodyPr anchor="ctr">
            <a:spAutoFit/>
          </a:bodyPr>
          <a:lstStyle/>
          <a:p>
            <a:pPr algn="just" eaLnBrk="1" hangingPunct="1">
              <a:defRPr/>
            </a:pPr>
            <a:r>
              <a:rPr lang="en-US" altLang="en-US" sz="2800" i="1">
                <a:effectLst>
                  <a:outerShdw blurRad="38100" dist="38100" dir="2700000" algn="tl">
                    <a:srgbClr val="C0C0C0"/>
                  </a:outerShdw>
                </a:effectLst>
                <a:latin typeface="Times New Roman" panose="02020603050405020304" pitchFamily="18" charset="0"/>
              </a:rPr>
              <a:t>Quality of service (QoS) is an internetworking issue that has been discussed more than defined. We can informally define quality of service as something a flow seeks to attain.</a:t>
            </a:r>
          </a:p>
        </p:txBody>
      </p:sp>
      <p:sp>
        <p:nvSpPr>
          <p:cNvPr id="61447" name="Rectangle 6">
            <a:extLst>
              <a:ext uri="{FF2B5EF4-FFF2-40B4-BE49-F238E27FC236}">
                <a16:creationId xmlns:a16="http://schemas.microsoft.com/office/drawing/2014/main" id="{A5BB03D8-EC85-E7E0-9B54-BB7E209B1426}"/>
              </a:ext>
            </a:extLst>
          </p:cNvPr>
          <p:cNvSpPr>
            <a:spLocks noChangeArrowheads="1"/>
          </p:cNvSpPr>
          <p:nvPr/>
        </p:nvSpPr>
        <p:spPr bwMode="auto">
          <a:xfrm>
            <a:off x="152400" y="4679950"/>
            <a:ext cx="67056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buClr>
                <a:schemeClr val="tx1"/>
              </a:buClr>
              <a:buSzPct val="117000"/>
              <a:buFont typeface="Wingdings" panose="05000000000000000000" pitchFamily="2" charset="2"/>
              <a:buNone/>
            </a:pPr>
            <a:r>
              <a:rPr lang="en-US" altLang="en-US" sz="2400">
                <a:solidFill>
                  <a:srgbClr val="0033CC"/>
                </a:solidFill>
                <a:latin typeface="Times New Roman" panose="02020603050405020304" pitchFamily="18" charset="0"/>
              </a:rPr>
              <a:t>Flow Characteristics</a:t>
            </a:r>
            <a:br>
              <a:rPr lang="fr-FR" altLang="en-US" sz="2400">
                <a:solidFill>
                  <a:srgbClr val="0033CC"/>
                </a:solidFill>
                <a:latin typeface="Times New Roman" panose="02020603050405020304" pitchFamily="18" charset="0"/>
              </a:rPr>
            </a:br>
            <a:r>
              <a:rPr lang="fr-FR" altLang="en-US" sz="2400">
                <a:solidFill>
                  <a:srgbClr val="0033CC"/>
                </a:solidFill>
                <a:latin typeface="Times New Roman" panose="02020603050405020304" pitchFamily="18" charset="0"/>
              </a:rPr>
              <a:t>Flow Classes</a:t>
            </a:r>
            <a:endParaRPr lang="en-US" altLang="en-US" sz="2400">
              <a:solidFill>
                <a:srgbClr val="0033CC"/>
              </a:solidFill>
              <a:latin typeface="Times New Roman" panose="02020603050405020304" pitchFamily="18" charset="0"/>
            </a:endParaRPr>
          </a:p>
        </p:txBody>
      </p:sp>
      <p:sp>
        <p:nvSpPr>
          <p:cNvPr id="861191" name="Text Box 7">
            <a:extLst>
              <a:ext uri="{FF2B5EF4-FFF2-40B4-BE49-F238E27FC236}">
                <a16:creationId xmlns:a16="http://schemas.microsoft.com/office/drawing/2014/main" id="{784187A8-5D9F-0BEE-CC0F-C33AB47F781C}"/>
              </a:ext>
            </a:extLst>
          </p:cNvPr>
          <p:cNvSpPr txBox="1">
            <a:spLocks noChangeArrowheads="1"/>
          </p:cNvSpPr>
          <p:nvPr/>
        </p:nvSpPr>
        <p:spPr bwMode="auto">
          <a:xfrm>
            <a:off x="165100" y="4203700"/>
            <a:ext cx="4862513" cy="519113"/>
          </a:xfrm>
          <a:prstGeom prst="rect">
            <a:avLst/>
          </a:prstGeom>
          <a:noFill/>
          <a:ln>
            <a:noFill/>
          </a:ln>
          <a:effectLst/>
        </p:spPr>
        <p:txBody>
          <a:bodyPr wrap="none">
            <a:spAutoFit/>
          </a:bodyPr>
          <a:lstStyle/>
          <a:p>
            <a:pPr algn="ctr">
              <a:defRPr/>
            </a:pPr>
            <a:r>
              <a:rPr lang="en-US" altLang="en-US" sz="2800" i="1" u="sng">
                <a:solidFill>
                  <a:schemeClr val="hlink"/>
                </a:solidFill>
                <a:effectLst>
                  <a:outerShdw blurRad="38100" dist="38100" dir="2700000" algn="tl">
                    <a:srgbClr val="C0C0C0"/>
                  </a:outerShdw>
                </a:effectLst>
                <a:latin typeface="Times New Roman" panose="02020603050405020304" pitchFamily="18" charset="0"/>
              </a:rPr>
              <a:t>Topics discussed in this section:</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Number Placeholder 1">
            <a:extLst>
              <a:ext uri="{FF2B5EF4-FFF2-40B4-BE49-F238E27FC236}">
                <a16:creationId xmlns:a16="http://schemas.microsoft.com/office/drawing/2014/main" id="{71837726-89D0-680D-B30A-B69E3BAAE028}"/>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000">
                <a:solidFill>
                  <a:schemeClr val="bg2"/>
                </a:solidFill>
              </a:rPr>
              <a:t>24.</a:t>
            </a:r>
            <a:fld id="{7C4A05F9-11B2-4D7E-BB65-BC1CBD12D4CE}" type="slidenum">
              <a:rPr lang="en-US" altLang="en-US" sz="2000" smtClean="0">
                <a:solidFill>
                  <a:schemeClr val="bg2"/>
                </a:solidFill>
              </a:rPr>
              <a:pPr/>
              <a:t>37</a:t>
            </a:fld>
            <a:endParaRPr lang="en-US" altLang="en-US" sz="2000">
              <a:solidFill>
                <a:schemeClr val="bg2"/>
              </a:solidFill>
            </a:endParaRPr>
          </a:p>
        </p:txBody>
      </p:sp>
      <p:sp>
        <p:nvSpPr>
          <p:cNvPr id="63491" name="Line 2">
            <a:extLst>
              <a:ext uri="{FF2B5EF4-FFF2-40B4-BE49-F238E27FC236}">
                <a16:creationId xmlns:a16="http://schemas.microsoft.com/office/drawing/2014/main" id="{6B51D221-EECD-146E-864F-D1A56F7A610C}"/>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492" name="Line 3">
            <a:extLst>
              <a:ext uri="{FF2B5EF4-FFF2-40B4-BE49-F238E27FC236}">
                <a16:creationId xmlns:a16="http://schemas.microsoft.com/office/drawing/2014/main" id="{B38CCCCB-EBCF-FD70-A4A4-3C75D255F372}"/>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493" name="Text Box 4">
            <a:extLst>
              <a:ext uri="{FF2B5EF4-FFF2-40B4-BE49-F238E27FC236}">
                <a16:creationId xmlns:a16="http://schemas.microsoft.com/office/drawing/2014/main" id="{E1DACDA1-F301-34B9-E9F5-4BD31E743190}"/>
              </a:ext>
            </a:extLst>
          </p:cNvPr>
          <p:cNvSpPr txBox="1">
            <a:spLocks noChangeArrowheads="1"/>
          </p:cNvSpPr>
          <p:nvPr/>
        </p:nvSpPr>
        <p:spPr bwMode="auto">
          <a:xfrm>
            <a:off x="304800" y="762000"/>
            <a:ext cx="40798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400">
                <a:solidFill>
                  <a:schemeClr val="folHlink"/>
                </a:solidFill>
                <a:latin typeface="Times New Roman" panose="02020603050405020304" pitchFamily="18" charset="0"/>
              </a:rPr>
              <a:t>Figure 24.15  </a:t>
            </a:r>
            <a:r>
              <a:rPr lang="en-US" altLang="en-US" sz="2000" i="1">
                <a:latin typeface="Times New Roman" panose="02020603050405020304" pitchFamily="18" charset="0"/>
              </a:rPr>
              <a:t>Flow characteristics</a:t>
            </a:r>
          </a:p>
        </p:txBody>
      </p:sp>
      <p:sp>
        <p:nvSpPr>
          <p:cNvPr id="63494" name="Line 5">
            <a:extLst>
              <a:ext uri="{FF2B5EF4-FFF2-40B4-BE49-F238E27FC236}">
                <a16:creationId xmlns:a16="http://schemas.microsoft.com/office/drawing/2014/main" id="{E9E6EEAD-8948-0B3A-AD6B-EDA0224D07E7}"/>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63495" name="Picture 6">
            <a:extLst>
              <a:ext uri="{FF2B5EF4-FFF2-40B4-BE49-F238E27FC236}">
                <a16:creationId xmlns:a16="http://schemas.microsoft.com/office/drawing/2014/main" id="{C88631B2-67FF-4424-2EDB-386D00C054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2662238"/>
            <a:ext cx="6078538" cy="1528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Number Placeholder 1">
            <a:extLst>
              <a:ext uri="{FF2B5EF4-FFF2-40B4-BE49-F238E27FC236}">
                <a16:creationId xmlns:a16="http://schemas.microsoft.com/office/drawing/2014/main" id="{94E01EDA-8A06-C005-A079-AACD49369B12}"/>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000">
                <a:solidFill>
                  <a:schemeClr val="bg2"/>
                </a:solidFill>
              </a:rPr>
              <a:t>24.</a:t>
            </a:r>
            <a:fld id="{ECD68212-C6AA-4ACC-8B1D-385D6E6AAFA0}" type="slidenum">
              <a:rPr lang="en-US" altLang="en-US" sz="2000" smtClean="0">
                <a:solidFill>
                  <a:schemeClr val="bg2"/>
                </a:solidFill>
              </a:rPr>
              <a:pPr/>
              <a:t>38</a:t>
            </a:fld>
            <a:endParaRPr lang="en-US" altLang="en-US" sz="2000">
              <a:solidFill>
                <a:schemeClr val="bg2"/>
              </a:solidFill>
            </a:endParaRPr>
          </a:p>
        </p:txBody>
      </p:sp>
      <p:sp>
        <p:nvSpPr>
          <p:cNvPr id="65539" name="TextBox 2">
            <a:extLst>
              <a:ext uri="{FF2B5EF4-FFF2-40B4-BE49-F238E27FC236}">
                <a16:creationId xmlns:a16="http://schemas.microsoft.com/office/drawing/2014/main" id="{746A7295-A240-EED4-1379-F44AAFE5655C}"/>
              </a:ext>
            </a:extLst>
          </p:cNvPr>
          <p:cNvSpPr txBox="1">
            <a:spLocks noChangeArrowheads="1"/>
          </p:cNvSpPr>
          <p:nvPr/>
        </p:nvSpPr>
        <p:spPr bwMode="auto">
          <a:xfrm>
            <a:off x="838200" y="685800"/>
            <a:ext cx="7391400" cy="569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just"/>
            <a:r>
              <a:rPr lang="en-US" altLang="en-US" sz="2400">
                <a:solidFill>
                  <a:srgbClr val="000000"/>
                </a:solidFill>
                <a:latin typeface="inherit"/>
              </a:rPr>
              <a:t>Reliability</a:t>
            </a:r>
            <a:endParaRPr lang="en-US" altLang="en-US" sz="2400" b="0">
              <a:solidFill>
                <a:srgbClr val="444444"/>
              </a:solidFill>
              <a:latin typeface="Open Sans" panose="020B0606030504020204" pitchFamily="34" charset="0"/>
            </a:endParaRPr>
          </a:p>
          <a:p>
            <a:pPr algn="just"/>
            <a:r>
              <a:rPr lang="en-US" altLang="en-US" sz="2400" b="0">
                <a:solidFill>
                  <a:srgbClr val="000000"/>
                </a:solidFill>
                <a:latin typeface="inherit"/>
              </a:rPr>
              <a:t>Lack of reliability means losing a packet or acknowledgment(being sent on its successful reach to destination), which entails retransmission.</a:t>
            </a:r>
            <a:endParaRPr lang="en-US" altLang="en-US" sz="2400" b="0">
              <a:solidFill>
                <a:srgbClr val="444444"/>
              </a:solidFill>
              <a:latin typeface="Open Sans" panose="020B0606030504020204" pitchFamily="34" charset="0"/>
            </a:endParaRPr>
          </a:p>
          <a:p>
            <a:pPr algn="just"/>
            <a:r>
              <a:rPr lang="en-US" altLang="en-US" sz="2400" b="0">
                <a:solidFill>
                  <a:srgbClr val="000000"/>
                </a:solidFill>
                <a:latin typeface="inherit"/>
              </a:rPr>
              <a:t>However, the sensitivity of any application programs to reliability is not the same. for e.g file transfer and email service require reliable service unlike telephone or audio conferencing.</a:t>
            </a:r>
          </a:p>
          <a:p>
            <a:pPr algn="just"/>
            <a:endParaRPr lang="en-US" altLang="en-US" sz="2400" b="0">
              <a:solidFill>
                <a:srgbClr val="000000"/>
              </a:solidFill>
              <a:latin typeface="inherit"/>
            </a:endParaRPr>
          </a:p>
          <a:p>
            <a:pPr algn="just"/>
            <a:r>
              <a:rPr lang="en-US" altLang="en-US" sz="2400">
                <a:solidFill>
                  <a:srgbClr val="000000"/>
                </a:solidFill>
                <a:latin typeface="inherit"/>
              </a:rPr>
              <a:t>Transit Delay</a:t>
            </a:r>
            <a:endParaRPr lang="en-US" altLang="en-US" sz="2400" b="0">
              <a:solidFill>
                <a:srgbClr val="444444"/>
              </a:solidFill>
              <a:latin typeface="Open Sans" panose="020B0606030504020204" pitchFamily="34" charset="0"/>
            </a:endParaRPr>
          </a:p>
          <a:p>
            <a:pPr algn="just"/>
            <a:r>
              <a:rPr lang="en-US" altLang="en-US" sz="2400" b="0">
                <a:solidFill>
                  <a:srgbClr val="000000"/>
                </a:solidFill>
                <a:latin typeface="inherit"/>
              </a:rPr>
              <a:t>It is the time between a message being sent by the transport user on the source machine and its being received by the transport user in the destination machine.</a:t>
            </a:r>
            <a:endParaRPr lang="en-US" altLang="en-US" sz="2400" b="0">
              <a:solidFill>
                <a:srgbClr val="444444"/>
              </a:solidFill>
              <a:latin typeface="Open Sans" panose="020B0606030504020204" pitchFamily="34" charset="0"/>
            </a:endParaRPr>
          </a:p>
          <a:p>
            <a:pPr algn="just"/>
            <a:endParaRPr lang="en-US" altLang="en-US" sz="2000" b="0">
              <a:solidFill>
                <a:srgbClr val="444444"/>
              </a:solidFill>
              <a:latin typeface="Open Sans" panose="020B0606030504020204" pitchFamily="34" charset="0"/>
            </a:endParaRPr>
          </a:p>
          <a:p>
            <a:pPr algn="just"/>
            <a:endParaRPr lang="en-IN" altLang="en-US"/>
          </a:p>
        </p:txBody>
      </p:sp>
      <p:sp>
        <p:nvSpPr>
          <p:cNvPr id="65540" name="TextBox 3">
            <a:extLst>
              <a:ext uri="{FF2B5EF4-FFF2-40B4-BE49-F238E27FC236}">
                <a16:creationId xmlns:a16="http://schemas.microsoft.com/office/drawing/2014/main" id="{1889F4A3-E5B4-10E3-E80D-C07E049CF284}"/>
              </a:ext>
            </a:extLst>
          </p:cNvPr>
          <p:cNvSpPr txBox="1">
            <a:spLocks noChangeArrowheads="1"/>
          </p:cNvSpPr>
          <p:nvPr/>
        </p:nvSpPr>
        <p:spPr bwMode="auto">
          <a:xfrm>
            <a:off x="838200" y="152400"/>
            <a:ext cx="3810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IN" altLang="en-US"/>
              <a:t>QOS Parameters</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lide Number Placeholder 1">
            <a:extLst>
              <a:ext uri="{FF2B5EF4-FFF2-40B4-BE49-F238E27FC236}">
                <a16:creationId xmlns:a16="http://schemas.microsoft.com/office/drawing/2014/main" id="{D3AAD6F2-6ECF-821D-DAFE-4CC6FA0D379F}"/>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000">
                <a:solidFill>
                  <a:schemeClr val="bg2"/>
                </a:solidFill>
              </a:rPr>
              <a:t>24.</a:t>
            </a:r>
            <a:fld id="{1F4ECE30-A04A-486C-BA45-380CF13E344F}" type="slidenum">
              <a:rPr lang="en-US" altLang="en-US" sz="2000" smtClean="0">
                <a:solidFill>
                  <a:schemeClr val="bg2"/>
                </a:solidFill>
              </a:rPr>
              <a:pPr/>
              <a:t>39</a:t>
            </a:fld>
            <a:endParaRPr lang="en-US" altLang="en-US" sz="2000">
              <a:solidFill>
                <a:schemeClr val="bg2"/>
              </a:solidFill>
            </a:endParaRPr>
          </a:p>
        </p:txBody>
      </p:sp>
      <p:sp>
        <p:nvSpPr>
          <p:cNvPr id="66563" name="TextBox 3">
            <a:extLst>
              <a:ext uri="{FF2B5EF4-FFF2-40B4-BE49-F238E27FC236}">
                <a16:creationId xmlns:a16="http://schemas.microsoft.com/office/drawing/2014/main" id="{5CB172C5-D629-9087-DA67-27B2F68ED14F}"/>
              </a:ext>
            </a:extLst>
          </p:cNvPr>
          <p:cNvSpPr txBox="1">
            <a:spLocks noChangeArrowheads="1"/>
          </p:cNvSpPr>
          <p:nvPr/>
        </p:nvSpPr>
        <p:spPr bwMode="auto">
          <a:xfrm>
            <a:off x="533400" y="304800"/>
            <a:ext cx="8382000" cy="452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just"/>
            <a:r>
              <a:rPr lang="en-US" altLang="en-US" sz="2400">
                <a:solidFill>
                  <a:srgbClr val="000000"/>
                </a:solidFill>
                <a:latin typeface="inherit"/>
              </a:rPr>
              <a:t>Jitter</a:t>
            </a:r>
            <a:r>
              <a:rPr lang="en-US" altLang="en-US" sz="2400" b="0">
                <a:solidFill>
                  <a:srgbClr val="000000"/>
                </a:solidFill>
                <a:latin typeface="inherit"/>
              </a:rPr>
              <a:t> is the variation in delay for packets associated with  the same flow. For applications such as audio and video applications, it does not matter if the packets arrive with a short or long delay as long as the delay is the same for all packets.</a:t>
            </a:r>
            <a:endParaRPr lang="en-US" altLang="en-US" sz="2400" b="0">
              <a:solidFill>
                <a:srgbClr val="444444"/>
              </a:solidFill>
              <a:latin typeface="Open Sans" panose="020B0606030504020204" pitchFamily="34" charset="0"/>
            </a:endParaRPr>
          </a:p>
          <a:p>
            <a:pPr algn="just"/>
            <a:r>
              <a:rPr lang="en-US" altLang="en-US" sz="2400" b="0">
                <a:solidFill>
                  <a:srgbClr val="000000"/>
                </a:solidFill>
                <a:latin typeface="inherit"/>
              </a:rPr>
              <a:t>High jitter means the difference between delays(of packets of data) is large, low jitter means the variation is small.</a:t>
            </a:r>
          </a:p>
          <a:p>
            <a:pPr algn="just"/>
            <a:endParaRPr lang="en-US" altLang="en-US" sz="2400" b="0">
              <a:solidFill>
                <a:srgbClr val="000000"/>
              </a:solidFill>
              <a:latin typeface="inherit"/>
            </a:endParaRPr>
          </a:p>
          <a:p>
            <a:pPr algn="just"/>
            <a:r>
              <a:rPr lang="en-US" altLang="en-US" sz="2400">
                <a:solidFill>
                  <a:srgbClr val="000000"/>
                </a:solidFill>
                <a:latin typeface="Open Sans" panose="020B0606030504020204" pitchFamily="34" charset="0"/>
              </a:rPr>
              <a:t>bandwidth</a:t>
            </a:r>
            <a:r>
              <a:rPr lang="en-US" altLang="en-US" sz="2400" b="0">
                <a:solidFill>
                  <a:srgbClr val="000000"/>
                </a:solidFill>
                <a:latin typeface="Open Sans" panose="020B0606030504020204" pitchFamily="34" charset="0"/>
              </a:rPr>
              <a:t> : The effective bandwidth is the bandwidth that the network needs to allocate for the flow of traffic. The effective bandwidth is basically a function of three values i.e average data rate, peak data rate, and maximum burst size.</a:t>
            </a:r>
            <a:endParaRPr lang="en-US" altLang="en-US" sz="2400" b="0">
              <a:solidFill>
                <a:srgbClr val="444444"/>
              </a:solidFill>
              <a:latin typeface="Open Sans" panose="020B0606030504020204" pitchFamily="34"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7586" name="Slide Number Placeholder 1">
            <a:extLst>
              <a:ext uri="{FF2B5EF4-FFF2-40B4-BE49-F238E27FC236}">
                <a16:creationId xmlns:a16="http://schemas.microsoft.com/office/drawing/2014/main" id="{6F602225-52EF-1EAA-0094-60C2CAD274DB}"/>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000">
                <a:solidFill>
                  <a:schemeClr val="bg2"/>
                </a:solidFill>
              </a:rPr>
              <a:t>24.</a:t>
            </a:r>
            <a:fld id="{C9D5CF18-D71C-4B69-BCDC-5961A75DF0BC}" type="slidenum">
              <a:rPr lang="en-US" altLang="en-US" sz="2000" smtClean="0">
                <a:solidFill>
                  <a:schemeClr val="bg2"/>
                </a:solidFill>
              </a:rPr>
              <a:pPr/>
              <a:t>40</a:t>
            </a:fld>
            <a:endParaRPr lang="en-US" altLang="en-US" sz="2000">
              <a:solidFill>
                <a:schemeClr val="bg2"/>
              </a:solidFill>
            </a:endParaRPr>
          </a:p>
        </p:txBody>
      </p:sp>
      <p:sp>
        <p:nvSpPr>
          <p:cNvPr id="862210" name="Rectangle 2">
            <a:extLst>
              <a:ext uri="{FF2B5EF4-FFF2-40B4-BE49-F238E27FC236}">
                <a16:creationId xmlns:a16="http://schemas.microsoft.com/office/drawing/2014/main" id="{DB82873E-1F84-6EB9-9724-A52EA9BA7024}"/>
              </a:ext>
            </a:extLst>
          </p:cNvPr>
          <p:cNvSpPr>
            <a:spLocks noChangeArrowheads="1"/>
          </p:cNvSpPr>
          <p:nvPr/>
        </p:nvSpPr>
        <p:spPr bwMode="auto">
          <a:xfrm>
            <a:off x="0" y="0"/>
            <a:ext cx="9144000" cy="1371600"/>
          </a:xfrm>
          <a:prstGeom prst="rect">
            <a:avLst/>
          </a:prstGeom>
          <a:solidFill>
            <a:srgbClr val="33CCFF"/>
          </a:solidFill>
          <a:ln w="9525">
            <a:solidFill>
              <a:schemeClr val="tx1"/>
            </a:solidFill>
            <a:miter lim="800000"/>
            <a:headEnd/>
            <a:tailEnd/>
          </a:ln>
          <a:effectLst/>
        </p:spPr>
        <p:txBody>
          <a:bodyPr wrap="none" anchor="ctr"/>
          <a:lstStyle/>
          <a:p>
            <a:pPr algn="ctr">
              <a:defRPr/>
            </a:pPr>
            <a:endParaRPr lang="en-US" altLang="en-US">
              <a:effectLst>
                <a:outerShdw blurRad="38100" dist="38100" dir="2700000" algn="tl">
                  <a:srgbClr val="FFFFFF"/>
                </a:outerShdw>
              </a:effectLst>
              <a:latin typeface="Times New Roman" panose="02020603050405020304" pitchFamily="18" charset="0"/>
            </a:endParaRPr>
          </a:p>
        </p:txBody>
      </p:sp>
      <p:sp>
        <p:nvSpPr>
          <p:cNvPr id="862211" name="Text Box 3">
            <a:extLst>
              <a:ext uri="{FF2B5EF4-FFF2-40B4-BE49-F238E27FC236}">
                <a16:creationId xmlns:a16="http://schemas.microsoft.com/office/drawing/2014/main" id="{686F1DDB-76CA-FC29-2FFB-CACF09FC6302}"/>
              </a:ext>
            </a:extLst>
          </p:cNvPr>
          <p:cNvSpPr txBox="1">
            <a:spLocks noChangeArrowheads="1"/>
          </p:cNvSpPr>
          <p:nvPr/>
        </p:nvSpPr>
        <p:spPr bwMode="auto">
          <a:xfrm>
            <a:off x="228600" y="406400"/>
            <a:ext cx="7546975" cy="579438"/>
          </a:xfrm>
          <a:prstGeom prst="rect">
            <a:avLst/>
          </a:prstGeom>
          <a:noFill/>
          <a:ln>
            <a:noFill/>
          </a:ln>
          <a:effectLst/>
        </p:spPr>
        <p:txBody>
          <a:bodyPr wrap="none">
            <a:spAutoFit/>
          </a:bodyPr>
          <a:lstStyle/>
          <a:p>
            <a:pPr>
              <a:defRPr/>
            </a:pPr>
            <a:r>
              <a:rPr lang="en-US" altLang="en-US">
                <a:effectLst>
                  <a:outerShdw blurRad="38100" dist="38100" dir="2700000" algn="tl">
                    <a:srgbClr val="C0C0C0"/>
                  </a:outerShdw>
                </a:effectLst>
                <a:latin typeface="Times" panose="02020603050405020304" pitchFamily="18" charset="0"/>
              </a:rPr>
              <a:t>24-6   TECHNIQUES TO IMPROVE QoS</a:t>
            </a:r>
          </a:p>
        </p:txBody>
      </p:sp>
      <p:sp>
        <p:nvSpPr>
          <p:cNvPr id="67589" name="Text Box 4">
            <a:extLst>
              <a:ext uri="{FF2B5EF4-FFF2-40B4-BE49-F238E27FC236}">
                <a16:creationId xmlns:a16="http://schemas.microsoft.com/office/drawing/2014/main" id="{3047FED3-D7D6-A6B2-E6AC-8EAB1D3F5E48}"/>
              </a:ext>
            </a:extLst>
          </p:cNvPr>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endParaRPr lang="en-US" altLang="en-US" sz="1800">
              <a:latin typeface="Times New Roman" panose="02020603050405020304" pitchFamily="18" charset="0"/>
            </a:endParaRPr>
          </a:p>
        </p:txBody>
      </p:sp>
      <p:sp>
        <p:nvSpPr>
          <p:cNvPr id="862213" name="Rectangle 5">
            <a:extLst>
              <a:ext uri="{FF2B5EF4-FFF2-40B4-BE49-F238E27FC236}">
                <a16:creationId xmlns:a16="http://schemas.microsoft.com/office/drawing/2014/main" id="{268DAC01-7BDC-4405-E605-2A4D536DDADA}"/>
              </a:ext>
            </a:extLst>
          </p:cNvPr>
          <p:cNvSpPr>
            <a:spLocks noChangeArrowheads="1"/>
          </p:cNvSpPr>
          <p:nvPr/>
        </p:nvSpPr>
        <p:spPr bwMode="auto">
          <a:xfrm>
            <a:off x="152400" y="1460500"/>
            <a:ext cx="8229600" cy="2654300"/>
          </a:xfrm>
          <a:prstGeom prst="rect">
            <a:avLst/>
          </a:prstGeom>
          <a:noFill/>
          <a:ln>
            <a:noFill/>
          </a:ln>
          <a:effectLst/>
        </p:spPr>
        <p:txBody>
          <a:bodyPr anchor="ctr">
            <a:spAutoFit/>
          </a:bodyPr>
          <a:lstStyle/>
          <a:p>
            <a:pPr algn="just" eaLnBrk="1" hangingPunct="1">
              <a:defRPr/>
            </a:pPr>
            <a:r>
              <a:rPr lang="en-US" altLang="en-US" sz="2800" i="1">
                <a:effectLst>
                  <a:outerShdw blurRad="38100" dist="38100" dir="2700000" algn="tl">
                    <a:srgbClr val="C0C0C0"/>
                  </a:outerShdw>
                </a:effectLst>
                <a:latin typeface="Times New Roman" panose="02020603050405020304" pitchFamily="18" charset="0"/>
              </a:rPr>
              <a:t>In Section 24.5 we tried to define QoS in terms of its characteristics. In this section, we discuss some techniques that can be used to improve the quality of service. We briefly discuss four common methods: scheduling, traffic shaping, admission control, and resource reservation.</a:t>
            </a:r>
          </a:p>
        </p:txBody>
      </p:sp>
      <p:sp>
        <p:nvSpPr>
          <p:cNvPr id="67591" name="Rectangle 6">
            <a:extLst>
              <a:ext uri="{FF2B5EF4-FFF2-40B4-BE49-F238E27FC236}">
                <a16:creationId xmlns:a16="http://schemas.microsoft.com/office/drawing/2014/main" id="{08B3E49C-9397-7D93-A51A-7CBF649C94DA}"/>
              </a:ext>
            </a:extLst>
          </p:cNvPr>
          <p:cNvSpPr>
            <a:spLocks noChangeArrowheads="1"/>
          </p:cNvSpPr>
          <p:nvPr/>
        </p:nvSpPr>
        <p:spPr bwMode="auto">
          <a:xfrm>
            <a:off x="152400" y="4679950"/>
            <a:ext cx="6705600"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buClr>
                <a:schemeClr val="tx1"/>
              </a:buClr>
              <a:buSzPct val="117000"/>
              <a:buFont typeface="Wingdings" panose="05000000000000000000" pitchFamily="2" charset="2"/>
              <a:buNone/>
            </a:pPr>
            <a:r>
              <a:rPr lang="en-US" altLang="en-US" sz="2400">
                <a:solidFill>
                  <a:srgbClr val="0033CC"/>
                </a:solidFill>
                <a:latin typeface="Times New Roman" panose="02020603050405020304" pitchFamily="18" charset="0"/>
              </a:rPr>
              <a:t>Scheduling</a:t>
            </a:r>
            <a:br>
              <a:rPr lang="fr-FR" altLang="en-US" sz="2400">
                <a:solidFill>
                  <a:srgbClr val="0033CC"/>
                </a:solidFill>
                <a:latin typeface="Times New Roman" panose="02020603050405020304" pitchFamily="18" charset="0"/>
              </a:rPr>
            </a:br>
            <a:r>
              <a:rPr lang="fr-FR" altLang="en-US" sz="2400">
                <a:solidFill>
                  <a:srgbClr val="0033CC"/>
                </a:solidFill>
                <a:latin typeface="Times New Roman" panose="02020603050405020304" pitchFamily="18" charset="0"/>
              </a:rPr>
              <a:t>Traffic Shaping</a:t>
            </a:r>
            <a:br>
              <a:rPr lang="fr-FR" altLang="en-US" sz="2400">
                <a:solidFill>
                  <a:srgbClr val="0033CC"/>
                </a:solidFill>
                <a:latin typeface="Times New Roman" panose="02020603050405020304" pitchFamily="18" charset="0"/>
              </a:rPr>
            </a:br>
            <a:r>
              <a:rPr lang="fr-FR" altLang="en-US" sz="2400">
                <a:solidFill>
                  <a:srgbClr val="0033CC"/>
                </a:solidFill>
                <a:latin typeface="Times New Roman" panose="02020603050405020304" pitchFamily="18" charset="0"/>
              </a:rPr>
              <a:t>Resource Reservation</a:t>
            </a:r>
          </a:p>
          <a:p>
            <a:pPr>
              <a:buClr>
                <a:schemeClr val="tx1"/>
              </a:buClr>
              <a:buSzPct val="117000"/>
              <a:buFont typeface="Wingdings" panose="05000000000000000000" pitchFamily="2" charset="2"/>
              <a:buNone/>
            </a:pPr>
            <a:r>
              <a:rPr lang="en-US" altLang="en-US" sz="2400">
                <a:solidFill>
                  <a:srgbClr val="0033CC"/>
                </a:solidFill>
                <a:latin typeface="Times New Roman" panose="02020603050405020304" pitchFamily="18" charset="0"/>
              </a:rPr>
              <a:t>Admission Control</a:t>
            </a:r>
          </a:p>
        </p:txBody>
      </p:sp>
      <p:sp>
        <p:nvSpPr>
          <p:cNvPr id="862215" name="Text Box 7">
            <a:extLst>
              <a:ext uri="{FF2B5EF4-FFF2-40B4-BE49-F238E27FC236}">
                <a16:creationId xmlns:a16="http://schemas.microsoft.com/office/drawing/2014/main" id="{8C4108AD-488E-8F88-CD92-037F377358E9}"/>
              </a:ext>
            </a:extLst>
          </p:cNvPr>
          <p:cNvSpPr txBox="1">
            <a:spLocks noChangeArrowheads="1"/>
          </p:cNvSpPr>
          <p:nvPr/>
        </p:nvSpPr>
        <p:spPr bwMode="auto">
          <a:xfrm>
            <a:off x="165100" y="4203700"/>
            <a:ext cx="4862513" cy="519113"/>
          </a:xfrm>
          <a:prstGeom prst="rect">
            <a:avLst/>
          </a:prstGeom>
          <a:noFill/>
          <a:ln>
            <a:noFill/>
          </a:ln>
          <a:effectLst/>
        </p:spPr>
        <p:txBody>
          <a:bodyPr wrap="none">
            <a:spAutoFit/>
          </a:bodyPr>
          <a:lstStyle/>
          <a:p>
            <a:pPr algn="ctr">
              <a:defRPr/>
            </a:pPr>
            <a:r>
              <a:rPr lang="en-US" altLang="en-US" sz="2800" i="1" u="sng">
                <a:solidFill>
                  <a:schemeClr val="hlink"/>
                </a:solidFill>
                <a:effectLst>
                  <a:outerShdw blurRad="38100" dist="38100" dir="2700000" algn="tl">
                    <a:srgbClr val="C0C0C0"/>
                  </a:outerShdw>
                </a:effectLst>
                <a:latin typeface="Times New Roman" panose="02020603050405020304" pitchFamily="18" charset="0"/>
              </a:rPr>
              <a:t>Topics discussed in this section:</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Number Placeholder 1">
            <a:extLst>
              <a:ext uri="{FF2B5EF4-FFF2-40B4-BE49-F238E27FC236}">
                <a16:creationId xmlns:a16="http://schemas.microsoft.com/office/drawing/2014/main" id="{6D99C808-066C-3656-4AD0-BB2166C867DF}"/>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000">
                <a:solidFill>
                  <a:schemeClr val="bg2"/>
                </a:solidFill>
              </a:rPr>
              <a:t>24.</a:t>
            </a:r>
            <a:fld id="{6D007338-78C5-4628-B472-8CA3D2CA3B2B}" type="slidenum">
              <a:rPr lang="en-US" altLang="en-US" sz="2000" smtClean="0">
                <a:solidFill>
                  <a:schemeClr val="bg2"/>
                </a:solidFill>
              </a:rPr>
              <a:pPr/>
              <a:t>41</a:t>
            </a:fld>
            <a:endParaRPr lang="en-US" altLang="en-US" sz="2000">
              <a:solidFill>
                <a:schemeClr val="bg2"/>
              </a:solidFill>
            </a:endParaRPr>
          </a:p>
        </p:txBody>
      </p:sp>
      <p:sp>
        <p:nvSpPr>
          <p:cNvPr id="69635" name="Line 2">
            <a:extLst>
              <a:ext uri="{FF2B5EF4-FFF2-40B4-BE49-F238E27FC236}">
                <a16:creationId xmlns:a16="http://schemas.microsoft.com/office/drawing/2014/main" id="{F47B4C74-AE7F-2B21-14AC-102FDDFB50FA}"/>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9636" name="Line 3">
            <a:extLst>
              <a:ext uri="{FF2B5EF4-FFF2-40B4-BE49-F238E27FC236}">
                <a16:creationId xmlns:a16="http://schemas.microsoft.com/office/drawing/2014/main" id="{474C89B5-0DD7-2231-5ABC-13FB928DCA79}"/>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9637" name="Text Box 4">
            <a:extLst>
              <a:ext uri="{FF2B5EF4-FFF2-40B4-BE49-F238E27FC236}">
                <a16:creationId xmlns:a16="http://schemas.microsoft.com/office/drawing/2014/main" id="{18E577C8-0BCC-089F-FF68-AD005B289C6D}"/>
              </a:ext>
            </a:extLst>
          </p:cNvPr>
          <p:cNvSpPr txBox="1">
            <a:spLocks noChangeArrowheads="1"/>
          </p:cNvSpPr>
          <p:nvPr/>
        </p:nvSpPr>
        <p:spPr bwMode="auto">
          <a:xfrm>
            <a:off x="304800" y="762000"/>
            <a:ext cx="32813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400">
                <a:solidFill>
                  <a:schemeClr val="folHlink"/>
                </a:solidFill>
                <a:latin typeface="Times New Roman" panose="02020603050405020304" pitchFamily="18" charset="0"/>
              </a:rPr>
              <a:t>Figure 24.16  </a:t>
            </a:r>
            <a:r>
              <a:rPr lang="en-US" altLang="en-US" sz="2000" i="1">
                <a:latin typeface="Times New Roman" panose="02020603050405020304" pitchFamily="18" charset="0"/>
              </a:rPr>
              <a:t>FIFO queue</a:t>
            </a:r>
          </a:p>
        </p:txBody>
      </p:sp>
      <p:sp>
        <p:nvSpPr>
          <p:cNvPr id="69638" name="Line 5">
            <a:extLst>
              <a:ext uri="{FF2B5EF4-FFF2-40B4-BE49-F238E27FC236}">
                <a16:creationId xmlns:a16="http://schemas.microsoft.com/office/drawing/2014/main" id="{A230AA83-1312-B401-6AAD-C27351F9CFC1}"/>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69639" name="Picture 6">
            <a:extLst>
              <a:ext uri="{FF2B5EF4-FFF2-40B4-BE49-F238E27FC236}">
                <a16:creationId xmlns:a16="http://schemas.microsoft.com/office/drawing/2014/main" id="{0CCBB3EF-84E7-AC31-FCAA-232EAC46A7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0763" y="2998788"/>
            <a:ext cx="7285037" cy="1497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9640" name="TextBox 1">
            <a:extLst>
              <a:ext uri="{FF2B5EF4-FFF2-40B4-BE49-F238E27FC236}">
                <a16:creationId xmlns:a16="http://schemas.microsoft.com/office/drawing/2014/main" id="{AB4593CD-C65A-2311-2FD3-47622538AC4C}"/>
              </a:ext>
            </a:extLst>
          </p:cNvPr>
          <p:cNvSpPr txBox="1">
            <a:spLocks noChangeArrowheads="1"/>
          </p:cNvSpPr>
          <p:nvPr/>
        </p:nvSpPr>
        <p:spPr bwMode="auto">
          <a:xfrm>
            <a:off x="609600" y="76200"/>
            <a:ext cx="297656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IN" altLang="en-US"/>
              <a:t>Scheduling</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Slide Number Placeholder 1">
            <a:extLst>
              <a:ext uri="{FF2B5EF4-FFF2-40B4-BE49-F238E27FC236}">
                <a16:creationId xmlns:a16="http://schemas.microsoft.com/office/drawing/2014/main" id="{791D65E5-000D-EFE2-5378-B405E1A0C525}"/>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000">
                <a:solidFill>
                  <a:schemeClr val="bg2"/>
                </a:solidFill>
              </a:rPr>
              <a:t>24.</a:t>
            </a:r>
            <a:fld id="{AD08F79D-E838-4017-9F1E-FDAE5073EE07}" type="slidenum">
              <a:rPr lang="en-US" altLang="en-US" sz="2000" smtClean="0">
                <a:solidFill>
                  <a:schemeClr val="bg2"/>
                </a:solidFill>
              </a:rPr>
              <a:pPr/>
              <a:t>42</a:t>
            </a:fld>
            <a:endParaRPr lang="en-US" altLang="en-US" sz="2000">
              <a:solidFill>
                <a:schemeClr val="bg2"/>
              </a:solidFill>
            </a:endParaRPr>
          </a:p>
        </p:txBody>
      </p:sp>
      <p:sp>
        <p:nvSpPr>
          <p:cNvPr id="71683" name="Line 2">
            <a:extLst>
              <a:ext uri="{FF2B5EF4-FFF2-40B4-BE49-F238E27FC236}">
                <a16:creationId xmlns:a16="http://schemas.microsoft.com/office/drawing/2014/main" id="{472B86C6-1D89-4043-84D7-C930B1CF3160}"/>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1684" name="Line 3">
            <a:extLst>
              <a:ext uri="{FF2B5EF4-FFF2-40B4-BE49-F238E27FC236}">
                <a16:creationId xmlns:a16="http://schemas.microsoft.com/office/drawing/2014/main" id="{EA036443-3840-2FA7-137D-86FD6EA387A8}"/>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1685" name="Text Box 4">
            <a:extLst>
              <a:ext uri="{FF2B5EF4-FFF2-40B4-BE49-F238E27FC236}">
                <a16:creationId xmlns:a16="http://schemas.microsoft.com/office/drawing/2014/main" id="{4603A09A-1D67-8F7A-7CF8-7DD1FD780E91}"/>
              </a:ext>
            </a:extLst>
          </p:cNvPr>
          <p:cNvSpPr txBox="1">
            <a:spLocks noChangeArrowheads="1"/>
          </p:cNvSpPr>
          <p:nvPr/>
        </p:nvSpPr>
        <p:spPr bwMode="auto">
          <a:xfrm>
            <a:off x="304800" y="762000"/>
            <a:ext cx="36861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400">
                <a:solidFill>
                  <a:schemeClr val="folHlink"/>
                </a:solidFill>
                <a:latin typeface="Times New Roman" panose="02020603050405020304" pitchFamily="18" charset="0"/>
              </a:rPr>
              <a:t>Figure 24.17  </a:t>
            </a:r>
            <a:r>
              <a:rPr lang="en-US" altLang="en-US" sz="2000" i="1">
                <a:latin typeface="Times New Roman" panose="02020603050405020304" pitchFamily="18" charset="0"/>
              </a:rPr>
              <a:t>Priority queuing</a:t>
            </a:r>
          </a:p>
        </p:txBody>
      </p:sp>
      <p:sp>
        <p:nvSpPr>
          <p:cNvPr id="71686" name="Line 5">
            <a:extLst>
              <a:ext uri="{FF2B5EF4-FFF2-40B4-BE49-F238E27FC236}">
                <a16:creationId xmlns:a16="http://schemas.microsoft.com/office/drawing/2014/main" id="{864B5A26-ACC6-1980-C9BE-E6D7D5886974}"/>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71687" name="Picture 6">
            <a:extLst>
              <a:ext uri="{FF2B5EF4-FFF2-40B4-BE49-F238E27FC236}">
                <a16:creationId xmlns:a16="http://schemas.microsoft.com/office/drawing/2014/main" id="{7B353A60-25E1-C7FF-246E-D3166C85FBA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6063" y="2119313"/>
            <a:ext cx="8593137" cy="3214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Number Placeholder 1">
            <a:extLst>
              <a:ext uri="{FF2B5EF4-FFF2-40B4-BE49-F238E27FC236}">
                <a16:creationId xmlns:a16="http://schemas.microsoft.com/office/drawing/2014/main" id="{39F0C2AB-F4B2-4904-D990-E821BE741E87}"/>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000">
                <a:solidFill>
                  <a:schemeClr val="bg2"/>
                </a:solidFill>
              </a:rPr>
              <a:t>24.</a:t>
            </a:r>
            <a:fld id="{1A1AFD69-FDF3-44BA-A843-3C005BE40179}" type="slidenum">
              <a:rPr lang="en-US" altLang="en-US" sz="2000" smtClean="0">
                <a:solidFill>
                  <a:schemeClr val="bg2"/>
                </a:solidFill>
              </a:rPr>
              <a:pPr/>
              <a:t>43</a:t>
            </a:fld>
            <a:endParaRPr lang="en-US" altLang="en-US" sz="2000">
              <a:solidFill>
                <a:schemeClr val="bg2"/>
              </a:solidFill>
            </a:endParaRPr>
          </a:p>
        </p:txBody>
      </p:sp>
      <p:sp>
        <p:nvSpPr>
          <p:cNvPr id="73731" name="Line 2">
            <a:extLst>
              <a:ext uri="{FF2B5EF4-FFF2-40B4-BE49-F238E27FC236}">
                <a16:creationId xmlns:a16="http://schemas.microsoft.com/office/drawing/2014/main" id="{99875792-5A24-1984-E0AF-87F06BA3327C}"/>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3732" name="Line 3">
            <a:extLst>
              <a:ext uri="{FF2B5EF4-FFF2-40B4-BE49-F238E27FC236}">
                <a16:creationId xmlns:a16="http://schemas.microsoft.com/office/drawing/2014/main" id="{53BA2F8C-3899-F5AB-F382-C8357444D827}"/>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3733" name="Text Box 4">
            <a:extLst>
              <a:ext uri="{FF2B5EF4-FFF2-40B4-BE49-F238E27FC236}">
                <a16:creationId xmlns:a16="http://schemas.microsoft.com/office/drawing/2014/main" id="{25FFACED-C77C-171F-F0F1-B4B75BB23CEE}"/>
              </a:ext>
            </a:extLst>
          </p:cNvPr>
          <p:cNvSpPr txBox="1">
            <a:spLocks noChangeArrowheads="1"/>
          </p:cNvSpPr>
          <p:nvPr/>
        </p:nvSpPr>
        <p:spPr bwMode="auto">
          <a:xfrm>
            <a:off x="304800" y="762000"/>
            <a:ext cx="43132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400">
                <a:solidFill>
                  <a:schemeClr val="folHlink"/>
                </a:solidFill>
                <a:latin typeface="Times New Roman" panose="02020603050405020304" pitchFamily="18" charset="0"/>
              </a:rPr>
              <a:t>Figure 24.18  </a:t>
            </a:r>
            <a:r>
              <a:rPr lang="en-US" altLang="en-US" sz="2000" i="1">
                <a:latin typeface="Times New Roman" panose="02020603050405020304" pitchFamily="18" charset="0"/>
              </a:rPr>
              <a:t>Weighted fair queuing</a:t>
            </a:r>
          </a:p>
        </p:txBody>
      </p:sp>
      <p:sp>
        <p:nvSpPr>
          <p:cNvPr id="73734" name="Line 5">
            <a:extLst>
              <a:ext uri="{FF2B5EF4-FFF2-40B4-BE49-F238E27FC236}">
                <a16:creationId xmlns:a16="http://schemas.microsoft.com/office/drawing/2014/main" id="{E3151009-6603-3E6C-90F1-56E0DA3A78D4}"/>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73735" name="Picture 6">
            <a:extLst>
              <a:ext uri="{FF2B5EF4-FFF2-40B4-BE49-F238E27FC236}">
                <a16:creationId xmlns:a16="http://schemas.microsoft.com/office/drawing/2014/main" id="{256BD171-FDCB-8DDA-BED2-051C304E97D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7363" y="1997075"/>
            <a:ext cx="7970837" cy="3421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Slide Number Placeholder 1">
            <a:extLst>
              <a:ext uri="{FF2B5EF4-FFF2-40B4-BE49-F238E27FC236}">
                <a16:creationId xmlns:a16="http://schemas.microsoft.com/office/drawing/2014/main" id="{0DCB13B6-B70E-749A-781B-AA4C99BDEAE3}"/>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000">
                <a:solidFill>
                  <a:schemeClr val="bg2"/>
                </a:solidFill>
              </a:rPr>
              <a:t>24.</a:t>
            </a:r>
            <a:fld id="{F65E829A-F738-45D9-A992-3EB2C6C80121}" type="slidenum">
              <a:rPr lang="en-US" altLang="en-US" sz="2000" smtClean="0">
                <a:solidFill>
                  <a:schemeClr val="bg2"/>
                </a:solidFill>
              </a:rPr>
              <a:pPr/>
              <a:t>44</a:t>
            </a:fld>
            <a:endParaRPr lang="en-US" altLang="en-US" sz="2000">
              <a:solidFill>
                <a:schemeClr val="bg2"/>
              </a:solidFill>
            </a:endParaRPr>
          </a:p>
        </p:txBody>
      </p:sp>
      <p:sp>
        <p:nvSpPr>
          <p:cNvPr id="75779" name="Line 2">
            <a:extLst>
              <a:ext uri="{FF2B5EF4-FFF2-40B4-BE49-F238E27FC236}">
                <a16:creationId xmlns:a16="http://schemas.microsoft.com/office/drawing/2014/main" id="{8C21BB76-5931-9489-8234-CC6B0CB56BB1}"/>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5780" name="Line 3">
            <a:extLst>
              <a:ext uri="{FF2B5EF4-FFF2-40B4-BE49-F238E27FC236}">
                <a16:creationId xmlns:a16="http://schemas.microsoft.com/office/drawing/2014/main" id="{70EDDDC0-C6AF-84CF-28CD-EE5FA1494E9A}"/>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5781" name="Text Box 4">
            <a:extLst>
              <a:ext uri="{FF2B5EF4-FFF2-40B4-BE49-F238E27FC236}">
                <a16:creationId xmlns:a16="http://schemas.microsoft.com/office/drawing/2014/main" id="{8D6F265A-A6F8-991D-8563-D7253DC640D3}"/>
              </a:ext>
            </a:extLst>
          </p:cNvPr>
          <p:cNvSpPr txBox="1">
            <a:spLocks noChangeArrowheads="1"/>
          </p:cNvSpPr>
          <p:nvPr/>
        </p:nvSpPr>
        <p:spPr bwMode="auto">
          <a:xfrm>
            <a:off x="304800" y="762000"/>
            <a:ext cx="33496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400">
                <a:solidFill>
                  <a:schemeClr val="folHlink"/>
                </a:solidFill>
                <a:latin typeface="Times New Roman" panose="02020603050405020304" pitchFamily="18" charset="0"/>
              </a:rPr>
              <a:t>Figure 24.19  </a:t>
            </a:r>
            <a:r>
              <a:rPr lang="en-US" altLang="en-US" sz="2000" i="1">
                <a:latin typeface="Times New Roman" panose="02020603050405020304" pitchFamily="18" charset="0"/>
              </a:rPr>
              <a:t>Leaky bucket</a:t>
            </a:r>
          </a:p>
        </p:txBody>
      </p:sp>
      <p:sp>
        <p:nvSpPr>
          <p:cNvPr id="75782" name="Line 5">
            <a:extLst>
              <a:ext uri="{FF2B5EF4-FFF2-40B4-BE49-F238E27FC236}">
                <a16:creationId xmlns:a16="http://schemas.microsoft.com/office/drawing/2014/main" id="{A3F05036-E058-E5B3-9959-0FEB101832F7}"/>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75783" name="Picture 6">
            <a:extLst>
              <a:ext uri="{FF2B5EF4-FFF2-40B4-BE49-F238E27FC236}">
                <a16:creationId xmlns:a16="http://schemas.microsoft.com/office/drawing/2014/main" id="{6CC7D877-DCF9-5F18-843D-5270798418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55738" y="1944688"/>
            <a:ext cx="5630862" cy="3846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5784" name="TextBox 1">
            <a:extLst>
              <a:ext uri="{FF2B5EF4-FFF2-40B4-BE49-F238E27FC236}">
                <a16:creationId xmlns:a16="http://schemas.microsoft.com/office/drawing/2014/main" id="{5F2C8172-A025-A1EA-4B25-946EDDA44F9B}"/>
              </a:ext>
            </a:extLst>
          </p:cNvPr>
          <p:cNvSpPr txBox="1">
            <a:spLocks noChangeArrowheads="1"/>
          </p:cNvSpPr>
          <p:nvPr/>
        </p:nvSpPr>
        <p:spPr bwMode="auto">
          <a:xfrm>
            <a:off x="457200" y="76200"/>
            <a:ext cx="3810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IN" altLang="en-US"/>
              <a:t>Traffic shaping</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Slide Number Placeholder 1">
            <a:extLst>
              <a:ext uri="{FF2B5EF4-FFF2-40B4-BE49-F238E27FC236}">
                <a16:creationId xmlns:a16="http://schemas.microsoft.com/office/drawing/2014/main" id="{D2F8BE02-C7C0-E310-322A-2E8FB7612552}"/>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000">
                <a:solidFill>
                  <a:schemeClr val="bg2"/>
                </a:solidFill>
              </a:rPr>
              <a:t>24.</a:t>
            </a:r>
            <a:fld id="{62A74B16-59F6-4D0C-8AF9-C7D02A2C7C90}" type="slidenum">
              <a:rPr lang="en-US" altLang="en-US" sz="2000" smtClean="0">
                <a:solidFill>
                  <a:schemeClr val="bg2"/>
                </a:solidFill>
              </a:rPr>
              <a:pPr/>
              <a:t>45</a:t>
            </a:fld>
            <a:endParaRPr lang="en-US" altLang="en-US" sz="2000">
              <a:solidFill>
                <a:schemeClr val="bg2"/>
              </a:solidFill>
            </a:endParaRPr>
          </a:p>
        </p:txBody>
      </p:sp>
      <p:pic>
        <p:nvPicPr>
          <p:cNvPr id="77827" name="Picture 2" descr="Leaky Bucket Algorithm in Computer Networks - Webeduclick">
            <a:extLst>
              <a:ext uri="{FF2B5EF4-FFF2-40B4-BE49-F238E27FC236}">
                <a16:creationId xmlns:a16="http://schemas.microsoft.com/office/drawing/2014/main" id="{5B1338A6-889B-4AE4-CF88-CBEE38AB2EB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1075" y="990600"/>
            <a:ext cx="718185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Slide Number Placeholder 1">
            <a:extLst>
              <a:ext uri="{FF2B5EF4-FFF2-40B4-BE49-F238E27FC236}">
                <a16:creationId xmlns:a16="http://schemas.microsoft.com/office/drawing/2014/main" id="{E5AEBF17-8A1E-610F-6019-79E73E32F76F}"/>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000">
                <a:solidFill>
                  <a:schemeClr val="bg2"/>
                </a:solidFill>
              </a:rPr>
              <a:t>24.</a:t>
            </a:r>
            <a:fld id="{31DB0676-672B-4E22-8AF2-44F00CE1D260}" type="slidenum">
              <a:rPr lang="en-US" altLang="en-US" sz="2000" smtClean="0">
                <a:solidFill>
                  <a:schemeClr val="bg2"/>
                </a:solidFill>
              </a:rPr>
              <a:pPr/>
              <a:t>46</a:t>
            </a:fld>
            <a:endParaRPr lang="en-US" altLang="en-US" sz="2000">
              <a:solidFill>
                <a:schemeClr val="bg2"/>
              </a:solidFill>
            </a:endParaRPr>
          </a:p>
        </p:txBody>
      </p:sp>
      <p:sp>
        <p:nvSpPr>
          <p:cNvPr id="78851" name="Line 2">
            <a:extLst>
              <a:ext uri="{FF2B5EF4-FFF2-40B4-BE49-F238E27FC236}">
                <a16:creationId xmlns:a16="http://schemas.microsoft.com/office/drawing/2014/main" id="{E149AAFD-E527-2A1E-4BE7-57BFE8BD0061}"/>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8852" name="Line 3">
            <a:extLst>
              <a:ext uri="{FF2B5EF4-FFF2-40B4-BE49-F238E27FC236}">
                <a16:creationId xmlns:a16="http://schemas.microsoft.com/office/drawing/2014/main" id="{5F540C68-8554-1D40-7CB5-5B3102291DED}"/>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8853" name="Text Box 4">
            <a:extLst>
              <a:ext uri="{FF2B5EF4-FFF2-40B4-BE49-F238E27FC236}">
                <a16:creationId xmlns:a16="http://schemas.microsoft.com/office/drawing/2014/main" id="{DE4E326E-0F71-077C-0191-966805857E6A}"/>
              </a:ext>
            </a:extLst>
          </p:cNvPr>
          <p:cNvSpPr txBox="1">
            <a:spLocks noChangeArrowheads="1"/>
          </p:cNvSpPr>
          <p:nvPr/>
        </p:nvSpPr>
        <p:spPr bwMode="auto">
          <a:xfrm>
            <a:off x="304800" y="762000"/>
            <a:ext cx="50450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400">
                <a:solidFill>
                  <a:schemeClr val="folHlink"/>
                </a:solidFill>
                <a:latin typeface="Times New Roman" panose="02020603050405020304" pitchFamily="18" charset="0"/>
              </a:rPr>
              <a:t>Figure 24.20  </a:t>
            </a:r>
            <a:r>
              <a:rPr lang="en-US" altLang="en-US" sz="2000" i="1">
                <a:latin typeface="Times New Roman" panose="02020603050405020304" pitchFamily="18" charset="0"/>
              </a:rPr>
              <a:t>Leaky bucket implementation</a:t>
            </a:r>
          </a:p>
        </p:txBody>
      </p:sp>
      <p:sp>
        <p:nvSpPr>
          <p:cNvPr id="78854" name="Line 5">
            <a:extLst>
              <a:ext uri="{FF2B5EF4-FFF2-40B4-BE49-F238E27FC236}">
                <a16:creationId xmlns:a16="http://schemas.microsoft.com/office/drawing/2014/main" id="{35CD685D-5D18-E0BF-C492-898F1093771A}"/>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78855" name="Picture 6">
            <a:extLst>
              <a:ext uri="{FF2B5EF4-FFF2-40B4-BE49-F238E27FC236}">
                <a16:creationId xmlns:a16="http://schemas.microsoft.com/office/drawing/2014/main" id="{EAB2C17B-EEA4-54B2-7749-63F261605D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8675" y="2352675"/>
            <a:ext cx="7248525" cy="2524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Slide Number Placeholder 1">
            <a:extLst>
              <a:ext uri="{FF2B5EF4-FFF2-40B4-BE49-F238E27FC236}">
                <a16:creationId xmlns:a16="http://schemas.microsoft.com/office/drawing/2014/main" id="{838F9F7C-CD09-6B1C-0924-C7172FC496DF}"/>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000">
                <a:solidFill>
                  <a:schemeClr val="bg2"/>
                </a:solidFill>
              </a:rPr>
              <a:t>24.</a:t>
            </a:r>
            <a:fld id="{A2C0C0B9-A431-48DD-918A-7D20DA83420C}" type="slidenum">
              <a:rPr lang="en-US" altLang="en-US" sz="2000" smtClean="0">
                <a:solidFill>
                  <a:schemeClr val="bg2"/>
                </a:solidFill>
              </a:rPr>
              <a:pPr/>
              <a:t>47</a:t>
            </a:fld>
            <a:endParaRPr lang="en-US" altLang="en-US" sz="2000">
              <a:solidFill>
                <a:schemeClr val="bg2"/>
              </a:solidFill>
            </a:endParaRPr>
          </a:p>
        </p:txBody>
      </p:sp>
      <p:sp>
        <p:nvSpPr>
          <p:cNvPr id="80899" name="Rectangle 2">
            <a:extLst>
              <a:ext uri="{FF2B5EF4-FFF2-40B4-BE49-F238E27FC236}">
                <a16:creationId xmlns:a16="http://schemas.microsoft.com/office/drawing/2014/main" id="{915A3635-A951-9453-D4F0-E609237DE39F}"/>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80900" name="Rectangle 3">
            <a:extLst>
              <a:ext uri="{FF2B5EF4-FFF2-40B4-BE49-F238E27FC236}">
                <a16:creationId xmlns:a16="http://schemas.microsoft.com/office/drawing/2014/main" id="{8B249ECC-1E1F-D50E-EE3D-F61B5D139BF1}"/>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80901" name="Rectangle 4">
            <a:extLst>
              <a:ext uri="{FF2B5EF4-FFF2-40B4-BE49-F238E27FC236}">
                <a16:creationId xmlns:a16="http://schemas.microsoft.com/office/drawing/2014/main" id="{130001BE-85A8-F531-13D0-3BEC4566C648}"/>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80902" name="Rectangle 5">
            <a:extLst>
              <a:ext uri="{FF2B5EF4-FFF2-40B4-BE49-F238E27FC236}">
                <a16:creationId xmlns:a16="http://schemas.microsoft.com/office/drawing/2014/main" id="{08A4B541-5C2B-6DBA-402C-91DE1CB0C40D}"/>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80903" name="Rectangle 6">
            <a:extLst>
              <a:ext uri="{FF2B5EF4-FFF2-40B4-BE49-F238E27FC236}">
                <a16:creationId xmlns:a16="http://schemas.microsoft.com/office/drawing/2014/main" id="{0CBA3294-2B38-EF0A-9833-9B3E3D3290AB}"/>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80904" name="Rectangle 7">
            <a:extLst>
              <a:ext uri="{FF2B5EF4-FFF2-40B4-BE49-F238E27FC236}">
                <a16:creationId xmlns:a16="http://schemas.microsoft.com/office/drawing/2014/main" id="{B1F393C8-92A7-29D0-3250-D66E0EE4F452}"/>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80905" name="Rectangle 8">
            <a:extLst>
              <a:ext uri="{FF2B5EF4-FFF2-40B4-BE49-F238E27FC236}">
                <a16:creationId xmlns:a16="http://schemas.microsoft.com/office/drawing/2014/main" id="{B88F1363-97B0-515D-7206-FD532F0856D5}"/>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80906" name="Line 9">
            <a:extLst>
              <a:ext uri="{FF2B5EF4-FFF2-40B4-BE49-F238E27FC236}">
                <a16:creationId xmlns:a16="http://schemas.microsoft.com/office/drawing/2014/main" id="{DDC7605F-FA9E-FA7D-9740-640C6047768F}"/>
              </a:ext>
            </a:extLst>
          </p:cNvPr>
          <p:cNvSpPr>
            <a:spLocks noChangeShapeType="1"/>
          </p:cNvSpPr>
          <p:nvPr/>
        </p:nvSpPr>
        <p:spPr bwMode="auto">
          <a:xfrm>
            <a:off x="457200" y="21336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0907" name="Line 10">
            <a:extLst>
              <a:ext uri="{FF2B5EF4-FFF2-40B4-BE49-F238E27FC236}">
                <a16:creationId xmlns:a16="http://schemas.microsoft.com/office/drawing/2014/main" id="{8BC3AD43-669F-5D6B-AEEC-76F9D7FB4428}"/>
              </a:ext>
            </a:extLst>
          </p:cNvPr>
          <p:cNvSpPr>
            <a:spLocks noChangeShapeType="1"/>
          </p:cNvSpPr>
          <p:nvPr/>
        </p:nvSpPr>
        <p:spPr bwMode="auto">
          <a:xfrm>
            <a:off x="458788" y="43434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0908" name="Rectangle 11">
            <a:extLst>
              <a:ext uri="{FF2B5EF4-FFF2-40B4-BE49-F238E27FC236}">
                <a16:creationId xmlns:a16="http://schemas.microsoft.com/office/drawing/2014/main" id="{3E08CA16-BAB6-FB7C-1F68-343AB50E44E2}"/>
              </a:ext>
            </a:extLst>
          </p:cNvPr>
          <p:cNvSpPr>
            <a:spLocks noChangeArrowheads="1"/>
          </p:cNvSpPr>
          <p:nvPr/>
        </p:nvSpPr>
        <p:spPr bwMode="auto">
          <a:xfrm>
            <a:off x="495300" y="2225675"/>
            <a:ext cx="8077200" cy="2041525"/>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a:r>
              <a:rPr lang="en-US" altLang="en-US"/>
              <a:t>A leaky bucket algorithm shapes bursty traffic into fixed-rate traffic by averaging the data rate. It may drop the packets if the bucket is full.</a:t>
            </a:r>
          </a:p>
        </p:txBody>
      </p:sp>
      <p:grpSp>
        <p:nvGrpSpPr>
          <p:cNvPr id="80909" name="Group 12">
            <a:extLst>
              <a:ext uri="{FF2B5EF4-FFF2-40B4-BE49-F238E27FC236}">
                <a16:creationId xmlns:a16="http://schemas.microsoft.com/office/drawing/2014/main" id="{200BA20A-36EC-5FB7-5D6E-D42E9DD19846}"/>
              </a:ext>
            </a:extLst>
          </p:cNvPr>
          <p:cNvGrpSpPr>
            <a:grpSpLocks/>
          </p:cNvGrpSpPr>
          <p:nvPr/>
        </p:nvGrpSpPr>
        <p:grpSpPr bwMode="auto">
          <a:xfrm>
            <a:off x="457200" y="1447800"/>
            <a:ext cx="1143000" cy="566738"/>
            <a:chOff x="1200" y="1248"/>
            <a:chExt cx="720" cy="357"/>
          </a:xfrm>
        </p:grpSpPr>
        <p:pic>
          <p:nvPicPr>
            <p:cNvPr id="80910" name="Picture 13">
              <a:extLst>
                <a:ext uri="{FF2B5EF4-FFF2-40B4-BE49-F238E27FC236}">
                  <a16:creationId xmlns:a16="http://schemas.microsoft.com/office/drawing/2014/main" id="{F79ED803-BE27-976E-707A-C3B565F8C6E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0911" name="Text Box 14">
              <a:extLst>
                <a:ext uri="{FF2B5EF4-FFF2-40B4-BE49-F238E27FC236}">
                  <a16:creationId xmlns:a16="http://schemas.microsoft.com/office/drawing/2014/main" id="{6C2F47E2-7197-8007-4F8F-470A91F273B2}"/>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800" i="1">
                  <a:solidFill>
                    <a:schemeClr val="hlink"/>
                  </a:solidFill>
                  <a:latin typeface="Times New Roman" panose="02020603050405020304" pitchFamily="18" charset="0"/>
                </a:rPr>
                <a:t>Note</a:t>
              </a:r>
            </a:p>
          </p:txBody>
        </p:sp>
      </p:gr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Slide Number Placeholder 1">
            <a:extLst>
              <a:ext uri="{FF2B5EF4-FFF2-40B4-BE49-F238E27FC236}">
                <a16:creationId xmlns:a16="http://schemas.microsoft.com/office/drawing/2014/main" id="{1E3F0BFE-FF68-EAB0-7A56-8005D6D8AE9C}"/>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000">
                <a:solidFill>
                  <a:schemeClr val="bg2"/>
                </a:solidFill>
              </a:rPr>
              <a:t>24.</a:t>
            </a:r>
            <a:fld id="{7B2EBEAF-8F4A-4F7B-BA54-7C7241B6AB72}" type="slidenum">
              <a:rPr lang="en-US" altLang="en-US" sz="2000" smtClean="0">
                <a:solidFill>
                  <a:schemeClr val="bg2"/>
                </a:solidFill>
              </a:rPr>
              <a:pPr/>
              <a:t>48</a:t>
            </a:fld>
            <a:endParaRPr lang="en-US" altLang="en-US" sz="2000">
              <a:solidFill>
                <a:schemeClr val="bg2"/>
              </a:solidFill>
            </a:endParaRPr>
          </a:p>
        </p:txBody>
      </p:sp>
      <p:sp>
        <p:nvSpPr>
          <p:cNvPr id="82947" name="Rectangle 2">
            <a:extLst>
              <a:ext uri="{FF2B5EF4-FFF2-40B4-BE49-F238E27FC236}">
                <a16:creationId xmlns:a16="http://schemas.microsoft.com/office/drawing/2014/main" id="{D838D15F-30EE-8A6F-49DA-D510B60956DF}"/>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82948" name="Rectangle 3">
            <a:extLst>
              <a:ext uri="{FF2B5EF4-FFF2-40B4-BE49-F238E27FC236}">
                <a16:creationId xmlns:a16="http://schemas.microsoft.com/office/drawing/2014/main" id="{01E3E402-0F49-CF9D-6DBF-504FF8375124}"/>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82949" name="Rectangle 4">
            <a:extLst>
              <a:ext uri="{FF2B5EF4-FFF2-40B4-BE49-F238E27FC236}">
                <a16:creationId xmlns:a16="http://schemas.microsoft.com/office/drawing/2014/main" id="{6B983606-AF7C-76BB-9CDF-3FDF0A1F3740}"/>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82950" name="Rectangle 5">
            <a:extLst>
              <a:ext uri="{FF2B5EF4-FFF2-40B4-BE49-F238E27FC236}">
                <a16:creationId xmlns:a16="http://schemas.microsoft.com/office/drawing/2014/main" id="{2E4B993C-995C-7B3C-1C8D-2592F059CE12}"/>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82951" name="Rectangle 6">
            <a:extLst>
              <a:ext uri="{FF2B5EF4-FFF2-40B4-BE49-F238E27FC236}">
                <a16:creationId xmlns:a16="http://schemas.microsoft.com/office/drawing/2014/main" id="{EDD2AD8D-EF0E-E6A1-EE6D-5C1CA67D0152}"/>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82952" name="Rectangle 7">
            <a:extLst>
              <a:ext uri="{FF2B5EF4-FFF2-40B4-BE49-F238E27FC236}">
                <a16:creationId xmlns:a16="http://schemas.microsoft.com/office/drawing/2014/main" id="{474C77C2-7E26-2607-25DD-9265909A90CB}"/>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82953" name="Rectangle 8">
            <a:extLst>
              <a:ext uri="{FF2B5EF4-FFF2-40B4-BE49-F238E27FC236}">
                <a16:creationId xmlns:a16="http://schemas.microsoft.com/office/drawing/2014/main" id="{E57EAC49-9155-38F8-40FC-DB0DD3100B0F}"/>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82954" name="Line 9">
            <a:extLst>
              <a:ext uri="{FF2B5EF4-FFF2-40B4-BE49-F238E27FC236}">
                <a16:creationId xmlns:a16="http://schemas.microsoft.com/office/drawing/2014/main" id="{4D99A864-7743-10B1-7A4B-1823BE988E7A}"/>
              </a:ext>
            </a:extLst>
          </p:cNvPr>
          <p:cNvSpPr>
            <a:spLocks noChangeShapeType="1"/>
          </p:cNvSpPr>
          <p:nvPr/>
        </p:nvSpPr>
        <p:spPr bwMode="auto">
          <a:xfrm>
            <a:off x="457200" y="2667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955" name="Line 10">
            <a:extLst>
              <a:ext uri="{FF2B5EF4-FFF2-40B4-BE49-F238E27FC236}">
                <a16:creationId xmlns:a16="http://schemas.microsoft.com/office/drawing/2014/main" id="{53CFF4A0-8A6B-C137-C3DC-2FBC4C5B445F}"/>
              </a:ext>
            </a:extLst>
          </p:cNvPr>
          <p:cNvSpPr>
            <a:spLocks noChangeShapeType="1"/>
          </p:cNvSpPr>
          <p:nvPr/>
        </p:nvSpPr>
        <p:spPr bwMode="auto">
          <a:xfrm>
            <a:off x="458788" y="38862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956" name="Rectangle 11">
            <a:extLst>
              <a:ext uri="{FF2B5EF4-FFF2-40B4-BE49-F238E27FC236}">
                <a16:creationId xmlns:a16="http://schemas.microsoft.com/office/drawing/2014/main" id="{CF322740-1012-57FD-FD20-4ADDF38090B4}"/>
              </a:ext>
            </a:extLst>
          </p:cNvPr>
          <p:cNvSpPr>
            <a:spLocks noChangeArrowheads="1"/>
          </p:cNvSpPr>
          <p:nvPr/>
        </p:nvSpPr>
        <p:spPr bwMode="auto">
          <a:xfrm>
            <a:off x="495300" y="2759075"/>
            <a:ext cx="8077200" cy="1066800"/>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a:r>
              <a:rPr lang="en-US" altLang="en-US"/>
              <a:t>The token bucket allows bursty traffic at a regulated maximum rate.</a:t>
            </a:r>
          </a:p>
        </p:txBody>
      </p:sp>
      <p:grpSp>
        <p:nvGrpSpPr>
          <p:cNvPr id="82957" name="Group 12">
            <a:extLst>
              <a:ext uri="{FF2B5EF4-FFF2-40B4-BE49-F238E27FC236}">
                <a16:creationId xmlns:a16="http://schemas.microsoft.com/office/drawing/2014/main" id="{79F0DAA0-8420-0A92-7C7D-95B5A2BB2D86}"/>
              </a:ext>
            </a:extLst>
          </p:cNvPr>
          <p:cNvGrpSpPr>
            <a:grpSpLocks/>
          </p:cNvGrpSpPr>
          <p:nvPr/>
        </p:nvGrpSpPr>
        <p:grpSpPr bwMode="auto">
          <a:xfrm>
            <a:off x="457200" y="1981200"/>
            <a:ext cx="1143000" cy="566738"/>
            <a:chOff x="1200" y="1248"/>
            <a:chExt cx="720" cy="357"/>
          </a:xfrm>
        </p:grpSpPr>
        <p:pic>
          <p:nvPicPr>
            <p:cNvPr id="82958" name="Picture 13">
              <a:extLst>
                <a:ext uri="{FF2B5EF4-FFF2-40B4-BE49-F238E27FC236}">
                  <a16:creationId xmlns:a16="http://schemas.microsoft.com/office/drawing/2014/main" id="{D490602E-B34A-2BEF-6F09-A5A3A808499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2959" name="Text Box 14">
              <a:extLst>
                <a:ext uri="{FF2B5EF4-FFF2-40B4-BE49-F238E27FC236}">
                  <a16:creationId xmlns:a16="http://schemas.microsoft.com/office/drawing/2014/main" id="{69FC2842-7490-276C-C496-9B7DD9DD0E8D}"/>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800" i="1">
                  <a:solidFill>
                    <a:schemeClr val="hlink"/>
                  </a:solidFill>
                  <a:latin typeface="Times New Roman" panose="02020603050405020304" pitchFamily="18" charset="0"/>
                </a:rPr>
                <a:t>Note</a:t>
              </a:r>
            </a:p>
          </p:txBody>
        </p:sp>
      </p:gr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Slide Number Placeholder 1">
            <a:extLst>
              <a:ext uri="{FF2B5EF4-FFF2-40B4-BE49-F238E27FC236}">
                <a16:creationId xmlns:a16="http://schemas.microsoft.com/office/drawing/2014/main" id="{1EA8DE74-2FEF-89AE-1966-2E8AEE77D925}"/>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000">
                <a:solidFill>
                  <a:schemeClr val="bg2"/>
                </a:solidFill>
              </a:rPr>
              <a:t>24.</a:t>
            </a:r>
            <a:fld id="{0B738074-4299-45F8-8548-8D788FDF8F70}" type="slidenum">
              <a:rPr lang="en-US" altLang="en-US" sz="2000" smtClean="0">
                <a:solidFill>
                  <a:schemeClr val="bg2"/>
                </a:solidFill>
              </a:rPr>
              <a:pPr/>
              <a:t>49</a:t>
            </a:fld>
            <a:endParaRPr lang="en-US" altLang="en-US" sz="2000">
              <a:solidFill>
                <a:schemeClr val="bg2"/>
              </a:solidFill>
            </a:endParaRPr>
          </a:p>
        </p:txBody>
      </p:sp>
      <p:sp>
        <p:nvSpPr>
          <p:cNvPr id="84995" name="Line 2">
            <a:extLst>
              <a:ext uri="{FF2B5EF4-FFF2-40B4-BE49-F238E27FC236}">
                <a16:creationId xmlns:a16="http://schemas.microsoft.com/office/drawing/2014/main" id="{4E33C436-7835-9ED4-62BE-BE71429DE5E7}"/>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4996" name="Line 3">
            <a:extLst>
              <a:ext uri="{FF2B5EF4-FFF2-40B4-BE49-F238E27FC236}">
                <a16:creationId xmlns:a16="http://schemas.microsoft.com/office/drawing/2014/main" id="{39883130-D971-9951-CBA1-F8720ACD1FD3}"/>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4997" name="Text Box 4">
            <a:extLst>
              <a:ext uri="{FF2B5EF4-FFF2-40B4-BE49-F238E27FC236}">
                <a16:creationId xmlns:a16="http://schemas.microsoft.com/office/drawing/2014/main" id="{1F1C3271-1EE8-24FB-A421-890AA574A8ED}"/>
              </a:ext>
            </a:extLst>
          </p:cNvPr>
          <p:cNvSpPr txBox="1">
            <a:spLocks noChangeArrowheads="1"/>
          </p:cNvSpPr>
          <p:nvPr/>
        </p:nvSpPr>
        <p:spPr bwMode="auto">
          <a:xfrm>
            <a:off x="304800" y="762000"/>
            <a:ext cx="337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400">
                <a:solidFill>
                  <a:schemeClr val="folHlink"/>
                </a:solidFill>
                <a:latin typeface="Times New Roman" panose="02020603050405020304" pitchFamily="18" charset="0"/>
              </a:rPr>
              <a:t>Figure 24.21  </a:t>
            </a:r>
            <a:r>
              <a:rPr lang="en-US" altLang="en-US" sz="2000" i="1">
                <a:latin typeface="Times New Roman" panose="02020603050405020304" pitchFamily="18" charset="0"/>
              </a:rPr>
              <a:t>Token bucket</a:t>
            </a:r>
          </a:p>
        </p:txBody>
      </p:sp>
      <p:sp>
        <p:nvSpPr>
          <p:cNvPr id="84998" name="Line 5">
            <a:extLst>
              <a:ext uri="{FF2B5EF4-FFF2-40B4-BE49-F238E27FC236}">
                <a16:creationId xmlns:a16="http://schemas.microsoft.com/office/drawing/2014/main" id="{CCCB0809-93BC-B355-29D5-5D1D9C7DDAEE}"/>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84999" name="Picture 6">
            <a:extLst>
              <a:ext uri="{FF2B5EF4-FFF2-40B4-BE49-F238E27FC236}">
                <a16:creationId xmlns:a16="http://schemas.microsoft.com/office/drawing/2014/main" id="{A356F557-6F08-380E-23D0-3BDA2F8FA8D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1625600"/>
            <a:ext cx="7394575" cy="439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Slide Number Placeholder 1">
            <a:extLst>
              <a:ext uri="{FF2B5EF4-FFF2-40B4-BE49-F238E27FC236}">
                <a16:creationId xmlns:a16="http://schemas.microsoft.com/office/drawing/2014/main" id="{9BCAA784-9458-EBAC-4AF0-C76749D014BB}"/>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000">
                <a:solidFill>
                  <a:schemeClr val="bg2"/>
                </a:solidFill>
              </a:rPr>
              <a:t>24.</a:t>
            </a:r>
            <a:fld id="{ED942AB4-2DC3-44E8-9DA4-31F906D4DCCC}" type="slidenum">
              <a:rPr lang="en-US" altLang="en-US" sz="2000" smtClean="0">
                <a:solidFill>
                  <a:schemeClr val="bg2"/>
                </a:solidFill>
              </a:rPr>
              <a:pPr/>
              <a:t>50</a:t>
            </a:fld>
            <a:endParaRPr lang="en-US" altLang="en-US" sz="2000">
              <a:solidFill>
                <a:schemeClr val="bg2"/>
              </a:solidFill>
            </a:endParaRPr>
          </a:p>
        </p:txBody>
      </p:sp>
      <p:pic>
        <p:nvPicPr>
          <p:cNvPr id="87043" name="Picture 2" descr="What is the difference between token bucket and leaky bucket algorithms? -  Quora">
            <a:extLst>
              <a:ext uri="{FF2B5EF4-FFF2-40B4-BE49-F238E27FC236}">
                <a16:creationId xmlns:a16="http://schemas.microsoft.com/office/drawing/2014/main" id="{F38BFC99-72CD-F4B7-6225-520A2CFD64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7163" y="381000"/>
            <a:ext cx="8829675" cy="5399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8066" name="Slide Number Placeholder 1">
            <a:extLst>
              <a:ext uri="{FF2B5EF4-FFF2-40B4-BE49-F238E27FC236}">
                <a16:creationId xmlns:a16="http://schemas.microsoft.com/office/drawing/2014/main" id="{62CFB550-45F9-F9D3-7247-D000A91ABF1C}"/>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000">
                <a:solidFill>
                  <a:schemeClr val="bg2"/>
                </a:solidFill>
              </a:rPr>
              <a:t>24.</a:t>
            </a:r>
            <a:fld id="{F4350A63-A6F0-4172-8472-807874083C02}" type="slidenum">
              <a:rPr lang="en-US" altLang="en-US" sz="2000" smtClean="0">
                <a:solidFill>
                  <a:schemeClr val="bg2"/>
                </a:solidFill>
              </a:rPr>
              <a:pPr/>
              <a:t>51</a:t>
            </a:fld>
            <a:endParaRPr lang="en-US" altLang="en-US" sz="2000">
              <a:solidFill>
                <a:schemeClr val="bg2"/>
              </a:solidFill>
            </a:endParaRPr>
          </a:p>
        </p:txBody>
      </p:sp>
      <p:sp>
        <p:nvSpPr>
          <p:cNvPr id="865282" name="Rectangle 2">
            <a:extLst>
              <a:ext uri="{FF2B5EF4-FFF2-40B4-BE49-F238E27FC236}">
                <a16:creationId xmlns:a16="http://schemas.microsoft.com/office/drawing/2014/main" id="{75C03640-B5CA-114B-8EF8-0DFFBCADEE1C}"/>
              </a:ext>
            </a:extLst>
          </p:cNvPr>
          <p:cNvSpPr>
            <a:spLocks noChangeArrowheads="1"/>
          </p:cNvSpPr>
          <p:nvPr/>
        </p:nvSpPr>
        <p:spPr bwMode="auto">
          <a:xfrm>
            <a:off x="0" y="0"/>
            <a:ext cx="9144000" cy="1371600"/>
          </a:xfrm>
          <a:prstGeom prst="rect">
            <a:avLst/>
          </a:prstGeom>
          <a:solidFill>
            <a:srgbClr val="33CCFF"/>
          </a:solidFill>
          <a:ln w="9525">
            <a:solidFill>
              <a:schemeClr val="tx1"/>
            </a:solidFill>
            <a:miter lim="800000"/>
            <a:headEnd/>
            <a:tailEnd/>
          </a:ln>
          <a:effectLst/>
        </p:spPr>
        <p:txBody>
          <a:bodyPr wrap="none" anchor="ctr"/>
          <a:lstStyle/>
          <a:p>
            <a:pPr algn="ctr">
              <a:defRPr/>
            </a:pPr>
            <a:endParaRPr lang="en-US" altLang="en-US">
              <a:effectLst>
                <a:outerShdw blurRad="38100" dist="38100" dir="2700000" algn="tl">
                  <a:srgbClr val="FFFFFF"/>
                </a:outerShdw>
              </a:effectLst>
              <a:latin typeface="Times New Roman" panose="02020603050405020304" pitchFamily="18" charset="0"/>
            </a:endParaRPr>
          </a:p>
        </p:txBody>
      </p:sp>
      <p:sp>
        <p:nvSpPr>
          <p:cNvPr id="865283" name="Text Box 3">
            <a:extLst>
              <a:ext uri="{FF2B5EF4-FFF2-40B4-BE49-F238E27FC236}">
                <a16:creationId xmlns:a16="http://schemas.microsoft.com/office/drawing/2014/main" id="{009F1C09-AC56-F1DF-8B18-993C0936D2C9}"/>
              </a:ext>
            </a:extLst>
          </p:cNvPr>
          <p:cNvSpPr txBox="1">
            <a:spLocks noChangeArrowheads="1"/>
          </p:cNvSpPr>
          <p:nvPr/>
        </p:nvSpPr>
        <p:spPr bwMode="auto">
          <a:xfrm>
            <a:off x="228600" y="406400"/>
            <a:ext cx="7366000" cy="579438"/>
          </a:xfrm>
          <a:prstGeom prst="rect">
            <a:avLst/>
          </a:prstGeom>
          <a:noFill/>
          <a:ln>
            <a:noFill/>
          </a:ln>
          <a:effectLst/>
        </p:spPr>
        <p:txBody>
          <a:bodyPr wrap="none">
            <a:spAutoFit/>
          </a:bodyPr>
          <a:lstStyle/>
          <a:p>
            <a:pPr>
              <a:defRPr/>
            </a:pPr>
            <a:r>
              <a:rPr lang="en-US" altLang="en-US">
                <a:effectLst>
                  <a:outerShdw blurRad="38100" dist="38100" dir="2700000" algn="tl">
                    <a:srgbClr val="C0C0C0"/>
                  </a:outerShdw>
                </a:effectLst>
                <a:latin typeface="Times" panose="02020603050405020304" pitchFamily="18" charset="0"/>
              </a:rPr>
              <a:t>24-9   QoS IN SWITCHED NETWORKS</a:t>
            </a:r>
          </a:p>
        </p:txBody>
      </p:sp>
      <p:sp>
        <p:nvSpPr>
          <p:cNvPr id="88069" name="Text Box 4">
            <a:extLst>
              <a:ext uri="{FF2B5EF4-FFF2-40B4-BE49-F238E27FC236}">
                <a16:creationId xmlns:a16="http://schemas.microsoft.com/office/drawing/2014/main" id="{BF7B653E-6812-1817-6A0F-DFE50F308F9A}"/>
              </a:ext>
            </a:extLst>
          </p:cNvPr>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endParaRPr lang="en-US" altLang="en-US" sz="1800">
              <a:latin typeface="Times New Roman" panose="02020603050405020304" pitchFamily="18" charset="0"/>
            </a:endParaRPr>
          </a:p>
        </p:txBody>
      </p:sp>
      <p:sp>
        <p:nvSpPr>
          <p:cNvPr id="865285" name="Rectangle 5">
            <a:extLst>
              <a:ext uri="{FF2B5EF4-FFF2-40B4-BE49-F238E27FC236}">
                <a16:creationId xmlns:a16="http://schemas.microsoft.com/office/drawing/2014/main" id="{3DF29C64-D188-53C9-0F77-D1EB0F11E2C4}"/>
              </a:ext>
            </a:extLst>
          </p:cNvPr>
          <p:cNvSpPr>
            <a:spLocks noChangeArrowheads="1"/>
          </p:cNvSpPr>
          <p:nvPr/>
        </p:nvSpPr>
        <p:spPr bwMode="auto">
          <a:xfrm>
            <a:off x="228600" y="1376363"/>
            <a:ext cx="8229600" cy="2247900"/>
          </a:xfrm>
          <a:prstGeom prst="rect">
            <a:avLst/>
          </a:prstGeom>
          <a:noFill/>
          <a:ln>
            <a:noFill/>
          </a:ln>
          <a:effectLst/>
        </p:spPr>
        <p:txBody>
          <a:bodyPr anchor="ctr">
            <a:spAutoFit/>
          </a:bodyPr>
          <a:lstStyle/>
          <a:p>
            <a:pPr algn="just" eaLnBrk="1" hangingPunct="1">
              <a:defRPr/>
            </a:pPr>
            <a:r>
              <a:rPr lang="en-US" altLang="en-US" sz="2800" i="1" dirty="0">
                <a:effectLst>
                  <a:outerShdw blurRad="38100" dist="38100" dir="2700000" algn="tl">
                    <a:srgbClr val="C0C0C0"/>
                  </a:outerShdw>
                </a:effectLst>
                <a:latin typeface="Times New Roman" panose="02020603050405020304" pitchFamily="18" charset="0"/>
              </a:rPr>
              <a:t>Let us now discuss QoS as used in two switched networks: Frame Relay and Asynchronous Transfer Mode. These two networks are virtual-circuit networks that need a signaling protocol such as Resource reservation protocol.</a:t>
            </a:r>
          </a:p>
        </p:txBody>
      </p:sp>
      <p:sp>
        <p:nvSpPr>
          <p:cNvPr id="88071" name="Rectangle 6">
            <a:extLst>
              <a:ext uri="{FF2B5EF4-FFF2-40B4-BE49-F238E27FC236}">
                <a16:creationId xmlns:a16="http://schemas.microsoft.com/office/drawing/2014/main" id="{DF5BC6E0-5E4A-04AC-5D5A-BA3F207181D0}"/>
              </a:ext>
            </a:extLst>
          </p:cNvPr>
          <p:cNvSpPr>
            <a:spLocks noChangeArrowheads="1"/>
          </p:cNvSpPr>
          <p:nvPr/>
        </p:nvSpPr>
        <p:spPr bwMode="auto">
          <a:xfrm>
            <a:off x="152400" y="4800600"/>
            <a:ext cx="67056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buClr>
                <a:schemeClr val="tx1"/>
              </a:buClr>
              <a:buSzPct val="117000"/>
              <a:buFont typeface="Wingdings" panose="05000000000000000000" pitchFamily="2" charset="2"/>
              <a:buNone/>
            </a:pPr>
            <a:r>
              <a:rPr lang="en-US" altLang="en-US" sz="2400">
                <a:solidFill>
                  <a:srgbClr val="0033CC"/>
                </a:solidFill>
                <a:latin typeface="Times New Roman" panose="02020603050405020304" pitchFamily="18" charset="0"/>
              </a:rPr>
              <a:t>QoS in Frame Relay</a:t>
            </a:r>
            <a:br>
              <a:rPr lang="fr-FR" altLang="en-US" sz="2400">
                <a:solidFill>
                  <a:srgbClr val="0033CC"/>
                </a:solidFill>
                <a:latin typeface="Times New Roman" panose="02020603050405020304" pitchFamily="18" charset="0"/>
              </a:rPr>
            </a:br>
            <a:r>
              <a:rPr lang="fr-FR" altLang="en-US" sz="2400">
                <a:solidFill>
                  <a:srgbClr val="0033CC"/>
                </a:solidFill>
                <a:latin typeface="Times New Roman" panose="02020603050405020304" pitchFamily="18" charset="0"/>
              </a:rPr>
              <a:t>QoS in ATM</a:t>
            </a:r>
            <a:endParaRPr lang="en-US" altLang="en-US" sz="2400">
              <a:solidFill>
                <a:srgbClr val="0033CC"/>
              </a:solidFill>
              <a:latin typeface="Times New Roman" panose="02020603050405020304" pitchFamily="18" charset="0"/>
            </a:endParaRPr>
          </a:p>
        </p:txBody>
      </p:sp>
      <p:sp>
        <p:nvSpPr>
          <p:cNvPr id="865287" name="Text Box 7">
            <a:extLst>
              <a:ext uri="{FF2B5EF4-FFF2-40B4-BE49-F238E27FC236}">
                <a16:creationId xmlns:a16="http://schemas.microsoft.com/office/drawing/2014/main" id="{66210639-0AC4-77C4-2D19-B1E7A727365D}"/>
              </a:ext>
            </a:extLst>
          </p:cNvPr>
          <p:cNvSpPr txBox="1">
            <a:spLocks noChangeArrowheads="1"/>
          </p:cNvSpPr>
          <p:nvPr/>
        </p:nvSpPr>
        <p:spPr bwMode="auto">
          <a:xfrm>
            <a:off x="165100" y="4203700"/>
            <a:ext cx="4862513" cy="519113"/>
          </a:xfrm>
          <a:prstGeom prst="rect">
            <a:avLst/>
          </a:prstGeom>
          <a:noFill/>
          <a:ln>
            <a:noFill/>
          </a:ln>
          <a:effectLst/>
        </p:spPr>
        <p:txBody>
          <a:bodyPr wrap="none">
            <a:spAutoFit/>
          </a:bodyPr>
          <a:lstStyle/>
          <a:p>
            <a:pPr algn="ctr">
              <a:defRPr/>
            </a:pPr>
            <a:r>
              <a:rPr lang="en-US" altLang="en-US" sz="2800" i="1" u="sng">
                <a:solidFill>
                  <a:schemeClr val="hlink"/>
                </a:solidFill>
                <a:effectLst>
                  <a:outerShdw blurRad="38100" dist="38100" dir="2700000" algn="tl">
                    <a:srgbClr val="C0C0C0"/>
                  </a:outerShdw>
                </a:effectLst>
                <a:latin typeface="Times New Roman" panose="02020603050405020304" pitchFamily="18" charset="0"/>
              </a:rPr>
              <a:t>Topics discussed in this section:</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Slide Number Placeholder 1">
            <a:extLst>
              <a:ext uri="{FF2B5EF4-FFF2-40B4-BE49-F238E27FC236}">
                <a16:creationId xmlns:a16="http://schemas.microsoft.com/office/drawing/2014/main" id="{597405B3-7C52-1DE7-AE44-293A6C90B3A6}"/>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000">
                <a:solidFill>
                  <a:schemeClr val="bg2"/>
                </a:solidFill>
              </a:rPr>
              <a:t>24.</a:t>
            </a:r>
            <a:fld id="{B56943C8-F6A9-438A-ABEA-86F32ABD6FB3}" type="slidenum">
              <a:rPr lang="en-US" altLang="en-US" sz="2000" smtClean="0">
                <a:solidFill>
                  <a:schemeClr val="bg2"/>
                </a:solidFill>
              </a:rPr>
              <a:pPr/>
              <a:t>52</a:t>
            </a:fld>
            <a:endParaRPr lang="en-US" altLang="en-US" sz="2000">
              <a:solidFill>
                <a:schemeClr val="bg2"/>
              </a:solidFill>
            </a:endParaRPr>
          </a:p>
        </p:txBody>
      </p:sp>
      <p:sp>
        <p:nvSpPr>
          <p:cNvPr id="90115" name="Line 2">
            <a:extLst>
              <a:ext uri="{FF2B5EF4-FFF2-40B4-BE49-F238E27FC236}">
                <a16:creationId xmlns:a16="http://schemas.microsoft.com/office/drawing/2014/main" id="{1303F1E1-C529-AE95-E8B8-DCF24DEB75DC}"/>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0116" name="Line 3">
            <a:extLst>
              <a:ext uri="{FF2B5EF4-FFF2-40B4-BE49-F238E27FC236}">
                <a16:creationId xmlns:a16="http://schemas.microsoft.com/office/drawing/2014/main" id="{E3339035-2363-56D0-FEA4-F2DF08934498}"/>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0117" name="Text Box 4">
            <a:extLst>
              <a:ext uri="{FF2B5EF4-FFF2-40B4-BE49-F238E27FC236}">
                <a16:creationId xmlns:a16="http://schemas.microsoft.com/office/drawing/2014/main" id="{55A4F338-ED85-0688-6EAA-43B4CA0BF3BC}"/>
              </a:ext>
            </a:extLst>
          </p:cNvPr>
          <p:cNvSpPr txBox="1">
            <a:spLocks noChangeArrowheads="1"/>
          </p:cNvSpPr>
          <p:nvPr/>
        </p:nvSpPr>
        <p:spPr bwMode="auto">
          <a:xfrm>
            <a:off x="304800" y="762000"/>
            <a:ext cx="67611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400">
                <a:solidFill>
                  <a:schemeClr val="folHlink"/>
                </a:solidFill>
                <a:latin typeface="Times New Roman" panose="02020603050405020304" pitchFamily="18" charset="0"/>
              </a:rPr>
              <a:t>Figure 24.28  </a:t>
            </a:r>
            <a:r>
              <a:rPr lang="en-US" altLang="en-US" sz="2000" i="1">
                <a:latin typeface="Times New Roman" panose="02020603050405020304" pitchFamily="18" charset="0"/>
              </a:rPr>
              <a:t>Relationship between traffic control attributes</a:t>
            </a:r>
          </a:p>
        </p:txBody>
      </p:sp>
      <p:sp>
        <p:nvSpPr>
          <p:cNvPr id="90118" name="Line 5">
            <a:extLst>
              <a:ext uri="{FF2B5EF4-FFF2-40B4-BE49-F238E27FC236}">
                <a16:creationId xmlns:a16="http://schemas.microsoft.com/office/drawing/2014/main" id="{16756C06-1CA0-DC39-EFE9-46DFAD3A5ACB}"/>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90119" name="Picture 6">
            <a:extLst>
              <a:ext uri="{FF2B5EF4-FFF2-40B4-BE49-F238E27FC236}">
                <a16:creationId xmlns:a16="http://schemas.microsoft.com/office/drawing/2014/main" id="{A7C2D1C3-F167-98E2-626F-BC07F8CB62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58900" y="1768475"/>
            <a:ext cx="6718300" cy="425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0120" name="TextBox 1">
            <a:extLst>
              <a:ext uri="{FF2B5EF4-FFF2-40B4-BE49-F238E27FC236}">
                <a16:creationId xmlns:a16="http://schemas.microsoft.com/office/drawing/2014/main" id="{119D1B79-25C3-0691-41BC-31606BFC5633}"/>
              </a:ext>
            </a:extLst>
          </p:cNvPr>
          <p:cNvSpPr txBox="1">
            <a:spLocks noChangeArrowheads="1"/>
          </p:cNvSpPr>
          <p:nvPr/>
        </p:nvSpPr>
        <p:spPr bwMode="auto">
          <a:xfrm>
            <a:off x="2590800" y="1600200"/>
            <a:ext cx="51943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IN" altLang="en-US" sz="1800"/>
              <a:t>Committed Information rate(CIR)</a:t>
            </a:r>
          </a:p>
          <a:p>
            <a:r>
              <a:rPr lang="en-IN" altLang="en-US" sz="1800"/>
              <a:t>Excess burst size(Be)</a:t>
            </a:r>
          </a:p>
          <a:p>
            <a:r>
              <a:rPr lang="en-IN" altLang="en-US" sz="1800"/>
              <a:t>Committed burst size(Bc)</a:t>
            </a:r>
          </a:p>
        </p:txBody>
      </p:sp>
      <p:sp>
        <p:nvSpPr>
          <p:cNvPr id="90121" name="TextBox 2">
            <a:extLst>
              <a:ext uri="{FF2B5EF4-FFF2-40B4-BE49-F238E27FC236}">
                <a16:creationId xmlns:a16="http://schemas.microsoft.com/office/drawing/2014/main" id="{333A8AF8-0A83-4452-F28C-4E31F7109CBC}"/>
              </a:ext>
            </a:extLst>
          </p:cNvPr>
          <p:cNvSpPr txBox="1">
            <a:spLocks noChangeArrowheads="1"/>
          </p:cNvSpPr>
          <p:nvPr/>
        </p:nvSpPr>
        <p:spPr bwMode="auto">
          <a:xfrm>
            <a:off x="6096000" y="2209800"/>
            <a:ext cx="28194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IN" altLang="en-US" sz="2400"/>
              <a:t>CIR=BC/T bps</a:t>
            </a:r>
          </a:p>
        </p:txBody>
      </p:sp>
      <p:sp>
        <p:nvSpPr>
          <p:cNvPr id="90122" name="TextBox 3">
            <a:extLst>
              <a:ext uri="{FF2B5EF4-FFF2-40B4-BE49-F238E27FC236}">
                <a16:creationId xmlns:a16="http://schemas.microsoft.com/office/drawing/2014/main" id="{E6924134-5D8D-0EB5-20A8-CD7A767B9F22}"/>
              </a:ext>
            </a:extLst>
          </p:cNvPr>
          <p:cNvSpPr txBox="1">
            <a:spLocks noChangeArrowheads="1"/>
          </p:cNvSpPr>
          <p:nvPr/>
        </p:nvSpPr>
        <p:spPr bwMode="auto">
          <a:xfrm>
            <a:off x="762000" y="76200"/>
            <a:ext cx="4191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IN" altLang="en-US"/>
              <a:t>Qos in Frame relay</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Slide Number Placeholder 1">
            <a:extLst>
              <a:ext uri="{FF2B5EF4-FFF2-40B4-BE49-F238E27FC236}">
                <a16:creationId xmlns:a16="http://schemas.microsoft.com/office/drawing/2014/main" id="{1899367E-9763-68CC-31E2-BADEFB788ED1}"/>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000">
                <a:solidFill>
                  <a:schemeClr val="bg2"/>
                </a:solidFill>
              </a:rPr>
              <a:t>24.</a:t>
            </a:r>
            <a:fld id="{9F9D0635-7DEE-4434-B7AC-613500730068}" type="slidenum">
              <a:rPr lang="en-US" altLang="en-US" sz="2000" smtClean="0">
                <a:solidFill>
                  <a:schemeClr val="bg2"/>
                </a:solidFill>
              </a:rPr>
              <a:pPr/>
              <a:t>53</a:t>
            </a:fld>
            <a:endParaRPr lang="en-US" altLang="en-US" sz="2000">
              <a:solidFill>
                <a:schemeClr val="bg2"/>
              </a:solidFill>
            </a:endParaRPr>
          </a:p>
        </p:txBody>
      </p:sp>
      <p:sp>
        <p:nvSpPr>
          <p:cNvPr id="92163" name="Line 2">
            <a:extLst>
              <a:ext uri="{FF2B5EF4-FFF2-40B4-BE49-F238E27FC236}">
                <a16:creationId xmlns:a16="http://schemas.microsoft.com/office/drawing/2014/main" id="{9FECC284-0B18-492D-6DBD-001D2B3A255C}"/>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164" name="Line 3">
            <a:extLst>
              <a:ext uri="{FF2B5EF4-FFF2-40B4-BE49-F238E27FC236}">
                <a16:creationId xmlns:a16="http://schemas.microsoft.com/office/drawing/2014/main" id="{7D1D5488-AB02-B50F-C989-861CDFE3420D}"/>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165" name="Text Box 4">
            <a:extLst>
              <a:ext uri="{FF2B5EF4-FFF2-40B4-BE49-F238E27FC236}">
                <a16:creationId xmlns:a16="http://schemas.microsoft.com/office/drawing/2014/main" id="{127A995F-9498-0850-0D99-F3EDB14EA7FF}"/>
              </a:ext>
            </a:extLst>
          </p:cNvPr>
          <p:cNvSpPr txBox="1">
            <a:spLocks noChangeArrowheads="1"/>
          </p:cNvSpPr>
          <p:nvPr/>
        </p:nvSpPr>
        <p:spPr bwMode="auto">
          <a:xfrm>
            <a:off x="304800" y="762000"/>
            <a:ext cx="6045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400">
                <a:solidFill>
                  <a:schemeClr val="folHlink"/>
                </a:solidFill>
                <a:latin typeface="Times New Roman" panose="02020603050405020304" pitchFamily="18" charset="0"/>
              </a:rPr>
              <a:t>Figure 24.29  </a:t>
            </a:r>
            <a:r>
              <a:rPr lang="en-US" altLang="en-US" sz="2000" i="1">
                <a:latin typeface="Times New Roman" panose="02020603050405020304" pitchFamily="18" charset="0"/>
              </a:rPr>
              <a:t>User rate in relation to Bc and Bc + Be</a:t>
            </a:r>
          </a:p>
        </p:txBody>
      </p:sp>
      <p:sp>
        <p:nvSpPr>
          <p:cNvPr id="92166" name="Line 5">
            <a:extLst>
              <a:ext uri="{FF2B5EF4-FFF2-40B4-BE49-F238E27FC236}">
                <a16:creationId xmlns:a16="http://schemas.microsoft.com/office/drawing/2014/main" id="{29B174C2-ABB1-0068-ABC6-354E2C5074C9}"/>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92167" name="Picture 6">
            <a:extLst>
              <a:ext uri="{FF2B5EF4-FFF2-40B4-BE49-F238E27FC236}">
                <a16:creationId xmlns:a16="http://schemas.microsoft.com/office/drawing/2014/main" id="{606CAC60-168B-44C6-C2DC-0A491A5B332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2017713"/>
            <a:ext cx="8491538" cy="3717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Slide Number Placeholder 1">
            <a:extLst>
              <a:ext uri="{FF2B5EF4-FFF2-40B4-BE49-F238E27FC236}">
                <a16:creationId xmlns:a16="http://schemas.microsoft.com/office/drawing/2014/main" id="{6C845567-08B5-8EA8-B066-A7D4910499DC}"/>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000">
                <a:solidFill>
                  <a:schemeClr val="bg2"/>
                </a:solidFill>
              </a:rPr>
              <a:t>24.</a:t>
            </a:r>
            <a:fld id="{3203C2EA-E66A-4457-AEE0-6B8EA8FC1CF9}" type="slidenum">
              <a:rPr lang="en-US" altLang="en-US" sz="2000" smtClean="0">
                <a:solidFill>
                  <a:schemeClr val="bg2"/>
                </a:solidFill>
              </a:rPr>
              <a:pPr/>
              <a:t>54</a:t>
            </a:fld>
            <a:endParaRPr lang="en-US" altLang="en-US" sz="2000">
              <a:solidFill>
                <a:schemeClr val="bg2"/>
              </a:solidFill>
            </a:endParaRPr>
          </a:p>
        </p:txBody>
      </p:sp>
      <p:sp>
        <p:nvSpPr>
          <p:cNvPr id="94211" name="Line 2">
            <a:extLst>
              <a:ext uri="{FF2B5EF4-FFF2-40B4-BE49-F238E27FC236}">
                <a16:creationId xmlns:a16="http://schemas.microsoft.com/office/drawing/2014/main" id="{253F7BC2-FA12-6ED1-F1C5-42B7F01932B9}"/>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4212" name="Line 3">
            <a:extLst>
              <a:ext uri="{FF2B5EF4-FFF2-40B4-BE49-F238E27FC236}">
                <a16:creationId xmlns:a16="http://schemas.microsoft.com/office/drawing/2014/main" id="{7FA620E9-A4DB-6D2E-79DA-820228767BDA}"/>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4213" name="Text Box 4">
            <a:extLst>
              <a:ext uri="{FF2B5EF4-FFF2-40B4-BE49-F238E27FC236}">
                <a16:creationId xmlns:a16="http://schemas.microsoft.com/office/drawing/2014/main" id="{53F740E7-48D3-8EB0-BA12-0A72B6E4A9B7}"/>
              </a:ext>
            </a:extLst>
          </p:cNvPr>
          <p:cNvSpPr txBox="1">
            <a:spLocks noChangeArrowheads="1"/>
          </p:cNvSpPr>
          <p:nvPr/>
        </p:nvSpPr>
        <p:spPr bwMode="auto">
          <a:xfrm>
            <a:off x="304800" y="762000"/>
            <a:ext cx="35020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400">
                <a:solidFill>
                  <a:schemeClr val="folHlink"/>
                </a:solidFill>
                <a:latin typeface="Times New Roman" panose="02020603050405020304" pitchFamily="18" charset="0"/>
              </a:rPr>
              <a:t>Figure 24.30  </a:t>
            </a:r>
            <a:r>
              <a:rPr lang="en-US" altLang="en-US" sz="2000" i="1">
                <a:latin typeface="Times New Roman" panose="02020603050405020304" pitchFamily="18" charset="0"/>
              </a:rPr>
              <a:t>Service classes</a:t>
            </a:r>
          </a:p>
        </p:txBody>
      </p:sp>
      <p:sp>
        <p:nvSpPr>
          <p:cNvPr id="94214" name="Line 5">
            <a:extLst>
              <a:ext uri="{FF2B5EF4-FFF2-40B4-BE49-F238E27FC236}">
                <a16:creationId xmlns:a16="http://schemas.microsoft.com/office/drawing/2014/main" id="{72F72CB0-517D-64C0-610B-B0BEC1D7EEB2}"/>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94215" name="Picture 13">
            <a:extLst>
              <a:ext uri="{FF2B5EF4-FFF2-40B4-BE49-F238E27FC236}">
                <a16:creationId xmlns:a16="http://schemas.microsoft.com/office/drawing/2014/main" id="{AF6EEAEA-C4B5-7CD4-B66A-62CF044213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7388" y="1828800"/>
            <a:ext cx="7542212" cy="173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4216" name="TextBox 1">
            <a:extLst>
              <a:ext uri="{FF2B5EF4-FFF2-40B4-BE49-F238E27FC236}">
                <a16:creationId xmlns:a16="http://schemas.microsoft.com/office/drawing/2014/main" id="{EFB3C7FD-0565-7F2D-1DE7-9C9B44E1914D}"/>
              </a:ext>
            </a:extLst>
          </p:cNvPr>
          <p:cNvSpPr txBox="1">
            <a:spLocks noChangeArrowheads="1"/>
          </p:cNvSpPr>
          <p:nvPr/>
        </p:nvSpPr>
        <p:spPr bwMode="auto">
          <a:xfrm>
            <a:off x="533400" y="0"/>
            <a:ext cx="3810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IN" altLang="en-US"/>
              <a:t>QOS in ATM</a:t>
            </a:r>
          </a:p>
        </p:txBody>
      </p:sp>
      <p:sp>
        <p:nvSpPr>
          <p:cNvPr id="94217" name="TextBox 1">
            <a:extLst>
              <a:ext uri="{FF2B5EF4-FFF2-40B4-BE49-F238E27FC236}">
                <a16:creationId xmlns:a16="http://schemas.microsoft.com/office/drawing/2014/main" id="{79F2D854-EC04-D30E-EE8C-418442181C57}"/>
              </a:ext>
            </a:extLst>
          </p:cNvPr>
          <p:cNvSpPr txBox="1">
            <a:spLocks noChangeArrowheads="1"/>
          </p:cNvSpPr>
          <p:nvPr/>
        </p:nvSpPr>
        <p:spPr bwMode="auto">
          <a:xfrm>
            <a:off x="533400" y="4724400"/>
            <a:ext cx="8153400"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IN" altLang="en-US" sz="2000"/>
              <a:t>CBR- Constant bit rate </a:t>
            </a:r>
          </a:p>
          <a:p>
            <a:r>
              <a:rPr lang="en-IN" altLang="en-US" sz="2000"/>
              <a:t>VBR-Variable bit rate </a:t>
            </a:r>
          </a:p>
          <a:p>
            <a:r>
              <a:rPr lang="en-IN" altLang="en-US" sz="2000"/>
              <a:t>ABR-Available bit rate</a:t>
            </a:r>
          </a:p>
          <a:p>
            <a:r>
              <a:rPr lang="en-IN" altLang="en-US" sz="2000"/>
              <a:t>UBR- Unspecified bit rate </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Slide Number Placeholder 1">
            <a:extLst>
              <a:ext uri="{FF2B5EF4-FFF2-40B4-BE49-F238E27FC236}">
                <a16:creationId xmlns:a16="http://schemas.microsoft.com/office/drawing/2014/main" id="{1F1EBDD2-2738-95C2-D2D5-A2674A1A0A81}"/>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000">
                <a:solidFill>
                  <a:schemeClr val="bg2"/>
                </a:solidFill>
              </a:rPr>
              <a:t>24.</a:t>
            </a:r>
            <a:fld id="{7E24619E-2ADF-4751-995D-A8FAD7788718}" type="slidenum">
              <a:rPr lang="en-US" altLang="en-US" sz="2000" smtClean="0">
                <a:solidFill>
                  <a:schemeClr val="bg2"/>
                </a:solidFill>
              </a:rPr>
              <a:pPr/>
              <a:t>55</a:t>
            </a:fld>
            <a:endParaRPr lang="en-US" altLang="en-US" sz="2000">
              <a:solidFill>
                <a:schemeClr val="bg2"/>
              </a:solidFill>
            </a:endParaRPr>
          </a:p>
        </p:txBody>
      </p:sp>
      <p:sp>
        <p:nvSpPr>
          <p:cNvPr id="96259" name="TextBox 2">
            <a:extLst>
              <a:ext uri="{FF2B5EF4-FFF2-40B4-BE49-F238E27FC236}">
                <a16:creationId xmlns:a16="http://schemas.microsoft.com/office/drawing/2014/main" id="{6388FA80-E398-89C9-9A8D-242B647C9ADE}"/>
              </a:ext>
            </a:extLst>
          </p:cNvPr>
          <p:cNvSpPr txBox="1">
            <a:spLocks noChangeArrowheads="1"/>
          </p:cNvSpPr>
          <p:nvPr/>
        </p:nvSpPr>
        <p:spPr bwMode="auto">
          <a:xfrm>
            <a:off x="457200" y="609600"/>
            <a:ext cx="7924800" cy="6002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just"/>
            <a:r>
              <a:rPr lang="en-US" altLang="en-US" b="0">
                <a:solidFill>
                  <a:srgbClr val="273239"/>
                </a:solidFill>
                <a:latin typeface="urw-din"/>
              </a:rPr>
              <a:t>QoS feature is used when there is traffic congestion in-network, it gives priority to certain real-time media. A high level of QoS is used while transmitting real-time multimedia to eliminate latency and dropouts. </a:t>
            </a:r>
            <a:r>
              <a:rPr lang="en-US" altLang="en-US" b="0" u="sng">
                <a:solidFill>
                  <a:srgbClr val="273239"/>
                </a:solidFill>
                <a:latin typeface="urw-din"/>
                <a:hlinkClick r:id="rId2"/>
              </a:rPr>
              <a:t>Asynchronous Transfer Mode (ATM)</a:t>
            </a:r>
            <a:r>
              <a:rPr lang="en-US" altLang="en-US" b="0">
                <a:solidFill>
                  <a:srgbClr val="273239"/>
                </a:solidFill>
                <a:latin typeface="urw-din"/>
              </a:rPr>
              <a:t> is a networking technology that uses a certain level of QoS in data transmission.</a:t>
            </a:r>
          </a:p>
          <a:p>
            <a:pPr algn="just"/>
            <a:r>
              <a:rPr lang="en-US" altLang="en-US" b="0">
                <a:solidFill>
                  <a:srgbClr val="273239"/>
                </a:solidFill>
                <a:latin typeface="urw-din"/>
              </a:rPr>
              <a:t>The Quality of Service in ATM is based on following: Classes, User-related attributes, and Network-related attributes.</a:t>
            </a:r>
          </a:p>
          <a:p>
            <a:pPr algn="just"/>
            <a:endParaRPr lang="en-IN" alt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Slide Number Placeholder 1">
            <a:extLst>
              <a:ext uri="{FF2B5EF4-FFF2-40B4-BE49-F238E27FC236}">
                <a16:creationId xmlns:a16="http://schemas.microsoft.com/office/drawing/2014/main" id="{9995F724-0D43-3ECB-107F-DE27B6F39D7F}"/>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000">
                <a:solidFill>
                  <a:schemeClr val="bg2"/>
                </a:solidFill>
              </a:rPr>
              <a:t>24.</a:t>
            </a:r>
            <a:fld id="{DCA6E675-8174-41B0-8E83-75F54D5E7FD3}" type="slidenum">
              <a:rPr lang="en-US" altLang="en-US" sz="2000" smtClean="0">
                <a:solidFill>
                  <a:schemeClr val="bg2"/>
                </a:solidFill>
              </a:rPr>
              <a:pPr/>
              <a:t>56</a:t>
            </a:fld>
            <a:endParaRPr lang="en-US" altLang="en-US" sz="2000">
              <a:solidFill>
                <a:schemeClr val="bg2"/>
              </a:solidFill>
            </a:endParaRPr>
          </a:p>
        </p:txBody>
      </p:sp>
      <p:sp>
        <p:nvSpPr>
          <p:cNvPr id="97283" name="TextBox 2">
            <a:extLst>
              <a:ext uri="{FF2B5EF4-FFF2-40B4-BE49-F238E27FC236}">
                <a16:creationId xmlns:a16="http://schemas.microsoft.com/office/drawing/2014/main" id="{2B60451A-1132-3955-AC83-BD19CE007D02}"/>
              </a:ext>
            </a:extLst>
          </p:cNvPr>
          <p:cNvSpPr txBox="1">
            <a:spLocks noChangeArrowheads="1"/>
          </p:cNvSpPr>
          <p:nvPr/>
        </p:nvSpPr>
        <p:spPr bwMode="auto">
          <a:xfrm>
            <a:off x="0" y="0"/>
            <a:ext cx="9067800" cy="661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a:solidFill>
                  <a:srgbClr val="273239"/>
                </a:solidFill>
                <a:latin typeface="urw-din"/>
              </a:rPr>
              <a:t> </a:t>
            </a:r>
            <a:r>
              <a:rPr lang="en-US" altLang="en-US" sz="2400">
                <a:solidFill>
                  <a:srgbClr val="273239"/>
                </a:solidFill>
                <a:latin typeface="urw-din"/>
              </a:rPr>
              <a:t>Classes :</a:t>
            </a:r>
            <a:br>
              <a:rPr lang="en-US" altLang="en-US" sz="2400" b="0">
                <a:solidFill>
                  <a:srgbClr val="273239"/>
                </a:solidFill>
                <a:latin typeface="urw-din"/>
              </a:rPr>
            </a:br>
            <a:r>
              <a:rPr lang="en-US" altLang="en-US" sz="2400" b="0">
                <a:solidFill>
                  <a:srgbClr val="273239"/>
                </a:solidFill>
                <a:latin typeface="urw-din"/>
              </a:rPr>
              <a:t>The ATM Forum defines four service classes that are explained below –</a:t>
            </a:r>
          </a:p>
          <a:p>
            <a:pPr>
              <a:buFont typeface="Tahoma" panose="020B0604030504040204" pitchFamily="34" charset="0"/>
              <a:buAutoNum type="arabicPeriod"/>
            </a:pPr>
            <a:r>
              <a:rPr lang="en-US" altLang="en-US" sz="2400">
                <a:solidFill>
                  <a:srgbClr val="273239"/>
                </a:solidFill>
                <a:latin typeface="urw-din"/>
              </a:rPr>
              <a:t>Constant Bit Rate (CBR) –</a:t>
            </a:r>
            <a:br>
              <a:rPr lang="en-US" altLang="en-US" sz="2400" b="0">
                <a:solidFill>
                  <a:srgbClr val="273239"/>
                </a:solidFill>
                <a:latin typeface="urw-din"/>
              </a:rPr>
            </a:br>
            <a:r>
              <a:rPr lang="en-US" altLang="en-US" sz="2400" b="0">
                <a:solidFill>
                  <a:srgbClr val="273239"/>
                </a:solidFill>
                <a:latin typeface="urw-din"/>
              </a:rPr>
              <a:t>CBR is mainly for users who want real-time audio or video services. The service provided by a dedicated line. For example, T line is similar to CBR class service.</a:t>
            </a:r>
          </a:p>
          <a:p>
            <a:pPr>
              <a:buFont typeface="Tahoma" panose="020B0604030504040204" pitchFamily="34" charset="0"/>
              <a:buAutoNum type="arabicPeriod"/>
            </a:pPr>
            <a:r>
              <a:rPr lang="en-US" altLang="en-US" sz="2400">
                <a:solidFill>
                  <a:srgbClr val="273239"/>
                </a:solidFill>
                <a:latin typeface="urw-din"/>
              </a:rPr>
              <a:t>Variable Bit Rate (VBR) –</a:t>
            </a:r>
            <a:br>
              <a:rPr lang="en-US" altLang="en-US" sz="2400" b="0">
                <a:solidFill>
                  <a:srgbClr val="273239"/>
                </a:solidFill>
                <a:latin typeface="urw-din"/>
              </a:rPr>
            </a:br>
            <a:r>
              <a:rPr lang="en-US" altLang="en-US" sz="2400" b="0">
                <a:solidFill>
                  <a:srgbClr val="273239"/>
                </a:solidFill>
                <a:latin typeface="urw-din"/>
              </a:rPr>
              <a:t>VBR class is divided into two sub classes –</a:t>
            </a:r>
          </a:p>
          <a:p>
            <a:pPr lvl="1">
              <a:buFont typeface="Tahoma" panose="020B0604030504040204" pitchFamily="34" charset="0"/>
              <a:buAutoNum type="arabicPeriod"/>
            </a:pPr>
            <a:r>
              <a:rPr lang="en-US" altLang="en-US" sz="2400">
                <a:solidFill>
                  <a:srgbClr val="273239"/>
                </a:solidFill>
                <a:latin typeface="urw-din"/>
              </a:rPr>
              <a:t>(i) Real-time (VBR-RT) :</a:t>
            </a:r>
            <a:br>
              <a:rPr lang="en-US" altLang="en-US" sz="2400" b="0">
                <a:solidFill>
                  <a:srgbClr val="273239"/>
                </a:solidFill>
                <a:latin typeface="urw-din"/>
              </a:rPr>
            </a:br>
            <a:r>
              <a:rPr lang="en-US" altLang="en-US" sz="2400" b="0">
                <a:solidFill>
                  <a:srgbClr val="273239"/>
                </a:solidFill>
                <a:latin typeface="urw-din"/>
              </a:rPr>
              <a:t>The users who need real-time transmission services like audio and video and they also use compression techniques to create a variable bit rate, they use VBR-RT service class.</a:t>
            </a:r>
          </a:p>
          <a:p>
            <a:pPr lvl="1">
              <a:buFont typeface="Tahoma" panose="020B0604030504040204" pitchFamily="34" charset="0"/>
              <a:buAutoNum type="arabicPeriod"/>
            </a:pPr>
            <a:r>
              <a:rPr lang="en-US" altLang="en-US" sz="2400">
                <a:solidFill>
                  <a:srgbClr val="273239"/>
                </a:solidFill>
                <a:latin typeface="urw-din"/>
              </a:rPr>
              <a:t>(ii) Non-real Time (VBR-NRT) :</a:t>
            </a:r>
            <a:br>
              <a:rPr lang="en-US" altLang="en-US" sz="2400" b="0">
                <a:solidFill>
                  <a:srgbClr val="273239"/>
                </a:solidFill>
                <a:latin typeface="urw-din"/>
              </a:rPr>
            </a:br>
            <a:r>
              <a:rPr lang="en-US" altLang="en-US" sz="2400" b="0">
                <a:solidFill>
                  <a:srgbClr val="273239"/>
                </a:solidFill>
                <a:latin typeface="urw-din"/>
              </a:rPr>
              <a:t>The users who do not need real-time transmission services but they use compression techniques to create a variable bit rate, then they use VBR-NRT service class.</a:t>
            </a:r>
          </a:p>
          <a:p>
            <a:endParaRPr lang="en-IN" alt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Slide Number Placeholder 1">
            <a:extLst>
              <a:ext uri="{FF2B5EF4-FFF2-40B4-BE49-F238E27FC236}">
                <a16:creationId xmlns:a16="http://schemas.microsoft.com/office/drawing/2014/main" id="{EF83C622-C390-542D-C0CE-26F3F4969548}"/>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000">
                <a:solidFill>
                  <a:schemeClr val="bg2"/>
                </a:solidFill>
              </a:rPr>
              <a:t>24.</a:t>
            </a:r>
            <a:fld id="{C53E66EC-3DC6-49E5-B586-DF31B68A0713}" type="slidenum">
              <a:rPr lang="en-US" altLang="en-US" sz="2000" smtClean="0">
                <a:solidFill>
                  <a:schemeClr val="bg2"/>
                </a:solidFill>
              </a:rPr>
              <a:pPr/>
              <a:t>57</a:t>
            </a:fld>
            <a:endParaRPr lang="en-US" altLang="en-US" sz="2000">
              <a:solidFill>
                <a:schemeClr val="bg2"/>
              </a:solidFill>
            </a:endParaRPr>
          </a:p>
        </p:txBody>
      </p:sp>
      <p:sp>
        <p:nvSpPr>
          <p:cNvPr id="98307" name="TextBox 2">
            <a:extLst>
              <a:ext uri="{FF2B5EF4-FFF2-40B4-BE49-F238E27FC236}">
                <a16:creationId xmlns:a16="http://schemas.microsoft.com/office/drawing/2014/main" id="{52D6DC73-6D7C-C207-7DC3-EF630CC2C4CE}"/>
              </a:ext>
            </a:extLst>
          </p:cNvPr>
          <p:cNvSpPr txBox="1">
            <a:spLocks noChangeArrowheads="1"/>
          </p:cNvSpPr>
          <p:nvPr/>
        </p:nvSpPr>
        <p:spPr bwMode="auto">
          <a:xfrm>
            <a:off x="381000" y="457200"/>
            <a:ext cx="8153400" cy="452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just"/>
            <a:r>
              <a:rPr lang="en-US" altLang="en-US">
                <a:solidFill>
                  <a:srgbClr val="273239"/>
                </a:solidFill>
                <a:latin typeface="urw-din"/>
              </a:rPr>
              <a:t>Available Bit Rate (ABR) –</a:t>
            </a:r>
            <a:r>
              <a:rPr lang="en-US" altLang="en-US" b="0">
                <a:solidFill>
                  <a:srgbClr val="273239"/>
                </a:solidFill>
                <a:latin typeface="urw-din"/>
              </a:rPr>
              <a:t>ABR is used to deliver cells at a specific minimum rate and if more network capacity is available, then minimum rate can be exceeded. ABR is very much suitable for applications that have high traffic.</a:t>
            </a:r>
          </a:p>
          <a:p>
            <a:pPr algn="just"/>
            <a:r>
              <a:rPr lang="en-US" altLang="en-US">
                <a:solidFill>
                  <a:srgbClr val="273239"/>
                </a:solidFill>
                <a:latin typeface="urw-din"/>
              </a:rPr>
              <a:t>Unspecified Bit Rate (UBR) –</a:t>
            </a:r>
            <a:r>
              <a:rPr lang="en-US" altLang="en-US" b="0">
                <a:solidFill>
                  <a:srgbClr val="273239"/>
                </a:solidFill>
                <a:latin typeface="urw-din"/>
              </a:rPr>
              <a:t>UBR class and it is a best-effort delivery service that does not guarantee anything.</a:t>
            </a:r>
          </a:p>
          <a:p>
            <a:endParaRPr lang="en-IN" alt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Slide Number Placeholder 1">
            <a:extLst>
              <a:ext uri="{FF2B5EF4-FFF2-40B4-BE49-F238E27FC236}">
                <a16:creationId xmlns:a16="http://schemas.microsoft.com/office/drawing/2014/main" id="{6FBCB2BD-2CC5-26EE-DF26-61B091F45852}"/>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000">
                <a:solidFill>
                  <a:schemeClr val="bg2"/>
                </a:solidFill>
              </a:rPr>
              <a:t>24.</a:t>
            </a:r>
            <a:fld id="{BE46CA77-37A3-4B25-96C9-2777E6731335}" type="slidenum">
              <a:rPr lang="en-US" altLang="en-US" sz="2000" smtClean="0">
                <a:solidFill>
                  <a:schemeClr val="bg2"/>
                </a:solidFill>
              </a:rPr>
              <a:pPr/>
              <a:t>58</a:t>
            </a:fld>
            <a:endParaRPr lang="en-US" altLang="en-US" sz="2000">
              <a:solidFill>
                <a:schemeClr val="bg2"/>
              </a:solidFill>
            </a:endParaRPr>
          </a:p>
        </p:txBody>
      </p:sp>
      <p:sp>
        <p:nvSpPr>
          <p:cNvPr id="99331" name="Line 2">
            <a:extLst>
              <a:ext uri="{FF2B5EF4-FFF2-40B4-BE49-F238E27FC236}">
                <a16:creationId xmlns:a16="http://schemas.microsoft.com/office/drawing/2014/main" id="{D01AFD63-D095-BB5E-FF0E-37C1A079E41B}"/>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9332" name="Line 3">
            <a:extLst>
              <a:ext uri="{FF2B5EF4-FFF2-40B4-BE49-F238E27FC236}">
                <a16:creationId xmlns:a16="http://schemas.microsoft.com/office/drawing/2014/main" id="{79BC7C03-71B6-40CD-36C9-05DDD66599BD}"/>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9333" name="Text Box 4">
            <a:extLst>
              <a:ext uri="{FF2B5EF4-FFF2-40B4-BE49-F238E27FC236}">
                <a16:creationId xmlns:a16="http://schemas.microsoft.com/office/drawing/2014/main" id="{718DA295-0C64-5667-6FB1-F6BEA699560C}"/>
              </a:ext>
            </a:extLst>
          </p:cNvPr>
          <p:cNvSpPr txBox="1">
            <a:spLocks noChangeArrowheads="1"/>
          </p:cNvSpPr>
          <p:nvPr/>
        </p:nvSpPr>
        <p:spPr bwMode="auto">
          <a:xfrm>
            <a:off x="125413" y="762000"/>
            <a:ext cx="87899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400">
                <a:solidFill>
                  <a:schemeClr val="folHlink"/>
                </a:solidFill>
                <a:latin typeface="Times New Roman" panose="02020603050405020304" pitchFamily="18" charset="0"/>
              </a:rPr>
              <a:t>Figure 24.31  </a:t>
            </a:r>
            <a:r>
              <a:rPr lang="en-US" altLang="en-US" sz="2000" i="1">
                <a:latin typeface="Times New Roman" panose="02020603050405020304" pitchFamily="18" charset="0"/>
              </a:rPr>
              <a:t>Relationship of service classes to the total capacity of the network</a:t>
            </a:r>
          </a:p>
        </p:txBody>
      </p:sp>
      <p:sp>
        <p:nvSpPr>
          <p:cNvPr id="99334" name="Line 5">
            <a:extLst>
              <a:ext uri="{FF2B5EF4-FFF2-40B4-BE49-F238E27FC236}">
                <a16:creationId xmlns:a16="http://schemas.microsoft.com/office/drawing/2014/main" id="{B27F78B2-FCEC-100F-DCA4-231516CCF795}"/>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99335" name="Picture 6">
            <a:extLst>
              <a:ext uri="{FF2B5EF4-FFF2-40B4-BE49-F238E27FC236}">
                <a16:creationId xmlns:a16="http://schemas.microsoft.com/office/drawing/2014/main" id="{82A153C0-C207-8303-2647-D8C5D87A54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2513" y="1524000"/>
            <a:ext cx="7037387" cy="3979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theme/theme1.xml><?xml version="1.0" encoding="utf-8"?>
<a:theme xmlns:a="http://schemas.openxmlformats.org/drawingml/2006/main"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3200" b="1"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3200" b="1"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6709</TotalTime>
  <Words>2541</Words>
  <Application>Microsoft Office PowerPoint</Application>
  <PresentationFormat>On-screen Show (4:3)</PresentationFormat>
  <Paragraphs>245</Paragraphs>
  <Slides>58</Slides>
  <Notes>38</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58</vt:i4>
      </vt:variant>
    </vt:vector>
  </HeadingPairs>
  <TitlesOfParts>
    <vt:vector size="69" baseType="lpstr">
      <vt:lpstr>Arial</vt:lpstr>
      <vt:lpstr>inherit</vt:lpstr>
      <vt:lpstr>McGrawHill-Italic</vt:lpstr>
      <vt:lpstr>Open Sans</vt:lpstr>
      <vt:lpstr>Source Sans Pro</vt:lpstr>
      <vt:lpstr>Tahoma</vt:lpstr>
      <vt:lpstr>Times</vt:lpstr>
      <vt:lpstr>Times New Roman</vt:lpstr>
      <vt:lpstr>urw-din</vt:lpstr>
      <vt:lpstr>Wingdings</vt:lpstr>
      <vt:lpstr>Blends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Congestion Control Mechanisms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Valued Gateway Client</dc:creator>
  <cp:lastModifiedBy>Anusha N</cp:lastModifiedBy>
  <cp:revision>202</cp:revision>
  <dcterms:created xsi:type="dcterms:W3CDTF">2000-01-15T04:50:39Z</dcterms:created>
  <dcterms:modified xsi:type="dcterms:W3CDTF">2024-11-04T03:59:35Z</dcterms:modified>
</cp:coreProperties>
</file>