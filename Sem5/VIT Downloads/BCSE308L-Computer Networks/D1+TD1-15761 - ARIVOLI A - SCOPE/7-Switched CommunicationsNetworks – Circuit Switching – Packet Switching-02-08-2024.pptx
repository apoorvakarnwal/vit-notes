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825" r:id="rId3"/>
    <p:sldId id="826" r:id="rId4"/>
    <p:sldId id="827" r:id="rId5"/>
    <p:sldId id="834" r:id="rId6"/>
    <p:sldId id="835" r:id="rId7"/>
    <p:sldId id="836" r:id="rId8"/>
    <p:sldId id="837" r:id="rId9"/>
    <p:sldId id="828" r:id="rId10"/>
    <p:sldId id="82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825"/>
            <p14:sldId id="826"/>
            <p14:sldId id="827"/>
            <p14:sldId id="834"/>
            <p14:sldId id="835"/>
            <p14:sldId id="836"/>
            <p14:sldId id="837"/>
            <p14:sldId id="828"/>
            <p14:sldId id="829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41" autoAdjust="0"/>
  </p:normalViewPr>
  <p:slideViewPr>
    <p:cSldViewPr snapToGrid="0">
      <p:cViewPr varScale="1">
        <p:scale>
          <a:sx n="86" d="100"/>
          <a:sy n="86" d="100"/>
        </p:scale>
        <p:origin x="138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8/19/2024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Problem solving</a:t>
            </a: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8B9C94-1DCA-78C5-15B6-73361161C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1048752" cy="606303"/>
          </a:xfrm>
        </p:spPr>
        <p:txBody>
          <a:bodyPr/>
          <a:lstStyle/>
          <a:p>
            <a:r>
              <a:rPr lang="en-IN" dirty="0"/>
              <a:t>Q.N0.1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80F1CF20-D2F6-8DA5-5384-92FA7D38FD7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303717" y="1493498"/>
            <a:ext cx="7725853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44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EE31A7-4B55-9FC7-B37F-D54890BB7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35919C08-229D-D236-DE14-F749AD1F0921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398166" y="870664"/>
            <a:ext cx="8893499" cy="588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1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6E4B58-1FDE-AA86-E99D-55AF931CD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53A1B8FE-7C82-E709-BE47-F1DACF2314D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010103" y="101829"/>
            <a:ext cx="10171793" cy="675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377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526" y="1672683"/>
            <a:ext cx="8726503" cy="52856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767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785" y="1446251"/>
            <a:ext cx="8686800" cy="50660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232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847" y="1435100"/>
            <a:ext cx="8911333" cy="51664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6314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/>
          <p:cNvPicPr>
            <a:picLocks noGrp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040" y="1591218"/>
            <a:ext cx="8478906" cy="46311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5486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5A35F1-2E95-BAD3-C5A7-267BF6527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Q.No.2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83059B04-FB64-118E-D730-B437DB937B4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846036" y="872871"/>
            <a:ext cx="7820479" cy="511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31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25717C-C5D1-4E45-59CD-FC2CFC93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C8E554B8-97D4-EE81-A90E-A1674B30EA2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819668" y="1088136"/>
            <a:ext cx="9882544" cy="549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38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_fixed.potx" id="{9A9BE078-57A7-48B2-9D33-8EFC365D262A}" vid="{66905093-CF97-471D-A25F-2AFDA55216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{A996840D-1B61-40F0-A38E-90DA033CAA71}tf10001108_win32</Template>
  <TotalTime>9826</TotalTime>
  <Words>7</Words>
  <Application>Microsoft Office PowerPoint</Application>
  <PresentationFormat>Widescreen</PresentationFormat>
  <Paragraphs>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Segoe UI Light</vt:lpstr>
      <vt:lpstr>WelcomeDoc</vt:lpstr>
      <vt:lpstr>Problem solving</vt:lpstr>
      <vt:lpstr>Q.N0.1</vt:lpstr>
      <vt:lpstr>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Q.No.2</vt:lpstr>
      <vt:lpstr>Solution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</dc:title>
  <dc:creator>Red</dc:creator>
  <cp:keywords/>
  <cp:lastModifiedBy>Arivoli Vijay</cp:lastModifiedBy>
  <cp:revision>21</cp:revision>
  <dcterms:created xsi:type="dcterms:W3CDTF">2023-05-08T03:03:39Z</dcterms:created>
  <dcterms:modified xsi:type="dcterms:W3CDTF">2024-08-19T09:54:04Z</dcterms:modified>
  <cp:version/>
</cp:coreProperties>
</file>