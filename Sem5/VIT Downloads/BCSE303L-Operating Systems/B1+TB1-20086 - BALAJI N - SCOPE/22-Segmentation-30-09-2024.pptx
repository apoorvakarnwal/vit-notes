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62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40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20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48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24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7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5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44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83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4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7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6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9CEE0-91B0-4BE1-9546-800CCA53F703}" type="datetimeFigureOut">
              <a:rPr lang="en-IN" smtClean="0"/>
              <a:t>18-09-2019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B90AD-8CFE-424D-A962-AF281A7C2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79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3.2 Variable Partitioning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smtClean="0"/>
              <a:t>There are three algorithms for searching the list of free blocks for a specific amount of memory.</a:t>
            </a:r>
          </a:p>
          <a:p>
            <a:pPr lvl="1" eaLnBrk="1" hangingPunct="1"/>
            <a:r>
              <a:rPr lang="en-US" sz="2400" u="sng" smtClean="0"/>
              <a:t>First Fit </a:t>
            </a:r>
            <a:endParaRPr lang="en-US" sz="2400" smtClean="0"/>
          </a:p>
          <a:p>
            <a:pPr lvl="1" eaLnBrk="1" hangingPunct="1"/>
            <a:r>
              <a:rPr lang="en-US" sz="2400" u="sng" smtClean="0"/>
              <a:t>Best Fit </a:t>
            </a:r>
          </a:p>
          <a:p>
            <a:pPr lvl="1" eaLnBrk="1" hangingPunct="1"/>
            <a:r>
              <a:rPr lang="en-US" sz="2400" u="sng" smtClean="0"/>
              <a:t>Worst Fit </a:t>
            </a:r>
            <a:endParaRPr lang="en-US" sz="24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9592F130-C608-4EFF-B268-C1A8252B0DCD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1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39917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first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indent="-273050" eaLnBrk="1" hangingPunct="1">
              <a:buFont typeface="Wingdings 2" charset="2"/>
              <a:buChar char=""/>
            </a:pPr>
            <a:r>
              <a:rPr lang="en-US" u="sng" smtClean="0"/>
              <a:t>First Fit :</a:t>
            </a:r>
            <a:r>
              <a:rPr lang="en-US" smtClean="0"/>
              <a:t> Allocate the first free block that is large enough for the new process. </a:t>
            </a:r>
          </a:p>
          <a:p>
            <a:pPr indent="-273050" eaLnBrk="1" hangingPunct="1">
              <a:buFont typeface="Wingdings" charset="2"/>
              <a:buNone/>
            </a:pPr>
            <a:endParaRPr lang="en-US" smtClean="0"/>
          </a:p>
          <a:p>
            <a:pPr indent="-273050" eaLnBrk="1" hangingPunct="1">
              <a:buFont typeface="Wingdings" charset="2"/>
              <a:buChar char=""/>
            </a:pPr>
            <a:r>
              <a:rPr lang="en-US" smtClean="0"/>
              <a:t>This is a fast algorithm.</a:t>
            </a:r>
          </a:p>
          <a:p>
            <a:pPr indent="-273050"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D14D86CA-FBF9-475E-B283-68A3BBE6EBF3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2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61209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first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Initial memory mapping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5E6DE83F-5539-4836-A7BB-2EEF043A9FD4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3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38747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first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P4 of 3KB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arrives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6C1735E2-AF1D-4A80-8A92-1C6E982DAE74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4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74754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first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7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&lt;FREE&gt; 4 KB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100755"/>
              <a:gd name="adj2" fmla="val -8653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P4 of 3KB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loaded here by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FIRST FIT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67962B02-F4E9-4D56-BD55-C51C31FFB6BC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5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39156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first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7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8847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P5 of 15KB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arrives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A3E02156-C12A-488D-A92A-EBAFC51B7AD2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6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30005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first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7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P5 15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1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95556"/>
              <a:gd name="adj2" fmla="val 11098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P5 of 15 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loaded here by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FIRST FIT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4E029A2C-2884-4339-B66C-5B9AEBD834B1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7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52075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Best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indent="-273050" eaLnBrk="1" hangingPunct="1">
              <a:buFont typeface="Wingdings 2" charset="2"/>
              <a:buChar char=""/>
            </a:pPr>
            <a:r>
              <a:rPr lang="en-US" sz="2400" u="sng" smtClean="0"/>
              <a:t>Best Fit :</a:t>
            </a:r>
            <a:r>
              <a:rPr lang="en-US" sz="2400" smtClean="0"/>
              <a:t> Allocate the smallest block among those that are large enough for the new process. </a:t>
            </a:r>
          </a:p>
          <a:p>
            <a:pPr indent="-273050" eaLnBrk="1" hangingPunct="1">
              <a:buFont typeface="Wingdings" charset="2"/>
              <a:buChar char=""/>
            </a:pPr>
            <a:r>
              <a:rPr lang="en-US" sz="2400" smtClean="0"/>
              <a:t>In this method, the OS has to search the entire list, or it can keep it sorted and stop when it hits an entry which has a size larger than the size of new process.</a:t>
            </a:r>
          </a:p>
          <a:p>
            <a:pPr indent="-273050" eaLnBrk="1" hangingPunct="1">
              <a:buFont typeface="Wingdings" charset="2"/>
              <a:buChar char=""/>
            </a:pPr>
            <a:r>
              <a:rPr lang="en-US" sz="2400" smtClean="0"/>
              <a:t> This algorithm produces the smallest left over block. </a:t>
            </a:r>
          </a:p>
          <a:p>
            <a:pPr indent="-273050" eaLnBrk="1" hangingPunct="1">
              <a:buFont typeface="Wingdings" charset="2"/>
              <a:buChar char=""/>
            </a:pPr>
            <a:r>
              <a:rPr lang="en-US" sz="2400" smtClean="0"/>
              <a:t>However, it requires more time for searching all the list or sorting it</a:t>
            </a:r>
          </a:p>
          <a:p>
            <a:pPr indent="-273050" eaLnBrk="1" hangingPunct="1">
              <a:buFont typeface="Wingdings" charset="2"/>
              <a:buChar char=""/>
            </a:pPr>
            <a:r>
              <a:rPr lang="en-US" sz="2400" smtClean="0"/>
              <a:t>If sorting is used, merging the area released  when a process terminates to neighboring free blocks, becomes complicated.</a:t>
            </a:r>
          </a:p>
          <a:p>
            <a:pPr indent="-273050"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46ED12EE-51D2-47AF-A358-112DC4051986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8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2576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best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Initial memory mapping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5471A9CC-7890-4CBD-B1E5-448C56D105B8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9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53903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best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P4 of 3KB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arrives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D3262D97-E33C-4998-A6EF-D50B36131C19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10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5200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best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95556"/>
              <a:gd name="adj2" fmla="val 227815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P4 of 3KB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loaded here by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BEST FIT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5D8A15F6-7E14-41A7-AC86-AEA95BA9286A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11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1571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best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8847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P5 of 15KB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arrives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53F8ED9-ED44-435F-A8C4-CD59C4D41392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12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24788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best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P5 15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1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99023"/>
              <a:gd name="adj2" fmla="val 101134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P5 of 15 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loaded here by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BEST FIT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1CA2B76-C8A9-4580-B7AB-3B2B50DF25F8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13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854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worst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indent="-273050" eaLnBrk="1" hangingPunct="1">
              <a:buFont typeface="Wingdings 2" charset="2"/>
              <a:buChar char=""/>
            </a:pPr>
            <a:r>
              <a:rPr lang="en-US" sz="2400" u="sng" smtClean="0"/>
              <a:t>Worst Fit :</a:t>
            </a:r>
            <a:r>
              <a:rPr lang="en-US" sz="2400" smtClean="0"/>
              <a:t> Allocate the largest block among those that are large enough for the new process. </a:t>
            </a:r>
          </a:p>
          <a:p>
            <a:pPr indent="-273050" eaLnBrk="1" hangingPunct="1">
              <a:buFont typeface="Wingdings" charset="2"/>
              <a:buChar char=""/>
            </a:pPr>
            <a:r>
              <a:rPr lang="en-US" sz="2400" smtClean="0"/>
              <a:t>Again a search of the entire list or sorting it is needed. </a:t>
            </a:r>
          </a:p>
          <a:p>
            <a:pPr indent="-273050" eaLnBrk="1" hangingPunct="1">
              <a:buFont typeface="Wingdings" charset="2"/>
              <a:buChar char=""/>
            </a:pPr>
            <a:r>
              <a:rPr lang="en-US" sz="2400" smtClean="0"/>
              <a:t>This algorithm produces the largest over block.</a:t>
            </a:r>
          </a:p>
          <a:p>
            <a:pPr indent="-273050"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A2FC197-0476-4D57-A324-9E3C3D9DC339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14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59068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worst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Initial memory mapping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D065B81-C722-413C-A910-A0D411765E40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15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4776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worst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49056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P4 of 3KB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arrives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4EE41C0-79D7-4F0D-9816-7DA8ADDC0AFB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16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1720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worst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&lt;FREE&gt;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103352"/>
              <a:gd name="adj2" fmla="val 103949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P4 of 3KB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Loaded here  by 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WORST FIT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BC35FEF-A258-4573-9284-CCCF641F3BF9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17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2739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worst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&lt;FREE&gt;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50463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No place to load P5 of 15K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6A9B6A5-BA49-4C5C-A649-6960DBDA0521}" type="slidenum">
              <a:rPr lang="en-US" sz="1400">
                <a:solidFill>
                  <a:srgbClr val="FFFFFF"/>
                </a:solidFill>
                <a:latin typeface="Tw Cen MT" charset="-18"/>
              </a:rPr>
              <a:pPr eaLnBrk="1" hangingPunct="1"/>
              <a:t>18</a:t>
            </a:fld>
            <a:endParaRPr lang="en-US" sz="14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00142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worst fit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581400" y="1676400"/>
          <a:ext cx="1981200" cy="4829175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P1 12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P2 20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P4  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&lt;FREE&gt; 13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      P3  6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D3E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w Cen MT" charset="-18"/>
                          <a:ea typeface="ＭＳ Ｐゴシック" charset="-128"/>
                        </a:rPr>
                        <a:t> &lt;FREE&gt; 4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w Cen MT" charset="-18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58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612775" y="2209800"/>
            <a:ext cx="1981200" cy="1219200"/>
          </a:xfrm>
          <a:prstGeom prst="wedgeRoundRectCallout">
            <a:avLst>
              <a:gd name="adj1" fmla="val 23648"/>
              <a:gd name="adj2" fmla="val 50463"/>
              <a:gd name="adj3" fmla="val 16667"/>
            </a:avLst>
          </a:prstGeom>
          <a:solidFill>
            <a:srgbClr val="F7F0DE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80808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w Cen MT" charset="-18"/>
              </a:rPr>
              <a:t>No place to load P5 of 15K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fld id="{D13D25C3-36D6-4D16-AC89-C157970E4AA8}" type="slidenum">
              <a:rPr lang="en-US" sz="1200">
                <a:solidFill>
                  <a:srgbClr val="FFFFFF"/>
                </a:solidFill>
                <a:latin typeface="Tw Cen MT" charset="-18"/>
              </a:rPr>
              <a:pPr eaLnBrk="1" hangingPunct="1">
                <a:lnSpc>
                  <a:spcPct val="80000"/>
                </a:lnSpc>
              </a:pPr>
              <a:t>19</a:t>
            </a:fld>
            <a:endParaRPr lang="en-US" sz="1200">
              <a:solidFill>
                <a:srgbClr val="FFFFFF"/>
              </a:solidFill>
              <a:latin typeface="Tw Cen MT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30171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1. Given five memory partitions of 100Kb, 500Kb, 200Kb, 300Kb, 600Kb (in order), how would the first-fit, best-fit, and worst-fit algorithms place </a:t>
            </a:r>
            <a:r>
              <a:rPr lang="en-IN" dirty="0" smtClean="0"/>
              <a:t>processes </a:t>
            </a:r>
            <a:r>
              <a:rPr lang="en-IN" dirty="0"/>
              <a:t>of 212 Kb, 417 Kb, 112 Kb, and 426 Kb (in order)? Which algorithm makes the most efficient use of memory?</a:t>
            </a:r>
          </a:p>
          <a:p>
            <a:endParaRPr lang="en-IN" dirty="0"/>
          </a:p>
          <a:p>
            <a:r>
              <a:rPr lang="en-IN" dirty="0"/>
              <a:t> First-fit: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212K is put in 500K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417K is put in 600K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112K is put in 288K partition (new partition 288K = 500K - 212K)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426K must wait</a:t>
            </a:r>
          </a:p>
          <a:p>
            <a:endParaRPr lang="en-IN" dirty="0"/>
          </a:p>
          <a:p>
            <a:r>
              <a:rPr lang="en-IN" dirty="0"/>
              <a:t> Best-fit: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212K is put in 300K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417K is put in 500K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112K is put in 200K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426K is put in 600K partition</a:t>
            </a:r>
          </a:p>
          <a:p>
            <a:endParaRPr lang="en-IN" dirty="0"/>
          </a:p>
          <a:p>
            <a:r>
              <a:rPr lang="en-IN" dirty="0"/>
              <a:t> Worst-fit: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212K is put in 600K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417K is put in 500K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112K is put in 388K partition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426K must wait</a:t>
            </a:r>
          </a:p>
          <a:p>
            <a:endParaRPr lang="en-IN" dirty="0"/>
          </a:p>
          <a:p>
            <a:r>
              <a:rPr lang="en-IN" dirty="0"/>
              <a:t> In this example, best-fit turns out to be the best.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23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212,417,112,426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615604"/>
              </p:ext>
            </p:extLst>
          </p:nvPr>
        </p:nvGraphicFramePr>
        <p:xfrm>
          <a:off x="457200" y="1600200"/>
          <a:ext cx="8229599" cy="254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1274440">
                <a:tc>
                  <a:txBody>
                    <a:bodyPr/>
                    <a:lstStyle/>
                    <a:p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2744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01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866</Words>
  <Application>Microsoft Office PowerPoint</Application>
  <PresentationFormat>On-screen Show (4:3)</PresentationFormat>
  <Paragraphs>226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MS PGothic</vt:lpstr>
      <vt:lpstr>Arial</vt:lpstr>
      <vt:lpstr>Calibri</vt:lpstr>
      <vt:lpstr>Tw Cen MT</vt:lpstr>
      <vt:lpstr>Wingdings</vt:lpstr>
      <vt:lpstr>Wingdings 2</vt:lpstr>
      <vt:lpstr>Office Theme</vt:lpstr>
      <vt:lpstr>3.2 Variable Partitioning </vt:lpstr>
      <vt:lpstr>first fit</vt:lpstr>
      <vt:lpstr>first fit</vt:lpstr>
      <vt:lpstr>first fit</vt:lpstr>
      <vt:lpstr>first fit</vt:lpstr>
      <vt:lpstr>first fit</vt:lpstr>
      <vt:lpstr>first fit</vt:lpstr>
      <vt:lpstr>Best fit</vt:lpstr>
      <vt:lpstr>best fit</vt:lpstr>
      <vt:lpstr>best fit</vt:lpstr>
      <vt:lpstr>best fit</vt:lpstr>
      <vt:lpstr>best fit</vt:lpstr>
      <vt:lpstr>best fit</vt:lpstr>
      <vt:lpstr>worst fit</vt:lpstr>
      <vt:lpstr>worst fit</vt:lpstr>
      <vt:lpstr>worst fit</vt:lpstr>
      <vt:lpstr>worst fit</vt:lpstr>
      <vt:lpstr>worst fit</vt:lpstr>
      <vt:lpstr>worst fit</vt:lpstr>
      <vt:lpstr>PowerPoint Presentation</vt:lpstr>
      <vt:lpstr>212,417,112,426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 Variable Partitioning </dc:title>
  <dc:creator>SENDHIL KUMAR KS</dc:creator>
  <cp:lastModifiedBy>Admin</cp:lastModifiedBy>
  <cp:revision>4</cp:revision>
  <dcterms:created xsi:type="dcterms:W3CDTF">2016-10-17T13:53:58Z</dcterms:created>
  <dcterms:modified xsi:type="dcterms:W3CDTF">2019-09-18T11:13:11Z</dcterms:modified>
</cp:coreProperties>
</file>