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422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BE211E-9F45-4C75-A826-DF4E3E2D18D4}" type="datetimeFigureOut">
              <a:rPr lang="en-IN" smtClean="0"/>
              <a:t>29-04-2023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CEC8B2-B734-4419-8334-FD8CACDFF4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7612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smtClean="0"/>
              <a:t>https://wachemo-elearning.net/courses/operating-systemitec2022/lessons/chapter-2-design-principles/topic/2-3-design-issues-efficiency-robustness-flexibility-portability-security-compatibility/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CEC8B2-B734-4419-8334-FD8CACDFF411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14558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smtClean="0"/>
              <a:t>https://wachemo-elearning.net/courses/operating-systemitec2022/lessons/chapter-2-design-principles/topic/2-3-design-issues-efficiency-robustness-flexibility-portability-security-compatibility/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CEC8B2-B734-4419-8334-FD8CACDFF411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86001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91BF7-FED3-41AC-99DC-68F85F2B27B8}" type="datetimeFigureOut">
              <a:rPr lang="en-IN" smtClean="0"/>
              <a:t>29-04-2023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9814C-6715-484C-86A2-C050BF9A86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3238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91BF7-FED3-41AC-99DC-68F85F2B27B8}" type="datetimeFigureOut">
              <a:rPr lang="en-IN" smtClean="0"/>
              <a:t>29-04-2023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9814C-6715-484C-86A2-C050BF9A86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2871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91BF7-FED3-41AC-99DC-68F85F2B27B8}" type="datetimeFigureOut">
              <a:rPr lang="en-IN" smtClean="0"/>
              <a:t>29-04-2023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9814C-6715-484C-86A2-C050BF9A86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0898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91BF7-FED3-41AC-99DC-68F85F2B27B8}" type="datetimeFigureOut">
              <a:rPr lang="en-IN" smtClean="0"/>
              <a:t>29-04-2023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9814C-6715-484C-86A2-C050BF9A86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29378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91BF7-FED3-41AC-99DC-68F85F2B27B8}" type="datetimeFigureOut">
              <a:rPr lang="en-IN" smtClean="0"/>
              <a:t>29-04-2023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9814C-6715-484C-86A2-C050BF9A86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1666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91BF7-FED3-41AC-99DC-68F85F2B27B8}" type="datetimeFigureOut">
              <a:rPr lang="en-IN" smtClean="0"/>
              <a:t>29-04-2023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9814C-6715-484C-86A2-C050BF9A86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6282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91BF7-FED3-41AC-99DC-68F85F2B27B8}" type="datetimeFigureOut">
              <a:rPr lang="en-IN" smtClean="0"/>
              <a:t>29-04-2023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9814C-6715-484C-86A2-C050BF9A86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8489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91BF7-FED3-41AC-99DC-68F85F2B27B8}" type="datetimeFigureOut">
              <a:rPr lang="en-IN" smtClean="0"/>
              <a:t>29-04-2023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9814C-6715-484C-86A2-C050BF9A86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24365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91BF7-FED3-41AC-99DC-68F85F2B27B8}" type="datetimeFigureOut">
              <a:rPr lang="en-IN" smtClean="0"/>
              <a:t>29-04-2023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9814C-6715-484C-86A2-C050BF9A86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0229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91BF7-FED3-41AC-99DC-68F85F2B27B8}" type="datetimeFigureOut">
              <a:rPr lang="en-IN" smtClean="0"/>
              <a:t>29-04-2023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9814C-6715-484C-86A2-C050BF9A86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6983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91BF7-FED3-41AC-99DC-68F85F2B27B8}" type="datetimeFigureOut">
              <a:rPr lang="en-IN" smtClean="0"/>
              <a:t>29-04-2023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9814C-6715-484C-86A2-C050BF9A86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060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091BF7-FED3-41AC-99DC-68F85F2B27B8}" type="datetimeFigureOut">
              <a:rPr lang="en-IN" smtClean="0"/>
              <a:t>29-04-2023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79814C-6715-484C-86A2-C050BF9A86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4006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DESIGN ISSUES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3030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DESIGN ISSUES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Efficiency</a:t>
            </a:r>
          </a:p>
          <a:p>
            <a:r>
              <a:rPr lang="en-IN" dirty="0" smtClean="0"/>
              <a:t>Robustness</a:t>
            </a:r>
          </a:p>
          <a:p>
            <a:r>
              <a:rPr lang="en-IN" dirty="0" smtClean="0"/>
              <a:t>Flexibility</a:t>
            </a:r>
          </a:p>
          <a:p>
            <a:r>
              <a:rPr lang="en-IN" dirty="0" smtClean="0"/>
              <a:t>Portability</a:t>
            </a:r>
          </a:p>
          <a:p>
            <a:r>
              <a:rPr lang="en-IN" dirty="0" smtClean="0"/>
              <a:t>Security</a:t>
            </a:r>
          </a:p>
          <a:p>
            <a:r>
              <a:rPr lang="en-IN" dirty="0" smtClean="0"/>
              <a:t>Compatibility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1237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Efficiency</a:t>
            </a:r>
            <a:br>
              <a:rPr lang="en-IN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 smtClean="0"/>
              <a:t>A</a:t>
            </a:r>
            <a:r>
              <a:rPr lang="en-US" dirty="0"/>
              <a:t>n OS allows the computer system resources to be used </a:t>
            </a:r>
            <a:r>
              <a:rPr lang="en-US" dirty="0" smtClean="0"/>
              <a:t>efficiently.</a:t>
            </a:r>
          </a:p>
          <a:p>
            <a:pPr lvl="1"/>
            <a:r>
              <a:rPr lang="en-US" dirty="0"/>
              <a:t>Most I/O devices slow compared to main memory (and the CPU</a:t>
            </a:r>
            <a:r>
              <a:rPr lang="en-US" dirty="0" smtClean="0"/>
              <a:t>)</a:t>
            </a:r>
          </a:p>
          <a:p>
            <a:pPr lvl="1"/>
            <a:r>
              <a:rPr lang="en-US" dirty="0"/>
              <a:t>Use of multiprogramming allows for some processes to be waiting on I/O while another process </a:t>
            </a:r>
            <a:r>
              <a:rPr lang="en-US" dirty="0" smtClean="0"/>
              <a:t>executes</a:t>
            </a:r>
          </a:p>
          <a:p>
            <a:pPr lvl="1"/>
            <a:r>
              <a:rPr lang="en-US" dirty="0"/>
              <a:t>Often, I/O still cannot keep up with processor </a:t>
            </a:r>
            <a:r>
              <a:rPr lang="en-US" dirty="0" smtClean="0"/>
              <a:t>speed</a:t>
            </a:r>
          </a:p>
          <a:p>
            <a:pPr lvl="2"/>
            <a:r>
              <a:rPr lang="en-US" dirty="0"/>
              <a:t> Optimize I/O efficiency especially Disk &amp; Network </a:t>
            </a:r>
            <a:r>
              <a:rPr lang="en-US" dirty="0" smtClean="0"/>
              <a:t>I/O</a:t>
            </a:r>
          </a:p>
        </p:txBody>
      </p:sp>
    </p:spTree>
    <p:extLst>
      <p:ext uri="{BB962C8B-B14F-4D97-AF65-F5344CB8AC3E}">
        <p14:creationId xmlns:p14="http://schemas.microsoft.com/office/powerpoint/2010/main" val="3431447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Efficiency - Issue</a:t>
            </a:r>
            <a:br>
              <a:rPr lang="en-IN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Diversity of I/O </a:t>
            </a:r>
            <a:r>
              <a:rPr lang="en-IN" dirty="0" smtClean="0"/>
              <a:t>devices</a:t>
            </a:r>
          </a:p>
          <a:p>
            <a:r>
              <a:rPr lang="en-US" dirty="0"/>
              <a:t>D</a:t>
            </a:r>
            <a:r>
              <a:rPr lang="en-US" dirty="0" smtClean="0"/>
              <a:t>ifferent </a:t>
            </a:r>
            <a:r>
              <a:rPr lang="en-US" dirty="0"/>
              <a:t>access methods (random access versus stream based) as well as vastly different data rates.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36529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29600" cy="1143000"/>
          </a:xfrm>
        </p:spPr>
        <p:txBody>
          <a:bodyPr/>
          <a:lstStyle/>
          <a:p>
            <a:r>
              <a:rPr lang="en-IN" dirty="0" smtClean="0"/>
              <a:t>Robustness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196752"/>
            <a:ext cx="8229600" cy="4525963"/>
          </a:xfrm>
        </p:spPr>
        <p:txBody>
          <a:bodyPr>
            <a:noAutofit/>
          </a:bodyPr>
          <a:lstStyle/>
          <a:p>
            <a:pPr algn="just"/>
            <a:r>
              <a:rPr lang="en-US" sz="2200" dirty="0"/>
              <a:t>ability of a computer system to cope with errors during execution and cope with erroneous </a:t>
            </a:r>
            <a:r>
              <a:rPr lang="en-US" sz="2200" dirty="0" smtClean="0"/>
              <a:t>input</a:t>
            </a:r>
          </a:p>
          <a:p>
            <a:pPr algn="just"/>
            <a:r>
              <a:rPr lang="en-US" sz="2200" dirty="0" smtClean="0"/>
              <a:t>Methods to test robustness</a:t>
            </a:r>
          </a:p>
          <a:p>
            <a:pPr lvl="1" algn="just"/>
            <a:r>
              <a:rPr lang="en-US" sz="2200" dirty="0" smtClean="0"/>
              <a:t>Fuzz testing</a:t>
            </a:r>
          </a:p>
          <a:p>
            <a:pPr lvl="1" algn="just"/>
            <a:r>
              <a:rPr lang="en-US" sz="2200" dirty="0" smtClean="0"/>
              <a:t>Fault injection</a:t>
            </a:r>
          </a:p>
          <a:p>
            <a:pPr marL="0" lvl="1" indent="457200" algn="just">
              <a:buFont typeface="Arial" panose="020B0604020202020204" pitchFamily="34" charset="0"/>
              <a:buChar char="•"/>
            </a:pPr>
            <a:r>
              <a:rPr lang="en-US" sz="2200" dirty="0" smtClean="0"/>
              <a:t>Building </a:t>
            </a:r>
            <a:r>
              <a:rPr lang="en-US" sz="2200" dirty="0"/>
              <a:t>robust systems that encompass every point of possible failure is difficult because of the vast quantity of possible inputs and input </a:t>
            </a:r>
            <a:r>
              <a:rPr lang="en-US" sz="2200" dirty="0" smtClean="0"/>
              <a:t>combinations</a:t>
            </a:r>
          </a:p>
          <a:p>
            <a:pPr marL="400050" lvl="2" indent="457200" algn="just"/>
            <a:r>
              <a:rPr lang="en-IN" sz="2200" dirty="0"/>
              <a:t>Generalizing test </a:t>
            </a:r>
            <a:r>
              <a:rPr lang="en-IN" sz="2200" dirty="0" smtClean="0"/>
              <a:t>cases</a:t>
            </a:r>
          </a:p>
          <a:p>
            <a:pPr marL="400050" lvl="2" indent="-400050" algn="just"/>
            <a:r>
              <a:rPr lang="en-IN" sz="2200" dirty="0" smtClean="0"/>
              <a:t>Distributed system - </a:t>
            </a:r>
            <a:r>
              <a:rPr lang="en-US" sz="2200" dirty="0"/>
              <a:t>suffer from various types of hardware </a:t>
            </a:r>
            <a:r>
              <a:rPr lang="en-US" sz="2200" dirty="0" smtClean="0"/>
              <a:t>failure</a:t>
            </a:r>
          </a:p>
          <a:p>
            <a:pPr marL="857250" lvl="3" indent="-400050" algn="just"/>
            <a:r>
              <a:rPr lang="en-IN" sz="2200" dirty="0"/>
              <a:t>failure of a </a:t>
            </a:r>
            <a:r>
              <a:rPr lang="en-IN" sz="2200" dirty="0" smtClean="0"/>
              <a:t>link</a:t>
            </a:r>
          </a:p>
          <a:p>
            <a:pPr marL="857250" lvl="3" indent="-400050" algn="just"/>
            <a:r>
              <a:rPr lang="en-IN" sz="2200" dirty="0"/>
              <a:t>failure of a </a:t>
            </a:r>
            <a:r>
              <a:rPr lang="en-IN" sz="2200" dirty="0" smtClean="0"/>
              <a:t>site</a:t>
            </a:r>
          </a:p>
          <a:p>
            <a:pPr marL="857250" lvl="3" indent="-400050" algn="just"/>
            <a:r>
              <a:rPr lang="en-IN" sz="2200" dirty="0"/>
              <a:t>loss of a message</a:t>
            </a:r>
            <a:endParaRPr lang="en-IN" sz="2200" dirty="0" smtClean="0"/>
          </a:p>
          <a:p>
            <a:pPr marL="400050" lvl="2" indent="457200" algn="just"/>
            <a:endParaRPr lang="en-US" sz="2200" dirty="0" smtClean="0"/>
          </a:p>
          <a:p>
            <a:pPr marL="914400" lvl="2" indent="0" algn="just">
              <a:buNone/>
            </a:pP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3810798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Portability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ability of an application to run properly in a different </a:t>
            </a:r>
            <a:r>
              <a:rPr lang="en-US" dirty="0" smtClean="0"/>
              <a:t>platform</a:t>
            </a:r>
          </a:p>
          <a:p>
            <a:pPr lvl="1"/>
            <a:r>
              <a:rPr lang="en-US" dirty="0"/>
              <a:t>usability of the same software in different environments.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952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Compatibility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capacity for two systems to work together without having to be altered </a:t>
            </a:r>
            <a:endParaRPr lang="en-US" dirty="0" smtClean="0"/>
          </a:p>
          <a:p>
            <a:pPr lvl="1"/>
            <a:r>
              <a:rPr lang="en-US" dirty="0" err="1" smtClean="0"/>
              <a:t>Eg</a:t>
            </a:r>
            <a:r>
              <a:rPr lang="en-US" dirty="0" smtClean="0"/>
              <a:t>: </a:t>
            </a:r>
            <a:r>
              <a:rPr lang="en-US" dirty="0"/>
              <a:t>if word processor applications are compatible, the user should be able to open their document files in either </a:t>
            </a:r>
            <a:r>
              <a:rPr lang="en-US" dirty="0" smtClean="0"/>
              <a:t>product</a:t>
            </a:r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en-US" dirty="0"/>
              <a:t>Compatibility issues come up when users are using the same type of software for a task, such as word processors, that cannot communicate with each </a:t>
            </a:r>
            <a:r>
              <a:rPr lang="en-US" dirty="0" smtClean="0"/>
              <a:t>other.</a:t>
            </a:r>
          </a:p>
          <a:p>
            <a:pPr marL="857250" lvl="2" indent="-457200"/>
            <a:r>
              <a:rPr lang="en-US" dirty="0"/>
              <a:t>due to a difference in their versions or because they are made by different </a:t>
            </a:r>
            <a:r>
              <a:rPr lang="en-US" dirty="0" smtClean="0"/>
              <a:t>companies</a:t>
            </a:r>
          </a:p>
          <a:p>
            <a:pPr marL="0" lvl="2" indent="400050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6320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378</TotalTime>
  <Words>214</Words>
  <Application>Microsoft Office PowerPoint</Application>
  <PresentationFormat>On-screen Show (4:3)</PresentationFormat>
  <Paragraphs>40</Paragraphs>
  <Slides>7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DESIGN ISSUES</vt:lpstr>
      <vt:lpstr>DESIGN ISSUES</vt:lpstr>
      <vt:lpstr>Efficiency </vt:lpstr>
      <vt:lpstr>Efficiency - Issue </vt:lpstr>
      <vt:lpstr>Robustness</vt:lpstr>
      <vt:lpstr>Portability</vt:lpstr>
      <vt:lpstr>Compatibility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ISSUES</dc:title>
  <dc:creator>Admin</dc:creator>
  <cp:lastModifiedBy>Admin</cp:lastModifiedBy>
  <cp:revision>17</cp:revision>
  <dcterms:created xsi:type="dcterms:W3CDTF">2023-04-29T06:57:00Z</dcterms:created>
  <dcterms:modified xsi:type="dcterms:W3CDTF">2023-04-29T13:15:37Z</dcterms:modified>
</cp:coreProperties>
</file>