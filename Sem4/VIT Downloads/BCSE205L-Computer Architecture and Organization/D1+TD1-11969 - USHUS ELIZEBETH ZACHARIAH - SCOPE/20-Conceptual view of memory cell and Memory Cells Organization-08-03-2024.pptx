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2" r:id="rId3"/>
    <p:sldMasterId id="2147483695" r:id="rId4"/>
  </p:sldMasterIdLst>
  <p:notesMasterIdLst>
    <p:notesMasterId r:id="rId30"/>
  </p:notesMasterIdLst>
  <p:sldIdLst>
    <p:sldId id="256"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90" r:id="rId26"/>
    <p:sldId id="286" r:id="rId27"/>
    <p:sldId id="287" r:id="rId28"/>
    <p:sldId id="28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1"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smtClean="0"/>
            <a:t> </a:t>
          </a:r>
          <a:endParaRPr lang="en-IN" dirty="0"/>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smtClean="0"/>
            <a:t> </a:t>
          </a:r>
          <a:endParaRPr lang="en-IN" dirty="0"/>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smtClean="0"/>
            <a:t> </a:t>
          </a:r>
          <a:endParaRPr lang="en-IN" dirty="0"/>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smtClean="0"/>
            <a:t> </a:t>
          </a:r>
          <a:endParaRPr lang="en-IN" dirty="0"/>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7E047E4-CC09-416D-BE00-71A7170E7FD4}" type="pres">
      <dgm:prSet presAssocID="{E15A649C-A6E7-4341-B346-B30F9E8E3ADF}" presName="Name0" presStyleCnt="0">
        <dgm:presLayoutVars>
          <dgm:dir/>
          <dgm:animLvl val="lvl"/>
          <dgm:resizeHandles val="exact"/>
        </dgm:presLayoutVars>
      </dgm:prSet>
      <dgm:spPr/>
    </dgm:pt>
    <dgm:pt modelId="{B3866991-4D38-4A6B-8AEA-71B8E2C4C885}" type="pres">
      <dgm:prSet presAssocID="{F540C552-AF6C-4503-95F9-93BA7E4FEC37}" presName="Name8" presStyleCnt="0"/>
      <dgm:spPr/>
    </dgm:pt>
    <dgm:pt modelId="{C43BBA86-00D3-45F2-AB72-4DED05A1C90E}" type="pres">
      <dgm:prSet presAssocID="{F540C552-AF6C-4503-95F9-93BA7E4FEC37}" presName="level" presStyleLbl="node1" presStyleIdx="0" presStyleCnt="4">
        <dgm:presLayoutVars>
          <dgm:chMax val="1"/>
          <dgm:bulletEnabled val="1"/>
        </dgm:presLayoutVars>
      </dgm:prSet>
      <dgm:spPr/>
      <dgm:t>
        <a:bodyPr/>
        <a:lstStyle/>
        <a:p>
          <a:endParaRPr lang="en-IN"/>
        </a:p>
      </dgm:t>
    </dgm:pt>
    <dgm:pt modelId="{CA469351-A3F9-41D2-AEA3-481C0EE9740F}" type="pres">
      <dgm:prSet presAssocID="{F540C552-AF6C-4503-95F9-93BA7E4FEC37}" presName="levelTx" presStyleLbl="revTx" presStyleIdx="0" presStyleCnt="0">
        <dgm:presLayoutVars>
          <dgm:chMax val="1"/>
          <dgm:bulletEnabled val="1"/>
        </dgm:presLayoutVars>
      </dgm:prSet>
      <dgm:spPr/>
      <dgm:t>
        <a:bodyPr/>
        <a:lstStyle/>
        <a:p>
          <a:endParaRPr lang="en-IN"/>
        </a:p>
      </dgm:t>
    </dgm:pt>
    <dgm:pt modelId="{3027C6D2-6F35-4A85-9B46-CA1DC67D6167}" type="pres">
      <dgm:prSet presAssocID="{5CDFC1A5-E9B8-4A32-AF48-E006805F2C00}" presName="Name8" presStyleCnt="0"/>
      <dgm:spPr/>
    </dgm:pt>
    <dgm:pt modelId="{9393B459-D1CB-4EC5-AD9D-6E2E73F89943}" type="pres">
      <dgm:prSet presAssocID="{5CDFC1A5-E9B8-4A32-AF48-E006805F2C00}" presName="level" presStyleLbl="node1" presStyleIdx="1" presStyleCnt="4">
        <dgm:presLayoutVars>
          <dgm:chMax val="1"/>
          <dgm:bulletEnabled val="1"/>
        </dgm:presLayoutVars>
      </dgm:prSet>
      <dgm:spPr/>
      <dgm:t>
        <a:bodyPr/>
        <a:lstStyle/>
        <a:p>
          <a:endParaRPr lang="en-IN"/>
        </a:p>
      </dgm:t>
    </dgm:pt>
    <dgm:pt modelId="{749C8C0C-AB46-4E9A-A7B1-7E240A428072}" type="pres">
      <dgm:prSet presAssocID="{5CDFC1A5-E9B8-4A32-AF48-E006805F2C00}" presName="levelTx" presStyleLbl="revTx" presStyleIdx="0" presStyleCnt="0">
        <dgm:presLayoutVars>
          <dgm:chMax val="1"/>
          <dgm:bulletEnabled val="1"/>
        </dgm:presLayoutVars>
      </dgm:prSet>
      <dgm:spPr/>
      <dgm:t>
        <a:bodyPr/>
        <a:lstStyle/>
        <a:p>
          <a:endParaRPr lang="en-IN"/>
        </a:p>
      </dgm:t>
    </dgm:pt>
    <dgm:pt modelId="{F942162B-7606-4561-8315-BB82896ED00D}" type="pres">
      <dgm:prSet presAssocID="{16D7DEA9-319B-4F49-9069-38CD694A8685}" presName="Name8" presStyleCnt="0"/>
      <dgm:spPr/>
    </dgm:pt>
    <dgm:pt modelId="{3A341F7E-4C54-40F5-AD9E-991ABB54A05D}" type="pres">
      <dgm:prSet presAssocID="{16D7DEA9-319B-4F49-9069-38CD694A8685}" presName="level" presStyleLbl="node1" presStyleIdx="2" presStyleCnt="4">
        <dgm:presLayoutVars>
          <dgm:chMax val="1"/>
          <dgm:bulletEnabled val="1"/>
        </dgm:presLayoutVars>
      </dgm:prSet>
      <dgm:spPr/>
      <dgm:t>
        <a:bodyPr/>
        <a:lstStyle/>
        <a:p>
          <a:endParaRPr lang="en-IN"/>
        </a:p>
      </dgm:t>
    </dgm:pt>
    <dgm:pt modelId="{E7C4C2B6-8D6F-4ACF-A8D5-B226A817C96C}" type="pres">
      <dgm:prSet presAssocID="{16D7DEA9-319B-4F49-9069-38CD694A8685}" presName="levelTx" presStyleLbl="revTx" presStyleIdx="0" presStyleCnt="0">
        <dgm:presLayoutVars>
          <dgm:chMax val="1"/>
          <dgm:bulletEnabled val="1"/>
        </dgm:presLayoutVars>
      </dgm:prSet>
      <dgm:spPr/>
      <dgm:t>
        <a:bodyPr/>
        <a:lstStyle/>
        <a:p>
          <a:endParaRPr lang="en-IN"/>
        </a:p>
      </dgm:t>
    </dgm:pt>
    <dgm:pt modelId="{A6754B55-B639-4515-9EE8-684F90D85F76}" type="pres">
      <dgm:prSet presAssocID="{B3FF9EAD-F4B9-469C-9F57-092140EFF561}" presName="Name8" presStyleCnt="0"/>
      <dgm:spPr/>
    </dgm:pt>
    <dgm:pt modelId="{63EFE22D-6F47-4E09-B597-5BD62950AE14}" type="pres">
      <dgm:prSet presAssocID="{B3FF9EAD-F4B9-469C-9F57-092140EFF561}" presName="level" presStyleLbl="node1" presStyleIdx="3" presStyleCnt="4" custLinFactNeighborX="2011">
        <dgm:presLayoutVars>
          <dgm:chMax val="1"/>
          <dgm:bulletEnabled val="1"/>
        </dgm:presLayoutVars>
      </dgm:prSet>
      <dgm:spPr/>
      <dgm:t>
        <a:bodyPr/>
        <a:lstStyle/>
        <a:p>
          <a:endParaRPr lang="en-IN"/>
        </a:p>
      </dgm:t>
    </dgm:pt>
    <dgm:pt modelId="{3D9674DC-08EA-4DF4-AD38-F2613BD29895}" type="pres">
      <dgm:prSet presAssocID="{B3FF9EAD-F4B9-469C-9F57-092140EFF561}" presName="levelTx" presStyleLbl="revTx" presStyleIdx="0" presStyleCnt="0">
        <dgm:presLayoutVars>
          <dgm:chMax val="1"/>
          <dgm:bulletEnabled val="1"/>
        </dgm:presLayoutVars>
      </dgm:prSet>
      <dgm:spPr/>
      <dgm:t>
        <a:bodyPr/>
        <a:lstStyle/>
        <a:p>
          <a:endParaRPr lang="en-IN"/>
        </a:p>
      </dgm:t>
    </dgm:pt>
  </dgm:ptLst>
  <dgm:cxnLst>
    <dgm:cxn modelId="{FA2D25AE-20EF-46A7-9DBE-579303FCF078}" type="presOf" srcId="{5CDFC1A5-E9B8-4A32-AF48-E006805F2C00}" destId="{749C8C0C-AB46-4E9A-A7B1-7E240A428072}" srcOrd="1" destOrd="0" presId="urn:microsoft.com/office/officeart/2005/8/layout/pyramid1"/>
    <dgm:cxn modelId="{6FBA3C0D-12AA-45DA-B025-6ED5E48C6DFF}" type="presOf" srcId="{B3FF9EAD-F4B9-469C-9F57-092140EFF561}" destId="{3D9674DC-08EA-4DF4-AD38-F2613BD29895}" srcOrd="1" destOrd="0" presId="urn:microsoft.com/office/officeart/2005/8/layout/pyramid1"/>
    <dgm:cxn modelId="{796BE3E7-29A3-48D0-98AB-52605BEF7CD5}" srcId="{E15A649C-A6E7-4341-B346-B30F9E8E3ADF}" destId="{F540C552-AF6C-4503-95F9-93BA7E4FEC37}" srcOrd="0" destOrd="0" parTransId="{4C6610B9-5EBA-434E-BAB8-94F1094B3741}" sibTransId="{D7499D87-B529-40D9-9D92-B8E41F9357B9}"/>
    <dgm:cxn modelId="{4A27A280-E2D6-4964-AE4F-EEDCBBE23F3C}" type="presOf" srcId="{16D7DEA9-319B-4F49-9069-38CD694A8685}" destId="{3A341F7E-4C54-40F5-AD9E-991ABB54A05D}" srcOrd="0" destOrd="0" presId="urn:microsoft.com/office/officeart/2005/8/layout/pyramid1"/>
    <dgm:cxn modelId="{64E33F4D-DB27-4D84-A422-BAC4FBF1E445}" srcId="{E15A649C-A6E7-4341-B346-B30F9E8E3ADF}" destId="{B3FF9EAD-F4B9-469C-9F57-092140EFF561}" srcOrd="3" destOrd="0" parTransId="{4B9EF255-49C3-4DDD-8852-6EC80B9767C1}" sibTransId="{080BC00B-3904-4DAC-94F0-F4195EC2D55D}"/>
    <dgm:cxn modelId="{ED6FAD63-5688-40A9-A2E7-984D2E9A27FF}" type="presOf" srcId="{B3FF9EAD-F4B9-469C-9F57-092140EFF561}" destId="{63EFE22D-6F47-4E09-B597-5BD62950AE14}" srcOrd="0" destOrd="0" presId="urn:microsoft.com/office/officeart/2005/8/layout/pyramid1"/>
    <dgm:cxn modelId="{81C782AF-1DF0-45C4-99E2-B94DE480C07F}" type="presOf" srcId="{F540C552-AF6C-4503-95F9-93BA7E4FEC37}" destId="{C43BBA86-00D3-45F2-AB72-4DED05A1C90E}" srcOrd="0" destOrd="0" presId="urn:microsoft.com/office/officeart/2005/8/layout/pyramid1"/>
    <dgm:cxn modelId="{8BC1BA0D-BCB3-4731-AF8D-390F89E39284}" srcId="{E15A649C-A6E7-4341-B346-B30F9E8E3ADF}" destId="{16D7DEA9-319B-4F49-9069-38CD694A8685}" srcOrd="2" destOrd="0" parTransId="{C2526B37-1940-49E9-9948-87D48DCC8248}" sibTransId="{5E851ED0-D63A-4087-A572-60677A715D8D}"/>
    <dgm:cxn modelId="{CE2262C2-6998-43EA-9349-36CDEC06D6A1}" type="presOf" srcId="{F540C552-AF6C-4503-95F9-93BA7E4FEC37}" destId="{CA469351-A3F9-41D2-AEA3-481C0EE9740F}" srcOrd="1" destOrd="0" presId="urn:microsoft.com/office/officeart/2005/8/layout/pyramid1"/>
    <dgm:cxn modelId="{1E844B9C-549F-4FAE-B68C-41C1B0A9EDB5}" type="presOf" srcId="{E15A649C-A6E7-4341-B346-B30F9E8E3ADF}" destId="{17E047E4-CC09-416D-BE00-71A7170E7FD4}" srcOrd="0" destOrd="0" presId="urn:microsoft.com/office/officeart/2005/8/layout/pyramid1"/>
    <dgm:cxn modelId="{C53B91F8-B9F2-4143-8FD4-FBDD39A5CB8E}" srcId="{E15A649C-A6E7-4341-B346-B30F9E8E3ADF}" destId="{5CDFC1A5-E9B8-4A32-AF48-E006805F2C00}" srcOrd="1" destOrd="0" parTransId="{CF86260C-F5DD-4BBB-BD54-CF885A417F5F}" sibTransId="{B09030F2-14EB-4029-81E4-F1AACC951F22}"/>
    <dgm:cxn modelId="{F48A8EDA-1451-4EA8-89B8-6A70749BB395}" type="presOf" srcId="{5CDFC1A5-E9B8-4A32-AF48-E006805F2C00}" destId="{9393B459-D1CB-4EC5-AD9D-6E2E73F89943}" srcOrd="0" destOrd="0" presId="urn:microsoft.com/office/officeart/2005/8/layout/pyramid1"/>
    <dgm:cxn modelId="{7C39872A-9047-4AA1-A89E-42B3EC44F0FE}" type="presOf" srcId="{16D7DEA9-319B-4F49-9069-38CD694A8685}" destId="{E7C4C2B6-8D6F-4ACF-A8D5-B226A817C96C}" srcOrd="1" destOrd="0" presId="urn:microsoft.com/office/officeart/2005/8/layout/pyramid1"/>
    <dgm:cxn modelId="{14AE6F19-740F-4E8B-B3F8-3DB77FCFBD99}" type="presParOf" srcId="{17E047E4-CC09-416D-BE00-71A7170E7FD4}" destId="{B3866991-4D38-4A6B-8AEA-71B8E2C4C885}" srcOrd="0" destOrd="0" presId="urn:microsoft.com/office/officeart/2005/8/layout/pyramid1"/>
    <dgm:cxn modelId="{B9E9E918-A23F-41DC-B2C5-2CDC04DD408D}" type="presParOf" srcId="{B3866991-4D38-4A6B-8AEA-71B8E2C4C885}" destId="{C43BBA86-00D3-45F2-AB72-4DED05A1C90E}" srcOrd="0" destOrd="0" presId="urn:microsoft.com/office/officeart/2005/8/layout/pyramid1"/>
    <dgm:cxn modelId="{FE967832-508F-4897-B71D-B37A8AE92F4B}" type="presParOf" srcId="{B3866991-4D38-4A6B-8AEA-71B8E2C4C885}" destId="{CA469351-A3F9-41D2-AEA3-481C0EE9740F}" srcOrd="1" destOrd="0" presId="urn:microsoft.com/office/officeart/2005/8/layout/pyramid1"/>
    <dgm:cxn modelId="{2270D960-1462-4E02-B7C6-B1D4E1976AF5}" type="presParOf" srcId="{17E047E4-CC09-416D-BE00-71A7170E7FD4}" destId="{3027C6D2-6F35-4A85-9B46-CA1DC67D6167}" srcOrd="1" destOrd="0" presId="urn:microsoft.com/office/officeart/2005/8/layout/pyramid1"/>
    <dgm:cxn modelId="{530AA50F-4333-41B4-BCC3-C827737DD62C}" type="presParOf" srcId="{3027C6D2-6F35-4A85-9B46-CA1DC67D6167}" destId="{9393B459-D1CB-4EC5-AD9D-6E2E73F89943}" srcOrd="0" destOrd="0" presId="urn:microsoft.com/office/officeart/2005/8/layout/pyramid1"/>
    <dgm:cxn modelId="{E99B6495-D69B-4211-B8F7-5D2F669EA8EA}" type="presParOf" srcId="{3027C6D2-6F35-4A85-9B46-CA1DC67D6167}" destId="{749C8C0C-AB46-4E9A-A7B1-7E240A428072}" srcOrd="1" destOrd="0" presId="urn:microsoft.com/office/officeart/2005/8/layout/pyramid1"/>
    <dgm:cxn modelId="{85C1C1C7-F043-4A08-98CF-F9A94D516555}" type="presParOf" srcId="{17E047E4-CC09-416D-BE00-71A7170E7FD4}" destId="{F942162B-7606-4561-8315-BB82896ED00D}" srcOrd="2" destOrd="0" presId="urn:microsoft.com/office/officeart/2005/8/layout/pyramid1"/>
    <dgm:cxn modelId="{781EF80D-C477-4921-86B6-22AAE94D900C}" type="presParOf" srcId="{F942162B-7606-4561-8315-BB82896ED00D}" destId="{3A341F7E-4C54-40F5-AD9E-991ABB54A05D}" srcOrd="0" destOrd="0" presId="urn:microsoft.com/office/officeart/2005/8/layout/pyramid1"/>
    <dgm:cxn modelId="{A065DDFC-5343-4CCA-B0D5-215AB7E807C3}" type="presParOf" srcId="{F942162B-7606-4561-8315-BB82896ED00D}" destId="{E7C4C2B6-8D6F-4ACF-A8D5-B226A817C96C}" srcOrd="1" destOrd="0" presId="urn:microsoft.com/office/officeart/2005/8/layout/pyramid1"/>
    <dgm:cxn modelId="{2CF72BAC-EAC2-4578-9816-E145A8B625B6}" type="presParOf" srcId="{17E047E4-CC09-416D-BE00-71A7170E7FD4}" destId="{A6754B55-B639-4515-9EE8-684F90D85F76}" srcOrd="3" destOrd="0" presId="urn:microsoft.com/office/officeart/2005/8/layout/pyramid1"/>
    <dgm:cxn modelId="{7F2E8F19-8089-4CBF-A5A7-5D37E5C7FFC6}" type="presParOf" srcId="{A6754B55-B639-4515-9EE8-684F90D85F76}" destId="{63EFE22D-6F47-4E09-B597-5BD62950AE14}" srcOrd="0" destOrd="0" presId="urn:microsoft.com/office/officeart/2005/8/layout/pyramid1"/>
    <dgm:cxn modelId="{276DE56D-9DF1-4A57-A90C-232E27187BFD}" type="presParOf" srcId="{A6754B55-B639-4515-9EE8-684F90D85F76}" destId="{3D9674DC-08EA-4DF4-AD38-F2613BD29895}"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3"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smtClean="0"/>
            <a:t> </a:t>
          </a:r>
          <a:endParaRPr lang="en-IN" dirty="0"/>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smtClean="0"/>
            <a:t> </a:t>
          </a:r>
          <a:endParaRPr lang="en-IN" dirty="0"/>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smtClean="0"/>
            <a:t> </a:t>
          </a:r>
          <a:endParaRPr lang="en-IN" dirty="0"/>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smtClean="0"/>
            <a:t> </a:t>
          </a:r>
          <a:endParaRPr lang="en-IN" dirty="0"/>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4014249-21E6-417A-ADBE-03B53EE0BC6E}" type="pres">
      <dgm:prSet presAssocID="{E15A649C-A6E7-4341-B346-B30F9E8E3ADF}" presName="Name0" presStyleCnt="0">
        <dgm:presLayoutVars>
          <dgm:dir/>
          <dgm:animLvl val="lvl"/>
          <dgm:resizeHandles val="exact"/>
        </dgm:presLayoutVars>
      </dgm:prSet>
      <dgm:spPr/>
    </dgm:pt>
    <dgm:pt modelId="{E3105CBD-F396-4DC3-9767-BF8AE0A706E9}" type="pres">
      <dgm:prSet presAssocID="{F540C552-AF6C-4503-95F9-93BA7E4FEC37}" presName="Name8" presStyleCnt="0"/>
      <dgm:spPr/>
    </dgm:pt>
    <dgm:pt modelId="{00A2D402-A09E-4FA5-9CB2-D525D7868758}" type="pres">
      <dgm:prSet presAssocID="{F540C552-AF6C-4503-95F9-93BA7E4FEC37}" presName="level" presStyleLbl="node1" presStyleIdx="0" presStyleCnt="4" custLinFactNeighborX="1782">
        <dgm:presLayoutVars>
          <dgm:chMax val="1"/>
          <dgm:bulletEnabled val="1"/>
        </dgm:presLayoutVars>
      </dgm:prSet>
      <dgm:spPr/>
      <dgm:t>
        <a:bodyPr/>
        <a:lstStyle/>
        <a:p>
          <a:endParaRPr lang="en-IN"/>
        </a:p>
      </dgm:t>
    </dgm:pt>
    <dgm:pt modelId="{6BB872BE-8E39-48AE-A940-641EE36A2B5A}" type="pres">
      <dgm:prSet presAssocID="{F540C552-AF6C-4503-95F9-93BA7E4FEC37}" presName="levelTx" presStyleLbl="revTx" presStyleIdx="0" presStyleCnt="0">
        <dgm:presLayoutVars>
          <dgm:chMax val="1"/>
          <dgm:bulletEnabled val="1"/>
        </dgm:presLayoutVars>
      </dgm:prSet>
      <dgm:spPr/>
      <dgm:t>
        <a:bodyPr/>
        <a:lstStyle/>
        <a:p>
          <a:endParaRPr lang="en-IN"/>
        </a:p>
      </dgm:t>
    </dgm:pt>
    <dgm:pt modelId="{35BAD742-67A8-4B19-957C-B7DA34D5D08E}" type="pres">
      <dgm:prSet presAssocID="{5CDFC1A5-E9B8-4A32-AF48-E006805F2C00}" presName="Name8" presStyleCnt="0"/>
      <dgm:spPr/>
    </dgm:pt>
    <dgm:pt modelId="{9A2F4F5B-929B-4B98-911C-491D3B3C7DCC}" type="pres">
      <dgm:prSet presAssocID="{5CDFC1A5-E9B8-4A32-AF48-E006805F2C00}" presName="level" presStyleLbl="node1" presStyleIdx="1" presStyleCnt="4">
        <dgm:presLayoutVars>
          <dgm:chMax val="1"/>
          <dgm:bulletEnabled val="1"/>
        </dgm:presLayoutVars>
      </dgm:prSet>
      <dgm:spPr/>
      <dgm:t>
        <a:bodyPr/>
        <a:lstStyle/>
        <a:p>
          <a:endParaRPr lang="en-IN"/>
        </a:p>
      </dgm:t>
    </dgm:pt>
    <dgm:pt modelId="{02743C8E-279B-41EB-BA71-33DEFC213EC1}" type="pres">
      <dgm:prSet presAssocID="{5CDFC1A5-E9B8-4A32-AF48-E006805F2C00}" presName="levelTx" presStyleLbl="revTx" presStyleIdx="0" presStyleCnt="0">
        <dgm:presLayoutVars>
          <dgm:chMax val="1"/>
          <dgm:bulletEnabled val="1"/>
        </dgm:presLayoutVars>
      </dgm:prSet>
      <dgm:spPr/>
      <dgm:t>
        <a:bodyPr/>
        <a:lstStyle/>
        <a:p>
          <a:endParaRPr lang="en-IN"/>
        </a:p>
      </dgm:t>
    </dgm:pt>
    <dgm:pt modelId="{48D8B3B4-CCC7-4F3A-B97D-69D499DEE7A4}" type="pres">
      <dgm:prSet presAssocID="{16D7DEA9-319B-4F49-9069-38CD694A8685}" presName="Name8" presStyleCnt="0"/>
      <dgm:spPr/>
    </dgm:pt>
    <dgm:pt modelId="{D8BCD837-BF1B-4A06-A28A-3E0CD4329CE7}" type="pres">
      <dgm:prSet presAssocID="{16D7DEA9-319B-4F49-9069-38CD694A8685}" presName="level" presStyleLbl="node1" presStyleIdx="2" presStyleCnt="4">
        <dgm:presLayoutVars>
          <dgm:chMax val="1"/>
          <dgm:bulletEnabled val="1"/>
        </dgm:presLayoutVars>
      </dgm:prSet>
      <dgm:spPr/>
      <dgm:t>
        <a:bodyPr/>
        <a:lstStyle/>
        <a:p>
          <a:endParaRPr lang="en-IN"/>
        </a:p>
      </dgm:t>
    </dgm:pt>
    <dgm:pt modelId="{22026FFD-7723-45B8-B8EE-C6A8B820A3A0}" type="pres">
      <dgm:prSet presAssocID="{16D7DEA9-319B-4F49-9069-38CD694A8685}" presName="levelTx" presStyleLbl="revTx" presStyleIdx="0" presStyleCnt="0">
        <dgm:presLayoutVars>
          <dgm:chMax val="1"/>
          <dgm:bulletEnabled val="1"/>
        </dgm:presLayoutVars>
      </dgm:prSet>
      <dgm:spPr/>
      <dgm:t>
        <a:bodyPr/>
        <a:lstStyle/>
        <a:p>
          <a:endParaRPr lang="en-IN"/>
        </a:p>
      </dgm:t>
    </dgm:pt>
    <dgm:pt modelId="{C20DF706-31BB-43DF-B349-66075A7BFA7D}" type="pres">
      <dgm:prSet presAssocID="{B3FF9EAD-F4B9-469C-9F57-092140EFF561}" presName="Name8" presStyleCnt="0"/>
      <dgm:spPr/>
    </dgm:pt>
    <dgm:pt modelId="{90209C77-665E-4C8D-B911-F056A0C00AE4}" type="pres">
      <dgm:prSet presAssocID="{B3FF9EAD-F4B9-469C-9F57-092140EFF561}" presName="level" presStyleLbl="node1" presStyleIdx="3" presStyleCnt="4">
        <dgm:presLayoutVars>
          <dgm:chMax val="1"/>
          <dgm:bulletEnabled val="1"/>
        </dgm:presLayoutVars>
      </dgm:prSet>
      <dgm:spPr/>
      <dgm:t>
        <a:bodyPr/>
        <a:lstStyle/>
        <a:p>
          <a:endParaRPr lang="en-IN"/>
        </a:p>
      </dgm:t>
    </dgm:pt>
    <dgm:pt modelId="{964B7274-D57F-468D-94A2-FE3EF032BF01}" type="pres">
      <dgm:prSet presAssocID="{B3FF9EAD-F4B9-469C-9F57-092140EFF561}" presName="levelTx" presStyleLbl="revTx" presStyleIdx="0" presStyleCnt="0">
        <dgm:presLayoutVars>
          <dgm:chMax val="1"/>
          <dgm:bulletEnabled val="1"/>
        </dgm:presLayoutVars>
      </dgm:prSet>
      <dgm:spPr/>
      <dgm:t>
        <a:bodyPr/>
        <a:lstStyle/>
        <a:p>
          <a:endParaRPr lang="en-IN"/>
        </a:p>
      </dgm:t>
    </dgm:pt>
  </dgm:ptLst>
  <dgm:cxnLst>
    <dgm:cxn modelId="{EF3E5DAD-6D41-493F-9A6A-35BAB08157A2}" type="presOf" srcId="{F540C552-AF6C-4503-95F9-93BA7E4FEC37}" destId="{00A2D402-A09E-4FA5-9CB2-D525D7868758}" srcOrd="0" destOrd="0" presId="urn:microsoft.com/office/officeart/2005/8/layout/pyramid3"/>
    <dgm:cxn modelId="{CA168F8A-6438-44FE-8D1A-B01A2B44C2DF}" type="presOf" srcId="{B3FF9EAD-F4B9-469C-9F57-092140EFF561}" destId="{90209C77-665E-4C8D-B911-F056A0C00AE4}" srcOrd="0" destOrd="0" presId="urn:microsoft.com/office/officeart/2005/8/layout/pyramid3"/>
    <dgm:cxn modelId="{E272FAB2-B0E7-4517-9329-670721AC9C5C}" type="presOf" srcId="{F540C552-AF6C-4503-95F9-93BA7E4FEC37}" destId="{6BB872BE-8E39-48AE-A940-641EE36A2B5A}" srcOrd="1" destOrd="0" presId="urn:microsoft.com/office/officeart/2005/8/layout/pyramid3"/>
    <dgm:cxn modelId="{49C41593-5FC1-4AE4-AA6C-6EACF2864F37}" type="presOf" srcId="{16D7DEA9-319B-4F49-9069-38CD694A8685}" destId="{D8BCD837-BF1B-4A06-A28A-3E0CD4329CE7}" srcOrd="0" destOrd="0" presId="urn:microsoft.com/office/officeart/2005/8/layout/pyramid3"/>
    <dgm:cxn modelId="{796BE3E7-29A3-48D0-98AB-52605BEF7CD5}" srcId="{E15A649C-A6E7-4341-B346-B30F9E8E3ADF}" destId="{F540C552-AF6C-4503-95F9-93BA7E4FEC37}" srcOrd="0" destOrd="0" parTransId="{4C6610B9-5EBA-434E-BAB8-94F1094B3741}" sibTransId="{D7499D87-B529-40D9-9D92-B8E41F9357B9}"/>
    <dgm:cxn modelId="{96C03EE3-1A74-4D6B-920F-81CAD3C57F01}" type="presOf" srcId="{5CDFC1A5-E9B8-4A32-AF48-E006805F2C00}" destId="{9A2F4F5B-929B-4B98-911C-491D3B3C7DCC}" srcOrd="0" destOrd="0" presId="urn:microsoft.com/office/officeart/2005/8/layout/pyramid3"/>
    <dgm:cxn modelId="{64E33F4D-DB27-4D84-A422-BAC4FBF1E445}" srcId="{E15A649C-A6E7-4341-B346-B30F9E8E3ADF}" destId="{B3FF9EAD-F4B9-469C-9F57-092140EFF561}" srcOrd="3" destOrd="0" parTransId="{4B9EF255-49C3-4DDD-8852-6EC80B9767C1}" sibTransId="{080BC00B-3904-4DAC-94F0-F4195EC2D55D}"/>
    <dgm:cxn modelId="{B9D0245C-90CE-4829-9F95-F2F64685BE98}" type="presOf" srcId="{B3FF9EAD-F4B9-469C-9F57-092140EFF561}" destId="{964B7274-D57F-468D-94A2-FE3EF032BF01}" srcOrd="1" destOrd="0" presId="urn:microsoft.com/office/officeart/2005/8/layout/pyramid3"/>
    <dgm:cxn modelId="{78E27203-41AC-4DBA-893E-94628E71ED4D}" type="presOf" srcId="{E15A649C-A6E7-4341-B346-B30F9E8E3ADF}" destId="{14014249-21E6-417A-ADBE-03B53EE0BC6E}" srcOrd="0" destOrd="0" presId="urn:microsoft.com/office/officeart/2005/8/layout/pyramid3"/>
    <dgm:cxn modelId="{B4CA749A-D4DA-4C6A-959C-2BE4E06CF705}" type="presOf" srcId="{5CDFC1A5-E9B8-4A32-AF48-E006805F2C00}" destId="{02743C8E-279B-41EB-BA71-33DEFC213EC1}" srcOrd="1" destOrd="0" presId="urn:microsoft.com/office/officeart/2005/8/layout/pyramid3"/>
    <dgm:cxn modelId="{8BC1BA0D-BCB3-4731-AF8D-390F89E39284}" srcId="{E15A649C-A6E7-4341-B346-B30F9E8E3ADF}" destId="{16D7DEA9-319B-4F49-9069-38CD694A8685}" srcOrd="2" destOrd="0" parTransId="{C2526B37-1940-49E9-9948-87D48DCC8248}" sibTransId="{5E851ED0-D63A-4087-A572-60677A715D8D}"/>
    <dgm:cxn modelId="{98C085EA-09C7-4A57-95EA-9086D9D9CA81}" type="presOf" srcId="{16D7DEA9-319B-4F49-9069-38CD694A8685}" destId="{22026FFD-7723-45B8-B8EE-C6A8B820A3A0}" srcOrd="1" destOrd="0" presId="urn:microsoft.com/office/officeart/2005/8/layout/pyramid3"/>
    <dgm:cxn modelId="{C53B91F8-B9F2-4143-8FD4-FBDD39A5CB8E}" srcId="{E15A649C-A6E7-4341-B346-B30F9E8E3ADF}" destId="{5CDFC1A5-E9B8-4A32-AF48-E006805F2C00}" srcOrd="1" destOrd="0" parTransId="{CF86260C-F5DD-4BBB-BD54-CF885A417F5F}" sibTransId="{B09030F2-14EB-4029-81E4-F1AACC951F22}"/>
    <dgm:cxn modelId="{6DBC0690-E5BB-487B-B050-468602315E51}" type="presParOf" srcId="{14014249-21E6-417A-ADBE-03B53EE0BC6E}" destId="{E3105CBD-F396-4DC3-9767-BF8AE0A706E9}" srcOrd="0" destOrd="0" presId="urn:microsoft.com/office/officeart/2005/8/layout/pyramid3"/>
    <dgm:cxn modelId="{C813C5BD-ABF1-46C8-9EE7-C956058E53FD}" type="presParOf" srcId="{E3105CBD-F396-4DC3-9767-BF8AE0A706E9}" destId="{00A2D402-A09E-4FA5-9CB2-D525D7868758}" srcOrd="0" destOrd="0" presId="urn:microsoft.com/office/officeart/2005/8/layout/pyramid3"/>
    <dgm:cxn modelId="{23AF4ECD-4C4D-41DA-BA70-AE8E2ED6C541}" type="presParOf" srcId="{E3105CBD-F396-4DC3-9767-BF8AE0A706E9}" destId="{6BB872BE-8E39-48AE-A940-641EE36A2B5A}" srcOrd="1" destOrd="0" presId="urn:microsoft.com/office/officeart/2005/8/layout/pyramid3"/>
    <dgm:cxn modelId="{7CFC3FF4-D8F7-40A7-BA13-BD738D1E6974}" type="presParOf" srcId="{14014249-21E6-417A-ADBE-03B53EE0BC6E}" destId="{35BAD742-67A8-4B19-957C-B7DA34D5D08E}" srcOrd="1" destOrd="0" presId="urn:microsoft.com/office/officeart/2005/8/layout/pyramid3"/>
    <dgm:cxn modelId="{53FA1B0D-7E65-410A-9FB2-9D12E44BA180}" type="presParOf" srcId="{35BAD742-67A8-4B19-957C-B7DA34D5D08E}" destId="{9A2F4F5B-929B-4B98-911C-491D3B3C7DCC}" srcOrd="0" destOrd="0" presId="urn:microsoft.com/office/officeart/2005/8/layout/pyramid3"/>
    <dgm:cxn modelId="{9A2D2091-1E19-4F44-9ED2-250A77DA281E}" type="presParOf" srcId="{35BAD742-67A8-4B19-957C-B7DA34D5D08E}" destId="{02743C8E-279B-41EB-BA71-33DEFC213EC1}" srcOrd="1" destOrd="0" presId="urn:microsoft.com/office/officeart/2005/8/layout/pyramid3"/>
    <dgm:cxn modelId="{10ABEF22-A639-411A-8EFD-DC98B0B62E1A}" type="presParOf" srcId="{14014249-21E6-417A-ADBE-03B53EE0BC6E}" destId="{48D8B3B4-CCC7-4F3A-B97D-69D499DEE7A4}" srcOrd="2" destOrd="0" presId="urn:microsoft.com/office/officeart/2005/8/layout/pyramid3"/>
    <dgm:cxn modelId="{B456D064-64AA-4EAF-B39D-2E361FAA2D67}" type="presParOf" srcId="{48D8B3B4-CCC7-4F3A-B97D-69D499DEE7A4}" destId="{D8BCD837-BF1B-4A06-A28A-3E0CD4329CE7}" srcOrd="0" destOrd="0" presId="urn:microsoft.com/office/officeart/2005/8/layout/pyramid3"/>
    <dgm:cxn modelId="{875A9061-74E0-4582-AA8A-39EC92843DE4}" type="presParOf" srcId="{48D8B3B4-CCC7-4F3A-B97D-69D499DEE7A4}" destId="{22026FFD-7723-45B8-B8EE-C6A8B820A3A0}" srcOrd="1" destOrd="0" presId="urn:microsoft.com/office/officeart/2005/8/layout/pyramid3"/>
    <dgm:cxn modelId="{BB01E46A-49E1-432C-9571-FF1C745A3577}" type="presParOf" srcId="{14014249-21E6-417A-ADBE-03B53EE0BC6E}" destId="{C20DF706-31BB-43DF-B349-66075A7BFA7D}" srcOrd="3" destOrd="0" presId="urn:microsoft.com/office/officeart/2005/8/layout/pyramid3"/>
    <dgm:cxn modelId="{CE16EADE-AF8C-4AD0-A177-B422122AED5C}" type="presParOf" srcId="{C20DF706-31BB-43DF-B349-66075A7BFA7D}" destId="{90209C77-665E-4C8D-B911-F056A0C00AE4}" srcOrd="0" destOrd="0" presId="urn:microsoft.com/office/officeart/2005/8/layout/pyramid3"/>
    <dgm:cxn modelId="{8912F47B-C3C9-40E0-9F72-7011A5695E40}" type="presParOf" srcId="{C20DF706-31BB-43DF-B349-66075A7BFA7D}" destId="{964B7274-D57F-468D-94A2-FE3EF032BF01}" srcOrd="1" destOrd="0" presId="urn:microsoft.com/office/officeart/2005/8/layout/pyramid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1"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smtClean="0"/>
            <a:t> </a:t>
          </a:r>
          <a:endParaRPr lang="en-IN" dirty="0"/>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smtClean="0"/>
            <a:t> </a:t>
          </a:r>
          <a:endParaRPr lang="en-IN" dirty="0"/>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smtClean="0"/>
            <a:t> </a:t>
          </a:r>
          <a:endParaRPr lang="en-IN" dirty="0"/>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smtClean="0"/>
            <a:t> </a:t>
          </a:r>
          <a:endParaRPr lang="en-IN" dirty="0"/>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7E047E4-CC09-416D-BE00-71A7170E7FD4}" type="pres">
      <dgm:prSet presAssocID="{E15A649C-A6E7-4341-B346-B30F9E8E3ADF}" presName="Name0" presStyleCnt="0">
        <dgm:presLayoutVars>
          <dgm:dir/>
          <dgm:animLvl val="lvl"/>
          <dgm:resizeHandles val="exact"/>
        </dgm:presLayoutVars>
      </dgm:prSet>
      <dgm:spPr/>
    </dgm:pt>
    <dgm:pt modelId="{B3866991-4D38-4A6B-8AEA-71B8E2C4C885}" type="pres">
      <dgm:prSet presAssocID="{F540C552-AF6C-4503-95F9-93BA7E4FEC37}" presName="Name8" presStyleCnt="0"/>
      <dgm:spPr/>
    </dgm:pt>
    <dgm:pt modelId="{C43BBA86-00D3-45F2-AB72-4DED05A1C90E}" type="pres">
      <dgm:prSet presAssocID="{F540C552-AF6C-4503-95F9-93BA7E4FEC37}" presName="level" presStyleLbl="node1" presStyleIdx="0" presStyleCnt="4">
        <dgm:presLayoutVars>
          <dgm:chMax val="1"/>
          <dgm:bulletEnabled val="1"/>
        </dgm:presLayoutVars>
      </dgm:prSet>
      <dgm:spPr/>
      <dgm:t>
        <a:bodyPr/>
        <a:lstStyle/>
        <a:p>
          <a:endParaRPr lang="en-IN"/>
        </a:p>
      </dgm:t>
    </dgm:pt>
    <dgm:pt modelId="{CA469351-A3F9-41D2-AEA3-481C0EE9740F}" type="pres">
      <dgm:prSet presAssocID="{F540C552-AF6C-4503-95F9-93BA7E4FEC37}" presName="levelTx" presStyleLbl="revTx" presStyleIdx="0" presStyleCnt="0">
        <dgm:presLayoutVars>
          <dgm:chMax val="1"/>
          <dgm:bulletEnabled val="1"/>
        </dgm:presLayoutVars>
      </dgm:prSet>
      <dgm:spPr/>
      <dgm:t>
        <a:bodyPr/>
        <a:lstStyle/>
        <a:p>
          <a:endParaRPr lang="en-IN"/>
        </a:p>
      </dgm:t>
    </dgm:pt>
    <dgm:pt modelId="{3027C6D2-6F35-4A85-9B46-CA1DC67D6167}" type="pres">
      <dgm:prSet presAssocID="{5CDFC1A5-E9B8-4A32-AF48-E006805F2C00}" presName="Name8" presStyleCnt="0"/>
      <dgm:spPr/>
    </dgm:pt>
    <dgm:pt modelId="{9393B459-D1CB-4EC5-AD9D-6E2E73F89943}" type="pres">
      <dgm:prSet presAssocID="{5CDFC1A5-E9B8-4A32-AF48-E006805F2C00}" presName="level" presStyleLbl="node1" presStyleIdx="1" presStyleCnt="4">
        <dgm:presLayoutVars>
          <dgm:chMax val="1"/>
          <dgm:bulletEnabled val="1"/>
        </dgm:presLayoutVars>
      </dgm:prSet>
      <dgm:spPr/>
      <dgm:t>
        <a:bodyPr/>
        <a:lstStyle/>
        <a:p>
          <a:endParaRPr lang="en-IN"/>
        </a:p>
      </dgm:t>
    </dgm:pt>
    <dgm:pt modelId="{749C8C0C-AB46-4E9A-A7B1-7E240A428072}" type="pres">
      <dgm:prSet presAssocID="{5CDFC1A5-E9B8-4A32-AF48-E006805F2C00}" presName="levelTx" presStyleLbl="revTx" presStyleIdx="0" presStyleCnt="0">
        <dgm:presLayoutVars>
          <dgm:chMax val="1"/>
          <dgm:bulletEnabled val="1"/>
        </dgm:presLayoutVars>
      </dgm:prSet>
      <dgm:spPr/>
      <dgm:t>
        <a:bodyPr/>
        <a:lstStyle/>
        <a:p>
          <a:endParaRPr lang="en-IN"/>
        </a:p>
      </dgm:t>
    </dgm:pt>
    <dgm:pt modelId="{F942162B-7606-4561-8315-BB82896ED00D}" type="pres">
      <dgm:prSet presAssocID="{16D7DEA9-319B-4F49-9069-38CD694A8685}" presName="Name8" presStyleCnt="0"/>
      <dgm:spPr/>
    </dgm:pt>
    <dgm:pt modelId="{3A341F7E-4C54-40F5-AD9E-991ABB54A05D}" type="pres">
      <dgm:prSet presAssocID="{16D7DEA9-319B-4F49-9069-38CD694A8685}" presName="level" presStyleLbl="node1" presStyleIdx="2" presStyleCnt="4">
        <dgm:presLayoutVars>
          <dgm:chMax val="1"/>
          <dgm:bulletEnabled val="1"/>
        </dgm:presLayoutVars>
      </dgm:prSet>
      <dgm:spPr/>
      <dgm:t>
        <a:bodyPr/>
        <a:lstStyle/>
        <a:p>
          <a:endParaRPr lang="en-IN"/>
        </a:p>
      </dgm:t>
    </dgm:pt>
    <dgm:pt modelId="{E7C4C2B6-8D6F-4ACF-A8D5-B226A817C96C}" type="pres">
      <dgm:prSet presAssocID="{16D7DEA9-319B-4F49-9069-38CD694A8685}" presName="levelTx" presStyleLbl="revTx" presStyleIdx="0" presStyleCnt="0">
        <dgm:presLayoutVars>
          <dgm:chMax val="1"/>
          <dgm:bulletEnabled val="1"/>
        </dgm:presLayoutVars>
      </dgm:prSet>
      <dgm:spPr/>
      <dgm:t>
        <a:bodyPr/>
        <a:lstStyle/>
        <a:p>
          <a:endParaRPr lang="en-IN"/>
        </a:p>
      </dgm:t>
    </dgm:pt>
    <dgm:pt modelId="{A6754B55-B639-4515-9EE8-684F90D85F76}" type="pres">
      <dgm:prSet presAssocID="{B3FF9EAD-F4B9-469C-9F57-092140EFF561}" presName="Name8" presStyleCnt="0"/>
      <dgm:spPr/>
    </dgm:pt>
    <dgm:pt modelId="{63EFE22D-6F47-4E09-B597-5BD62950AE14}" type="pres">
      <dgm:prSet presAssocID="{B3FF9EAD-F4B9-469C-9F57-092140EFF561}" presName="level" presStyleLbl="node1" presStyleIdx="3" presStyleCnt="4">
        <dgm:presLayoutVars>
          <dgm:chMax val="1"/>
          <dgm:bulletEnabled val="1"/>
        </dgm:presLayoutVars>
      </dgm:prSet>
      <dgm:spPr/>
      <dgm:t>
        <a:bodyPr/>
        <a:lstStyle/>
        <a:p>
          <a:endParaRPr lang="en-IN"/>
        </a:p>
      </dgm:t>
    </dgm:pt>
    <dgm:pt modelId="{3D9674DC-08EA-4DF4-AD38-F2613BD29895}" type="pres">
      <dgm:prSet presAssocID="{B3FF9EAD-F4B9-469C-9F57-092140EFF561}" presName="levelTx" presStyleLbl="revTx" presStyleIdx="0" presStyleCnt="0">
        <dgm:presLayoutVars>
          <dgm:chMax val="1"/>
          <dgm:bulletEnabled val="1"/>
        </dgm:presLayoutVars>
      </dgm:prSet>
      <dgm:spPr/>
      <dgm:t>
        <a:bodyPr/>
        <a:lstStyle/>
        <a:p>
          <a:endParaRPr lang="en-IN"/>
        </a:p>
      </dgm:t>
    </dgm:pt>
  </dgm:ptLst>
  <dgm:cxnLst>
    <dgm:cxn modelId="{5AB64A92-C477-4475-A7A9-F7F5FDCF5210}" type="presOf" srcId="{16D7DEA9-319B-4F49-9069-38CD694A8685}" destId="{E7C4C2B6-8D6F-4ACF-A8D5-B226A817C96C}" srcOrd="1" destOrd="0" presId="urn:microsoft.com/office/officeart/2005/8/layout/pyramid1"/>
    <dgm:cxn modelId="{4C34E5DF-E10F-459D-8C24-5B6C0C44FBE9}" type="presOf" srcId="{16D7DEA9-319B-4F49-9069-38CD694A8685}" destId="{3A341F7E-4C54-40F5-AD9E-991ABB54A05D}" srcOrd="0" destOrd="0" presId="urn:microsoft.com/office/officeart/2005/8/layout/pyramid1"/>
    <dgm:cxn modelId="{796BE3E7-29A3-48D0-98AB-52605BEF7CD5}" srcId="{E15A649C-A6E7-4341-B346-B30F9E8E3ADF}" destId="{F540C552-AF6C-4503-95F9-93BA7E4FEC37}" srcOrd="0" destOrd="0" parTransId="{4C6610B9-5EBA-434E-BAB8-94F1094B3741}" sibTransId="{D7499D87-B529-40D9-9D92-B8E41F9357B9}"/>
    <dgm:cxn modelId="{7C867DF5-0709-4CF3-B3CA-6E3B56714DB3}" type="presOf" srcId="{5CDFC1A5-E9B8-4A32-AF48-E006805F2C00}" destId="{9393B459-D1CB-4EC5-AD9D-6E2E73F89943}" srcOrd="0" destOrd="0" presId="urn:microsoft.com/office/officeart/2005/8/layout/pyramid1"/>
    <dgm:cxn modelId="{64E33F4D-DB27-4D84-A422-BAC4FBF1E445}" srcId="{E15A649C-A6E7-4341-B346-B30F9E8E3ADF}" destId="{B3FF9EAD-F4B9-469C-9F57-092140EFF561}" srcOrd="3" destOrd="0" parTransId="{4B9EF255-49C3-4DDD-8852-6EC80B9767C1}" sibTransId="{080BC00B-3904-4DAC-94F0-F4195EC2D55D}"/>
    <dgm:cxn modelId="{4F4BE2F5-B16F-4CC2-BE0F-1BB63D6EE798}" type="presOf" srcId="{5CDFC1A5-E9B8-4A32-AF48-E006805F2C00}" destId="{749C8C0C-AB46-4E9A-A7B1-7E240A428072}" srcOrd="1" destOrd="0" presId="urn:microsoft.com/office/officeart/2005/8/layout/pyramid1"/>
    <dgm:cxn modelId="{3F516844-2265-435A-A429-02A7569D40D3}" type="presOf" srcId="{F540C552-AF6C-4503-95F9-93BA7E4FEC37}" destId="{C43BBA86-00D3-45F2-AB72-4DED05A1C90E}" srcOrd="0" destOrd="0" presId="urn:microsoft.com/office/officeart/2005/8/layout/pyramid1"/>
    <dgm:cxn modelId="{2F3FD086-C0F3-4314-98FF-E5C2BD79CD02}" type="presOf" srcId="{B3FF9EAD-F4B9-469C-9F57-092140EFF561}" destId="{63EFE22D-6F47-4E09-B597-5BD62950AE14}" srcOrd="0" destOrd="0" presId="urn:microsoft.com/office/officeart/2005/8/layout/pyramid1"/>
    <dgm:cxn modelId="{A66E98E9-9E21-4752-91EB-DA28A4CCCBB3}" type="presOf" srcId="{B3FF9EAD-F4B9-469C-9F57-092140EFF561}" destId="{3D9674DC-08EA-4DF4-AD38-F2613BD29895}" srcOrd="1" destOrd="0" presId="urn:microsoft.com/office/officeart/2005/8/layout/pyramid1"/>
    <dgm:cxn modelId="{8BC1BA0D-BCB3-4731-AF8D-390F89E39284}" srcId="{E15A649C-A6E7-4341-B346-B30F9E8E3ADF}" destId="{16D7DEA9-319B-4F49-9069-38CD694A8685}" srcOrd="2" destOrd="0" parTransId="{C2526B37-1940-49E9-9948-87D48DCC8248}" sibTransId="{5E851ED0-D63A-4087-A572-60677A715D8D}"/>
    <dgm:cxn modelId="{672E0277-20DA-4806-ACC8-845A4E7BC872}" type="presOf" srcId="{F540C552-AF6C-4503-95F9-93BA7E4FEC37}" destId="{CA469351-A3F9-41D2-AEA3-481C0EE9740F}" srcOrd="1" destOrd="0" presId="urn:microsoft.com/office/officeart/2005/8/layout/pyramid1"/>
    <dgm:cxn modelId="{C53B91F8-B9F2-4143-8FD4-FBDD39A5CB8E}" srcId="{E15A649C-A6E7-4341-B346-B30F9E8E3ADF}" destId="{5CDFC1A5-E9B8-4A32-AF48-E006805F2C00}" srcOrd="1" destOrd="0" parTransId="{CF86260C-F5DD-4BBB-BD54-CF885A417F5F}" sibTransId="{B09030F2-14EB-4029-81E4-F1AACC951F22}"/>
    <dgm:cxn modelId="{902F2C3A-09AD-455B-844C-53D61B4CB62C}" type="presOf" srcId="{E15A649C-A6E7-4341-B346-B30F9E8E3ADF}" destId="{17E047E4-CC09-416D-BE00-71A7170E7FD4}" srcOrd="0" destOrd="0" presId="urn:microsoft.com/office/officeart/2005/8/layout/pyramid1"/>
    <dgm:cxn modelId="{E89F2273-2AD4-4A37-869F-9682ECC8D6DB}" type="presParOf" srcId="{17E047E4-CC09-416D-BE00-71A7170E7FD4}" destId="{B3866991-4D38-4A6B-8AEA-71B8E2C4C885}" srcOrd="0" destOrd="0" presId="urn:microsoft.com/office/officeart/2005/8/layout/pyramid1"/>
    <dgm:cxn modelId="{5F8AC2A0-C37A-446E-A9DC-77F72462C0DC}" type="presParOf" srcId="{B3866991-4D38-4A6B-8AEA-71B8E2C4C885}" destId="{C43BBA86-00D3-45F2-AB72-4DED05A1C90E}" srcOrd="0" destOrd="0" presId="urn:microsoft.com/office/officeart/2005/8/layout/pyramid1"/>
    <dgm:cxn modelId="{FAFB5483-EA85-4EC7-905D-5E0C57B085E3}" type="presParOf" srcId="{B3866991-4D38-4A6B-8AEA-71B8E2C4C885}" destId="{CA469351-A3F9-41D2-AEA3-481C0EE9740F}" srcOrd="1" destOrd="0" presId="urn:microsoft.com/office/officeart/2005/8/layout/pyramid1"/>
    <dgm:cxn modelId="{8063C657-F808-4B5A-8F64-F465D479383D}" type="presParOf" srcId="{17E047E4-CC09-416D-BE00-71A7170E7FD4}" destId="{3027C6D2-6F35-4A85-9B46-CA1DC67D6167}" srcOrd="1" destOrd="0" presId="urn:microsoft.com/office/officeart/2005/8/layout/pyramid1"/>
    <dgm:cxn modelId="{B6A3676A-9A7A-4634-81FE-AB45DD72E837}" type="presParOf" srcId="{3027C6D2-6F35-4A85-9B46-CA1DC67D6167}" destId="{9393B459-D1CB-4EC5-AD9D-6E2E73F89943}" srcOrd="0" destOrd="0" presId="urn:microsoft.com/office/officeart/2005/8/layout/pyramid1"/>
    <dgm:cxn modelId="{16453B0F-6FCB-4630-8356-E0DEAE339C12}" type="presParOf" srcId="{3027C6D2-6F35-4A85-9B46-CA1DC67D6167}" destId="{749C8C0C-AB46-4E9A-A7B1-7E240A428072}" srcOrd="1" destOrd="0" presId="urn:microsoft.com/office/officeart/2005/8/layout/pyramid1"/>
    <dgm:cxn modelId="{C417F335-3378-4C54-8793-1412D101AB65}" type="presParOf" srcId="{17E047E4-CC09-416D-BE00-71A7170E7FD4}" destId="{F942162B-7606-4561-8315-BB82896ED00D}" srcOrd="2" destOrd="0" presId="urn:microsoft.com/office/officeart/2005/8/layout/pyramid1"/>
    <dgm:cxn modelId="{89BFDA1D-5314-4744-85B3-8E9E95D3E637}" type="presParOf" srcId="{F942162B-7606-4561-8315-BB82896ED00D}" destId="{3A341F7E-4C54-40F5-AD9E-991ABB54A05D}" srcOrd="0" destOrd="0" presId="urn:microsoft.com/office/officeart/2005/8/layout/pyramid1"/>
    <dgm:cxn modelId="{F0A2355C-984D-4511-A79B-67169A8330C6}" type="presParOf" srcId="{F942162B-7606-4561-8315-BB82896ED00D}" destId="{E7C4C2B6-8D6F-4ACF-A8D5-B226A817C96C}" srcOrd="1" destOrd="0" presId="urn:microsoft.com/office/officeart/2005/8/layout/pyramid1"/>
    <dgm:cxn modelId="{36DEAC18-9829-4034-B0B3-5151476A508A}" type="presParOf" srcId="{17E047E4-CC09-416D-BE00-71A7170E7FD4}" destId="{A6754B55-B639-4515-9EE8-684F90D85F76}" srcOrd="3" destOrd="0" presId="urn:microsoft.com/office/officeart/2005/8/layout/pyramid1"/>
    <dgm:cxn modelId="{AA9F8EF2-4DC9-4BEC-801C-774AF1D4D9D7}" type="presParOf" srcId="{A6754B55-B639-4515-9EE8-684F90D85F76}" destId="{63EFE22D-6F47-4E09-B597-5BD62950AE14}" srcOrd="0" destOrd="0" presId="urn:microsoft.com/office/officeart/2005/8/layout/pyramid1"/>
    <dgm:cxn modelId="{8EE21211-C965-46AF-B3B9-F1771EEFADF4}" type="presParOf" srcId="{A6754B55-B639-4515-9EE8-684F90D85F76}" destId="{3D9674DC-08EA-4DF4-AD38-F2613BD29895}" srcOrd="1" destOrd="0" presId="urn:microsoft.com/office/officeart/2005/8/layout/pyramid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BBA86-00D3-45F2-AB72-4DED05A1C90E}">
      <dsp:nvSpPr>
        <dsp:cNvPr id="0" name=""/>
        <dsp:cNvSpPr/>
      </dsp:nvSpPr>
      <dsp:spPr>
        <a:xfrm>
          <a:off x="585611" y="0"/>
          <a:ext cx="390407" cy="1010388"/>
        </a:xfrm>
        <a:prstGeom prst="trapezoid">
          <a:avLst>
            <a:gd name="adj" fmla="val 5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585611" y="0"/>
        <a:ext cx="390407" cy="1010388"/>
      </dsp:txXfrm>
    </dsp:sp>
    <dsp:sp modelId="{9393B459-D1CB-4EC5-AD9D-6E2E73F89943}">
      <dsp:nvSpPr>
        <dsp:cNvPr id="0" name=""/>
        <dsp:cNvSpPr/>
      </dsp:nvSpPr>
      <dsp:spPr>
        <a:xfrm>
          <a:off x="390407" y="1010388"/>
          <a:ext cx="780815" cy="1010388"/>
        </a:xfrm>
        <a:prstGeom prst="trapezoid">
          <a:avLst>
            <a:gd name="adj" fmla="val 25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527050" y="1010388"/>
        <a:ext cx="507530" cy="1010388"/>
      </dsp:txXfrm>
    </dsp:sp>
    <dsp:sp modelId="{3A341F7E-4C54-40F5-AD9E-991ABB54A05D}">
      <dsp:nvSpPr>
        <dsp:cNvPr id="0" name=""/>
        <dsp:cNvSpPr/>
      </dsp:nvSpPr>
      <dsp:spPr>
        <a:xfrm>
          <a:off x="195203" y="2020775"/>
          <a:ext cx="1171223" cy="1010388"/>
        </a:xfrm>
        <a:prstGeom prst="trapezoid">
          <a:avLst>
            <a:gd name="adj" fmla="val 1932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400167" y="2020775"/>
        <a:ext cx="761295" cy="1010388"/>
      </dsp:txXfrm>
    </dsp:sp>
    <dsp:sp modelId="{63EFE22D-6F47-4E09-B597-5BD62950AE14}">
      <dsp:nvSpPr>
        <dsp:cNvPr id="0" name=""/>
        <dsp:cNvSpPr/>
      </dsp:nvSpPr>
      <dsp:spPr>
        <a:xfrm>
          <a:off x="0" y="3031164"/>
          <a:ext cx="1561631" cy="1010388"/>
        </a:xfrm>
        <a:prstGeom prst="trapezoid">
          <a:avLst>
            <a:gd name="adj" fmla="val 1932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273285" y="3031164"/>
        <a:ext cx="1015060" cy="1010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2D402-A09E-4FA5-9CB2-D525D7868758}">
      <dsp:nvSpPr>
        <dsp:cNvPr id="0" name=""/>
        <dsp:cNvSpPr/>
      </dsp:nvSpPr>
      <dsp:spPr>
        <a:xfrm rot="10800000">
          <a:off x="0" y="0"/>
          <a:ext cx="1265107" cy="1010388"/>
        </a:xfrm>
        <a:prstGeom prst="trapezoid">
          <a:avLst>
            <a:gd name="adj" fmla="val 15651"/>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rot="-10800000">
        <a:off x="221393" y="0"/>
        <a:ext cx="822319" cy="1010388"/>
      </dsp:txXfrm>
    </dsp:sp>
    <dsp:sp modelId="{9A2F4F5B-929B-4B98-911C-491D3B3C7DCC}">
      <dsp:nvSpPr>
        <dsp:cNvPr id="0" name=""/>
        <dsp:cNvSpPr/>
      </dsp:nvSpPr>
      <dsp:spPr>
        <a:xfrm rot="10800000">
          <a:off x="158138" y="1010388"/>
          <a:ext cx="948830" cy="1010388"/>
        </a:xfrm>
        <a:prstGeom prst="trapezoid">
          <a:avLst>
            <a:gd name="adj" fmla="val 16667"/>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rot="-10800000">
        <a:off x="324183" y="1010388"/>
        <a:ext cx="616739" cy="1010388"/>
      </dsp:txXfrm>
    </dsp:sp>
    <dsp:sp modelId="{D8BCD837-BF1B-4A06-A28A-3E0CD4329CE7}">
      <dsp:nvSpPr>
        <dsp:cNvPr id="0" name=""/>
        <dsp:cNvSpPr/>
      </dsp:nvSpPr>
      <dsp:spPr>
        <a:xfrm rot="10800000">
          <a:off x="316276" y="2020775"/>
          <a:ext cx="632553" cy="1010388"/>
        </a:xfrm>
        <a:prstGeom prst="trapezoid">
          <a:avLst>
            <a:gd name="adj" fmla="val 2500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rot="-10800000">
        <a:off x="426973" y="2020775"/>
        <a:ext cx="411159" cy="1010388"/>
      </dsp:txXfrm>
    </dsp:sp>
    <dsp:sp modelId="{90209C77-665E-4C8D-B911-F056A0C00AE4}">
      <dsp:nvSpPr>
        <dsp:cNvPr id="0" name=""/>
        <dsp:cNvSpPr/>
      </dsp:nvSpPr>
      <dsp:spPr>
        <a:xfrm rot="10800000">
          <a:off x="474415" y="3031164"/>
          <a:ext cx="316276" cy="1010388"/>
        </a:xfrm>
        <a:prstGeom prst="trapezoid">
          <a:avLst>
            <a:gd name="adj" fmla="val 5000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rot="-10800000">
        <a:off x="474415" y="3031164"/>
        <a:ext cx="316276" cy="10103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BBA86-00D3-45F2-AB72-4DED05A1C90E}">
      <dsp:nvSpPr>
        <dsp:cNvPr id="0" name=""/>
        <dsp:cNvSpPr/>
      </dsp:nvSpPr>
      <dsp:spPr>
        <a:xfrm>
          <a:off x="585611" y="0"/>
          <a:ext cx="390407" cy="1010388"/>
        </a:xfrm>
        <a:prstGeom prst="trapezoid">
          <a:avLst>
            <a:gd name="adj" fmla="val 5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585611" y="0"/>
        <a:ext cx="390407" cy="1010388"/>
      </dsp:txXfrm>
    </dsp:sp>
    <dsp:sp modelId="{9393B459-D1CB-4EC5-AD9D-6E2E73F89943}">
      <dsp:nvSpPr>
        <dsp:cNvPr id="0" name=""/>
        <dsp:cNvSpPr/>
      </dsp:nvSpPr>
      <dsp:spPr>
        <a:xfrm>
          <a:off x="390407" y="1010388"/>
          <a:ext cx="780815" cy="1010388"/>
        </a:xfrm>
        <a:prstGeom prst="trapezoid">
          <a:avLst>
            <a:gd name="adj" fmla="val 25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527050" y="1010388"/>
        <a:ext cx="507530" cy="1010388"/>
      </dsp:txXfrm>
    </dsp:sp>
    <dsp:sp modelId="{3A341F7E-4C54-40F5-AD9E-991ABB54A05D}">
      <dsp:nvSpPr>
        <dsp:cNvPr id="0" name=""/>
        <dsp:cNvSpPr/>
      </dsp:nvSpPr>
      <dsp:spPr>
        <a:xfrm>
          <a:off x="195203" y="2020775"/>
          <a:ext cx="1171223" cy="1010388"/>
        </a:xfrm>
        <a:prstGeom prst="trapezoid">
          <a:avLst>
            <a:gd name="adj" fmla="val 1932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400167" y="2020775"/>
        <a:ext cx="761295" cy="1010388"/>
      </dsp:txXfrm>
    </dsp:sp>
    <dsp:sp modelId="{63EFE22D-6F47-4E09-B597-5BD62950AE14}">
      <dsp:nvSpPr>
        <dsp:cNvPr id="0" name=""/>
        <dsp:cNvSpPr/>
      </dsp:nvSpPr>
      <dsp:spPr>
        <a:xfrm>
          <a:off x="0" y="3031164"/>
          <a:ext cx="1561631" cy="1010388"/>
        </a:xfrm>
        <a:prstGeom prst="trapezoid">
          <a:avLst>
            <a:gd name="adj" fmla="val 1932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lvl="0" algn="ctr" defTabSz="2844800">
            <a:lnSpc>
              <a:spcPct val="90000"/>
            </a:lnSpc>
            <a:spcBef>
              <a:spcPct val="0"/>
            </a:spcBef>
            <a:spcAft>
              <a:spcPct val="35000"/>
            </a:spcAft>
          </a:pPr>
          <a:r>
            <a:rPr lang="en-IN" sz="6400" kern="1200" dirty="0" smtClean="0"/>
            <a:t> </a:t>
          </a:r>
          <a:endParaRPr lang="en-IN" sz="6400" kern="1200" dirty="0"/>
        </a:p>
      </dsp:txBody>
      <dsp:txXfrm>
        <a:off x="273285" y="3031164"/>
        <a:ext cx="1015060" cy="101038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FA7D0B-CBF4-4C11-B8FE-A2739165CA1F}" type="datetimeFigureOut">
              <a:rPr lang="en-US" smtClean="0"/>
              <a:t>2/23/2023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D12F3F-BDDD-4430-9224-B5609653F4F9}" type="slidenum">
              <a:rPr lang="en-US" smtClean="0"/>
              <a:t>‹#›</a:t>
            </a:fld>
            <a:endParaRPr lang="en-US"/>
          </a:p>
        </p:txBody>
      </p:sp>
    </p:spTree>
    <p:extLst>
      <p:ext uri="{BB962C8B-B14F-4D97-AF65-F5344CB8AC3E}">
        <p14:creationId xmlns:p14="http://schemas.microsoft.com/office/powerpoint/2010/main" val="2408063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411E28E-AD95-4735-ADE2-EA412C8A7B9A}" type="slidenum">
              <a:rPr lang="en-US" smtClean="0">
                <a:solidFill>
                  <a:prstClr val="black"/>
                </a:solidFill>
              </a:rPr>
              <a:pPr>
                <a:defRPr/>
              </a:pPr>
              <a:t>2</a:t>
            </a:fld>
            <a:endParaRPr lang="en-US">
              <a:solidFill>
                <a:prstClr val="black"/>
              </a:solidFill>
            </a:endParaRPr>
          </a:p>
        </p:txBody>
      </p:sp>
    </p:spTree>
    <p:extLst>
      <p:ext uri="{BB962C8B-B14F-4D97-AF65-F5344CB8AC3E}">
        <p14:creationId xmlns:p14="http://schemas.microsoft.com/office/powerpoint/2010/main" val="2348407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411E28E-AD95-4735-ADE2-EA412C8A7B9A}" type="slidenum">
              <a:rPr lang="en-US" smtClean="0">
                <a:solidFill>
                  <a:prstClr val="black"/>
                </a:solidFill>
              </a:rPr>
              <a:pPr>
                <a:defRPr/>
              </a:pPr>
              <a:t>22</a:t>
            </a:fld>
            <a:endParaRPr lang="en-US">
              <a:solidFill>
                <a:prstClr val="black"/>
              </a:solidFill>
            </a:endParaRPr>
          </a:p>
        </p:txBody>
      </p:sp>
    </p:spTree>
    <p:extLst>
      <p:ext uri="{BB962C8B-B14F-4D97-AF65-F5344CB8AC3E}">
        <p14:creationId xmlns:p14="http://schemas.microsoft.com/office/powerpoint/2010/main" val="1164712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124009-0953-43E3-8BA5-726221FEFC4B}" type="datetimeFigureOut">
              <a:rPr lang="en-US" smtClean="0"/>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30502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124009-0953-43E3-8BA5-726221FEFC4B}" type="datetimeFigureOut">
              <a:rPr lang="en-US" smtClean="0"/>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155827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1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124009-0953-43E3-8BA5-726221FEFC4B}" type="datetimeFigureOut">
              <a:rPr lang="en-US" smtClean="0"/>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243693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124009-0953-43E3-8BA5-726221FEFC4B}" type="datetimeFigureOut">
              <a:rPr lang="en-US" smtClean="0"/>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918363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0"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124009-0953-43E3-8BA5-726221FEFC4B}" type="datetimeFigureOut">
              <a:rPr lang="en-US" smtClean="0"/>
              <a:t>2/23/2023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081833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124009-0953-43E3-8BA5-726221FEFC4B}" type="datetimeFigureOut">
              <a:rPr lang="en-US" smtClean="0"/>
              <a:t>2/23/2023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7868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24009-0953-43E3-8BA5-726221FEFC4B}" type="datetimeFigureOut">
              <a:rPr lang="en-US" smtClean="0"/>
              <a:t>2/23/2023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604460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6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124009-0953-43E3-8BA5-726221FEFC4B}" type="datetimeFigureOut">
              <a:rPr lang="en-US" smtClean="0"/>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73641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124009-0953-43E3-8BA5-726221FEFC4B}" type="datetimeFigureOut">
              <a:rPr lang="en-US" smtClean="0"/>
              <a:t>2/23/2023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46292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124009-0953-43E3-8BA5-726221FEFC4B}" type="datetimeFigureOut">
              <a:rPr lang="en-US" smtClean="0"/>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859824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124009-0953-43E3-8BA5-726221FEFC4B}" type="datetimeFigureOut">
              <a:rPr lang="en-US" smtClean="0"/>
              <a:t>2/23/2023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339421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gradFill flip="none" rotWithShape="1">
          <a:gsLst>
            <a:gs pos="0">
              <a:schemeClr val="accent1">
                <a:lumMod val="89000"/>
              </a:schemeClr>
            </a:gs>
            <a:gs pos="18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48242" y="11"/>
            <a:ext cx="5595758" cy="593725"/>
          </a:xfrm>
          <a:prstGeom prst="rect">
            <a:avLst/>
          </a:prstGeom>
        </p:spPr>
        <p:txBody>
          <a:bodyPr/>
          <a:lstStyle/>
          <a:p>
            <a:r>
              <a:rPr lang="en-US" dirty="0" smtClean="0"/>
              <a:t>Click to edit Master title style</a:t>
            </a:r>
            <a:endParaRPr lang="en-IN" dirty="0"/>
          </a:p>
        </p:txBody>
      </p:sp>
      <p:sp>
        <p:nvSpPr>
          <p:cNvPr id="7" name="Text Placeholder 6"/>
          <p:cNvSpPr>
            <a:spLocks noGrp="1"/>
          </p:cNvSpPr>
          <p:nvPr>
            <p:ph type="body" sz="quarter" idx="10"/>
          </p:nvPr>
        </p:nvSpPr>
        <p:spPr>
          <a:xfrm>
            <a:off x="2357" y="0"/>
            <a:ext cx="3545886" cy="6858000"/>
          </a:xfrm>
          <a:noFill/>
          <a:ln>
            <a:noFill/>
          </a:ln>
          <a:effectLst>
            <a:outerShdw blurRad="63500" dist="38100" dir="5400000" rotWithShape="0">
              <a:srgbClr val="000000">
                <a:alpha val="45000"/>
              </a:srgbClr>
            </a:outerShdw>
            <a:softEdge rad="3175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81967497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8"/>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96237871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6000" y="657344"/>
            <a:ext cx="5778000" cy="5868000"/>
          </a:xfrm>
          <a:noFill/>
          <a:ln>
            <a:noFill/>
          </a:ln>
          <a:effectLst>
            <a:outerShdw blurRad="50800" dist="38100" dir="5400000" rotWithShape="0">
              <a:srgbClr val="000000">
                <a:alpha val="35000"/>
              </a:srgbClr>
            </a:outerShdw>
            <a:softEdge rad="635000"/>
          </a:effectLst>
        </p:spPr>
        <p:style>
          <a:lnRef idx="1">
            <a:schemeClr val="accent1"/>
          </a:lnRef>
          <a:fillRef idx="3">
            <a:schemeClr val="accent1"/>
          </a:fillRef>
          <a:effectRef idx="2">
            <a:schemeClr val="accent1"/>
          </a:effectRef>
          <a:fontRef idx="none"/>
        </p:style>
        <p:txBody>
          <a:bodyPr/>
          <a:lstStyle>
            <a:lvl1pPr algn="just">
              <a:defRPr>
                <a:solidFill>
                  <a:srgbClr val="FFFF00"/>
                </a:solidFill>
              </a:defRPr>
            </a:lvl1pPr>
            <a:lvl2pPr algn="just">
              <a:defRPr/>
            </a:lvl2pPr>
            <a:lvl3pPr algn="just">
              <a:defRPr>
                <a:solidFill>
                  <a:srgbClr val="B4FEF5"/>
                </a:solidFill>
              </a:defRPr>
            </a:lvl3pPr>
            <a:lvl4pPr algn="just">
              <a:defRPr/>
            </a:lvl4pPr>
            <a:lvl5pPr algn="ju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Placeholder 1"/>
          <p:cNvSpPr>
            <a:spLocks noGrp="1"/>
          </p:cNvSpPr>
          <p:nvPr>
            <p:ph type="title"/>
          </p:nvPr>
        </p:nvSpPr>
        <p:spPr bwMode="auto">
          <a:xfrm>
            <a:off x="3392736" y="-10033"/>
            <a:ext cx="5769000" cy="68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1" name="Text Placeholder 6"/>
          <p:cNvSpPr>
            <a:spLocks noGrp="1"/>
          </p:cNvSpPr>
          <p:nvPr>
            <p:ph type="body" sz="quarter" idx="10"/>
          </p:nvPr>
        </p:nvSpPr>
        <p:spPr>
          <a:xfrm>
            <a:off x="52775" y="91411"/>
            <a:ext cx="3339963" cy="6833089"/>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41274212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9863" y="620688"/>
            <a:ext cx="5814138" cy="5853113"/>
          </a:xfrm>
          <a:ln>
            <a:noFill/>
          </a:ln>
          <a:effectLst/>
          <a:scene3d>
            <a:camera prst="orthographicFront">
              <a:rot lat="0" lon="0" rev="0"/>
            </a:camera>
            <a:lightRig rig="contrasting" dir="t">
              <a:rot lat="0" lon="0" rev="7800000"/>
            </a:lightRig>
          </a:scene3d>
          <a:sp3d>
            <a:bevelT w="139700" h="139700"/>
          </a:sp3d>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Placeholder 6"/>
          <p:cNvSpPr>
            <a:spLocks noGrp="1"/>
          </p:cNvSpPr>
          <p:nvPr>
            <p:ph type="body" sz="quarter" idx="10"/>
          </p:nvPr>
        </p:nvSpPr>
        <p:spPr>
          <a:xfrm>
            <a:off x="9756" y="61112"/>
            <a:ext cx="3383868" cy="6972263"/>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135921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13"/>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22"/>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1602219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00625114"/>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3"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7119463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340131489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012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smtClean="0"/>
              <a:t>Click to edit Master text styles</a:t>
            </a:r>
          </a:p>
        </p:txBody>
      </p:sp>
    </p:spTree>
    <p:extLst>
      <p:ext uri="{BB962C8B-B14F-4D97-AF65-F5344CB8AC3E}">
        <p14:creationId xmlns:p14="http://schemas.microsoft.com/office/powerpoint/2010/main" val="101492357"/>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03619092"/>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1"/>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1"/>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0745720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7"/>
            <a:ext cx="8676456" cy="593725"/>
          </a:xfrm>
          <a:prstGeom prst="rect">
            <a:avLst/>
          </a:prstGeom>
        </p:spPr>
        <p:txBody>
          <a:bodyPr/>
          <a:lstStyle/>
          <a:p>
            <a:r>
              <a:rPr lang="en-US"/>
              <a:t>Click to edit Master title style</a:t>
            </a:r>
            <a:endParaRPr lang="en-IN" dirty="0"/>
          </a:p>
        </p:txBody>
      </p:sp>
      <p:sp>
        <p:nvSpPr>
          <p:cNvPr id="4" name="TextBox 3"/>
          <p:cNvSpPr txBox="1"/>
          <p:nvPr userDrawn="1"/>
        </p:nvSpPr>
        <p:spPr>
          <a:xfrm>
            <a:off x="0" y="565979"/>
            <a:ext cx="2343150" cy="5973970"/>
          </a:xfrm>
          <a:prstGeom prst="rect">
            <a:avLst/>
          </a:prstGeom>
          <a:gradFill flip="none" rotWithShape="1">
            <a:gsLst>
              <a:gs pos="0">
                <a:schemeClr val="accent3">
                  <a:lumMod val="50000"/>
                </a:schemeClr>
              </a:gs>
              <a:gs pos="38000">
                <a:schemeClr val="accent3">
                  <a:lumMod val="50000"/>
                </a:schemeClr>
              </a:gs>
              <a:gs pos="69000">
                <a:schemeClr val="accent3">
                  <a:lumMod val="50000"/>
                </a:schemeClr>
              </a:gs>
              <a:gs pos="97000">
                <a:schemeClr val="accent3">
                  <a:lumMod val="50000"/>
                </a:schemeClr>
              </a:gs>
            </a:gsLst>
            <a:path path="circle">
              <a:fillToRect l="50000" t="50000" r="50000" b="50000"/>
            </a:path>
            <a:tileRect/>
          </a:gradFill>
          <a:ln>
            <a:noFill/>
          </a:ln>
          <a:effectLst>
            <a:outerShdw blurRad="190500" dist="228600" dir="2700000" algn="ctr">
              <a:srgbClr val="000000">
                <a:alpha val="30000"/>
              </a:srgbClr>
            </a:outerShdw>
            <a:softEdge rad="12700"/>
          </a:effectLst>
          <a:scene3d>
            <a:camera prst="orthographicFront">
              <a:rot lat="0" lon="0" rev="0"/>
            </a:camera>
            <a:lightRig rig="glow" dir="t">
              <a:rot lat="0" lon="0" rev="4800000"/>
            </a:lightRig>
          </a:scene3d>
          <a:sp3d prstMaterial="matte">
            <a:bevelT w="127000" h="63500" prst="slope"/>
          </a:sp3d>
        </p:spPr>
        <p:txBody>
          <a:bodyPr>
            <a:spAutoFit/>
          </a:bodyPr>
          <a:lstStyle/>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cs typeface="Arial" panose="020B0604020202020204" pitchFamily="34" charset="0"/>
            </a:endParaRPr>
          </a:p>
        </p:txBody>
      </p:sp>
      <p:sp>
        <p:nvSpPr>
          <p:cNvPr id="7" name="Text Placeholder 6"/>
          <p:cNvSpPr>
            <a:spLocks noGrp="1"/>
          </p:cNvSpPr>
          <p:nvPr>
            <p:ph type="body" sz="quarter" idx="10"/>
          </p:nvPr>
        </p:nvSpPr>
        <p:spPr>
          <a:xfrm>
            <a:off x="0" y="593732"/>
            <a:ext cx="2343150" cy="5946223"/>
          </a:xfrm>
          <a:noFill/>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15066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4"/>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6182823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3150" y="685806"/>
            <a:ext cx="6800850" cy="5773311"/>
          </a:xfrm>
          <a:solidFill>
            <a:schemeClr val="bg1"/>
          </a:solidFill>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473264" y="10629"/>
            <a:ext cx="8661951" cy="63000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pic>
        <p:nvPicPr>
          <p:cNvPr id="6" name="Picture 3"/>
          <p:cNvPicPr>
            <a:picLocks noChangeAspect="1"/>
          </p:cNvPicPr>
          <p:nvPr userDrawn="1"/>
        </p:nvPicPr>
        <p:blipFill>
          <a:blip r:embed="rId2">
            <a:extLst>
              <a:ext uri="{28A0092B-C50C-407E-A947-70E740481C1C}">
                <a14:useLocalDpi xmlns:a14="http://schemas.microsoft.com/office/drawing/2010/main" val="0"/>
              </a:ext>
            </a:extLst>
          </a:blip>
          <a:srcRect l="8147" t="7149" r="12796" b="11909"/>
          <a:stretch>
            <a:fillRect/>
          </a:stretch>
        </p:blipFill>
        <p:spPr bwMode="auto">
          <a:xfrm>
            <a:off x="25006" y="7"/>
            <a:ext cx="43219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Placeholder 1"/>
          <p:cNvSpPr>
            <a:spLocks noGrp="1"/>
          </p:cNvSpPr>
          <p:nvPr>
            <p:ph type="title"/>
          </p:nvPr>
        </p:nvSpPr>
        <p:spPr bwMode="auto">
          <a:xfrm>
            <a:off x="504827" y="7"/>
            <a:ext cx="86391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 name="TextBox 7"/>
          <p:cNvSpPr txBox="1"/>
          <p:nvPr userDrawn="1"/>
        </p:nvSpPr>
        <p:spPr>
          <a:xfrm>
            <a:off x="0" y="565979"/>
            <a:ext cx="2343150" cy="5973970"/>
          </a:xfrm>
          <a:prstGeom prst="rect">
            <a:avLst/>
          </a:prstGeom>
          <a:gradFill flip="none" rotWithShape="1">
            <a:gsLst>
              <a:gs pos="0">
                <a:schemeClr val="accent3">
                  <a:lumMod val="50000"/>
                </a:schemeClr>
              </a:gs>
              <a:gs pos="38000">
                <a:schemeClr val="accent3">
                  <a:lumMod val="50000"/>
                </a:schemeClr>
              </a:gs>
              <a:gs pos="69000">
                <a:schemeClr val="accent3">
                  <a:lumMod val="50000"/>
                </a:schemeClr>
              </a:gs>
              <a:gs pos="97000">
                <a:schemeClr val="accent3">
                  <a:lumMod val="50000"/>
                </a:schemeClr>
              </a:gs>
            </a:gsLst>
            <a:path path="circle">
              <a:fillToRect l="50000" t="50000" r="50000" b="50000"/>
            </a:path>
            <a:tileRect/>
          </a:gradFill>
          <a:ln>
            <a:noFill/>
          </a:ln>
          <a:effectLst>
            <a:outerShdw blurRad="190500" dist="228600" dir="2700000" algn="ctr">
              <a:srgbClr val="000000">
                <a:alpha val="30000"/>
              </a:srgbClr>
            </a:outerShdw>
            <a:softEdge rad="12700"/>
          </a:effectLst>
          <a:scene3d>
            <a:camera prst="orthographicFront">
              <a:rot lat="0" lon="0" rev="0"/>
            </a:camera>
            <a:lightRig rig="glow" dir="t">
              <a:rot lat="0" lon="0" rev="4800000"/>
            </a:lightRig>
          </a:scene3d>
          <a:sp3d prstMaterial="matte">
            <a:bevelT w="127000" h="63500" prst="slope"/>
          </a:sp3d>
        </p:spPr>
        <p:txBody>
          <a:bodyPr>
            <a:spAutoFit/>
          </a:bodyPr>
          <a:lstStyle/>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cs typeface="Arial" panose="020B0604020202020204" pitchFamily="34" charset="0"/>
            </a:endParaRPr>
          </a:p>
        </p:txBody>
      </p:sp>
      <p:sp>
        <p:nvSpPr>
          <p:cNvPr id="10" name="Text Placeholder 6"/>
          <p:cNvSpPr>
            <a:spLocks noGrp="1"/>
          </p:cNvSpPr>
          <p:nvPr>
            <p:ph type="body" sz="quarter" idx="10"/>
          </p:nvPr>
        </p:nvSpPr>
        <p:spPr>
          <a:xfrm>
            <a:off x="0" y="593732"/>
            <a:ext cx="2343150" cy="5946223"/>
          </a:xfrm>
          <a:noFill/>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267859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9"/>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21"/>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052805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09059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535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793812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30158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3" y="27305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25743751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28800985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86484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7"/>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7"/>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3570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gradFill flip="none" rotWithShape="1">
          <a:gsLst>
            <a:gs pos="0">
              <a:schemeClr val="accent1">
                <a:lumMod val="89000"/>
              </a:schemeClr>
            </a:gs>
            <a:gs pos="18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48242" y="1"/>
            <a:ext cx="5595758" cy="593725"/>
          </a:xfrm>
          <a:prstGeom prst="rect">
            <a:avLst/>
          </a:prstGeom>
        </p:spPr>
        <p:txBody>
          <a:bodyPr/>
          <a:lstStyle/>
          <a:p>
            <a:r>
              <a:rPr lang="en-US" dirty="0" smtClean="0"/>
              <a:t>Click to edit Master title style</a:t>
            </a:r>
            <a:endParaRPr lang="en-IN" dirty="0"/>
          </a:p>
        </p:txBody>
      </p:sp>
      <p:sp>
        <p:nvSpPr>
          <p:cNvPr id="7" name="Text Placeholder 6"/>
          <p:cNvSpPr>
            <a:spLocks noGrp="1"/>
          </p:cNvSpPr>
          <p:nvPr>
            <p:ph type="body" sz="quarter" idx="10"/>
          </p:nvPr>
        </p:nvSpPr>
        <p:spPr>
          <a:xfrm>
            <a:off x="2357" y="0"/>
            <a:ext cx="3545886" cy="6858000"/>
          </a:xfrm>
          <a:noFill/>
          <a:ln>
            <a:noFill/>
          </a:ln>
          <a:effectLst>
            <a:outerShdw blurRad="63500" dist="38100" dir="5400000" rotWithShape="0">
              <a:srgbClr val="000000">
                <a:alpha val="45000"/>
              </a:srgbClr>
            </a:outerShdw>
            <a:softEdge rad="3175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438635801"/>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129048303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6000" y="657344"/>
            <a:ext cx="5778000" cy="5868000"/>
          </a:xfrm>
          <a:noFill/>
          <a:ln>
            <a:noFill/>
          </a:ln>
          <a:effectLst>
            <a:outerShdw blurRad="50800" dist="38100" dir="5400000" rotWithShape="0">
              <a:srgbClr val="000000">
                <a:alpha val="35000"/>
              </a:srgbClr>
            </a:outerShdw>
            <a:softEdge rad="635000"/>
          </a:effectLst>
        </p:spPr>
        <p:style>
          <a:lnRef idx="1">
            <a:schemeClr val="accent1"/>
          </a:lnRef>
          <a:fillRef idx="3">
            <a:schemeClr val="accent1"/>
          </a:fillRef>
          <a:effectRef idx="2">
            <a:schemeClr val="accent1"/>
          </a:effectRef>
          <a:fontRef idx="none"/>
        </p:style>
        <p:txBody>
          <a:bodyPr/>
          <a:lstStyle>
            <a:lvl1pPr algn="just">
              <a:defRPr>
                <a:solidFill>
                  <a:srgbClr val="FFFF00"/>
                </a:solidFill>
              </a:defRPr>
            </a:lvl1pPr>
            <a:lvl2pPr algn="just">
              <a:defRPr/>
            </a:lvl2pPr>
            <a:lvl3pPr algn="just">
              <a:defRPr>
                <a:solidFill>
                  <a:srgbClr val="B4FEF5"/>
                </a:solidFill>
              </a:defRPr>
            </a:lvl3pPr>
            <a:lvl4pPr algn="just">
              <a:defRPr/>
            </a:lvl4pPr>
            <a:lvl5pPr algn="ju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Placeholder 1"/>
          <p:cNvSpPr>
            <a:spLocks noGrp="1"/>
          </p:cNvSpPr>
          <p:nvPr>
            <p:ph type="title"/>
          </p:nvPr>
        </p:nvSpPr>
        <p:spPr bwMode="auto">
          <a:xfrm>
            <a:off x="3392736" y="-10033"/>
            <a:ext cx="5769000" cy="68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1" name="Text Placeholder 6"/>
          <p:cNvSpPr>
            <a:spLocks noGrp="1"/>
          </p:cNvSpPr>
          <p:nvPr>
            <p:ph type="body" sz="quarter" idx="10"/>
          </p:nvPr>
        </p:nvSpPr>
        <p:spPr>
          <a:xfrm>
            <a:off x="52773" y="91411"/>
            <a:ext cx="3339963" cy="6833089"/>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1782393095"/>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9863" y="620688"/>
            <a:ext cx="5814138" cy="5853113"/>
          </a:xfrm>
          <a:ln>
            <a:noFill/>
          </a:ln>
          <a:effectLst/>
          <a:scene3d>
            <a:camera prst="orthographicFront">
              <a:rot lat="0" lon="0" rev="0"/>
            </a:camera>
            <a:lightRig rig="contrasting" dir="t">
              <a:rot lat="0" lon="0" rev="7800000"/>
            </a:lightRig>
          </a:scene3d>
          <a:sp3d>
            <a:bevelT w="139700" h="139700"/>
          </a:sp3d>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Placeholder 6"/>
          <p:cNvSpPr>
            <a:spLocks noGrp="1"/>
          </p:cNvSpPr>
          <p:nvPr>
            <p:ph type="body" sz="quarter" idx="10"/>
          </p:nvPr>
        </p:nvSpPr>
        <p:spPr>
          <a:xfrm>
            <a:off x="9756" y="61112"/>
            <a:ext cx="3383868" cy="6972263"/>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1029051414"/>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51770486"/>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2"/>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5670249"/>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92263545"/>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398699117"/>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22030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smtClean="0"/>
              <a:t>Click to edit Master text styles</a:t>
            </a:r>
          </a:p>
        </p:txBody>
      </p:sp>
    </p:spTree>
    <p:extLst>
      <p:ext uri="{BB962C8B-B14F-4D97-AF65-F5344CB8AC3E}">
        <p14:creationId xmlns:p14="http://schemas.microsoft.com/office/powerpoint/2010/main" val="473394"/>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37755832"/>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69801601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6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24009-0953-43E3-8BA5-726221FEFC4B}" type="datetimeFigureOut">
              <a:rPr lang="en-US" smtClean="0"/>
              <a:t>2/23/2023</a:t>
            </a:fld>
            <a:endParaRPr lang="en-US"/>
          </a:p>
        </p:txBody>
      </p:sp>
      <p:sp>
        <p:nvSpPr>
          <p:cNvPr id="5" name="Footer Placeholder 4"/>
          <p:cNvSpPr>
            <a:spLocks noGrp="1"/>
          </p:cNvSpPr>
          <p:nvPr>
            <p:ph type="ftr" sz="quarter" idx="3"/>
          </p:nvPr>
        </p:nvSpPr>
        <p:spPr>
          <a:xfrm>
            <a:off x="3124200" y="635636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6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93081-C2E6-40F8-939E-FFD91061CB8D}" type="slidenum">
              <a:rPr lang="en-US" smtClean="0"/>
              <a:t>‹#›</a:t>
            </a:fld>
            <a:endParaRPr lang="en-US"/>
          </a:p>
        </p:txBody>
      </p:sp>
    </p:spTree>
    <p:extLst>
      <p:ext uri="{BB962C8B-B14F-4D97-AF65-F5344CB8AC3E}">
        <p14:creationId xmlns:p14="http://schemas.microsoft.com/office/powerpoint/2010/main" val="4164468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3275856" y="604354"/>
            <a:ext cx="5886000" cy="6253646"/>
          </a:xfrm>
          <a:prstGeom prst="rect">
            <a:avLst/>
          </a:prstGeom>
          <a:noFill/>
          <a:ln/>
          <a:extLst/>
        </p:spPr>
        <p:style>
          <a:lnRef idx="0">
            <a:schemeClr val="accent1"/>
          </a:lnRef>
          <a:fillRef idx="3">
            <a:schemeClr val="accent1"/>
          </a:fillRef>
          <a:effectRef idx="3">
            <a:schemeClr val="accent1"/>
          </a:effectRef>
          <a:fontRef idx="none"/>
        </p:style>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9" name="Title Placeholder 1"/>
          <p:cNvSpPr>
            <a:spLocks noGrp="1"/>
          </p:cNvSpPr>
          <p:nvPr>
            <p:ph type="title"/>
          </p:nvPr>
        </p:nvSpPr>
        <p:spPr bwMode="auto">
          <a:xfrm>
            <a:off x="3275856" y="-29148"/>
            <a:ext cx="5814138" cy="5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2" name="Rectangle 7"/>
          <p:cNvSpPr>
            <a:spLocks noChangeArrowheads="1"/>
          </p:cNvSpPr>
          <p:nvPr userDrawn="1"/>
        </p:nvSpPr>
        <p:spPr bwMode="auto">
          <a:xfrm>
            <a:off x="3239925" y="6344337"/>
            <a:ext cx="5886000" cy="738664"/>
          </a:xfrm>
          <a:prstGeom prst="rect">
            <a:avLst/>
          </a:prstGeom>
          <a:noFill/>
          <a:ln/>
        </p:spPr>
        <p:style>
          <a:lnRef idx="0">
            <a:schemeClr val="accent1"/>
          </a:lnRef>
          <a:fillRef idx="3">
            <a:schemeClr val="accent1"/>
          </a:fillRef>
          <a:effectRef idx="3">
            <a:schemeClr val="accent1"/>
          </a:effectRef>
          <a:fontRef idx="minor">
            <a:schemeClr val="lt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600" b="1" dirty="0" smtClean="0">
                <a:solidFill>
                  <a:prstClr val="white"/>
                </a:solidFill>
                <a:latin typeface="Times New Roman"/>
              </a:rPr>
              <a:t>Dr M Rajasekhara Babu, Vellore Institute of Technology (VIT)-Vellore</a:t>
            </a:r>
            <a:r>
              <a:rPr lang="en-GB" sz="1400" b="1" dirty="0" smtClean="0">
                <a:solidFill>
                  <a:prstClr val="white"/>
                </a:solidFill>
                <a:latin typeface="Times New Roman"/>
              </a:rPr>
              <a:t> 	</a:t>
            </a:r>
            <a:r>
              <a:rPr lang="en-GB" sz="2000" b="1" dirty="0" smtClean="0">
                <a:solidFill>
                  <a:prstClr val="white"/>
                </a:solidFill>
                <a:latin typeface="Times New Roman"/>
              </a:rPr>
              <a:t>S</a:t>
            </a:r>
            <a:r>
              <a:rPr lang="en-GB" sz="1100" b="1" dirty="0" smtClean="0">
                <a:solidFill>
                  <a:prstClr val="white"/>
                </a:solidFill>
                <a:latin typeface="Times New Roman"/>
              </a:rPr>
              <a:t>lide.#</a:t>
            </a:r>
            <a:r>
              <a:rPr lang="en-GB" sz="1100" b="1" dirty="0" smtClean="0">
                <a:solidFill>
                  <a:srgbClr val="FFFF00"/>
                </a:solidFill>
                <a:latin typeface="Times New Roman"/>
              </a:rPr>
              <a:t> </a:t>
            </a:r>
            <a:fld id="{0FC681CD-C586-4DC2-A25B-E541FE953D8E}" type="slidenum">
              <a:rPr lang="en-US" sz="2600" b="1" smtClean="0">
                <a:solidFill>
                  <a:srgbClr val="FFFF00"/>
                </a:solidFill>
                <a:latin typeface="Times New Roman"/>
              </a:rPr>
              <a:pPr algn="ctr" fontAlgn="base">
                <a:spcBef>
                  <a:spcPct val="0"/>
                </a:spcBef>
                <a:spcAft>
                  <a:spcPct val="0"/>
                </a:spcAft>
                <a:defRPr/>
              </a:pPr>
              <a:t>‹#›</a:t>
            </a:fld>
            <a:endParaRPr lang="en-US" sz="2600" b="1" dirty="0" smtClean="0">
              <a:solidFill>
                <a:srgbClr val="FFFF00"/>
              </a:solidFill>
              <a:latin typeface="Times New Roman"/>
            </a:endParaRPr>
          </a:p>
        </p:txBody>
      </p:sp>
    </p:spTree>
    <p:extLst>
      <p:ext uri="{BB962C8B-B14F-4D97-AF65-F5344CB8AC3E}">
        <p14:creationId xmlns:p14="http://schemas.microsoft.com/office/powerpoint/2010/main" val="348732779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iming>
    <p:tnLst>
      <p:par>
        <p:cTn id="1" dur="indefinite" restart="never" nodeType="tmRoot"/>
      </p:par>
    </p:tnLst>
  </p:timing>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FF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accent3">
              <a:lumMod val="20000"/>
              <a:lumOff val="80000"/>
            </a:schemeClr>
          </a:solidFill>
          <a:effectLst/>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FFFF00"/>
          </a:solidFill>
          <a:effectLst/>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accent6">
              <a:lumMod val="60000"/>
              <a:lumOff val="40000"/>
            </a:schemeClr>
          </a:solidFill>
          <a:effectLst/>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accent5">
              <a:lumMod val="20000"/>
              <a:lumOff val="80000"/>
            </a:schemeClr>
          </a:solidFill>
          <a:effectLst/>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25004" y="593728"/>
            <a:ext cx="9144000" cy="5959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Rectangle 5"/>
          <p:cNvSpPr/>
          <p:nvPr userDrawn="1"/>
        </p:nvSpPr>
        <p:spPr>
          <a:xfrm>
            <a:off x="473264" y="10629"/>
            <a:ext cx="8661951" cy="63000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pic>
        <p:nvPicPr>
          <p:cNvPr id="8" name="Picture 3"/>
          <p:cNvPicPr>
            <a:picLocks noChangeAspect="1"/>
          </p:cNvPicPr>
          <p:nvPr userDrawn="1"/>
        </p:nvPicPr>
        <p:blipFill>
          <a:blip r:embed="rId14">
            <a:extLst>
              <a:ext uri="{28A0092B-C50C-407E-A947-70E740481C1C}">
                <a14:useLocalDpi xmlns:a14="http://schemas.microsoft.com/office/drawing/2010/main" val="0"/>
              </a:ext>
            </a:extLst>
          </a:blip>
          <a:srcRect l="8147" t="7149" r="12796" b="11909"/>
          <a:stretch>
            <a:fillRect/>
          </a:stretch>
        </p:blipFill>
        <p:spPr bwMode="auto">
          <a:xfrm>
            <a:off x="25006" y="7"/>
            <a:ext cx="43219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Placeholder 1"/>
          <p:cNvSpPr>
            <a:spLocks noGrp="1"/>
          </p:cNvSpPr>
          <p:nvPr>
            <p:ph type="title"/>
          </p:nvPr>
        </p:nvSpPr>
        <p:spPr bwMode="auto">
          <a:xfrm>
            <a:off x="504827" y="7"/>
            <a:ext cx="86391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pic>
        <p:nvPicPr>
          <p:cNvPr id="11" name="Picture 9"/>
          <p:cNvPicPr>
            <a:picLocks noChangeAspect="1"/>
          </p:cNvPicPr>
          <p:nvPr userDrawn="1"/>
        </p:nvPicPr>
        <p:blipFill>
          <a:blip r:embed="rId15">
            <a:extLst>
              <a:ext uri="{28A0092B-C50C-407E-A947-70E740481C1C}">
                <a14:useLocalDpi xmlns:a14="http://schemas.microsoft.com/office/drawing/2010/main" val="0"/>
              </a:ext>
            </a:extLst>
          </a:blip>
          <a:srcRect l="8147" t="7149" r="12796" b="11909"/>
          <a:stretch>
            <a:fillRect/>
          </a:stretch>
        </p:blipFill>
        <p:spPr bwMode="auto">
          <a:xfrm>
            <a:off x="8940403" y="6519870"/>
            <a:ext cx="25122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7"/>
          <p:cNvSpPr>
            <a:spLocks noChangeArrowheads="1"/>
          </p:cNvSpPr>
          <p:nvPr userDrawn="1"/>
        </p:nvSpPr>
        <p:spPr bwMode="auto">
          <a:xfrm>
            <a:off x="24891" y="6453336"/>
            <a:ext cx="8915400" cy="40011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200" b="1" smtClean="0">
                <a:solidFill>
                  <a:prstClr val="white"/>
                </a:solidFill>
                <a:latin typeface="Times New Roman"/>
              </a:rPr>
              <a:t>Dr </a:t>
            </a:r>
            <a:r>
              <a:rPr lang="en-GB" sz="1200" b="1" dirty="0">
                <a:solidFill>
                  <a:prstClr val="white"/>
                </a:solidFill>
                <a:latin typeface="Times New Roman"/>
              </a:rPr>
              <a:t>M Rajasekhara Babu, </a:t>
            </a:r>
            <a:r>
              <a:rPr lang="en-GB" sz="1100" b="1" dirty="0">
                <a:solidFill>
                  <a:prstClr val="white"/>
                </a:solidFill>
                <a:latin typeface="Times New Roman"/>
              </a:rPr>
              <a:t>School of  C.S.E, Vellore Institute of Technology (VIT)-Vellore-1</a:t>
            </a:r>
            <a:r>
              <a:rPr lang="en-GB" sz="1200" b="1" dirty="0">
                <a:solidFill>
                  <a:prstClr val="white"/>
                </a:solidFill>
                <a:latin typeface="Times New Roman"/>
              </a:rPr>
              <a:t>4; </a:t>
            </a:r>
            <a:fld id="{7908E563-0110-43E8-BD90-836FE2BA9863}" type="datetime5">
              <a:rPr lang="en-GB" sz="1400" b="1" smtClean="0">
                <a:solidFill>
                  <a:srgbClr val="FFFF00"/>
                </a:solidFill>
                <a:latin typeface="Times New Roman"/>
              </a:rPr>
              <a:pPr algn="ctr" fontAlgn="base">
                <a:spcBef>
                  <a:spcPct val="0"/>
                </a:spcBef>
                <a:spcAft>
                  <a:spcPct val="0"/>
                </a:spcAft>
                <a:defRPr/>
              </a:pPr>
              <a:t>23-Feb-23</a:t>
            </a:fld>
            <a:r>
              <a:rPr lang="en-GB" sz="1400" b="1" dirty="0">
                <a:solidFill>
                  <a:srgbClr val="FFFF00"/>
                </a:solidFill>
                <a:latin typeface="Times New Roman"/>
              </a:rPr>
              <a:t> </a:t>
            </a:r>
            <a:fld id="{1BBAE77D-7613-44BB-B038-99BBB11A8AF9}" type="datetime12">
              <a:rPr lang="en-GB" sz="1600" b="1" smtClean="0">
                <a:solidFill>
                  <a:srgbClr val="FFFF00"/>
                </a:solidFill>
                <a:latin typeface="Times New Roman"/>
              </a:rPr>
              <a:pPr algn="ctr" fontAlgn="base">
                <a:spcBef>
                  <a:spcPct val="0"/>
                </a:spcBef>
                <a:spcAft>
                  <a:spcPct val="0"/>
                </a:spcAft>
                <a:defRPr/>
              </a:pPr>
              <a:t>9:33 AM</a:t>
            </a:fld>
            <a:r>
              <a:rPr lang="en-GB" sz="1600" b="1" dirty="0">
                <a:solidFill>
                  <a:srgbClr val="FFFF00"/>
                </a:solidFill>
                <a:latin typeface="Times New Roman"/>
              </a:rPr>
              <a:t>  </a:t>
            </a:r>
            <a:r>
              <a:rPr lang="en-GB" b="1" dirty="0">
                <a:solidFill>
                  <a:prstClr val="white"/>
                </a:solidFill>
                <a:latin typeface="Times New Roman"/>
              </a:rPr>
              <a:t>S</a:t>
            </a:r>
            <a:r>
              <a:rPr lang="en-GB" sz="1050" b="1" dirty="0">
                <a:solidFill>
                  <a:prstClr val="white"/>
                </a:solidFill>
                <a:latin typeface="Times New Roman"/>
              </a:rPr>
              <a:t>lide.</a:t>
            </a:r>
            <a:r>
              <a:rPr lang="en-GB" sz="1050" b="1" dirty="0">
                <a:solidFill>
                  <a:srgbClr val="FFFF00"/>
                </a:solidFill>
                <a:latin typeface="Times New Roman"/>
              </a:rPr>
              <a:t> </a:t>
            </a:r>
            <a:fld id="{0FC681CD-C586-4DC2-A25B-E541FE953D8E}" type="slidenum">
              <a:rPr lang="en-US" sz="2000" b="1" smtClean="0">
                <a:solidFill>
                  <a:srgbClr val="FFFF00"/>
                </a:solidFill>
                <a:latin typeface="Times New Roman"/>
              </a:rPr>
              <a:pPr algn="ctr" fontAlgn="base">
                <a:spcBef>
                  <a:spcPct val="0"/>
                </a:spcBef>
                <a:spcAft>
                  <a:spcPct val="0"/>
                </a:spcAft>
                <a:defRPr/>
              </a:pPr>
              <a:t>‹#›</a:t>
            </a:fld>
            <a:endParaRPr lang="en-US" sz="1600" b="1" dirty="0">
              <a:solidFill>
                <a:srgbClr val="FFFF00"/>
              </a:solidFill>
              <a:latin typeface="Times New Roman"/>
            </a:endParaRPr>
          </a:p>
        </p:txBody>
      </p:sp>
      <p:pic>
        <p:nvPicPr>
          <p:cNvPr id="13" name="Picture 9"/>
          <p:cNvPicPr>
            <a:picLocks noChangeAspect="1"/>
          </p:cNvPicPr>
          <p:nvPr userDrawn="1"/>
        </p:nvPicPr>
        <p:blipFill>
          <a:blip r:embed="rId15">
            <a:extLst>
              <a:ext uri="{28A0092B-C50C-407E-A947-70E740481C1C}">
                <a14:useLocalDpi xmlns:a14="http://schemas.microsoft.com/office/drawing/2010/main" val="0"/>
              </a:ext>
            </a:extLst>
          </a:blip>
          <a:srcRect l="8147" t="7149" r="12796" b="11909"/>
          <a:stretch>
            <a:fillRect/>
          </a:stretch>
        </p:blipFill>
        <p:spPr bwMode="auto">
          <a:xfrm>
            <a:off x="8965294" y="6453343"/>
            <a:ext cx="25122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944621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3275856" y="604354"/>
            <a:ext cx="5886000" cy="6253646"/>
          </a:xfrm>
          <a:prstGeom prst="rect">
            <a:avLst/>
          </a:prstGeom>
          <a:noFill/>
          <a:ln/>
          <a:extLst/>
        </p:spPr>
        <p:style>
          <a:lnRef idx="0">
            <a:schemeClr val="accent1"/>
          </a:lnRef>
          <a:fillRef idx="3">
            <a:schemeClr val="accent1"/>
          </a:fillRef>
          <a:effectRef idx="3">
            <a:schemeClr val="accent1"/>
          </a:effectRef>
          <a:fontRef idx="none"/>
        </p:style>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9" name="Title Placeholder 1"/>
          <p:cNvSpPr>
            <a:spLocks noGrp="1"/>
          </p:cNvSpPr>
          <p:nvPr>
            <p:ph type="title"/>
          </p:nvPr>
        </p:nvSpPr>
        <p:spPr bwMode="auto">
          <a:xfrm>
            <a:off x="3275856" y="-29148"/>
            <a:ext cx="5814138" cy="5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2" name="Rectangle 7"/>
          <p:cNvSpPr>
            <a:spLocks noChangeArrowheads="1"/>
          </p:cNvSpPr>
          <p:nvPr userDrawn="1"/>
        </p:nvSpPr>
        <p:spPr bwMode="auto">
          <a:xfrm>
            <a:off x="3239925" y="6344332"/>
            <a:ext cx="5886000" cy="738664"/>
          </a:xfrm>
          <a:prstGeom prst="rect">
            <a:avLst/>
          </a:prstGeom>
          <a:noFill/>
          <a:ln/>
        </p:spPr>
        <p:style>
          <a:lnRef idx="0">
            <a:schemeClr val="accent1"/>
          </a:lnRef>
          <a:fillRef idx="3">
            <a:schemeClr val="accent1"/>
          </a:fillRef>
          <a:effectRef idx="3">
            <a:schemeClr val="accent1"/>
          </a:effectRef>
          <a:fontRef idx="minor">
            <a:schemeClr val="lt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600" b="1" dirty="0" smtClean="0">
                <a:solidFill>
                  <a:prstClr val="white"/>
                </a:solidFill>
                <a:latin typeface="Times New Roman"/>
              </a:rPr>
              <a:t>Dr M Rajasekhara Babu, Vellore Institute of Technology (VIT)-Vellore</a:t>
            </a:r>
            <a:r>
              <a:rPr lang="en-GB" sz="1400" b="1" dirty="0" smtClean="0">
                <a:solidFill>
                  <a:prstClr val="white"/>
                </a:solidFill>
                <a:latin typeface="Times New Roman"/>
              </a:rPr>
              <a:t> 	</a:t>
            </a:r>
            <a:r>
              <a:rPr lang="en-GB" sz="2000" b="1" dirty="0" smtClean="0">
                <a:solidFill>
                  <a:prstClr val="white"/>
                </a:solidFill>
                <a:latin typeface="Times New Roman"/>
              </a:rPr>
              <a:t>S</a:t>
            </a:r>
            <a:r>
              <a:rPr lang="en-GB" sz="1100" b="1" dirty="0" smtClean="0">
                <a:solidFill>
                  <a:prstClr val="white"/>
                </a:solidFill>
                <a:latin typeface="Times New Roman"/>
              </a:rPr>
              <a:t>lide.#</a:t>
            </a:r>
            <a:r>
              <a:rPr lang="en-GB" sz="1100" b="1" dirty="0" smtClean="0">
                <a:solidFill>
                  <a:srgbClr val="FFFF00"/>
                </a:solidFill>
                <a:latin typeface="Times New Roman"/>
              </a:rPr>
              <a:t> </a:t>
            </a:r>
            <a:fld id="{0FC681CD-C586-4DC2-A25B-E541FE953D8E}" type="slidenum">
              <a:rPr lang="en-US" sz="2600" b="1" smtClean="0">
                <a:solidFill>
                  <a:srgbClr val="FFFF00"/>
                </a:solidFill>
                <a:latin typeface="Times New Roman"/>
              </a:rPr>
              <a:pPr algn="ctr" fontAlgn="base">
                <a:spcBef>
                  <a:spcPct val="0"/>
                </a:spcBef>
                <a:spcAft>
                  <a:spcPct val="0"/>
                </a:spcAft>
                <a:defRPr/>
              </a:pPr>
              <a:t>‹#›</a:t>
            </a:fld>
            <a:endParaRPr lang="en-US" sz="2600" b="1" dirty="0" smtClean="0">
              <a:solidFill>
                <a:srgbClr val="FFFF00"/>
              </a:solidFill>
              <a:latin typeface="Times New Roman"/>
            </a:endParaRPr>
          </a:p>
        </p:txBody>
      </p:sp>
    </p:spTree>
    <p:extLst>
      <p:ext uri="{BB962C8B-B14F-4D97-AF65-F5344CB8AC3E}">
        <p14:creationId xmlns:p14="http://schemas.microsoft.com/office/powerpoint/2010/main" val="58275452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iming>
    <p:tnLst>
      <p:par>
        <p:cTn id="1" dur="indefinite" restart="never" nodeType="tmRoot"/>
      </p:par>
    </p:tnLst>
  </p:timing>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FF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accent3">
              <a:lumMod val="20000"/>
              <a:lumOff val="80000"/>
            </a:schemeClr>
          </a:solidFill>
          <a:effectLst/>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FFFF00"/>
          </a:solidFill>
          <a:effectLst/>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accent6">
              <a:lumMod val="60000"/>
              <a:lumOff val="40000"/>
            </a:schemeClr>
          </a:solidFill>
          <a:effectLst/>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accent5">
              <a:lumMod val="20000"/>
              <a:lumOff val="80000"/>
            </a:schemeClr>
          </a:solidFill>
          <a:effectLst/>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xml"/><Relationship Id="rId16" Type="http://schemas.openxmlformats.org/officeDocument/2006/relationships/diagramColors" Target="../diagrams/colors3.xml"/><Relationship Id="rId1" Type="http://schemas.openxmlformats.org/officeDocument/2006/relationships/slideLayout" Target="../slideLayouts/slideLayout3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67000"/>
            <a:ext cx="7772400" cy="1752600"/>
          </a:xfrm>
        </p:spPr>
        <p:txBody>
          <a:bodyPr/>
          <a:lstStyle/>
          <a:p>
            <a:r>
              <a:rPr lang="en-US" dirty="0" smtClean="0"/>
              <a:t>Conceptual View of Memory Cell</a:t>
            </a:r>
            <a:br>
              <a:rPr lang="en-US" dirty="0" smtClean="0"/>
            </a:br>
            <a:endParaRPr lang="en-US" dirty="0"/>
          </a:p>
        </p:txBody>
      </p:sp>
    </p:spTree>
    <p:extLst>
      <p:ext uri="{BB962C8B-B14F-4D97-AF65-F5344CB8AC3E}">
        <p14:creationId xmlns:p14="http://schemas.microsoft.com/office/powerpoint/2010/main" val="38933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Recap: Truth tables of Logic gates</a:t>
            </a:r>
            <a:endParaRPr lang="en-IN" dirty="0"/>
          </a:p>
        </p:txBody>
      </p:sp>
      <p:sp>
        <p:nvSpPr>
          <p:cNvPr id="4" name="Text Placeholder 3"/>
          <p:cNvSpPr>
            <a:spLocks noGrp="1"/>
          </p:cNvSpPr>
          <p:nvPr>
            <p:ph type="body" sz="quarter" idx="10"/>
          </p:nvPr>
        </p:nvSpPr>
        <p:spPr>
          <a:xfrm>
            <a:off x="19436" y="44624"/>
            <a:ext cx="3339963" cy="6833089"/>
          </a:xfrm>
        </p:spPr>
        <p:txBody>
          <a:bodyPr/>
          <a:lstStyle/>
          <a:p>
            <a:r>
              <a:rPr lang="en-IN" dirty="0" smtClean="0"/>
              <a:t>Truth tables of logic gates</a:t>
            </a:r>
            <a:endParaRPr lang="en-IN" dirty="0"/>
          </a:p>
        </p:txBody>
      </p:sp>
      <p:pic>
        <p:nvPicPr>
          <p:cNvPr id="2" name="Picture 1"/>
          <p:cNvPicPr>
            <a:picLocks noChangeAspect="1"/>
          </p:cNvPicPr>
          <p:nvPr/>
        </p:nvPicPr>
        <p:blipFill>
          <a:blip r:embed="rId3"/>
          <a:stretch>
            <a:fillRect/>
          </a:stretch>
        </p:blipFill>
        <p:spPr>
          <a:xfrm>
            <a:off x="3572311" y="908732"/>
            <a:ext cx="1886375" cy="2448273"/>
          </a:xfrm>
          <a:prstGeom prst="rect">
            <a:avLst/>
          </a:prstGeom>
        </p:spPr>
      </p:pic>
      <p:pic>
        <p:nvPicPr>
          <p:cNvPr id="74" name="Picture 73"/>
          <p:cNvPicPr>
            <a:picLocks noChangeAspect="1"/>
          </p:cNvPicPr>
          <p:nvPr/>
        </p:nvPicPr>
        <p:blipFill>
          <a:blip r:embed="rId4"/>
          <a:stretch>
            <a:fillRect/>
          </a:stretch>
        </p:blipFill>
        <p:spPr>
          <a:xfrm>
            <a:off x="5564180" y="932220"/>
            <a:ext cx="1754910" cy="2424772"/>
          </a:xfrm>
          <a:prstGeom prst="rect">
            <a:avLst/>
          </a:prstGeom>
        </p:spPr>
      </p:pic>
      <p:pic>
        <p:nvPicPr>
          <p:cNvPr id="75" name="Picture 74"/>
          <p:cNvPicPr>
            <a:picLocks noChangeAspect="1"/>
          </p:cNvPicPr>
          <p:nvPr/>
        </p:nvPicPr>
        <p:blipFill>
          <a:blip r:embed="rId5"/>
          <a:stretch>
            <a:fillRect/>
          </a:stretch>
        </p:blipFill>
        <p:spPr>
          <a:xfrm>
            <a:off x="7401678" y="894312"/>
            <a:ext cx="1719409" cy="2462680"/>
          </a:xfrm>
          <a:prstGeom prst="rect">
            <a:avLst/>
          </a:prstGeom>
        </p:spPr>
      </p:pic>
      <p:pic>
        <p:nvPicPr>
          <p:cNvPr id="76" name="Picture 75"/>
          <p:cNvPicPr>
            <a:picLocks noChangeAspect="1"/>
          </p:cNvPicPr>
          <p:nvPr/>
        </p:nvPicPr>
        <p:blipFill>
          <a:blip r:embed="rId6"/>
          <a:stretch>
            <a:fillRect/>
          </a:stretch>
        </p:blipFill>
        <p:spPr>
          <a:xfrm>
            <a:off x="3572303" y="3717033"/>
            <a:ext cx="1886376" cy="2471502"/>
          </a:xfrm>
          <a:prstGeom prst="rect">
            <a:avLst/>
          </a:prstGeom>
        </p:spPr>
      </p:pic>
      <p:pic>
        <p:nvPicPr>
          <p:cNvPr id="77" name="Picture 76"/>
          <p:cNvPicPr>
            <a:picLocks noChangeAspect="1"/>
          </p:cNvPicPr>
          <p:nvPr/>
        </p:nvPicPr>
        <p:blipFill>
          <a:blip r:embed="rId7"/>
          <a:stretch>
            <a:fillRect/>
          </a:stretch>
        </p:blipFill>
        <p:spPr>
          <a:xfrm>
            <a:off x="5562658" y="3713672"/>
            <a:ext cx="1750040" cy="2492274"/>
          </a:xfrm>
          <a:prstGeom prst="rect">
            <a:avLst/>
          </a:prstGeom>
        </p:spPr>
      </p:pic>
      <p:pic>
        <p:nvPicPr>
          <p:cNvPr id="78" name="Picture 77"/>
          <p:cNvPicPr>
            <a:picLocks noChangeAspect="1"/>
          </p:cNvPicPr>
          <p:nvPr/>
        </p:nvPicPr>
        <p:blipFill>
          <a:blip r:embed="rId8"/>
          <a:stretch>
            <a:fillRect/>
          </a:stretch>
        </p:blipFill>
        <p:spPr>
          <a:xfrm>
            <a:off x="7382496" y="3731096"/>
            <a:ext cx="1761504" cy="2457451"/>
          </a:xfrm>
          <a:prstGeom prst="rect">
            <a:avLst/>
          </a:prstGeom>
        </p:spPr>
      </p:pic>
    </p:spTree>
    <p:extLst>
      <p:ext uri="{BB962C8B-B14F-4D97-AF65-F5344CB8AC3E}">
        <p14:creationId xmlns:p14="http://schemas.microsoft.com/office/powerpoint/2010/main" val="211605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left)">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left)">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wipe(left)">
                                      <p:cBhvr>
                                        <p:cTn id="22" dur="500"/>
                                        <p:tgtEl>
                                          <p:spTgt spid="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wipe(left)">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wipe(left)">
                                      <p:cBhvr>
                                        <p:cTn id="3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Conceptual View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smtClean="0"/>
              <a:t>circuitry of memory cell</a:t>
            </a:r>
            <a:endParaRPr lang="en-IN" dirty="0"/>
          </a:p>
        </p:txBody>
      </p:sp>
      <p:sp>
        <p:nvSpPr>
          <p:cNvPr id="5" name="Flowchart: Delay 4"/>
          <p:cNvSpPr/>
          <p:nvPr/>
        </p:nvSpPr>
        <p:spPr>
          <a:xfrm>
            <a:off x="5227464" y="3438550"/>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 name="Flowchart: Delay 5"/>
          <p:cNvSpPr/>
          <p:nvPr/>
        </p:nvSpPr>
        <p:spPr>
          <a:xfrm rot="5400000">
            <a:off x="8021259" y="2144154"/>
            <a:ext cx="652462" cy="415529"/>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 name="Flowchart: Stored Data 6"/>
          <p:cNvSpPr>
            <a:spLocks/>
          </p:cNvSpPr>
          <p:nvPr/>
        </p:nvSpPr>
        <p:spPr>
          <a:xfrm rot="10800000">
            <a:off x="6891957" y="2098713"/>
            <a:ext cx="484585" cy="542925"/>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8" name="Flowchart: Stored Data 7"/>
          <p:cNvSpPr>
            <a:spLocks/>
          </p:cNvSpPr>
          <p:nvPr/>
        </p:nvSpPr>
        <p:spPr>
          <a:xfrm rot="10800000">
            <a:off x="6891957" y="3365526"/>
            <a:ext cx="484585" cy="542925"/>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 name="Flowchart: Connector 8"/>
          <p:cNvSpPr/>
          <p:nvPr/>
        </p:nvSpPr>
        <p:spPr>
          <a:xfrm>
            <a:off x="7376542" y="2206663"/>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 name="Flowchart: Connector 9"/>
          <p:cNvSpPr/>
          <p:nvPr/>
        </p:nvSpPr>
        <p:spPr>
          <a:xfrm>
            <a:off x="7376542" y="3475062"/>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 name="Flowchart: Delay 10"/>
          <p:cNvSpPr/>
          <p:nvPr/>
        </p:nvSpPr>
        <p:spPr>
          <a:xfrm>
            <a:off x="5296520" y="1917738"/>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 name="Flowchart: Extract 11"/>
          <p:cNvSpPr/>
          <p:nvPr/>
        </p:nvSpPr>
        <p:spPr>
          <a:xfrm rot="5400000">
            <a:off x="8137147" y="3618135"/>
            <a:ext cx="392112" cy="248841"/>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3" name="Flowchart: Extract 12"/>
          <p:cNvSpPr/>
          <p:nvPr/>
        </p:nvSpPr>
        <p:spPr>
          <a:xfrm>
            <a:off x="4620239" y="4314863"/>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4" name="Flowchart: Connector 13"/>
          <p:cNvSpPr/>
          <p:nvPr/>
        </p:nvSpPr>
        <p:spPr>
          <a:xfrm>
            <a:off x="4701201" y="4176750"/>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5" name="Flowchart: Extract 14"/>
          <p:cNvSpPr/>
          <p:nvPr/>
        </p:nvSpPr>
        <p:spPr>
          <a:xfrm rot="10800000">
            <a:off x="4257105" y="2703550"/>
            <a:ext cx="25003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 name="Flowchart: Connector 15"/>
          <p:cNvSpPr/>
          <p:nvPr/>
        </p:nvSpPr>
        <p:spPr>
          <a:xfrm rot="10800000">
            <a:off x="4347588" y="3076613"/>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7" name="Straight Connector 16"/>
          <p:cNvCxnSpPr/>
          <p:nvPr/>
        </p:nvCxnSpPr>
        <p:spPr>
          <a:xfrm>
            <a:off x="4046357" y="2243162"/>
            <a:ext cx="125849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3972142" y="2587650"/>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50044" y="1628800"/>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8220695" y="1824063"/>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950042" y="3546500"/>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895942" y="3307581"/>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742875" y="2460650"/>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384495" y="3746525"/>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110651" y="3485381"/>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742875" y="3962425"/>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64330" y="2025675"/>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4147170" y="2466212"/>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726336" y="2217762"/>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629895" y="3727475"/>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0800000">
            <a:off x="6614536" y="3492525"/>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6614536" y="2460650"/>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6439917" y="2623369"/>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451029" y="3311550"/>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6614537" y="2678137"/>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602630" y="2786100"/>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7515841" y="2333650"/>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0" idx="6"/>
          </p:cNvCxnSpPr>
          <p:nvPr/>
        </p:nvCxnSpPr>
        <p:spPr>
          <a:xfrm>
            <a:off x="7515844" y="3583012"/>
            <a:ext cx="41552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7615857" y="3397275"/>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7699598" y="2515419"/>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3" idx="2"/>
          </p:cNvCxnSpPr>
          <p:nvPr/>
        </p:nvCxnSpPr>
        <p:spPr>
          <a:xfrm rot="5400000">
            <a:off x="4509114" y="4939147"/>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742875" y="5175275"/>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H="1">
            <a:off x="6359147" y="3464942"/>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6" idx="3"/>
            <a:endCxn id="12" idx="1"/>
          </p:cNvCxnSpPr>
          <p:nvPr/>
        </p:nvCxnSpPr>
        <p:spPr>
          <a:xfrm rot="5400000">
            <a:off x="7856953" y="3154995"/>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058770" y="1790725"/>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8157982" y="1917725"/>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7848029" y="3654450"/>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7907557" y="3741762"/>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2" idx="0"/>
          </p:cNvCxnSpPr>
          <p:nvPr/>
        </p:nvCxnSpPr>
        <p:spPr>
          <a:xfrm>
            <a:off x="8457623" y="3741762"/>
            <a:ext cx="4845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5941833" y="5501506"/>
            <a:ext cx="6524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51" name="Flowchart: Connector 50"/>
          <p:cNvSpPr/>
          <p:nvPr/>
        </p:nvSpPr>
        <p:spPr>
          <a:xfrm>
            <a:off x="6232351" y="5103837"/>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2" name="Flowchart: Connector 51"/>
          <p:cNvSpPr/>
          <p:nvPr/>
        </p:nvSpPr>
        <p:spPr>
          <a:xfrm>
            <a:off x="4696440" y="3908456"/>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3" name="Flowchart: Connector 52"/>
          <p:cNvSpPr/>
          <p:nvPr/>
        </p:nvSpPr>
        <p:spPr>
          <a:xfrm>
            <a:off x="4915516" y="1954237"/>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4" name="Flowchart: Connector 53"/>
          <p:cNvSpPr/>
          <p:nvPr/>
        </p:nvSpPr>
        <p:spPr>
          <a:xfrm>
            <a:off x="4338061" y="2171725"/>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5" name="Flowchart: Connector 54"/>
          <p:cNvSpPr/>
          <p:nvPr/>
        </p:nvSpPr>
        <p:spPr>
          <a:xfrm>
            <a:off x="7757542" y="3529037"/>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Connector 55"/>
          <p:cNvSpPr/>
          <p:nvPr/>
        </p:nvSpPr>
        <p:spPr>
          <a:xfrm>
            <a:off x="6268065" y="1592287"/>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p:nvPr/>
        </p:nvCxnSpPr>
        <p:spPr>
          <a:xfrm rot="5400000">
            <a:off x="5976367" y="1302569"/>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7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down)">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par>
                          <p:cTn id="45" fill="hold">
                            <p:stCondLst>
                              <p:cond delay="500"/>
                            </p:stCondLst>
                            <p:childTnLst>
                              <p:par>
                                <p:cTn id="46" presetID="22" presetClass="entr" presetSubtype="4"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down)">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down)">
                                      <p:cBhvr>
                                        <p:cTn id="53" dur="500"/>
                                        <p:tgtEl>
                                          <p:spTgt spid="15"/>
                                        </p:tgtEl>
                                      </p:cBhvr>
                                    </p:animEffect>
                                  </p:childTnLst>
                                </p:cTn>
                              </p:par>
                            </p:childTnLst>
                          </p:cTn>
                        </p:par>
                        <p:par>
                          <p:cTn id="54" fill="hold">
                            <p:stCondLst>
                              <p:cond delay="500"/>
                            </p:stCondLst>
                            <p:childTnLst>
                              <p:par>
                                <p:cTn id="55" presetID="2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down)">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500"/>
                                        <p:tgtEl>
                                          <p:spTgt spid="17"/>
                                        </p:tgtEl>
                                      </p:cBhvr>
                                    </p:animEffect>
                                  </p:childTnLst>
                                </p:cTn>
                              </p:par>
                            </p:childTnLst>
                          </p:cTn>
                        </p:par>
                        <p:par>
                          <p:cTn id="63" fill="hold">
                            <p:stCondLst>
                              <p:cond delay="500"/>
                            </p:stCondLst>
                            <p:childTnLst>
                              <p:par>
                                <p:cTn id="64" presetID="22" presetClass="entr" presetSubtype="4" fill="hold"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childTnLst>
                          </p:cTn>
                        </p:par>
                        <p:par>
                          <p:cTn id="67" fill="hold">
                            <p:stCondLst>
                              <p:cond delay="1000"/>
                            </p:stCondLst>
                            <p:childTnLst>
                              <p:par>
                                <p:cTn id="68" presetID="22" presetClass="entr" presetSubtype="4" fill="hold"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down)">
                                      <p:cBhvr>
                                        <p:cTn id="70" dur="500"/>
                                        <p:tgtEl>
                                          <p:spTgt spid="19"/>
                                        </p:tgtEl>
                                      </p:cBhvr>
                                    </p:animEffect>
                                  </p:childTnLst>
                                </p:cTn>
                              </p:par>
                            </p:childTnLst>
                          </p:cTn>
                        </p:par>
                        <p:par>
                          <p:cTn id="71" fill="hold">
                            <p:stCondLst>
                              <p:cond delay="1500"/>
                            </p:stCondLst>
                            <p:childTnLst>
                              <p:par>
                                <p:cTn id="72" presetID="22" presetClass="entr" presetSubtype="4" fill="hold"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down)">
                                      <p:cBhvr>
                                        <p:cTn id="74" dur="500"/>
                                        <p:tgtEl>
                                          <p:spTgt spid="20"/>
                                        </p:tgtEl>
                                      </p:cBhvr>
                                    </p:animEffect>
                                  </p:childTnLst>
                                </p:cTn>
                              </p:par>
                            </p:childTnLst>
                          </p:cTn>
                        </p:par>
                        <p:par>
                          <p:cTn id="75" fill="hold">
                            <p:stCondLst>
                              <p:cond delay="2000"/>
                            </p:stCondLst>
                            <p:childTnLst>
                              <p:par>
                                <p:cTn id="76" presetID="22" presetClass="entr" presetSubtype="4" fill="hold"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down)">
                                      <p:cBhvr>
                                        <p:cTn id="78" dur="500"/>
                                        <p:tgtEl>
                                          <p:spTgt spid="21"/>
                                        </p:tgtEl>
                                      </p:cBhvr>
                                    </p:animEffect>
                                  </p:childTnLst>
                                </p:cTn>
                              </p:par>
                            </p:childTnLst>
                          </p:cTn>
                        </p:par>
                        <p:par>
                          <p:cTn id="79" fill="hold">
                            <p:stCondLst>
                              <p:cond delay="2500"/>
                            </p:stCondLst>
                            <p:childTnLst>
                              <p:par>
                                <p:cTn id="80" presetID="22" presetClass="entr" presetSubtype="4" fill="hold"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down)">
                                      <p:cBhvr>
                                        <p:cTn id="82" dur="500"/>
                                        <p:tgtEl>
                                          <p:spTgt spid="22"/>
                                        </p:tgtEl>
                                      </p:cBhvr>
                                    </p:animEffect>
                                  </p:childTnLst>
                                </p:cTn>
                              </p:par>
                            </p:childTnLst>
                          </p:cTn>
                        </p:par>
                        <p:par>
                          <p:cTn id="83" fill="hold">
                            <p:stCondLst>
                              <p:cond delay="3000"/>
                            </p:stCondLst>
                            <p:childTnLst>
                              <p:par>
                                <p:cTn id="84" presetID="22" presetClass="entr" presetSubtype="4" fill="hold"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ipe(down)">
                                      <p:cBhvr>
                                        <p:cTn id="86" dur="500"/>
                                        <p:tgtEl>
                                          <p:spTgt spid="23"/>
                                        </p:tgtEl>
                                      </p:cBhvr>
                                    </p:animEffect>
                                  </p:childTnLst>
                                </p:cTn>
                              </p:par>
                            </p:childTnLst>
                          </p:cTn>
                        </p:par>
                        <p:par>
                          <p:cTn id="87" fill="hold">
                            <p:stCondLst>
                              <p:cond delay="3500"/>
                            </p:stCondLst>
                            <p:childTnLst>
                              <p:par>
                                <p:cTn id="88" presetID="22" presetClass="entr" presetSubtype="4" fill="hold"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wipe(down)">
                                      <p:cBhvr>
                                        <p:cTn id="90" dur="500"/>
                                        <p:tgtEl>
                                          <p:spTgt spid="24"/>
                                        </p:tgtEl>
                                      </p:cBhvr>
                                    </p:animEffect>
                                  </p:childTnLst>
                                </p:cTn>
                              </p:par>
                            </p:childTnLst>
                          </p:cTn>
                        </p:par>
                        <p:par>
                          <p:cTn id="91" fill="hold">
                            <p:stCondLst>
                              <p:cond delay="4000"/>
                            </p:stCondLst>
                            <p:childTnLst>
                              <p:par>
                                <p:cTn id="92" presetID="22" presetClass="entr" presetSubtype="4" fill="hold"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down)">
                                      <p:cBhvr>
                                        <p:cTn id="94" dur="500"/>
                                        <p:tgtEl>
                                          <p:spTgt spid="25"/>
                                        </p:tgtEl>
                                      </p:cBhvr>
                                    </p:animEffect>
                                  </p:childTnLst>
                                </p:cTn>
                              </p:par>
                            </p:childTnLst>
                          </p:cTn>
                        </p:par>
                        <p:par>
                          <p:cTn id="95" fill="hold">
                            <p:stCondLst>
                              <p:cond delay="4500"/>
                            </p:stCondLst>
                            <p:childTnLst>
                              <p:par>
                                <p:cTn id="96" presetID="22" presetClass="entr" presetSubtype="4" fill="hold"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wipe(down)">
                                      <p:cBhvr>
                                        <p:cTn id="98" dur="500"/>
                                        <p:tgtEl>
                                          <p:spTgt spid="26"/>
                                        </p:tgtEl>
                                      </p:cBhvr>
                                    </p:animEffect>
                                  </p:childTnLst>
                                </p:cTn>
                              </p:par>
                            </p:childTnLst>
                          </p:cTn>
                        </p:par>
                        <p:par>
                          <p:cTn id="99" fill="hold">
                            <p:stCondLst>
                              <p:cond delay="5000"/>
                            </p:stCondLst>
                            <p:childTnLst>
                              <p:par>
                                <p:cTn id="100" presetID="22" presetClass="entr" presetSubtype="4" fill="hold"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down)">
                                      <p:cBhvr>
                                        <p:cTn id="102" dur="500"/>
                                        <p:tgtEl>
                                          <p:spTgt spid="27"/>
                                        </p:tgtEl>
                                      </p:cBhvr>
                                    </p:animEffect>
                                  </p:childTnLst>
                                </p:cTn>
                              </p:par>
                            </p:childTnLst>
                          </p:cTn>
                        </p:par>
                        <p:par>
                          <p:cTn id="103" fill="hold">
                            <p:stCondLst>
                              <p:cond delay="5500"/>
                            </p:stCondLst>
                            <p:childTnLst>
                              <p:par>
                                <p:cTn id="104" presetID="22" presetClass="entr" presetSubtype="4" fill="hold"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wipe(down)">
                                      <p:cBhvr>
                                        <p:cTn id="106" dur="500"/>
                                        <p:tgtEl>
                                          <p:spTgt spid="28"/>
                                        </p:tgtEl>
                                      </p:cBhvr>
                                    </p:animEffect>
                                  </p:childTnLst>
                                </p:cTn>
                              </p:par>
                            </p:childTnLst>
                          </p:cTn>
                        </p:par>
                        <p:par>
                          <p:cTn id="107" fill="hold">
                            <p:stCondLst>
                              <p:cond delay="6000"/>
                            </p:stCondLst>
                            <p:childTnLst>
                              <p:par>
                                <p:cTn id="108" presetID="22" presetClass="entr" presetSubtype="4" fill="hold"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wipe(down)">
                                      <p:cBhvr>
                                        <p:cTn id="110" dur="500"/>
                                        <p:tgtEl>
                                          <p:spTgt spid="29"/>
                                        </p:tgtEl>
                                      </p:cBhvr>
                                    </p:animEffect>
                                  </p:childTnLst>
                                </p:cTn>
                              </p:par>
                            </p:childTnLst>
                          </p:cTn>
                        </p:par>
                        <p:par>
                          <p:cTn id="111" fill="hold">
                            <p:stCondLst>
                              <p:cond delay="6500"/>
                            </p:stCondLst>
                            <p:childTnLst>
                              <p:par>
                                <p:cTn id="112" presetID="22" presetClass="entr" presetSubtype="4" fill="hold"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down)">
                                      <p:cBhvr>
                                        <p:cTn id="114" dur="500"/>
                                        <p:tgtEl>
                                          <p:spTgt spid="30"/>
                                        </p:tgtEl>
                                      </p:cBhvr>
                                    </p:animEffect>
                                  </p:childTnLst>
                                </p:cTn>
                              </p:par>
                            </p:childTnLst>
                          </p:cTn>
                        </p:par>
                        <p:par>
                          <p:cTn id="115" fill="hold">
                            <p:stCondLst>
                              <p:cond delay="7000"/>
                            </p:stCondLst>
                            <p:childTnLst>
                              <p:par>
                                <p:cTn id="116" presetID="22" presetClass="entr" presetSubtype="4" fill="hold"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wipe(down)">
                                      <p:cBhvr>
                                        <p:cTn id="118" dur="500"/>
                                        <p:tgtEl>
                                          <p:spTgt spid="31"/>
                                        </p:tgtEl>
                                      </p:cBhvr>
                                    </p:animEffect>
                                  </p:childTnLst>
                                </p:cTn>
                              </p:par>
                            </p:childTnLst>
                          </p:cTn>
                        </p:par>
                        <p:par>
                          <p:cTn id="119" fill="hold">
                            <p:stCondLst>
                              <p:cond delay="7500"/>
                            </p:stCondLst>
                            <p:childTnLst>
                              <p:par>
                                <p:cTn id="120" presetID="22" presetClass="entr" presetSubtype="4" fill="hold"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wipe(down)">
                                      <p:cBhvr>
                                        <p:cTn id="122" dur="500"/>
                                        <p:tgtEl>
                                          <p:spTgt spid="32"/>
                                        </p:tgtEl>
                                      </p:cBhvr>
                                    </p:animEffect>
                                  </p:childTnLst>
                                </p:cTn>
                              </p:par>
                            </p:childTnLst>
                          </p:cTn>
                        </p:par>
                        <p:par>
                          <p:cTn id="123" fill="hold">
                            <p:stCondLst>
                              <p:cond delay="8000"/>
                            </p:stCondLst>
                            <p:childTnLst>
                              <p:par>
                                <p:cTn id="124" presetID="22" presetClass="entr" presetSubtype="4" fill="hold"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wipe(down)">
                                      <p:cBhvr>
                                        <p:cTn id="126" dur="500"/>
                                        <p:tgtEl>
                                          <p:spTgt spid="33"/>
                                        </p:tgtEl>
                                      </p:cBhvr>
                                    </p:animEffect>
                                  </p:childTnLst>
                                </p:cTn>
                              </p:par>
                            </p:childTnLst>
                          </p:cTn>
                        </p:par>
                        <p:par>
                          <p:cTn id="127" fill="hold">
                            <p:stCondLst>
                              <p:cond delay="8500"/>
                            </p:stCondLst>
                            <p:childTnLst>
                              <p:par>
                                <p:cTn id="128" presetID="22" presetClass="entr" presetSubtype="4" fill="hold"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wipe(down)">
                                      <p:cBhvr>
                                        <p:cTn id="130" dur="500"/>
                                        <p:tgtEl>
                                          <p:spTgt spid="34"/>
                                        </p:tgtEl>
                                      </p:cBhvr>
                                    </p:animEffect>
                                  </p:childTnLst>
                                </p:cTn>
                              </p:par>
                            </p:childTnLst>
                          </p:cTn>
                        </p:par>
                        <p:par>
                          <p:cTn id="131" fill="hold">
                            <p:stCondLst>
                              <p:cond delay="9000"/>
                            </p:stCondLst>
                            <p:childTnLst>
                              <p:par>
                                <p:cTn id="132" presetID="22" presetClass="entr" presetSubtype="4" fill="hold"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wipe(down)">
                                      <p:cBhvr>
                                        <p:cTn id="134" dur="500"/>
                                        <p:tgtEl>
                                          <p:spTgt spid="35"/>
                                        </p:tgtEl>
                                      </p:cBhvr>
                                    </p:animEffect>
                                  </p:childTnLst>
                                </p:cTn>
                              </p:par>
                            </p:childTnLst>
                          </p:cTn>
                        </p:par>
                        <p:par>
                          <p:cTn id="135" fill="hold">
                            <p:stCondLst>
                              <p:cond delay="9500"/>
                            </p:stCondLst>
                            <p:childTnLst>
                              <p:par>
                                <p:cTn id="136" presetID="22" presetClass="entr" presetSubtype="4" fill="hold"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down)">
                                      <p:cBhvr>
                                        <p:cTn id="138" dur="500"/>
                                        <p:tgtEl>
                                          <p:spTgt spid="36"/>
                                        </p:tgtEl>
                                      </p:cBhvr>
                                    </p:animEffect>
                                  </p:childTnLst>
                                </p:cTn>
                              </p:par>
                            </p:childTnLst>
                          </p:cTn>
                        </p:par>
                        <p:par>
                          <p:cTn id="139" fill="hold">
                            <p:stCondLst>
                              <p:cond delay="10000"/>
                            </p:stCondLst>
                            <p:childTnLst>
                              <p:par>
                                <p:cTn id="140" presetID="22" presetClass="entr" presetSubtype="4" fill="hold"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wipe(down)">
                                      <p:cBhvr>
                                        <p:cTn id="142" dur="500"/>
                                        <p:tgtEl>
                                          <p:spTgt spid="37"/>
                                        </p:tgtEl>
                                      </p:cBhvr>
                                    </p:animEffect>
                                  </p:childTnLst>
                                </p:cTn>
                              </p:par>
                            </p:childTnLst>
                          </p:cTn>
                        </p:par>
                        <p:par>
                          <p:cTn id="143" fill="hold">
                            <p:stCondLst>
                              <p:cond delay="10500"/>
                            </p:stCondLst>
                            <p:childTnLst>
                              <p:par>
                                <p:cTn id="144" presetID="22" presetClass="entr" presetSubtype="4" fill="hold"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wipe(down)">
                                      <p:cBhvr>
                                        <p:cTn id="146" dur="500"/>
                                        <p:tgtEl>
                                          <p:spTgt spid="38"/>
                                        </p:tgtEl>
                                      </p:cBhvr>
                                    </p:animEffect>
                                  </p:childTnLst>
                                </p:cTn>
                              </p:par>
                            </p:childTnLst>
                          </p:cTn>
                        </p:par>
                        <p:par>
                          <p:cTn id="147" fill="hold">
                            <p:stCondLst>
                              <p:cond delay="11000"/>
                            </p:stCondLst>
                            <p:childTnLst>
                              <p:par>
                                <p:cTn id="148" presetID="22" presetClass="entr" presetSubtype="4" fill="hold"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wipe(down)">
                                      <p:cBhvr>
                                        <p:cTn id="150" dur="500"/>
                                        <p:tgtEl>
                                          <p:spTgt spid="39"/>
                                        </p:tgtEl>
                                      </p:cBhvr>
                                    </p:animEffect>
                                  </p:childTnLst>
                                </p:cTn>
                              </p:par>
                            </p:childTnLst>
                          </p:cTn>
                        </p:par>
                        <p:par>
                          <p:cTn id="151" fill="hold">
                            <p:stCondLst>
                              <p:cond delay="11500"/>
                            </p:stCondLst>
                            <p:childTnLst>
                              <p:par>
                                <p:cTn id="152" presetID="22" presetClass="entr" presetSubtype="4" fill="hold"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wipe(down)">
                                      <p:cBhvr>
                                        <p:cTn id="154" dur="500"/>
                                        <p:tgtEl>
                                          <p:spTgt spid="40"/>
                                        </p:tgtEl>
                                      </p:cBhvr>
                                    </p:animEffect>
                                  </p:childTnLst>
                                </p:cTn>
                              </p:par>
                            </p:childTnLst>
                          </p:cTn>
                        </p:par>
                        <p:par>
                          <p:cTn id="155" fill="hold">
                            <p:stCondLst>
                              <p:cond delay="12000"/>
                            </p:stCondLst>
                            <p:childTnLst>
                              <p:par>
                                <p:cTn id="156" presetID="22" presetClass="entr" presetSubtype="4" fill="hold"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wipe(down)">
                                      <p:cBhvr>
                                        <p:cTn id="158" dur="500"/>
                                        <p:tgtEl>
                                          <p:spTgt spid="41"/>
                                        </p:tgtEl>
                                      </p:cBhvr>
                                    </p:animEffect>
                                  </p:childTnLst>
                                </p:cTn>
                              </p:par>
                            </p:childTnLst>
                          </p:cTn>
                        </p:par>
                        <p:par>
                          <p:cTn id="159" fill="hold">
                            <p:stCondLst>
                              <p:cond delay="12500"/>
                            </p:stCondLst>
                            <p:childTnLst>
                              <p:par>
                                <p:cTn id="160" presetID="22" presetClass="entr" presetSubtype="4" fill="hold"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wipe(down)">
                                      <p:cBhvr>
                                        <p:cTn id="162" dur="500"/>
                                        <p:tgtEl>
                                          <p:spTgt spid="42"/>
                                        </p:tgtEl>
                                      </p:cBhvr>
                                    </p:animEffect>
                                  </p:childTnLst>
                                </p:cTn>
                              </p:par>
                            </p:childTnLst>
                          </p:cTn>
                        </p:par>
                        <p:par>
                          <p:cTn id="163" fill="hold">
                            <p:stCondLst>
                              <p:cond delay="13000"/>
                            </p:stCondLst>
                            <p:childTnLst>
                              <p:par>
                                <p:cTn id="164" presetID="22" presetClass="entr" presetSubtype="4" fill="hold"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wipe(down)">
                                      <p:cBhvr>
                                        <p:cTn id="166" dur="500"/>
                                        <p:tgtEl>
                                          <p:spTgt spid="43"/>
                                        </p:tgtEl>
                                      </p:cBhvr>
                                    </p:animEffect>
                                  </p:childTnLst>
                                </p:cTn>
                              </p:par>
                            </p:childTnLst>
                          </p:cTn>
                        </p:par>
                        <p:par>
                          <p:cTn id="167" fill="hold">
                            <p:stCondLst>
                              <p:cond delay="13500"/>
                            </p:stCondLst>
                            <p:childTnLst>
                              <p:par>
                                <p:cTn id="168" presetID="22" presetClass="entr" presetSubtype="4" fill="hold"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wipe(down)">
                                      <p:cBhvr>
                                        <p:cTn id="170" dur="500"/>
                                        <p:tgtEl>
                                          <p:spTgt spid="44"/>
                                        </p:tgtEl>
                                      </p:cBhvr>
                                    </p:animEffect>
                                  </p:childTnLst>
                                </p:cTn>
                              </p:par>
                            </p:childTnLst>
                          </p:cTn>
                        </p:par>
                        <p:par>
                          <p:cTn id="171" fill="hold">
                            <p:stCondLst>
                              <p:cond delay="14000"/>
                            </p:stCondLst>
                            <p:childTnLst>
                              <p:par>
                                <p:cTn id="172" presetID="22" presetClass="entr" presetSubtype="4" fill="hold"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wipe(down)">
                                      <p:cBhvr>
                                        <p:cTn id="174" dur="500"/>
                                        <p:tgtEl>
                                          <p:spTgt spid="45"/>
                                        </p:tgtEl>
                                      </p:cBhvr>
                                    </p:animEffect>
                                  </p:childTnLst>
                                </p:cTn>
                              </p:par>
                            </p:childTnLst>
                          </p:cTn>
                        </p:par>
                        <p:par>
                          <p:cTn id="175" fill="hold">
                            <p:stCondLst>
                              <p:cond delay="14500"/>
                            </p:stCondLst>
                            <p:childTnLst>
                              <p:par>
                                <p:cTn id="176" presetID="22" presetClass="entr" presetSubtype="4" fill="hold"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wipe(down)">
                                      <p:cBhvr>
                                        <p:cTn id="178" dur="500"/>
                                        <p:tgtEl>
                                          <p:spTgt spid="46"/>
                                        </p:tgtEl>
                                      </p:cBhvr>
                                    </p:animEffect>
                                  </p:childTnLst>
                                </p:cTn>
                              </p:par>
                            </p:childTnLst>
                          </p:cTn>
                        </p:par>
                        <p:par>
                          <p:cTn id="179" fill="hold">
                            <p:stCondLst>
                              <p:cond delay="15000"/>
                            </p:stCondLst>
                            <p:childTnLst>
                              <p:par>
                                <p:cTn id="180" presetID="22" presetClass="entr" presetSubtype="4" fill="hold"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wipe(down)">
                                      <p:cBhvr>
                                        <p:cTn id="182" dur="500"/>
                                        <p:tgtEl>
                                          <p:spTgt spid="47"/>
                                        </p:tgtEl>
                                      </p:cBhvr>
                                    </p:animEffect>
                                  </p:childTnLst>
                                </p:cTn>
                              </p:par>
                            </p:childTnLst>
                          </p:cTn>
                        </p:par>
                        <p:par>
                          <p:cTn id="183" fill="hold">
                            <p:stCondLst>
                              <p:cond delay="15500"/>
                            </p:stCondLst>
                            <p:childTnLst>
                              <p:par>
                                <p:cTn id="184" presetID="22" presetClass="entr" presetSubtype="4" fill="hold"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wipe(down)">
                                      <p:cBhvr>
                                        <p:cTn id="186" dur="500"/>
                                        <p:tgtEl>
                                          <p:spTgt spid="48"/>
                                        </p:tgtEl>
                                      </p:cBhvr>
                                    </p:animEffect>
                                  </p:childTnLst>
                                </p:cTn>
                              </p:par>
                            </p:childTnLst>
                          </p:cTn>
                        </p:par>
                        <p:par>
                          <p:cTn id="187" fill="hold">
                            <p:stCondLst>
                              <p:cond delay="16000"/>
                            </p:stCondLst>
                            <p:childTnLst>
                              <p:par>
                                <p:cTn id="188" presetID="22" presetClass="entr" presetSubtype="4" fill="hold"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wipe(down)">
                                      <p:cBhvr>
                                        <p:cTn id="190" dur="500"/>
                                        <p:tgtEl>
                                          <p:spTgt spid="49"/>
                                        </p:tgtEl>
                                      </p:cBhvr>
                                    </p:animEffect>
                                  </p:childTnLst>
                                </p:cTn>
                              </p:par>
                            </p:childTnLst>
                          </p:cTn>
                        </p:par>
                        <p:par>
                          <p:cTn id="191" fill="hold">
                            <p:stCondLst>
                              <p:cond delay="16500"/>
                            </p:stCondLst>
                            <p:childTnLst>
                              <p:par>
                                <p:cTn id="192" presetID="22" presetClass="entr" presetSubtype="4" fill="hold"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wipe(down)">
                                      <p:cBhvr>
                                        <p:cTn id="194" dur="500"/>
                                        <p:tgtEl>
                                          <p:spTgt spid="50"/>
                                        </p:tgtEl>
                                      </p:cBhvr>
                                    </p:animEffect>
                                  </p:childTnLst>
                                </p:cTn>
                              </p:par>
                            </p:childTnLst>
                          </p:cTn>
                        </p:par>
                        <p:par>
                          <p:cTn id="195" fill="hold">
                            <p:stCondLst>
                              <p:cond delay="17000"/>
                            </p:stCondLst>
                            <p:childTnLst>
                              <p:par>
                                <p:cTn id="196" presetID="22" presetClass="entr" presetSubtype="4"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wipe(down)">
                                      <p:cBhvr>
                                        <p:cTn id="198" dur="500"/>
                                        <p:tgtEl>
                                          <p:spTgt spid="51"/>
                                        </p:tgtEl>
                                      </p:cBhvr>
                                    </p:animEffect>
                                  </p:childTnLst>
                                </p:cTn>
                              </p:par>
                            </p:childTnLst>
                          </p:cTn>
                        </p:par>
                        <p:par>
                          <p:cTn id="199" fill="hold">
                            <p:stCondLst>
                              <p:cond delay="17500"/>
                            </p:stCondLst>
                            <p:childTnLst>
                              <p:par>
                                <p:cTn id="200" presetID="22" presetClass="entr" presetSubtype="4"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wipe(down)">
                                      <p:cBhvr>
                                        <p:cTn id="202" dur="500"/>
                                        <p:tgtEl>
                                          <p:spTgt spid="52"/>
                                        </p:tgtEl>
                                      </p:cBhvr>
                                    </p:animEffect>
                                  </p:childTnLst>
                                </p:cTn>
                              </p:par>
                            </p:childTnLst>
                          </p:cTn>
                        </p:par>
                        <p:par>
                          <p:cTn id="203" fill="hold">
                            <p:stCondLst>
                              <p:cond delay="18000"/>
                            </p:stCondLst>
                            <p:childTnLst>
                              <p:par>
                                <p:cTn id="204" presetID="22" presetClass="entr" presetSubtype="4"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wipe(down)">
                                      <p:cBhvr>
                                        <p:cTn id="206" dur="500"/>
                                        <p:tgtEl>
                                          <p:spTgt spid="53"/>
                                        </p:tgtEl>
                                      </p:cBhvr>
                                    </p:animEffect>
                                  </p:childTnLst>
                                </p:cTn>
                              </p:par>
                            </p:childTnLst>
                          </p:cTn>
                        </p:par>
                        <p:par>
                          <p:cTn id="207" fill="hold">
                            <p:stCondLst>
                              <p:cond delay="18500"/>
                            </p:stCondLst>
                            <p:childTnLst>
                              <p:par>
                                <p:cTn id="208" presetID="22" presetClass="entr" presetSubtype="4"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wipe(down)">
                                      <p:cBhvr>
                                        <p:cTn id="210" dur="500"/>
                                        <p:tgtEl>
                                          <p:spTgt spid="54"/>
                                        </p:tgtEl>
                                      </p:cBhvr>
                                    </p:animEffect>
                                  </p:childTnLst>
                                </p:cTn>
                              </p:par>
                            </p:childTnLst>
                          </p:cTn>
                        </p:par>
                        <p:par>
                          <p:cTn id="211" fill="hold">
                            <p:stCondLst>
                              <p:cond delay="19000"/>
                            </p:stCondLst>
                            <p:childTnLst>
                              <p:par>
                                <p:cTn id="212" presetID="22" presetClass="entr" presetSubtype="4"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wipe(down)">
                                      <p:cBhvr>
                                        <p:cTn id="214" dur="500"/>
                                        <p:tgtEl>
                                          <p:spTgt spid="55"/>
                                        </p:tgtEl>
                                      </p:cBhvr>
                                    </p:animEffect>
                                  </p:childTnLst>
                                </p:cTn>
                              </p:par>
                            </p:childTnLst>
                          </p:cTn>
                        </p:par>
                        <p:par>
                          <p:cTn id="215" fill="hold">
                            <p:stCondLst>
                              <p:cond delay="19500"/>
                            </p:stCondLst>
                            <p:childTnLst>
                              <p:par>
                                <p:cTn id="216" presetID="22" presetClass="entr" presetSubtype="4"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wipe(down)">
                                      <p:cBhvr>
                                        <p:cTn id="218" dur="500"/>
                                        <p:tgtEl>
                                          <p:spTgt spid="56"/>
                                        </p:tgtEl>
                                      </p:cBhvr>
                                    </p:animEffect>
                                  </p:childTnLst>
                                </p:cTn>
                              </p:par>
                            </p:childTnLst>
                          </p:cTn>
                        </p:par>
                        <p:par>
                          <p:cTn id="219" fill="hold">
                            <p:stCondLst>
                              <p:cond delay="20000"/>
                            </p:stCondLst>
                            <p:childTnLst>
                              <p:par>
                                <p:cTn id="220" presetID="22" presetClass="entr" presetSubtype="4" fill="hold"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wipe(down)">
                                      <p:cBhvr>
                                        <p:cTn id="22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51" grpId="0" animBg="1"/>
      <p:bldP spid="52" grpId="0" animBg="1"/>
      <p:bldP spid="53" grpId="0" animBg="1"/>
      <p:bldP spid="54" grpId="0" animBg="1"/>
      <p:bldP spid="55" grpId="0" animBg="1"/>
      <p:bldP spid="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Function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a:t>
            </a:r>
            <a:r>
              <a:rPr lang="en-IN" dirty="0" smtClean="0"/>
              <a:t>cell</a:t>
            </a:r>
          </a:p>
          <a:p>
            <a:r>
              <a:rPr lang="en-US" altLang="en-US" dirty="0"/>
              <a:t>Function of Memory Cell</a:t>
            </a:r>
            <a:endParaRPr lang="en-IN" dirty="0"/>
          </a:p>
          <a:p>
            <a:endParaRPr lang="en-IN" dirty="0"/>
          </a:p>
        </p:txBody>
      </p:sp>
      <p:sp>
        <p:nvSpPr>
          <p:cNvPr id="58" name="Flowchart: Delay 57"/>
          <p:cNvSpPr/>
          <p:nvPr/>
        </p:nvSpPr>
        <p:spPr>
          <a:xfrm>
            <a:off x="4822260" y="3530754"/>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59" name="Flowchart: Delay 58"/>
          <p:cNvSpPr>
            <a:spLocks noChangeArrowheads="1"/>
          </p:cNvSpPr>
          <p:nvPr/>
        </p:nvSpPr>
        <p:spPr bwMode="auto">
          <a:xfrm rot="5400000">
            <a:off x="7616056" y="2236353"/>
            <a:ext cx="652462" cy="415529"/>
          </a:xfrm>
          <a:prstGeom prst="flowChartDelay">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0" name="Flowchart: Stored Data 59"/>
          <p:cNvSpPr>
            <a:spLocks/>
          </p:cNvSpPr>
          <p:nvPr/>
        </p:nvSpPr>
        <p:spPr bwMode="auto">
          <a:xfrm rot="10800000">
            <a:off x="6486754" y="219091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1" name="Flowchart: Stored Data 60"/>
          <p:cNvSpPr>
            <a:spLocks/>
          </p:cNvSpPr>
          <p:nvPr/>
        </p:nvSpPr>
        <p:spPr bwMode="auto">
          <a:xfrm rot="10800000">
            <a:off x="6486754" y="345773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2" name="Flowchart: Connector 61"/>
          <p:cNvSpPr/>
          <p:nvPr/>
        </p:nvSpPr>
        <p:spPr>
          <a:xfrm>
            <a:off x="6971339" y="2298862"/>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3" name="Flowchart: Connector 62"/>
          <p:cNvSpPr/>
          <p:nvPr/>
        </p:nvSpPr>
        <p:spPr>
          <a:xfrm>
            <a:off x="6971339" y="3567261"/>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4" name="Flowchart: Delay 63"/>
          <p:cNvSpPr/>
          <p:nvPr/>
        </p:nvSpPr>
        <p:spPr>
          <a:xfrm>
            <a:off x="4891317" y="2009937"/>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5" name="Flowchart: Extract 64"/>
          <p:cNvSpPr>
            <a:spLocks noChangeArrowheads="1"/>
          </p:cNvSpPr>
          <p:nvPr/>
        </p:nvSpPr>
        <p:spPr bwMode="auto">
          <a:xfrm rot="5400000">
            <a:off x="7731944" y="3710341"/>
            <a:ext cx="392112" cy="248841"/>
          </a:xfrm>
          <a:prstGeom prst="flowChartExtract">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6" name="Flowchart: Extract 65"/>
          <p:cNvSpPr/>
          <p:nvPr/>
        </p:nvSpPr>
        <p:spPr>
          <a:xfrm>
            <a:off x="4215035" y="4407062"/>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7" name="Flowchart: Connector 66"/>
          <p:cNvSpPr/>
          <p:nvPr/>
        </p:nvSpPr>
        <p:spPr>
          <a:xfrm>
            <a:off x="4296000" y="4268949"/>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8" name="Flowchart: Extract 67"/>
          <p:cNvSpPr>
            <a:spLocks noChangeArrowheads="1"/>
          </p:cNvSpPr>
          <p:nvPr/>
        </p:nvSpPr>
        <p:spPr bwMode="auto">
          <a:xfrm rot="10800000">
            <a:off x="3851902" y="2795749"/>
            <a:ext cx="250031" cy="390525"/>
          </a:xfrm>
          <a:prstGeom prst="flowChartExtract">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9" name="Flowchart: Connector 68"/>
          <p:cNvSpPr>
            <a:spLocks noChangeArrowheads="1"/>
          </p:cNvSpPr>
          <p:nvPr/>
        </p:nvSpPr>
        <p:spPr bwMode="auto">
          <a:xfrm rot="10800000">
            <a:off x="3942384" y="3168812"/>
            <a:ext cx="83344" cy="130175"/>
          </a:xfrm>
          <a:prstGeom prst="flowChartConnector">
            <a:avLst/>
          </a:prstGeom>
          <a:noFill/>
          <a:ln w="28575" algn="ctr">
            <a:solidFill>
              <a:srgbClr val="00FFFF"/>
            </a:solidFill>
            <a:round/>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cxnSp>
        <p:nvCxnSpPr>
          <p:cNvPr id="70" name="Straight Connector 69"/>
          <p:cNvCxnSpPr/>
          <p:nvPr/>
        </p:nvCxnSpPr>
        <p:spPr>
          <a:xfrm>
            <a:off x="3355404" y="2338536"/>
            <a:ext cx="15430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3566939" y="2679849"/>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544840" y="1720999"/>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7815491" y="1916262"/>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544839" y="3638699"/>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a:off x="3490739" y="3399780"/>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337671" y="2552849"/>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979294" y="3838724"/>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a:off x="3705448" y="3577580"/>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337671" y="4054624"/>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559126" y="2117874"/>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a:off x="3741966" y="2558411"/>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5321133" y="2309961"/>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5224692" y="3819674"/>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0800000">
            <a:off x="6209332" y="3584724"/>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0800000">
            <a:off x="6209332" y="2552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6034714" y="271556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a:off x="6045826" y="3403749"/>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6209333" y="2770336"/>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197426" y="2878299"/>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110637" y="2425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63" idx="6"/>
          </p:cNvCxnSpPr>
          <p:nvPr/>
        </p:nvCxnSpPr>
        <p:spPr>
          <a:xfrm>
            <a:off x="7121352" y="3675211"/>
            <a:ext cx="4155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210654" y="3489474"/>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7294395" y="260761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a:off x="4109133" y="5058801"/>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337671" y="5267474"/>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16200000" flipH="1">
            <a:off x="5953943" y="3557141"/>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9" idx="3"/>
            <a:endCxn id="65" idx="1"/>
          </p:cNvCxnSpPr>
          <p:nvPr/>
        </p:nvCxnSpPr>
        <p:spPr>
          <a:xfrm rot="5400000">
            <a:off x="7451749" y="3247194"/>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7653567" y="1882924"/>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a:off x="7752779" y="2009924"/>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7442826" y="3746649"/>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7502353" y="3833961"/>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65" idx="0"/>
          </p:cNvCxnSpPr>
          <p:nvPr/>
        </p:nvCxnSpPr>
        <p:spPr>
          <a:xfrm>
            <a:off x="8065523" y="3835549"/>
            <a:ext cx="4845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5454477" y="5663958"/>
            <a:ext cx="804862" cy="1190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04" name="Flowchart: Connector 103"/>
          <p:cNvSpPr/>
          <p:nvPr/>
        </p:nvSpPr>
        <p:spPr>
          <a:xfrm>
            <a:off x="5827148" y="51960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5" name="Flowchart: Connector 104"/>
          <p:cNvSpPr/>
          <p:nvPr/>
        </p:nvSpPr>
        <p:spPr>
          <a:xfrm>
            <a:off x="4291237" y="4000652"/>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6" name="Flowchart: Connector 105"/>
          <p:cNvSpPr/>
          <p:nvPr/>
        </p:nvSpPr>
        <p:spPr>
          <a:xfrm>
            <a:off x="4510312" y="204643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7" name="Flowchart: Connector 106"/>
          <p:cNvSpPr/>
          <p:nvPr/>
        </p:nvSpPr>
        <p:spPr>
          <a:xfrm>
            <a:off x="3932860" y="2263924"/>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8" name="Flowchart: Connector 107"/>
          <p:cNvSpPr/>
          <p:nvPr/>
        </p:nvSpPr>
        <p:spPr>
          <a:xfrm>
            <a:off x="7352338" y="36212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9" name="Flowchart: Connector 108"/>
          <p:cNvSpPr/>
          <p:nvPr/>
        </p:nvSpPr>
        <p:spPr>
          <a:xfrm>
            <a:off x="5862862" y="168448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cxnSp>
        <p:nvCxnSpPr>
          <p:cNvPr id="110" name="Straight Connector 109"/>
          <p:cNvCxnSpPr/>
          <p:nvPr/>
        </p:nvCxnSpPr>
        <p:spPr>
          <a:xfrm rot="5400000">
            <a:off x="5571163" y="1394768"/>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11" name="Rectangle 57"/>
          <p:cNvSpPr>
            <a:spLocks noChangeArrowheads="1"/>
          </p:cNvSpPr>
          <p:nvPr/>
        </p:nvSpPr>
        <p:spPr bwMode="auto">
          <a:xfrm>
            <a:off x="3622104" y="1347936"/>
            <a:ext cx="4629150" cy="411480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endParaRPr lang="en-US" altLang="en-US" sz="1800">
              <a:solidFill>
                <a:srgbClr val="FFFF00"/>
              </a:solidFill>
              <a:latin typeface="Arial" panose="020B0604020202020204" pitchFamily="34" charset="0"/>
              <a:cs typeface="Arial" panose="020B0604020202020204" pitchFamily="34" charset="0"/>
            </a:endParaRPr>
          </a:p>
        </p:txBody>
      </p:sp>
      <p:sp>
        <p:nvSpPr>
          <p:cNvPr id="112" name="Text Box 58"/>
          <p:cNvSpPr txBox="1">
            <a:spLocks noChangeArrowheads="1"/>
          </p:cNvSpPr>
          <p:nvPr/>
        </p:nvSpPr>
        <p:spPr bwMode="auto">
          <a:xfrm>
            <a:off x="2866065" y="2352830"/>
            <a:ext cx="694133"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in</a:t>
            </a:r>
          </a:p>
        </p:txBody>
      </p:sp>
      <p:sp>
        <p:nvSpPr>
          <p:cNvPr id="113" name="Text Box 59"/>
          <p:cNvSpPr txBox="1">
            <a:spLocks noChangeArrowheads="1"/>
          </p:cNvSpPr>
          <p:nvPr/>
        </p:nvSpPr>
        <p:spPr bwMode="auto">
          <a:xfrm>
            <a:off x="8322692" y="3481537"/>
            <a:ext cx="1056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out</a:t>
            </a:r>
          </a:p>
        </p:txBody>
      </p:sp>
      <p:sp>
        <p:nvSpPr>
          <p:cNvPr id="114" name="Text Box 60"/>
          <p:cNvSpPr txBox="1">
            <a:spLocks noChangeArrowheads="1"/>
          </p:cNvSpPr>
          <p:nvPr/>
        </p:nvSpPr>
        <p:spPr bwMode="auto">
          <a:xfrm>
            <a:off x="5855722" y="5804049"/>
            <a:ext cx="76174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R / W</a:t>
            </a:r>
          </a:p>
        </p:txBody>
      </p:sp>
      <p:sp>
        <p:nvSpPr>
          <p:cNvPr id="115" name="Text Box 61"/>
          <p:cNvSpPr txBox="1">
            <a:spLocks noChangeArrowheads="1"/>
          </p:cNvSpPr>
          <p:nvPr/>
        </p:nvSpPr>
        <p:spPr bwMode="auto">
          <a:xfrm>
            <a:off x="5874775" y="814537"/>
            <a:ext cx="88998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Select </a:t>
            </a:r>
          </a:p>
        </p:txBody>
      </p:sp>
      <p:sp>
        <p:nvSpPr>
          <p:cNvPr id="116" name="Text Box 62"/>
          <p:cNvSpPr txBox="1">
            <a:spLocks noChangeArrowheads="1"/>
          </p:cNvSpPr>
          <p:nvPr/>
        </p:nvSpPr>
        <p:spPr bwMode="auto">
          <a:xfrm>
            <a:off x="5550919" y="2818223"/>
            <a:ext cx="628698"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4800">
                <a:solidFill>
                  <a:srgbClr val="FFFF00"/>
                </a:solidFill>
                <a:latin typeface="Arial" panose="020B0604020202020204" pitchFamily="34" charset="0"/>
                <a:cs typeface="Arial" panose="020B0604020202020204" pitchFamily="34" charset="0"/>
              </a:rPr>
              <a:t>D</a:t>
            </a:r>
          </a:p>
        </p:txBody>
      </p:sp>
      <p:sp>
        <p:nvSpPr>
          <p:cNvPr id="117" name="Text Box 64"/>
          <p:cNvSpPr txBox="1">
            <a:spLocks noChangeArrowheads="1"/>
          </p:cNvSpPr>
          <p:nvPr/>
        </p:nvSpPr>
        <p:spPr bwMode="auto">
          <a:xfrm>
            <a:off x="3274440"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18" name="Line 67"/>
          <p:cNvSpPr>
            <a:spLocks noChangeShapeType="1"/>
          </p:cNvSpPr>
          <p:nvPr/>
        </p:nvSpPr>
        <p:spPr bwMode="auto">
          <a:xfrm>
            <a:off x="6172423" y="5843736"/>
            <a:ext cx="171450" cy="0"/>
          </a:xfrm>
          <a:prstGeom prst="line">
            <a:avLst/>
          </a:prstGeom>
          <a:noFill/>
          <a:ln w="9525">
            <a:solidFill>
              <a:srgbClr val="00FF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srgbClr val="FFFF00"/>
              </a:solidFill>
              <a:cs typeface="Arial" panose="020B0604020202020204" pitchFamily="34" charset="0"/>
            </a:endParaRPr>
          </a:p>
        </p:txBody>
      </p:sp>
      <p:sp>
        <p:nvSpPr>
          <p:cNvPr id="119" name="Text Box 68"/>
          <p:cNvSpPr txBox="1">
            <a:spLocks noChangeArrowheads="1"/>
          </p:cNvSpPr>
          <p:nvPr/>
        </p:nvSpPr>
        <p:spPr bwMode="auto">
          <a:xfrm>
            <a:off x="3860231" y="2797324"/>
            <a:ext cx="298480"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600" b="1">
                <a:solidFill>
                  <a:srgbClr val="FFFF00"/>
                </a:solidFill>
                <a:latin typeface="Arial" panose="020B0604020202020204" pitchFamily="34" charset="0"/>
                <a:cs typeface="Arial" panose="020B0604020202020204" pitchFamily="34" charset="0"/>
              </a:rPr>
              <a:t>0</a:t>
            </a:r>
          </a:p>
        </p:txBody>
      </p:sp>
      <p:sp>
        <p:nvSpPr>
          <p:cNvPr id="120" name="Text Box 70"/>
          <p:cNvSpPr txBox="1">
            <a:spLocks noChangeArrowheads="1"/>
          </p:cNvSpPr>
          <p:nvPr/>
        </p:nvSpPr>
        <p:spPr bwMode="auto">
          <a:xfrm>
            <a:off x="4230129" y="445148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1" name="Text Box 71"/>
          <p:cNvSpPr txBox="1">
            <a:spLocks noChangeArrowheads="1"/>
          </p:cNvSpPr>
          <p:nvPr/>
        </p:nvSpPr>
        <p:spPr bwMode="auto">
          <a:xfrm>
            <a:off x="4646041" y="217184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2" name="Text Box 72"/>
          <p:cNvSpPr txBox="1">
            <a:spLocks noChangeArrowheads="1"/>
          </p:cNvSpPr>
          <p:nvPr/>
        </p:nvSpPr>
        <p:spPr bwMode="auto">
          <a:xfrm>
            <a:off x="4599607" y="400461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3" name="Text Box 73"/>
          <p:cNvSpPr txBox="1">
            <a:spLocks noChangeArrowheads="1"/>
          </p:cNvSpPr>
          <p:nvPr/>
        </p:nvSpPr>
        <p:spPr bwMode="auto">
          <a:xfrm>
            <a:off x="5767610" y="7145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4" name="Text Box 74"/>
          <p:cNvSpPr txBox="1">
            <a:spLocks noChangeArrowheads="1"/>
          </p:cNvSpPr>
          <p:nvPr/>
        </p:nvSpPr>
        <p:spPr bwMode="auto">
          <a:xfrm>
            <a:off x="4646041" y="18194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5" name="Text Box 76"/>
          <p:cNvSpPr txBox="1">
            <a:spLocks noChangeArrowheads="1"/>
          </p:cNvSpPr>
          <p:nvPr/>
        </p:nvSpPr>
        <p:spPr bwMode="auto">
          <a:xfrm>
            <a:off x="4599607" y="3281511"/>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6" name="Text Box 77"/>
          <p:cNvSpPr txBox="1">
            <a:spLocks noChangeArrowheads="1"/>
          </p:cNvSpPr>
          <p:nvPr/>
        </p:nvSpPr>
        <p:spPr bwMode="auto">
          <a:xfrm>
            <a:off x="5274691"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7" name="Text Box 78"/>
          <p:cNvSpPr txBox="1">
            <a:spLocks noChangeArrowheads="1"/>
          </p:cNvSpPr>
          <p:nvPr/>
        </p:nvSpPr>
        <p:spPr bwMode="auto">
          <a:xfrm>
            <a:off x="5208015" y="37752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8" name="Text Box 79"/>
          <p:cNvSpPr txBox="1">
            <a:spLocks noChangeArrowheads="1"/>
          </p:cNvSpPr>
          <p:nvPr/>
        </p:nvSpPr>
        <p:spPr bwMode="auto">
          <a:xfrm>
            <a:off x="7211124" y="21099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9" name="Text Box 80"/>
          <p:cNvSpPr txBox="1">
            <a:spLocks noChangeArrowheads="1"/>
          </p:cNvSpPr>
          <p:nvPr/>
        </p:nvSpPr>
        <p:spPr bwMode="auto">
          <a:xfrm>
            <a:off x="7189524" y="37101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30" name="Text Box 81"/>
          <p:cNvSpPr txBox="1">
            <a:spLocks noChangeArrowheads="1"/>
          </p:cNvSpPr>
          <p:nvPr/>
        </p:nvSpPr>
        <p:spPr bwMode="auto">
          <a:xfrm>
            <a:off x="7928595" y="27338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1" name="Text Box 79"/>
          <p:cNvSpPr txBox="1">
            <a:spLocks noChangeArrowheads="1"/>
          </p:cNvSpPr>
          <p:nvPr/>
        </p:nvSpPr>
        <p:spPr bwMode="auto">
          <a:xfrm>
            <a:off x="7222554" y="210881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2" name="Text Box 80"/>
          <p:cNvSpPr txBox="1">
            <a:spLocks noChangeArrowheads="1"/>
          </p:cNvSpPr>
          <p:nvPr/>
        </p:nvSpPr>
        <p:spPr bwMode="auto">
          <a:xfrm>
            <a:off x="7188026" y="3695363"/>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33" name="Text Box 69"/>
          <p:cNvSpPr txBox="1">
            <a:spLocks noChangeArrowheads="1"/>
          </p:cNvSpPr>
          <p:nvPr/>
        </p:nvSpPr>
        <p:spPr bwMode="auto">
          <a:xfrm>
            <a:off x="5728915" y="60723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428986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33333E-6 0.02291 L 0.14883 0.03078 " pathEditMode="relative" rAng="0" ptsTypes="AA">
                                      <p:cBhvr>
                                        <p:cTn id="6" dur="2000" fill="hold"/>
                                        <p:tgtEl>
                                          <p:spTgt spid="117"/>
                                        </p:tgtEl>
                                        <p:attrNameLst>
                                          <p:attrName>ppt_x</p:attrName>
                                          <p:attrName>ppt_y</p:attrName>
                                        </p:attrNameLst>
                                      </p:cBhvr>
                                      <p:rCtr x="7435" y="394"/>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121"/>
                                        </p:tgtEl>
                                        <p:attrNameLst>
                                          <p:attrName>style.visibility</p:attrName>
                                        </p:attrNameLst>
                                      </p:cBhvr>
                                      <p:to>
                                        <p:strVal val="visible"/>
                                      </p:to>
                                    </p:set>
                                  </p:childTnLst>
                                </p:cTn>
                              </p:par>
                            </p:childTnLst>
                          </p:cTn>
                        </p:par>
                        <p:par>
                          <p:cTn id="10" fill="hold">
                            <p:stCondLst>
                              <p:cond delay="2000"/>
                            </p:stCondLst>
                            <p:childTnLst>
                              <p:par>
                                <p:cTn id="11" presetID="63" presetClass="path" presetSubtype="0" accel="50000" decel="50000" fill="hold" grpId="1" nodeType="afterEffect">
                                  <p:stCondLst>
                                    <p:cond delay="0"/>
                                  </p:stCondLst>
                                  <p:childTnLst>
                                    <p:animMotion origin="layout" path="M -3.33333E-6 2.96296E-6 L 0.06094 -0.00138 " pathEditMode="relative" rAng="0" ptsTypes="AA">
                                      <p:cBhvr>
                                        <p:cTn id="12" dur="2000" fill="hold"/>
                                        <p:tgtEl>
                                          <p:spTgt spid="117"/>
                                        </p:tgtEl>
                                        <p:attrNameLst>
                                          <p:attrName>ppt_x</p:attrName>
                                          <p:attrName>ppt_y</p:attrName>
                                        </p:attrNameLst>
                                      </p:cBhvr>
                                      <p:rCtr x="3099" y="-23"/>
                                    </p:animMotion>
                                  </p:childTnLst>
                                </p:cTn>
                              </p:par>
                            </p:childTnLst>
                          </p:cTn>
                        </p:par>
                        <p:par>
                          <p:cTn id="13" fill="hold">
                            <p:stCondLst>
                              <p:cond delay="4000"/>
                            </p:stCondLst>
                            <p:childTnLst>
                              <p:par>
                                <p:cTn id="14" presetID="42" presetClass="path" presetSubtype="0" accel="50000" decel="50000" fill="hold" grpId="2" nodeType="afterEffect">
                                  <p:stCondLst>
                                    <p:cond delay="0"/>
                                  </p:stCondLst>
                                  <p:childTnLst>
                                    <p:animMotion origin="layout" path="M 0.06094 -0.00139 L 0.06094 0.13171 " pathEditMode="relative" rAng="0" ptsTypes="AA">
                                      <p:cBhvr>
                                        <p:cTn id="15" dur="2000" fill="hold"/>
                                        <p:tgtEl>
                                          <p:spTgt spid="117"/>
                                        </p:tgtEl>
                                        <p:attrNameLst>
                                          <p:attrName>ppt_x</p:attrName>
                                          <p:attrName>ppt_y</p:attrName>
                                        </p:attrNameLst>
                                      </p:cBhvr>
                                      <p:rCtr x="0" y="6644"/>
                                    </p:animMotion>
                                  </p:childTnLst>
                                </p:cTn>
                              </p:par>
                            </p:childTnLst>
                          </p:cTn>
                        </p:par>
                        <p:par>
                          <p:cTn id="16" fill="hold">
                            <p:stCondLst>
                              <p:cond delay="6000"/>
                            </p:stCondLst>
                            <p:childTnLst>
                              <p:par>
                                <p:cTn id="17" presetID="9" presetClass="exit" presetSubtype="0" fill="hold" grpId="3" nodeType="afterEffect">
                                  <p:stCondLst>
                                    <p:cond delay="0"/>
                                  </p:stCondLst>
                                  <p:childTnLst>
                                    <p:animEffect transition="out" filter="dissolve">
                                      <p:cBhvr>
                                        <p:cTn id="18" dur="500"/>
                                        <p:tgtEl>
                                          <p:spTgt spid="117"/>
                                        </p:tgtEl>
                                      </p:cBhvr>
                                    </p:animEffect>
                                    <p:set>
                                      <p:cBhvr>
                                        <p:cTn id="19" dur="1" fill="hold">
                                          <p:stCondLst>
                                            <p:cond delay="499"/>
                                          </p:stCondLst>
                                        </p:cTn>
                                        <p:tgtEl>
                                          <p:spTgt spid="117"/>
                                        </p:tgtEl>
                                        <p:attrNameLst>
                                          <p:attrName>style.visibility</p:attrName>
                                        </p:attrNameLst>
                                      </p:cBhvr>
                                      <p:to>
                                        <p:strVal val="hidden"/>
                                      </p:to>
                                    </p:set>
                                  </p:childTnLst>
                                </p:cTn>
                              </p:par>
                            </p:childTnLst>
                          </p:cTn>
                        </p:par>
                        <p:par>
                          <p:cTn id="20" fill="hold">
                            <p:stCondLst>
                              <p:cond delay="6500"/>
                            </p:stCondLst>
                            <p:childTnLst>
                              <p:par>
                                <p:cTn id="21" presetID="9" presetClass="entr" presetSubtype="0" fill="hold" grpId="0" nodeType="after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dissolve">
                                      <p:cBhvr>
                                        <p:cTn id="23" dur="500"/>
                                        <p:tgtEl>
                                          <p:spTgt spid="119"/>
                                        </p:tgtEl>
                                      </p:cBhvr>
                                    </p:animEffect>
                                  </p:childTnLst>
                                </p:cTn>
                              </p:par>
                            </p:childTnLst>
                          </p:cTn>
                        </p:par>
                        <p:par>
                          <p:cTn id="24" fill="hold">
                            <p:stCondLst>
                              <p:cond delay="7000"/>
                            </p:stCondLst>
                            <p:childTnLst>
                              <p:par>
                                <p:cTn id="25" presetID="42" presetClass="path" presetSubtype="0" accel="50000" decel="50000" fill="hold" grpId="1" nodeType="afterEffect">
                                  <p:stCondLst>
                                    <p:cond delay="0"/>
                                  </p:stCondLst>
                                  <p:childTnLst>
                                    <p:animMotion origin="layout" path="M -0.00247 0.01134 L -0.00482 0.10949 " pathEditMode="relative" rAng="0" ptsTypes="AA">
                                      <p:cBhvr>
                                        <p:cTn id="26" dur="2000" fill="hold"/>
                                        <p:tgtEl>
                                          <p:spTgt spid="119"/>
                                        </p:tgtEl>
                                        <p:attrNameLst>
                                          <p:attrName>ppt_x</p:attrName>
                                          <p:attrName>ppt_y</p:attrName>
                                        </p:attrNameLst>
                                      </p:cBhvr>
                                      <p:rCtr x="117" y="5046"/>
                                    </p:animMotion>
                                  </p:childTnLst>
                                </p:cTn>
                              </p:par>
                            </p:childTnLst>
                          </p:cTn>
                        </p:par>
                        <p:par>
                          <p:cTn id="27" fill="hold">
                            <p:stCondLst>
                              <p:cond delay="9000"/>
                            </p:stCondLst>
                            <p:childTnLst>
                              <p:par>
                                <p:cTn id="28" presetID="63" presetClass="path" presetSubtype="0" accel="50000" decel="50000" fill="hold" grpId="2" nodeType="afterEffect">
                                  <p:stCondLst>
                                    <p:cond delay="0"/>
                                  </p:stCondLst>
                                  <p:childTnLst>
                                    <p:animMotion origin="layout" path="M -0.00481 0.10949 L 0.08529 0.11296 " pathEditMode="relative" rAng="0" ptsTypes="AA">
                                      <p:cBhvr>
                                        <p:cTn id="29" dur="2000" fill="hold"/>
                                        <p:tgtEl>
                                          <p:spTgt spid="119"/>
                                        </p:tgtEl>
                                        <p:attrNameLst>
                                          <p:attrName>ppt_x</p:attrName>
                                          <p:attrName>ppt_y</p:attrName>
                                        </p:attrNameLst>
                                      </p:cBhvr>
                                      <p:rCtr x="4505" y="162"/>
                                    </p:animMotion>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3"/>
                                        </p:tgtEl>
                                        <p:attrNameLst>
                                          <p:attrName>style.visibility</p:attrName>
                                        </p:attrNameLst>
                                      </p:cBhvr>
                                      <p:to>
                                        <p:strVal val="visible"/>
                                      </p:to>
                                    </p:set>
                                    <p:animEffect transition="in" filter="dissolve">
                                      <p:cBhvr>
                                        <p:cTn id="34" dur="500"/>
                                        <p:tgtEl>
                                          <p:spTgt spid="133"/>
                                        </p:tgtEl>
                                      </p:cBhvr>
                                    </p:animEffect>
                                  </p:childTnLst>
                                </p:cTn>
                              </p:par>
                            </p:childTnLst>
                          </p:cTn>
                        </p:par>
                        <p:par>
                          <p:cTn id="35" fill="hold">
                            <p:stCondLst>
                              <p:cond delay="1000"/>
                            </p:stCondLst>
                            <p:childTnLst>
                              <p:par>
                                <p:cTn id="36" presetID="64" presetClass="path" presetSubtype="0" accel="50000" decel="50000" fill="hold" grpId="1" nodeType="afterEffect">
                                  <p:stCondLst>
                                    <p:cond delay="0"/>
                                  </p:stCondLst>
                                  <p:childTnLst>
                                    <p:animMotion origin="layout" path="M 2.29167E-6 -4.07407E-6 L 0.00039 -0.15972 " pathEditMode="relative" rAng="0" ptsTypes="AA">
                                      <p:cBhvr>
                                        <p:cTn id="37" dur="2000" fill="hold"/>
                                        <p:tgtEl>
                                          <p:spTgt spid="133"/>
                                        </p:tgtEl>
                                        <p:attrNameLst>
                                          <p:attrName>ppt_x</p:attrName>
                                          <p:attrName>ppt_y</p:attrName>
                                        </p:attrNameLst>
                                      </p:cBhvr>
                                      <p:rCtr x="13" y="-7986"/>
                                    </p:animMotion>
                                  </p:childTnLst>
                                </p:cTn>
                              </p:par>
                            </p:childTnLst>
                          </p:cTn>
                        </p:par>
                        <p:par>
                          <p:cTn id="38" fill="hold">
                            <p:stCondLst>
                              <p:cond delay="3000"/>
                            </p:stCondLst>
                            <p:childTnLst>
                              <p:par>
                                <p:cTn id="39" presetID="35" presetClass="path" presetSubtype="0" accel="50000" decel="50000" fill="hold" grpId="2" nodeType="afterEffect">
                                  <p:stCondLst>
                                    <p:cond delay="0"/>
                                  </p:stCondLst>
                                  <p:childTnLst>
                                    <p:animMotion origin="layout" path="M 0.00716 -0.13959 L -0.16497 -0.14189 " pathEditMode="relative" rAng="0" ptsTypes="AA">
                                      <p:cBhvr>
                                        <p:cTn id="40" dur="2000" fill="hold"/>
                                        <p:tgtEl>
                                          <p:spTgt spid="133"/>
                                        </p:tgtEl>
                                        <p:attrNameLst>
                                          <p:attrName>ppt_x</p:attrName>
                                          <p:attrName>ppt_y</p:attrName>
                                        </p:attrNameLst>
                                      </p:cBhvr>
                                      <p:rCtr x="-8607" y="-231"/>
                                    </p:animMotion>
                                  </p:childTnLst>
                                </p:cTn>
                              </p:par>
                            </p:childTnLst>
                          </p:cTn>
                        </p:par>
                        <p:par>
                          <p:cTn id="41" fill="hold">
                            <p:stCondLst>
                              <p:cond delay="5000"/>
                            </p:stCondLst>
                            <p:childTnLst>
                              <p:par>
                                <p:cTn id="42" presetID="64" presetClass="path" presetSubtype="0" accel="50000" decel="50000" fill="hold" grpId="3" nodeType="afterEffect">
                                  <p:stCondLst>
                                    <p:cond delay="0"/>
                                  </p:stCondLst>
                                  <p:childTnLst>
                                    <p:animMotion origin="layout" path="M -0.16498 -0.1419 L -0.16146 -0.23773 " pathEditMode="relative" rAng="0" ptsTypes="AA">
                                      <p:cBhvr>
                                        <p:cTn id="43" dur="2000" fill="hold"/>
                                        <p:tgtEl>
                                          <p:spTgt spid="133"/>
                                        </p:tgtEl>
                                        <p:attrNameLst>
                                          <p:attrName>ppt_x</p:attrName>
                                          <p:attrName>ppt_y</p:attrName>
                                        </p:attrNameLst>
                                      </p:cBhvr>
                                      <p:rCtr x="169" y="-4792"/>
                                    </p:animMotion>
                                  </p:childTnLst>
                                </p:cTn>
                              </p:par>
                            </p:childTnLst>
                          </p:cTn>
                        </p:par>
                        <p:par>
                          <p:cTn id="44" fill="hold">
                            <p:stCondLst>
                              <p:cond delay="7000"/>
                            </p:stCondLst>
                            <p:childTnLst>
                              <p:par>
                                <p:cTn id="45" presetID="9" presetClass="exit" presetSubtype="0" fill="hold" grpId="4" nodeType="afterEffect">
                                  <p:stCondLst>
                                    <p:cond delay="0"/>
                                  </p:stCondLst>
                                  <p:childTnLst>
                                    <p:animEffect transition="out" filter="dissolve">
                                      <p:cBhvr>
                                        <p:cTn id="46" dur="500"/>
                                        <p:tgtEl>
                                          <p:spTgt spid="133"/>
                                        </p:tgtEl>
                                      </p:cBhvr>
                                    </p:animEffect>
                                    <p:set>
                                      <p:cBhvr>
                                        <p:cTn id="47" dur="1" fill="hold">
                                          <p:stCondLst>
                                            <p:cond delay="499"/>
                                          </p:stCondLst>
                                        </p:cTn>
                                        <p:tgtEl>
                                          <p:spTgt spid="133"/>
                                        </p:tgtEl>
                                        <p:attrNameLst>
                                          <p:attrName>style.visibility</p:attrName>
                                        </p:attrNameLst>
                                      </p:cBhvr>
                                      <p:to>
                                        <p:strVal val="hidden"/>
                                      </p:to>
                                    </p:set>
                                  </p:childTnLst>
                                </p:cTn>
                              </p:par>
                            </p:childTnLst>
                          </p:cTn>
                        </p:par>
                        <p:par>
                          <p:cTn id="48" fill="hold">
                            <p:stCondLst>
                              <p:cond delay="7500"/>
                            </p:stCondLst>
                            <p:childTnLst>
                              <p:par>
                                <p:cTn id="49" presetID="9" presetClass="entr" presetSubtype="0" fill="hold" nodeType="after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dissolve">
                                      <p:cBhvr>
                                        <p:cTn id="51" dur="500"/>
                                        <p:tgtEl>
                                          <p:spTgt spid="120"/>
                                        </p:tgtEl>
                                      </p:cBhvr>
                                    </p:animEffect>
                                  </p:childTnLst>
                                </p:cTn>
                              </p:par>
                            </p:childTnLst>
                          </p:cTn>
                        </p:par>
                        <p:par>
                          <p:cTn id="52" fill="hold">
                            <p:stCondLst>
                              <p:cond delay="8000"/>
                            </p:stCondLst>
                            <p:childTnLst>
                              <p:par>
                                <p:cTn id="53" presetID="57" presetClass="path" presetSubtype="0" accel="50000" decel="50000" fill="hold" nodeType="afterEffect">
                                  <p:stCondLst>
                                    <p:cond delay="0"/>
                                  </p:stCondLst>
                                  <p:childTnLst>
                                    <p:animMotion origin="layout" path="M -6.25E-7 -4.44444E-6 L -6.25E-7 -0.04351 C -6.25E-7 -0.06296 0.01146 -0.08634 0.02083 -0.08634 L 0.04193 -0.08634 " pathEditMode="relative" rAng="0" ptsTypes="AAAA">
                                      <p:cBhvr>
                                        <p:cTn id="54" dur="2000" fill="hold"/>
                                        <p:tgtEl>
                                          <p:spTgt spid="120"/>
                                        </p:tgtEl>
                                        <p:attrNameLst>
                                          <p:attrName>ppt_x</p:attrName>
                                          <p:attrName>ppt_y</p:attrName>
                                        </p:attrNameLst>
                                      </p:cBhvr>
                                      <p:rCtr x="2096" y="-4329"/>
                                    </p:animMotion>
                                  </p:childTnLst>
                                </p:cTn>
                              </p:par>
                            </p:childTnLst>
                          </p:cTn>
                        </p:par>
                        <p:par>
                          <p:cTn id="55" fill="hold">
                            <p:stCondLst>
                              <p:cond delay="10000"/>
                            </p:stCondLst>
                            <p:childTnLst>
                              <p:par>
                                <p:cTn id="56" presetID="1" presetClass="entr" presetSubtype="0" fill="hold" nodeType="afterEffect">
                                  <p:stCondLst>
                                    <p:cond delay="0"/>
                                  </p:stCondLst>
                                  <p:childTnLst>
                                    <p:set>
                                      <p:cBhvr>
                                        <p:cTn id="57" dur="1" fill="hold">
                                          <p:stCondLst>
                                            <p:cond delay="0"/>
                                          </p:stCondLst>
                                        </p:cTn>
                                        <p:tgtEl>
                                          <p:spTgt spid="122"/>
                                        </p:tgtEl>
                                        <p:attrNameLst>
                                          <p:attrName>style.visibility</p:attrName>
                                        </p:attrNameLst>
                                      </p:cBhvr>
                                      <p:to>
                                        <p:strVal val="visible"/>
                                      </p:to>
                                    </p:set>
                                  </p:childTnLst>
                                </p:cTn>
                              </p:par>
                            </p:childTnLst>
                          </p:cTn>
                        </p:par>
                        <p:par>
                          <p:cTn id="58" fill="hold">
                            <p:stCondLst>
                              <p:cond delay="10000"/>
                            </p:stCondLst>
                            <p:childTnLst>
                              <p:par>
                                <p:cTn id="59" presetID="64" presetClass="path" presetSubtype="0" accel="50000" decel="50000" fill="hold" nodeType="afterEffect">
                                  <p:stCondLst>
                                    <p:cond delay="0"/>
                                  </p:stCondLst>
                                  <p:childTnLst>
                                    <p:animMotion origin="layout" path="M 0.00195 -0.00439 L -0.00456 -0.30833 " pathEditMode="relative" rAng="0" ptsTypes="AA">
                                      <p:cBhvr>
                                        <p:cTn id="60" dur="2000" fill="hold"/>
                                        <p:tgtEl>
                                          <p:spTgt spid="120"/>
                                        </p:tgtEl>
                                        <p:attrNameLst>
                                          <p:attrName>ppt_x</p:attrName>
                                          <p:attrName>ppt_y</p:attrName>
                                        </p:attrNameLst>
                                      </p:cBhvr>
                                      <p:rCtr x="-326" y="-15208"/>
                                    </p:animMotion>
                                  </p:childTnLst>
                                </p:cTn>
                              </p:par>
                            </p:childTnLst>
                          </p:cTn>
                        </p:par>
                        <p:par>
                          <p:cTn id="61" fill="hold">
                            <p:stCondLst>
                              <p:cond delay="12000"/>
                            </p:stCondLst>
                            <p:childTnLst>
                              <p:par>
                                <p:cTn id="62" presetID="63" presetClass="path" presetSubtype="0" accel="50000" decel="50000" fill="hold" nodeType="afterEffect">
                                  <p:stCondLst>
                                    <p:cond delay="0"/>
                                  </p:stCondLst>
                                  <p:childTnLst>
                                    <p:animMotion origin="layout" path="M -0.00456 -0.30833 L 0.04375 -0.29814 " pathEditMode="relative" rAng="0" ptsTypes="AA">
                                      <p:cBhvr>
                                        <p:cTn id="63" dur="2000" fill="hold"/>
                                        <p:tgtEl>
                                          <p:spTgt spid="120"/>
                                        </p:tgtEl>
                                        <p:attrNameLst>
                                          <p:attrName>ppt_x</p:attrName>
                                          <p:attrName>ppt_y</p:attrName>
                                        </p:attrNameLst>
                                      </p:cBhvr>
                                      <p:rCtr x="2409" y="509"/>
                                    </p:animMotion>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23"/>
                                        </p:tgtEl>
                                        <p:attrNameLst>
                                          <p:attrName>style.visibility</p:attrName>
                                        </p:attrNameLst>
                                      </p:cBhvr>
                                      <p:to>
                                        <p:strVal val="visible"/>
                                      </p:to>
                                    </p:set>
                                  </p:childTnLst>
                                </p:cTn>
                              </p:par>
                            </p:childTnLst>
                          </p:cTn>
                        </p:par>
                        <p:par>
                          <p:cTn id="68" fill="hold">
                            <p:stCondLst>
                              <p:cond delay="0"/>
                            </p:stCondLst>
                            <p:childTnLst>
                              <p:par>
                                <p:cTn id="69" presetID="42" presetClass="path" presetSubtype="0" accel="50000" decel="50000" fill="hold" nodeType="afterEffect">
                                  <p:stCondLst>
                                    <p:cond delay="0"/>
                                  </p:stCondLst>
                                  <p:childTnLst>
                                    <p:animMotion origin="layout" path="M 4.16667E-7 2.96296E-6 L 0.00352 0.12106 " pathEditMode="relative" rAng="0" ptsTypes="AA">
                                      <p:cBhvr>
                                        <p:cTn id="70" dur="2000" fill="hold"/>
                                        <p:tgtEl>
                                          <p:spTgt spid="123"/>
                                        </p:tgtEl>
                                        <p:attrNameLst>
                                          <p:attrName>ppt_x</p:attrName>
                                          <p:attrName>ppt_y</p:attrName>
                                        </p:attrNameLst>
                                      </p:cBhvr>
                                      <p:rCtr x="169" y="6042"/>
                                    </p:animMotion>
                                  </p:childTnLst>
                                </p:cTn>
                              </p:par>
                            </p:childTnLst>
                          </p:cTn>
                        </p:par>
                        <p:par>
                          <p:cTn id="71" fill="hold">
                            <p:stCondLst>
                              <p:cond delay="2000"/>
                            </p:stCondLst>
                            <p:childTnLst>
                              <p:par>
                                <p:cTn id="72" presetID="35" presetClass="path" presetSubtype="0" accel="50000" decel="50000" fill="hold" nodeType="afterEffect">
                                  <p:stCondLst>
                                    <p:cond delay="0"/>
                                  </p:stCondLst>
                                  <p:childTnLst>
                                    <p:animMotion origin="layout" path="M 0.00352 0.10092 L -0.14648 0.10416 " pathEditMode="relative" rAng="0" ptsTypes="AA">
                                      <p:cBhvr>
                                        <p:cTn id="73" dur="2000" fill="hold"/>
                                        <p:tgtEl>
                                          <p:spTgt spid="123"/>
                                        </p:tgtEl>
                                        <p:attrNameLst>
                                          <p:attrName>ppt_x</p:attrName>
                                          <p:attrName>ppt_y</p:attrName>
                                        </p:attrNameLst>
                                      </p:cBhvr>
                                      <p:rCtr x="-7500" y="162"/>
                                    </p:animMotion>
                                  </p:childTnLst>
                                </p:cTn>
                              </p:par>
                            </p:childTnLst>
                          </p:cTn>
                        </p:par>
                        <p:par>
                          <p:cTn id="74" fill="hold">
                            <p:stCondLst>
                              <p:cond delay="4000"/>
                            </p:stCondLst>
                            <p:childTnLst>
                              <p:par>
                                <p:cTn id="75" presetID="42" presetClass="path" presetSubtype="0" accel="50000" decel="50000" fill="hold" nodeType="afterEffect">
                                  <p:stCondLst>
                                    <p:cond delay="0"/>
                                  </p:stCondLst>
                                  <p:childTnLst>
                                    <p:animMotion origin="layout" path="M -0.14648 0.10416 L -0.14649 0.15903 " pathEditMode="relative" rAng="0" ptsTypes="AA">
                                      <p:cBhvr>
                                        <p:cTn id="76" dur="2000" fill="hold"/>
                                        <p:tgtEl>
                                          <p:spTgt spid="123"/>
                                        </p:tgtEl>
                                        <p:attrNameLst>
                                          <p:attrName>ppt_x</p:attrName>
                                          <p:attrName>ppt_y</p:attrName>
                                        </p:attrNameLst>
                                      </p:cBhvr>
                                      <p:rCtr x="-13" y="2940"/>
                                    </p:animMotion>
                                  </p:childTnLst>
                                </p:cTn>
                              </p:par>
                            </p:childTnLst>
                          </p:cTn>
                        </p:par>
                        <p:par>
                          <p:cTn id="77" fill="hold">
                            <p:stCondLst>
                              <p:cond delay="6000"/>
                            </p:stCondLst>
                            <p:childTnLst>
                              <p:par>
                                <p:cTn id="78" presetID="63" presetClass="path" presetSubtype="0" accel="50000" decel="50000" fill="hold" nodeType="afterEffect">
                                  <p:stCondLst>
                                    <p:cond delay="0"/>
                                  </p:stCondLst>
                                  <p:childTnLst>
                                    <p:animMotion origin="layout" path="M -0.14648 0.15902 L -0.12383 0.16227 " pathEditMode="relative" rAng="0" ptsTypes="AA">
                                      <p:cBhvr>
                                        <p:cTn id="79" dur="2000" fill="hold"/>
                                        <p:tgtEl>
                                          <p:spTgt spid="123"/>
                                        </p:tgtEl>
                                        <p:attrNameLst>
                                          <p:attrName>ppt_x</p:attrName>
                                          <p:attrName>ppt_y</p:attrName>
                                        </p:attrNameLst>
                                      </p:cBhvr>
                                      <p:rCtr x="1133" y="162"/>
                                    </p:animMotion>
                                  </p:childTnLst>
                                </p:cTn>
                              </p:par>
                            </p:childTnLst>
                          </p:cTn>
                        </p:par>
                        <p:par>
                          <p:cTn id="80" fill="hold">
                            <p:stCondLst>
                              <p:cond delay="8000"/>
                            </p:stCondLst>
                            <p:childTnLst>
                              <p:par>
                                <p:cTn id="81" presetID="1" presetClass="entr" presetSubtype="0" fill="hold" nodeType="afterEffect">
                                  <p:stCondLst>
                                    <p:cond delay="0"/>
                                  </p:stCondLst>
                                  <p:childTnLst>
                                    <p:set>
                                      <p:cBhvr>
                                        <p:cTn id="82" dur="1" fill="hold">
                                          <p:stCondLst>
                                            <p:cond delay="0"/>
                                          </p:stCondLst>
                                        </p:cTn>
                                        <p:tgtEl>
                                          <p:spTgt spid="124"/>
                                        </p:tgtEl>
                                        <p:attrNameLst>
                                          <p:attrName>style.visibility</p:attrName>
                                        </p:attrNameLst>
                                      </p:cBhvr>
                                      <p:to>
                                        <p:strVal val="visible"/>
                                      </p:to>
                                    </p:set>
                                  </p:childTnLst>
                                </p:cTn>
                              </p:par>
                            </p:childTnLst>
                          </p:cTn>
                        </p:par>
                        <p:par>
                          <p:cTn id="83" fill="hold">
                            <p:stCondLst>
                              <p:cond delay="8000"/>
                            </p:stCondLst>
                            <p:childTnLst>
                              <p:par>
                                <p:cTn id="84" presetID="42" presetClass="path" presetSubtype="0" accel="50000" decel="50000" fill="hold" nodeType="afterEffect">
                                  <p:stCondLst>
                                    <p:cond delay="0"/>
                                  </p:stCondLst>
                                  <p:childTnLst>
                                    <p:animMotion origin="layout" path="M 4.16667E-7 2.96296E-6 L 0.00352 0.10995 " pathEditMode="relative" rAng="0" ptsTypes="AA">
                                      <p:cBhvr>
                                        <p:cTn id="85" dur="2000" fill="hold"/>
                                        <p:tgtEl>
                                          <p:spTgt spid="123"/>
                                        </p:tgtEl>
                                        <p:attrNameLst>
                                          <p:attrName>ppt_x</p:attrName>
                                          <p:attrName>ppt_y</p:attrName>
                                        </p:attrNameLst>
                                      </p:cBhvr>
                                      <p:rCtr x="169" y="5486"/>
                                    </p:animMotion>
                                  </p:childTnLst>
                                </p:cTn>
                              </p:par>
                            </p:childTnLst>
                          </p:cTn>
                        </p:par>
                        <p:par>
                          <p:cTn id="86" fill="hold">
                            <p:stCondLst>
                              <p:cond delay="10000"/>
                            </p:stCondLst>
                            <p:childTnLst>
                              <p:par>
                                <p:cTn id="87" presetID="35" presetClass="path" presetSubtype="0" accel="50000" decel="50000" fill="hold" nodeType="afterEffect">
                                  <p:stCondLst>
                                    <p:cond delay="0"/>
                                  </p:stCondLst>
                                  <p:childTnLst>
                                    <p:animMotion origin="layout" path="M 0.00352 0.09907 L -0.15026 0.10324 " pathEditMode="relative" rAng="0" ptsTypes="AA">
                                      <p:cBhvr>
                                        <p:cTn id="88" dur="2000" fill="hold"/>
                                        <p:tgtEl>
                                          <p:spTgt spid="123"/>
                                        </p:tgtEl>
                                        <p:attrNameLst>
                                          <p:attrName>ppt_x</p:attrName>
                                          <p:attrName>ppt_y</p:attrName>
                                        </p:attrNameLst>
                                      </p:cBhvr>
                                      <p:rCtr x="-7695" y="208"/>
                                    </p:animMotion>
                                  </p:childTnLst>
                                </p:cTn>
                              </p:par>
                            </p:childTnLst>
                          </p:cTn>
                        </p:par>
                        <p:par>
                          <p:cTn id="89" fill="hold">
                            <p:stCondLst>
                              <p:cond delay="12000"/>
                            </p:stCondLst>
                            <p:childTnLst>
                              <p:par>
                                <p:cTn id="90" presetID="42" presetClass="path" presetSubtype="0" accel="50000" decel="50000" fill="hold" nodeType="afterEffect">
                                  <p:stCondLst>
                                    <p:cond delay="0"/>
                                  </p:stCondLst>
                                  <p:childTnLst>
                                    <p:animMotion origin="layout" path="M -0.14648 0.10416 L -0.14596 0.37615 " pathEditMode="relative" rAng="0" ptsTypes="AA">
                                      <p:cBhvr>
                                        <p:cTn id="91" dur="2000" fill="hold"/>
                                        <p:tgtEl>
                                          <p:spTgt spid="123"/>
                                        </p:tgtEl>
                                        <p:attrNameLst>
                                          <p:attrName>ppt_x</p:attrName>
                                          <p:attrName>ppt_y</p:attrName>
                                        </p:attrNameLst>
                                      </p:cBhvr>
                                      <p:rCtr x="26" y="13588"/>
                                    </p:animMotion>
                                  </p:childTnLst>
                                </p:cTn>
                              </p:par>
                            </p:childTnLst>
                          </p:cTn>
                        </p:par>
                        <p:par>
                          <p:cTn id="92" fill="hold">
                            <p:stCondLst>
                              <p:cond delay="14000"/>
                            </p:stCondLst>
                            <p:childTnLst>
                              <p:par>
                                <p:cTn id="93" presetID="63" presetClass="path" presetSubtype="0" accel="50000" decel="50000" fill="hold" nodeType="afterEffect">
                                  <p:stCondLst>
                                    <p:cond delay="0"/>
                                  </p:stCondLst>
                                  <p:childTnLst>
                                    <p:animMotion origin="layout" path="M -0.14597 0.37616 L -0.12721 0.37685 " pathEditMode="relative" rAng="0" ptsTypes="AA">
                                      <p:cBhvr>
                                        <p:cTn id="94" dur="2000" fill="hold"/>
                                        <p:tgtEl>
                                          <p:spTgt spid="123"/>
                                        </p:tgtEl>
                                        <p:attrNameLst>
                                          <p:attrName>ppt_x</p:attrName>
                                          <p:attrName>ppt_y</p:attrName>
                                        </p:attrNameLst>
                                      </p:cBhvr>
                                      <p:rCtr x="1016" y="-231"/>
                                    </p:animMotion>
                                  </p:childTnLst>
                                </p:cTn>
                              </p:par>
                            </p:childTnLst>
                          </p:cTn>
                        </p:par>
                        <p:par>
                          <p:cTn id="95" fill="hold">
                            <p:stCondLst>
                              <p:cond delay="16000"/>
                            </p:stCondLst>
                            <p:childTnLst>
                              <p:par>
                                <p:cTn id="96" presetID="1" presetClass="entr" presetSubtype="0" fill="hold" nodeType="afterEffect">
                                  <p:stCondLst>
                                    <p:cond delay="0"/>
                                  </p:stCondLst>
                                  <p:childTnLst>
                                    <p:set>
                                      <p:cBhvr>
                                        <p:cTn id="97" dur="1" fill="hold">
                                          <p:stCondLst>
                                            <p:cond delay="0"/>
                                          </p:stCondLst>
                                        </p:cTn>
                                        <p:tgtEl>
                                          <p:spTgt spid="125"/>
                                        </p:tgtEl>
                                        <p:attrNameLst>
                                          <p:attrName>style.visibility</p:attrName>
                                        </p:attrNameLst>
                                      </p:cBhvr>
                                      <p:to>
                                        <p:strVal val="visible"/>
                                      </p:to>
                                    </p:set>
                                  </p:childTnLst>
                                </p:cTn>
                              </p:par>
                            </p:childTnLst>
                          </p:cTn>
                        </p:par>
                        <p:par>
                          <p:cTn id="98" fill="hold">
                            <p:stCondLst>
                              <p:cond delay="16000"/>
                            </p:stCondLst>
                            <p:childTnLst>
                              <p:par>
                                <p:cTn id="99" presetID="42" presetClass="path" presetSubtype="0" accel="50000" decel="50000" fill="hold" nodeType="afterEffect">
                                  <p:stCondLst>
                                    <p:cond delay="0"/>
                                  </p:stCondLst>
                                  <p:childTnLst>
                                    <p:animMotion origin="layout" path="M 4.16667E-7 2.96296E-6 L 0.00352 0.12106 " pathEditMode="relative" rAng="0" ptsTypes="AA">
                                      <p:cBhvr>
                                        <p:cTn id="100" dur="2000" fill="hold"/>
                                        <p:tgtEl>
                                          <p:spTgt spid="123"/>
                                        </p:tgtEl>
                                        <p:attrNameLst>
                                          <p:attrName>ppt_x</p:attrName>
                                          <p:attrName>ppt_y</p:attrName>
                                        </p:attrNameLst>
                                      </p:cBhvr>
                                      <p:rCtr x="169" y="6042"/>
                                    </p:animMotion>
                                  </p:childTnLst>
                                </p:cTn>
                              </p:par>
                            </p:childTnLst>
                          </p:cTn>
                        </p:par>
                        <p:par>
                          <p:cTn id="101" fill="hold">
                            <p:stCondLst>
                              <p:cond delay="18000"/>
                            </p:stCondLst>
                            <p:childTnLst>
                              <p:par>
                                <p:cTn id="102" presetID="63" presetClass="path" presetSubtype="0" accel="50000" decel="50000" fill="hold" nodeType="afterEffect">
                                  <p:stCondLst>
                                    <p:cond delay="0"/>
                                  </p:stCondLst>
                                  <p:childTnLst>
                                    <p:animMotion origin="layout" path="M 0.00352 0.10301 L 0.23255 0.11041 " pathEditMode="relative" rAng="0" ptsTypes="AA">
                                      <p:cBhvr>
                                        <p:cTn id="103" dur="2000" fill="hold"/>
                                        <p:tgtEl>
                                          <p:spTgt spid="123"/>
                                        </p:tgtEl>
                                        <p:attrNameLst>
                                          <p:attrName>ppt_x</p:attrName>
                                          <p:attrName>ppt_y</p:attrName>
                                        </p:attrNameLst>
                                      </p:cBhvr>
                                      <p:rCtr x="11445" y="370"/>
                                    </p:animMotion>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30"/>
                                        </p:tgtEl>
                                        <p:attrNameLst>
                                          <p:attrName>style.visibility</p:attrName>
                                        </p:attrNameLst>
                                      </p:cBhvr>
                                      <p:to>
                                        <p:strVal val="visible"/>
                                      </p:to>
                                    </p:set>
                                  </p:childTnLst>
                                </p:cTn>
                              </p:par>
                            </p:childTnLst>
                          </p:cTn>
                        </p:par>
                        <p:par>
                          <p:cTn id="108" fill="hold">
                            <p:stCondLst>
                              <p:cond delay="0"/>
                            </p:stCondLst>
                            <p:childTnLst>
                              <p:par>
                                <p:cTn id="109" presetID="42" presetClass="path" presetSubtype="0" accel="50000" decel="50000" fill="hold" grpId="1" nodeType="afterEffect">
                                  <p:stCondLst>
                                    <p:cond delay="0"/>
                                  </p:stCondLst>
                                  <p:childTnLst>
                                    <p:animMotion origin="layout" path="M 2.29167E-6 -1.48148E-6 L -0.00326 0.11551 " pathEditMode="relative" rAng="0" ptsTypes="AA">
                                      <p:cBhvr>
                                        <p:cTn id="110" dur="2000" fill="hold"/>
                                        <p:tgtEl>
                                          <p:spTgt spid="130"/>
                                        </p:tgtEl>
                                        <p:attrNameLst>
                                          <p:attrName>ppt_x</p:attrName>
                                          <p:attrName>ppt_y</p:attrName>
                                        </p:attrNameLst>
                                      </p:cBhvr>
                                      <p:rCtr x="-169" y="5764"/>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2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27"/>
                                        </p:tgtEl>
                                        <p:attrNameLst>
                                          <p:attrName>style.visibility</p:attrName>
                                        </p:attrNameLst>
                                      </p:cBhvr>
                                      <p:to>
                                        <p:strVal val="visible"/>
                                      </p:to>
                                    </p:set>
                                  </p:childTnLst>
                                </p:cTn>
                              </p:par>
                            </p:childTnLst>
                          </p:cTn>
                        </p:par>
                        <p:par>
                          <p:cTn id="119" fill="hold">
                            <p:stCondLst>
                              <p:cond delay="0"/>
                            </p:stCondLst>
                            <p:childTnLst>
                              <p:par>
                                <p:cTn id="120" presetID="63" presetClass="path" presetSubtype="0" accel="50000" decel="50000" fill="hold" grpId="1" nodeType="afterEffect">
                                  <p:stCondLst>
                                    <p:cond delay="0"/>
                                  </p:stCondLst>
                                  <p:childTnLst>
                                    <p:animMotion origin="layout" path="M -3.33333E-6 2.96296E-6 L 0.10716 0.00671 " pathEditMode="relative" rAng="0" ptsTypes="AA">
                                      <p:cBhvr>
                                        <p:cTn id="121" dur="2000" fill="hold"/>
                                        <p:tgtEl>
                                          <p:spTgt spid="126"/>
                                        </p:tgtEl>
                                        <p:attrNameLst>
                                          <p:attrName>ppt_x</p:attrName>
                                          <p:attrName>ppt_y</p:attrName>
                                        </p:attrNameLst>
                                      </p:cBhvr>
                                      <p:rCtr x="5352" y="324"/>
                                    </p:animMotion>
                                  </p:childTnLst>
                                </p:cTn>
                              </p:par>
                            </p:childTnLst>
                          </p:cTn>
                        </p:par>
                        <p:par>
                          <p:cTn id="122" fill="hold">
                            <p:stCondLst>
                              <p:cond delay="2000"/>
                            </p:stCondLst>
                            <p:childTnLst>
                              <p:par>
                                <p:cTn id="123" presetID="63" presetClass="path" presetSubtype="0" accel="50000" decel="50000" fill="hold" grpId="1" nodeType="afterEffect">
                                  <p:stCondLst>
                                    <p:cond delay="0"/>
                                  </p:stCondLst>
                                  <p:childTnLst>
                                    <p:animMotion origin="layout" path="M -1.66667E-6 -3.33333E-6 L 0.10951 -0.00602 " pathEditMode="relative" rAng="0" ptsTypes="AA">
                                      <p:cBhvr>
                                        <p:cTn id="124" dur="2000" fill="hold"/>
                                        <p:tgtEl>
                                          <p:spTgt spid="127"/>
                                        </p:tgtEl>
                                        <p:attrNameLst>
                                          <p:attrName>ppt_x</p:attrName>
                                          <p:attrName>ppt_y</p:attrName>
                                        </p:attrNameLst>
                                      </p:cBhvr>
                                      <p:rCtr x="5469" y="-301"/>
                                    </p:animMotion>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2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2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0" presetClass="path" presetSubtype="0" accel="50000" decel="50000" fill="hold" grpId="0" nodeType="clickEffect">
                                  <p:stCondLst>
                                    <p:cond delay="0"/>
                                  </p:stCondLst>
                                  <p:childTnLst>
                                    <p:animMotion origin="layout" path="M 0 0 L 0 0 C 0.00378 -0.0007 0.00755 -0.00208 0.01133 -0.00208 C 0.0138 -0.00208 0.0181 -0.00417 0.01875 0 C 0.01888 0.00069 0.01875 0.04259 0.01511 0.05116 C 0.01406 0.0537 0.01172 0.05255 0.01003 0.05347 C 0.00755 0.05486 0.00508 0.05694 0.00261 0.05787 C -0.00169 0.05949 -0.00456 0.06018 -0.00872 0.06227 C -0.01002 0.06296 -0.0112 0.06389 -0.0125 0.06458 C -0.01784 0.06713 -0.01784 0.06667 -0.0237 0.06898 C -0.02539 0.06967 -0.02708 0.07037 -0.02864 0.0713 C -0.03763 0.08171 -0.02669 0.06991 -0.0375 0.07778 C -0.04088 0.08032 -0.04388 0.08518 -0.04739 0.0868 C -0.0526 0.08912 -0.05937 0.0919 -0.06367 0.0956 C -0.07109 0.10208 -0.06693 0.09907 -0.07617 0.10463 C -0.07747 0.10532 -0.07864 0.10625 -0.07995 0.10671 C -0.08333 0.10833 -0.08672 0.10926 -0.08997 0.11111 C -0.09896 0.11643 -0.08776 0.10995 -0.0987 0.11574 C -0.1 0.1162 -0.10117 0.11736 -0.10247 0.11782 C -0.10612 0.11898 -0.10989 0.11944 -0.11367 0.12014 C -0.11706 0.12153 -0.12265 0.11875 -0.1237 0.12454 L -0.12747 0.14444 L -0.12864 0.15116 C -0.12825 0.15555 -0.12877 0.16065 -0.12747 0.16458 C -0.12682 0.16667 -0.125 0.16667 -0.1237 0.16667 C -0.11836 0.16736 -0.11289 0.16667 -0.10742 0.16667 L -0.10742 0.16667 " pathEditMode="relative" ptsTypes="AAAAAAAAAAAAAAAAAAAAAAAAAAA">
                                      <p:cBhvr>
                                        <p:cTn id="136" dur="2000" fill="hold"/>
                                        <p:tgtEl>
                                          <p:spTgt spid="131"/>
                                        </p:tgtEl>
                                        <p:attrNameLst>
                                          <p:attrName>ppt_x</p:attrName>
                                          <p:attrName>ppt_y</p:attrName>
                                        </p:attrNameLst>
                                      </p:cBhvr>
                                    </p:animMotion>
                                  </p:childTnLst>
                                </p:cTn>
                              </p:par>
                            </p:childTnLst>
                          </p:cTn>
                        </p:par>
                      </p:childTnLst>
                    </p:cTn>
                  </p:par>
                  <p:par>
                    <p:cTn id="137" fill="hold">
                      <p:stCondLst>
                        <p:cond delay="indefinite"/>
                      </p:stCondLst>
                      <p:childTnLst>
                        <p:par>
                          <p:cTn id="138" fill="hold">
                            <p:stCondLst>
                              <p:cond delay="0"/>
                            </p:stCondLst>
                            <p:childTnLst>
                              <p:par>
                                <p:cTn id="139" presetID="0" presetClass="path" presetSubtype="0" accel="50000" decel="50000" fill="hold" grpId="0" nodeType="clickEffect">
                                  <p:stCondLst>
                                    <p:cond delay="0"/>
                                  </p:stCondLst>
                                  <p:childTnLst>
                                    <p:animMotion origin="layout" path="M -0.00235 7.40741E-7 L -0.00235 0.00093 C 0.00716 -0.00162 0.0125 -0.00208 0.02161 -0.00463 C 0.02383 -0.00509 0.02591 -0.00602 0.02825 -0.00671 C 0.02734 -0.01505 0.02682 -0.02384 0.0263 -0.03218 C 0.02565 -0.04838 0.02903 -0.06574 0.02461 -0.08079 C 0.02318 -0.08634 0.01614 -0.08218 0.01211 -0.0831 C 0.00911 -0.0838 0.00664 -0.08426 0.00403 -0.08542 C 0.00078 -0.08657 -0.00222 -0.08912 -0.00547 -0.08982 L -0.01849 -0.09213 C -0.02982 -0.09792 -0.0155 -0.0912 -0.02943 -0.09722 C -0.03112 -0.09769 -0.03268 -0.09884 -0.03438 -0.09931 C -0.03711 -0.10023 -0.03959 -0.1007 -0.04232 -0.10185 C -0.04401 -0.10232 -0.04544 -0.10347 -0.04714 -0.10394 C -0.04922 -0.10486 -0.0513 -0.10532 -0.05339 -0.10625 C -0.05521 -0.10695 -0.05664 -0.10787 -0.05834 -0.10857 C -0.06029 -0.10926 -0.06263 -0.10995 -0.06472 -0.11065 C -0.06628 -0.11134 -0.06784 -0.11227 -0.06953 -0.1132 C -0.07162 -0.11389 -0.07383 -0.11435 -0.07565 -0.11551 C -0.07865 -0.1169 -0.08099 -0.11875 -0.08373 -0.12014 C -0.08594 -0.12107 -0.08815 -0.1213 -0.09024 -0.12222 C -0.11302 -0.13241 -0.08464 -0.12153 -0.1125 -0.13171 L -0.11901 -0.1338 C -0.12097 -0.13472 -0.12318 -0.13634 -0.12526 -0.13657 L -0.14258 -0.13866 C -0.14219 -0.15556 -0.14336 -0.17269 -0.14141 -0.18935 C -0.14102 -0.19167 -0.13802 -0.19144 -0.13646 -0.19144 C -0.12162 -0.19282 -0.10664 -0.19144 -0.09167 -0.19144 L -0.09167 -0.1912 " pathEditMode="relative" rAng="0" ptsTypes="AAAAAAAAAAAAAAAAAAAAAAAAAAAAA">
                                      <p:cBhvr>
                                        <p:cTn id="140" dur="2000" fill="hold"/>
                                        <p:tgtEl>
                                          <p:spTgt spid="132"/>
                                        </p:tgtEl>
                                        <p:attrNameLst>
                                          <p:attrName>ppt_x</p:attrName>
                                          <p:attrName>ppt_y</p:attrName>
                                        </p:attrNameLst>
                                      </p:cBhvr>
                                      <p:rCtr x="-5482" y="-9560"/>
                                    </p:animMotion>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5" nodeType="clickEffect">
                                  <p:stCondLst>
                                    <p:cond delay="0"/>
                                  </p:stCondLst>
                                  <p:childTnLst>
                                    <p:set>
                                      <p:cBhvr>
                                        <p:cTn id="144" dur="1" fill="hold">
                                          <p:stCondLst>
                                            <p:cond delay="0"/>
                                          </p:stCondLst>
                                        </p:cTn>
                                        <p:tgtEl>
                                          <p:spTgt spid="133"/>
                                        </p:tgtEl>
                                        <p:attrNameLst>
                                          <p:attrName>style.visibility</p:attrName>
                                        </p:attrNameLst>
                                      </p:cBhvr>
                                      <p:to>
                                        <p:strVal val="visible"/>
                                      </p:to>
                                    </p:set>
                                  </p:childTnLst>
                                </p:cTn>
                              </p:par>
                            </p:childTnLst>
                          </p:cTn>
                        </p:par>
                        <p:par>
                          <p:cTn id="145" fill="hold">
                            <p:stCondLst>
                              <p:cond delay="0"/>
                            </p:stCondLst>
                            <p:childTnLst>
                              <p:par>
                                <p:cTn id="146" presetID="63" presetClass="path" presetSubtype="0" accel="50000" decel="50000" fill="hold" nodeType="afterEffect">
                                  <p:stCondLst>
                                    <p:cond delay="0"/>
                                  </p:stCondLst>
                                  <p:childTnLst>
                                    <p:animMotion origin="layout" path="M 0.00039 -0.14885 L 0.19766 -0.15232 " pathEditMode="relative" rAng="0" ptsTypes="AA">
                                      <p:cBhvr>
                                        <p:cTn id="147" dur="2000" fill="hold"/>
                                        <p:tgtEl>
                                          <p:spTgt spid="133"/>
                                        </p:tgtEl>
                                        <p:attrNameLst>
                                          <p:attrName>ppt_x</p:attrName>
                                          <p:attrName>ppt_y</p:attrName>
                                        </p:attrNameLst>
                                      </p:cBhvr>
                                      <p:rCtr x="9857" y="-185"/>
                                    </p:animMotion>
                                  </p:childTnLst>
                                </p:cTn>
                              </p:par>
                            </p:childTnLst>
                          </p:cTn>
                        </p:par>
                        <p:par>
                          <p:cTn id="148" fill="hold">
                            <p:stCondLst>
                              <p:cond delay="2000"/>
                            </p:stCondLst>
                            <p:childTnLst>
                              <p:par>
                                <p:cTn id="149" presetID="64" presetClass="path" presetSubtype="0" accel="50000" decel="50000" fill="hold" nodeType="afterEffect">
                                  <p:stCondLst>
                                    <p:cond delay="0"/>
                                  </p:stCondLst>
                                  <p:childTnLst>
                                    <p:animMotion origin="layout" path="M 0.19141 -0.15556 L 0.19141 -0.66412 " pathEditMode="relative" rAng="0" ptsTypes="AA">
                                      <p:cBhvr>
                                        <p:cTn id="150" dur="2000" fill="hold"/>
                                        <p:tgtEl>
                                          <p:spTgt spid="133"/>
                                        </p:tgtEl>
                                        <p:attrNameLst>
                                          <p:attrName>ppt_x</p:attrName>
                                          <p:attrName>ppt_y</p:attrName>
                                        </p:attrNameLst>
                                      </p:cBhvr>
                                      <p:rCtr x="0" y="-25440"/>
                                    </p:animMotion>
                                  </p:childTnLst>
                                </p:cTn>
                              </p:par>
                            </p:childTnLst>
                          </p:cTn>
                        </p:par>
                        <p:par>
                          <p:cTn id="151" fill="hold">
                            <p:stCondLst>
                              <p:cond delay="4000"/>
                            </p:stCondLst>
                            <p:childTnLst>
                              <p:par>
                                <p:cTn id="152" presetID="50" presetClass="path" presetSubtype="0" accel="50000" decel="50000" fill="hold" nodeType="afterEffect">
                                  <p:stCondLst>
                                    <p:cond delay="0"/>
                                  </p:stCondLst>
                                  <p:childTnLst>
                                    <p:animMotion origin="layout" path="M 0.18555 -0.66412 L 0.19805 -0.66412 C 0.20352 -0.66412 0.21055 -0.65579 0.21055 -0.64861 L 0.21055 -0.63287 " pathEditMode="relative" rAng="0" ptsTypes="AAAA">
                                      <p:cBhvr>
                                        <p:cTn id="153" dur="2000" fill="hold"/>
                                        <p:tgtEl>
                                          <p:spTgt spid="133"/>
                                        </p:tgtEl>
                                        <p:attrNameLst>
                                          <p:attrName>ppt_x</p:attrName>
                                          <p:attrName>ppt_y</p:attrName>
                                        </p:attrNameLst>
                                      </p:cBhvr>
                                      <p:rCtr x="1250" y="155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7" grpId="1"/>
      <p:bldP spid="117" grpId="2"/>
      <p:bldP spid="117" grpId="3"/>
      <p:bldP spid="119" grpId="0"/>
      <p:bldP spid="119" grpId="1"/>
      <p:bldP spid="119" grpId="2"/>
      <p:bldP spid="121" grpId="0"/>
      <p:bldP spid="126" grpId="0"/>
      <p:bldP spid="126" grpId="1"/>
      <p:bldP spid="127" grpId="0"/>
      <p:bldP spid="127" grpId="1"/>
      <p:bldP spid="128" grpId="0"/>
      <p:bldP spid="129" grpId="0"/>
      <p:bldP spid="130" grpId="0"/>
      <p:bldP spid="130" grpId="1"/>
      <p:bldP spid="131" grpId="0"/>
      <p:bldP spid="132" grpId="0"/>
      <p:bldP spid="133" grpId="0"/>
      <p:bldP spid="133" grpId="1"/>
      <p:bldP spid="133" grpId="2"/>
      <p:bldP spid="133" grpId="3"/>
      <p:bldP spid="133" grpId="4"/>
      <p:bldP spid="133" grpId="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Function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endParaRPr lang="en-IN" dirty="0"/>
          </a:p>
          <a:p>
            <a:endParaRPr lang="en-IN" dirty="0"/>
          </a:p>
        </p:txBody>
      </p:sp>
      <p:sp>
        <p:nvSpPr>
          <p:cNvPr id="58" name="Flowchart: Delay 57"/>
          <p:cNvSpPr/>
          <p:nvPr/>
        </p:nvSpPr>
        <p:spPr>
          <a:xfrm>
            <a:off x="4822260" y="3530754"/>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59" name="Flowchart: Delay 58"/>
          <p:cNvSpPr>
            <a:spLocks noChangeArrowheads="1"/>
          </p:cNvSpPr>
          <p:nvPr/>
        </p:nvSpPr>
        <p:spPr bwMode="auto">
          <a:xfrm rot="5400000">
            <a:off x="7616056" y="2236353"/>
            <a:ext cx="652462" cy="415529"/>
          </a:xfrm>
          <a:prstGeom prst="flowChartDelay">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0" name="Flowchart: Stored Data 59"/>
          <p:cNvSpPr>
            <a:spLocks/>
          </p:cNvSpPr>
          <p:nvPr/>
        </p:nvSpPr>
        <p:spPr bwMode="auto">
          <a:xfrm rot="10800000">
            <a:off x="6486754" y="219091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1" name="Flowchart: Stored Data 60"/>
          <p:cNvSpPr>
            <a:spLocks/>
          </p:cNvSpPr>
          <p:nvPr/>
        </p:nvSpPr>
        <p:spPr bwMode="auto">
          <a:xfrm rot="10800000">
            <a:off x="6486754" y="345773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2" name="Flowchart: Connector 61"/>
          <p:cNvSpPr/>
          <p:nvPr/>
        </p:nvSpPr>
        <p:spPr>
          <a:xfrm>
            <a:off x="6971339" y="2298862"/>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3" name="Flowchart: Connector 62"/>
          <p:cNvSpPr/>
          <p:nvPr/>
        </p:nvSpPr>
        <p:spPr>
          <a:xfrm>
            <a:off x="6971339" y="3567261"/>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4" name="Flowchart: Delay 63"/>
          <p:cNvSpPr/>
          <p:nvPr/>
        </p:nvSpPr>
        <p:spPr>
          <a:xfrm>
            <a:off x="4891317" y="2009937"/>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5" name="Flowchart: Extract 64"/>
          <p:cNvSpPr>
            <a:spLocks noChangeArrowheads="1"/>
          </p:cNvSpPr>
          <p:nvPr/>
        </p:nvSpPr>
        <p:spPr bwMode="auto">
          <a:xfrm rot="5400000">
            <a:off x="7731944" y="3710341"/>
            <a:ext cx="392112" cy="248841"/>
          </a:xfrm>
          <a:prstGeom prst="flowChartExtract">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6" name="Flowchart: Extract 65"/>
          <p:cNvSpPr/>
          <p:nvPr/>
        </p:nvSpPr>
        <p:spPr>
          <a:xfrm>
            <a:off x="4215035" y="4407062"/>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7" name="Flowchart: Connector 66"/>
          <p:cNvSpPr/>
          <p:nvPr/>
        </p:nvSpPr>
        <p:spPr>
          <a:xfrm>
            <a:off x="4296000" y="4268949"/>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8" name="Flowchart: Extract 67"/>
          <p:cNvSpPr>
            <a:spLocks noChangeArrowheads="1"/>
          </p:cNvSpPr>
          <p:nvPr/>
        </p:nvSpPr>
        <p:spPr bwMode="auto">
          <a:xfrm rot="10800000">
            <a:off x="3851902" y="2795749"/>
            <a:ext cx="250031" cy="390525"/>
          </a:xfrm>
          <a:prstGeom prst="flowChartExtract">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9" name="Flowchart: Connector 68"/>
          <p:cNvSpPr>
            <a:spLocks noChangeArrowheads="1"/>
          </p:cNvSpPr>
          <p:nvPr/>
        </p:nvSpPr>
        <p:spPr bwMode="auto">
          <a:xfrm rot="10800000">
            <a:off x="3942384" y="3168812"/>
            <a:ext cx="83344" cy="130175"/>
          </a:xfrm>
          <a:prstGeom prst="flowChartConnector">
            <a:avLst/>
          </a:prstGeom>
          <a:noFill/>
          <a:ln w="28575" algn="ctr">
            <a:solidFill>
              <a:srgbClr val="00FFFF"/>
            </a:solidFill>
            <a:round/>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cxnSp>
        <p:nvCxnSpPr>
          <p:cNvPr id="70" name="Straight Connector 69"/>
          <p:cNvCxnSpPr/>
          <p:nvPr/>
        </p:nvCxnSpPr>
        <p:spPr>
          <a:xfrm>
            <a:off x="3355404" y="2338536"/>
            <a:ext cx="15430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3566939" y="2679849"/>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544840" y="1720999"/>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7815491" y="1916262"/>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544839" y="3638699"/>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a:off x="3490739" y="3399780"/>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337671" y="2552849"/>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979294" y="3838724"/>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a:off x="3705448" y="3577580"/>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337671" y="4054624"/>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559126" y="2117874"/>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a:off x="3741966" y="2558411"/>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5321133" y="2309961"/>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5224692" y="3819674"/>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0800000">
            <a:off x="6209332" y="3584724"/>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0800000">
            <a:off x="6209332" y="2552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6034714" y="271556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a:off x="6045826" y="3403749"/>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6209333" y="2770336"/>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197426" y="2878299"/>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110637" y="2425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63" idx="6"/>
          </p:cNvCxnSpPr>
          <p:nvPr/>
        </p:nvCxnSpPr>
        <p:spPr>
          <a:xfrm>
            <a:off x="7121352" y="3675211"/>
            <a:ext cx="4155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210654" y="3489474"/>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7294395" y="260761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a:off x="4109133" y="5058801"/>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337671" y="5267474"/>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16200000" flipH="1">
            <a:off x="5953943" y="3557141"/>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9" idx="3"/>
            <a:endCxn id="65" idx="1"/>
          </p:cNvCxnSpPr>
          <p:nvPr/>
        </p:nvCxnSpPr>
        <p:spPr>
          <a:xfrm rot="5400000">
            <a:off x="7451749" y="3247194"/>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7653567" y="1882924"/>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a:off x="7752779" y="2009924"/>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7442826" y="3746649"/>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7502353" y="3833961"/>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65" idx="0"/>
          </p:cNvCxnSpPr>
          <p:nvPr/>
        </p:nvCxnSpPr>
        <p:spPr>
          <a:xfrm>
            <a:off x="8065523" y="3835549"/>
            <a:ext cx="4845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5454477" y="5663958"/>
            <a:ext cx="804862" cy="1190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04" name="Flowchart: Connector 103"/>
          <p:cNvSpPr/>
          <p:nvPr/>
        </p:nvSpPr>
        <p:spPr>
          <a:xfrm>
            <a:off x="5827148" y="51960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5" name="Flowchart: Connector 104"/>
          <p:cNvSpPr/>
          <p:nvPr/>
        </p:nvSpPr>
        <p:spPr>
          <a:xfrm>
            <a:off x="4291237" y="4000652"/>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6" name="Flowchart: Connector 105"/>
          <p:cNvSpPr/>
          <p:nvPr/>
        </p:nvSpPr>
        <p:spPr>
          <a:xfrm>
            <a:off x="4510312" y="204643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7" name="Flowchart: Connector 106"/>
          <p:cNvSpPr/>
          <p:nvPr/>
        </p:nvSpPr>
        <p:spPr>
          <a:xfrm>
            <a:off x="3932860" y="2263924"/>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8" name="Flowchart: Connector 107"/>
          <p:cNvSpPr/>
          <p:nvPr/>
        </p:nvSpPr>
        <p:spPr>
          <a:xfrm>
            <a:off x="7352338" y="36212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9" name="Flowchart: Connector 108"/>
          <p:cNvSpPr/>
          <p:nvPr/>
        </p:nvSpPr>
        <p:spPr>
          <a:xfrm>
            <a:off x="5862862" y="168448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cxnSp>
        <p:nvCxnSpPr>
          <p:cNvPr id="110" name="Straight Connector 109"/>
          <p:cNvCxnSpPr/>
          <p:nvPr/>
        </p:nvCxnSpPr>
        <p:spPr>
          <a:xfrm rot="5400000">
            <a:off x="5571163" y="1394768"/>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11" name="Rectangle 57"/>
          <p:cNvSpPr>
            <a:spLocks noChangeArrowheads="1"/>
          </p:cNvSpPr>
          <p:nvPr/>
        </p:nvSpPr>
        <p:spPr bwMode="auto">
          <a:xfrm>
            <a:off x="3622104" y="1347936"/>
            <a:ext cx="4629150" cy="411480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endParaRPr lang="en-US" altLang="en-US" sz="1800">
              <a:solidFill>
                <a:srgbClr val="FFFF00"/>
              </a:solidFill>
              <a:latin typeface="Arial" panose="020B0604020202020204" pitchFamily="34" charset="0"/>
              <a:cs typeface="Arial" panose="020B0604020202020204" pitchFamily="34" charset="0"/>
            </a:endParaRPr>
          </a:p>
        </p:txBody>
      </p:sp>
      <p:sp>
        <p:nvSpPr>
          <p:cNvPr id="112" name="Text Box 58"/>
          <p:cNvSpPr txBox="1">
            <a:spLocks noChangeArrowheads="1"/>
          </p:cNvSpPr>
          <p:nvPr/>
        </p:nvSpPr>
        <p:spPr bwMode="auto">
          <a:xfrm>
            <a:off x="2866065" y="2352830"/>
            <a:ext cx="694133"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in</a:t>
            </a:r>
          </a:p>
        </p:txBody>
      </p:sp>
      <p:sp>
        <p:nvSpPr>
          <p:cNvPr id="113" name="Text Box 59"/>
          <p:cNvSpPr txBox="1">
            <a:spLocks noChangeArrowheads="1"/>
          </p:cNvSpPr>
          <p:nvPr/>
        </p:nvSpPr>
        <p:spPr bwMode="auto">
          <a:xfrm>
            <a:off x="8322692" y="3481537"/>
            <a:ext cx="1056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out</a:t>
            </a:r>
          </a:p>
        </p:txBody>
      </p:sp>
      <p:sp>
        <p:nvSpPr>
          <p:cNvPr id="114" name="Text Box 60"/>
          <p:cNvSpPr txBox="1">
            <a:spLocks noChangeArrowheads="1"/>
          </p:cNvSpPr>
          <p:nvPr/>
        </p:nvSpPr>
        <p:spPr bwMode="auto">
          <a:xfrm>
            <a:off x="5855722" y="5804049"/>
            <a:ext cx="76174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srgbClr val="FFFF00"/>
                </a:solidFill>
                <a:latin typeface="Arial" panose="020B0604020202020204" pitchFamily="34" charset="0"/>
                <a:cs typeface="Arial" panose="020B0604020202020204" pitchFamily="34" charset="0"/>
              </a:rPr>
              <a:t>R / W</a:t>
            </a:r>
          </a:p>
        </p:txBody>
      </p:sp>
      <p:sp>
        <p:nvSpPr>
          <p:cNvPr id="115" name="Text Box 61"/>
          <p:cNvSpPr txBox="1">
            <a:spLocks noChangeArrowheads="1"/>
          </p:cNvSpPr>
          <p:nvPr/>
        </p:nvSpPr>
        <p:spPr bwMode="auto">
          <a:xfrm>
            <a:off x="5874775" y="814537"/>
            <a:ext cx="88998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Select </a:t>
            </a:r>
          </a:p>
        </p:txBody>
      </p:sp>
      <p:sp>
        <p:nvSpPr>
          <p:cNvPr id="116" name="Text Box 62"/>
          <p:cNvSpPr txBox="1">
            <a:spLocks noChangeArrowheads="1"/>
          </p:cNvSpPr>
          <p:nvPr/>
        </p:nvSpPr>
        <p:spPr bwMode="auto">
          <a:xfrm>
            <a:off x="5550919" y="2818223"/>
            <a:ext cx="628698"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4800">
                <a:solidFill>
                  <a:srgbClr val="FFFF00"/>
                </a:solidFill>
                <a:latin typeface="Arial" panose="020B0604020202020204" pitchFamily="34" charset="0"/>
                <a:cs typeface="Arial" panose="020B0604020202020204" pitchFamily="34" charset="0"/>
              </a:rPr>
              <a:t>D</a:t>
            </a:r>
          </a:p>
        </p:txBody>
      </p:sp>
      <p:sp>
        <p:nvSpPr>
          <p:cNvPr id="117" name="Text Box 64"/>
          <p:cNvSpPr txBox="1">
            <a:spLocks noChangeArrowheads="1"/>
          </p:cNvSpPr>
          <p:nvPr/>
        </p:nvSpPr>
        <p:spPr bwMode="auto">
          <a:xfrm>
            <a:off x="3274440"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18" name="Line 67"/>
          <p:cNvSpPr>
            <a:spLocks noChangeShapeType="1"/>
          </p:cNvSpPr>
          <p:nvPr/>
        </p:nvSpPr>
        <p:spPr bwMode="auto">
          <a:xfrm>
            <a:off x="6172423" y="5843736"/>
            <a:ext cx="171450" cy="0"/>
          </a:xfrm>
          <a:prstGeom prst="line">
            <a:avLst/>
          </a:prstGeom>
          <a:noFill/>
          <a:ln w="9525">
            <a:solidFill>
              <a:srgbClr val="00FF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srgbClr val="FFFF00"/>
              </a:solidFill>
              <a:cs typeface="Arial" panose="020B0604020202020204" pitchFamily="34" charset="0"/>
            </a:endParaRPr>
          </a:p>
        </p:txBody>
      </p:sp>
      <p:sp>
        <p:nvSpPr>
          <p:cNvPr id="119" name="Text Box 68"/>
          <p:cNvSpPr txBox="1">
            <a:spLocks noChangeArrowheads="1"/>
          </p:cNvSpPr>
          <p:nvPr/>
        </p:nvSpPr>
        <p:spPr bwMode="auto">
          <a:xfrm>
            <a:off x="3860231" y="2797324"/>
            <a:ext cx="298480"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600" b="1">
                <a:solidFill>
                  <a:srgbClr val="FFFF00"/>
                </a:solidFill>
                <a:latin typeface="Arial" panose="020B0604020202020204" pitchFamily="34" charset="0"/>
                <a:cs typeface="Arial" panose="020B0604020202020204" pitchFamily="34" charset="0"/>
              </a:rPr>
              <a:t>0</a:t>
            </a:r>
          </a:p>
        </p:txBody>
      </p:sp>
      <p:sp>
        <p:nvSpPr>
          <p:cNvPr id="120" name="Text Box 70"/>
          <p:cNvSpPr txBox="1">
            <a:spLocks noChangeArrowheads="1"/>
          </p:cNvSpPr>
          <p:nvPr/>
        </p:nvSpPr>
        <p:spPr bwMode="auto">
          <a:xfrm>
            <a:off x="4230129" y="445148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1" name="Text Box 71"/>
          <p:cNvSpPr txBox="1">
            <a:spLocks noChangeArrowheads="1"/>
          </p:cNvSpPr>
          <p:nvPr/>
        </p:nvSpPr>
        <p:spPr bwMode="auto">
          <a:xfrm>
            <a:off x="4646041" y="217184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2" name="Text Box 72"/>
          <p:cNvSpPr txBox="1">
            <a:spLocks noChangeArrowheads="1"/>
          </p:cNvSpPr>
          <p:nvPr/>
        </p:nvSpPr>
        <p:spPr bwMode="auto">
          <a:xfrm>
            <a:off x="4599607" y="400461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3" name="Text Box 73"/>
          <p:cNvSpPr txBox="1">
            <a:spLocks noChangeArrowheads="1"/>
          </p:cNvSpPr>
          <p:nvPr/>
        </p:nvSpPr>
        <p:spPr bwMode="auto">
          <a:xfrm>
            <a:off x="5767610" y="7145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4" name="Text Box 74"/>
          <p:cNvSpPr txBox="1">
            <a:spLocks noChangeArrowheads="1"/>
          </p:cNvSpPr>
          <p:nvPr/>
        </p:nvSpPr>
        <p:spPr bwMode="auto">
          <a:xfrm>
            <a:off x="4646041" y="18194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5" name="Text Box 76"/>
          <p:cNvSpPr txBox="1">
            <a:spLocks noChangeArrowheads="1"/>
          </p:cNvSpPr>
          <p:nvPr/>
        </p:nvSpPr>
        <p:spPr bwMode="auto">
          <a:xfrm>
            <a:off x="4599607" y="3281511"/>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6" name="Text Box 77"/>
          <p:cNvSpPr txBox="1">
            <a:spLocks noChangeArrowheads="1"/>
          </p:cNvSpPr>
          <p:nvPr/>
        </p:nvSpPr>
        <p:spPr bwMode="auto">
          <a:xfrm>
            <a:off x="5274691"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7" name="Text Box 78"/>
          <p:cNvSpPr txBox="1">
            <a:spLocks noChangeArrowheads="1"/>
          </p:cNvSpPr>
          <p:nvPr/>
        </p:nvSpPr>
        <p:spPr bwMode="auto">
          <a:xfrm>
            <a:off x="5208015" y="37752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8" name="Text Box 79"/>
          <p:cNvSpPr txBox="1">
            <a:spLocks noChangeArrowheads="1"/>
          </p:cNvSpPr>
          <p:nvPr/>
        </p:nvSpPr>
        <p:spPr bwMode="auto">
          <a:xfrm>
            <a:off x="7211124" y="21099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9" name="Text Box 80"/>
          <p:cNvSpPr txBox="1">
            <a:spLocks noChangeArrowheads="1"/>
          </p:cNvSpPr>
          <p:nvPr/>
        </p:nvSpPr>
        <p:spPr bwMode="auto">
          <a:xfrm>
            <a:off x="7189524" y="37101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30" name="Text Box 81"/>
          <p:cNvSpPr txBox="1">
            <a:spLocks noChangeArrowheads="1"/>
          </p:cNvSpPr>
          <p:nvPr/>
        </p:nvSpPr>
        <p:spPr bwMode="auto">
          <a:xfrm>
            <a:off x="7928595" y="27338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1" name="Text Box 79"/>
          <p:cNvSpPr txBox="1">
            <a:spLocks noChangeArrowheads="1"/>
          </p:cNvSpPr>
          <p:nvPr/>
        </p:nvSpPr>
        <p:spPr bwMode="auto">
          <a:xfrm>
            <a:off x="7222554" y="210881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2" name="Text Box 80"/>
          <p:cNvSpPr txBox="1">
            <a:spLocks noChangeArrowheads="1"/>
          </p:cNvSpPr>
          <p:nvPr/>
        </p:nvSpPr>
        <p:spPr bwMode="auto">
          <a:xfrm>
            <a:off x="7188026" y="3695363"/>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33" name="Text Box 69"/>
          <p:cNvSpPr txBox="1">
            <a:spLocks noChangeArrowheads="1"/>
          </p:cNvSpPr>
          <p:nvPr/>
        </p:nvSpPr>
        <p:spPr bwMode="auto">
          <a:xfrm>
            <a:off x="5728915" y="60723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416896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4.16667E-7 2.96296E-6 L 0.00352 0.12106 " pathEditMode="relative" rAng="0" ptsTypes="AA">
                                      <p:cBhvr>
                                        <p:cTn id="9" dur="2000" fill="hold"/>
                                        <p:tgtEl>
                                          <p:spTgt spid="123"/>
                                        </p:tgtEl>
                                        <p:attrNameLst>
                                          <p:attrName>ppt_x</p:attrName>
                                          <p:attrName>ppt_y</p:attrName>
                                        </p:attrNameLst>
                                      </p:cBhvr>
                                      <p:rCtr x="169" y="6042"/>
                                    </p:animMotion>
                                  </p:childTnLst>
                                </p:cTn>
                              </p:par>
                            </p:childTnLst>
                          </p:cTn>
                        </p:par>
                        <p:par>
                          <p:cTn id="10" fill="hold">
                            <p:stCondLst>
                              <p:cond delay="2000"/>
                            </p:stCondLst>
                            <p:childTnLst>
                              <p:par>
                                <p:cTn id="11" presetID="35" presetClass="path" presetSubtype="0" accel="50000" decel="50000" fill="hold" nodeType="afterEffect">
                                  <p:stCondLst>
                                    <p:cond delay="0"/>
                                  </p:stCondLst>
                                  <p:childTnLst>
                                    <p:animMotion origin="layout" path="M 0.00352 0.10092 L -0.14648 0.10416 " pathEditMode="relative" rAng="0" ptsTypes="AA">
                                      <p:cBhvr>
                                        <p:cTn id="12" dur="2000" fill="hold"/>
                                        <p:tgtEl>
                                          <p:spTgt spid="123"/>
                                        </p:tgtEl>
                                        <p:attrNameLst>
                                          <p:attrName>ppt_x</p:attrName>
                                          <p:attrName>ppt_y</p:attrName>
                                        </p:attrNameLst>
                                      </p:cBhvr>
                                      <p:rCtr x="-7500" y="162"/>
                                    </p:animMotion>
                                  </p:childTnLst>
                                </p:cTn>
                              </p:par>
                            </p:childTnLst>
                          </p:cTn>
                        </p:par>
                        <p:par>
                          <p:cTn id="13" fill="hold">
                            <p:stCondLst>
                              <p:cond delay="4000"/>
                            </p:stCondLst>
                            <p:childTnLst>
                              <p:par>
                                <p:cTn id="14" presetID="42" presetClass="path" presetSubtype="0" accel="50000" decel="50000" fill="hold" nodeType="afterEffect">
                                  <p:stCondLst>
                                    <p:cond delay="0"/>
                                  </p:stCondLst>
                                  <p:childTnLst>
                                    <p:animMotion origin="layout" path="M -0.14648 0.10416 L -0.14649 0.15903 " pathEditMode="relative" rAng="0" ptsTypes="AA">
                                      <p:cBhvr>
                                        <p:cTn id="15" dur="2000" fill="hold"/>
                                        <p:tgtEl>
                                          <p:spTgt spid="123"/>
                                        </p:tgtEl>
                                        <p:attrNameLst>
                                          <p:attrName>ppt_x</p:attrName>
                                          <p:attrName>ppt_y</p:attrName>
                                        </p:attrNameLst>
                                      </p:cBhvr>
                                      <p:rCtr x="-13" y="2940"/>
                                    </p:animMotion>
                                  </p:childTnLst>
                                </p:cTn>
                              </p:par>
                            </p:childTnLst>
                          </p:cTn>
                        </p:par>
                        <p:par>
                          <p:cTn id="16" fill="hold">
                            <p:stCondLst>
                              <p:cond delay="6000"/>
                            </p:stCondLst>
                            <p:childTnLst>
                              <p:par>
                                <p:cTn id="17" presetID="63" presetClass="path" presetSubtype="0" accel="50000" decel="50000" fill="hold" nodeType="afterEffect">
                                  <p:stCondLst>
                                    <p:cond delay="0"/>
                                  </p:stCondLst>
                                  <p:childTnLst>
                                    <p:animMotion origin="layout" path="M -0.14648 0.15902 L -0.12383 0.16227 " pathEditMode="relative" rAng="0" ptsTypes="AA">
                                      <p:cBhvr>
                                        <p:cTn id="18" dur="2000" fill="hold"/>
                                        <p:tgtEl>
                                          <p:spTgt spid="123"/>
                                        </p:tgtEl>
                                        <p:attrNameLst>
                                          <p:attrName>ppt_x</p:attrName>
                                          <p:attrName>ppt_y</p:attrName>
                                        </p:attrNameLst>
                                      </p:cBhvr>
                                      <p:rCtr x="1133" y="162"/>
                                    </p:animMotion>
                                  </p:childTnLst>
                                </p:cTn>
                              </p:par>
                            </p:childTnLst>
                          </p:cTn>
                        </p:par>
                        <p:par>
                          <p:cTn id="19" fill="hold">
                            <p:stCondLst>
                              <p:cond delay="8000"/>
                            </p:stCondLst>
                            <p:childTnLst>
                              <p:par>
                                <p:cTn id="20" presetID="1" presetClass="entr" presetSubtype="0" fill="hold" nodeType="afterEffect">
                                  <p:stCondLst>
                                    <p:cond delay="0"/>
                                  </p:stCondLst>
                                  <p:childTnLst>
                                    <p:set>
                                      <p:cBhvr>
                                        <p:cTn id="21" dur="1" fill="hold">
                                          <p:stCondLst>
                                            <p:cond delay="0"/>
                                          </p:stCondLst>
                                        </p:cTn>
                                        <p:tgtEl>
                                          <p:spTgt spid="124"/>
                                        </p:tgtEl>
                                        <p:attrNameLst>
                                          <p:attrName>style.visibility</p:attrName>
                                        </p:attrNameLst>
                                      </p:cBhvr>
                                      <p:to>
                                        <p:strVal val="visible"/>
                                      </p:to>
                                    </p:set>
                                  </p:childTnLst>
                                </p:cTn>
                              </p:par>
                            </p:childTnLst>
                          </p:cTn>
                        </p:par>
                        <p:par>
                          <p:cTn id="22" fill="hold">
                            <p:stCondLst>
                              <p:cond delay="8000"/>
                            </p:stCondLst>
                            <p:childTnLst>
                              <p:par>
                                <p:cTn id="23" presetID="42" presetClass="path" presetSubtype="0" accel="50000" decel="50000" fill="hold" nodeType="afterEffect">
                                  <p:stCondLst>
                                    <p:cond delay="0"/>
                                  </p:stCondLst>
                                  <p:childTnLst>
                                    <p:animMotion origin="layout" path="M 4.16667E-7 2.96296E-6 L 0.00352 0.10995 " pathEditMode="relative" rAng="0" ptsTypes="AA">
                                      <p:cBhvr>
                                        <p:cTn id="24" dur="2000" fill="hold"/>
                                        <p:tgtEl>
                                          <p:spTgt spid="123"/>
                                        </p:tgtEl>
                                        <p:attrNameLst>
                                          <p:attrName>ppt_x</p:attrName>
                                          <p:attrName>ppt_y</p:attrName>
                                        </p:attrNameLst>
                                      </p:cBhvr>
                                      <p:rCtr x="169" y="5486"/>
                                    </p:animMotion>
                                  </p:childTnLst>
                                </p:cTn>
                              </p:par>
                            </p:childTnLst>
                          </p:cTn>
                        </p:par>
                        <p:par>
                          <p:cTn id="25" fill="hold">
                            <p:stCondLst>
                              <p:cond delay="10000"/>
                            </p:stCondLst>
                            <p:childTnLst>
                              <p:par>
                                <p:cTn id="26" presetID="35" presetClass="path" presetSubtype="0" accel="50000" decel="50000" fill="hold" nodeType="afterEffect">
                                  <p:stCondLst>
                                    <p:cond delay="0"/>
                                  </p:stCondLst>
                                  <p:childTnLst>
                                    <p:animMotion origin="layout" path="M 0.00352 0.09907 L -0.15026 0.10324 " pathEditMode="relative" rAng="0" ptsTypes="AA">
                                      <p:cBhvr>
                                        <p:cTn id="27" dur="2000" fill="hold"/>
                                        <p:tgtEl>
                                          <p:spTgt spid="123"/>
                                        </p:tgtEl>
                                        <p:attrNameLst>
                                          <p:attrName>ppt_x</p:attrName>
                                          <p:attrName>ppt_y</p:attrName>
                                        </p:attrNameLst>
                                      </p:cBhvr>
                                      <p:rCtr x="-7695" y="208"/>
                                    </p:animMotion>
                                  </p:childTnLst>
                                </p:cTn>
                              </p:par>
                            </p:childTnLst>
                          </p:cTn>
                        </p:par>
                        <p:par>
                          <p:cTn id="28" fill="hold">
                            <p:stCondLst>
                              <p:cond delay="12000"/>
                            </p:stCondLst>
                            <p:childTnLst>
                              <p:par>
                                <p:cTn id="29" presetID="42" presetClass="path" presetSubtype="0" accel="50000" decel="50000" fill="hold" nodeType="afterEffect">
                                  <p:stCondLst>
                                    <p:cond delay="0"/>
                                  </p:stCondLst>
                                  <p:childTnLst>
                                    <p:animMotion origin="layout" path="M -0.14648 0.10416 L -0.14596 0.37615 " pathEditMode="relative" rAng="0" ptsTypes="AA">
                                      <p:cBhvr>
                                        <p:cTn id="30" dur="2000" fill="hold"/>
                                        <p:tgtEl>
                                          <p:spTgt spid="123"/>
                                        </p:tgtEl>
                                        <p:attrNameLst>
                                          <p:attrName>ppt_x</p:attrName>
                                          <p:attrName>ppt_y</p:attrName>
                                        </p:attrNameLst>
                                      </p:cBhvr>
                                      <p:rCtr x="26" y="13588"/>
                                    </p:animMotion>
                                  </p:childTnLst>
                                </p:cTn>
                              </p:par>
                            </p:childTnLst>
                          </p:cTn>
                        </p:par>
                        <p:par>
                          <p:cTn id="31" fill="hold">
                            <p:stCondLst>
                              <p:cond delay="14000"/>
                            </p:stCondLst>
                            <p:childTnLst>
                              <p:par>
                                <p:cTn id="32" presetID="63" presetClass="path" presetSubtype="0" accel="50000" decel="50000" fill="hold" nodeType="afterEffect">
                                  <p:stCondLst>
                                    <p:cond delay="0"/>
                                  </p:stCondLst>
                                  <p:childTnLst>
                                    <p:animMotion origin="layout" path="M -0.14597 0.37616 L -0.12721 0.37685 " pathEditMode="relative" rAng="0" ptsTypes="AA">
                                      <p:cBhvr>
                                        <p:cTn id="33" dur="2000" fill="hold"/>
                                        <p:tgtEl>
                                          <p:spTgt spid="123"/>
                                        </p:tgtEl>
                                        <p:attrNameLst>
                                          <p:attrName>ppt_x</p:attrName>
                                          <p:attrName>ppt_y</p:attrName>
                                        </p:attrNameLst>
                                      </p:cBhvr>
                                      <p:rCtr x="1016" y="-231"/>
                                    </p:animMotion>
                                  </p:childTnLst>
                                </p:cTn>
                              </p:par>
                            </p:childTnLst>
                          </p:cTn>
                        </p:par>
                        <p:par>
                          <p:cTn id="34" fill="hold">
                            <p:stCondLst>
                              <p:cond delay="16000"/>
                            </p:stCondLst>
                            <p:childTnLst>
                              <p:par>
                                <p:cTn id="35" presetID="1" presetClass="entr" presetSubtype="0" fill="hold" nodeType="afterEffect">
                                  <p:stCondLst>
                                    <p:cond delay="0"/>
                                  </p:stCondLst>
                                  <p:childTnLst>
                                    <p:set>
                                      <p:cBhvr>
                                        <p:cTn id="36" dur="1" fill="hold">
                                          <p:stCondLst>
                                            <p:cond delay="0"/>
                                          </p:stCondLst>
                                        </p:cTn>
                                        <p:tgtEl>
                                          <p:spTgt spid="125"/>
                                        </p:tgtEl>
                                        <p:attrNameLst>
                                          <p:attrName>style.visibility</p:attrName>
                                        </p:attrNameLst>
                                      </p:cBhvr>
                                      <p:to>
                                        <p:strVal val="visible"/>
                                      </p:to>
                                    </p:set>
                                  </p:childTnLst>
                                </p:cTn>
                              </p:par>
                            </p:childTnLst>
                          </p:cTn>
                        </p:par>
                        <p:par>
                          <p:cTn id="37" fill="hold">
                            <p:stCondLst>
                              <p:cond delay="16000"/>
                            </p:stCondLst>
                            <p:childTnLst>
                              <p:par>
                                <p:cTn id="38" presetID="42" presetClass="path" presetSubtype="0" accel="50000" decel="50000" fill="hold" nodeType="afterEffect">
                                  <p:stCondLst>
                                    <p:cond delay="0"/>
                                  </p:stCondLst>
                                  <p:childTnLst>
                                    <p:animMotion origin="layout" path="M 4.16667E-7 2.96296E-6 L 0.00352 0.12106 " pathEditMode="relative" rAng="0" ptsTypes="AA">
                                      <p:cBhvr>
                                        <p:cTn id="39" dur="2000" fill="hold"/>
                                        <p:tgtEl>
                                          <p:spTgt spid="123"/>
                                        </p:tgtEl>
                                        <p:attrNameLst>
                                          <p:attrName>ppt_x</p:attrName>
                                          <p:attrName>ppt_y</p:attrName>
                                        </p:attrNameLst>
                                      </p:cBhvr>
                                      <p:rCtr x="169" y="6042"/>
                                    </p:animMotion>
                                  </p:childTnLst>
                                </p:cTn>
                              </p:par>
                            </p:childTnLst>
                          </p:cTn>
                        </p:par>
                        <p:par>
                          <p:cTn id="40" fill="hold">
                            <p:stCondLst>
                              <p:cond delay="18000"/>
                            </p:stCondLst>
                            <p:childTnLst>
                              <p:par>
                                <p:cTn id="41" presetID="63" presetClass="path" presetSubtype="0" accel="50000" decel="50000" fill="hold" nodeType="afterEffect">
                                  <p:stCondLst>
                                    <p:cond delay="0"/>
                                  </p:stCondLst>
                                  <p:childTnLst>
                                    <p:animMotion origin="layout" path="M 0.00352 0.10301 L 0.23255 0.11041 " pathEditMode="relative" rAng="0" ptsTypes="AA">
                                      <p:cBhvr>
                                        <p:cTn id="42" dur="2000" fill="hold"/>
                                        <p:tgtEl>
                                          <p:spTgt spid="123"/>
                                        </p:tgtEl>
                                        <p:attrNameLst>
                                          <p:attrName>ppt_x</p:attrName>
                                          <p:attrName>ppt_y</p:attrName>
                                        </p:attrNameLst>
                                      </p:cBhvr>
                                      <p:rCtr x="11445" y="370"/>
                                    </p:animMotion>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3"/>
                                        </p:tgtEl>
                                        <p:attrNameLst>
                                          <p:attrName>style.visibility</p:attrName>
                                        </p:attrNameLst>
                                      </p:cBhvr>
                                      <p:to>
                                        <p:strVal val="visible"/>
                                      </p:to>
                                    </p:set>
                                    <p:animEffect transition="in" filter="dissolve">
                                      <p:cBhvr>
                                        <p:cTn id="47" dur="500"/>
                                        <p:tgtEl>
                                          <p:spTgt spid="133"/>
                                        </p:tgtEl>
                                      </p:cBhvr>
                                    </p:animEffect>
                                  </p:childTnLst>
                                </p:cTn>
                              </p:par>
                            </p:childTnLst>
                          </p:cTn>
                        </p:par>
                        <p:par>
                          <p:cTn id="48" fill="hold">
                            <p:stCondLst>
                              <p:cond delay="500"/>
                            </p:stCondLst>
                            <p:childTnLst>
                              <p:par>
                                <p:cTn id="49" presetID="64" presetClass="path" presetSubtype="0" accel="50000" decel="50000" fill="hold" grpId="1" nodeType="afterEffect">
                                  <p:stCondLst>
                                    <p:cond delay="0"/>
                                  </p:stCondLst>
                                  <p:childTnLst>
                                    <p:animMotion origin="layout" path="M 2.29167E-6 -4.07407E-6 L 0.00039 -0.15972 " pathEditMode="relative" rAng="0" ptsTypes="AA">
                                      <p:cBhvr>
                                        <p:cTn id="50" dur="2000" fill="hold"/>
                                        <p:tgtEl>
                                          <p:spTgt spid="133"/>
                                        </p:tgtEl>
                                        <p:attrNameLst>
                                          <p:attrName>ppt_x</p:attrName>
                                          <p:attrName>ppt_y</p:attrName>
                                        </p:attrNameLst>
                                      </p:cBhvr>
                                      <p:rCtr x="13" y="-7986"/>
                                    </p:animMotion>
                                  </p:childTnLst>
                                </p:cTn>
                              </p:par>
                            </p:childTnLst>
                          </p:cTn>
                        </p:par>
                        <p:par>
                          <p:cTn id="51" fill="hold">
                            <p:stCondLst>
                              <p:cond delay="2500"/>
                            </p:stCondLst>
                            <p:childTnLst>
                              <p:par>
                                <p:cTn id="52" presetID="35" presetClass="path" presetSubtype="0" accel="50000" decel="50000" fill="hold" grpId="2" nodeType="afterEffect">
                                  <p:stCondLst>
                                    <p:cond delay="0"/>
                                  </p:stCondLst>
                                  <p:childTnLst>
                                    <p:animMotion origin="layout" path="M 0.00716 -0.13959 L -0.16497 -0.14189 " pathEditMode="relative" rAng="0" ptsTypes="AA">
                                      <p:cBhvr>
                                        <p:cTn id="53" dur="2000" fill="hold"/>
                                        <p:tgtEl>
                                          <p:spTgt spid="133"/>
                                        </p:tgtEl>
                                        <p:attrNameLst>
                                          <p:attrName>ppt_x</p:attrName>
                                          <p:attrName>ppt_y</p:attrName>
                                        </p:attrNameLst>
                                      </p:cBhvr>
                                      <p:rCtr x="-8607" y="-231"/>
                                    </p:animMotion>
                                  </p:childTnLst>
                                </p:cTn>
                              </p:par>
                            </p:childTnLst>
                          </p:cTn>
                        </p:par>
                        <p:par>
                          <p:cTn id="54" fill="hold">
                            <p:stCondLst>
                              <p:cond delay="4500"/>
                            </p:stCondLst>
                            <p:childTnLst>
                              <p:par>
                                <p:cTn id="55" presetID="64" presetClass="path" presetSubtype="0" accel="50000" decel="50000" fill="hold" grpId="3" nodeType="afterEffect">
                                  <p:stCondLst>
                                    <p:cond delay="0"/>
                                  </p:stCondLst>
                                  <p:childTnLst>
                                    <p:animMotion origin="layout" path="M -0.16498 -0.1419 L -0.16146 -0.23773 " pathEditMode="relative" rAng="0" ptsTypes="AA">
                                      <p:cBhvr>
                                        <p:cTn id="56" dur="2000" fill="hold"/>
                                        <p:tgtEl>
                                          <p:spTgt spid="133"/>
                                        </p:tgtEl>
                                        <p:attrNameLst>
                                          <p:attrName>ppt_x</p:attrName>
                                          <p:attrName>ppt_y</p:attrName>
                                        </p:attrNameLst>
                                      </p:cBhvr>
                                      <p:rCtr x="169" y="-4792"/>
                                    </p:animMotion>
                                  </p:childTnLst>
                                </p:cTn>
                              </p:par>
                            </p:childTnLst>
                          </p:cTn>
                        </p:par>
                        <p:par>
                          <p:cTn id="57" fill="hold">
                            <p:stCondLst>
                              <p:cond delay="6500"/>
                            </p:stCondLst>
                            <p:childTnLst>
                              <p:par>
                                <p:cTn id="58" presetID="9" presetClass="exit" presetSubtype="0" fill="hold" grpId="4" nodeType="afterEffect">
                                  <p:stCondLst>
                                    <p:cond delay="0"/>
                                  </p:stCondLst>
                                  <p:childTnLst>
                                    <p:animEffect transition="out" filter="dissolve">
                                      <p:cBhvr>
                                        <p:cTn id="59" dur="500"/>
                                        <p:tgtEl>
                                          <p:spTgt spid="133"/>
                                        </p:tgtEl>
                                      </p:cBhvr>
                                    </p:animEffect>
                                    <p:set>
                                      <p:cBhvr>
                                        <p:cTn id="60" dur="1" fill="hold">
                                          <p:stCondLst>
                                            <p:cond delay="499"/>
                                          </p:stCondLst>
                                        </p:cTn>
                                        <p:tgtEl>
                                          <p:spTgt spid="133"/>
                                        </p:tgtEl>
                                        <p:attrNameLst>
                                          <p:attrName>style.visibility</p:attrName>
                                        </p:attrNameLst>
                                      </p:cBhvr>
                                      <p:to>
                                        <p:strVal val="hidden"/>
                                      </p:to>
                                    </p:set>
                                  </p:childTnLst>
                                </p:cTn>
                              </p:par>
                            </p:childTnLst>
                          </p:cTn>
                        </p:par>
                        <p:par>
                          <p:cTn id="61" fill="hold">
                            <p:stCondLst>
                              <p:cond delay="7000"/>
                            </p:stCondLst>
                            <p:childTnLst>
                              <p:par>
                                <p:cTn id="62" presetID="9" presetClass="entr" presetSubtype="0" fill="hold" nodeType="afterEffect">
                                  <p:stCondLst>
                                    <p:cond delay="0"/>
                                  </p:stCondLst>
                                  <p:childTnLst>
                                    <p:set>
                                      <p:cBhvr>
                                        <p:cTn id="63" dur="1" fill="hold">
                                          <p:stCondLst>
                                            <p:cond delay="0"/>
                                          </p:stCondLst>
                                        </p:cTn>
                                        <p:tgtEl>
                                          <p:spTgt spid="120"/>
                                        </p:tgtEl>
                                        <p:attrNameLst>
                                          <p:attrName>style.visibility</p:attrName>
                                        </p:attrNameLst>
                                      </p:cBhvr>
                                      <p:to>
                                        <p:strVal val="visible"/>
                                      </p:to>
                                    </p:set>
                                    <p:animEffect transition="in" filter="dissolve">
                                      <p:cBhvr>
                                        <p:cTn id="64" dur="500"/>
                                        <p:tgtEl>
                                          <p:spTgt spid="120"/>
                                        </p:tgtEl>
                                      </p:cBhvr>
                                    </p:animEffect>
                                  </p:childTnLst>
                                </p:cTn>
                              </p:par>
                            </p:childTnLst>
                          </p:cTn>
                        </p:par>
                        <p:par>
                          <p:cTn id="65" fill="hold">
                            <p:stCondLst>
                              <p:cond delay="7500"/>
                            </p:stCondLst>
                            <p:childTnLst>
                              <p:par>
                                <p:cTn id="66" presetID="57" presetClass="path" presetSubtype="0" accel="50000" decel="50000" fill="hold" nodeType="afterEffect">
                                  <p:stCondLst>
                                    <p:cond delay="0"/>
                                  </p:stCondLst>
                                  <p:childTnLst>
                                    <p:animMotion origin="layout" path="M -6.25E-7 -4.44444E-6 L -6.25E-7 -0.04351 C -6.25E-7 -0.06296 0.01146 -0.08634 0.02083 -0.08634 L 0.04193 -0.08634 " pathEditMode="relative" rAng="0" ptsTypes="AAAA">
                                      <p:cBhvr>
                                        <p:cTn id="67" dur="2000" fill="hold"/>
                                        <p:tgtEl>
                                          <p:spTgt spid="120"/>
                                        </p:tgtEl>
                                        <p:attrNameLst>
                                          <p:attrName>ppt_x</p:attrName>
                                          <p:attrName>ppt_y</p:attrName>
                                        </p:attrNameLst>
                                      </p:cBhvr>
                                      <p:rCtr x="2096" y="-4329"/>
                                    </p:animMotion>
                                  </p:childTnLst>
                                </p:cTn>
                              </p:par>
                            </p:childTnLst>
                          </p:cTn>
                        </p:par>
                        <p:par>
                          <p:cTn id="68" fill="hold">
                            <p:stCondLst>
                              <p:cond delay="9500"/>
                            </p:stCondLst>
                            <p:childTnLst>
                              <p:par>
                                <p:cTn id="69" presetID="1" presetClass="entr" presetSubtype="0" fill="hold" nodeType="afterEffect">
                                  <p:stCondLst>
                                    <p:cond delay="0"/>
                                  </p:stCondLst>
                                  <p:childTnLst>
                                    <p:set>
                                      <p:cBhvr>
                                        <p:cTn id="70" dur="1" fill="hold">
                                          <p:stCondLst>
                                            <p:cond delay="0"/>
                                          </p:stCondLst>
                                        </p:cTn>
                                        <p:tgtEl>
                                          <p:spTgt spid="122"/>
                                        </p:tgtEl>
                                        <p:attrNameLst>
                                          <p:attrName>style.visibility</p:attrName>
                                        </p:attrNameLst>
                                      </p:cBhvr>
                                      <p:to>
                                        <p:strVal val="visible"/>
                                      </p:to>
                                    </p:set>
                                  </p:childTnLst>
                                </p:cTn>
                              </p:par>
                            </p:childTnLst>
                          </p:cTn>
                        </p:par>
                        <p:par>
                          <p:cTn id="71" fill="hold">
                            <p:stCondLst>
                              <p:cond delay="9500"/>
                            </p:stCondLst>
                            <p:childTnLst>
                              <p:par>
                                <p:cTn id="72" presetID="64" presetClass="path" presetSubtype="0" accel="50000" decel="50000" fill="hold" nodeType="afterEffect">
                                  <p:stCondLst>
                                    <p:cond delay="0"/>
                                  </p:stCondLst>
                                  <p:childTnLst>
                                    <p:animMotion origin="layout" path="M 0.00195 -0.00439 L -0.00456 -0.30833 " pathEditMode="relative" rAng="0" ptsTypes="AA">
                                      <p:cBhvr>
                                        <p:cTn id="73" dur="2000" fill="hold"/>
                                        <p:tgtEl>
                                          <p:spTgt spid="120"/>
                                        </p:tgtEl>
                                        <p:attrNameLst>
                                          <p:attrName>ppt_x</p:attrName>
                                          <p:attrName>ppt_y</p:attrName>
                                        </p:attrNameLst>
                                      </p:cBhvr>
                                      <p:rCtr x="-326" y="-15208"/>
                                    </p:animMotion>
                                  </p:childTnLst>
                                </p:cTn>
                              </p:par>
                            </p:childTnLst>
                          </p:cTn>
                        </p:par>
                        <p:par>
                          <p:cTn id="74" fill="hold">
                            <p:stCondLst>
                              <p:cond delay="11500"/>
                            </p:stCondLst>
                            <p:childTnLst>
                              <p:par>
                                <p:cTn id="75" presetID="63" presetClass="path" presetSubtype="0" accel="50000" decel="50000" fill="hold" nodeType="afterEffect">
                                  <p:stCondLst>
                                    <p:cond delay="0"/>
                                  </p:stCondLst>
                                  <p:childTnLst>
                                    <p:animMotion origin="layout" path="M -0.00456 -0.30833 L 0.04375 -0.29814 " pathEditMode="relative" rAng="0" ptsTypes="AA">
                                      <p:cBhvr>
                                        <p:cTn id="76" dur="2000" fill="hold"/>
                                        <p:tgtEl>
                                          <p:spTgt spid="120"/>
                                        </p:tgtEl>
                                        <p:attrNameLst>
                                          <p:attrName>ppt_x</p:attrName>
                                          <p:attrName>ppt_y</p:attrName>
                                        </p:attrNameLst>
                                      </p:cBhvr>
                                      <p:rCtr x="2409" y="509"/>
                                    </p:animMotion>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5" nodeType="clickEffect">
                                  <p:stCondLst>
                                    <p:cond delay="0"/>
                                  </p:stCondLst>
                                  <p:childTnLst>
                                    <p:set>
                                      <p:cBhvr>
                                        <p:cTn id="80" dur="1" fill="hold">
                                          <p:stCondLst>
                                            <p:cond delay="0"/>
                                          </p:stCondLst>
                                        </p:cTn>
                                        <p:tgtEl>
                                          <p:spTgt spid="133"/>
                                        </p:tgtEl>
                                        <p:attrNameLst>
                                          <p:attrName>style.visibility</p:attrName>
                                        </p:attrNameLst>
                                      </p:cBhvr>
                                      <p:to>
                                        <p:strVal val="visible"/>
                                      </p:to>
                                    </p:set>
                                  </p:childTnLst>
                                </p:cTn>
                              </p:par>
                            </p:childTnLst>
                          </p:cTn>
                        </p:par>
                        <p:par>
                          <p:cTn id="81" fill="hold">
                            <p:stCondLst>
                              <p:cond delay="0"/>
                            </p:stCondLst>
                            <p:childTnLst>
                              <p:par>
                                <p:cTn id="82" presetID="63" presetClass="path" presetSubtype="0" accel="50000" decel="50000" fill="hold" nodeType="afterEffect">
                                  <p:stCondLst>
                                    <p:cond delay="0"/>
                                  </p:stCondLst>
                                  <p:childTnLst>
                                    <p:animMotion origin="layout" path="M 0.00039 -0.14885 L 0.19766 -0.15232 " pathEditMode="relative" rAng="0" ptsTypes="AA">
                                      <p:cBhvr>
                                        <p:cTn id="83" dur="2000" fill="hold"/>
                                        <p:tgtEl>
                                          <p:spTgt spid="133"/>
                                        </p:tgtEl>
                                        <p:attrNameLst>
                                          <p:attrName>ppt_x</p:attrName>
                                          <p:attrName>ppt_y</p:attrName>
                                        </p:attrNameLst>
                                      </p:cBhvr>
                                      <p:rCtr x="9857" y="-185"/>
                                    </p:animMotion>
                                  </p:childTnLst>
                                </p:cTn>
                              </p:par>
                            </p:childTnLst>
                          </p:cTn>
                        </p:par>
                        <p:par>
                          <p:cTn id="84" fill="hold">
                            <p:stCondLst>
                              <p:cond delay="2000"/>
                            </p:stCondLst>
                            <p:childTnLst>
                              <p:par>
                                <p:cTn id="85" presetID="64" presetClass="path" presetSubtype="0" accel="50000" decel="50000" fill="hold" nodeType="afterEffect">
                                  <p:stCondLst>
                                    <p:cond delay="0"/>
                                  </p:stCondLst>
                                  <p:childTnLst>
                                    <p:animMotion origin="layout" path="M 0.19141 -0.15556 L 0.19141 -0.66412 " pathEditMode="relative" rAng="0" ptsTypes="AA">
                                      <p:cBhvr>
                                        <p:cTn id="86" dur="2000" fill="hold"/>
                                        <p:tgtEl>
                                          <p:spTgt spid="133"/>
                                        </p:tgtEl>
                                        <p:attrNameLst>
                                          <p:attrName>ppt_x</p:attrName>
                                          <p:attrName>ppt_y</p:attrName>
                                        </p:attrNameLst>
                                      </p:cBhvr>
                                      <p:rCtr x="0" y="-25440"/>
                                    </p:animMotion>
                                  </p:childTnLst>
                                </p:cTn>
                              </p:par>
                            </p:childTnLst>
                          </p:cTn>
                        </p:par>
                        <p:par>
                          <p:cTn id="87" fill="hold">
                            <p:stCondLst>
                              <p:cond delay="4000"/>
                            </p:stCondLst>
                            <p:childTnLst>
                              <p:par>
                                <p:cTn id="88" presetID="50" presetClass="path" presetSubtype="0" accel="50000" decel="50000" fill="hold" nodeType="afterEffect">
                                  <p:stCondLst>
                                    <p:cond delay="0"/>
                                  </p:stCondLst>
                                  <p:childTnLst>
                                    <p:animMotion origin="layout" path="M 0.18555 -0.66412 L 0.19805 -0.66412 C 0.20352 -0.66412 0.21055 -0.65579 0.21055 -0.64861 L 0.21055 -0.63287 " pathEditMode="relative" rAng="0" ptsTypes="AAAA">
                                      <p:cBhvr>
                                        <p:cTn id="89" dur="2000" fill="hold"/>
                                        <p:tgtEl>
                                          <p:spTgt spid="133"/>
                                        </p:tgtEl>
                                        <p:attrNameLst>
                                          <p:attrName>ppt_x</p:attrName>
                                          <p:attrName>ppt_y</p:attrName>
                                        </p:attrNameLst>
                                      </p:cBhvr>
                                      <p:rCtr x="1250" y="1551"/>
                                    </p:animMotion>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30"/>
                                        </p:tgtEl>
                                        <p:attrNameLst>
                                          <p:attrName>style.visibility</p:attrName>
                                        </p:attrNameLst>
                                      </p:cBhvr>
                                      <p:to>
                                        <p:strVal val="visible"/>
                                      </p:to>
                                    </p:set>
                                  </p:childTnLst>
                                </p:cTn>
                              </p:par>
                            </p:childTnLst>
                          </p:cTn>
                        </p:par>
                        <p:par>
                          <p:cTn id="94" fill="hold">
                            <p:stCondLst>
                              <p:cond delay="0"/>
                            </p:stCondLst>
                            <p:childTnLst>
                              <p:par>
                                <p:cTn id="95" presetID="42" presetClass="path" presetSubtype="0" accel="50000" decel="50000" fill="hold" grpId="1" nodeType="afterEffect">
                                  <p:stCondLst>
                                    <p:cond delay="0"/>
                                  </p:stCondLst>
                                  <p:childTnLst>
                                    <p:animMotion origin="layout" path="M -0.01576 0.00741 L -0.01901 0.12292 " pathEditMode="relative" rAng="0" ptsTypes="AA">
                                      <p:cBhvr>
                                        <p:cTn id="96" dur="2000" fill="hold"/>
                                        <p:tgtEl>
                                          <p:spTgt spid="130"/>
                                        </p:tgtEl>
                                        <p:attrNameLst>
                                          <p:attrName>ppt_x</p:attrName>
                                          <p:attrName>ppt_y</p:attrName>
                                        </p:attrNameLst>
                                      </p:cBhvr>
                                      <p:rCtr x="-169" y="5764"/>
                                    </p:animMotion>
                                  </p:childTnLst>
                                </p:cTn>
                              </p:par>
                            </p:childTnLst>
                          </p:cTn>
                        </p:par>
                      </p:childTnLst>
                    </p:cTn>
                  </p:par>
                  <p:par>
                    <p:cTn id="97" fill="hold">
                      <p:stCondLst>
                        <p:cond delay="indefinite"/>
                      </p:stCondLst>
                      <p:childTnLst>
                        <p:par>
                          <p:cTn id="98" fill="hold">
                            <p:stCondLst>
                              <p:cond delay="0"/>
                            </p:stCondLst>
                            <p:childTnLst>
                              <p:par>
                                <p:cTn id="99" presetID="19" presetClass="emph" presetSubtype="0" fill="hold" grpId="0" nodeType="clickEffect">
                                  <p:stCondLst>
                                    <p:cond delay="0"/>
                                  </p:stCondLst>
                                  <p:childTnLst>
                                    <p:animClr clrSpc="rgb" dir="cw">
                                      <p:cBhvr override="childStyle">
                                        <p:cTn id="100" dur="500" fill="hold"/>
                                        <p:tgtEl>
                                          <p:spTgt spid="65"/>
                                        </p:tgtEl>
                                        <p:attrNameLst>
                                          <p:attrName>style.color</p:attrName>
                                        </p:attrNameLst>
                                      </p:cBhvr>
                                      <p:to>
                                        <a:srgbClr val="FF0000"/>
                                      </p:to>
                                    </p:animClr>
                                    <p:animClr clrSpc="rgb" dir="cw">
                                      <p:cBhvr>
                                        <p:cTn id="101" dur="500" fill="hold"/>
                                        <p:tgtEl>
                                          <p:spTgt spid="65"/>
                                        </p:tgtEl>
                                        <p:attrNameLst>
                                          <p:attrName>fillcolor</p:attrName>
                                        </p:attrNameLst>
                                      </p:cBhvr>
                                      <p:to>
                                        <a:srgbClr val="FF0000"/>
                                      </p:to>
                                    </p:animClr>
                                    <p:set>
                                      <p:cBhvr>
                                        <p:cTn id="102" dur="500" fill="hold"/>
                                        <p:tgtEl>
                                          <p:spTgt spid="65"/>
                                        </p:tgtEl>
                                        <p:attrNameLst>
                                          <p:attrName>fill.type</p:attrName>
                                        </p:attrNameLst>
                                      </p:cBhvr>
                                      <p:to>
                                        <p:strVal val="solid"/>
                                      </p:to>
                                    </p:set>
                                    <p:set>
                                      <p:cBhvr>
                                        <p:cTn id="103" dur="500" fill="hold"/>
                                        <p:tgtEl>
                                          <p:spTgt spid="65"/>
                                        </p:tgtEl>
                                        <p:attrNameLst>
                                          <p:attrName>fill.on</p:attrName>
                                        </p:attrNameLst>
                                      </p:cBhvr>
                                      <p:to>
                                        <p:strVal val="true"/>
                                      </p:to>
                                    </p:set>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0" nodeType="clickEffect">
                                  <p:stCondLst>
                                    <p:cond delay="0"/>
                                  </p:stCondLst>
                                  <p:childTnLst>
                                    <p:animMotion origin="layout" path="M -3.33333E-6 0.02291 L 0.14883 0.03078 " pathEditMode="relative" rAng="0" ptsTypes="AA">
                                      <p:cBhvr>
                                        <p:cTn id="107" dur="2000" fill="hold"/>
                                        <p:tgtEl>
                                          <p:spTgt spid="117"/>
                                        </p:tgtEl>
                                        <p:attrNameLst>
                                          <p:attrName>ppt_x</p:attrName>
                                          <p:attrName>ppt_y</p:attrName>
                                        </p:attrNameLst>
                                      </p:cBhvr>
                                      <p:rCtr x="7435" y="394"/>
                                    </p:animMotion>
                                  </p:childTnLst>
                                </p:cTn>
                              </p:par>
                            </p:childTnLst>
                          </p:cTn>
                        </p:par>
                        <p:par>
                          <p:cTn id="108" fill="hold">
                            <p:stCondLst>
                              <p:cond delay="2000"/>
                            </p:stCondLst>
                            <p:childTnLst>
                              <p:par>
                                <p:cTn id="109" presetID="1" presetClass="entr" presetSubtype="0" fill="hold" grpId="0" nodeType="afterEffect">
                                  <p:stCondLst>
                                    <p:cond delay="0"/>
                                  </p:stCondLst>
                                  <p:childTnLst>
                                    <p:set>
                                      <p:cBhvr>
                                        <p:cTn id="110" dur="1" fill="hold">
                                          <p:stCondLst>
                                            <p:cond delay="0"/>
                                          </p:stCondLst>
                                        </p:cTn>
                                        <p:tgtEl>
                                          <p:spTgt spid="121"/>
                                        </p:tgtEl>
                                        <p:attrNameLst>
                                          <p:attrName>style.visibility</p:attrName>
                                        </p:attrNameLst>
                                      </p:cBhvr>
                                      <p:to>
                                        <p:strVal val="visible"/>
                                      </p:to>
                                    </p:set>
                                  </p:childTnLst>
                                </p:cTn>
                              </p:par>
                            </p:childTnLst>
                          </p:cTn>
                        </p:par>
                        <p:par>
                          <p:cTn id="111" fill="hold">
                            <p:stCondLst>
                              <p:cond delay="2000"/>
                            </p:stCondLst>
                            <p:childTnLst>
                              <p:par>
                                <p:cTn id="112" presetID="63" presetClass="path" presetSubtype="0" accel="50000" decel="50000" fill="hold" grpId="1" nodeType="afterEffect">
                                  <p:stCondLst>
                                    <p:cond delay="0"/>
                                  </p:stCondLst>
                                  <p:childTnLst>
                                    <p:animMotion origin="layout" path="M -3.33333E-6 2.96296E-6 L 0.06094 -0.00138 " pathEditMode="relative" rAng="0" ptsTypes="AA">
                                      <p:cBhvr>
                                        <p:cTn id="113" dur="2000" fill="hold"/>
                                        <p:tgtEl>
                                          <p:spTgt spid="117"/>
                                        </p:tgtEl>
                                        <p:attrNameLst>
                                          <p:attrName>ppt_x</p:attrName>
                                          <p:attrName>ppt_y</p:attrName>
                                        </p:attrNameLst>
                                      </p:cBhvr>
                                      <p:rCtr x="3099" y="-23"/>
                                    </p:animMotion>
                                  </p:childTnLst>
                                </p:cTn>
                              </p:par>
                            </p:childTnLst>
                          </p:cTn>
                        </p:par>
                        <p:par>
                          <p:cTn id="114" fill="hold">
                            <p:stCondLst>
                              <p:cond delay="4000"/>
                            </p:stCondLst>
                            <p:childTnLst>
                              <p:par>
                                <p:cTn id="115" presetID="42" presetClass="path" presetSubtype="0" accel="50000" decel="50000" fill="hold" grpId="2" nodeType="afterEffect">
                                  <p:stCondLst>
                                    <p:cond delay="0"/>
                                  </p:stCondLst>
                                  <p:childTnLst>
                                    <p:animMotion origin="layout" path="M 0.06094 -0.00139 L 0.06094 0.13171 " pathEditMode="relative" rAng="0" ptsTypes="AA">
                                      <p:cBhvr>
                                        <p:cTn id="116" dur="2000" fill="hold"/>
                                        <p:tgtEl>
                                          <p:spTgt spid="117"/>
                                        </p:tgtEl>
                                        <p:attrNameLst>
                                          <p:attrName>ppt_x</p:attrName>
                                          <p:attrName>ppt_y</p:attrName>
                                        </p:attrNameLst>
                                      </p:cBhvr>
                                      <p:rCtr x="0" y="6644"/>
                                    </p:animMotion>
                                  </p:childTnLst>
                                </p:cTn>
                              </p:par>
                            </p:childTnLst>
                          </p:cTn>
                        </p:par>
                        <p:par>
                          <p:cTn id="117" fill="hold">
                            <p:stCondLst>
                              <p:cond delay="6000"/>
                            </p:stCondLst>
                            <p:childTnLst>
                              <p:par>
                                <p:cTn id="118" presetID="9" presetClass="exit" presetSubtype="0" fill="hold" grpId="3" nodeType="afterEffect">
                                  <p:stCondLst>
                                    <p:cond delay="0"/>
                                  </p:stCondLst>
                                  <p:childTnLst>
                                    <p:animEffect transition="out" filter="dissolve">
                                      <p:cBhvr>
                                        <p:cTn id="119" dur="500"/>
                                        <p:tgtEl>
                                          <p:spTgt spid="117"/>
                                        </p:tgtEl>
                                      </p:cBhvr>
                                    </p:animEffect>
                                    <p:set>
                                      <p:cBhvr>
                                        <p:cTn id="120" dur="1" fill="hold">
                                          <p:stCondLst>
                                            <p:cond delay="499"/>
                                          </p:stCondLst>
                                        </p:cTn>
                                        <p:tgtEl>
                                          <p:spTgt spid="117"/>
                                        </p:tgtEl>
                                        <p:attrNameLst>
                                          <p:attrName>style.visibility</p:attrName>
                                        </p:attrNameLst>
                                      </p:cBhvr>
                                      <p:to>
                                        <p:strVal val="hidden"/>
                                      </p:to>
                                    </p:set>
                                  </p:childTnLst>
                                </p:cTn>
                              </p:par>
                            </p:childTnLst>
                          </p:cTn>
                        </p:par>
                        <p:par>
                          <p:cTn id="121" fill="hold">
                            <p:stCondLst>
                              <p:cond delay="6500"/>
                            </p:stCondLst>
                            <p:childTnLst>
                              <p:par>
                                <p:cTn id="122" presetID="9" presetClass="entr" presetSubtype="0" fill="hold" grpId="0" nodeType="afterEffect">
                                  <p:stCondLst>
                                    <p:cond delay="0"/>
                                  </p:stCondLst>
                                  <p:childTnLst>
                                    <p:set>
                                      <p:cBhvr>
                                        <p:cTn id="123" dur="1" fill="hold">
                                          <p:stCondLst>
                                            <p:cond delay="0"/>
                                          </p:stCondLst>
                                        </p:cTn>
                                        <p:tgtEl>
                                          <p:spTgt spid="119"/>
                                        </p:tgtEl>
                                        <p:attrNameLst>
                                          <p:attrName>style.visibility</p:attrName>
                                        </p:attrNameLst>
                                      </p:cBhvr>
                                      <p:to>
                                        <p:strVal val="visible"/>
                                      </p:to>
                                    </p:set>
                                    <p:animEffect transition="in" filter="dissolve">
                                      <p:cBhvr>
                                        <p:cTn id="124" dur="500"/>
                                        <p:tgtEl>
                                          <p:spTgt spid="119"/>
                                        </p:tgtEl>
                                      </p:cBhvr>
                                    </p:animEffect>
                                  </p:childTnLst>
                                </p:cTn>
                              </p:par>
                            </p:childTnLst>
                          </p:cTn>
                        </p:par>
                        <p:par>
                          <p:cTn id="125" fill="hold">
                            <p:stCondLst>
                              <p:cond delay="7000"/>
                            </p:stCondLst>
                            <p:childTnLst>
                              <p:par>
                                <p:cTn id="126" presetID="42" presetClass="path" presetSubtype="0" accel="50000" decel="50000" fill="hold" grpId="1" nodeType="afterEffect">
                                  <p:stCondLst>
                                    <p:cond delay="0"/>
                                  </p:stCondLst>
                                  <p:childTnLst>
                                    <p:animMotion origin="layout" path="M -0.00247 0.01134 L -0.00482 0.10949 " pathEditMode="relative" rAng="0" ptsTypes="AA">
                                      <p:cBhvr>
                                        <p:cTn id="127" dur="2000" fill="hold"/>
                                        <p:tgtEl>
                                          <p:spTgt spid="119"/>
                                        </p:tgtEl>
                                        <p:attrNameLst>
                                          <p:attrName>ppt_x</p:attrName>
                                          <p:attrName>ppt_y</p:attrName>
                                        </p:attrNameLst>
                                      </p:cBhvr>
                                      <p:rCtr x="117" y="5046"/>
                                    </p:animMotion>
                                  </p:childTnLst>
                                </p:cTn>
                              </p:par>
                            </p:childTnLst>
                          </p:cTn>
                        </p:par>
                        <p:par>
                          <p:cTn id="128" fill="hold">
                            <p:stCondLst>
                              <p:cond delay="9000"/>
                            </p:stCondLst>
                            <p:childTnLst>
                              <p:par>
                                <p:cTn id="129" presetID="63" presetClass="path" presetSubtype="0" accel="50000" decel="50000" fill="hold" grpId="2" nodeType="afterEffect">
                                  <p:stCondLst>
                                    <p:cond delay="0"/>
                                  </p:stCondLst>
                                  <p:childTnLst>
                                    <p:animMotion origin="layout" path="M -0.00481 0.10949 L 0.08529 0.11296 " pathEditMode="relative" rAng="0" ptsTypes="AA">
                                      <p:cBhvr>
                                        <p:cTn id="130" dur="2000" fill="hold"/>
                                        <p:tgtEl>
                                          <p:spTgt spid="119"/>
                                        </p:tgtEl>
                                        <p:attrNameLst>
                                          <p:attrName>ppt_x</p:attrName>
                                          <p:attrName>ppt_y</p:attrName>
                                        </p:attrNameLst>
                                      </p:cBhvr>
                                      <p:rCtr x="4505" y="162"/>
                                    </p:animMotion>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27"/>
                                        </p:tgtEl>
                                        <p:attrNameLst>
                                          <p:attrName>style.visibility</p:attrName>
                                        </p:attrNameLst>
                                      </p:cBhvr>
                                      <p:to>
                                        <p:strVal val="visible"/>
                                      </p:to>
                                    </p:set>
                                  </p:childTnLst>
                                </p:cTn>
                              </p:par>
                            </p:childTnLst>
                          </p:cTn>
                        </p:par>
                        <p:par>
                          <p:cTn id="139" fill="hold">
                            <p:stCondLst>
                              <p:cond delay="0"/>
                            </p:stCondLst>
                            <p:childTnLst>
                              <p:par>
                                <p:cTn id="140" presetID="63" presetClass="path" presetSubtype="0" accel="50000" decel="50000" fill="hold" grpId="1" nodeType="afterEffect">
                                  <p:stCondLst>
                                    <p:cond delay="0"/>
                                  </p:stCondLst>
                                  <p:childTnLst>
                                    <p:animMotion origin="layout" path="M -3.33333E-6 2.96296E-6 L 0.10716 0.00671 " pathEditMode="relative" rAng="0" ptsTypes="AA">
                                      <p:cBhvr>
                                        <p:cTn id="141" dur="2000" fill="hold"/>
                                        <p:tgtEl>
                                          <p:spTgt spid="126"/>
                                        </p:tgtEl>
                                        <p:attrNameLst>
                                          <p:attrName>ppt_x</p:attrName>
                                          <p:attrName>ppt_y</p:attrName>
                                        </p:attrNameLst>
                                      </p:cBhvr>
                                      <p:rCtr x="5352" y="324"/>
                                    </p:animMotion>
                                  </p:childTnLst>
                                </p:cTn>
                              </p:par>
                            </p:childTnLst>
                          </p:cTn>
                        </p:par>
                        <p:par>
                          <p:cTn id="142" fill="hold">
                            <p:stCondLst>
                              <p:cond delay="2000"/>
                            </p:stCondLst>
                            <p:childTnLst>
                              <p:par>
                                <p:cTn id="143" presetID="63" presetClass="path" presetSubtype="0" accel="50000" decel="50000" fill="hold" grpId="1" nodeType="afterEffect">
                                  <p:stCondLst>
                                    <p:cond delay="0"/>
                                  </p:stCondLst>
                                  <p:childTnLst>
                                    <p:animMotion origin="layout" path="M -1.66667E-6 -3.33333E-6 L 0.10951 -0.00602 " pathEditMode="relative" rAng="0" ptsTypes="AA">
                                      <p:cBhvr>
                                        <p:cTn id="144" dur="2000" fill="hold"/>
                                        <p:tgtEl>
                                          <p:spTgt spid="127"/>
                                        </p:tgtEl>
                                        <p:attrNameLst>
                                          <p:attrName>ppt_x</p:attrName>
                                          <p:attrName>ppt_y</p:attrName>
                                        </p:attrNameLst>
                                      </p:cBhvr>
                                      <p:rCtr x="5469" y="-301"/>
                                    </p:animMotion>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28"/>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2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0" presetClass="path" presetSubtype="0" accel="50000" decel="50000" fill="hold" grpId="0" nodeType="clickEffect">
                                  <p:stCondLst>
                                    <p:cond delay="0"/>
                                  </p:stCondLst>
                                  <p:childTnLst>
                                    <p:animMotion origin="layout" path="M 0 0 L 0 0 C 0.00378 -0.0007 0.00755 -0.00208 0.01133 -0.00208 C 0.0138 -0.00208 0.0181 -0.00417 0.01875 0 C 0.01888 0.00069 0.01875 0.04259 0.01511 0.05116 C 0.01406 0.0537 0.01172 0.05255 0.01003 0.05347 C 0.00755 0.05486 0.00508 0.05694 0.00261 0.05787 C -0.00169 0.05949 -0.00456 0.06018 -0.00872 0.06227 C -0.01002 0.06296 -0.0112 0.06389 -0.0125 0.06458 C -0.01784 0.06713 -0.01784 0.06667 -0.0237 0.06898 C -0.02539 0.06967 -0.02708 0.07037 -0.02864 0.0713 C -0.03763 0.08171 -0.02669 0.06991 -0.0375 0.07778 C -0.04088 0.08032 -0.04388 0.08518 -0.04739 0.0868 C -0.0526 0.08912 -0.05937 0.0919 -0.06367 0.0956 C -0.07109 0.10208 -0.06693 0.09907 -0.07617 0.10463 C -0.07747 0.10532 -0.07864 0.10625 -0.07995 0.10671 C -0.08333 0.10833 -0.08672 0.10926 -0.08997 0.11111 C -0.09896 0.11643 -0.08776 0.10995 -0.0987 0.11574 C -0.1 0.1162 -0.10117 0.11736 -0.10247 0.11782 C -0.10612 0.11898 -0.10989 0.11944 -0.11367 0.12014 C -0.11706 0.12153 -0.12265 0.11875 -0.1237 0.12454 L -0.12747 0.14444 L -0.12864 0.15116 C -0.12825 0.15555 -0.12877 0.16065 -0.12747 0.16458 C -0.12682 0.16667 -0.125 0.16667 -0.1237 0.16667 C -0.11836 0.16736 -0.11289 0.16667 -0.10742 0.16667 L -0.10742 0.16667 " pathEditMode="relative" ptsTypes="AAAAAAAAAAAAAAAAAAAAAAAAAAA">
                                      <p:cBhvr>
                                        <p:cTn id="156" dur="2000" fill="hold"/>
                                        <p:tgtEl>
                                          <p:spTgt spid="131"/>
                                        </p:tgtEl>
                                        <p:attrNameLst>
                                          <p:attrName>ppt_x</p:attrName>
                                          <p:attrName>ppt_y</p:attrName>
                                        </p:attrNameLst>
                                      </p:cBhvr>
                                    </p:animMotion>
                                  </p:childTnLst>
                                </p:cTn>
                              </p:par>
                            </p:childTnLst>
                          </p:cTn>
                        </p:par>
                      </p:childTnLst>
                    </p:cTn>
                  </p:par>
                  <p:par>
                    <p:cTn id="157" fill="hold">
                      <p:stCondLst>
                        <p:cond delay="indefinite"/>
                      </p:stCondLst>
                      <p:childTnLst>
                        <p:par>
                          <p:cTn id="158" fill="hold">
                            <p:stCondLst>
                              <p:cond delay="0"/>
                            </p:stCondLst>
                            <p:childTnLst>
                              <p:par>
                                <p:cTn id="159" presetID="0" presetClass="path" presetSubtype="0" accel="50000" decel="50000" fill="hold" grpId="0" nodeType="clickEffect">
                                  <p:stCondLst>
                                    <p:cond delay="0"/>
                                  </p:stCondLst>
                                  <p:childTnLst>
                                    <p:animMotion origin="layout" path="M -0.00235 7.40741E-7 L -0.00235 0.00093 C 0.00716 -0.00162 0.0125 -0.00208 0.02161 -0.00463 C 0.02383 -0.00509 0.02591 -0.00602 0.02825 -0.00671 C 0.02734 -0.01505 0.02682 -0.02384 0.0263 -0.03218 C 0.02565 -0.04838 0.02903 -0.06574 0.02461 -0.08079 C 0.02318 -0.08634 0.01614 -0.08218 0.01211 -0.0831 C 0.00911 -0.0838 0.00664 -0.08426 0.00403 -0.08542 C 0.00078 -0.08657 -0.00222 -0.08912 -0.00547 -0.08982 L -0.01849 -0.09213 C -0.02982 -0.09792 -0.0155 -0.0912 -0.02943 -0.09722 C -0.03112 -0.09769 -0.03268 -0.09884 -0.03438 -0.09931 C -0.03711 -0.10023 -0.03959 -0.1007 -0.04232 -0.10185 C -0.04401 -0.10232 -0.04544 -0.10347 -0.04714 -0.10394 C -0.04922 -0.10486 -0.0513 -0.10532 -0.05339 -0.10625 C -0.05521 -0.10695 -0.05664 -0.10787 -0.05834 -0.10857 C -0.06029 -0.10926 -0.06263 -0.10995 -0.06472 -0.11065 C -0.06628 -0.11134 -0.06784 -0.11227 -0.06953 -0.1132 C -0.07162 -0.11389 -0.07383 -0.11435 -0.07565 -0.11551 C -0.07865 -0.1169 -0.08099 -0.11875 -0.08373 -0.12014 C -0.08594 -0.12107 -0.08815 -0.1213 -0.09024 -0.12222 C -0.11302 -0.13241 -0.08464 -0.12153 -0.1125 -0.13171 L -0.11901 -0.1338 C -0.12097 -0.13472 -0.12318 -0.13634 -0.12526 -0.13657 L -0.14258 -0.13866 C -0.14219 -0.15556 -0.14336 -0.17269 -0.14141 -0.18935 C -0.14102 -0.19167 -0.13802 -0.19144 -0.13646 -0.19144 C -0.12162 -0.19282 -0.10664 -0.19144 -0.09167 -0.19144 L -0.09167 -0.1912 " pathEditMode="relative" rAng="0" ptsTypes="AAAAAAAAAAAAAAAAAAAAAAAAAAAAA">
                                      <p:cBhvr>
                                        <p:cTn id="160" dur="2000" fill="hold"/>
                                        <p:tgtEl>
                                          <p:spTgt spid="132"/>
                                        </p:tgtEl>
                                        <p:attrNameLst>
                                          <p:attrName>ppt_x</p:attrName>
                                          <p:attrName>ppt_y</p:attrName>
                                        </p:attrNameLst>
                                      </p:cBhvr>
                                      <p:rCtr x="-5482" y="-95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17" grpId="0"/>
      <p:bldP spid="117" grpId="1"/>
      <p:bldP spid="117" grpId="2"/>
      <p:bldP spid="117" grpId="3"/>
      <p:bldP spid="119" grpId="0"/>
      <p:bldP spid="119" grpId="1"/>
      <p:bldP spid="119" grpId="2"/>
      <p:bldP spid="121" grpId="0"/>
      <p:bldP spid="126" grpId="0"/>
      <p:bldP spid="126" grpId="1"/>
      <p:bldP spid="127" grpId="0"/>
      <p:bldP spid="127" grpId="1"/>
      <p:bldP spid="128" grpId="0"/>
      <p:bldP spid="129" grpId="0"/>
      <p:bldP spid="130" grpId="0"/>
      <p:bldP spid="130" grpId="1"/>
      <p:bldP spid="131" grpId="0"/>
      <p:bldP spid="132" grpId="0"/>
      <p:bldP spid="133" grpId="0"/>
      <p:bldP spid="133" grpId="1"/>
      <p:bldP spid="133" grpId="2"/>
      <p:bldP spid="133" grpId="3"/>
      <p:bldP spid="133" grpId="4"/>
      <p:bldP spid="133" grpId="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Memory Organization</a:t>
            </a:r>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smtClean="0"/>
              <a:t>Memory Organization</a:t>
            </a:r>
            <a:endParaRPr lang="en-IN" dirty="0"/>
          </a:p>
          <a:p>
            <a:endParaRPr lang="en-IN" dirty="0"/>
          </a:p>
        </p:txBody>
      </p:sp>
      <p:sp>
        <p:nvSpPr>
          <p:cNvPr id="112" name="Rounded Rectangle 111"/>
          <p:cNvSpPr/>
          <p:nvPr/>
        </p:nvSpPr>
        <p:spPr>
          <a:xfrm>
            <a:off x="4952851" y="720936"/>
            <a:ext cx="4142036" cy="302855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1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9842"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7218" y="1244613"/>
            <a:ext cx="2053708" cy="196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5" name="Group 3"/>
          <p:cNvGrpSpPr>
            <a:grpSpLocks/>
          </p:cNvGrpSpPr>
          <p:nvPr/>
        </p:nvGrpSpPr>
        <p:grpSpPr bwMode="auto">
          <a:xfrm>
            <a:off x="2837111" y="1219199"/>
            <a:ext cx="1924050" cy="2032000"/>
            <a:chOff x="1320800" y="711198"/>
            <a:chExt cx="4622800" cy="3175001"/>
          </a:xfrm>
        </p:grpSpPr>
        <p:sp>
          <p:nvSpPr>
            <p:cNvPr id="116" name="Flowchart: Delay 115"/>
            <p:cNvSpPr/>
            <p:nvPr/>
          </p:nvSpPr>
          <p:spPr>
            <a:xfrm>
              <a:off x="2436451" y="2323503"/>
              <a:ext cx="391909" cy="424161"/>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7" name="Flowchart: Delay 116"/>
            <p:cNvSpPr/>
            <p:nvPr/>
          </p:nvSpPr>
          <p:spPr>
            <a:xfrm rot="5400000">
              <a:off x="5168165" y="1415655"/>
              <a:ext cx="426641" cy="391907"/>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8" name="Flowchart: Stored Data 117"/>
            <p:cNvSpPr>
              <a:spLocks/>
            </p:cNvSpPr>
            <p:nvPr/>
          </p:nvSpPr>
          <p:spPr>
            <a:xfrm rot="10800000">
              <a:off x="4006945" y="1445417"/>
              <a:ext cx="457703" cy="354708"/>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9" name="Flowchart: Stored Data 118"/>
            <p:cNvSpPr>
              <a:spLocks/>
            </p:cNvSpPr>
            <p:nvPr/>
          </p:nvSpPr>
          <p:spPr>
            <a:xfrm rot="10800000">
              <a:off x="4006945" y="2273894"/>
              <a:ext cx="457703" cy="357188"/>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0" name="Flowchart: Connector 119"/>
            <p:cNvSpPr/>
            <p:nvPr/>
          </p:nvSpPr>
          <p:spPr>
            <a:xfrm>
              <a:off x="4464648" y="1517351"/>
              <a:ext cx="131590" cy="14138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1" name="Flowchart: Connector 120"/>
            <p:cNvSpPr/>
            <p:nvPr/>
          </p:nvSpPr>
          <p:spPr>
            <a:xfrm>
              <a:off x="4464648" y="2345828"/>
              <a:ext cx="131590" cy="14138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2" name="Flowchart: Delay 121"/>
            <p:cNvSpPr/>
            <p:nvPr/>
          </p:nvSpPr>
          <p:spPr>
            <a:xfrm>
              <a:off x="2502247" y="1326354"/>
              <a:ext cx="391907" cy="426641"/>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3" name="Flowchart: Extract 122"/>
            <p:cNvSpPr/>
            <p:nvPr/>
          </p:nvSpPr>
          <p:spPr>
            <a:xfrm rot="5400000">
              <a:off x="5240866" y="2403415"/>
              <a:ext cx="255489" cy="23457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4" name="Flowchart: Extract 123"/>
            <p:cNvSpPr/>
            <p:nvPr/>
          </p:nvSpPr>
          <p:spPr>
            <a:xfrm>
              <a:off x="1861463" y="2896492"/>
              <a:ext cx="237433" cy="255488"/>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5" name="Flowchart: Connector 124"/>
            <p:cNvSpPr/>
            <p:nvPr/>
          </p:nvSpPr>
          <p:spPr>
            <a:xfrm>
              <a:off x="1938699" y="2804714"/>
              <a:ext cx="77238" cy="8681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6" name="Flowchart: Extract 125"/>
            <p:cNvSpPr/>
            <p:nvPr/>
          </p:nvSpPr>
          <p:spPr>
            <a:xfrm rot="10800000">
              <a:off x="1521045" y="1842292"/>
              <a:ext cx="234573" cy="255489"/>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7" name="Flowchart: Connector 126"/>
            <p:cNvSpPr/>
            <p:nvPr/>
          </p:nvSpPr>
          <p:spPr>
            <a:xfrm rot="10800000">
              <a:off x="1604005" y="2085378"/>
              <a:ext cx="80098" cy="8433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28" name="Straight Connector 127"/>
            <p:cNvCxnSpPr/>
            <p:nvPr/>
          </p:nvCxnSpPr>
          <p:spPr>
            <a:xfrm>
              <a:off x="1320800" y="1539675"/>
              <a:ext cx="11900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5400000">
              <a:off x="1533311" y="1765398"/>
              <a:ext cx="127992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2173272" y="1137839"/>
              <a:ext cx="327257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a:off x="5318103" y="1265584"/>
              <a:ext cx="25548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2173272" y="2392956"/>
              <a:ext cx="2517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5400000">
              <a:off x="1424362" y="2237928"/>
              <a:ext cx="110877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978748" y="1683542"/>
              <a:ext cx="52349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641192" y="2524422"/>
              <a:ext cx="78381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5400000">
              <a:off x="1460499" y="2353269"/>
              <a:ext cx="3671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978748" y="2665808"/>
              <a:ext cx="47200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2187576" y="1398289"/>
              <a:ext cx="31467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rot="5400000">
              <a:off x="1482732" y="1683832"/>
              <a:ext cx="302617" cy="1430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2908458" y="1524792"/>
              <a:ext cx="113853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2816917" y="2512019"/>
              <a:ext cx="125582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rot="10800000">
              <a:off x="3746626" y="2358230"/>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10800000">
              <a:off x="3746626" y="1683542"/>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5400000">
              <a:off x="3628522" y="1790203"/>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5400000">
              <a:off x="3639965" y="2239169"/>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3746626" y="1824930"/>
              <a:ext cx="1175725" cy="31998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3735183" y="1896862"/>
              <a:ext cx="1124234" cy="282774"/>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4596238" y="1599206"/>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a:stCxn id="121" idx="6"/>
            </p:cNvCxnSpPr>
            <p:nvPr/>
          </p:nvCxnSpPr>
          <p:spPr>
            <a:xfrm>
              <a:off x="4596238" y="2417761"/>
              <a:ext cx="39190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5400000">
              <a:off x="4744075" y="2294978"/>
              <a:ext cx="2306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rot="5400000">
              <a:off x="4815690" y="1718270"/>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a:stCxn id="124" idx="2"/>
            </p:cNvCxnSpPr>
            <p:nvPr/>
          </p:nvCxnSpPr>
          <p:spPr>
            <a:xfrm rot="5400000">
              <a:off x="1826390" y="3304338"/>
              <a:ext cx="307578" cy="286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1978748" y="3459558"/>
              <a:ext cx="314098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rot="16200000" flipH="1">
              <a:off x="3997802" y="2337626"/>
              <a:ext cx="2232423" cy="11443"/>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a:stCxn id="117" idx="3"/>
              <a:endCxn id="123" idx="1"/>
            </p:cNvCxnSpPr>
            <p:nvPr/>
          </p:nvCxnSpPr>
          <p:spPr>
            <a:xfrm rot="5400000">
              <a:off x="5059504" y="2134037"/>
              <a:ext cx="632519" cy="1430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5108292" y="1244500"/>
              <a:ext cx="1973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a:off x="5234984" y="1327595"/>
              <a:ext cx="14138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5400000">
              <a:off x="4929573" y="2464891"/>
              <a:ext cx="9425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4968121" y="2521941"/>
              <a:ext cx="30608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a:stCxn id="123" idx="0"/>
            </p:cNvCxnSpPr>
            <p:nvPr/>
          </p:nvCxnSpPr>
          <p:spPr>
            <a:xfrm>
              <a:off x="5485897" y="2521941"/>
              <a:ext cx="4577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a:off x="3204332" y="3672879"/>
              <a:ext cx="42664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62" name="Flowchart: Connector 161"/>
            <p:cNvSpPr/>
            <p:nvPr/>
          </p:nvSpPr>
          <p:spPr>
            <a:xfrm>
              <a:off x="3386185" y="3412430"/>
              <a:ext cx="65796"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3" name="Flowchart: Connector 162"/>
            <p:cNvSpPr/>
            <p:nvPr/>
          </p:nvSpPr>
          <p:spPr>
            <a:xfrm>
              <a:off x="1935839" y="2631081"/>
              <a:ext cx="62934" cy="6945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4" name="Flowchart: Connector 163"/>
            <p:cNvSpPr/>
            <p:nvPr/>
          </p:nvSpPr>
          <p:spPr>
            <a:xfrm>
              <a:off x="2141806" y="1351159"/>
              <a:ext cx="65794" cy="71934"/>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5" name="Flowchart: Connector 164"/>
            <p:cNvSpPr/>
            <p:nvPr/>
          </p:nvSpPr>
          <p:spPr>
            <a:xfrm>
              <a:off x="1595422" y="1492547"/>
              <a:ext cx="65796"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6" name="Flowchart: Connector 165"/>
            <p:cNvSpPr/>
            <p:nvPr/>
          </p:nvSpPr>
          <p:spPr>
            <a:xfrm>
              <a:off x="4825089" y="2380555"/>
              <a:ext cx="65794"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7" name="Flowchart: Connector 166"/>
            <p:cNvSpPr/>
            <p:nvPr/>
          </p:nvSpPr>
          <p:spPr>
            <a:xfrm>
              <a:off x="3417653" y="1113034"/>
              <a:ext cx="65794" cy="71934"/>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68" name="Straight Connector 167"/>
            <p:cNvCxnSpPr/>
            <p:nvPr/>
          </p:nvCxnSpPr>
          <p:spPr>
            <a:xfrm rot="5400000">
              <a:off x="3238660" y="924518"/>
              <a:ext cx="42664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grpSp>
      <p:cxnSp>
        <p:nvCxnSpPr>
          <p:cNvPr id="169" name="Straight Connector 168"/>
          <p:cNvCxnSpPr/>
          <p:nvPr/>
        </p:nvCxnSpPr>
        <p:spPr>
          <a:xfrm rot="10800000" flipH="1" flipV="1">
            <a:off x="5649367"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0800000" flipH="1" flipV="1">
            <a:off x="6230392"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71" name="Flowchart: Extract 170"/>
          <p:cNvSpPr/>
          <p:nvPr/>
        </p:nvSpPr>
        <p:spPr>
          <a:xfrm rot="10800000">
            <a:off x="6173242"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72" name="Flowchart: Extract 171"/>
          <p:cNvSpPr/>
          <p:nvPr/>
        </p:nvSpPr>
        <p:spPr>
          <a:xfrm>
            <a:off x="5592217"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73" name="Straight Connector 172"/>
          <p:cNvCxnSpPr>
            <a:stCxn id="172" idx="2"/>
          </p:cNvCxnSpPr>
          <p:nvPr/>
        </p:nvCxnSpPr>
        <p:spPr>
          <a:xfrm rot="5400000">
            <a:off x="5541820"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rot="5400000">
            <a:off x="6120458"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5944642"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5668417"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5400000">
            <a:off x="5716042"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5716042"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79" name="Straight Connector 178"/>
          <p:cNvCxnSpPr/>
          <p:nvPr/>
        </p:nvCxnSpPr>
        <p:spPr>
          <a:xfrm flipV="1">
            <a:off x="5668423"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TextBox 179"/>
          <p:cNvSpPr txBox="1">
            <a:spLocks noChangeArrowheads="1"/>
          </p:cNvSpPr>
          <p:nvPr/>
        </p:nvSpPr>
        <p:spPr bwMode="auto">
          <a:xfrm>
            <a:off x="5087392" y="99715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8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396" y="191155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46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3" name="Straight Connector 182"/>
          <p:cNvCxnSpPr/>
          <p:nvPr/>
        </p:nvCxnSpPr>
        <p:spPr>
          <a:xfrm rot="10800000" flipH="1" flipV="1">
            <a:off x="645899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0800000" flipH="1" flipV="1">
            <a:off x="704001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85" name="Flowchart: Extract 184"/>
          <p:cNvSpPr/>
          <p:nvPr/>
        </p:nvSpPr>
        <p:spPr>
          <a:xfrm rot="10800000">
            <a:off x="698286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86" name="Flowchart: Extract 185"/>
          <p:cNvSpPr/>
          <p:nvPr/>
        </p:nvSpPr>
        <p:spPr>
          <a:xfrm>
            <a:off x="640184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87" name="Straight Connector 186"/>
          <p:cNvCxnSpPr>
            <a:stCxn id="186" idx="2"/>
          </p:cNvCxnSpPr>
          <p:nvPr/>
        </p:nvCxnSpPr>
        <p:spPr>
          <a:xfrm rot="5400000">
            <a:off x="635144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5400000">
            <a:off x="693008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675426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a:off x="647804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rot="5400000">
            <a:off x="652566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rot="5400000">
            <a:off x="652566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93" name="Straight Connector 192"/>
          <p:cNvCxnSpPr/>
          <p:nvPr/>
        </p:nvCxnSpPr>
        <p:spPr>
          <a:xfrm flipV="1">
            <a:off x="647804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956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5" name="Straight Connector 194"/>
          <p:cNvCxnSpPr/>
          <p:nvPr/>
        </p:nvCxnSpPr>
        <p:spPr>
          <a:xfrm rot="10800000" flipH="1" flipV="1">
            <a:off x="725909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rot="10800000" flipH="1" flipV="1">
            <a:off x="784011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7" name="Flowchart: Extract 196"/>
          <p:cNvSpPr/>
          <p:nvPr/>
        </p:nvSpPr>
        <p:spPr>
          <a:xfrm rot="10800000">
            <a:off x="778296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98" name="Flowchart: Extract 197"/>
          <p:cNvSpPr/>
          <p:nvPr/>
        </p:nvSpPr>
        <p:spPr>
          <a:xfrm>
            <a:off x="720194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99" name="Straight Connector 198"/>
          <p:cNvCxnSpPr>
            <a:stCxn id="198" idx="2"/>
          </p:cNvCxnSpPr>
          <p:nvPr/>
        </p:nvCxnSpPr>
        <p:spPr>
          <a:xfrm rot="5400000">
            <a:off x="715154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rot="5400000">
            <a:off x="773018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755436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a:off x="727814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rot="5400000">
            <a:off x="732576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rot="5400000">
            <a:off x="732576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205" name="Straight Connector 204"/>
          <p:cNvCxnSpPr/>
          <p:nvPr/>
        </p:nvCxnSpPr>
        <p:spPr>
          <a:xfrm flipV="1">
            <a:off x="727814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251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7" name="Straight Connector 206"/>
          <p:cNvCxnSpPr/>
          <p:nvPr/>
        </p:nvCxnSpPr>
        <p:spPr>
          <a:xfrm rot="10800000" flipH="1" flipV="1">
            <a:off x="800204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rot="10800000" flipH="1" flipV="1">
            <a:off x="858306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09" name="Flowchart: Extract 208"/>
          <p:cNvSpPr/>
          <p:nvPr/>
        </p:nvSpPr>
        <p:spPr>
          <a:xfrm rot="10800000">
            <a:off x="852591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210" name="Flowchart: Extract 209"/>
          <p:cNvSpPr/>
          <p:nvPr/>
        </p:nvSpPr>
        <p:spPr>
          <a:xfrm>
            <a:off x="794489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211" name="Straight Connector 210"/>
          <p:cNvCxnSpPr>
            <a:stCxn id="210" idx="2"/>
          </p:cNvCxnSpPr>
          <p:nvPr/>
        </p:nvCxnSpPr>
        <p:spPr>
          <a:xfrm rot="5400000">
            <a:off x="789449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847313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829731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802109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806871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5400000">
            <a:off x="806871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217" name="Straight Connector 216"/>
          <p:cNvCxnSpPr/>
          <p:nvPr/>
        </p:nvCxnSpPr>
        <p:spPr>
          <a:xfrm flipV="1">
            <a:off x="802109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a:off x="5439818" y="2051249"/>
            <a:ext cx="286702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5430293" y="1301949"/>
            <a:ext cx="286702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8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0"/>
                                        <p:tgtEl>
                                          <p:spTgt spid="115"/>
                                        </p:tgtEl>
                                      </p:cBhvr>
                                    </p:animEffect>
                                    <p:set>
                                      <p:cBhvr>
                                        <p:cTn id="12" dur="1" fill="hold">
                                          <p:stCondLst>
                                            <p:cond delay="4999"/>
                                          </p:stCondLst>
                                        </p:cTn>
                                        <p:tgtEl>
                                          <p:spTgt spid="115"/>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10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wipe(down)">
                                      <p:cBhvr>
                                        <p:cTn id="20" dur="500"/>
                                        <p:tgtEl>
                                          <p:spTgt spid="1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80"/>
                                        </p:tgtEl>
                                        <p:attrNameLst>
                                          <p:attrName>style.visibility</p:attrName>
                                        </p:attrNameLst>
                                      </p:cBhvr>
                                      <p:to>
                                        <p:strVal val="visible"/>
                                      </p:to>
                                    </p:set>
                                    <p:animEffect transition="in" filter="wipe(left)">
                                      <p:cBhvr>
                                        <p:cTn id="25" dur="500"/>
                                        <p:tgtEl>
                                          <p:spTgt spid="180"/>
                                        </p:tgtEl>
                                      </p:cBhvr>
                                    </p:animEffect>
                                  </p:child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219"/>
                                        </p:tgtEl>
                                        <p:attrNameLst>
                                          <p:attrName>style.visibility</p:attrName>
                                        </p:attrNameLst>
                                      </p:cBhvr>
                                      <p:to>
                                        <p:strVal val="visible"/>
                                      </p:to>
                                    </p:set>
                                    <p:animEffect transition="in" filter="strips(upRight)">
                                      <p:cBhvr>
                                        <p:cTn id="29" dur="500"/>
                                        <p:tgtEl>
                                          <p:spTgt spid="2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81"/>
                                        </p:tgtEl>
                                        <p:attrNameLst>
                                          <p:attrName>style.visibility</p:attrName>
                                        </p:attrNameLst>
                                      </p:cBhvr>
                                      <p:to>
                                        <p:strVal val="visible"/>
                                      </p:to>
                                    </p:set>
                                    <p:animEffect transition="in" filter="wipe(down)">
                                      <p:cBhvr>
                                        <p:cTn id="34" dur="500"/>
                                        <p:tgtEl>
                                          <p:spTgt spid="181"/>
                                        </p:tgtEl>
                                      </p:cBhvr>
                                    </p:animEffect>
                                  </p:child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218"/>
                                        </p:tgtEl>
                                        <p:attrNameLst>
                                          <p:attrName>style.visibility</p:attrName>
                                        </p:attrNameLst>
                                      </p:cBhvr>
                                      <p:to>
                                        <p:strVal val="visible"/>
                                      </p:to>
                                    </p:set>
                                    <p:animEffect transition="in" filter="strips(upRight)">
                                      <p:cBhvr>
                                        <p:cTn id="38" dur="500"/>
                                        <p:tgtEl>
                                          <p:spTgt spid="218"/>
                                        </p:tgtEl>
                                      </p:cBhvr>
                                    </p:animEffect>
                                  </p:childTnLst>
                                </p:cTn>
                              </p:par>
                            </p:childTnLst>
                          </p:cTn>
                        </p:par>
                        <p:par>
                          <p:cTn id="39" fill="hold">
                            <p:stCondLst>
                              <p:cond delay="1000"/>
                            </p:stCondLst>
                            <p:childTnLst>
                              <p:par>
                                <p:cTn id="40" presetID="18" presetClass="entr" presetSubtype="3" fill="hold" nodeType="afterEffect">
                                  <p:stCondLst>
                                    <p:cond delay="0"/>
                                  </p:stCondLst>
                                  <p:childTnLst>
                                    <p:set>
                                      <p:cBhvr>
                                        <p:cTn id="41" dur="1" fill="hold">
                                          <p:stCondLst>
                                            <p:cond delay="0"/>
                                          </p:stCondLst>
                                        </p:cTn>
                                        <p:tgtEl>
                                          <p:spTgt spid="169"/>
                                        </p:tgtEl>
                                        <p:attrNameLst>
                                          <p:attrName>style.visibility</p:attrName>
                                        </p:attrNameLst>
                                      </p:cBhvr>
                                      <p:to>
                                        <p:strVal val="visible"/>
                                      </p:to>
                                    </p:set>
                                    <p:animEffect transition="in" filter="strips(upRight)">
                                      <p:cBhvr>
                                        <p:cTn id="42" dur="500"/>
                                        <p:tgtEl>
                                          <p:spTgt spid="169"/>
                                        </p:tgtEl>
                                      </p:cBhvr>
                                    </p:animEffect>
                                  </p:childTnLst>
                                </p:cTn>
                              </p:par>
                            </p:childTnLst>
                          </p:cTn>
                        </p:par>
                        <p:par>
                          <p:cTn id="43" fill="hold">
                            <p:stCondLst>
                              <p:cond delay="1500"/>
                            </p:stCondLst>
                            <p:childTnLst>
                              <p:par>
                                <p:cTn id="44" presetID="18" presetClass="entr" presetSubtype="6" fill="hold" nodeType="afterEffect">
                                  <p:stCondLst>
                                    <p:cond delay="0"/>
                                  </p:stCondLst>
                                  <p:childTnLst>
                                    <p:set>
                                      <p:cBhvr>
                                        <p:cTn id="45" dur="1" fill="hold">
                                          <p:stCondLst>
                                            <p:cond delay="0"/>
                                          </p:stCondLst>
                                        </p:cTn>
                                        <p:tgtEl>
                                          <p:spTgt spid="170"/>
                                        </p:tgtEl>
                                        <p:attrNameLst>
                                          <p:attrName>style.visibility</p:attrName>
                                        </p:attrNameLst>
                                      </p:cBhvr>
                                      <p:to>
                                        <p:strVal val="visible"/>
                                      </p:to>
                                    </p:set>
                                    <p:animEffect transition="in" filter="strips(downRight)">
                                      <p:cBhvr>
                                        <p:cTn id="46" dur="500"/>
                                        <p:tgtEl>
                                          <p:spTgt spid="170"/>
                                        </p:tgtEl>
                                      </p:cBhvr>
                                    </p:animEffect>
                                  </p:childTnLst>
                                </p:cTn>
                              </p:par>
                            </p:childTnLst>
                          </p:cTn>
                        </p:par>
                        <p:par>
                          <p:cTn id="47" fill="hold">
                            <p:stCondLst>
                              <p:cond delay="2000"/>
                            </p:stCondLst>
                            <p:childTnLst>
                              <p:par>
                                <p:cTn id="48" presetID="22" presetClass="entr" presetSubtype="1" fill="hold" grpId="0" nodeType="afterEffect">
                                  <p:stCondLst>
                                    <p:cond delay="0"/>
                                  </p:stCondLst>
                                  <p:childTnLst>
                                    <p:set>
                                      <p:cBhvr>
                                        <p:cTn id="49" dur="1" fill="hold">
                                          <p:stCondLst>
                                            <p:cond delay="0"/>
                                          </p:stCondLst>
                                        </p:cTn>
                                        <p:tgtEl>
                                          <p:spTgt spid="171"/>
                                        </p:tgtEl>
                                        <p:attrNameLst>
                                          <p:attrName>style.visibility</p:attrName>
                                        </p:attrNameLst>
                                      </p:cBhvr>
                                      <p:to>
                                        <p:strVal val="visible"/>
                                      </p:to>
                                    </p:set>
                                    <p:animEffect transition="in" filter="wipe(up)">
                                      <p:cBhvr>
                                        <p:cTn id="50" dur="500"/>
                                        <p:tgtEl>
                                          <p:spTgt spid="171"/>
                                        </p:tgtEl>
                                      </p:cBhvr>
                                    </p:animEffect>
                                  </p:childTnLst>
                                </p:cTn>
                              </p:par>
                            </p:childTnLst>
                          </p:cTn>
                        </p:par>
                        <p:par>
                          <p:cTn id="51" fill="hold">
                            <p:stCondLst>
                              <p:cond delay="2500"/>
                            </p:stCondLst>
                            <p:childTnLst>
                              <p:par>
                                <p:cTn id="52" presetID="22" presetClass="entr" presetSubtype="4" fill="hold" grpId="0" nodeType="afterEffect">
                                  <p:stCondLst>
                                    <p:cond delay="0"/>
                                  </p:stCondLst>
                                  <p:childTnLst>
                                    <p:set>
                                      <p:cBhvr>
                                        <p:cTn id="53" dur="1" fill="hold">
                                          <p:stCondLst>
                                            <p:cond delay="0"/>
                                          </p:stCondLst>
                                        </p:cTn>
                                        <p:tgtEl>
                                          <p:spTgt spid="172"/>
                                        </p:tgtEl>
                                        <p:attrNameLst>
                                          <p:attrName>style.visibility</p:attrName>
                                        </p:attrNameLst>
                                      </p:cBhvr>
                                      <p:to>
                                        <p:strVal val="visible"/>
                                      </p:to>
                                    </p:set>
                                    <p:animEffect transition="in" filter="wipe(down)">
                                      <p:cBhvr>
                                        <p:cTn id="54" dur="500"/>
                                        <p:tgtEl>
                                          <p:spTgt spid="172"/>
                                        </p:tgtEl>
                                      </p:cBhvr>
                                    </p:animEffect>
                                  </p:childTnLst>
                                </p:cTn>
                              </p:par>
                            </p:childTnLst>
                          </p:cTn>
                        </p:par>
                        <p:par>
                          <p:cTn id="55" fill="hold">
                            <p:stCondLst>
                              <p:cond delay="3000"/>
                            </p:stCondLst>
                            <p:childTnLst>
                              <p:par>
                                <p:cTn id="56" presetID="18" presetClass="entr" presetSubtype="3" fill="hold" nodeType="after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strips(upRight)">
                                      <p:cBhvr>
                                        <p:cTn id="58" dur="500"/>
                                        <p:tgtEl>
                                          <p:spTgt spid="173"/>
                                        </p:tgtEl>
                                      </p:cBhvr>
                                    </p:animEffect>
                                  </p:childTnLst>
                                </p:cTn>
                              </p:par>
                            </p:childTnLst>
                          </p:cTn>
                        </p:par>
                        <p:par>
                          <p:cTn id="59" fill="hold">
                            <p:stCondLst>
                              <p:cond delay="3500"/>
                            </p:stCondLst>
                            <p:childTnLst>
                              <p:par>
                                <p:cTn id="60" presetID="18" presetClass="entr" presetSubtype="6" fill="hold" nodeType="afterEffect">
                                  <p:stCondLst>
                                    <p:cond delay="0"/>
                                  </p:stCondLst>
                                  <p:childTnLst>
                                    <p:set>
                                      <p:cBhvr>
                                        <p:cTn id="61" dur="1" fill="hold">
                                          <p:stCondLst>
                                            <p:cond delay="0"/>
                                          </p:stCondLst>
                                        </p:cTn>
                                        <p:tgtEl>
                                          <p:spTgt spid="174"/>
                                        </p:tgtEl>
                                        <p:attrNameLst>
                                          <p:attrName>style.visibility</p:attrName>
                                        </p:attrNameLst>
                                      </p:cBhvr>
                                      <p:to>
                                        <p:strVal val="visible"/>
                                      </p:to>
                                    </p:set>
                                    <p:animEffect transition="in" filter="strips(downRight)">
                                      <p:cBhvr>
                                        <p:cTn id="62" dur="500"/>
                                        <p:tgtEl>
                                          <p:spTgt spid="174"/>
                                        </p:tgtEl>
                                      </p:cBhvr>
                                    </p:animEffect>
                                  </p:childTnLst>
                                </p:cTn>
                              </p:par>
                            </p:childTnLst>
                          </p:cTn>
                        </p:par>
                        <p:par>
                          <p:cTn id="63" fill="hold">
                            <p:stCondLst>
                              <p:cond delay="4000"/>
                            </p:stCondLst>
                            <p:childTnLst>
                              <p:par>
                                <p:cTn id="64" presetID="18" presetClass="entr" presetSubtype="12" fill="hold" nodeType="after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strips(downLeft)">
                                      <p:cBhvr>
                                        <p:cTn id="66" dur="500"/>
                                        <p:tgtEl>
                                          <p:spTgt spid="175"/>
                                        </p:tgtEl>
                                      </p:cBhvr>
                                    </p:animEffect>
                                  </p:childTnLst>
                                </p:cTn>
                              </p:par>
                            </p:childTnLst>
                          </p:cTn>
                        </p:par>
                        <p:par>
                          <p:cTn id="67" fill="hold">
                            <p:stCondLst>
                              <p:cond delay="4500"/>
                            </p:stCondLst>
                            <p:childTnLst>
                              <p:par>
                                <p:cTn id="68" presetID="18" presetClass="entr" presetSubtype="12" fill="hold" nodeType="afterEffect">
                                  <p:stCondLst>
                                    <p:cond delay="0"/>
                                  </p:stCondLst>
                                  <p:childTnLst>
                                    <p:set>
                                      <p:cBhvr>
                                        <p:cTn id="69" dur="1" fill="hold">
                                          <p:stCondLst>
                                            <p:cond delay="0"/>
                                          </p:stCondLst>
                                        </p:cTn>
                                        <p:tgtEl>
                                          <p:spTgt spid="176"/>
                                        </p:tgtEl>
                                        <p:attrNameLst>
                                          <p:attrName>style.visibility</p:attrName>
                                        </p:attrNameLst>
                                      </p:cBhvr>
                                      <p:to>
                                        <p:strVal val="visible"/>
                                      </p:to>
                                    </p:set>
                                    <p:animEffect transition="in" filter="strips(downLeft)">
                                      <p:cBhvr>
                                        <p:cTn id="70" dur="500"/>
                                        <p:tgtEl>
                                          <p:spTgt spid="176"/>
                                        </p:tgtEl>
                                      </p:cBhvr>
                                    </p:animEffect>
                                  </p:childTnLst>
                                </p:cTn>
                              </p:par>
                            </p:childTnLst>
                          </p:cTn>
                        </p:par>
                        <p:par>
                          <p:cTn id="71" fill="hold">
                            <p:stCondLst>
                              <p:cond delay="5000"/>
                            </p:stCondLst>
                            <p:childTnLst>
                              <p:par>
                                <p:cTn id="72" presetID="18" presetClass="entr" presetSubtype="3" fill="hold" nodeType="afterEffect">
                                  <p:stCondLst>
                                    <p:cond delay="0"/>
                                  </p:stCondLst>
                                  <p:childTnLst>
                                    <p:set>
                                      <p:cBhvr>
                                        <p:cTn id="73" dur="1" fill="hold">
                                          <p:stCondLst>
                                            <p:cond delay="0"/>
                                          </p:stCondLst>
                                        </p:cTn>
                                        <p:tgtEl>
                                          <p:spTgt spid="177"/>
                                        </p:tgtEl>
                                        <p:attrNameLst>
                                          <p:attrName>style.visibility</p:attrName>
                                        </p:attrNameLst>
                                      </p:cBhvr>
                                      <p:to>
                                        <p:strVal val="visible"/>
                                      </p:to>
                                    </p:set>
                                    <p:animEffect transition="in" filter="strips(upRight)">
                                      <p:cBhvr>
                                        <p:cTn id="74" dur="500"/>
                                        <p:tgtEl>
                                          <p:spTgt spid="177"/>
                                        </p:tgtEl>
                                      </p:cBhvr>
                                    </p:animEffect>
                                  </p:childTnLst>
                                </p:cTn>
                              </p:par>
                            </p:childTnLst>
                          </p:cTn>
                        </p:par>
                        <p:par>
                          <p:cTn id="75" fill="hold">
                            <p:stCondLst>
                              <p:cond delay="5500"/>
                            </p:stCondLst>
                            <p:childTnLst>
                              <p:par>
                                <p:cTn id="76" presetID="18" presetClass="entr" presetSubtype="6" fill="hold" nodeType="afterEffect">
                                  <p:stCondLst>
                                    <p:cond delay="0"/>
                                  </p:stCondLst>
                                  <p:childTnLst>
                                    <p:set>
                                      <p:cBhvr>
                                        <p:cTn id="77" dur="1" fill="hold">
                                          <p:stCondLst>
                                            <p:cond delay="0"/>
                                          </p:stCondLst>
                                        </p:cTn>
                                        <p:tgtEl>
                                          <p:spTgt spid="178"/>
                                        </p:tgtEl>
                                        <p:attrNameLst>
                                          <p:attrName>style.visibility</p:attrName>
                                        </p:attrNameLst>
                                      </p:cBhvr>
                                      <p:to>
                                        <p:strVal val="visible"/>
                                      </p:to>
                                    </p:set>
                                    <p:animEffect transition="in" filter="strips(downRight)">
                                      <p:cBhvr>
                                        <p:cTn id="78" dur="500"/>
                                        <p:tgtEl>
                                          <p:spTgt spid="178"/>
                                        </p:tgtEl>
                                      </p:cBhvr>
                                    </p:animEffect>
                                  </p:childTnLst>
                                </p:cTn>
                              </p:par>
                            </p:childTnLst>
                          </p:cTn>
                        </p:par>
                        <p:par>
                          <p:cTn id="79" fill="hold">
                            <p:stCondLst>
                              <p:cond delay="6000"/>
                            </p:stCondLst>
                            <p:childTnLst>
                              <p:par>
                                <p:cTn id="80" presetID="18" presetClass="entr" presetSubtype="12" fill="hold" nodeType="afterEffect">
                                  <p:stCondLst>
                                    <p:cond delay="0"/>
                                  </p:stCondLst>
                                  <p:childTnLst>
                                    <p:set>
                                      <p:cBhvr>
                                        <p:cTn id="81" dur="1" fill="hold">
                                          <p:stCondLst>
                                            <p:cond delay="0"/>
                                          </p:stCondLst>
                                        </p:cTn>
                                        <p:tgtEl>
                                          <p:spTgt spid="179"/>
                                        </p:tgtEl>
                                        <p:attrNameLst>
                                          <p:attrName>style.visibility</p:attrName>
                                        </p:attrNameLst>
                                      </p:cBhvr>
                                      <p:to>
                                        <p:strVal val="visible"/>
                                      </p:to>
                                    </p:set>
                                    <p:animEffect transition="in" filter="strips(downLeft)">
                                      <p:cBhvr>
                                        <p:cTn id="82" dur="500"/>
                                        <p:tgtEl>
                                          <p:spTgt spid="17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82"/>
                                        </p:tgtEl>
                                        <p:attrNameLst>
                                          <p:attrName>style.visibility</p:attrName>
                                        </p:attrNameLst>
                                      </p:cBhvr>
                                      <p:to>
                                        <p:strVal val="visible"/>
                                      </p:to>
                                    </p:set>
                                    <p:animEffect transition="in" filter="wipe(down)">
                                      <p:cBhvr>
                                        <p:cTn id="87" dur="500"/>
                                        <p:tgtEl>
                                          <p:spTgt spid="182"/>
                                        </p:tgtEl>
                                      </p:cBhvr>
                                    </p:animEffect>
                                  </p:childTnLst>
                                </p:cTn>
                              </p:par>
                            </p:childTnLst>
                          </p:cTn>
                        </p:par>
                        <p:par>
                          <p:cTn id="88" fill="hold">
                            <p:stCondLst>
                              <p:cond delay="500"/>
                            </p:stCondLst>
                            <p:childTnLst>
                              <p:par>
                                <p:cTn id="89" presetID="18" presetClass="entr" presetSubtype="3" fill="hold" nodeType="afterEffect">
                                  <p:stCondLst>
                                    <p:cond delay="0"/>
                                  </p:stCondLst>
                                  <p:childTnLst>
                                    <p:set>
                                      <p:cBhvr>
                                        <p:cTn id="90" dur="1" fill="hold">
                                          <p:stCondLst>
                                            <p:cond delay="0"/>
                                          </p:stCondLst>
                                        </p:cTn>
                                        <p:tgtEl>
                                          <p:spTgt spid="183"/>
                                        </p:tgtEl>
                                        <p:attrNameLst>
                                          <p:attrName>style.visibility</p:attrName>
                                        </p:attrNameLst>
                                      </p:cBhvr>
                                      <p:to>
                                        <p:strVal val="visible"/>
                                      </p:to>
                                    </p:set>
                                    <p:animEffect transition="in" filter="strips(upRight)">
                                      <p:cBhvr>
                                        <p:cTn id="91" dur="500"/>
                                        <p:tgtEl>
                                          <p:spTgt spid="183"/>
                                        </p:tgtEl>
                                      </p:cBhvr>
                                    </p:animEffect>
                                  </p:childTnLst>
                                </p:cTn>
                              </p:par>
                            </p:childTnLst>
                          </p:cTn>
                        </p:par>
                        <p:par>
                          <p:cTn id="92" fill="hold">
                            <p:stCondLst>
                              <p:cond delay="1000"/>
                            </p:stCondLst>
                            <p:childTnLst>
                              <p:par>
                                <p:cTn id="93" presetID="18" presetClass="entr" presetSubtype="6" fill="hold" nodeType="afterEffect">
                                  <p:stCondLst>
                                    <p:cond delay="0"/>
                                  </p:stCondLst>
                                  <p:childTnLst>
                                    <p:set>
                                      <p:cBhvr>
                                        <p:cTn id="94" dur="1" fill="hold">
                                          <p:stCondLst>
                                            <p:cond delay="0"/>
                                          </p:stCondLst>
                                        </p:cTn>
                                        <p:tgtEl>
                                          <p:spTgt spid="184"/>
                                        </p:tgtEl>
                                        <p:attrNameLst>
                                          <p:attrName>style.visibility</p:attrName>
                                        </p:attrNameLst>
                                      </p:cBhvr>
                                      <p:to>
                                        <p:strVal val="visible"/>
                                      </p:to>
                                    </p:set>
                                    <p:animEffect transition="in" filter="strips(downRight)">
                                      <p:cBhvr>
                                        <p:cTn id="95" dur="500"/>
                                        <p:tgtEl>
                                          <p:spTgt spid="184"/>
                                        </p:tgtEl>
                                      </p:cBhvr>
                                    </p:animEffect>
                                  </p:childTnLst>
                                </p:cTn>
                              </p:par>
                            </p:childTnLst>
                          </p:cTn>
                        </p:par>
                        <p:par>
                          <p:cTn id="96" fill="hold">
                            <p:stCondLst>
                              <p:cond delay="1500"/>
                            </p:stCondLst>
                            <p:childTnLst>
                              <p:par>
                                <p:cTn id="97" presetID="22" presetClass="entr" presetSubtype="1" fill="hold" grpId="0" nodeType="afterEffect">
                                  <p:stCondLst>
                                    <p:cond delay="0"/>
                                  </p:stCondLst>
                                  <p:childTnLst>
                                    <p:set>
                                      <p:cBhvr>
                                        <p:cTn id="98" dur="1" fill="hold">
                                          <p:stCondLst>
                                            <p:cond delay="0"/>
                                          </p:stCondLst>
                                        </p:cTn>
                                        <p:tgtEl>
                                          <p:spTgt spid="185"/>
                                        </p:tgtEl>
                                        <p:attrNameLst>
                                          <p:attrName>style.visibility</p:attrName>
                                        </p:attrNameLst>
                                      </p:cBhvr>
                                      <p:to>
                                        <p:strVal val="visible"/>
                                      </p:to>
                                    </p:set>
                                    <p:animEffect transition="in" filter="wipe(up)">
                                      <p:cBhvr>
                                        <p:cTn id="99" dur="500"/>
                                        <p:tgtEl>
                                          <p:spTgt spid="185"/>
                                        </p:tgtEl>
                                      </p:cBhvr>
                                    </p:animEffect>
                                  </p:childTnLst>
                                </p:cTn>
                              </p:par>
                            </p:childTnLst>
                          </p:cTn>
                        </p:par>
                        <p:par>
                          <p:cTn id="100" fill="hold">
                            <p:stCondLst>
                              <p:cond delay="2000"/>
                            </p:stCondLst>
                            <p:childTnLst>
                              <p:par>
                                <p:cTn id="101" presetID="22" presetClass="entr" presetSubtype="4" fill="hold" grpId="0" nodeType="afterEffect">
                                  <p:stCondLst>
                                    <p:cond delay="0"/>
                                  </p:stCondLst>
                                  <p:childTnLst>
                                    <p:set>
                                      <p:cBhvr>
                                        <p:cTn id="102" dur="1" fill="hold">
                                          <p:stCondLst>
                                            <p:cond delay="0"/>
                                          </p:stCondLst>
                                        </p:cTn>
                                        <p:tgtEl>
                                          <p:spTgt spid="186"/>
                                        </p:tgtEl>
                                        <p:attrNameLst>
                                          <p:attrName>style.visibility</p:attrName>
                                        </p:attrNameLst>
                                      </p:cBhvr>
                                      <p:to>
                                        <p:strVal val="visible"/>
                                      </p:to>
                                    </p:set>
                                    <p:animEffect transition="in" filter="wipe(down)">
                                      <p:cBhvr>
                                        <p:cTn id="103" dur="500"/>
                                        <p:tgtEl>
                                          <p:spTgt spid="186"/>
                                        </p:tgtEl>
                                      </p:cBhvr>
                                    </p:animEffect>
                                  </p:childTnLst>
                                </p:cTn>
                              </p:par>
                            </p:childTnLst>
                          </p:cTn>
                        </p:par>
                        <p:par>
                          <p:cTn id="104" fill="hold">
                            <p:stCondLst>
                              <p:cond delay="2500"/>
                            </p:stCondLst>
                            <p:childTnLst>
                              <p:par>
                                <p:cTn id="105" presetID="18" presetClass="entr" presetSubtype="3" fill="hold" nodeType="afterEffect">
                                  <p:stCondLst>
                                    <p:cond delay="0"/>
                                  </p:stCondLst>
                                  <p:childTnLst>
                                    <p:set>
                                      <p:cBhvr>
                                        <p:cTn id="106" dur="1" fill="hold">
                                          <p:stCondLst>
                                            <p:cond delay="0"/>
                                          </p:stCondLst>
                                        </p:cTn>
                                        <p:tgtEl>
                                          <p:spTgt spid="187"/>
                                        </p:tgtEl>
                                        <p:attrNameLst>
                                          <p:attrName>style.visibility</p:attrName>
                                        </p:attrNameLst>
                                      </p:cBhvr>
                                      <p:to>
                                        <p:strVal val="visible"/>
                                      </p:to>
                                    </p:set>
                                    <p:animEffect transition="in" filter="strips(upRight)">
                                      <p:cBhvr>
                                        <p:cTn id="107" dur="500"/>
                                        <p:tgtEl>
                                          <p:spTgt spid="187"/>
                                        </p:tgtEl>
                                      </p:cBhvr>
                                    </p:animEffect>
                                  </p:childTnLst>
                                </p:cTn>
                              </p:par>
                            </p:childTnLst>
                          </p:cTn>
                        </p:par>
                        <p:par>
                          <p:cTn id="108" fill="hold">
                            <p:stCondLst>
                              <p:cond delay="3000"/>
                            </p:stCondLst>
                            <p:childTnLst>
                              <p:par>
                                <p:cTn id="109" presetID="18" presetClass="entr" presetSubtype="6" fill="hold" nodeType="afterEffect">
                                  <p:stCondLst>
                                    <p:cond delay="0"/>
                                  </p:stCondLst>
                                  <p:childTnLst>
                                    <p:set>
                                      <p:cBhvr>
                                        <p:cTn id="110" dur="1" fill="hold">
                                          <p:stCondLst>
                                            <p:cond delay="0"/>
                                          </p:stCondLst>
                                        </p:cTn>
                                        <p:tgtEl>
                                          <p:spTgt spid="188"/>
                                        </p:tgtEl>
                                        <p:attrNameLst>
                                          <p:attrName>style.visibility</p:attrName>
                                        </p:attrNameLst>
                                      </p:cBhvr>
                                      <p:to>
                                        <p:strVal val="visible"/>
                                      </p:to>
                                    </p:set>
                                    <p:animEffect transition="in" filter="strips(downRight)">
                                      <p:cBhvr>
                                        <p:cTn id="111" dur="500"/>
                                        <p:tgtEl>
                                          <p:spTgt spid="188"/>
                                        </p:tgtEl>
                                      </p:cBhvr>
                                    </p:animEffect>
                                  </p:childTnLst>
                                </p:cTn>
                              </p:par>
                            </p:childTnLst>
                          </p:cTn>
                        </p:par>
                        <p:par>
                          <p:cTn id="112" fill="hold">
                            <p:stCondLst>
                              <p:cond delay="3500"/>
                            </p:stCondLst>
                            <p:childTnLst>
                              <p:par>
                                <p:cTn id="113" presetID="18" presetClass="entr" presetSubtype="12" fill="hold" nodeType="afterEffect">
                                  <p:stCondLst>
                                    <p:cond delay="0"/>
                                  </p:stCondLst>
                                  <p:childTnLst>
                                    <p:set>
                                      <p:cBhvr>
                                        <p:cTn id="114" dur="1" fill="hold">
                                          <p:stCondLst>
                                            <p:cond delay="0"/>
                                          </p:stCondLst>
                                        </p:cTn>
                                        <p:tgtEl>
                                          <p:spTgt spid="189"/>
                                        </p:tgtEl>
                                        <p:attrNameLst>
                                          <p:attrName>style.visibility</p:attrName>
                                        </p:attrNameLst>
                                      </p:cBhvr>
                                      <p:to>
                                        <p:strVal val="visible"/>
                                      </p:to>
                                    </p:set>
                                    <p:animEffect transition="in" filter="strips(downLeft)">
                                      <p:cBhvr>
                                        <p:cTn id="115" dur="500"/>
                                        <p:tgtEl>
                                          <p:spTgt spid="189"/>
                                        </p:tgtEl>
                                      </p:cBhvr>
                                    </p:animEffect>
                                  </p:childTnLst>
                                </p:cTn>
                              </p:par>
                            </p:childTnLst>
                          </p:cTn>
                        </p:par>
                        <p:par>
                          <p:cTn id="116" fill="hold">
                            <p:stCondLst>
                              <p:cond delay="4000"/>
                            </p:stCondLst>
                            <p:childTnLst>
                              <p:par>
                                <p:cTn id="117" presetID="18" presetClass="entr" presetSubtype="12" fill="hold" nodeType="afterEffect">
                                  <p:stCondLst>
                                    <p:cond delay="0"/>
                                  </p:stCondLst>
                                  <p:childTnLst>
                                    <p:set>
                                      <p:cBhvr>
                                        <p:cTn id="118" dur="1" fill="hold">
                                          <p:stCondLst>
                                            <p:cond delay="0"/>
                                          </p:stCondLst>
                                        </p:cTn>
                                        <p:tgtEl>
                                          <p:spTgt spid="190"/>
                                        </p:tgtEl>
                                        <p:attrNameLst>
                                          <p:attrName>style.visibility</p:attrName>
                                        </p:attrNameLst>
                                      </p:cBhvr>
                                      <p:to>
                                        <p:strVal val="visible"/>
                                      </p:to>
                                    </p:set>
                                    <p:animEffect transition="in" filter="strips(downLeft)">
                                      <p:cBhvr>
                                        <p:cTn id="119" dur="500"/>
                                        <p:tgtEl>
                                          <p:spTgt spid="190"/>
                                        </p:tgtEl>
                                      </p:cBhvr>
                                    </p:animEffect>
                                  </p:childTnLst>
                                </p:cTn>
                              </p:par>
                            </p:childTnLst>
                          </p:cTn>
                        </p:par>
                        <p:par>
                          <p:cTn id="120" fill="hold">
                            <p:stCondLst>
                              <p:cond delay="4500"/>
                            </p:stCondLst>
                            <p:childTnLst>
                              <p:par>
                                <p:cTn id="121" presetID="18" presetClass="entr" presetSubtype="3" fill="hold" nodeType="afterEffect">
                                  <p:stCondLst>
                                    <p:cond delay="0"/>
                                  </p:stCondLst>
                                  <p:childTnLst>
                                    <p:set>
                                      <p:cBhvr>
                                        <p:cTn id="122" dur="1" fill="hold">
                                          <p:stCondLst>
                                            <p:cond delay="0"/>
                                          </p:stCondLst>
                                        </p:cTn>
                                        <p:tgtEl>
                                          <p:spTgt spid="191"/>
                                        </p:tgtEl>
                                        <p:attrNameLst>
                                          <p:attrName>style.visibility</p:attrName>
                                        </p:attrNameLst>
                                      </p:cBhvr>
                                      <p:to>
                                        <p:strVal val="visible"/>
                                      </p:to>
                                    </p:set>
                                    <p:animEffect transition="in" filter="strips(upRight)">
                                      <p:cBhvr>
                                        <p:cTn id="123" dur="500"/>
                                        <p:tgtEl>
                                          <p:spTgt spid="191"/>
                                        </p:tgtEl>
                                      </p:cBhvr>
                                    </p:animEffect>
                                  </p:childTnLst>
                                </p:cTn>
                              </p:par>
                            </p:childTnLst>
                          </p:cTn>
                        </p:par>
                        <p:par>
                          <p:cTn id="124" fill="hold">
                            <p:stCondLst>
                              <p:cond delay="5000"/>
                            </p:stCondLst>
                            <p:childTnLst>
                              <p:par>
                                <p:cTn id="125" presetID="18" presetClass="entr" presetSubtype="6" fill="hold" nodeType="afterEffect">
                                  <p:stCondLst>
                                    <p:cond delay="0"/>
                                  </p:stCondLst>
                                  <p:childTnLst>
                                    <p:set>
                                      <p:cBhvr>
                                        <p:cTn id="126" dur="1" fill="hold">
                                          <p:stCondLst>
                                            <p:cond delay="0"/>
                                          </p:stCondLst>
                                        </p:cTn>
                                        <p:tgtEl>
                                          <p:spTgt spid="192"/>
                                        </p:tgtEl>
                                        <p:attrNameLst>
                                          <p:attrName>style.visibility</p:attrName>
                                        </p:attrNameLst>
                                      </p:cBhvr>
                                      <p:to>
                                        <p:strVal val="visible"/>
                                      </p:to>
                                    </p:set>
                                    <p:animEffect transition="in" filter="strips(downRight)">
                                      <p:cBhvr>
                                        <p:cTn id="127" dur="500"/>
                                        <p:tgtEl>
                                          <p:spTgt spid="192"/>
                                        </p:tgtEl>
                                      </p:cBhvr>
                                    </p:animEffect>
                                  </p:childTnLst>
                                </p:cTn>
                              </p:par>
                            </p:childTnLst>
                          </p:cTn>
                        </p:par>
                        <p:par>
                          <p:cTn id="128" fill="hold">
                            <p:stCondLst>
                              <p:cond delay="5500"/>
                            </p:stCondLst>
                            <p:childTnLst>
                              <p:par>
                                <p:cTn id="129" presetID="18" presetClass="entr" presetSubtype="12" fill="hold" nodeType="afterEffect">
                                  <p:stCondLst>
                                    <p:cond delay="0"/>
                                  </p:stCondLst>
                                  <p:childTnLst>
                                    <p:set>
                                      <p:cBhvr>
                                        <p:cTn id="130" dur="1" fill="hold">
                                          <p:stCondLst>
                                            <p:cond delay="0"/>
                                          </p:stCondLst>
                                        </p:cTn>
                                        <p:tgtEl>
                                          <p:spTgt spid="193"/>
                                        </p:tgtEl>
                                        <p:attrNameLst>
                                          <p:attrName>style.visibility</p:attrName>
                                        </p:attrNameLst>
                                      </p:cBhvr>
                                      <p:to>
                                        <p:strVal val="visible"/>
                                      </p:to>
                                    </p:set>
                                    <p:animEffect transition="in" filter="strips(downLeft)">
                                      <p:cBhvr>
                                        <p:cTn id="131" dur="500"/>
                                        <p:tgtEl>
                                          <p:spTgt spid="19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194"/>
                                        </p:tgtEl>
                                        <p:attrNameLst>
                                          <p:attrName>style.visibility</p:attrName>
                                        </p:attrNameLst>
                                      </p:cBhvr>
                                      <p:to>
                                        <p:strVal val="visible"/>
                                      </p:to>
                                    </p:set>
                                    <p:animEffect transition="in" filter="wipe(down)">
                                      <p:cBhvr>
                                        <p:cTn id="136" dur="500"/>
                                        <p:tgtEl>
                                          <p:spTgt spid="194"/>
                                        </p:tgtEl>
                                      </p:cBhvr>
                                    </p:animEffect>
                                  </p:childTnLst>
                                </p:cTn>
                              </p:par>
                            </p:childTnLst>
                          </p:cTn>
                        </p:par>
                        <p:par>
                          <p:cTn id="137" fill="hold">
                            <p:stCondLst>
                              <p:cond delay="500"/>
                            </p:stCondLst>
                            <p:childTnLst>
                              <p:par>
                                <p:cTn id="138" presetID="18" presetClass="entr" presetSubtype="3" fill="hold" nodeType="afterEffect">
                                  <p:stCondLst>
                                    <p:cond delay="0"/>
                                  </p:stCondLst>
                                  <p:childTnLst>
                                    <p:set>
                                      <p:cBhvr>
                                        <p:cTn id="139" dur="1" fill="hold">
                                          <p:stCondLst>
                                            <p:cond delay="0"/>
                                          </p:stCondLst>
                                        </p:cTn>
                                        <p:tgtEl>
                                          <p:spTgt spid="195"/>
                                        </p:tgtEl>
                                        <p:attrNameLst>
                                          <p:attrName>style.visibility</p:attrName>
                                        </p:attrNameLst>
                                      </p:cBhvr>
                                      <p:to>
                                        <p:strVal val="visible"/>
                                      </p:to>
                                    </p:set>
                                    <p:animEffect transition="in" filter="strips(upRight)">
                                      <p:cBhvr>
                                        <p:cTn id="140" dur="500"/>
                                        <p:tgtEl>
                                          <p:spTgt spid="195"/>
                                        </p:tgtEl>
                                      </p:cBhvr>
                                    </p:animEffect>
                                  </p:childTnLst>
                                </p:cTn>
                              </p:par>
                            </p:childTnLst>
                          </p:cTn>
                        </p:par>
                        <p:par>
                          <p:cTn id="141" fill="hold">
                            <p:stCondLst>
                              <p:cond delay="1000"/>
                            </p:stCondLst>
                            <p:childTnLst>
                              <p:par>
                                <p:cTn id="142" presetID="18" presetClass="entr" presetSubtype="6" fill="hold" nodeType="afterEffect">
                                  <p:stCondLst>
                                    <p:cond delay="0"/>
                                  </p:stCondLst>
                                  <p:childTnLst>
                                    <p:set>
                                      <p:cBhvr>
                                        <p:cTn id="143" dur="1" fill="hold">
                                          <p:stCondLst>
                                            <p:cond delay="0"/>
                                          </p:stCondLst>
                                        </p:cTn>
                                        <p:tgtEl>
                                          <p:spTgt spid="196"/>
                                        </p:tgtEl>
                                        <p:attrNameLst>
                                          <p:attrName>style.visibility</p:attrName>
                                        </p:attrNameLst>
                                      </p:cBhvr>
                                      <p:to>
                                        <p:strVal val="visible"/>
                                      </p:to>
                                    </p:set>
                                    <p:animEffect transition="in" filter="strips(downRight)">
                                      <p:cBhvr>
                                        <p:cTn id="144" dur="500"/>
                                        <p:tgtEl>
                                          <p:spTgt spid="196"/>
                                        </p:tgtEl>
                                      </p:cBhvr>
                                    </p:animEffect>
                                  </p:childTnLst>
                                </p:cTn>
                              </p:par>
                            </p:childTnLst>
                          </p:cTn>
                        </p:par>
                        <p:par>
                          <p:cTn id="145" fill="hold">
                            <p:stCondLst>
                              <p:cond delay="1500"/>
                            </p:stCondLst>
                            <p:childTnLst>
                              <p:par>
                                <p:cTn id="146" presetID="22" presetClass="entr" presetSubtype="1" fill="hold" grpId="0" nodeType="afterEffect">
                                  <p:stCondLst>
                                    <p:cond delay="0"/>
                                  </p:stCondLst>
                                  <p:childTnLst>
                                    <p:set>
                                      <p:cBhvr>
                                        <p:cTn id="147" dur="1" fill="hold">
                                          <p:stCondLst>
                                            <p:cond delay="0"/>
                                          </p:stCondLst>
                                        </p:cTn>
                                        <p:tgtEl>
                                          <p:spTgt spid="197"/>
                                        </p:tgtEl>
                                        <p:attrNameLst>
                                          <p:attrName>style.visibility</p:attrName>
                                        </p:attrNameLst>
                                      </p:cBhvr>
                                      <p:to>
                                        <p:strVal val="visible"/>
                                      </p:to>
                                    </p:set>
                                    <p:animEffect transition="in" filter="wipe(up)">
                                      <p:cBhvr>
                                        <p:cTn id="148" dur="500"/>
                                        <p:tgtEl>
                                          <p:spTgt spid="197"/>
                                        </p:tgtEl>
                                      </p:cBhvr>
                                    </p:animEffect>
                                  </p:childTnLst>
                                </p:cTn>
                              </p:par>
                            </p:childTnLst>
                          </p:cTn>
                        </p:par>
                        <p:par>
                          <p:cTn id="149" fill="hold">
                            <p:stCondLst>
                              <p:cond delay="2000"/>
                            </p:stCondLst>
                            <p:childTnLst>
                              <p:par>
                                <p:cTn id="150" presetID="22" presetClass="entr" presetSubtype="4" fill="hold" grpId="0" nodeType="afterEffect">
                                  <p:stCondLst>
                                    <p:cond delay="0"/>
                                  </p:stCondLst>
                                  <p:childTnLst>
                                    <p:set>
                                      <p:cBhvr>
                                        <p:cTn id="151" dur="1" fill="hold">
                                          <p:stCondLst>
                                            <p:cond delay="0"/>
                                          </p:stCondLst>
                                        </p:cTn>
                                        <p:tgtEl>
                                          <p:spTgt spid="198"/>
                                        </p:tgtEl>
                                        <p:attrNameLst>
                                          <p:attrName>style.visibility</p:attrName>
                                        </p:attrNameLst>
                                      </p:cBhvr>
                                      <p:to>
                                        <p:strVal val="visible"/>
                                      </p:to>
                                    </p:set>
                                    <p:animEffect transition="in" filter="wipe(down)">
                                      <p:cBhvr>
                                        <p:cTn id="152" dur="500"/>
                                        <p:tgtEl>
                                          <p:spTgt spid="198"/>
                                        </p:tgtEl>
                                      </p:cBhvr>
                                    </p:animEffect>
                                  </p:childTnLst>
                                </p:cTn>
                              </p:par>
                            </p:childTnLst>
                          </p:cTn>
                        </p:par>
                        <p:par>
                          <p:cTn id="153" fill="hold">
                            <p:stCondLst>
                              <p:cond delay="2500"/>
                            </p:stCondLst>
                            <p:childTnLst>
                              <p:par>
                                <p:cTn id="154" presetID="18" presetClass="entr" presetSubtype="3" fill="hold" nodeType="afterEffect">
                                  <p:stCondLst>
                                    <p:cond delay="0"/>
                                  </p:stCondLst>
                                  <p:childTnLst>
                                    <p:set>
                                      <p:cBhvr>
                                        <p:cTn id="155" dur="1" fill="hold">
                                          <p:stCondLst>
                                            <p:cond delay="0"/>
                                          </p:stCondLst>
                                        </p:cTn>
                                        <p:tgtEl>
                                          <p:spTgt spid="199"/>
                                        </p:tgtEl>
                                        <p:attrNameLst>
                                          <p:attrName>style.visibility</p:attrName>
                                        </p:attrNameLst>
                                      </p:cBhvr>
                                      <p:to>
                                        <p:strVal val="visible"/>
                                      </p:to>
                                    </p:set>
                                    <p:animEffect transition="in" filter="strips(upRight)">
                                      <p:cBhvr>
                                        <p:cTn id="156" dur="500"/>
                                        <p:tgtEl>
                                          <p:spTgt spid="199"/>
                                        </p:tgtEl>
                                      </p:cBhvr>
                                    </p:animEffect>
                                  </p:childTnLst>
                                </p:cTn>
                              </p:par>
                            </p:childTnLst>
                          </p:cTn>
                        </p:par>
                        <p:par>
                          <p:cTn id="157" fill="hold">
                            <p:stCondLst>
                              <p:cond delay="3000"/>
                            </p:stCondLst>
                            <p:childTnLst>
                              <p:par>
                                <p:cTn id="158" presetID="18" presetClass="entr" presetSubtype="6" fill="hold" nodeType="afterEffect">
                                  <p:stCondLst>
                                    <p:cond delay="0"/>
                                  </p:stCondLst>
                                  <p:childTnLst>
                                    <p:set>
                                      <p:cBhvr>
                                        <p:cTn id="159" dur="1" fill="hold">
                                          <p:stCondLst>
                                            <p:cond delay="0"/>
                                          </p:stCondLst>
                                        </p:cTn>
                                        <p:tgtEl>
                                          <p:spTgt spid="200"/>
                                        </p:tgtEl>
                                        <p:attrNameLst>
                                          <p:attrName>style.visibility</p:attrName>
                                        </p:attrNameLst>
                                      </p:cBhvr>
                                      <p:to>
                                        <p:strVal val="visible"/>
                                      </p:to>
                                    </p:set>
                                    <p:animEffect transition="in" filter="strips(downRight)">
                                      <p:cBhvr>
                                        <p:cTn id="160" dur="500"/>
                                        <p:tgtEl>
                                          <p:spTgt spid="200"/>
                                        </p:tgtEl>
                                      </p:cBhvr>
                                    </p:animEffect>
                                  </p:childTnLst>
                                </p:cTn>
                              </p:par>
                            </p:childTnLst>
                          </p:cTn>
                        </p:par>
                        <p:par>
                          <p:cTn id="161" fill="hold">
                            <p:stCondLst>
                              <p:cond delay="3500"/>
                            </p:stCondLst>
                            <p:childTnLst>
                              <p:par>
                                <p:cTn id="162" presetID="18" presetClass="entr" presetSubtype="12" fill="hold" nodeType="afterEffect">
                                  <p:stCondLst>
                                    <p:cond delay="0"/>
                                  </p:stCondLst>
                                  <p:childTnLst>
                                    <p:set>
                                      <p:cBhvr>
                                        <p:cTn id="163" dur="1" fill="hold">
                                          <p:stCondLst>
                                            <p:cond delay="0"/>
                                          </p:stCondLst>
                                        </p:cTn>
                                        <p:tgtEl>
                                          <p:spTgt spid="201"/>
                                        </p:tgtEl>
                                        <p:attrNameLst>
                                          <p:attrName>style.visibility</p:attrName>
                                        </p:attrNameLst>
                                      </p:cBhvr>
                                      <p:to>
                                        <p:strVal val="visible"/>
                                      </p:to>
                                    </p:set>
                                    <p:animEffect transition="in" filter="strips(downLeft)">
                                      <p:cBhvr>
                                        <p:cTn id="164" dur="500"/>
                                        <p:tgtEl>
                                          <p:spTgt spid="201"/>
                                        </p:tgtEl>
                                      </p:cBhvr>
                                    </p:animEffect>
                                  </p:childTnLst>
                                </p:cTn>
                              </p:par>
                            </p:childTnLst>
                          </p:cTn>
                        </p:par>
                        <p:par>
                          <p:cTn id="165" fill="hold">
                            <p:stCondLst>
                              <p:cond delay="4000"/>
                            </p:stCondLst>
                            <p:childTnLst>
                              <p:par>
                                <p:cTn id="166" presetID="18" presetClass="entr" presetSubtype="12" fill="hold" nodeType="afterEffect">
                                  <p:stCondLst>
                                    <p:cond delay="0"/>
                                  </p:stCondLst>
                                  <p:childTnLst>
                                    <p:set>
                                      <p:cBhvr>
                                        <p:cTn id="167" dur="1" fill="hold">
                                          <p:stCondLst>
                                            <p:cond delay="0"/>
                                          </p:stCondLst>
                                        </p:cTn>
                                        <p:tgtEl>
                                          <p:spTgt spid="202"/>
                                        </p:tgtEl>
                                        <p:attrNameLst>
                                          <p:attrName>style.visibility</p:attrName>
                                        </p:attrNameLst>
                                      </p:cBhvr>
                                      <p:to>
                                        <p:strVal val="visible"/>
                                      </p:to>
                                    </p:set>
                                    <p:animEffect transition="in" filter="strips(downLeft)">
                                      <p:cBhvr>
                                        <p:cTn id="168" dur="500"/>
                                        <p:tgtEl>
                                          <p:spTgt spid="202"/>
                                        </p:tgtEl>
                                      </p:cBhvr>
                                    </p:animEffect>
                                  </p:childTnLst>
                                </p:cTn>
                              </p:par>
                            </p:childTnLst>
                          </p:cTn>
                        </p:par>
                        <p:par>
                          <p:cTn id="169" fill="hold">
                            <p:stCondLst>
                              <p:cond delay="4500"/>
                            </p:stCondLst>
                            <p:childTnLst>
                              <p:par>
                                <p:cTn id="170" presetID="18" presetClass="entr" presetSubtype="3" fill="hold" nodeType="afterEffect">
                                  <p:stCondLst>
                                    <p:cond delay="0"/>
                                  </p:stCondLst>
                                  <p:childTnLst>
                                    <p:set>
                                      <p:cBhvr>
                                        <p:cTn id="171" dur="1" fill="hold">
                                          <p:stCondLst>
                                            <p:cond delay="0"/>
                                          </p:stCondLst>
                                        </p:cTn>
                                        <p:tgtEl>
                                          <p:spTgt spid="203"/>
                                        </p:tgtEl>
                                        <p:attrNameLst>
                                          <p:attrName>style.visibility</p:attrName>
                                        </p:attrNameLst>
                                      </p:cBhvr>
                                      <p:to>
                                        <p:strVal val="visible"/>
                                      </p:to>
                                    </p:set>
                                    <p:animEffect transition="in" filter="strips(upRight)">
                                      <p:cBhvr>
                                        <p:cTn id="172" dur="500"/>
                                        <p:tgtEl>
                                          <p:spTgt spid="203"/>
                                        </p:tgtEl>
                                      </p:cBhvr>
                                    </p:animEffect>
                                  </p:childTnLst>
                                </p:cTn>
                              </p:par>
                            </p:childTnLst>
                          </p:cTn>
                        </p:par>
                        <p:par>
                          <p:cTn id="173" fill="hold">
                            <p:stCondLst>
                              <p:cond delay="5000"/>
                            </p:stCondLst>
                            <p:childTnLst>
                              <p:par>
                                <p:cTn id="174" presetID="18" presetClass="entr" presetSubtype="6" fill="hold" nodeType="afterEffect">
                                  <p:stCondLst>
                                    <p:cond delay="0"/>
                                  </p:stCondLst>
                                  <p:childTnLst>
                                    <p:set>
                                      <p:cBhvr>
                                        <p:cTn id="175" dur="1" fill="hold">
                                          <p:stCondLst>
                                            <p:cond delay="0"/>
                                          </p:stCondLst>
                                        </p:cTn>
                                        <p:tgtEl>
                                          <p:spTgt spid="204"/>
                                        </p:tgtEl>
                                        <p:attrNameLst>
                                          <p:attrName>style.visibility</p:attrName>
                                        </p:attrNameLst>
                                      </p:cBhvr>
                                      <p:to>
                                        <p:strVal val="visible"/>
                                      </p:to>
                                    </p:set>
                                    <p:animEffect transition="in" filter="strips(downRight)">
                                      <p:cBhvr>
                                        <p:cTn id="176" dur="500"/>
                                        <p:tgtEl>
                                          <p:spTgt spid="204"/>
                                        </p:tgtEl>
                                      </p:cBhvr>
                                    </p:animEffect>
                                  </p:childTnLst>
                                </p:cTn>
                              </p:par>
                            </p:childTnLst>
                          </p:cTn>
                        </p:par>
                        <p:par>
                          <p:cTn id="177" fill="hold">
                            <p:stCondLst>
                              <p:cond delay="5500"/>
                            </p:stCondLst>
                            <p:childTnLst>
                              <p:par>
                                <p:cTn id="178" presetID="18" presetClass="entr" presetSubtype="12" fill="hold" nodeType="afterEffect">
                                  <p:stCondLst>
                                    <p:cond delay="0"/>
                                  </p:stCondLst>
                                  <p:childTnLst>
                                    <p:set>
                                      <p:cBhvr>
                                        <p:cTn id="179" dur="1" fill="hold">
                                          <p:stCondLst>
                                            <p:cond delay="0"/>
                                          </p:stCondLst>
                                        </p:cTn>
                                        <p:tgtEl>
                                          <p:spTgt spid="205"/>
                                        </p:tgtEl>
                                        <p:attrNameLst>
                                          <p:attrName>style.visibility</p:attrName>
                                        </p:attrNameLst>
                                      </p:cBhvr>
                                      <p:to>
                                        <p:strVal val="visible"/>
                                      </p:to>
                                    </p:set>
                                    <p:animEffect transition="in" filter="strips(downLeft)">
                                      <p:cBhvr>
                                        <p:cTn id="180" dur="500"/>
                                        <p:tgtEl>
                                          <p:spTgt spid="205"/>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nodeType="clickEffect">
                                  <p:stCondLst>
                                    <p:cond delay="0"/>
                                  </p:stCondLst>
                                  <p:childTnLst>
                                    <p:set>
                                      <p:cBhvr>
                                        <p:cTn id="184" dur="1" fill="hold">
                                          <p:stCondLst>
                                            <p:cond delay="0"/>
                                          </p:stCondLst>
                                        </p:cTn>
                                        <p:tgtEl>
                                          <p:spTgt spid="206"/>
                                        </p:tgtEl>
                                        <p:attrNameLst>
                                          <p:attrName>style.visibility</p:attrName>
                                        </p:attrNameLst>
                                      </p:cBhvr>
                                      <p:to>
                                        <p:strVal val="visible"/>
                                      </p:to>
                                    </p:set>
                                    <p:animEffect transition="in" filter="wipe(down)">
                                      <p:cBhvr>
                                        <p:cTn id="185" dur="500"/>
                                        <p:tgtEl>
                                          <p:spTgt spid="206"/>
                                        </p:tgtEl>
                                      </p:cBhvr>
                                    </p:animEffect>
                                  </p:childTnLst>
                                </p:cTn>
                              </p:par>
                            </p:childTnLst>
                          </p:cTn>
                        </p:par>
                        <p:par>
                          <p:cTn id="186" fill="hold">
                            <p:stCondLst>
                              <p:cond delay="500"/>
                            </p:stCondLst>
                            <p:childTnLst>
                              <p:par>
                                <p:cTn id="187" presetID="18" presetClass="entr" presetSubtype="3" fill="hold" nodeType="afterEffect">
                                  <p:stCondLst>
                                    <p:cond delay="0"/>
                                  </p:stCondLst>
                                  <p:childTnLst>
                                    <p:set>
                                      <p:cBhvr>
                                        <p:cTn id="188" dur="1" fill="hold">
                                          <p:stCondLst>
                                            <p:cond delay="0"/>
                                          </p:stCondLst>
                                        </p:cTn>
                                        <p:tgtEl>
                                          <p:spTgt spid="207"/>
                                        </p:tgtEl>
                                        <p:attrNameLst>
                                          <p:attrName>style.visibility</p:attrName>
                                        </p:attrNameLst>
                                      </p:cBhvr>
                                      <p:to>
                                        <p:strVal val="visible"/>
                                      </p:to>
                                    </p:set>
                                    <p:animEffect transition="in" filter="strips(upRight)">
                                      <p:cBhvr>
                                        <p:cTn id="189" dur="500"/>
                                        <p:tgtEl>
                                          <p:spTgt spid="207"/>
                                        </p:tgtEl>
                                      </p:cBhvr>
                                    </p:animEffect>
                                  </p:childTnLst>
                                </p:cTn>
                              </p:par>
                            </p:childTnLst>
                          </p:cTn>
                        </p:par>
                        <p:par>
                          <p:cTn id="190" fill="hold">
                            <p:stCondLst>
                              <p:cond delay="1000"/>
                            </p:stCondLst>
                            <p:childTnLst>
                              <p:par>
                                <p:cTn id="191" presetID="18" presetClass="entr" presetSubtype="6" fill="hold" nodeType="afterEffect">
                                  <p:stCondLst>
                                    <p:cond delay="0"/>
                                  </p:stCondLst>
                                  <p:childTnLst>
                                    <p:set>
                                      <p:cBhvr>
                                        <p:cTn id="192" dur="1" fill="hold">
                                          <p:stCondLst>
                                            <p:cond delay="0"/>
                                          </p:stCondLst>
                                        </p:cTn>
                                        <p:tgtEl>
                                          <p:spTgt spid="208"/>
                                        </p:tgtEl>
                                        <p:attrNameLst>
                                          <p:attrName>style.visibility</p:attrName>
                                        </p:attrNameLst>
                                      </p:cBhvr>
                                      <p:to>
                                        <p:strVal val="visible"/>
                                      </p:to>
                                    </p:set>
                                    <p:animEffect transition="in" filter="strips(downRight)">
                                      <p:cBhvr>
                                        <p:cTn id="193" dur="500"/>
                                        <p:tgtEl>
                                          <p:spTgt spid="208"/>
                                        </p:tgtEl>
                                      </p:cBhvr>
                                    </p:animEffect>
                                  </p:childTnLst>
                                </p:cTn>
                              </p:par>
                            </p:childTnLst>
                          </p:cTn>
                        </p:par>
                        <p:par>
                          <p:cTn id="194" fill="hold">
                            <p:stCondLst>
                              <p:cond delay="1500"/>
                            </p:stCondLst>
                            <p:childTnLst>
                              <p:par>
                                <p:cTn id="195" presetID="22" presetClass="entr" presetSubtype="1" fill="hold" grpId="0" nodeType="afterEffect">
                                  <p:stCondLst>
                                    <p:cond delay="0"/>
                                  </p:stCondLst>
                                  <p:childTnLst>
                                    <p:set>
                                      <p:cBhvr>
                                        <p:cTn id="196" dur="1" fill="hold">
                                          <p:stCondLst>
                                            <p:cond delay="0"/>
                                          </p:stCondLst>
                                        </p:cTn>
                                        <p:tgtEl>
                                          <p:spTgt spid="209"/>
                                        </p:tgtEl>
                                        <p:attrNameLst>
                                          <p:attrName>style.visibility</p:attrName>
                                        </p:attrNameLst>
                                      </p:cBhvr>
                                      <p:to>
                                        <p:strVal val="visible"/>
                                      </p:to>
                                    </p:set>
                                    <p:animEffect transition="in" filter="wipe(up)">
                                      <p:cBhvr>
                                        <p:cTn id="197" dur="500"/>
                                        <p:tgtEl>
                                          <p:spTgt spid="209"/>
                                        </p:tgtEl>
                                      </p:cBhvr>
                                    </p:animEffect>
                                  </p:childTnLst>
                                </p:cTn>
                              </p:par>
                            </p:childTnLst>
                          </p:cTn>
                        </p:par>
                        <p:par>
                          <p:cTn id="198" fill="hold">
                            <p:stCondLst>
                              <p:cond delay="2000"/>
                            </p:stCondLst>
                            <p:childTnLst>
                              <p:par>
                                <p:cTn id="199" presetID="22" presetClass="entr" presetSubtype="4" fill="hold" grpId="0" nodeType="afterEffect">
                                  <p:stCondLst>
                                    <p:cond delay="0"/>
                                  </p:stCondLst>
                                  <p:childTnLst>
                                    <p:set>
                                      <p:cBhvr>
                                        <p:cTn id="200" dur="1" fill="hold">
                                          <p:stCondLst>
                                            <p:cond delay="0"/>
                                          </p:stCondLst>
                                        </p:cTn>
                                        <p:tgtEl>
                                          <p:spTgt spid="210"/>
                                        </p:tgtEl>
                                        <p:attrNameLst>
                                          <p:attrName>style.visibility</p:attrName>
                                        </p:attrNameLst>
                                      </p:cBhvr>
                                      <p:to>
                                        <p:strVal val="visible"/>
                                      </p:to>
                                    </p:set>
                                    <p:animEffect transition="in" filter="wipe(down)">
                                      <p:cBhvr>
                                        <p:cTn id="201" dur="500"/>
                                        <p:tgtEl>
                                          <p:spTgt spid="210"/>
                                        </p:tgtEl>
                                      </p:cBhvr>
                                    </p:animEffect>
                                  </p:childTnLst>
                                </p:cTn>
                              </p:par>
                            </p:childTnLst>
                          </p:cTn>
                        </p:par>
                        <p:par>
                          <p:cTn id="202" fill="hold">
                            <p:stCondLst>
                              <p:cond delay="2500"/>
                            </p:stCondLst>
                            <p:childTnLst>
                              <p:par>
                                <p:cTn id="203" presetID="18" presetClass="entr" presetSubtype="3" fill="hold" nodeType="afterEffect">
                                  <p:stCondLst>
                                    <p:cond delay="0"/>
                                  </p:stCondLst>
                                  <p:childTnLst>
                                    <p:set>
                                      <p:cBhvr>
                                        <p:cTn id="204" dur="1" fill="hold">
                                          <p:stCondLst>
                                            <p:cond delay="0"/>
                                          </p:stCondLst>
                                        </p:cTn>
                                        <p:tgtEl>
                                          <p:spTgt spid="211"/>
                                        </p:tgtEl>
                                        <p:attrNameLst>
                                          <p:attrName>style.visibility</p:attrName>
                                        </p:attrNameLst>
                                      </p:cBhvr>
                                      <p:to>
                                        <p:strVal val="visible"/>
                                      </p:to>
                                    </p:set>
                                    <p:animEffect transition="in" filter="strips(upRight)">
                                      <p:cBhvr>
                                        <p:cTn id="205" dur="500"/>
                                        <p:tgtEl>
                                          <p:spTgt spid="211"/>
                                        </p:tgtEl>
                                      </p:cBhvr>
                                    </p:animEffect>
                                  </p:childTnLst>
                                </p:cTn>
                              </p:par>
                            </p:childTnLst>
                          </p:cTn>
                        </p:par>
                        <p:par>
                          <p:cTn id="206" fill="hold">
                            <p:stCondLst>
                              <p:cond delay="3000"/>
                            </p:stCondLst>
                            <p:childTnLst>
                              <p:par>
                                <p:cTn id="207" presetID="18" presetClass="entr" presetSubtype="6" fill="hold" nodeType="afterEffect">
                                  <p:stCondLst>
                                    <p:cond delay="0"/>
                                  </p:stCondLst>
                                  <p:childTnLst>
                                    <p:set>
                                      <p:cBhvr>
                                        <p:cTn id="208" dur="1" fill="hold">
                                          <p:stCondLst>
                                            <p:cond delay="0"/>
                                          </p:stCondLst>
                                        </p:cTn>
                                        <p:tgtEl>
                                          <p:spTgt spid="212"/>
                                        </p:tgtEl>
                                        <p:attrNameLst>
                                          <p:attrName>style.visibility</p:attrName>
                                        </p:attrNameLst>
                                      </p:cBhvr>
                                      <p:to>
                                        <p:strVal val="visible"/>
                                      </p:to>
                                    </p:set>
                                    <p:animEffect transition="in" filter="strips(downRight)">
                                      <p:cBhvr>
                                        <p:cTn id="209" dur="500"/>
                                        <p:tgtEl>
                                          <p:spTgt spid="212"/>
                                        </p:tgtEl>
                                      </p:cBhvr>
                                    </p:animEffect>
                                  </p:childTnLst>
                                </p:cTn>
                              </p:par>
                            </p:childTnLst>
                          </p:cTn>
                        </p:par>
                        <p:par>
                          <p:cTn id="210" fill="hold">
                            <p:stCondLst>
                              <p:cond delay="3500"/>
                            </p:stCondLst>
                            <p:childTnLst>
                              <p:par>
                                <p:cTn id="211" presetID="18" presetClass="entr" presetSubtype="12" fill="hold" nodeType="afterEffect">
                                  <p:stCondLst>
                                    <p:cond delay="0"/>
                                  </p:stCondLst>
                                  <p:childTnLst>
                                    <p:set>
                                      <p:cBhvr>
                                        <p:cTn id="212" dur="1" fill="hold">
                                          <p:stCondLst>
                                            <p:cond delay="0"/>
                                          </p:stCondLst>
                                        </p:cTn>
                                        <p:tgtEl>
                                          <p:spTgt spid="213"/>
                                        </p:tgtEl>
                                        <p:attrNameLst>
                                          <p:attrName>style.visibility</p:attrName>
                                        </p:attrNameLst>
                                      </p:cBhvr>
                                      <p:to>
                                        <p:strVal val="visible"/>
                                      </p:to>
                                    </p:set>
                                    <p:animEffect transition="in" filter="strips(downLeft)">
                                      <p:cBhvr>
                                        <p:cTn id="213" dur="500"/>
                                        <p:tgtEl>
                                          <p:spTgt spid="213"/>
                                        </p:tgtEl>
                                      </p:cBhvr>
                                    </p:animEffect>
                                  </p:childTnLst>
                                </p:cTn>
                              </p:par>
                            </p:childTnLst>
                          </p:cTn>
                        </p:par>
                        <p:par>
                          <p:cTn id="214" fill="hold">
                            <p:stCondLst>
                              <p:cond delay="4000"/>
                            </p:stCondLst>
                            <p:childTnLst>
                              <p:par>
                                <p:cTn id="215" presetID="18" presetClass="entr" presetSubtype="12" fill="hold" nodeType="afterEffect">
                                  <p:stCondLst>
                                    <p:cond delay="0"/>
                                  </p:stCondLst>
                                  <p:childTnLst>
                                    <p:set>
                                      <p:cBhvr>
                                        <p:cTn id="216" dur="1" fill="hold">
                                          <p:stCondLst>
                                            <p:cond delay="0"/>
                                          </p:stCondLst>
                                        </p:cTn>
                                        <p:tgtEl>
                                          <p:spTgt spid="214"/>
                                        </p:tgtEl>
                                        <p:attrNameLst>
                                          <p:attrName>style.visibility</p:attrName>
                                        </p:attrNameLst>
                                      </p:cBhvr>
                                      <p:to>
                                        <p:strVal val="visible"/>
                                      </p:to>
                                    </p:set>
                                    <p:animEffect transition="in" filter="strips(downLeft)">
                                      <p:cBhvr>
                                        <p:cTn id="217" dur="500"/>
                                        <p:tgtEl>
                                          <p:spTgt spid="214"/>
                                        </p:tgtEl>
                                      </p:cBhvr>
                                    </p:animEffect>
                                  </p:childTnLst>
                                </p:cTn>
                              </p:par>
                            </p:childTnLst>
                          </p:cTn>
                        </p:par>
                        <p:par>
                          <p:cTn id="218" fill="hold">
                            <p:stCondLst>
                              <p:cond delay="4500"/>
                            </p:stCondLst>
                            <p:childTnLst>
                              <p:par>
                                <p:cTn id="219" presetID="18" presetClass="entr" presetSubtype="3" fill="hold" nodeType="afterEffect">
                                  <p:stCondLst>
                                    <p:cond delay="0"/>
                                  </p:stCondLst>
                                  <p:childTnLst>
                                    <p:set>
                                      <p:cBhvr>
                                        <p:cTn id="220" dur="1" fill="hold">
                                          <p:stCondLst>
                                            <p:cond delay="0"/>
                                          </p:stCondLst>
                                        </p:cTn>
                                        <p:tgtEl>
                                          <p:spTgt spid="215"/>
                                        </p:tgtEl>
                                        <p:attrNameLst>
                                          <p:attrName>style.visibility</p:attrName>
                                        </p:attrNameLst>
                                      </p:cBhvr>
                                      <p:to>
                                        <p:strVal val="visible"/>
                                      </p:to>
                                    </p:set>
                                    <p:animEffect transition="in" filter="strips(upRight)">
                                      <p:cBhvr>
                                        <p:cTn id="221" dur="500"/>
                                        <p:tgtEl>
                                          <p:spTgt spid="215"/>
                                        </p:tgtEl>
                                      </p:cBhvr>
                                    </p:animEffect>
                                  </p:childTnLst>
                                </p:cTn>
                              </p:par>
                            </p:childTnLst>
                          </p:cTn>
                        </p:par>
                        <p:par>
                          <p:cTn id="222" fill="hold">
                            <p:stCondLst>
                              <p:cond delay="5000"/>
                            </p:stCondLst>
                            <p:childTnLst>
                              <p:par>
                                <p:cTn id="223" presetID="18" presetClass="entr" presetSubtype="6" fill="hold" nodeType="afterEffect">
                                  <p:stCondLst>
                                    <p:cond delay="0"/>
                                  </p:stCondLst>
                                  <p:childTnLst>
                                    <p:set>
                                      <p:cBhvr>
                                        <p:cTn id="224" dur="1" fill="hold">
                                          <p:stCondLst>
                                            <p:cond delay="0"/>
                                          </p:stCondLst>
                                        </p:cTn>
                                        <p:tgtEl>
                                          <p:spTgt spid="216"/>
                                        </p:tgtEl>
                                        <p:attrNameLst>
                                          <p:attrName>style.visibility</p:attrName>
                                        </p:attrNameLst>
                                      </p:cBhvr>
                                      <p:to>
                                        <p:strVal val="visible"/>
                                      </p:to>
                                    </p:set>
                                    <p:animEffect transition="in" filter="strips(downRight)">
                                      <p:cBhvr>
                                        <p:cTn id="225" dur="500"/>
                                        <p:tgtEl>
                                          <p:spTgt spid="216"/>
                                        </p:tgtEl>
                                      </p:cBhvr>
                                    </p:animEffect>
                                  </p:childTnLst>
                                </p:cTn>
                              </p:par>
                            </p:childTnLst>
                          </p:cTn>
                        </p:par>
                        <p:par>
                          <p:cTn id="226" fill="hold">
                            <p:stCondLst>
                              <p:cond delay="5500"/>
                            </p:stCondLst>
                            <p:childTnLst>
                              <p:par>
                                <p:cTn id="227" presetID="18" presetClass="entr" presetSubtype="12" fill="hold" nodeType="afterEffect">
                                  <p:stCondLst>
                                    <p:cond delay="0"/>
                                  </p:stCondLst>
                                  <p:childTnLst>
                                    <p:set>
                                      <p:cBhvr>
                                        <p:cTn id="228" dur="1" fill="hold">
                                          <p:stCondLst>
                                            <p:cond delay="0"/>
                                          </p:stCondLst>
                                        </p:cTn>
                                        <p:tgtEl>
                                          <p:spTgt spid="217"/>
                                        </p:tgtEl>
                                        <p:attrNameLst>
                                          <p:attrName>style.visibility</p:attrName>
                                        </p:attrNameLst>
                                      </p:cBhvr>
                                      <p:to>
                                        <p:strVal val="visible"/>
                                      </p:to>
                                    </p:set>
                                    <p:animEffect transition="in" filter="strips(downLeft)">
                                      <p:cBhvr>
                                        <p:cTn id="229"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2" grpId="0" animBg="1"/>
      <p:bldP spid="180" grpId="0"/>
      <p:bldP spid="185" grpId="0" animBg="1"/>
      <p:bldP spid="186" grpId="0" animBg="1"/>
      <p:bldP spid="197" grpId="0" animBg="1"/>
      <p:bldP spid="198" grpId="0" animBg="1"/>
      <p:bldP spid="209" grpId="0" animBg="1"/>
      <p:bldP spid="2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Memory </a:t>
            </a:r>
            <a:r>
              <a:rPr lang="en-IN" dirty="0" smtClean="0"/>
              <a:t>Organization</a:t>
            </a:r>
            <a:endParaRPr lang="en-IN" dirty="0"/>
          </a:p>
        </p:txBody>
      </p:sp>
      <p:sp>
        <p:nvSpPr>
          <p:cNvPr id="4" name="Text Placeholder 3"/>
          <p:cNvSpPr>
            <a:spLocks noGrp="1"/>
          </p:cNvSpPr>
          <p:nvPr>
            <p:ph type="body" sz="quarter" idx="10"/>
          </p:nvPr>
        </p:nvSpPr>
        <p:spPr/>
        <p:txBody>
          <a:bodyPr/>
          <a:lstStyle/>
          <a:p>
            <a:r>
              <a:rPr lang="en-IN"/>
              <a:t>Truth tables of logic gates</a:t>
            </a:r>
          </a:p>
          <a:p>
            <a:r>
              <a:rPr lang="en-IN" dirty="0"/>
              <a:t>circuitry of memory cell</a:t>
            </a:r>
          </a:p>
          <a:p>
            <a:r>
              <a:rPr lang="en-US" altLang="en-US" dirty="0"/>
              <a:t>Function of Memory Cell</a:t>
            </a:r>
            <a:endParaRPr lang="en-IN" dirty="0"/>
          </a:p>
          <a:p>
            <a:r>
              <a:rPr lang="en-IN" dirty="0"/>
              <a:t>Memory Organization</a:t>
            </a:r>
          </a:p>
          <a:p>
            <a:endParaRPr lang="en-IN" dirty="0"/>
          </a:p>
          <a:p>
            <a:endParaRPr lang="en-I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4570"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20" y="777209"/>
            <a:ext cx="2216944"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3"/>
          <p:cNvGrpSpPr>
            <a:grpSpLocks/>
          </p:cNvGrpSpPr>
          <p:nvPr/>
        </p:nvGrpSpPr>
        <p:grpSpPr bwMode="auto">
          <a:xfrm>
            <a:off x="3294720" y="777209"/>
            <a:ext cx="1924050" cy="2032000"/>
            <a:chOff x="1320800" y="711198"/>
            <a:chExt cx="4622800" cy="3175001"/>
          </a:xfrm>
        </p:grpSpPr>
        <p:sp>
          <p:nvSpPr>
            <p:cNvPr id="8" name="Flowchart: Delay 7"/>
            <p:cNvSpPr/>
            <p:nvPr/>
          </p:nvSpPr>
          <p:spPr>
            <a:xfrm>
              <a:off x="2436451" y="2323503"/>
              <a:ext cx="391909" cy="424161"/>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 name="Flowchart: Delay 8"/>
            <p:cNvSpPr/>
            <p:nvPr/>
          </p:nvSpPr>
          <p:spPr>
            <a:xfrm rot="5400000">
              <a:off x="5168165" y="1415655"/>
              <a:ext cx="426641" cy="391907"/>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 name="Flowchart: Stored Data 9"/>
            <p:cNvSpPr>
              <a:spLocks/>
            </p:cNvSpPr>
            <p:nvPr/>
          </p:nvSpPr>
          <p:spPr>
            <a:xfrm rot="10800000">
              <a:off x="4006945" y="1445417"/>
              <a:ext cx="457703" cy="354708"/>
            </a:xfrm>
            <a:prstGeom prst="flowChartOnlineStorag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 name="Flowchart: Stored Data 10"/>
            <p:cNvSpPr>
              <a:spLocks/>
            </p:cNvSpPr>
            <p:nvPr/>
          </p:nvSpPr>
          <p:spPr>
            <a:xfrm rot="10800000">
              <a:off x="4006945" y="2273894"/>
              <a:ext cx="457703" cy="357188"/>
            </a:xfrm>
            <a:prstGeom prst="flowChartOnlineStorag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 name="Flowchart: Connector 11"/>
            <p:cNvSpPr/>
            <p:nvPr/>
          </p:nvSpPr>
          <p:spPr>
            <a:xfrm>
              <a:off x="4464648" y="1517351"/>
              <a:ext cx="131590" cy="14138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3" name="Flowchart: Connector 12"/>
            <p:cNvSpPr/>
            <p:nvPr/>
          </p:nvSpPr>
          <p:spPr>
            <a:xfrm>
              <a:off x="4464648" y="2345828"/>
              <a:ext cx="131590" cy="14138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4" name="Flowchart: Delay 13"/>
            <p:cNvSpPr/>
            <p:nvPr/>
          </p:nvSpPr>
          <p:spPr>
            <a:xfrm>
              <a:off x="2502247" y="1326354"/>
              <a:ext cx="391907" cy="426641"/>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5" name="Flowchart: Extract 14"/>
            <p:cNvSpPr/>
            <p:nvPr/>
          </p:nvSpPr>
          <p:spPr>
            <a:xfrm rot="5400000">
              <a:off x="5240866" y="2403415"/>
              <a:ext cx="255489" cy="234573"/>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 name="Flowchart: Extract 15"/>
            <p:cNvSpPr/>
            <p:nvPr/>
          </p:nvSpPr>
          <p:spPr>
            <a:xfrm>
              <a:off x="1861463" y="2896492"/>
              <a:ext cx="237433" cy="255488"/>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7" name="Flowchart: Connector 16"/>
            <p:cNvSpPr/>
            <p:nvPr/>
          </p:nvSpPr>
          <p:spPr>
            <a:xfrm>
              <a:off x="1938699" y="2804714"/>
              <a:ext cx="77238" cy="86817"/>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8" name="Flowchart: Extract 17"/>
            <p:cNvSpPr/>
            <p:nvPr/>
          </p:nvSpPr>
          <p:spPr>
            <a:xfrm rot="10800000">
              <a:off x="1521045" y="1842292"/>
              <a:ext cx="234573" cy="255489"/>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9" name="Flowchart: Connector 18"/>
            <p:cNvSpPr/>
            <p:nvPr/>
          </p:nvSpPr>
          <p:spPr>
            <a:xfrm rot="10800000">
              <a:off x="1604005" y="2085378"/>
              <a:ext cx="80098" cy="8433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20" name="Straight Connector 19"/>
            <p:cNvCxnSpPr/>
            <p:nvPr/>
          </p:nvCxnSpPr>
          <p:spPr>
            <a:xfrm>
              <a:off x="1320800" y="1539675"/>
              <a:ext cx="119002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1533311" y="1765398"/>
              <a:ext cx="127992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173272" y="1137839"/>
              <a:ext cx="327257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5318103" y="1265584"/>
              <a:ext cx="25548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173272" y="2392956"/>
              <a:ext cx="2517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1424362" y="2237928"/>
              <a:ext cx="110877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978748" y="1683542"/>
              <a:ext cx="52349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641192" y="2524422"/>
              <a:ext cx="7838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1460499" y="2353269"/>
              <a:ext cx="36710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978748" y="2665808"/>
              <a:ext cx="47200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187576" y="1398289"/>
              <a:ext cx="31467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1482732" y="1683832"/>
              <a:ext cx="302617" cy="1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908458" y="1524792"/>
              <a:ext cx="113853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816917" y="2512019"/>
              <a:ext cx="125582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0800000">
              <a:off x="3746626" y="2358230"/>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0800000">
              <a:off x="3746626" y="1683542"/>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3628522" y="1790203"/>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639965" y="2239169"/>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3746626" y="1824930"/>
              <a:ext cx="1175725" cy="3199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735183" y="1896862"/>
              <a:ext cx="1124234" cy="2827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596238" y="1599206"/>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3" idx="6"/>
            </p:cNvCxnSpPr>
            <p:nvPr/>
          </p:nvCxnSpPr>
          <p:spPr>
            <a:xfrm>
              <a:off x="4596238" y="2417761"/>
              <a:ext cx="39190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4744075" y="2294978"/>
              <a:ext cx="23068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4815690" y="1718270"/>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6" idx="2"/>
            </p:cNvCxnSpPr>
            <p:nvPr/>
          </p:nvCxnSpPr>
          <p:spPr>
            <a:xfrm rot="5400000">
              <a:off x="1826390" y="3304338"/>
              <a:ext cx="307578" cy="286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978748" y="3459558"/>
              <a:ext cx="31409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3997802" y="2337626"/>
              <a:ext cx="2232423" cy="114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9" idx="3"/>
              <a:endCxn id="15" idx="1"/>
            </p:cNvCxnSpPr>
            <p:nvPr/>
          </p:nvCxnSpPr>
          <p:spPr>
            <a:xfrm rot="5400000">
              <a:off x="5059504" y="2134037"/>
              <a:ext cx="632519" cy="1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108292" y="1244500"/>
              <a:ext cx="19738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5234984" y="1327595"/>
              <a:ext cx="1413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4929573" y="2464891"/>
              <a:ext cx="9425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968121" y="2521941"/>
              <a:ext cx="3060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5" idx="0"/>
            </p:cNvCxnSpPr>
            <p:nvPr/>
          </p:nvCxnSpPr>
          <p:spPr>
            <a:xfrm>
              <a:off x="5485897" y="2521941"/>
              <a:ext cx="45770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204332" y="3672879"/>
              <a:ext cx="426641"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Flowchart: Connector 53"/>
            <p:cNvSpPr/>
            <p:nvPr/>
          </p:nvSpPr>
          <p:spPr>
            <a:xfrm>
              <a:off x="3386185" y="3412430"/>
              <a:ext cx="65796"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5" name="Flowchart: Connector 54"/>
            <p:cNvSpPr/>
            <p:nvPr/>
          </p:nvSpPr>
          <p:spPr>
            <a:xfrm>
              <a:off x="1935839" y="2631081"/>
              <a:ext cx="62934" cy="6945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Connector 55"/>
            <p:cNvSpPr/>
            <p:nvPr/>
          </p:nvSpPr>
          <p:spPr>
            <a:xfrm>
              <a:off x="2141806" y="1351159"/>
              <a:ext cx="65794" cy="7193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7" name="Flowchart: Connector 56"/>
            <p:cNvSpPr/>
            <p:nvPr/>
          </p:nvSpPr>
          <p:spPr>
            <a:xfrm>
              <a:off x="1595422" y="1492547"/>
              <a:ext cx="65796"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8" name="Flowchart: Connector 57"/>
            <p:cNvSpPr/>
            <p:nvPr/>
          </p:nvSpPr>
          <p:spPr>
            <a:xfrm>
              <a:off x="4825089" y="2380555"/>
              <a:ext cx="65794"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9" name="Flowchart: Connector 58"/>
            <p:cNvSpPr/>
            <p:nvPr/>
          </p:nvSpPr>
          <p:spPr>
            <a:xfrm>
              <a:off x="3417653" y="1113034"/>
              <a:ext cx="65794" cy="7193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0" name="Straight Connector 59"/>
            <p:cNvCxnSpPr/>
            <p:nvPr/>
          </p:nvCxnSpPr>
          <p:spPr>
            <a:xfrm rot="5400000">
              <a:off x="3238660" y="924518"/>
              <a:ext cx="426641" cy="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61" name="Straight Connector 60"/>
          <p:cNvCxnSpPr/>
          <p:nvPr/>
        </p:nvCxnSpPr>
        <p:spPr>
          <a:xfrm rot="10800000" flipH="1" flipV="1">
            <a:off x="5914095"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0800000" flipH="1" flipV="1">
            <a:off x="6495120"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63" name="Flowchart: Extract 62"/>
          <p:cNvSpPr/>
          <p:nvPr/>
        </p:nvSpPr>
        <p:spPr>
          <a:xfrm rot="10800000">
            <a:off x="6437971"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4" name="Flowchart: Extract 63"/>
          <p:cNvSpPr/>
          <p:nvPr/>
        </p:nvSpPr>
        <p:spPr>
          <a:xfrm>
            <a:off x="5856946"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5" name="Straight Connector 64"/>
          <p:cNvCxnSpPr>
            <a:stCxn id="64" idx="2"/>
          </p:cNvCxnSpPr>
          <p:nvPr/>
        </p:nvCxnSpPr>
        <p:spPr>
          <a:xfrm rot="5400000">
            <a:off x="5806549"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5400000">
            <a:off x="6385186"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6209370"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933145"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980770"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5980770"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1" name="Straight Connector 70"/>
          <p:cNvCxnSpPr/>
          <p:nvPr/>
        </p:nvCxnSpPr>
        <p:spPr>
          <a:xfrm flipV="1">
            <a:off x="5933151"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a:spLocks noChangeArrowheads="1"/>
          </p:cNvSpPr>
          <p:nvPr/>
        </p:nvSpPr>
        <p:spPr bwMode="auto">
          <a:xfrm>
            <a:off x="5268392" y="1193934"/>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white"/>
                </a:solidFill>
                <a:latin typeface="Arial" panose="020B0604020202020204" pitchFamily="34" charset="0"/>
                <a:cs typeface="Arial" panose="020B0604020202020204" pitchFamily="34" charset="0"/>
              </a:rPr>
              <a:t>Select</a:t>
            </a:r>
          </a:p>
        </p:txBody>
      </p:sp>
      <p:pic>
        <p:nvPicPr>
          <p:cNvPr id="7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2126" y="222502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419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5" name="Straight Connector 74"/>
          <p:cNvCxnSpPr/>
          <p:nvPr/>
        </p:nvCxnSpPr>
        <p:spPr>
          <a:xfrm rot="10800000" flipH="1" flipV="1">
            <a:off x="672372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0800000" flipH="1" flipV="1">
            <a:off x="7304745"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77" name="Flowchart: Extract 76"/>
          <p:cNvSpPr/>
          <p:nvPr/>
        </p:nvSpPr>
        <p:spPr>
          <a:xfrm rot="10800000">
            <a:off x="7247596"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8" name="Flowchart: Extract 77"/>
          <p:cNvSpPr/>
          <p:nvPr/>
        </p:nvSpPr>
        <p:spPr>
          <a:xfrm>
            <a:off x="666657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9" name="Straight Connector 78"/>
          <p:cNvCxnSpPr>
            <a:stCxn id="78" idx="2"/>
          </p:cNvCxnSpPr>
          <p:nvPr/>
        </p:nvCxnSpPr>
        <p:spPr>
          <a:xfrm rot="5400000">
            <a:off x="6616173"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7194811"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7018995"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74277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679039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5400000">
            <a:off x="679039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5" name="Straight Connector 84"/>
          <p:cNvCxnSpPr/>
          <p:nvPr/>
        </p:nvCxnSpPr>
        <p:spPr>
          <a:xfrm flipV="1">
            <a:off x="674277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29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7" name="Straight Connector 86"/>
          <p:cNvCxnSpPr/>
          <p:nvPr/>
        </p:nvCxnSpPr>
        <p:spPr>
          <a:xfrm rot="10800000" flipH="1" flipV="1">
            <a:off x="752382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10800000" flipH="1" flipV="1">
            <a:off x="8104845"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89" name="Flowchart: Extract 88"/>
          <p:cNvSpPr/>
          <p:nvPr/>
        </p:nvSpPr>
        <p:spPr>
          <a:xfrm rot="10800000">
            <a:off x="8047696"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0" name="Flowchart: Extract 89"/>
          <p:cNvSpPr/>
          <p:nvPr/>
        </p:nvSpPr>
        <p:spPr>
          <a:xfrm>
            <a:off x="746667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91" name="Straight Connector 90"/>
          <p:cNvCxnSpPr>
            <a:stCxn id="90" idx="2"/>
          </p:cNvCxnSpPr>
          <p:nvPr/>
        </p:nvCxnSpPr>
        <p:spPr>
          <a:xfrm rot="5400000">
            <a:off x="7416274"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994911"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7819095"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754287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rot="5400000">
            <a:off x="759049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a:off x="759049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97" name="Straight Connector 96"/>
          <p:cNvCxnSpPr/>
          <p:nvPr/>
        </p:nvCxnSpPr>
        <p:spPr>
          <a:xfrm flipV="1">
            <a:off x="754287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724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9" name="Straight Connector 98"/>
          <p:cNvCxnSpPr/>
          <p:nvPr/>
        </p:nvCxnSpPr>
        <p:spPr>
          <a:xfrm rot="10800000" flipH="1" flipV="1">
            <a:off x="826677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10800000" flipH="1" flipV="1">
            <a:off x="8847795" y="197100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1" name="Flowchart: Extract 100"/>
          <p:cNvSpPr/>
          <p:nvPr/>
        </p:nvSpPr>
        <p:spPr>
          <a:xfrm rot="10800000">
            <a:off x="8790646" y="287272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2" name="Flowchart: Extract 101"/>
          <p:cNvSpPr/>
          <p:nvPr/>
        </p:nvSpPr>
        <p:spPr>
          <a:xfrm>
            <a:off x="820962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03" name="Straight Connector 102"/>
          <p:cNvCxnSpPr>
            <a:stCxn id="102" idx="2"/>
          </p:cNvCxnSpPr>
          <p:nvPr/>
        </p:nvCxnSpPr>
        <p:spPr>
          <a:xfrm rot="5400000">
            <a:off x="8159224"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rot="5400000">
            <a:off x="8737861" y="318030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8562045" y="329180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828582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rot="5400000">
            <a:off x="833344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5400000">
            <a:off x="833344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09" name="Straight Connector 108"/>
          <p:cNvCxnSpPr/>
          <p:nvPr/>
        </p:nvCxnSpPr>
        <p:spPr>
          <a:xfrm flipV="1">
            <a:off x="828582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5704547" y="2364709"/>
            <a:ext cx="286702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5695022" y="1615409"/>
            <a:ext cx="286702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0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0"/>
                                        <p:tgtEl>
                                          <p:spTgt spid="7"/>
                                        </p:tgtEl>
                                      </p:cBhvr>
                                    </p:animEffect>
                                    <p:set>
                                      <p:cBhvr>
                                        <p:cTn id="12" dur="1" fill="hold">
                                          <p:stCondLst>
                                            <p:cond delay="49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wipe(left)">
                                      <p:cBhvr>
                                        <p:cTn id="25" dur="500"/>
                                        <p:tgtEl>
                                          <p:spTgt spid="72"/>
                                        </p:tgtEl>
                                      </p:cBhvr>
                                    </p:animEffect>
                                  </p:child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strips(upRight)">
                                      <p:cBhvr>
                                        <p:cTn id="29" dur="500"/>
                                        <p:tgtEl>
                                          <p:spTgt spid="1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73"/>
                                        </p:tgtEl>
                                        <p:attrNameLst>
                                          <p:attrName>style.visibility</p:attrName>
                                        </p:attrNameLst>
                                      </p:cBhvr>
                                      <p:to>
                                        <p:strVal val="visible"/>
                                      </p:to>
                                    </p:set>
                                    <p:animEffect transition="in" filter="wipe(down)">
                                      <p:cBhvr>
                                        <p:cTn id="34" dur="500"/>
                                        <p:tgtEl>
                                          <p:spTgt spid="73"/>
                                        </p:tgtEl>
                                      </p:cBhvr>
                                    </p:animEffect>
                                  </p:child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0"/>
                                        </p:tgtEl>
                                        <p:attrNameLst>
                                          <p:attrName>style.visibility</p:attrName>
                                        </p:attrNameLst>
                                      </p:cBhvr>
                                      <p:to>
                                        <p:strVal val="visible"/>
                                      </p:to>
                                    </p:set>
                                    <p:animEffect transition="in" filter="strips(upRight)">
                                      <p:cBhvr>
                                        <p:cTn id="38" dur="500"/>
                                        <p:tgtEl>
                                          <p:spTgt spid="110"/>
                                        </p:tgtEl>
                                      </p:cBhvr>
                                    </p:animEffect>
                                  </p:childTnLst>
                                </p:cTn>
                              </p:par>
                            </p:childTnLst>
                          </p:cTn>
                        </p:par>
                        <p:par>
                          <p:cTn id="39" fill="hold">
                            <p:stCondLst>
                              <p:cond delay="1000"/>
                            </p:stCondLst>
                            <p:childTnLst>
                              <p:par>
                                <p:cTn id="40" presetID="18" presetClass="entr" presetSubtype="3" fill="hold" nodeType="after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strips(upRight)">
                                      <p:cBhvr>
                                        <p:cTn id="42" dur="500"/>
                                        <p:tgtEl>
                                          <p:spTgt spid="61"/>
                                        </p:tgtEl>
                                      </p:cBhvr>
                                    </p:animEffect>
                                  </p:childTnLst>
                                </p:cTn>
                              </p:par>
                            </p:childTnLst>
                          </p:cTn>
                        </p:par>
                        <p:par>
                          <p:cTn id="43" fill="hold">
                            <p:stCondLst>
                              <p:cond delay="1500"/>
                            </p:stCondLst>
                            <p:childTnLst>
                              <p:par>
                                <p:cTn id="44" presetID="18" presetClass="entr" presetSubtype="6" fill="hold" nodeType="after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downRight)">
                                      <p:cBhvr>
                                        <p:cTn id="46" dur="500"/>
                                        <p:tgtEl>
                                          <p:spTgt spid="62"/>
                                        </p:tgtEl>
                                      </p:cBhvr>
                                    </p:animEffect>
                                  </p:childTnLst>
                                </p:cTn>
                              </p:par>
                            </p:childTnLst>
                          </p:cTn>
                        </p:par>
                        <p:par>
                          <p:cTn id="47" fill="hold">
                            <p:stCondLst>
                              <p:cond delay="2000"/>
                            </p:stCondLst>
                            <p:childTnLst>
                              <p:par>
                                <p:cTn id="48" presetID="22" presetClass="entr" presetSubtype="1" fill="hold" grpId="0" nodeType="after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wipe(up)">
                                      <p:cBhvr>
                                        <p:cTn id="50" dur="500"/>
                                        <p:tgtEl>
                                          <p:spTgt spid="63"/>
                                        </p:tgtEl>
                                      </p:cBhvr>
                                    </p:animEffect>
                                  </p:childTnLst>
                                </p:cTn>
                              </p:par>
                            </p:childTnLst>
                          </p:cTn>
                        </p:par>
                        <p:par>
                          <p:cTn id="51" fill="hold">
                            <p:stCondLst>
                              <p:cond delay="2500"/>
                            </p:stCondLst>
                            <p:childTnLst>
                              <p:par>
                                <p:cTn id="52" presetID="22" presetClass="entr" presetSubtype="4" fill="hold" grpId="0" nodeType="after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wipe(down)">
                                      <p:cBhvr>
                                        <p:cTn id="54" dur="500"/>
                                        <p:tgtEl>
                                          <p:spTgt spid="64"/>
                                        </p:tgtEl>
                                      </p:cBhvr>
                                    </p:animEffect>
                                  </p:childTnLst>
                                </p:cTn>
                              </p:par>
                            </p:childTnLst>
                          </p:cTn>
                        </p:par>
                        <p:par>
                          <p:cTn id="55" fill="hold">
                            <p:stCondLst>
                              <p:cond delay="3000"/>
                            </p:stCondLst>
                            <p:childTnLst>
                              <p:par>
                                <p:cTn id="56" presetID="18" presetClass="entr" presetSubtype="3" fill="hold" nodeType="afterEffect">
                                  <p:stCondLst>
                                    <p:cond delay="0"/>
                                  </p:stCondLst>
                                  <p:childTnLst>
                                    <p:set>
                                      <p:cBhvr>
                                        <p:cTn id="57" dur="1" fill="hold">
                                          <p:stCondLst>
                                            <p:cond delay="0"/>
                                          </p:stCondLst>
                                        </p:cTn>
                                        <p:tgtEl>
                                          <p:spTgt spid="65"/>
                                        </p:tgtEl>
                                        <p:attrNameLst>
                                          <p:attrName>style.visibility</p:attrName>
                                        </p:attrNameLst>
                                      </p:cBhvr>
                                      <p:to>
                                        <p:strVal val="visible"/>
                                      </p:to>
                                    </p:set>
                                    <p:animEffect transition="in" filter="strips(upRight)">
                                      <p:cBhvr>
                                        <p:cTn id="58" dur="500"/>
                                        <p:tgtEl>
                                          <p:spTgt spid="65"/>
                                        </p:tgtEl>
                                      </p:cBhvr>
                                    </p:animEffect>
                                  </p:childTnLst>
                                </p:cTn>
                              </p:par>
                            </p:childTnLst>
                          </p:cTn>
                        </p:par>
                        <p:par>
                          <p:cTn id="59" fill="hold">
                            <p:stCondLst>
                              <p:cond delay="3500"/>
                            </p:stCondLst>
                            <p:childTnLst>
                              <p:par>
                                <p:cTn id="60" presetID="18" presetClass="entr" presetSubtype="6" fill="hold" nodeType="after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strips(downRight)">
                                      <p:cBhvr>
                                        <p:cTn id="62" dur="500"/>
                                        <p:tgtEl>
                                          <p:spTgt spid="66"/>
                                        </p:tgtEl>
                                      </p:cBhvr>
                                    </p:animEffect>
                                  </p:childTnLst>
                                </p:cTn>
                              </p:par>
                            </p:childTnLst>
                          </p:cTn>
                        </p:par>
                        <p:par>
                          <p:cTn id="63" fill="hold">
                            <p:stCondLst>
                              <p:cond delay="4000"/>
                            </p:stCondLst>
                            <p:childTnLst>
                              <p:par>
                                <p:cTn id="64" presetID="18" presetClass="entr" presetSubtype="12" fill="hold" nodeType="afterEffect">
                                  <p:stCondLst>
                                    <p:cond delay="0"/>
                                  </p:stCondLst>
                                  <p:childTnLst>
                                    <p:set>
                                      <p:cBhvr>
                                        <p:cTn id="65" dur="1" fill="hold">
                                          <p:stCondLst>
                                            <p:cond delay="0"/>
                                          </p:stCondLst>
                                        </p:cTn>
                                        <p:tgtEl>
                                          <p:spTgt spid="67"/>
                                        </p:tgtEl>
                                        <p:attrNameLst>
                                          <p:attrName>style.visibility</p:attrName>
                                        </p:attrNameLst>
                                      </p:cBhvr>
                                      <p:to>
                                        <p:strVal val="visible"/>
                                      </p:to>
                                    </p:set>
                                    <p:animEffect transition="in" filter="strips(downLeft)">
                                      <p:cBhvr>
                                        <p:cTn id="66" dur="500"/>
                                        <p:tgtEl>
                                          <p:spTgt spid="67"/>
                                        </p:tgtEl>
                                      </p:cBhvr>
                                    </p:animEffect>
                                  </p:childTnLst>
                                </p:cTn>
                              </p:par>
                            </p:childTnLst>
                          </p:cTn>
                        </p:par>
                        <p:par>
                          <p:cTn id="67" fill="hold">
                            <p:stCondLst>
                              <p:cond delay="4500"/>
                            </p:stCondLst>
                            <p:childTnLst>
                              <p:par>
                                <p:cTn id="68" presetID="18" presetClass="entr" presetSubtype="12" fill="hold" nodeType="after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strips(downLeft)">
                                      <p:cBhvr>
                                        <p:cTn id="70" dur="500"/>
                                        <p:tgtEl>
                                          <p:spTgt spid="68"/>
                                        </p:tgtEl>
                                      </p:cBhvr>
                                    </p:animEffect>
                                  </p:childTnLst>
                                </p:cTn>
                              </p:par>
                            </p:childTnLst>
                          </p:cTn>
                        </p:par>
                        <p:par>
                          <p:cTn id="71" fill="hold">
                            <p:stCondLst>
                              <p:cond delay="5000"/>
                            </p:stCondLst>
                            <p:childTnLst>
                              <p:par>
                                <p:cTn id="72" presetID="18" presetClass="entr" presetSubtype="3" fill="hold" nodeType="after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strips(upRight)">
                                      <p:cBhvr>
                                        <p:cTn id="74" dur="500"/>
                                        <p:tgtEl>
                                          <p:spTgt spid="69"/>
                                        </p:tgtEl>
                                      </p:cBhvr>
                                    </p:animEffect>
                                  </p:childTnLst>
                                </p:cTn>
                              </p:par>
                            </p:childTnLst>
                          </p:cTn>
                        </p:par>
                        <p:par>
                          <p:cTn id="75" fill="hold">
                            <p:stCondLst>
                              <p:cond delay="5500"/>
                            </p:stCondLst>
                            <p:childTnLst>
                              <p:par>
                                <p:cTn id="76" presetID="18" presetClass="entr" presetSubtype="6" fill="hold" nodeType="afterEffect">
                                  <p:stCondLst>
                                    <p:cond delay="0"/>
                                  </p:stCondLst>
                                  <p:childTnLst>
                                    <p:set>
                                      <p:cBhvr>
                                        <p:cTn id="77" dur="1" fill="hold">
                                          <p:stCondLst>
                                            <p:cond delay="0"/>
                                          </p:stCondLst>
                                        </p:cTn>
                                        <p:tgtEl>
                                          <p:spTgt spid="70"/>
                                        </p:tgtEl>
                                        <p:attrNameLst>
                                          <p:attrName>style.visibility</p:attrName>
                                        </p:attrNameLst>
                                      </p:cBhvr>
                                      <p:to>
                                        <p:strVal val="visible"/>
                                      </p:to>
                                    </p:set>
                                    <p:animEffect transition="in" filter="strips(downRight)">
                                      <p:cBhvr>
                                        <p:cTn id="78" dur="500"/>
                                        <p:tgtEl>
                                          <p:spTgt spid="70"/>
                                        </p:tgtEl>
                                      </p:cBhvr>
                                    </p:animEffect>
                                  </p:childTnLst>
                                </p:cTn>
                              </p:par>
                            </p:childTnLst>
                          </p:cTn>
                        </p:par>
                        <p:par>
                          <p:cTn id="79" fill="hold">
                            <p:stCondLst>
                              <p:cond delay="6000"/>
                            </p:stCondLst>
                            <p:childTnLst>
                              <p:par>
                                <p:cTn id="80" presetID="18" presetClass="entr" presetSubtype="12" fill="hold" nodeType="after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strips(downLeft)">
                                      <p:cBhvr>
                                        <p:cTn id="82" dur="500"/>
                                        <p:tgtEl>
                                          <p:spTgt spid="7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74"/>
                                        </p:tgtEl>
                                        <p:attrNameLst>
                                          <p:attrName>style.visibility</p:attrName>
                                        </p:attrNameLst>
                                      </p:cBhvr>
                                      <p:to>
                                        <p:strVal val="visible"/>
                                      </p:to>
                                    </p:set>
                                    <p:animEffect transition="in" filter="wipe(down)">
                                      <p:cBhvr>
                                        <p:cTn id="87" dur="500"/>
                                        <p:tgtEl>
                                          <p:spTgt spid="74"/>
                                        </p:tgtEl>
                                      </p:cBhvr>
                                    </p:animEffect>
                                  </p:childTnLst>
                                </p:cTn>
                              </p:par>
                            </p:childTnLst>
                          </p:cTn>
                        </p:par>
                        <p:par>
                          <p:cTn id="88" fill="hold">
                            <p:stCondLst>
                              <p:cond delay="500"/>
                            </p:stCondLst>
                            <p:childTnLst>
                              <p:par>
                                <p:cTn id="89" presetID="18" presetClass="entr" presetSubtype="3" fill="hold" nodeType="afterEffect">
                                  <p:stCondLst>
                                    <p:cond delay="0"/>
                                  </p:stCondLst>
                                  <p:childTnLst>
                                    <p:set>
                                      <p:cBhvr>
                                        <p:cTn id="90" dur="1" fill="hold">
                                          <p:stCondLst>
                                            <p:cond delay="0"/>
                                          </p:stCondLst>
                                        </p:cTn>
                                        <p:tgtEl>
                                          <p:spTgt spid="75"/>
                                        </p:tgtEl>
                                        <p:attrNameLst>
                                          <p:attrName>style.visibility</p:attrName>
                                        </p:attrNameLst>
                                      </p:cBhvr>
                                      <p:to>
                                        <p:strVal val="visible"/>
                                      </p:to>
                                    </p:set>
                                    <p:animEffect transition="in" filter="strips(upRight)">
                                      <p:cBhvr>
                                        <p:cTn id="91" dur="500"/>
                                        <p:tgtEl>
                                          <p:spTgt spid="75"/>
                                        </p:tgtEl>
                                      </p:cBhvr>
                                    </p:animEffect>
                                  </p:childTnLst>
                                </p:cTn>
                              </p:par>
                            </p:childTnLst>
                          </p:cTn>
                        </p:par>
                        <p:par>
                          <p:cTn id="92" fill="hold">
                            <p:stCondLst>
                              <p:cond delay="1000"/>
                            </p:stCondLst>
                            <p:childTnLst>
                              <p:par>
                                <p:cTn id="93" presetID="18" presetClass="entr" presetSubtype="6" fill="hold" nodeType="afterEffect">
                                  <p:stCondLst>
                                    <p:cond delay="0"/>
                                  </p:stCondLst>
                                  <p:childTnLst>
                                    <p:set>
                                      <p:cBhvr>
                                        <p:cTn id="94" dur="1" fill="hold">
                                          <p:stCondLst>
                                            <p:cond delay="0"/>
                                          </p:stCondLst>
                                        </p:cTn>
                                        <p:tgtEl>
                                          <p:spTgt spid="76"/>
                                        </p:tgtEl>
                                        <p:attrNameLst>
                                          <p:attrName>style.visibility</p:attrName>
                                        </p:attrNameLst>
                                      </p:cBhvr>
                                      <p:to>
                                        <p:strVal val="visible"/>
                                      </p:to>
                                    </p:set>
                                    <p:animEffect transition="in" filter="strips(downRight)">
                                      <p:cBhvr>
                                        <p:cTn id="95" dur="500"/>
                                        <p:tgtEl>
                                          <p:spTgt spid="76"/>
                                        </p:tgtEl>
                                      </p:cBhvr>
                                    </p:animEffect>
                                  </p:childTnLst>
                                </p:cTn>
                              </p:par>
                            </p:childTnLst>
                          </p:cTn>
                        </p:par>
                        <p:par>
                          <p:cTn id="96" fill="hold">
                            <p:stCondLst>
                              <p:cond delay="1500"/>
                            </p:stCondLst>
                            <p:childTnLst>
                              <p:par>
                                <p:cTn id="97" presetID="22" presetClass="entr" presetSubtype="1" fill="hold" grpId="0" nodeType="afterEffect">
                                  <p:stCondLst>
                                    <p:cond delay="0"/>
                                  </p:stCondLst>
                                  <p:childTnLst>
                                    <p:set>
                                      <p:cBhvr>
                                        <p:cTn id="98" dur="1" fill="hold">
                                          <p:stCondLst>
                                            <p:cond delay="0"/>
                                          </p:stCondLst>
                                        </p:cTn>
                                        <p:tgtEl>
                                          <p:spTgt spid="77"/>
                                        </p:tgtEl>
                                        <p:attrNameLst>
                                          <p:attrName>style.visibility</p:attrName>
                                        </p:attrNameLst>
                                      </p:cBhvr>
                                      <p:to>
                                        <p:strVal val="visible"/>
                                      </p:to>
                                    </p:set>
                                    <p:animEffect transition="in" filter="wipe(up)">
                                      <p:cBhvr>
                                        <p:cTn id="99" dur="500"/>
                                        <p:tgtEl>
                                          <p:spTgt spid="77"/>
                                        </p:tgtEl>
                                      </p:cBhvr>
                                    </p:animEffect>
                                  </p:childTnLst>
                                </p:cTn>
                              </p:par>
                            </p:childTnLst>
                          </p:cTn>
                        </p:par>
                        <p:par>
                          <p:cTn id="100" fill="hold">
                            <p:stCondLst>
                              <p:cond delay="2000"/>
                            </p:stCondLst>
                            <p:childTnLst>
                              <p:par>
                                <p:cTn id="101" presetID="22" presetClass="entr" presetSubtype="4" fill="hold" grpId="0" nodeType="afterEffect">
                                  <p:stCondLst>
                                    <p:cond delay="0"/>
                                  </p:stCondLst>
                                  <p:childTnLst>
                                    <p:set>
                                      <p:cBhvr>
                                        <p:cTn id="102" dur="1" fill="hold">
                                          <p:stCondLst>
                                            <p:cond delay="0"/>
                                          </p:stCondLst>
                                        </p:cTn>
                                        <p:tgtEl>
                                          <p:spTgt spid="78"/>
                                        </p:tgtEl>
                                        <p:attrNameLst>
                                          <p:attrName>style.visibility</p:attrName>
                                        </p:attrNameLst>
                                      </p:cBhvr>
                                      <p:to>
                                        <p:strVal val="visible"/>
                                      </p:to>
                                    </p:set>
                                    <p:animEffect transition="in" filter="wipe(down)">
                                      <p:cBhvr>
                                        <p:cTn id="103" dur="500"/>
                                        <p:tgtEl>
                                          <p:spTgt spid="78"/>
                                        </p:tgtEl>
                                      </p:cBhvr>
                                    </p:animEffect>
                                  </p:childTnLst>
                                </p:cTn>
                              </p:par>
                            </p:childTnLst>
                          </p:cTn>
                        </p:par>
                        <p:par>
                          <p:cTn id="104" fill="hold">
                            <p:stCondLst>
                              <p:cond delay="2500"/>
                            </p:stCondLst>
                            <p:childTnLst>
                              <p:par>
                                <p:cTn id="105" presetID="18" presetClass="entr" presetSubtype="3" fill="hold" nodeType="after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strips(upRight)">
                                      <p:cBhvr>
                                        <p:cTn id="107" dur="500"/>
                                        <p:tgtEl>
                                          <p:spTgt spid="79"/>
                                        </p:tgtEl>
                                      </p:cBhvr>
                                    </p:animEffect>
                                  </p:childTnLst>
                                </p:cTn>
                              </p:par>
                            </p:childTnLst>
                          </p:cTn>
                        </p:par>
                        <p:par>
                          <p:cTn id="108" fill="hold">
                            <p:stCondLst>
                              <p:cond delay="3000"/>
                            </p:stCondLst>
                            <p:childTnLst>
                              <p:par>
                                <p:cTn id="109" presetID="18" presetClass="entr" presetSubtype="6" fill="hold" nodeType="afterEffect">
                                  <p:stCondLst>
                                    <p:cond delay="0"/>
                                  </p:stCondLst>
                                  <p:childTnLst>
                                    <p:set>
                                      <p:cBhvr>
                                        <p:cTn id="110" dur="1" fill="hold">
                                          <p:stCondLst>
                                            <p:cond delay="0"/>
                                          </p:stCondLst>
                                        </p:cTn>
                                        <p:tgtEl>
                                          <p:spTgt spid="80"/>
                                        </p:tgtEl>
                                        <p:attrNameLst>
                                          <p:attrName>style.visibility</p:attrName>
                                        </p:attrNameLst>
                                      </p:cBhvr>
                                      <p:to>
                                        <p:strVal val="visible"/>
                                      </p:to>
                                    </p:set>
                                    <p:animEffect transition="in" filter="strips(downRight)">
                                      <p:cBhvr>
                                        <p:cTn id="111" dur="500"/>
                                        <p:tgtEl>
                                          <p:spTgt spid="80"/>
                                        </p:tgtEl>
                                      </p:cBhvr>
                                    </p:animEffect>
                                  </p:childTnLst>
                                </p:cTn>
                              </p:par>
                            </p:childTnLst>
                          </p:cTn>
                        </p:par>
                        <p:par>
                          <p:cTn id="112" fill="hold">
                            <p:stCondLst>
                              <p:cond delay="3500"/>
                            </p:stCondLst>
                            <p:childTnLst>
                              <p:par>
                                <p:cTn id="113" presetID="18" presetClass="entr" presetSubtype="12" fill="hold" nodeType="afterEffect">
                                  <p:stCondLst>
                                    <p:cond delay="0"/>
                                  </p:stCondLst>
                                  <p:childTnLst>
                                    <p:set>
                                      <p:cBhvr>
                                        <p:cTn id="114" dur="1" fill="hold">
                                          <p:stCondLst>
                                            <p:cond delay="0"/>
                                          </p:stCondLst>
                                        </p:cTn>
                                        <p:tgtEl>
                                          <p:spTgt spid="81"/>
                                        </p:tgtEl>
                                        <p:attrNameLst>
                                          <p:attrName>style.visibility</p:attrName>
                                        </p:attrNameLst>
                                      </p:cBhvr>
                                      <p:to>
                                        <p:strVal val="visible"/>
                                      </p:to>
                                    </p:set>
                                    <p:animEffect transition="in" filter="strips(downLeft)">
                                      <p:cBhvr>
                                        <p:cTn id="115" dur="500"/>
                                        <p:tgtEl>
                                          <p:spTgt spid="81"/>
                                        </p:tgtEl>
                                      </p:cBhvr>
                                    </p:animEffect>
                                  </p:childTnLst>
                                </p:cTn>
                              </p:par>
                            </p:childTnLst>
                          </p:cTn>
                        </p:par>
                        <p:par>
                          <p:cTn id="116" fill="hold">
                            <p:stCondLst>
                              <p:cond delay="4000"/>
                            </p:stCondLst>
                            <p:childTnLst>
                              <p:par>
                                <p:cTn id="117" presetID="18" presetClass="entr" presetSubtype="12" fill="hold" nodeType="afterEffect">
                                  <p:stCondLst>
                                    <p:cond delay="0"/>
                                  </p:stCondLst>
                                  <p:childTnLst>
                                    <p:set>
                                      <p:cBhvr>
                                        <p:cTn id="118" dur="1" fill="hold">
                                          <p:stCondLst>
                                            <p:cond delay="0"/>
                                          </p:stCondLst>
                                        </p:cTn>
                                        <p:tgtEl>
                                          <p:spTgt spid="82"/>
                                        </p:tgtEl>
                                        <p:attrNameLst>
                                          <p:attrName>style.visibility</p:attrName>
                                        </p:attrNameLst>
                                      </p:cBhvr>
                                      <p:to>
                                        <p:strVal val="visible"/>
                                      </p:to>
                                    </p:set>
                                    <p:animEffect transition="in" filter="strips(downLeft)">
                                      <p:cBhvr>
                                        <p:cTn id="119" dur="500"/>
                                        <p:tgtEl>
                                          <p:spTgt spid="82"/>
                                        </p:tgtEl>
                                      </p:cBhvr>
                                    </p:animEffect>
                                  </p:childTnLst>
                                </p:cTn>
                              </p:par>
                            </p:childTnLst>
                          </p:cTn>
                        </p:par>
                        <p:par>
                          <p:cTn id="120" fill="hold">
                            <p:stCondLst>
                              <p:cond delay="4500"/>
                            </p:stCondLst>
                            <p:childTnLst>
                              <p:par>
                                <p:cTn id="121" presetID="18" presetClass="entr" presetSubtype="3" fill="hold" nodeType="afterEffect">
                                  <p:stCondLst>
                                    <p:cond delay="0"/>
                                  </p:stCondLst>
                                  <p:childTnLst>
                                    <p:set>
                                      <p:cBhvr>
                                        <p:cTn id="122" dur="1" fill="hold">
                                          <p:stCondLst>
                                            <p:cond delay="0"/>
                                          </p:stCondLst>
                                        </p:cTn>
                                        <p:tgtEl>
                                          <p:spTgt spid="83"/>
                                        </p:tgtEl>
                                        <p:attrNameLst>
                                          <p:attrName>style.visibility</p:attrName>
                                        </p:attrNameLst>
                                      </p:cBhvr>
                                      <p:to>
                                        <p:strVal val="visible"/>
                                      </p:to>
                                    </p:set>
                                    <p:animEffect transition="in" filter="strips(upRight)">
                                      <p:cBhvr>
                                        <p:cTn id="123" dur="500"/>
                                        <p:tgtEl>
                                          <p:spTgt spid="83"/>
                                        </p:tgtEl>
                                      </p:cBhvr>
                                    </p:animEffect>
                                  </p:childTnLst>
                                </p:cTn>
                              </p:par>
                            </p:childTnLst>
                          </p:cTn>
                        </p:par>
                        <p:par>
                          <p:cTn id="124" fill="hold">
                            <p:stCondLst>
                              <p:cond delay="5000"/>
                            </p:stCondLst>
                            <p:childTnLst>
                              <p:par>
                                <p:cTn id="125" presetID="18" presetClass="entr" presetSubtype="6" fill="hold" nodeType="afterEffect">
                                  <p:stCondLst>
                                    <p:cond delay="0"/>
                                  </p:stCondLst>
                                  <p:childTnLst>
                                    <p:set>
                                      <p:cBhvr>
                                        <p:cTn id="126" dur="1" fill="hold">
                                          <p:stCondLst>
                                            <p:cond delay="0"/>
                                          </p:stCondLst>
                                        </p:cTn>
                                        <p:tgtEl>
                                          <p:spTgt spid="84"/>
                                        </p:tgtEl>
                                        <p:attrNameLst>
                                          <p:attrName>style.visibility</p:attrName>
                                        </p:attrNameLst>
                                      </p:cBhvr>
                                      <p:to>
                                        <p:strVal val="visible"/>
                                      </p:to>
                                    </p:set>
                                    <p:animEffect transition="in" filter="strips(downRight)">
                                      <p:cBhvr>
                                        <p:cTn id="127" dur="500"/>
                                        <p:tgtEl>
                                          <p:spTgt spid="84"/>
                                        </p:tgtEl>
                                      </p:cBhvr>
                                    </p:animEffect>
                                  </p:childTnLst>
                                </p:cTn>
                              </p:par>
                            </p:childTnLst>
                          </p:cTn>
                        </p:par>
                        <p:par>
                          <p:cTn id="128" fill="hold">
                            <p:stCondLst>
                              <p:cond delay="5500"/>
                            </p:stCondLst>
                            <p:childTnLst>
                              <p:par>
                                <p:cTn id="129" presetID="18" presetClass="entr" presetSubtype="12" fill="hold" nodeType="afterEffect">
                                  <p:stCondLst>
                                    <p:cond delay="0"/>
                                  </p:stCondLst>
                                  <p:childTnLst>
                                    <p:set>
                                      <p:cBhvr>
                                        <p:cTn id="130" dur="1" fill="hold">
                                          <p:stCondLst>
                                            <p:cond delay="0"/>
                                          </p:stCondLst>
                                        </p:cTn>
                                        <p:tgtEl>
                                          <p:spTgt spid="85"/>
                                        </p:tgtEl>
                                        <p:attrNameLst>
                                          <p:attrName>style.visibility</p:attrName>
                                        </p:attrNameLst>
                                      </p:cBhvr>
                                      <p:to>
                                        <p:strVal val="visible"/>
                                      </p:to>
                                    </p:set>
                                    <p:animEffect transition="in" filter="strips(downLeft)">
                                      <p:cBhvr>
                                        <p:cTn id="131" dur="500"/>
                                        <p:tgtEl>
                                          <p:spTgt spid="8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86"/>
                                        </p:tgtEl>
                                        <p:attrNameLst>
                                          <p:attrName>style.visibility</p:attrName>
                                        </p:attrNameLst>
                                      </p:cBhvr>
                                      <p:to>
                                        <p:strVal val="visible"/>
                                      </p:to>
                                    </p:set>
                                    <p:animEffect transition="in" filter="wipe(down)">
                                      <p:cBhvr>
                                        <p:cTn id="136" dur="500"/>
                                        <p:tgtEl>
                                          <p:spTgt spid="86"/>
                                        </p:tgtEl>
                                      </p:cBhvr>
                                    </p:animEffect>
                                  </p:childTnLst>
                                </p:cTn>
                              </p:par>
                            </p:childTnLst>
                          </p:cTn>
                        </p:par>
                        <p:par>
                          <p:cTn id="137" fill="hold">
                            <p:stCondLst>
                              <p:cond delay="500"/>
                            </p:stCondLst>
                            <p:childTnLst>
                              <p:par>
                                <p:cTn id="138" presetID="18" presetClass="entr" presetSubtype="3" fill="hold" nodeType="afterEffect">
                                  <p:stCondLst>
                                    <p:cond delay="0"/>
                                  </p:stCondLst>
                                  <p:childTnLst>
                                    <p:set>
                                      <p:cBhvr>
                                        <p:cTn id="139" dur="1" fill="hold">
                                          <p:stCondLst>
                                            <p:cond delay="0"/>
                                          </p:stCondLst>
                                        </p:cTn>
                                        <p:tgtEl>
                                          <p:spTgt spid="87"/>
                                        </p:tgtEl>
                                        <p:attrNameLst>
                                          <p:attrName>style.visibility</p:attrName>
                                        </p:attrNameLst>
                                      </p:cBhvr>
                                      <p:to>
                                        <p:strVal val="visible"/>
                                      </p:to>
                                    </p:set>
                                    <p:animEffect transition="in" filter="strips(upRight)">
                                      <p:cBhvr>
                                        <p:cTn id="140" dur="500"/>
                                        <p:tgtEl>
                                          <p:spTgt spid="87"/>
                                        </p:tgtEl>
                                      </p:cBhvr>
                                    </p:animEffect>
                                  </p:childTnLst>
                                </p:cTn>
                              </p:par>
                            </p:childTnLst>
                          </p:cTn>
                        </p:par>
                        <p:par>
                          <p:cTn id="141" fill="hold">
                            <p:stCondLst>
                              <p:cond delay="1000"/>
                            </p:stCondLst>
                            <p:childTnLst>
                              <p:par>
                                <p:cTn id="142" presetID="18" presetClass="entr" presetSubtype="6" fill="hold" nodeType="afterEffect">
                                  <p:stCondLst>
                                    <p:cond delay="0"/>
                                  </p:stCondLst>
                                  <p:childTnLst>
                                    <p:set>
                                      <p:cBhvr>
                                        <p:cTn id="143" dur="1" fill="hold">
                                          <p:stCondLst>
                                            <p:cond delay="0"/>
                                          </p:stCondLst>
                                        </p:cTn>
                                        <p:tgtEl>
                                          <p:spTgt spid="88"/>
                                        </p:tgtEl>
                                        <p:attrNameLst>
                                          <p:attrName>style.visibility</p:attrName>
                                        </p:attrNameLst>
                                      </p:cBhvr>
                                      <p:to>
                                        <p:strVal val="visible"/>
                                      </p:to>
                                    </p:set>
                                    <p:animEffect transition="in" filter="strips(downRight)">
                                      <p:cBhvr>
                                        <p:cTn id="144" dur="500"/>
                                        <p:tgtEl>
                                          <p:spTgt spid="88"/>
                                        </p:tgtEl>
                                      </p:cBhvr>
                                    </p:animEffect>
                                  </p:childTnLst>
                                </p:cTn>
                              </p:par>
                            </p:childTnLst>
                          </p:cTn>
                        </p:par>
                        <p:par>
                          <p:cTn id="145" fill="hold">
                            <p:stCondLst>
                              <p:cond delay="1500"/>
                            </p:stCondLst>
                            <p:childTnLst>
                              <p:par>
                                <p:cTn id="146" presetID="22" presetClass="entr" presetSubtype="1" fill="hold" grpId="0" nodeType="afterEffect">
                                  <p:stCondLst>
                                    <p:cond delay="0"/>
                                  </p:stCondLst>
                                  <p:childTnLst>
                                    <p:set>
                                      <p:cBhvr>
                                        <p:cTn id="147" dur="1" fill="hold">
                                          <p:stCondLst>
                                            <p:cond delay="0"/>
                                          </p:stCondLst>
                                        </p:cTn>
                                        <p:tgtEl>
                                          <p:spTgt spid="89"/>
                                        </p:tgtEl>
                                        <p:attrNameLst>
                                          <p:attrName>style.visibility</p:attrName>
                                        </p:attrNameLst>
                                      </p:cBhvr>
                                      <p:to>
                                        <p:strVal val="visible"/>
                                      </p:to>
                                    </p:set>
                                    <p:animEffect transition="in" filter="wipe(up)">
                                      <p:cBhvr>
                                        <p:cTn id="148" dur="500"/>
                                        <p:tgtEl>
                                          <p:spTgt spid="89"/>
                                        </p:tgtEl>
                                      </p:cBhvr>
                                    </p:animEffect>
                                  </p:childTnLst>
                                </p:cTn>
                              </p:par>
                            </p:childTnLst>
                          </p:cTn>
                        </p:par>
                        <p:par>
                          <p:cTn id="149" fill="hold">
                            <p:stCondLst>
                              <p:cond delay="2000"/>
                            </p:stCondLst>
                            <p:childTnLst>
                              <p:par>
                                <p:cTn id="150" presetID="22" presetClass="entr" presetSubtype="4" fill="hold" grpId="0" nodeType="afterEffect">
                                  <p:stCondLst>
                                    <p:cond delay="0"/>
                                  </p:stCondLst>
                                  <p:childTnLst>
                                    <p:set>
                                      <p:cBhvr>
                                        <p:cTn id="151" dur="1" fill="hold">
                                          <p:stCondLst>
                                            <p:cond delay="0"/>
                                          </p:stCondLst>
                                        </p:cTn>
                                        <p:tgtEl>
                                          <p:spTgt spid="90"/>
                                        </p:tgtEl>
                                        <p:attrNameLst>
                                          <p:attrName>style.visibility</p:attrName>
                                        </p:attrNameLst>
                                      </p:cBhvr>
                                      <p:to>
                                        <p:strVal val="visible"/>
                                      </p:to>
                                    </p:set>
                                    <p:animEffect transition="in" filter="wipe(down)">
                                      <p:cBhvr>
                                        <p:cTn id="152" dur="500"/>
                                        <p:tgtEl>
                                          <p:spTgt spid="90"/>
                                        </p:tgtEl>
                                      </p:cBhvr>
                                    </p:animEffect>
                                  </p:childTnLst>
                                </p:cTn>
                              </p:par>
                            </p:childTnLst>
                          </p:cTn>
                        </p:par>
                        <p:par>
                          <p:cTn id="153" fill="hold">
                            <p:stCondLst>
                              <p:cond delay="2500"/>
                            </p:stCondLst>
                            <p:childTnLst>
                              <p:par>
                                <p:cTn id="154" presetID="18" presetClass="entr" presetSubtype="3" fill="hold" nodeType="afterEffect">
                                  <p:stCondLst>
                                    <p:cond delay="0"/>
                                  </p:stCondLst>
                                  <p:childTnLst>
                                    <p:set>
                                      <p:cBhvr>
                                        <p:cTn id="155" dur="1" fill="hold">
                                          <p:stCondLst>
                                            <p:cond delay="0"/>
                                          </p:stCondLst>
                                        </p:cTn>
                                        <p:tgtEl>
                                          <p:spTgt spid="91"/>
                                        </p:tgtEl>
                                        <p:attrNameLst>
                                          <p:attrName>style.visibility</p:attrName>
                                        </p:attrNameLst>
                                      </p:cBhvr>
                                      <p:to>
                                        <p:strVal val="visible"/>
                                      </p:to>
                                    </p:set>
                                    <p:animEffect transition="in" filter="strips(upRight)">
                                      <p:cBhvr>
                                        <p:cTn id="156" dur="500"/>
                                        <p:tgtEl>
                                          <p:spTgt spid="91"/>
                                        </p:tgtEl>
                                      </p:cBhvr>
                                    </p:animEffect>
                                  </p:childTnLst>
                                </p:cTn>
                              </p:par>
                            </p:childTnLst>
                          </p:cTn>
                        </p:par>
                        <p:par>
                          <p:cTn id="157" fill="hold">
                            <p:stCondLst>
                              <p:cond delay="3000"/>
                            </p:stCondLst>
                            <p:childTnLst>
                              <p:par>
                                <p:cTn id="158" presetID="18" presetClass="entr" presetSubtype="6" fill="hold" nodeType="afterEffect">
                                  <p:stCondLst>
                                    <p:cond delay="0"/>
                                  </p:stCondLst>
                                  <p:childTnLst>
                                    <p:set>
                                      <p:cBhvr>
                                        <p:cTn id="159" dur="1" fill="hold">
                                          <p:stCondLst>
                                            <p:cond delay="0"/>
                                          </p:stCondLst>
                                        </p:cTn>
                                        <p:tgtEl>
                                          <p:spTgt spid="92"/>
                                        </p:tgtEl>
                                        <p:attrNameLst>
                                          <p:attrName>style.visibility</p:attrName>
                                        </p:attrNameLst>
                                      </p:cBhvr>
                                      <p:to>
                                        <p:strVal val="visible"/>
                                      </p:to>
                                    </p:set>
                                    <p:animEffect transition="in" filter="strips(downRight)">
                                      <p:cBhvr>
                                        <p:cTn id="160" dur="500"/>
                                        <p:tgtEl>
                                          <p:spTgt spid="92"/>
                                        </p:tgtEl>
                                      </p:cBhvr>
                                    </p:animEffect>
                                  </p:childTnLst>
                                </p:cTn>
                              </p:par>
                            </p:childTnLst>
                          </p:cTn>
                        </p:par>
                        <p:par>
                          <p:cTn id="161" fill="hold">
                            <p:stCondLst>
                              <p:cond delay="3500"/>
                            </p:stCondLst>
                            <p:childTnLst>
                              <p:par>
                                <p:cTn id="162" presetID="18" presetClass="entr" presetSubtype="12" fill="hold" nodeType="afterEffect">
                                  <p:stCondLst>
                                    <p:cond delay="0"/>
                                  </p:stCondLst>
                                  <p:childTnLst>
                                    <p:set>
                                      <p:cBhvr>
                                        <p:cTn id="163" dur="1" fill="hold">
                                          <p:stCondLst>
                                            <p:cond delay="0"/>
                                          </p:stCondLst>
                                        </p:cTn>
                                        <p:tgtEl>
                                          <p:spTgt spid="93"/>
                                        </p:tgtEl>
                                        <p:attrNameLst>
                                          <p:attrName>style.visibility</p:attrName>
                                        </p:attrNameLst>
                                      </p:cBhvr>
                                      <p:to>
                                        <p:strVal val="visible"/>
                                      </p:to>
                                    </p:set>
                                    <p:animEffect transition="in" filter="strips(downLeft)">
                                      <p:cBhvr>
                                        <p:cTn id="164" dur="500"/>
                                        <p:tgtEl>
                                          <p:spTgt spid="93"/>
                                        </p:tgtEl>
                                      </p:cBhvr>
                                    </p:animEffect>
                                  </p:childTnLst>
                                </p:cTn>
                              </p:par>
                            </p:childTnLst>
                          </p:cTn>
                        </p:par>
                        <p:par>
                          <p:cTn id="165" fill="hold">
                            <p:stCondLst>
                              <p:cond delay="4000"/>
                            </p:stCondLst>
                            <p:childTnLst>
                              <p:par>
                                <p:cTn id="166" presetID="18" presetClass="entr" presetSubtype="12" fill="hold" nodeType="afterEffect">
                                  <p:stCondLst>
                                    <p:cond delay="0"/>
                                  </p:stCondLst>
                                  <p:childTnLst>
                                    <p:set>
                                      <p:cBhvr>
                                        <p:cTn id="167" dur="1" fill="hold">
                                          <p:stCondLst>
                                            <p:cond delay="0"/>
                                          </p:stCondLst>
                                        </p:cTn>
                                        <p:tgtEl>
                                          <p:spTgt spid="94"/>
                                        </p:tgtEl>
                                        <p:attrNameLst>
                                          <p:attrName>style.visibility</p:attrName>
                                        </p:attrNameLst>
                                      </p:cBhvr>
                                      <p:to>
                                        <p:strVal val="visible"/>
                                      </p:to>
                                    </p:set>
                                    <p:animEffect transition="in" filter="strips(downLeft)">
                                      <p:cBhvr>
                                        <p:cTn id="168" dur="500"/>
                                        <p:tgtEl>
                                          <p:spTgt spid="94"/>
                                        </p:tgtEl>
                                      </p:cBhvr>
                                    </p:animEffect>
                                  </p:childTnLst>
                                </p:cTn>
                              </p:par>
                            </p:childTnLst>
                          </p:cTn>
                        </p:par>
                        <p:par>
                          <p:cTn id="169" fill="hold">
                            <p:stCondLst>
                              <p:cond delay="4500"/>
                            </p:stCondLst>
                            <p:childTnLst>
                              <p:par>
                                <p:cTn id="170" presetID="18" presetClass="entr" presetSubtype="3" fill="hold" nodeType="afterEffect">
                                  <p:stCondLst>
                                    <p:cond delay="0"/>
                                  </p:stCondLst>
                                  <p:childTnLst>
                                    <p:set>
                                      <p:cBhvr>
                                        <p:cTn id="171" dur="1" fill="hold">
                                          <p:stCondLst>
                                            <p:cond delay="0"/>
                                          </p:stCondLst>
                                        </p:cTn>
                                        <p:tgtEl>
                                          <p:spTgt spid="95"/>
                                        </p:tgtEl>
                                        <p:attrNameLst>
                                          <p:attrName>style.visibility</p:attrName>
                                        </p:attrNameLst>
                                      </p:cBhvr>
                                      <p:to>
                                        <p:strVal val="visible"/>
                                      </p:to>
                                    </p:set>
                                    <p:animEffect transition="in" filter="strips(upRight)">
                                      <p:cBhvr>
                                        <p:cTn id="172" dur="500"/>
                                        <p:tgtEl>
                                          <p:spTgt spid="95"/>
                                        </p:tgtEl>
                                      </p:cBhvr>
                                    </p:animEffect>
                                  </p:childTnLst>
                                </p:cTn>
                              </p:par>
                            </p:childTnLst>
                          </p:cTn>
                        </p:par>
                        <p:par>
                          <p:cTn id="173" fill="hold">
                            <p:stCondLst>
                              <p:cond delay="5000"/>
                            </p:stCondLst>
                            <p:childTnLst>
                              <p:par>
                                <p:cTn id="174" presetID="18" presetClass="entr" presetSubtype="6" fill="hold" nodeType="afterEffect">
                                  <p:stCondLst>
                                    <p:cond delay="0"/>
                                  </p:stCondLst>
                                  <p:childTnLst>
                                    <p:set>
                                      <p:cBhvr>
                                        <p:cTn id="175" dur="1" fill="hold">
                                          <p:stCondLst>
                                            <p:cond delay="0"/>
                                          </p:stCondLst>
                                        </p:cTn>
                                        <p:tgtEl>
                                          <p:spTgt spid="96"/>
                                        </p:tgtEl>
                                        <p:attrNameLst>
                                          <p:attrName>style.visibility</p:attrName>
                                        </p:attrNameLst>
                                      </p:cBhvr>
                                      <p:to>
                                        <p:strVal val="visible"/>
                                      </p:to>
                                    </p:set>
                                    <p:animEffect transition="in" filter="strips(downRight)">
                                      <p:cBhvr>
                                        <p:cTn id="176" dur="500"/>
                                        <p:tgtEl>
                                          <p:spTgt spid="96"/>
                                        </p:tgtEl>
                                      </p:cBhvr>
                                    </p:animEffect>
                                  </p:childTnLst>
                                </p:cTn>
                              </p:par>
                            </p:childTnLst>
                          </p:cTn>
                        </p:par>
                        <p:par>
                          <p:cTn id="177" fill="hold">
                            <p:stCondLst>
                              <p:cond delay="5500"/>
                            </p:stCondLst>
                            <p:childTnLst>
                              <p:par>
                                <p:cTn id="178" presetID="18" presetClass="entr" presetSubtype="12" fill="hold" nodeType="afterEffect">
                                  <p:stCondLst>
                                    <p:cond delay="0"/>
                                  </p:stCondLst>
                                  <p:childTnLst>
                                    <p:set>
                                      <p:cBhvr>
                                        <p:cTn id="179" dur="1" fill="hold">
                                          <p:stCondLst>
                                            <p:cond delay="0"/>
                                          </p:stCondLst>
                                        </p:cTn>
                                        <p:tgtEl>
                                          <p:spTgt spid="97"/>
                                        </p:tgtEl>
                                        <p:attrNameLst>
                                          <p:attrName>style.visibility</p:attrName>
                                        </p:attrNameLst>
                                      </p:cBhvr>
                                      <p:to>
                                        <p:strVal val="visible"/>
                                      </p:to>
                                    </p:set>
                                    <p:animEffect transition="in" filter="strips(downLeft)">
                                      <p:cBhvr>
                                        <p:cTn id="180" dur="500"/>
                                        <p:tgtEl>
                                          <p:spTgt spid="97"/>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nodeType="clickEffect">
                                  <p:stCondLst>
                                    <p:cond delay="0"/>
                                  </p:stCondLst>
                                  <p:childTnLst>
                                    <p:set>
                                      <p:cBhvr>
                                        <p:cTn id="184" dur="1" fill="hold">
                                          <p:stCondLst>
                                            <p:cond delay="0"/>
                                          </p:stCondLst>
                                        </p:cTn>
                                        <p:tgtEl>
                                          <p:spTgt spid="98"/>
                                        </p:tgtEl>
                                        <p:attrNameLst>
                                          <p:attrName>style.visibility</p:attrName>
                                        </p:attrNameLst>
                                      </p:cBhvr>
                                      <p:to>
                                        <p:strVal val="visible"/>
                                      </p:to>
                                    </p:set>
                                    <p:animEffect transition="in" filter="wipe(down)">
                                      <p:cBhvr>
                                        <p:cTn id="185" dur="500"/>
                                        <p:tgtEl>
                                          <p:spTgt spid="98"/>
                                        </p:tgtEl>
                                      </p:cBhvr>
                                    </p:animEffect>
                                  </p:childTnLst>
                                </p:cTn>
                              </p:par>
                            </p:childTnLst>
                          </p:cTn>
                        </p:par>
                        <p:par>
                          <p:cTn id="186" fill="hold">
                            <p:stCondLst>
                              <p:cond delay="500"/>
                            </p:stCondLst>
                            <p:childTnLst>
                              <p:par>
                                <p:cTn id="187" presetID="18" presetClass="entr" presetSubtype="3" fill="hold" nodeType="afterEffect">
                                  <p:stCondLst>
                                    <p:cond delay="0"/>
                                  </p:stCondLst>
                                  <p:childTnLst>
                                    <p:set>
                                      <p:cBhvr>
                                        <p:cTn id="188" dur="1" fill="hold">
                                          <p:stCondLst>
                                            <p:cond delay="0"/>
                                          </p:stCondLst>
                                        </p:cTn>
                                        <p:tgtEl>
                                          <p:spTgt spid="99"/>
                                        </p:tgtEl>
                                        <p:attrNameLst>
                                          <p:attrName>style.visibility</p:attrName>
                                        </p:attrNameLst>
                                      </p:cBhvr>
                                      <p:to>
                                        <p:strVal val="visible"/>
                                      </p:to>
                                    </p:set>
                                    <p:animEffect transition="in" filter="strips(upRight)">
                                      <p:cBhvr>
                                        <p:cTn id="189" dur="500"/>
                                        <p:tgtEl>
                                          <p:spTgt spid="99"/>
                                        </p:tgtEl>
                                      </p:cBhvr>
                                    </p:animEffect>
                                  </p:childTnLst>
                                </p:cTn>
                              </p:par>
                            </p:childTnLst>
                          </p:cTn>
                        </p:par>
                        <p:par>
                          <p:cTn id="190" fill="hold">
                            <p:stCondLst>
                              <p:cond delay="1000"/>
                            </p:stCondLst>
                            <p:childTnLst>
                              <p:par>
                                <p:cTn id="191" presetID="18" presetClass="entr" presetSubtype="6" fill="hold" nodeType="afterEffect">
                                  <p:stCondLst>
                                    <p:cond delay="0"/>
                                  </p:stCondLst>
                                  <p:childTnLst>
                                    <p:set>
                                      <p:cBhvr>
                                        <p:cTn id="192" dur="1" fill="hold">
                                          <p:stCondLst>
                                            <p:cond delay="0"/>
                                          </p:stCondLst>
                                        </p:cTn>
                                        <p:tgtEl>
                                          <p:spTgt spid="100"/>
                                        </p:tgtEl>
                                        <p:attrNameLst>
                                          <p:attrName>style.visibility</p:attrName>
                                        </p:attrNameLst>
                                      </p:cBhvr>
                                      <p:to>
                                        <p:strVal val="visible"/>
                                      </p:to>
                                    </p:set>
                                    <p:animEffect transition="in" filter="strips(downRight)">
                                      <p:cBhvr>
                                        <p:cTn id="193" dur="500"/>
                                        <p:tgtEl>
                                          <p:spTgt spid="100"/>
                                        </p:tgtEl>
                                      </p:cBhvr>
                                    </p:animEffect>
                                  </p:childTnLst>
                                </p:cTn>
                              </p:par>
                            </p:childTnLst>
                          </p:cTn>
                        </p:par>
                        <p:par>
                          <p:cTn id="194" fill="hold">
                            <p:stCondLst>
                              <p:cond delay="1500"/>
                            </p:stCondLst>
                            <p:childTnLst>
                              <p:par>
                                <p:cTn id="195" presetID="22" presetClass="entr" presetSubtype="1" fill="hold" grpId="0" nodeType="afterEffect">
                                  <p:stCondLst>
                                    <p:cond delay="0"/>
                                  </p:stCondLst>
                                  <p:childTnLst>
                                    <p:set>
                                      <p:cBhvr>
                                        <p:cTn id="196" dur="1" fill="hold">
                                          <p:stCondLst>
                                            <p:cond delay="0"/>
                                          </p:stCondLst>
                                        </p:cTn>
                                        <p:tgtEl>
                                          <p:spTgt spid="101"/>
                                        </p:tgtEl>
                                        <p:attrNameLst>
                                          <p:attrName>style.visibility</p:attrName>
                                        </p:attrNameLst>
                                      </p:cBhvr>
                                      <p:to>
                                        <p:strVal val="visible"/>
                                      </p:to>
                                    </p:set>
                                    <p:animEffect transition="in" filter="wipe(up)">
                                      <p:cBhvr>
                                        <p:cTn id="197" dur="500"/>
                                        <p:tgtEl>
                                          <p:spTgt spid="101"/>
                                        </p:tgtEl>
                                      </p:cBhvr>
                                    </p:animEffect>
                                  </p:childTnLst>
                                </p:cTn>
                              </p:par>
                            </p:childTnLst>
                          </p:cTn>
                        </p:par>
                        <p:par>
                          <p:cTn id="198" fill="hold">
                            <p:stCondLst>
                              <p:cond delay="2000"/>
                            </p:stCondLst>
                            <p:childTnLst>
                              <p:par>
                                <p:cTn id="199" presetID="22" presetClass="entr" presetSubtype="4" fill="hold" grpId="0" nodeType="afterEffect">
                                  <p:stCondLst>
                                    <p:cond delay="0"/>
                                  </p:stCondLst>
                                  <p:childTnLst>
                                    <p:set>
                                      <p:cBhvr>
                                        <p:cTn id="200" dur="1" fill="hold">
                                          <p:stCondLst>
                                            <p:cond delay="0"/>
                                          </p:stCondLst>
                                        </p:cTn>
                                        <p:tgtEl>
                                          <p:spTgt spid="102"/>
                                        </p:tgtEl>
                                        <p:attrNameLst>
                                          <p:attrName>style.visibility</p:attrName>
                                        </p:attrNameLst>
                                      </p:cBhvr>
                                      <p:to>
                                        <p:strVal val="visible"/>
                                      </p:to>
                                    </p:set>
                                    <p:animEffect transition="in" filter="wipe(down)">
                                      <p:cBhvr>
                                        <p:cTn id="201" dur="500"/>
                                        <p:tgtEl>
                                          <p:spTgt spid="102"/>
                                        </p:tgtEl>
                                      </p:cBhvr>
                                    </p:animEffect>
                                  </p:childTnLst>
                                </p:cTn>
                              </p:par>
                            </p:childTnLst>
                          </p:cTn>
                        </p:par>
                        <p:par>
                          <p:cTn id="202" fill="hold">
                            <p:stCondLst>
                              <p:cond delay="2500"/>
                            </p:stCondLst>
                            <p:childTnLst>
                              <p:par>
                                <p:cTn id="203" presetID="18" presetClass="entr" presetSubtype="3" fill="hold" nodeType="afterEffect">
                                  <p:stCondLst>
                                    <p:cond delay="0"/>
                                  </p:stCondLst>
                                  <p:childTnLst>
                                    <p:set>
                                      <p:cBhvr>
                                        <p:cTn id="204" dur="1" fill="hold">
                                          <p:stCondLst>
                                            <p:cond delay="0"/>
                                          </p:stCondLst>
                                        </p:cTn>
                                        <p:tgtEl>
                                          <p:spTgt spid="103"/>
                                        </p:tgtEl>
                                        <p:attrNameLst>
                                          <p:attrName>style.visibility</p:attrName>
                                        </p:attrNameLst>
                                      </p:cBhvr>
                                      <p:to>
                                        <p:strVal val="visible"/>
                                      </p:to>
                                    </p:set>
                                    <p:animEffect transition="in" filter="strips(upRight)">
                                      <p:cBhvr>
                                        <p:cTn id="205" dur="500"/>
                                        <p:tgtEl>
                                          <p:spTgt spid="103"/>
                                        </p:tgtEl>
                                      </p:cBhvr>
                                    </p:animEffect>
                                  </p:childTnLst>
                                </p:cTn>
                              </p:par>
                            </p:childTnLst>
                          </p:cTn>
                        </p:par>
                        <p:par>
                          <p:cTn id="206" fill="hold">
                            <p:stCondLst>
                              <p:cond delay="3000"/>
                            </p:stCondLst>
                            <p:childTnLst>
                              <p:par>
                                <p:cTn id="207" presetID="18" presetClass="entr" presetSubtype="6" fill="hold" nodeType="afterEffect">
                                  <p:stCondLst>
                                    <p:cond delay="0"/>
                                  </p:stCondLst>
                                  <p:childTnLst>
                                    <p:set>
                                      <p:cBhvr>
                                        <p:cTn id="208" dur="1" fill="hold">
                                          <p:stCondLst>
                                            <p:cond delay="0"/>
                                          </p:stCondLst>
                                        </p:cTn>
                                        <p:tgtEl>
                                          <p:spTgt spid="104"/>
                                        </p:tgtEl>
                                        <p:attrNameLst>
                                          <p:attrName>style.visibility</p:attrName>
                                        </p:attrNameLst>
                                      </p:cBhvr>
                                      <p:to>
                                        <p:strVal val="visible"/>
                                      </p:to>
                                    </p:set>
                                    <p:animEffect transition="in" filter="strips(downRight)">
                                      <p:cBhvr>
                                        <p:cTn id="209" dur="500"/>
                                        <p:tgtEl>
                                          <p:spTgt spid="104"/>
                                        </p:tgtEl>
                                      </p:cBhvr>
                                    </p:animEffect>
                                  </p:childTnLst>
                                </p:cTn>
                              </p:par>
                            </p:childTnLst>
                          </p:cTn>
                        </p:par>
                        <p:par>
                          <p:cTn id="210" fill="hold">
                            <p:stCondLst>
                              <p:cond delay="3500"/>
                            </p:stCondLst>
                            <p:childTnLst>
                              <p:par>
                                <p:cTn id="211" presetID="18" presetClass="entr" presetSubtype="12" fill="hold" nodeType="afterEffect">
                                  <p:stCondLst>
                                    <p:cond delay="0"/>
                                  </p:stCondLst>
                                  <p:childTnLst>
                                    <p:set>
                                      <p:cBhvr>
                                        <p:cTn id="212" dur="1" fill="hold">
                                          <p:stCondLst>
                                            <p:cond delay="0"/>
                                          </p:stCondLst>
                                        </p:cTn>
                                        <p:tgtEl>
                                          <p:spTgt spid="105"/>
                                        </p:tgtEl>
                                        <p:attrNameLst>
                                          <p:attrName>style.visibility</p:attrName>
                                        </p:attrNameLst>
                                      </p:cBhvr>
                                      <p:to>
                                        <p:strVal val="visible"/>
                                      </p:to>
                                    </p:set>
                                    <p:animEffect transition="in" filter="strips(downLeft)">
                                      <p:cBhvr>
                                        <p:cTn id="213" dur="500"/>
                                        <p:tgtEl>
                                          <p:spTgt spid="105"/>
                                        </p:tgtEl>
                                      </p:cBhvr>
                                    </p:animEffect>
                                  </p:childTnLst>
                                </p:cTn>
                              </p:par>
                            </p:childTnLst>
                          </p:cTn>
                        </p:par>
                        <p:par>
                          <p:cTn id="214" fill="hold">
                            <p:stCondLst>
                              <p:cond delay="4000"/>
                            </p:stCondLst>
                            <p:childTnLst>
                              <p:par>
                                <p:cTn id="215" presetID="18" presetClass="entr" presetSubtype="12" fill="hold" nodeType="afterEffect">
                                  <p:stCondLst>
                                    <p:cond delay="0"/>
                                  </p:stCondLst>
                                  <p:childTnLst>
                                    <p:set>
                                      <p:cBhvr>
                                        <p:cTn id="216" dur="1" fill="hold">
                                          <p:stCondLst>
                                            <p:cond delay="0"/>
                                          </p:stCondLst>
                                        </p:cTn>
                                        <p:tgtEl>
                                          <p:spTgt spid="106"/>
                                        </p:tgtEl>
                                        <p:attrNameLst>
                                          <p:attrName>style.visibility</p:attrName>
                                        </p:attrNameLst>
                                      </p:cBhvr>
                                      <p:to>
                                        <p:strVal val="visible"/>
                                      </p:to>
                                    </p:set>
                                    <p:animEffect transition="in" filter="strips(downLeft)">
                                      <p:cBhvr>
                                        <p:cTn id="217" dur="500"/>
                                        <p:tgtEl>
                                          <p:spTgt spid="106"/>
                                        </p:tgtEl>
                                      </p:cBhvr>
                                    </p:animEffect>
                                  </p:childTnLst>
                                </p:cTn>
                              </p:par>
                            </p:childTnLst>
                          </p:cTn>
                        </p:par>
                        <p:par>
                          <p:cTn id="218" fill="hold">
                            <p:stCondLst>
                              <p:cond delay="4500"/>
                            </p:stCondLst>
                            <p:childTnLst>
                              <p:par>
                                <p:cTn id="219" presetID="18" presetClass="entr" presetSubtype="3" fill="hold" nodeType="afterEffect">
                                  <p:stCondLst>
                                    <p:cond delay="0"/>
                                  </p:stCondLst>
                                  <p:childTnLst>
                                    <p:set>
                                      <p:cBhvr>
                                        <p:cTn id="220" dur="1" fill="hold">
                                          <p:stCondLst>
                                            <p:cond delay="0"/>
                                          </p:stCondLst>
                                        </p:cTn>
                                        <p:tgtEl>
                                          <p:spTgt spid="107"/>
                                        </p:tgtEl>
                                        <p:attrNameLst>
                                          <p:attrName>style.visibility</p:attrName>
                                        </p:attrNameLst>
                                      </p:cBhvr>
                                      <p:to>
                                        <p:strVal val="visible"/>
                                      </p:to>
                                    </p:set>
                                    <p:animEffect transition="in" filter="strips(upRight)">
                                      <p:cBhvr>
                                        <p:cTn id="221" dur="500"/>
                                        <p:tgtEl>
                                          <p:spTgt spid="107"/>
                                        </p:tgtEl>
                                      </p:cBhvr>
                                    </p:animEffect>
                                  </p:childTnLst>
                                </p:cTn>
                              </p:par>
                            </p:childTnLst>
                          </p:cTn>
                        </p:par>
                        <p:par>
                          <p:cTn id="222" fill="hold">
                            <p:stCondLst>
                              <p:cond delay="5000"/>
                            </p:stCondLst>
                            <p:childTnLst>
                              <p:par>
                                <p:cTn id="223" presetID="18" presetClass="entr" presetSubtype="6" fill="hold" nodeType="afterEffect">
                                  <p:stCondLst>
                                    <p:cond delay="0"/>
                                  </p:stCondLst>
                                  <p:childTnLst>
                                    <p:set>
                                      <p:cBhvr>
                                        <p:cTn id="224" dur="1" fill="hold">
                                          <p:stCondLst>
                                            <p:cond delay="0"/>
                                          </p:stCondLst>
                                        </p:cTn>
                                        <p:tgtEl>
                                          <p:spTgt spid="108"/>
                                        </p:tgtEl>
                                        <p:attrNameLst>
                                          <p:attrName>style.visibility</p:attrName>
                                        </p:attrNameLst>
                                      </p:cBhvr>
                                      <p:to>
                                        <p:strVal val="visible"/>
                                      </p:to>
                                    </p:set>
                                    <p:animEffect transition="in" filter="strips(downRight)">
                                      <p:cBhvr>
                                        <p:cTn id="225" dur="500"/>
                                        <p:tgtEl>
                                          <p:spTgt spid="108"/>
                                        </p:tgtEl>
                                      </p:cBhvr>
                                    </p:animEffect>
                                  </p:childTnLst>
                                </p:cTn>
                              </p:par>
                            </p:childTnLst>
                          </p:cTn>
                        </p:par>
                        <p:par>
                          <p:cTn id="226" fill="hold">
                            <p:stCondLst>
                              <p:cond delay="5500"/>
                            </p:stCondLst>
                            <p:childTnLst>
                              <p:par>
                                <p:cTn id="227" presetID="18" presetClass="entr" presetSubtype="12" fill="hold" nodeType="afterEffect">
                                  <p:stCondLst>
                                    <p:cond delay="0"/>
                                  </p:stCondLst>
                                  <p:childTnLst>
                                    <p:set>
                                      <p:cBhvr>
                                        <p:cTn id="228" dur="1" fill="hold">
                                          <p:stCondLst>
                                            <p:cond delay="0"/>
                                          </p:stCondLst>
                                        </p:cTn>
                                        <p:tgtEl>
                                          <p:spTgt spid="109"/>
                                        </p:tgtEl>
                                        <p:attrNameLst>
                                          <p:attrName>style.visibility</p:attrName>
                                        </p:attrNameLst>
                                      </p:cBhvr>
                                      <p:to>
                                        <p:strVal val="visible"/>
                                      </p:to>
                                    </p:set>
                                    <p:animEffect transition="in" filter="strips(downLeft)">
                                      <p:cBhvr>
                                        <p:cTn id="22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72" grpId="0"/>
      <p:bldP spid="77" grpId="0" animBg="1"/>
      <p:bldP spid="78" grpId="0" animBg="1"/>
      <p:bldP spid="89" grpId="0" animBg="1"/>
      <p:bldP spid="90" grpId="0" animBg="1"/>
      <p:bldP spid="101" grpId="0" animBg="1"/>
      <p:bldP spid="10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a:t>
            </a:r>
          </a:p>
          <a:p>
            <a:endParaRPr lang="en-IN" dirty="0"/>
          </a:p>
          <a:p>
            <a:endParaRPr lang="en-IN" dirty="0"/>
          </a:p>
        </p:txBody>
      </p:sp>
      <p:sp>
        <p:nvSpPr>
          <p:cNvPr id="5" name="Rounded Rectangle 4"/>
          <p:cNvSpPr/>
          <p:nvPr/>
        </p:nvSpPr>
        <p:spPr>
          <a:xfrm>
            <a:off x="2897814" y="0"/>
            <a:ext cx="6210690" cy="645333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421380" y="-47981"/>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637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5354706" y="1006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35579" y="256819"/>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p:nvSpPr>
        <p:spPr bwMode="auto">
          <a:xfrm>
            <a:off x="5421380" y="109502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185702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Straight Connector 19"/>
          <p:cNvCxnSpPr/>
          <p:nvPr/>
        </p:nvCxnSpPr>
        <p:spPr>
          <a:xfrm>
            <a:off x="5354706" y="2149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678431" y="1399819"/>
            <a:ext cx="3977878"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a:spLocks noChangeArrowheads="1"/>
          </p:cNvSpPr>
          <p:nvPr/>
        </p:nvSpPr>
        <p:spPr bwMode="auto">
          <a:xfrm>
            <a:off x="5421380" y="2228500"/>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2923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p:cNvCxnSpPr/>
          <p:nvPr/>
        </p:nvCxnSpPr>
        <p:spPr>
          <a:xfrm>
            <a:off x="5354706" y="32825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735579" y="25332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114"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p:cNvSpPr txBox="1">
            <a:spLocks noChangeArrowheads="1"/>
          </p:cNvSpPr>
          <p:nvPr/>
        </p:nvSpPr>
        <p:spPr bwMode="auto">
          <a:xfrm>
            <a:off x="5411855" y="3447698"/>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41430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7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8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78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 name="Straight Connector 35"/>
          <p:cNvCxnSpPr/>
          <p:nvPr/>
        </p:nvCxnSpPr>
        <p:spPr>
          <a:xfrm>
            <a:off x="5345181" y="45017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735579" y="37524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flipH="1" flipV="1">
            <a:off x="5983355" y="6298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H="1" flipV="1">
            <a:off x="6564380" y="6171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flipH="1" flipV="1">
            <a:off x="67834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0800000" flipH="1" flipV="1">
            <a:off x="73644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H="1" flipV="1">
            <a:off x="75835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0800000" flipH="1" flipV="1">
            <a:off x="81645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H="1" flipV="1">
            <a:off x="8326504" y="6425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0800000" flipH="1" flipV="1">
            <a:off x="8907530" y="6298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6" name="Flowchart: Extract 45"/>
          <p:cNvSpPr/>
          <p:nvPr/>
        </p:nvSpPr>
        <p:spPr>
          <a:xfrm rot="10800000">
            <a:off x="6507229" y="49812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47" name="Flowchart: Extract 46"/>
          <p:cNvSpPr/>
          <p:nvPr/>
        </p:nvSpPr>
        <p:spPr>
          <a:xfrm>
            <a:off x="5926204" y="49812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48" name="Straight Connector 47"/>
          <p:cNvCxnSpPr>
            <a:stCxn id="47" idx="2"/>
          </p:cNvCxnSpPr>
          <p:nvPr/>
        </p:nvCxnSpPr>
        <p:spPr>
          <a:xfrm rot="5400000">
            <a:off x="5875213" y="52814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6454445" y="52888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78630" y="54003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002405" y="54003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050030" y="56289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6050030" y="56289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54" name="Straight Connector 53"/>
          <p:cNvCxnSpPr/>
          <p:nvPr/>
        </p:nvCxnSpPr>
        <p:spPr>
          <a:xfrm flipV="1">
            <a:off x="6002406" y="50574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lowchart: Extract 54"/>
          <p:cNvSpPr/>
          <p:nvPr/>
        </p:nvSpPr>
        <p:spPr>
          <a:xfrm rot="10800000">
            <a:off x="7294234"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Extract 55"/>
          <p:cNvSpPr/>
          <p:nvPr/>
        </p:nvSpPr>
        <p:spPr>
          <a:xfrm>
            <a:off x="6713209"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a:stCxn id="56" idx="2"/>
          </p:cNvCxnSpPr>
          <p:nvPr/>
        </p:nvCxnSpPr>
        <p:spPr>
          <a:xfrm rot="5400000">
            <a:off x="6662215" y="5319562"/>
            <a:ext cx="236537" cy="119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7241448"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065632"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789407"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5400000">
            <a:off x="6837032"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6837032"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63" name="Straight Connector 62"/>
          <p:cNvCxnSpPr/>
          <p:nvPr/>
        </p:nvCxnSpPr>
        <p:spPr>
          <a:xfrm flipV="1">
            <a:off x="6789409" y="5095519"/>
            <a:ext cx="54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lowchart: Extract 63"/>
          <p:cNvSpPr/>
          <p:nvPr/>
        </p:nvSpPr>
        <p:spPr>
          <a:xfrm rot="10800000">
            <a:off x="8088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5" name="Flowchart: Extract 64"/>
          <p:cNvSpPr/>
          <p:nvPr/>
        </p:nvSpPr>
        <p:spPr>
          <a:xfrm>
            <a:off x="7507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6" name="Straight Connector 65"/>
          <p:cNvCxnSpPr>
            <a:stCxn id="65" idx="2"/>
          </p:cNvCxnSpPr>
          <p:nvPr/>
        </p:nvCxnSpPr>
        <p:spPr>
          <a:xfrm rot="5400000">
            <a:off x="7456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8035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859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583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7631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7631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2" name="Straight Connector 71"/>
          <p:cNvCxnSpPr/>
          <p:nvPr/>
        </p:nvCxnSpPr>
        <p:spPr>
          <a:xfrm flipV="1">
            <a:off x="7583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Flowchart: Extract 72"/>
          <p:cNvSpPr/>
          <p:nvPr/>
        </p:nvSpPr>
        <p:spPr>
          <a:xfrm rot="10800000">
            <a:off x="8850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4" name="Flowchart: Extract 73"/>
          <p:cNvSpPr/>
          <p:nvPr/>
        </p:nvSpPr>
        <p:spPr>
          <a:xfrm>
            <a:off x="8269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5" name="Straight Connector 74"/>
          <p:cNvCxnSpPr>
            <a:stCxn id="74" idx="2"/>
          </p:cNvCxnSpPr>
          <p:nvPr/>
        </p:nvCxnSpPr>
        <p:spPr>
          <a:xfrm rot="5400000">
            <a:off x="8218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a:off x="8797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621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345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8393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8393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1" name="Straight Connector 80"/>
          <p:cNvCxnSpPr/>
          <p:nvPr/>
        </p:nvCxnSpPr>
        <p:spPr>
          <a:xfrm flipV="1">
            <a:off x="8345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6200000" flipH="1">
            <a:off x="2922853" y="3426863"/>
            <a:ext cx="4900612" cy="178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257" y="58194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83"/>
          <p:cNvSpPr/>
          <p:nvPr/>
        </p:nvSpPr>
        <p:spPr>
          <a:xfrm>
            <a:off x="3478280" y="28219"/>
            <a:ext cx="1257300" cy="3886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white"/>
                </a:solidFill>
              </a:rPr>
              <a:t>De multiplexer</a:t>
            </a:r>
          </a:p>
          <a:p>
            <a:pPr algn="ctr" eaLnBrk="0" fontAlgn="base" hangingPunct="0">
              <a:spcBef>
                <a:spcPct val="0"/>
              </a:spcBef>
              <a:spcAft>
                <a:spcPct val="0"/>
              </a:spcAft>
              <a:defRPr/>
            </a:pPr>
            <a:r>
              <a:rPr lang="en-US" dirty="0">
                <a:solidFill>
                  <a:prstClr val="white"/>
                </a:solidFill>
              </a:rPr>
              <a:t>2 x 4</a:t>
            </a:r>
          </a:p>
        </p:txBody>
      </p:sp>
      <p:cxnSp>
        <p:nvCxnSpPr>
          <p:cNvPr id="85" name="Straight Connector 84"/>
          <p:cNvCxnSpPr/>
          <p:nvPr/>
        </p:nvCxnSpPr>
        <p:spPr>
          <a:xfrm>
            <a:off x="3192531" y="9426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3192531" y="30762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87" name="Left Brace 86"/>
          <p:cNvSpPr/>
          <p:nvPr/>
        </p:nvSpPr>
        <p:spPr>
          <a:xfrm>
            <a:off x="3087756" y="714031"/>
            <a:ext cx="241696" cy="3038475"/>
          </a:xfrm>
          <a:prstGeom prst="leftBrace">
            <a:avLst>
              <a:gd name="adj1" fmla="val 8333"/>
              <a:gd name="adj2" fmla="val 48945"/>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8" name="Left Brace 87"/>
          <p:cNvSpPr/>
          <p:nvPr/>
        </p:nvSpPr>
        <p:spPr>
          <a:xfrm rot="16200000">
            <a:off x="7077545" y="4643080"/>
            <a:ext cx="504823" cy="2857500"/>
          </a:xfrm>
          <a:prstGeom prst="leftBrace">
            <a:avLst>
              <a:gd name="adj1" fmla="val 8333"/>
              <a:gd name="adj2" fmla="val 49499"/>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9" name="TextBox 88"/>
          <p:cNvSpPr txBox="1">
            <a:spLocks noChangeArrowheads="1"/>
          </p:cNvSpPr>
          <p:nvPr/>
        </p:nvSpPr>
        <p:spPr bwMode="auto">
          <a:xfrm>
            <a:off x="2931964" y="473508"/>
            <a:ext cx="17145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black"/>
                </a:solidFill>
                <a:latin typeface="Arial" panose="020B0604020202020204" pitchFamily="34" charset="0"/>
                <a:cs typeface="Arial" panose="020B0604020202020204" pitchFamily="34" charset="0"/>
              </a:rPr>
              <a:t>Address Lines</a:t>
            </a:r>
          </a:p>
        </p:txBody>
      </p:sp>
      <p:sp>
        <p:nvSpPr>
          <p:cNvPr id="90" name="Rectangle 89"/>
          <p:cNvSpPr/>
          <p:nvPr/>
        </p:nvSpPr>
        <p:spPr>
          <a:xfrm>
            <a:off x="6016654" y="6208273"/>
            <a:ext cx="2501504" cy="2446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black"/>
                </a:solidFill>
              </a:rPr>
              <a:t>Data Lines</a:t>
            </a:r>
          </a:p>
        </p:txBody>
      </p:sp>
    </p:spTree>
    <p:extLst>
      <p:ext uri="{BB962C8B-B14F-4D97-AF65-F5344CB8AC3E}">
        <p14:creationId xmlns:p14="http://schemas.microsoft.com/office/powerpoint/2010/main" val="419048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trips(up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par>
                          <p:cTn id="31" fill="hold">
                            <p:stCondLst>
                              <p:cond delay="500"/>
                            </p:stCondLst>
                            <p:childTnLst>
                              <p:par>
                                <p:cTn id="32" presetID="18" presetClass="entr" presetSubtype="3"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strips(upRight)">
                                      <p:cBhvr>
                                        <p:cTn id="34" dur="500"/>
                                        <p:tgtEl>
                                          <p:spTgt spid="12"/>
                                        </p:tgtEl>
                                      </p:cBhvr>
                                    </p:animEffect>
                                  </p:childTnLst>
                                </p:cTn>
                              </p:par>
                            </p:childTnLst>
                          </p:cTn>
                        </p:par>
                        <p:par>
                          <p:cTn id="35" fill="hold">
                            <p:stCondLst>
                              <p:cond delay="1000"/>
                            </p:stCondLst>
                            <p:childTnLst>
                              <p:par>
                                <p:cTn id="36" presetID="22" presetClass="entr" presetSubtype="4"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2000"/>
                            </p:stCondLst>
                            <p:childTnLst>
                              <p:par>
                                <p:cTn id="44" presetID="18" presetClass="entr" presetSubtype="3"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strips(upRight)">
                                      <p:cBhvr>
                                        <p:cTn id="46" dur="500"/>
                                        <p:tgtEl>
                                          <p:spTgt spid="21"/>
                                        </p:tgtEl>
                                      </p:cBhvr>
                                    </p:animEffect>
                                  </p:childTnLst>
                                </p:cTn>
                              </p:par>
                            </p:childTnLst>
                          </p:cTn>
                        </p:par>
                        <p:par>
                          <p:cTn id="47" fill="hold">
                            <p:stCondLst>
                              <p:cond delay="2500"/>
                            </p:stCondLst>
                            <p:childTnLst>
                              <p:par>
                                <p:cTn id="48" presetID="22" presetClass="entr" presetSubtype="4"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par>
                          <p:cTn id="51" fill="hold">
                            <p:stCondLst>
                              <p:cond delay="3000"/>
                            </p:stCondLst>
                            <p:childTnLst>
                              <p:par>
                                <p:cTn id="52" presetID="18" presetClass="entr" presetSubtype="3"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strips(upRight)">
                                      <p:cBhvr>
                                        <p:cTn id="54" dur="500"/>
                                        <p:tgtEl>
                                          <p:spTgt spid="20"/>
                                        </p:tgtEl>
                                      </p:cBhvr>
                                    </p:animEffect>
                                  </p:childTnLst>
                                </p:cTn>
                              </p:par>
                            </p:childTnLst>
                          </p:cTn>
                        </p:par>
                        <p:par>
                          <p:cTn id="55" fill="hold">
                            <p:stCondLst>
                              <p:cond delay="3500"/>
                            </p:stCondLst>
                            <p:childTnLst>
                              <p:par>
                                <p:cTn id="56" presetID="22" presetClass="entr" presetSubtype="4"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par>
                          <p:cTn id="63" fill="hold">
                            <p:stCondLst>
                              <p:cond delay="4500"/>
                            </p:stCondLst>
                            <p:childTnLst>
                              <p:par>
                                <p:cTn id="64" presetID="22" presetClass="entr" presetSubtype="4"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down)">
                                      <p:cBhvr>
                                        <p:cTn id="70" dur="500"/>
                                        <p:tgtEl>
                                          <p:spTgt spid="22"/>
                                        </p:tgtEl>
                                      </p:cBhvr>
                                    </p:animEffect>
                                  </p:childTnLst>
                                </p:cTn>
                              </p:par>
                            </p:childTnLst>
                          </p:cTn>
                        </p:par>
                        <p:par>
                          <p:cTn id="71" fill="hold">
                            <p:stCondLst>
                              <p:cond delay="5500"/>
                            </p:stCondLst>
                            <p:childTnLst>
                              <p:par>
                                <p:cTn id="72" presetID="22" presetClass="entr" presetSubtype="8"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childTnLst>
                          </p:cTn>
                        </p:par>
                        <p:par>
                          <p:cTn id="75" fill="hold">
                            <p:stCondLst>
                              <p:cond delay="6000"/>
                            </p:stCondLst>
                            <p:childTnLst>
                              <p:par>
                                <p:cTn id="76" presetID="18" presetClass="entr" presetSubtype="3" fill="hold" nodeType="after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strips(upRight)">
                                      <p:cBhvr>
                                        <p:cTn id="78" dur="500"/>
                                        <p:tgtEl>
                                          <p:spTgt spid="29"/>
                                        </p:tgtEl>
                                      </p:cBhvr>
                                    </p:animEffect>
                                  </p:childTnLst>
                                </p:cTn>
                              </p:par>
                            </p:childTnLst>
                          </p:cTn>
                        </p:par>
                        <p:par>
                          <p:cTn id="79" fill="hold">
                            <p:stCondLst>
                              <p:cond delay="6500"/>
                            </p:stCondLst>
                            <p:childTnLst>
                              <p:par>
                                <p:cTn id="80" presetID="22" presetClass="entr" presetSubtype="4" fill="hold" nodeType="after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down)">
                                      <p:cBhvr>
                                        <p:cTn id="82" dur="500"/>
                                        <p:tgtEl>
                                          <p:spTgt spid="24"/>
                                        </p:tgtEl>
                                      </p:cBhvr>
                                    </p:animEffect>
                                  </p:childTnLst>
                                </p:cTn>
                              </p:par>
                            </p:childTnLst>
                          </p:cTn>
                        </p:par>
                        <p:par>
                          <p:cTn id="83" fill="hold">
                            <p:stCondLst>
                              <p:cond delay="7000"/>
                            </p:stCondLst>
                            <p:childTnLst>
                              <p:par>
                                <p:cTn id="84" presetID="18" presetClass="entr" presetSubtype="3" fill="hold"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strips(upRight)">
                                      <p:cBhvr>
                                        <p:cTn id="86" dur="500"/>
                                        <p:tgtEl>
                                          <p:spTgt spid="28"/>
                                        </p:tgtEl>
                                      </p:cBhvr>
                                    </p:animEffect>
                                  </p:childTnLst>
                                </p:cTn>
                              </p:par>
                            </p:childTnLst>
                          </p:cTn>
                        </p:par>
                        <p:par>
                          <p:cTn id="87" fill="hold">
                            <p:stCondLst>
                              <p:cond delay="7500"/>
                            </p:stCondLst>
                            <p:childTnLst>
                              <p:par>
                                <p:cTn id="88" presetID="22" presetClass="entr" presetSubtype="4"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8000"/>
                            </p:stCondLst>
                            <p:childTnLst>
                              <p:par>
                                <p:cTn id="92" presetID="22" presetClass="entr" presetSubtype="4" fill="hold"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par>
                          <p:cTn id="95" fill="hold">
                            <p:stCondLst>
                              <p:cond delay="8500"/>
                            </p:stCondLst>
                            <p:childTnLst>
                              <p:par>
                                <p:cTn id="96" presetID="22" presetClass="entr" presetSubtype="4" fill="hold"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par>
                          <p:cTn id="99" fill="hold">
                            <p:stCondLst>
                              <p:cond delay="9000"/>
                            </p:stCondLst>
                            <p:childTnLst>
                              <p:par>
                                <p:cTn id="100" presetID="22" presetClass="entr" presetSubtype="4"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down)">
                                      <p:cBhvr>
                                        <p:cTn id="102" dur="500"/>
                                        <p:tgtEl>
                                          <p:spTgt spid="30"/>
                                        </p:tgtEl>
                                      </p:cBhvr>
                                    </p:animEffect>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wipe(left)">
                                      <p:cBhvr>
                                        <p:cTn id="106" dur="500"/>
                                        <p:tgtEl>
                                          <p:spTgt spid="31"/>
                                        </p:tgtEl>
                                      </p:cBhvr>
                                    </p:animEffect>
                                  </p:childTnLst>
                                </p:cTn>
                              </p:par>
                            </p:childTnLst>
                          </p:cTn>
                        </p:par>
                        <p:par>
                          <p:cTn id="107" fill="hold">
                            <p:stCondLst>
                              <p:cond delay="10000"/>
                            </p:stCondLst>
                            <p:childTnLst>
                              <p:par>
                                <p:cTn id="108" presetID="18" presetClass="entr" presetSubtype="3" fill="hold" nodeType="after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strips(upRight)">
                                      <p:cBhvr>
                                        <p:cTn id="110" dur="500"/>
                                        <p:tgtEl>
                                          <p:spTgt spid="37"/>
                                        </p:tgtEl>
                                      </p:cBhvr>
                                    </p:animEffect>
                                  </p:childTnLst>
                                </p:cTn>
                              </p:par>
                            </p:childTnLst>
                          </p:cTn>
                        </p:par>
                        <p:par>
                          <p:cTn id="111" fill="hold">
                            <p:stCondLst>
                              <p:cond delay="10500"/>
                            </p:stCondLst>
                            <p:childTnLst>
                              <p:par>
                                <p:cTn id="112" presetID="22" presetClass="entr" presetSubtype="4" fill="hold" nodeType="after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wipe(down)">
                                      <p:cBhvr>
                                        <p:cTn id="114" dur="500"/>
                                        <p:tgtEl>
                                          <p:spTgt spid="32"/>
                                        </p:tgtEl>
                                      </p:cBhvr>
                                    </p:animEffect>
                                  </p:childTnLst>
                                </p:cTn>
                              </p:par>
                            </p:childTnLst>
                          </p:cTn>
                        </p:par>
                        <p:par>
                          <p:cTn id="115" fill="hold">
                            <p:stCondLst>
                              <p:cond delay="11000"/>
                            </p:stCondLst>
                            <p:childTnLst>
                              <p:par>
                                <p:cTn id="116" presetID="18" presetClass="entr" presetSubtype="3" fill="hold"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strips(upRight)">
                                      <p:cBhvr>
                                        <p:cTn id="118" dur="500"/>
                                        <p:tgtEl>
                                          <p:spTgt spid="36"/>
                                        </p:tgtEl>
                                      </p:cBhvr>
                                    </p:animEffect>
                                  </p:childTnLst>
                                </p:cTn>
                              </p:par>
                            </p:childTnLst>
                          </p:cTn>
                        </p:par>
                        <p:par>
                          <p:cTn id="119" fill="hold">
                            <p:stCondLst>
                              <p:cond delay="11500"/>
                            </p:stCondLst>
                            <p:childTnLst>
                              <p:par>
                                <p:cTn id="120" presetID="22" presetClass="entr" presetSubtype="4" fill="hold" nodeType="after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down)">
                                      <p:cBhvr>
                                        <p:cTn id="122" dur="500"/>
                                        <p:tgtEl>
                                          <p:spTgt spid="33"/>
                                        </p:tgtEl>
                                      </p:cBhvr>
                                    </p:animEffect>
                                  </p:childTnLst>
                                </p:cTn>
                              </p:par>
                            </p:childTnLst>
                          </p:cTn>
                        </p:par>
                        <p:par>
                          <p:cTn id="123" fill="hold">
                            <p:stCondLst>
                              <p:cond delay="12000"/>
                            </p:stCondLst>
                            <p:childTnLst>
                              <p:par>
                                <p:cTn id="124" presetID="22" presetClass="entr" presetSubtype="4" fill="hold" nodeType="after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wipe(down)">
                                      <p:cBhvr>
                                        <p:cTn id="126" dur="500"/>
                                        <p:tgtEl>
                                          <p:spTgt spid="34"/>
                                        </p:tgtEl>
                                      </p:cBhvr>
                                    </p:animEffect>
                                  </p:childTnLst>
                                </p:cTn>
                              </p:par>
                            </p:childTnLst>
                          </p:cTn>
                        </p:par>
                        <p:par>
                          <p:cTn id="127" fill="hold">
                            <p:stCondLst>
                              <p:cond delay="12500"/>
                            </p:stCondLst>
                            <p:childTnLst>
                              <p:par>
                                <p:cTn id="128" presetID="22" presetClass="entr" presetSubtype="4"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wipe(down)">
                                      <p:cBhvr>
                                        <p:cTn id="130" dur="500"/>
                                        <p:tgtEl>
                                          <p:spTgt spid="35"/>
                                        </p:tgtEl>
                                      </p:cBhvr>
                                    </p:animEffect>
                                  </p:childTnLst>
                                </p:cTn>
                              </p:par>
                            </p:childTnLst>
                          </p:cTn>
                        </p:par>
                        <p:par>
                          <p:cTn id="131" fill="hold">
                            <p:stCondLst>
                              <p:cond delay="13000"/>
                            </p:stCondLst>
                            <p:childTnLst>
                              <p:par>
                                <p:cTn id="132" presetID="18" presetClass="entr" presetSubtype="3" fill="hold" nodeType="after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strips(upRight)">
                                      <p:cBhvr>
                                        <p:cTn id="134" dur="500"/>
                                        <p:tgtEl>
                                          <p:spTgt spid="38"/>
                                        </p:tgtEl>
                                      </p:cBhvr>
                                    </p:animEffect>
                                  </p:childTnLst>
                                </p:cTn>
                              </p:par>
                            </p:childTnLst>
                          </p:cTn>
                        </p:par>
                        <p:par>
                          <p:cTn id="135" fill="hold">
                            <p:stCondLst>
                              <p:cond delay="13500"/>
                            </p:stCondLst>
                            <p:childTnLst>
                              <p:par>
                                <p:cTn id="136" presetID="18" presetClass="entr" presetSubtype="6" fill="hold" nodeType="after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strips(downRight)">
                                      <p:cBhvr>
                                        <p:cTn id="138" dur="500"/>
                                        <p:tgtEl>
                                          <p:spTgt spid="39"/>
                                        </p:tgtEl>
                                      </p:cBhvr>
                                    </p:animEffect>
                                  </p:childTnLst>
                                </p:cTn>
                              </p:par>
                            </p:childTnLst>
                          </p:cTn>
                        </p:par>
                        <p:par>
                          <p:cTn id="139" fill="hold">
                            <p:stCondLst>
                              <p:cond delay="14000"/>
                            </p:stCondLst>
                            <p:childTnLst>
                              <p:par>
                                <p:cTn id="140" presetID="18" presetClass="entr" presetSubtype="3" fill="hold" nodeType="after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strips(upRight)">
                                      <p:cBhvr>
                                        <p:cTn id="142" dur="500"/>
                                        <p:tgtEl>
                                          <p:spTgt spid="40"/>
                                        </p:tgtEl>
                                      </p:cBhvr>
                                    </p:animEffect>
                                  </p:childTnLst>
                                </p:cTn>
                              </p:par>
                            </p:childTnLst>
                          </p:cTn>
                        </p:par>
                        <p:par>
                          <p:cTn id="143" fill="hold">
                            <p:stCondLst>
                              <p:cond delay="14500"/>
                            </p:stCondLst>
                            <p:childTnLst>
                              <p:par>
                                <p:cTn id="144" presetID="18" presetClass="entr" presetSubtype="6" fill="hold" nodeType="afterEffect">
                                  <p:stCondLst>
                                    <p:cond delay="0"/>
                                  </p:stCondLst>
                                  <p:childTnLst>
                                    <p:set>
                                      <p:cBhvr>
                                        <p:cTn id="145" dur="1" fill="hold">
                                          <p:stCondLst>
                                            <p:cond delay="0"/>
                                          </p:stCondLst>
                                        </p:cTn>
                                        <p:tgtEl>
                                          <p:spTgt spid="41"/>
                                        </p:tgtEl>
                                        <p:attrNameLst>
                                          <p:attrName>style.visibility</p:attrName>
                                        </p:attrNameLst>
                                      </p:cBhvr>
                                      <p:to>
                                        <p:strVal val="visible"/>
                                      </p:to>
                                    </p:set>
                                    <p:animEffect transition="in" filter="strips(downRight)">
                                      <p:cBhvr>
                                        <p:cTn id="146" dur="500"/>
                                        <p:tgtEl>
                                          <p:spTgt spid="41"/>
                                        </p:tgtEl>
                                      </p:cBhvr>
                                    </p:animEffect>
                                  </p:childTnLst>
                                </p:cTn>
                              </p:par>
                            </p:childTnLst>
                          </p:cTn>
                        </p:par>
                        <p:par>
                          <p:cTn id="147" fill="hold">
                            <p:stCondLst>
                              <p:cond delay="15000"/>
                            </p:stCondLst>
                            <p:childTnLst>
                              <p:par>
                                <p:cTn id="148" presetID="18" presetClass="entr" presetSubtype="3" fill="hold" nodeType="afterEffect">
                                  <p:stCondLst>
                                    <p:cond delay="0"/>
                                  </p:stCondLst>
                                  <p:childTnLst>
                                    <p:set>
                                      <p:cBhvr>
                                        <p:cTn id="149" dur="1" fill="hold">
                                          <p:stCondLst>
                                            <p:cond delay="0"/>
                                          </p:stCondLst>
                                        </p:cTn>
                                        <p:tgtEl>
                                          <p:spTgt spid="42"/>
                                        </p:tgtEl>
                                        <p:attrNameLst>
                                          <p:attrName>style.visibility</p:attrName>
                                        </p:attrNameLst>
                                      </p:cBhvr>
                                      <p:to>
                                        <p:strVal val="visible"/>
                                      </p:to>
                                    </p:set>
                                    <p:animEffect transition="in" filter="strips(upRight)">
                                      <p:cBhvr>
                                        <p:cTn id="150" dur="500"/>
                                        <p:tgtEl>
                                          <p:spTgt spid="42"/>
                                        </p:tgtEl>
                                      </p:cBhvr>
                                    </p:animEffect>
                                  </p:childTnLst>
                                </p:cTn>
                              </p:par>
                            </p:childTnLst>
                          </p:cTn>
                        </p:par>
                        <p:par>
                          <p:cTn id="151" fill="hold">
                            <p:stCondLst>
                              <p:cond delay="15500"/>
                            </p:stCondLst>
                            <p:childTnLst>
                              <p:par>
                                <p:cTn id="152" presetID="18" presetClass="entr" presetSubtype="6" fill="hold" nodeType="after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strips(downRight)">
                                      <p:cBhvr>
                                        <p:cTn id="154" dur="500"/>
                                        <p:tgtEl>
                                          <p:spTgt spid="43"/>
                                        </p:tgtEl>
                                      </p:cBhvr>
                                    </p:animEffect>
                                  </p:childTnLst>
                                </p:cTn>
                              </p:par>
                            </p:childTnLst>
                          </p:cTn>
                        </p:par>
                        <p:par>
                          <p:cTn id="155" fill="hold">
                            <p:stCondLst>
                              <p:cond delay="16000"/>
                            </p:stCondLst>
                            <p:childTnLst>
                              <p:par>
                                <p:cTn id="156" presetID="18" presetClass="entr" presetSubtype="3" fill="hold" nodeType="after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strips(upRight)">
                                      <p:cBhvr>
                                        <p:cTn id="158" dur="500"/>
                                        <p:tgtEl>
                                          <p:spTgt spid="44"/>
                                        </p:tgtEl>
                                      </p:cBhvr>
                                    </p:animEffect>
                                  </p:childTnLst>
                                </p:cTn>
                              </p:par>
                            </p:childTnLst>
                          </p:cTn>
                        </p:par>
                        <p:par>
                          <p:cTn id="159" fill="hold">
                            <p:stCondLst>
                              <p:cond delay="16500"/>
                            </p:stCondLst>
                            <p:childTnLst>
                              <p:par>
                                <p:cTn id="160" presetID="18" presetClass="entr" presetSubtype="6" fill="hold" nodeType="after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strips(downRight)">
                                      <p:cBhvr>
                                        <p:cTn id="162" dur="500"/>
                                        <p:tgtEl>
                                          <p:spTgt spid="45"/>
                                        </p:tgtEl>
                                      </p:cBhvr>
                                    </p:animEffect>
                                  </p:childTnLst>
                                </p:cTn>
                              </p:par>
                            </p:childTnLst>
                          </p:cTn>
                        </p:par>
                        <p:par>
                          <p:cTn id="163" fill="hold">
                            <p:stCondLst>
                              <p:cond delay="17000"/>
                            </p:stCondLst>
                            <p:childTnLst>
                              <p:par>
                                <p:cTn id="164" presetID="22" presetClass="entr" presetSubtype="1" fill="hold" grpId="0" nodeType="after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wipe(up)">
                                      <p:cBhvr>
                                        <p:cTn id="166" dur="500"/>
                                        <p:tgtEl>
                                          <p:spTgt spid="46"/>
                                        </p:tgtEl>
                                      </p:cBhvr>
                                    </p:animEffect>
                                  </p:childTnLst>
                                </p:cTn>
                              </p:par>
                            </p:childTnLst>
                          </p:cTn>
                        </p:par>
                        <p:par>
                          <p:cTn id="167" fill="hold">
                            <p:stCondLst>
                              <p:cond delay="17500"/>
                            </p:stCondLst>
                            <p:childTnLst>
                              <p:par>
                                <p:cTn id="168" presetID="22" presetClass="entr" presetSubtype="4" fill="hold" grpId="0" nodeType="afterEffect">
                                  <p:stCondLst>
                                    <p:cond delay="0"/>
                                  </p:stCondLst>
                                  <p:childTnLst>
                                    <p:set>
                                      <p:cBhvr>
                                        <p:cTn id="169" dur="1" fill="hold">
                                          <p:stCondLst>
                                            <p:cond delay="0"/>
                                          </p:stCondLst>
                                        </p:cTn>
                                        <p:tgtEl>
                                          <p:spTgt spid="47"/>
                                        </p:tgtEl>
                                        <p:attrNameLst>
                                          <p:attrName>style.visibility</p:attrName>
                                        </p:attrNameLst>
                                      </p:cBhvr>
                                      <p:to>
                                        <p:strVal val="visible"/>
                                      </p:to>
                                    </p:set>
                                    <p:animEffect transition="in" filter="wipe(down)">
                                      <p:cBhvr>
                                        <p:cTn id="170" dur="500"/>
                                        <p:tgtEl>
                                          <p:spTgt spid="47"/>
                                        </p:tgtEl>
                                      </p:cBhvr>
                                    </p:animEffect>
                                  </p:childTnLst>
                                </p:cTn>
                              </p:par>
                            </p:childTnLst>
                          </p:cTn>
                        </p:par>
                        <p:par>
                          <p:cTn id="171" fill="hold">
                            <p:stCondLst>
                              <p:cond delay="18000"/>
                            </p:stCondLst>
                            <p:childTnLst>
                              <p:par>
                                <p:cTn id="172" presetID="18" presetClass="entr" presetSubtype="3" fill="hold" nodeType="afterEffect">
                                  <p:stCondLst>
                                    <p:cond delay="0"/>
                                  </p:stCondLst>
                                  <p:childTnLst>
                                    <p:set>
                                      <p:cBhvr>
                                        <p:cTn id="173" dur="1" fill="hold">
                                          <p:stCondLst>
                                            <p:cond delay="0"/>
                                          </p:stCondLst>
                                        </p:cTn>
                                        <p:tgtEl>
                                          <p:spTgt spid="48"/>
                                        </p:tgtEl>
                                        <p:attrNameLst>
                                          <p:attrName>style.visibility</p:attrName>
                                        </p:attrNameLst>
                                      </p:cBhvr>
                                      <p:to>
                                        <p:strVal val="visible"/>
                                      </p:to>
                                    </p:set>
                                    <p:animEffect transition="in" filter="strips(upRight)">
                                      <p:cBhvr>
                                        <p:cTn id="174" dur="500"/>
                                        <p:tgtEl>
                                          <p:spTgt spid="48"/>
                                        </p:tgtEl>
                                      </p:cBhvr>
                                    </p:animEffect>
                                  </p:childTnLst>
                                </p:cTn>
                              </p:par>
                            </p:childTnLst>
                          </p:cTn>
                        </p:par>
                        <p:par>
                          <p:cTn id="175" fill="hold">
                            <p:stCondLst>
                              <p:cond delay="18500"/>
                            </p:stCondLst>
                            <p:childTnLst>
                              <p:par>
                                <p:cTn id="176" presetID="18" presetClass="entr" presetSubtype="6" fill="hold" nodeType="afterEffect">
                                  <p:stCondLst>
                                    <p:cond delay="0"/>
                                  </p:stCondLst>
                                  <p:childTnLst>
                                    <p:set>
                                      <p:cBhvr>
                                        <p:cTn id="177" dur="1" fill="hold">
                                          <p:stCondLst>
                                            <p:cond delay="0"/>
                                          </p:stCondLst>
                                        </p:cTn>
                                        <p:tgtEl>
                                          <p:spTgt spid="49"/>
                                        </p:tgtEl>
                                        <p:attrNameLst>
                                          <p:attrName>style.visibility</p:attrName>
                                        </p:attrNameLst>
                                      </p:cBhvr>
                                      <p:to>
                                        <p:strVal val="visible"/>
                                      </p:to>
                                    </p:set>
                                    <p:animEffect transition="in" filter="strips(downRight)">
                                      <p:cBhvr>
                                        <p:cTn id="178" dur="500"/>
                                        <p:tgtEl>
                                          <p:spTgt spid="49"/>
                                        </p:tgtEl>
                                      </p:cBhvr>
                                    </p:animEffect>
                                  </p:childTnLst>
                                </p:cTn>
                              </p:par>
                            </p:childTnLst>
                          </p:cTn>
                        </p:par>
                        <p:par>
                          <p:cTn id="179" fill="hold">
                            <p:stCondLst>
                              <p:cond delay="19000"/>
                            </p:stCondLst>
                            <p:childTnLst>
                              <p:par>
                                <p:cTn id="180" presetID="18" presetClass="entr" presetSubtype="12" fill="hold" nodeType="after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strips(downLeft)">
                                      <p:cBhvr>
                                        <p:cTn id="182" dur="500"/>
                                        <p:tgtEl>
                                          <p:spTgt spid="50"/>
                                        </p:tgtEl>
                                      </p:cBhvr>
                                    </p:animEffect>
                                  </p:childTnLst>
                                </p:cTn>
                              </p:par>
                            </p:childTnLst>
                          </p:cTn>
                        </p:par>
                        <p:par>
                          <p:cTn id="183" fill="hold">
                            <p:stCondLst>
                              <p:cond delay="19500"/>
                            </p:stCondLst>
                            <p:childTnLst>
                              <p:par>
                                <p:cTn id="184" presetID="18" presetClass="entr" presetSubtype="12" fill="hold" nodeType="afterEffect">
                                  <p:stCondLst>
                                    <p:cond delay="0"/>
                                  </p:stCondLst>
                                  <p:childTnLst>
                                    <p:set>
                                      <p:cBhvr>
                                        <p:cTn id="185" dur="1" fill="hold">
                                          <p:stCondLst>
                                            <p:cond delay="0"/>
                                          </p:stCondLst>
                                        </p:cTn>
                                        <p:tgtEl>
                                          <p:spTgt spid="51"/>
                                        </p:tgtEl>
                                        <p:attrNameLst>
                                          <p:attrName>style.visibility</p:attrName>
                                        </p:attrNameLst>
                                      </p:cBhvr>
                                      <p:to>
                                        <p:strVal val="visible"/>
                                      </p:to>
                                    </p:set>
                                    <p:animEffect transition="in" filter="strips(downLeft)">
                                      <p:cBhvr>
                                        <p:cTn id="186" dur="500"/>
                                        <p:tgtEl>
                                          <p:spTgt spid="51"/>
                                        </p:tgtEl>
                                      </p:cBhvr>
                                    </p:animEffect>
                                  </p:childTnLst>
                                </p:cTn>
                              </p:par>
                            </p:childTnLst>
                          </p:cTn>
                        </p:par>
                        <p:par>
                          <p:cTn id="187" fill="hold">
                            <p:stCondLst>
                              <p:cond delay="20000"/>
                            </p:stCondLst>
                            <p:childTnLst>
                              <p:par>
                                <p:cTn id="188" presetID="18" presetClass="entr" presetSubtype="3" fill="hold" nodeType="after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strips(upRight)">
                                      <p:cBhvr>
                                        <p:cTn id="190" dur="500"/>
                                        <p:tgtEl>
                                          <p:spTgt spid="52"/>
                                        </p:tgtEl>
                                      </p:cBhvr>
                                    </p:animEffect>
                                  </p:childTnLst>
                                </p:cTn>
                              </p:par>
                            </p:childTnLst>
                          </p:cTn>
                        </p:par>
                        <p:par>
                          <p:cTn id="191" fill="hold">
                            <p:stCondLst>
                              <p:cond delay="20500"/>
                            </p:stCondLst>
                            <p:childTnLst>
                              <p:par>
                                <p:cTn id="192" presetID="18" presetClass="entr" presetSubtype="6" fill="hold" nodeType="afterEffect">
                                  <p:stCondLst>
                                    <p:cond delay="0"/>
                                  </p:stCondLst>
                                  <p:childTnLst>
                                    <p:set>
                                      <p:cBhvr>
                                        <p:cTn id="193" dur="1" fill="hold">
                                          <p:stCondLst>
                                            <p:cond delay="0"/>
                                          </p:stCondLst>
                                        </p:cTn>
                                        <p:tgtEl>
                                          <p:spTgt spid="53"/>
                                        </p:tgtEl>
                                        <p:attrNameLst>
                                          <p:attrName>style.visibility</p:attrName>
                                        </p:attrNameLst>
                                      </p:cBhvr>
                                      <p:to>
                                        <p:strVal val="visible"/>
                                      </p:to>
                                    </p:set>
                                    <p:animEffect transition="in" filter="strips(downRight)">
                                      <p:cBhvr>
                                        <p:cTn id="194" dur="500"/>
                                        <p:tgtEl>
                                          <p:spTgt spid="53"/>
                                        </p:tgtEl>
                                      </p:cBhvr>
                                    </p:animEffect>
                                  </p:childTnLst>
                                </p:cTn>
                              </p:par>
                            </p:childTnLst>
                          </p:cTn>
                        </p:par>
                        <p:par>
                          <p:cTn id="195" fill="hold">
                            <p:stCondLst>
                              <p:cond delay="21000"/>
                            </p:stCondLst>
                            <p:childTnLst>
                              <p:par>
                                <p:cTn id="196" presetID="18" presetClass="entr" presetSubtype="12" fill="hold" nodeType="afterEffect">
                                  <p:stCondLst>
                                    <p:cond delay="0"/>
                                  </p:stCondLst>
                                  <p:childTnLst>
                                    <p:set>
                                      <p:cBhvr>
                                        <p:cTn id="197" dur="1" fill="hold">
                                          <p:stCondLst>
                                            <p:cond delay="0"/>
                                          </p:stCondLst>
                                        </p:cTn>
                                        <p:tgtEl>
                                          <p:spTgt spid="54"/>
                                        </p:tgtEl>
                                        <p:attrNameLst>
                                          <p:attrName>style.visibility</p:attrName>
                                        </p:attrNameLst>
                                      </p:cBhvr>
                                      <p:to>
                                        <p:strVal val="visible"/>
                                      </p:to>
                                    </p:set>
                                    <p:animEffect transition="in" filter="strips(downLeft)">
                                      <p:cBhvr>
                                        <p:cTn id="198" dur="500"/>
                                        <p:tgtEl>
                                          <p:spTgt spid="54"/>
                                        </p:tgtEl>
                                      </p:cBhvr>
                                    </p:animEffect>
                                  </p:childTnLst>
                                </p:cTn>
                              </p:par>
                            </p:childTnLst>
                          </p:cTn>
                        </p:par>
                        <p:par>
                          <p:cTn id="199" fill="hold">
                            <p:stCondLst>
                              <p:cond delay="21500"/>
                            </p:stCondLst>
                            <p:childTnLst>
                              <p:par>
                                <p:cTn id="200" presetID="22" presetClass="entr" presetSubtype="1" fill="hold" grpId="0" nodeType="afterEffect">
                                  <p:stCondLst>
                                    <p:cond delay="0"/>
                                  </p:stCondLst>
                                  <p:childTnLst>
                                    <p:set>
                                      <p:cBhvr>
                                        <p:cTn id="201" dur="1" fill="hold">
                                          <p:stCondLst>
                                            <p:cond delay="0"/>
                                          </p:stCondLst>
                                        </p:cTn>
                                        <p:tgtEl>
                                          <p:spTgt spid="55"/>
                                        </p:tgtEl>
                                        <p:attrNameLst>
                                          <p:attrName>style.visibility</p:attrName>
                                        </p:attrNameLst>
                                      </p:cBhvr>
                                      <p:to>
                                        <p:strVal val="visible"/>
                                      </p:to>
                                    </p:set>
                                    <p:animEffect transition="in" filter="wipe(up)">
                                      <p:cBhvr>
                                        <p:cTn id="202" dur="500"/>
                                        <p:tgtEl>
                                          <p:spTgt spid="55"/>
                                        </p:tgtEl>
                                      </p:cBhvr>
                                    </p:animEffect>
                                  </p:childTnLst>
                                </p:cTn>
                              </p:par>
                            </p:childTnLst>
                          </p:cTn>
                        </p:par>
                        <p:par>
                          <p:cTn id="203" fill="hold">
                            <p:stCondLst>
                              <p:cond delay="22000"/>
                            </p:stCondLst>
                            <p:childTnLst>
                              <p:par>
                                <p:cTn id="204" presetID="22" presetClass="entr" presetSubtype="4" fill="hold" grpId="0" nodeType="after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down)">
                                      <p:cBhvr>
                                        <p:cTn id="206" dur="500"/>
                                        <p:tgtEl>
                                          <p:spTgt spid="56"/>
                                        </p:tgtEl>
                                      </p:cBhvr>
                                    </p:animEffect>
                                  </p:childTnLst>
                                </p:cTn>
                              </p:par>
                            </p:childTnLst>
                          </p:cTn>
                        </p:par>
                        <p:par>
                          <p:cTn id="207" fill="hold">
                            <p:stCondLst>
                              <p:cond delay="22500"/>
                            </p:stCondLst>
                            <p:childTnLst>
                              <p:par>
                                <p:cTn id="208" presetID="18" presetClass="entr" presetSubtype="3" fill="hold" nodeType="afterEffect">
                                  <p:stCondLst>
                                    <p:cond delay="0"/>
                                  </p:stCondLst>
                                  <p:childTnLst>
                                    <p:set>
                                      <p:cBhvr>
                                        <p:cTn id="209" dur="1" fill="hold">
                                          <p:stCondLst>
                                            <p:cond delay="0"/>
                                          </p:stCondLst>
                                        </p:cTn>
                                        <p:tgtEl>
                                          <p:spTgt spid="57"/>
                                        </p:tgtEl>
                                        <p:attrNameLst>
                                          <p:attrName>style.visibility</p:attrName>
                                        </p:attrNameLst>
                                      </p:cBhvr>
                                      <p:to>
                                        <p:strVal val="visible"/>
                                      </p:to>
                                    </p:set>
                                    <p:animEffect transition="in" filter="strips(upRight)">
                                      <p:cBhvr>
                                        <p:cTn id="210" dur="500"/>
                                        <p:tgtEl>
                                          <p:spTgt spid="57"/>
                                        </p:tgtEl>
                                      </p:cBhvr>
                                    </p:animEffect>
                                  </p:childTnLst>
                                </p:cTn>
                              </p:par>
                            </p:childTnLst>
                          </p:cTn>
                        </p:par>
                        <p:par>
                          <p:cTn id="211" fill="hold">
                            <p:stCondLst>
                              <p:cond delay="23000"/>
                            </p:stCondLst>
                            <p:childTnLst>
                              <p:par>
                                <p:cTn id="212" presetID="18" presetClass="entr" presetSubtype="6" fill="hold" nodeType="afterEffect">
                                  <p:stCondLst>
                                    <p:cond delay="0"/>
                                  </p:stCondLst>
                                  <p:childTnLst>
                                    <p:set>
                                      <p:cBhvr>
                                        <p:cTn id="213" dur="1" fill="hold">
                                          <p:stCondLst>
                                            <p:cond delay="0"/>
                                          </p:stCondLst>
                                        </p:cTn>
                                        <p:tgtEl>
                                          <p:spTgt spid="58"/>
                                        </p:tgtEl>
                                        <p:attrNameLst>
                                          <p:attrName>style.visibility</p:attrName>
                                        </p:attrNameLst>
                                      </p:cBhvr>
                                      <p:to>
                                        <p:strVal val="visible"/>
                                      </p:to>
                                    </p:set>
                                    <p:animEffect transition="in" filter="strips(downRight)">
                                      <p:cBhvr>
                                        <p:cTn id="214" dur="500"/>
                                        <p:tgtEl>
                                          <p:spTgt spid="58"/>
                                        </p:tgtEl>
                                      </p:cBhvr>
                                    </p:animEffect>
                                  </p:childTnLst>
                                </p:cTn>
                              </p:par>
                            </p:childTnLst>
                          </p:cTn>
                        </p:par>
                        <p:par>
                          <p:cTn id="215" fill="hold">
                            <p:stCondLst>
                              <p:cond delay="23500"/>
                            </p:stCondLst>
                            <p:childTnLst>
                              <p:par>
                                <p:cTn id="216" presetID="18" presetClass="entr" presetSubtype="12" fill="hold" nodeType="afterEffect">
                                  <p:stCondLst>
                                    <p:cond delay="0"/>
                                  </p:stCondLst>
                                  <p:childTnLst>
                                    <p:set>
                                      <p:cBhvr>
                                        <p:cTn id="217" dur="1" fill="hold">
                                          <p:stCondLst>
                                            <p:cond delay="0"/>
                                          </p:stCondLst>
                                        </p:cTn>
                                        <p:tgtEl>
                                          <p:spTgt spid="59"/>
                                        </p:tgtEl>
                                        <p:attrNameLst>
                                          <p:attrName>style.visibility</p:attrName>
                                        </p:attrNameLst>
                                      </p:cBhvr>
                                      <p:to>
                                        <p:strVal val="visible"/>
                                      </p:to>
                                    </p:set>
                                    <p:animEffect transition="in" filter="strips(downLeft)">
                                      <p:cBhvr>
                                        <p:cTn id="218" dur="500"/>
                                        <p:tgtEl>
                                          <p:spTgt spid="59"/>
                                        </p:tgtEl>
                                      </p:cBhvr>
                                    </p:animEffect>
                                  </p:childTnLst>
                                </p:cTn>
                              </p:par>
                            </p:childTnLst>
                          </p:cTn>
                        </p:par>
                        <p:par>
                          <p:cTn id="219" fill="hold">
                            <p:stCondLst>
                              <p:cond delay="24000"/>
                            </p:stCondLst>
                            <p:childTnLst>
                              <p:par>
                                <p:cTn id="220" presetID="18" presetClass="entr" presetSubtype="12" fill="hold" nodeType="afterEffect">
                                  <p:stCondLst>
                                    <p:cond delay="0"/>
                                  </p:stCondLst>
                                  <p:childTnLst>
                                    <p:set>
                                      <p:cBhvr>
                                        <p:cTn id="221" dur="1" fill="hold">
                                          <p:stCondLst>
                                            <p:cond delay="0"/>
                                          </p:stCondLst>
                                        </p:cTn>
                                        <p:tgtEl>
                                          <p:spTgt spid="60"/>
                                        </p:tgtEl>
                                        <p:attrNameLst>
                                          <p:attrName>style.visibility</p:attrName>
                                        </p:attrNameLst>
                                      </p:cBhvr>
                                      <p:to>
                                        <p:strVal val="visible"/>
                                      </p:to>
                                    </p:set>
                                    <p:animEffect transition="in" filter="strips(downLeft)">
                                      <p:cBhvr>
                                        <p:cTn id="222" dur="500"/>
                                        <p:tgtEl>
                                          <p:spTgt spid="60"/>
                                        </p:tgtEl>
                                      </p:cBhvr>
                                    </p:animEffect>
                                  </p:childTnLst>
                                </p:cTn>
                              </p:par>
                            </p:childTnLst>
                          </p:cTn>
                        </p:par>
                        <p:par>
                          <p:cTn id="223" fill="hold">
                            <p:stCondLst>
                              <p:cond delay="24500"/>
                            </p:stCondLst>
                            <p:childTnLst>
                              <p:par>
                                <p:cTn id="224" presetID="18" presetClass="entr" presetSubtype="3" fill="hold" nodeType="afterEffect">
                                  <p:stCondLst>
                                    <p:cond delay="0"/>
                                  </p:stCondLst>
                                  <p:childTnLst>
                                    <p:set>
                                      <p:cBhvr>
                                        <p:cTn id="225" dur="1" fill="hold">
                                          <p:stCondLst>
                                            <p:cond delay="0"/>
                                          </p:stCondLst>
                                        </p:cTn>
                                        <p:tgtEl>
                                          <p:spTgt spid="61"/>
                                        </p:tgtEl>
                                        <p:attrNameLst>
                                          <p:attrName>style.visibility</p:attrName>
                                        </p:attrNameLst>
                                      </p:cBhvr>
                                      <p:to>
                                        <p:strVal val="visible"/>
                                      </p:to>
                                    </p:set>
                                    <p:animEffect transition="in" filter="strips(upRight)">
                                      <p:cBhvr>
                                        <p:cTn id="226" dur="500"/>
                                        <p:tgtEl>
                                          <p:spTgt spid="61"/>
                                        </p:tgtEl>
                                      </p:cBhvr>
                                    </p:animEffect>
                                  </p:childTnLst>
                                </p:cTn>
                              </p:par>
                            </p:childTnLst>
                          </p:cTn>
                        </p:par>
                        <p:par>
                          <p:cTn id="227" fill="hold">
                            <p:stCondLst>
                              <p:cond delay="25000"/>
                            </p:stCondLst>
                            <p:childTnLst>
                              <p:par>
                                <p:cTn id="228" presetID="18" presetClass="entr" presetSubtype="6" fill="hold" nodeType="afterEffect">
                                  <p:stCondLst>
                                    <p:cond delay="0"/>
                                  </p:stCondLst>
                                  <p:childTnLst>
                                    <p:set>
                                      <p:cBhvr>
                                        <p:cTn id="229" dur="1" fill="hold">
                                          <p:stCondLst>
                                            <p:cond delay="0"/>
                                          </p:stCondLst>
                                        </p:cTn>
                                        <p:tgtEl>
                                          <p:spTgt spid="62"/>
                                        </p:tgtEl>
                                        <p:attrNameLst>
                                          <p:attrName>style.visibility</p:attrName>
                                        </p:attrNameLst>
                                      </p:cBhvr>
                                      <p:to>
                                        <p:strVal val="visible"/>
                                      </p:to>
                                    </p:set>
                                    <p:animEffect transition="in" filter="strips(downRight)">
                                      <p:cBhvr>
                                        <p:cTn id="230" dur="500"/>
                                        <p:tgtEl>
                                          <p:spTgt spid="62"/>
                                        </p:tgtEl>
                                      </p:cBhvr>
                                    </p:animEffect>
                                  </p:childTnLst>
                                </p:cTn>
                              </p:par>
                            </p:childTnLst>
                          </p:cTn>
                        </p:par>
                        <p:par>
                          <p:cTn id="231" fill="hold">
                            <p:stCondLst>
                              <p:cond delay="25500"/>
                            </p:stCondLst>
                            <p:childTnLst>
                              <p:par>
                                <p:cTn id="232" presetID="18" presetClass="entr" presetSubtype="12" fill="hold" nodeType="afterEffect">
                                  <p:stCondLst>
                                    <p:cond delay="0"/>
                                  </p:stCondLst>
                                  <p:childTnLst>
                                    <p:set>
                                      <p:cBhvr>
                                        <p:cTn id="233" dur="1" fill="hold">
                                          <p:stCondLst>
                                            <p:cond delay="0"/>
                                          </p:stCondLst>
                                        </p:cTn>
                                        <p:tgtEl>
                                          <p:spTgt spid="63"/>
                                        </p:tgtEl>
                                        <p:attrNameLst>
                                          <p:attrName>style.visibility</p:attrName>
                                        </p:attrNameLst>
                                      </p:cBhvr>
                                      <p:to>
                                        <p:strVal val="visible"/>
                                      </p:to>
                                    </p:set>
                                    <p:animEffect transition="in" filter="strips(downLeft)">
                                      <p:cBhvr>
                                        <p:cTn id="234" dur="500"/>
                                        <p:tgtEl>
                                          <p:spTgt spid="63"/>
                                        </p:tgtEl>
                                      </p:cBhvr>
                                    </p:animEffect>
                                  </p:childTnLst>
                                </p:cTn>
                              </p:par>
                            </p:childTnLst>
                          </p:cTn>
                        </p:par>
                        <p:par>
                          <p:cTn id="235" fill="hold">
                            <p:stCondLst>
                              <p:cond delay="26000"/>
                            </p:stCondLst>
                            <p:childTnLst>
                              <p:par>
                                <p:cTn id="236" presetID="22" presetClass="entr" presetSubtype="1" fill="hold" grpId="0" nodeType="afterEffect">
                                  <p:stCondLst>
                                    <p:cond delay="0"/>
                                  </p:stCondLst>
                                  <p:childTnLst>
                                    <p:set>
                                      <p:cBhvr>
                                        <p:cTn id="237" dur="1" fill="hold">
                                          <p:stCondLst>
                                            <p:cond delay="0"/>
                                          </p:stCondLst>
                                        </p:cTn>
                                        <p:tgtEl>
                                          <p:spTgt spid="64"/>
                                        </p:tgtEl>
                                        <p:attrNameLst>
                                          <p:attrName>style.visibility</p:attrName>
                                        </p:attrNameLst>
                                      </p:cBhvr>
                                      <p:to>
                                        <p:strVal val="visible"/>
                                      </p:to>
                                    </p:set>
                                    <p:animEffect transition="in" filter="wipe(up)">
                                      <p:cBhvr>
                                        <p:cTn id="238" dur="500"/>
                                        <p:tgtEl>
                                          <p:spTgt spid="64"/>
                                        </p:tgtEl>
                                      </p:cBhvr>
                                    </p:animEffect>
                                  </p:childTnLst>
                                </p:cTn>
                              </p:par>
                            </p:childTnLst>
                          </p:cTn>
                        </p:par>
                        <p:par>
                          <p:cTn id="239" fill="hold">
                            <p:stCondLst>
                              <p:cond delay="26500"/>
                            </p:stCondLst>
                            <p:childTnLst>
                              <p:par>
                                <p:cTn id="240" presetID="22" presetClass="entr" presetSubtype="4" fill="hold" grpId="0" nodeType="after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wipe(down)">
                                      <p:cBhvr>
                                        <p:cTn id="242" dur="500"/>
                                        <p:tgtEl>
                                          <p:spTgt spid="65"/>
                                        </p:tgtEl>
                                      </p:cBhvr>
                                    </p:animEffect>
                                  </p:childTnLst>
                                </p:cTn>
                              </p:par>
                            </p:childTnLst>
                          </p:cTn>
                        </p:par>
                        <p:par>
                          <p:cTn id="243" fill="hold">
                            <p:stCondLst>
                              <p:cond delay="27000"/>
                            </p:stCondLst>
                            <p:childTnLst>
                              <p:par>
                                <p:cTn id="244" presetID="18" presetClass="entr" presetSubtype="3" fill="hold" nodeType="afterEffect">
                                  <p:stCondLst>
                                    <p:cond delay="0"/>
                                  </p:stCondLst>
                                  <p:childTnLst>
                                    <p:set>
                                      <p:cBhvr>
                                        <p:cTn id="245" dur="1" fill="hold">
                                          <p:stCondLst>
                                            <p:cond delay="0"/>
                                          </p:stCondLst>
                                        </p:cTn>
                                        <p:tgtEl>
                                          <p:spTgt spid="66"/>
                                        </p:tgtEl>
                                        <p:attrNameLst>
                                          <p:attrName>style.visibility</p:attrName>
                                        </p:attrNameLst>
                                      </p:cBhvr>
                                      <p:to>
                                        <p:strVal val="visible"/>
                                      </p:to>
                                    </p:set>
                                    <p:animEffect transition="in" filter="strips(upRight)">
                                      <p:cBhvr>
                                        <p:cTn id="246" dur="500"/>
                                        <p:tgtEl>
                                          <p:spTgt spid="66"/>
                                        </p:tgtEl>
                                      </p:cBhvr>
                                    </p:animEffect>
                                  </p:childTnLst>
                                </p:cTn>
                              </p:par>
                            </p:childTnLst>
                          </p:cTn>
                        </p:par>
                        <p:par>
                          <p:cTn id="247" fill="hold">
                            <p:stCondLst>
                              <p:cond delay="27500"/>
                            </p:stCondLst>
                            <p:childTnLst>
                              <p:par>
                                <p:cTn id="248" presetID="18" presetClass="entr" presetSubtype="6" fill="hold" nodeType="afterEffect">
                                  <p:stCondLst>
                                    <p:cond delay="0"/>
                                  </p:stCondLst>
                                  <p:childTnLst>
                                    <p:set>
                                      <p:cBhvr>
                                        <p:cTn id="249" dur="1" fill="hold">
                                          <p:stCondLst>
                                            <p:cond delay="0"/>
                                          </p:stCondLst>
                                        </p:cTn>
                                        <p:tgtEl>
                                          <p:spTgt spid="67"/>
                                        </p:tgtEl>
                                        <p:attrNameLst>
                                          <p:attrName>style.visibility</p:attrName>
                                        </p:attrNameLst>
                                      </p:cBhvr>
                                      <p:to>
                                        <p:strVal val="visible"/>
                                      </p:to>
                                    </p:set>
                                    <p:animEffect transition="in" filter="strips(downRight)">
                                      <p:cBhvr>
                                        <p:cTn id="250" dur="500"/>
                                        <p:tgtEl>
                                          <p:spTgt spid="67"/>
                                        </p:tgtEl>
                                      </p:cBhvr>
                                    </p:animEffect>
                                  </p:childTnLst>
                                </p:cTn>
                              </p:par>
                            </p:childTnLst>
                          </p:cTn>
                        </p:par>
                        <p:par>
                          <p:cTn id="251" fill="hold">
                            <p:stCondLst>
                              <p:cond delay="28000"/>
                            </p:stCondLst>
                            <p:childTnLst>
                              <p:par>
                                <p:cTn id="252" presetID="18" presetClass="entr" presetSubtype="12" fill="hold" nodeType="afterEffect">
                                  <p:stCondLst>
                                    <p:cond delay="0"/>
                                  </p:stCondLst>
                                  <p:childTnLst>
                                    <p:set>
                                      <p:cBhvr>
                                        <p:cTn id="253" dur="1" fill="hold">
                                          <p:stCondLst>
                                            <p:cond delay="0"/>
                                          </p:stCondLst>
                                        </p:cTn>
                                        <p:tgtEl>
                                          <p:spTgt spid="68"/>
                                        </p:tgtEl>
                                        <p:attrNameLst>
                                          <p:attrName>style.visibility</p:attrName>
                                        </p:attrNameLst>
                                      </p:cBhvr>
                                      <p:to>
                                        <p:strVal val="visible"/>
                                      </p:to>
                                    </p:set>
                                    <p:animEffect transition="in" filter="strips(downLeft)">
                                      <p:cBhvr>
                                        <p:cTn id="254" dur="500"/>
                                        <p:tgtEl>
                                          <p:spTgt spid="68"/>
                                        </p:tgtEl>
                                      </p:cBhvr>
                                    </p:animEffect>
                                  </p:childTnLst>
                                </p:cTn>
                              </p:par>
                            </p:childTnLst>
                          </p:cTn>
                        </p:par>
                        <p:par>
                          <p:cTn id="255" fill="hold">
                            <p:stCondLst>
                              <p:cond delay="28500"/>
                            </p:stCondLst>
                            <p:childTnLst>
                              <p:par>
                                <p:cTn id="256" presetID="18" presetClass="entr" presetSubtype="12" fill="hold" nodeType="afterEffect">
                                  <p:stCondLst>
                                    <p:cond delay="0"/>
                                  </p:stCondLst>
                                  <p:childTnLst>
                                    <p:set>
                                      <p:cBhvr>
                                        <p:cTn id="257" dur="1" fill="hold">
                                          <p:stCondLst>
                                            <p:cond delay="0"/>
                                          </p:stCondLst>
                                        </p:cTn>
                                        <p:tgtEl>
                                          <p:spTgt spid="69"/>
                                        </p:tgtEl>
                                        <p:attrNameLst>
                                          <p:attrName>style.visibility</p:attrName>
                                        </p:attrNameLst>
                                      </p:cBhvr>
                                      <p:to>
                                        <p:strVal val="visible"/>
                                      </p:to>
                                    </p:set>
                                    <p:animEffect transition="in" filter="strips(downLeft)">
                                      <p:cBhvr>
                                        <p:cTn id="258" dur="500"/>
                                        <p:tgtEl>
                                          <p:spTgt spid="69"/>
                                        </p:tgtEl>
                                      </p:cBhvr>
                                    </p:animEffect>
                                  </p:childTnLst>
                                </p:cTn>
                              </p:par>
                            </p:childTnLst>
                          </p:cTn>
                        </p:par>
                        <p:par>
                          <p:cTn id="259" fill="hold">
                            <p:stCondLst>
                              <p:cond delay="29000"/>
                            </p:stCondLst>
                            <p:childTnLst>
                              <p:par>
                                <p:cTn id="260" presetID="18" presetClass="entr" presetSubtype="3" fill="hold" nodeType="afterEffect">
                                  <p:stCondLst>
                                    <p:cond delay="0"/>
                                  </p:stCondLst>
                                  <p:childTnLst>
                                    <p:set>
                                      <p:cBhvr>
                                        <p:cTn id="261" dur="1" fill="hold">
                                          <p:stCondLst>
                                            <p:cond delay="0"/>
                                          </p:stCondLst>
                                        </p:cTn>
                                        <p:tgtEl>
                                          <p:spTgt spid="70"/>
                                        </p:tgtEl>
                                        <p:attrNameLst>
                                          <p:attrName>style.visibility</p:attrName>
                                        </p:attrNameLst>
                                      </p:cBhvr>
                                      <p:to>
                                        <p:strVal val="visible"/>
                                      </p:to>
                                    </p:set>
                                    <p:animEffect transition="in" filter="strips(upRight)">
                                      <p:cBhvr>
                                        <p:cTn id="262" dur="500"/>
                                        <p:tgtEl>
                                          <p:spTgt spid="70"/>
                                        </p:tgtEl>
                                      </p:cBhvr>
                                    </p:animEffect>
                                  </p:childTnLst>
                                </p:cTn>
                              </p:par>
                            </p:childTnLst>
                          </p:cTn>
                        </p:par>
                        <p:par>
                          <p:cTn id="263" fill="hold">
                            <p:stCondLst>
                              <p:cond delay="29500"/>
                            </p:stCondLst>
                            <p:childTnLst>
                              <p:par>
                                <p:cTn id="264" presetID="18" presetClass="entr" presetSubtype="6" fill="hold" nodeType="afterEffect">
                                  <p:stCondLst>
                                    <p:cond delay="0"/>
                                  </p:stCondLst>
                                  <p:childTnLst>
                                    <p:set>
                                      <p:cBhvr>
                                        <p:cTn id="265" dur="1" fill="hold">
                                          <p:stCondLst>
                                            <p:cond delay="0"/>
                                          </p:stCondLst>
                                        </p:cTn>
                                        <p:tgtEl>
                                          <p:spTgt spid="71"/>
                                        </p:tgtEl>
                                        <p:attrNameLst>
                                          <p:attrName>style.visibility</p:attrName>
                                        </p:attrNameLst>
                                      </p:cBhvr>
                                      <p:to>
                                        <p:strVal val="visible"/>
                                      </p:to>
                                    </p:set>
                                    <p:animEffect transition="in" filter="strips(downRight)">
                                      <p:cBhvr>
                                        <p:cTn id="266" dur="500"/>
                                        <p:tgtEl>
                                          <p:spTgt spid="71"/>
                                        </p:tgtEl>
                                      </p:cBhvr>
                                    </p:animEffect>
                                  </p:childTnLst>
                                </p:cTn>
                              </p:par>
                            </p:childTnLst>
                          </p:cTn>
                        </p:par>
                        <p:par>
                          <p:cTn id="267" fill="hold">
                            <p:stCondLst>
                              <p:cond delay="30000"/>
                            </p:stCondLst>
                            <p:childTnLst>
                              <p:par>
                                <p:cTn id="268" presetID="18" presetClass="entr" presetSubtype="12" fill="hold" nodeType="afterEffect">
                                  <p:stCondLst>
                                    <p:cond delay="0"/>
                                  </p:stCondLst>
                                  <p:childTnLst>
                                    <p:set>
                                      <p:cBhvr>
                                        <p:cTn id="269" dur="1" fill="hold">
                                          <p:stCondLst>
                                            <p:cond delay="0"/>
                                          </p:stCondLst>
                                        </p:cTn>
                                        <p:tgtEl>
                                          <p:spTgt spid="72"/>
                                        </p:tgtEl>
                                        <p:attrNameLst>
                                          <p:attrName>style.visibility</p:attrName>
                                        </p:attrNameLst>
                                      </p:cBhvr>
                                      <p:to>
                                        <p:strVal val="visible"/>
                                      </p:to>
                                    </p:set>
                                    <p:animEffect transition="in" filter="strips(downLeft)">
                                      <p:cBhvr>
                                        <p:cTn id="270" dur="500"/>
                                        <p:tgtEl>
                                          <p:spTgt spid="72"/>
                                        </p:tgtEl>
                                      </p:cBhvr>
                                    </p:animEffect>
                                  </p:childTnLst>
                                </p:cTn>
                              </p:par>
                            </p:childTnLst>
                          </p:cTn>
                        </p:par>
                        <p:par>
                          <p:cTn id="271" fill="hold">
                            <p:stCondLst>
                              <p:cond delay="30500"/>
                            </p:stCondLst>
                            <p:childTnLst>
                              <p:par>
                                <p:cTn id="272" presetID="22" presetClass="entr" presetSubtype="1" fill="hold" grpId="0" nodeType="afterEffect">
                                  <p:stCondLst>
                                    <p:cond delay="0"/>
                                  </p:stCondLst>
                                  <p:childTnLst>
                                    <p:set>
                                      <p:cBhvr>
                                        <p:cTn id="273" dur="1" fill="hold">
                                          <p:stCondLst>
                                            <p:cond delay="0"/>
                                          </p:stCondLst>
                                        </p:cTn>
                                        <p:tgtEl>
                                          <p:spTgt spid="73"/>
                                        </p:tgtEl>
                                        <p:attrNameLst>
                                          <p:attrName>style.visibility</p:attrName>
                                        </p:attrNameLst>
                                      </p:cBhvr>
                                      <p:to>
                                        <p:strVal val="visible"/>
                                      </p:to>
                                    </p:set>
                                    <p:animEffect transition="in" filter="wipe(up)">
                                      <p:cBhvr>
                                        <p:cTn id="274" dur="500"/>
                                        <p:tgtEl>
                                          <p:spTgt spid="73"/>
                                        </p:tgtEl>
                                      </p:cBhvr>
                                    </p:animEffect>
                                  </p:childTnLst>
                                </p:cTn>
                              </p:par>
                            </p:childTnLst>
                          </p:cTn>
                        </p:par>
                        <p:par>
                          <p:cTn id="275" fill="hold">
                            <p:stCondLst>
                              <p:cond delay="31000"/>
                            </p:stCondLst>
                            <p:childTnLst>
                              <p:par>
                                <p:cTn id="276" presetID="22" presetClass="entr" presetSubtype="4" fill="hold" grpId="0" nodeType="afterEffect">
                                  <p:stCondLst>
                                    <p:cond delay="0"/>
                                  </p:stCondLst>
                                  <p:childTnLst>
                                    <p:set>
                                      <p:cBhvr>
                                        <p:cTn id="277" dur="1" fill="hold">
                                          <p:stCondLst>
                                            <p:cond delay="0"/>
                                          </p:stCondLst>
                                        </p:cTn>
                                        <p:tgtEl>
                                          <p:spTgt spid="74"/>
                                        </p:tgtEl>
                                        <p:attrNameLst>
                                          <p:attrName>style.visibility</p:attrName>
                                        </p:attrNameLst>
                                      </p:cBhvr>
                                      <p:to>
                                        <p:strVal val="visible"/>
                                      </p:to>
                                    </p:set>
                                    <p:animEffect transition="in" filter="wipe(down)">
                                      <p:cBhvr>
                                        <p:cTn id="278" dur="500"/>
                                        <p:tgtEl>
                                          <p:spTgt spid="74"/>
                                        </p:tgtEl>
                                      </p:cBhvr>
                                    </p:animEffect>
                                  </p:childTnLst>
                                </p:cTn>
                              </p:par>
                            </p:childTnLst>
                          </p:cTn>
                        </p:par>
                        <p:par>
                          <p:cTn id="279" fill="hold">
                            <p:stCondLst>
                              <p:cond delay="31500"/>
                            </p:stCondLst>
                            <p:childTnLst>
                              <p:par>
                                <p:cTn id="280" presetID="18" presetClass="entr" presetSubtype="3" fill="hold" nodeType="afterEffect">
                                  <p:stCondLst>
                                    <p:cond delay="0"/>
                                  </p:stCondLst>
                                  <p:childTnLst>
                                    <p:set>
                                      <p:cBhvr>
                                        <p:cTn id="281" dur="1" fill="hold">
                                          <p:stCondLst>
                                            <p:cond delay="0"/>
                                          </p:stCondLst>
                                        </p:cTn>
                                        <p:tgtEl>
                                          <p:spTgt spid="75"/>
                                        </p:tgtEl>
                                        <p:attrNameLst>
                                          <p:attrName>style.visibility</p:attrName>
                                        </p:attrNameLst>
                                      </p:cBhvr>
                                      <p:to>
                                        <p:strVal val="visible"/>
                                      </p:to>
                                    </p:set>
                                    <p:animEffect transition="in" filter="strips(upRight)">
                                      <p:cBhvr>
                                        <p:cTn id="282" dur="500"/>
                                        <p:tgtEl>
                                          <p:spTgt spid="75"/>
                                        </p:tgtEl>
                                      </p:cBhvr>
                                    </p:animEffect>
                                  </p:childTnLst>
                                </p:cTn>
                              </p:par>
                            </p:childTnLst>
                          </p:cTn>
                        </p:par>
                        <p:par>
                          <p:cTn id="283" fill="hold">
                            <p:stCondLst>
                              <p:cond delay="32000"/>
                            </p:stCondLst>
                            <p:childTnLst>
                              <p:par>
                                <p:cTn id="284" presetID="18" presetClass="entr" presetSubtype="6" fill="hold" nodeType="afterEffect">
                                  <p:stCondLst>
                                    <p:cond delay="0"/>
                                  </p:stCondLst>
                                  <p:childTnLst>
                                    <p:set>
                                      <p:cBhvr>
                                        <p:cTn id="285" dur="1" fill="hold">
                                          <p:stCondLst>
                                            <p:cond delay="0"/>
                                          </p:stCondLst>
                                        </p:cTn>
                                        <p:tgtEl>
                                          <p:spTgt spid="76"/>
                                        </p:tgtEl>
                                        <p:attrNameLst>
                                          <p:attrName>style.visibility</p:attrName>
                                        </p:attrNameLst>
                                      </p:cBhvr>
                                      <p:to>
                                        <p:strVal val="visible"/>
                                      </p:to>
                                    </p:set>
                                    <p:animEffect transition="in" filter="strips(downRight)">
                                      <p:cBhvr>
                                        <p:cTn id="286" dur="500"/>
                                        <p:tgtEl>
                                          <p:spTgt spid="76"/>
                                        </p:tgtEl>
                                      </p:cBhvr>
                                    </p:animEffect>
                                  </p:childTnLst>
                                </p:cTn>
                              </p:par>
                            </p:childTnLst>
                          </p:cTn>
                        </p:par>
                        <p:par>
                          <p:cTn id="287" fill="hold">
                            <p:stCondLst>
                              <p:cond delay="32500"/>
                            </p:stCondLst>
                            <p:childTnLst>
                              <p:par>
                                <p:cTn id="288" presetID="18" presetClass="entr" presetSubtype="12" fill="hold" nodeType="afterEffect">
                                  <p:stCondLst>
                                    <p:cond delay="0"/>
                                  </p:stCondLst>
                                  <p:childTnLst>
                                    <p:set>
                                      <p:cBhvr>
                                        <p:cTn id="289" dur="1" fill="hold">
                                          <p:stCondLst>
                                            <p:cond delay="0"/>
                                          </p:stCondLst>
                                        </p:cTn>
                                        <p:tgtEl>
                                          <p:spTgt spid="77"/>
                                        </p:tgtEl>
                                        <p:attrNameLst>
                                          <p:attrName>style.visibility</p:attrName>
                                        </p:attrNameLst>
                                      </p:cBhvr>
                                      <p:to>
                                        <p:strVal val="visible"/>
                                      </p:to>
                                    </p:set>
                                    <p:animEffect transition="in" filter="strips(downLeft)">
                                      <p:cBhvr>
                                        <p:cTn id="290" dur="500"/>
                                        <p:tgtEl>
                                          <p:spTgt spid="77"/>
                                        </p:tgtEl>
                                      </p:cBhvr>
                                    </p:animEffect>
                                  </p:childTnLst>
                                </p:cTn>
                              </p:par>
                            </p:childTnLst>
                          </p:cTn>
                        </p:par>
                        <p:par>
                          <p:cTn id="291" fill="hold">
                            <p:stCondLst>
                              <p:cond delay="33000"/>
                            </p:stCondLst>
                            <p:childTnLst>
                              <p:par>
                                <p:cTn id="292" presetID="18" presetClass="entr" presetSubtype="12" fill="hold" nodeType="afterEffect">
                                  <p:stCondLst>
                                    <p:cond delay="0"/>
                                  </p:stCondLst>
                                  <p:childTnLst>
                                    <p:set>
                                      <p:cBhvr>
                                        <p:cTn id="293" dur="1" fill="hold">
                                          <p:stCondLst>
                                            <p:cond delay="0"/>
                                          </p:stCondLst>
                                        </p:cTn>
                                        <p:tgtEl>
                                          <p:spTgt spid="78"/>
                                        </p:tgtEl>
                                        <p:attrNameLst>
                                          <p:attrName>style.visibility</p:attrName>
                                        </p:attrNameLst>
                                      </p:cBhvr>
                                      <p:to>
                                        <p:strVal val="visible"/>
                                      </p:to>
                                    </p:set>
                                    <p:animEffect transition="in" filter="strips(downLeft)">
                                      <p:cBhvr>
                                        <p:cTn id="294" dur="500"/>
                                        <p:tgtEl>
                                          <p:spTgt spid="78"/>
                                        </p:tgtEl>
                                      </p:cBhvr>
                                    </p:animEffect>
                                  </p:childTnLst>
                                </p:cTn>
                              </p:par>
                            </p:childTnLst>
                          </p:cTn>
                        </p:par>
                        <p:par>
                          <p:cTn id="295" fill="hold">
                            <p:stCondLst>
                              <p:cond delay="33500"/>
                            </p:stCondLst>
                            <p:childTnLst>
                              <p:par>
                                <p:cTn id="296" presetID="18" presetClass="entr" presetSubtype="3" fill="hold" nodeType="afterEffect">
                                  <p:stCondLst>
                                    <p:cond delay="0"/>
                                  </p:stCondLst>
                                  <p:childTnLst>
                                    <p:set>
                                      <p:cBhvr>
                                        <p:cTn id="297" dur="1" fill="hold">
                                          <p:stCondLst>
                                            <p:cond delay="0"/>
                                          </p:stCondLst>
                                        </p:cTn>
                                        <p:tgtEl>
                                          <p:spTgt spid="79"/>
                                        </p:tgtEl>
                                        <p:attrNameLst>
                                          <p:attrName>style.visibility</p:attrName>
                                        </p:attrNameLst>
                                      </p:cBhvr>
                                      <p:to>
                                        <p:strVal val="visible"/>
                                      </p:to>
                                    </p:set>
                                    <p:animEffect transition="in" filter="strips(upRight)">
                                      <p:cBhvr>
                                        <p:cTn id="298" dur="500"/>
                                        <p:tgtEl>
                                          <p:spTgt spid="79"/>
                                        </p:tgtEl>
                                      </p:cBhvr>
                                    </p:animEffect>
                                  </p:childTnLst>
                                </p:cTn>
                              </p:par>
                            </p:childTnLst>
                          </p:cTn>
                        </p:par>
                        <p:par>
                          <p:cTn id="299" fill="hold">
                            <p:stCondLst>
                              <p:cond delay="34000"/>
                            </p:stCondLst>
                            <p:childTnLst>
                              <p:par>
                                <p:cTn id="300" presetID="18" presetClass="entr" presetSubtype="6" fill="hold" nodeType="afterEffect">
                                  <p:stCondLst>
                                    <p:cond delay="0"/>
                                  </p:stCondLst>
                                  <p:childTnLst>
                                    <p:set>
                                      <p:cBhvr>
                                        <p:cTn id="301" dur="1" fill="hold">
                                          <p:stCondLst>
                                            <p:cond delay="0"/>
                                          </p:stCondLst>
                                        </p:cTn>
                                        <p:tgtEl>
                                          <p:spTgt spid="80"/>
                                        </p:tgtEl>
                                        <p:attrNameLst>
                                          <p:attrName>style.visibility</p:attrName>
                                        </p:attrNameLst>
                                      </p:cBhvr>
                                      <p:to>
                                        <p:strVal val="visible"/>
                                      </p:to>
                                    </p:set>
                                    <p:animEffect transition="in" filter="strips(downRight)">
                                      <p:cBhvr>
                                        <p:cTn id="302" dur="500"/>
                                        <p:tgtEl>
                                          <p:spTgt spid="80"/>
                                        </p:tgtEl>
                                      </p:cBhvr>
                                    </p:animEffect>
                                  </p:childTnLst>
                                </p:cTn>
                              </p:par>
                            </p:childTnLst>
                          </p:cTn>
                        </p:par>
                        <p:par>
                          <p:cTn id="303" fill="hold">
                            <p:stCondLst>
                              <p:cond delay="34500"/>
                            </p:stCondLst>
                            <p:childTnLst>
                              <p:par>
                                <p:cTn id="304" presetID="18" presetClass="entr" presetSubtype="12" fill="hold" nodeType="afterEffect">
                                  <p:stCondLst>
                                    <p:cond delay="0"/>
                                  </p:stCondLst>
                                  <p:childTnLst>
                                    <p:set>
                                      <p:cBhvr>
                                        <p:cTn id="305" dur="1" fill="hold">
                                          <p:stCondLst>
                                            <p:cond delay="0"/>
                                          </p:stCondLst>
                                        </p:cTn>
                                        <p:tgtEl>
                                          <p:spTgt spid="81"/>
                                        </p:tgtEl>
                                        <p:attrNameLst>
                                          <p:attrName>style.visibility</p:attrName>
                                        </p:attrNameLst>
                                      </p:cBhvr>
                                      <p:to>
                                        <p:strVal val="visible"/>
                                      </p:to>
                                    </p:set>
                                    <p:animEffect transition="in" filter="strips(downLeft)">
                                      <p:cBhvr>
                                        <p:cTn id="306" dur="500"/>
                                        <p:tgtEl>
                                          <p:spTgt spid="81"/>
                                        </p:tgtEl>
                                      </p:cBhvr>
                                    </p:animEffect>
                                  </p:childTnLst>
                                </p:cTn>
                              </p:par>
                            </p:childTnLst>
                          </p:cTn>
                        </p:par>
                      </p:childTnLst>
                    </p:cTn>
                  </p:par>
                  <p:par>
                    <p:cTn id="307" fill="hold">
                      <p:stCondLst>
                        <p:cond delay="indefinite"/>
                      </p:stCondLst>
                      <p:childTnLst>
                        <p:par>
                          <p:cTn id="308" fill="hold">
                            <p:stCondLst>
                              <p:cond delay="0"/>
                            </p:stCondLst>
                            <p:childTnLst>
                              <p:par>
                                <p:cTn id="309" presetID="9" presetClass="exit" presetSubtype="0" fill="hold" nodeType="clickEffect">
                                  <p:stCondLst>
                                    <p:cond delay="0"/>
                                  </p:stCondLst>
                                  <p:childTnLst>
                                    <p:animEffect transition="out" filter="dissolve">
                                      <p:cBhvr>
                                        <p:cTn id="310" dur="500"/>
                                        <p:tgtEl>
                                          <p:spTgt spid="8"/>
                                        </p:tgtEl>
                                      </p:cBhvr>
                                    </p:animEffect>
                                    <p:set>
                                      <p:cBhvr>
                                        <p:cTn id="311" dur="1" fill="hold">
                                          <p:stCondLst>
                                            <p:cond delay="499"/>
                                          </p:stCondLst>
                                        </p:cTn>
                                        <p:tgtEl>
                                          <p:spTgt spid="8"/>
                                        </p:tgtEl>
                                        <p:attrNameLst>
                                          <p:attrName>style.visibility</p:attrName>
                                        </p:attrNameLst>
                                      </p:cBhvr>
                                      <p:to>
                                        <p:strVal val="hidden"/>
                                      </p:to>
                                    </p:set>
                                  </p:childTnLst>
                                </p:cTn>
                              </p:par>
                              <p:par>
                                <p:cTn id="312" presetID="9" presetClass="exit" presetSubtype="0" fill="hold" nodeType="withEffect">
                                  <p:stCondLst>
                                    <p:cond delay="0"/>
                                  </p:stCondLst>
                                  <p:childTnLst>
                                    <p:animEffect transition="out" filter="dissolve">
                                      <p:cBhvr>
                                        <p:cTn id="313" dur="500"/>
                                        <p:tgtEl>
                                          <p:spTgt spid="16"/>
                                        </p:tgtEl>
                                      </p:cBhvr>
                                    </p:animEffect>
                                    <p:set>
                                      <p:cBhvr>
                                        <p:cTn id="314" dur="1" fill="hold">
                                          <p:stCondLst>
                                            <p:cond delay="499"/>
                                          </p:stCondLst>
                                        </p:cTn>
                                        <p:tgtEl>
                                          <p:spTgt spid="16"/>
                                        </p:tgtEl>
                                        <p:attrNameLst>
                                          <p:attrName>style.visibility</p:attrName>
                                        </p:attrNameLst>
                                      </p:cBhvr>
                                      <p:to>
                                        <p:strVal val="hidden"/>
                                      </p:to>
                                    </p:set>
                                  </p:childTnLst>
                                </p:cTn>
                              </p:par>
                              <p:par>
                                <p:cTn id="315" presetID="9" presetClass="exit" presetSubtype="0" fill="hold" nodeType="withEffect">
                                  <p:stCondLst>
                                    <p:cond delay="0"/>
                                  </p:stCondLst>
                                  <p:childTnLst>
                                    <p:animEffect transition="out" filter="dissolve">
                                      <p:cBhvr>
                                        <p:cTn id="316" dur="500"/>
                                        <p:tgtEl>
                                          <p:spTgt spid="24"/>
                                        </p:tgtEl>
                                      </p:cBhvr>
                                    </p:animEffect>
                                    <p:set>
                                      <p:cBhvr>
                                        <p:cTn id="317" dur="1" fill="hold">
                                          <p:stCondLst>
                                            <p:cond delay="499"/>
                                          </p:stCondLst>
                                        </p:cTn>
                                        <p:tgtEl>
                                          <p:spTgt spid="24"/>
                                        </p:tgtEl>
                                        <p:attrNameLst>
                                          <p:attrName>style.visibility</p:attrName>
                                        </p:attrNameLst>
                                      </p:cBhvr>
                                      <p:to>
                                        <p:strVal val="hidden"/>
                                      </p:to>
                                    </p:set>
                                  </p:childTnLst>
                                </p:cTn>
                              </p:par>
                              <p:par>
                                <p:cTn id="318" presetID="9" presetClass="exit" presetSubtype="0" fill="hold" nodeType="withEffect">
                                  <p:stCondLst>
                                    <p:cond delay="0"/>
                                  </p:stCondLst>
                                  <p:childTnLst>
                                    <p:animEffect transition="out" filter="dissolve">
                                      <p:cBhvr>
                                        <p:cTn id="319" dur="500"/>
                                        <p:tgtEl>
                                          <p:spTgt spid="32"/>
                                        </p:tgtEl>
                                      </p:cBhvr>
                                    </p:animEffect>
                                    <p:set>
                                      <p:cBhvr>
                                        <p:cTn id="320" dur="1" fill="hold">
                                          <p:stCondLst>
                                            <p:cond delay="499"/>
                                          </p:stCondLst>
                                        </p:cTn>
                                        <p:tgtEl>
                                          <p:spTgt spid="32"/>
                                        </p:tgtEl>
                                        <p:attrNameLst>
                                          <p:attrName>style.visibility</p:attrName>
                                        </p:attrNameLst>
                                      </p:cBhvr>
                                      <p:to>
                                        <p:strVal val="hidden"/>
                                      </p:to>
                                    </p:set>
                                  </p:childTnLst>
                                </p:cTn>
                              </p:par>
                            </p:childTnLst>
                          </p:cTn>
                        </p:par>
                        <p:par>
                          <p:cTn id="321" fill="hold">
                            <p:stCondLst>
                              <p:cond delay="500"/>
                            </p:stCondLst>
                            <p:childTnLst>
                              <p:par>
                                <p:cTn id="322" presetID="18" presetClass="entr" presetSubtype="3" fill="hold" nodeType="afterEffect">
                                  <p:stCondLst>
                                    <p:cond delay="0"/>
                                  </p:stCondLst>
                                  <p:childTnLst>
                                    <p:set>
                                      <p:cBhvr>
                                        <p:cTn id="323" dur="1" fill="hold">
                                          <p:stCondLst>
                                            <p:cond delay="0"/>
                                          </p:stCondLst>
                                        </p:cTn>
                                        <p:tgtEl>
                                          <p:spTgt spid="82"/>
                                        </p:tgtEl>
                                        <p:attrNameLst>
                                          <p:attrName>style.visibility</p:attrName>
                                        </p:attrNameLst>
                                      </p:cBhvr>
                                      <p:to>
                                        <p:strVal val="visible"/>
                                      </p:to>
                                    </p:set>
                                    <p:animEffect transition="in" filter="strips(upRight)">
                                      <p:cBhvr>
                                        <p:cTn id="324" dur="500"/>
                                        <p:tgtEl>
                                          <p:spTgt spid="82"/>
                                        </p:tgtEl>
                                      </p:cBhvr>
                                    </p:animEffect>
                                  </p:childTnLst>
                                </p:cTn>
                              </p:par>
                            </p:childTnLst>
                          </p:cTn>
                        </p:par>
                        <p:par>
                          <p:cTn id="325" fill="hold">
                            <p:stCondLst>
                              <p:cond delay="1000"/>
                            </p:stCondLst>
                            <p:childTnLst>
                              <p:par>
                                <p:cTn id="326" presetID="22" presetClass="entr" presetSubtype="4" fill="hold" nodeType="afterEffect">
                                  <p:stCondLst>
                                    <p:cond delay="0"/>
                                  </p:stCondLst>
                                  <p:childTnLst>
                                    <p:set>
                                      <p:cBhvr>
                                        <p:cTn id="327" dur="1" fill="hold">
                                          <p:stCondLst>
                                            <p:cond delay="0"/>
                                          </p:stCondLst>
                                        </p:cTn>
                                        <p:tgtEl>
                                          <p:spTgt spid="83"/>
                                        </p:tgtEl>
                                        <p:attrNameLst>
                                          <p:attrName>style.visibility</p:attrName>
                                        </p:attrNameLst>
                                      </p:cBhvr>
                                      <p:to>
                                        <p:strVal val="visible"/>
                                      </p:to>
                                    </p:set>
                                    <p:animEffect transition="in" filter="wipe(down)">
                                      <p:cBhvr>
                                        <p:cTn id="328" dur="500"/>
                                        <p:tgtEl>
                                          <p:spTgt spid="83"/>
                                        </p:tgtEl>
                                      </p:cBhvr>
                                    </p:animEffect>
                                  </p:childTnLst>
                                </p:cTn>
                              </p:par>
                            </p:childTnLst>
                          </p:cTn>
                        </p:par>
                      </p:childTnLst>
                    </p:cTn>
                  </p:par>
                  <p:par>
                    <p:cTn id="329" fill="hold">
                      <p:stCondLst>
                        <p:cond delay="indefinite"/>
                      </p:stCondLst>
                      <p:childTnLst>
                        <p:par>
                          <p:cTn id="330" fill="hold">
                            <p:stCondLst>
                              <p:cond delay="0"/>
                            </p:stCondLst>
                            <p:childTnLst>
                              <p:par>
                                <p:cTn id="331" presetID="9" presetClass="exit" presetSubtype="0" fill="hold" grpId="1" nodeType="clickEffect">
                                  <p:stCondLst>
                                    <p:cond delay="0"/>
                                  </p:stCondLst>
                                  <p:childTnLst>
                                    <p:animEffect transition="out" filter="dissolve">
                                      <p:cBhvr>
                                        <p:cTn id="332" dur="500"/>
                                        <p:tgtEl>
                                          <p:spTgt spid="7"/>
                                        </p:tgtEl>
                                      </p:cBhvr>
                                    </p:animEffect>
                                    <p:set>
                                      <p:cBhvr>
                                        <p:cTn id="333" dur="1" fill="hold">
                                          <p:stCondLst>
                                            <p:cond delay="499"/>
                                          </p:stCondLst>
                                        </p:cTn>
                                        <p:tgtEl>
                                          <p:spTgt spid="7"/>
                                        </p:tgtEl>
                                        <p:attrNameLst>
                                          <p:attrName>style.visibility</p:attrName>
                                        </p:attrNameLst>
                                      </p:cBhvr>
                                      <p:to>
                                        <p:strVal val="hidden"/>
                                      </p:to>
                                    </p:set>
                                  </p:childTnLst>
                                </p:cTn>
                              </p:par>
                              <p:par>
                                <p:cTn id="334" presetID="9" presetClass="exit" presetSubtype="0" fill="hold" grpId="1" nodeType="withEffect">
                                  <p:stCondLst>
                                    <p:cond delay="0"/>
                                  </p:stCondLst>
                                  <p:childTnLst>
                                    <p:animEffect transition="out" filter="dissolve">
                                      <p:cBhvr>
                                        <p:cTn id="335" dur="500"/>
                                        <p:tgtEl>
                                          <p:spTgt spid="15"/>
                                        </p:tgtEl>
                                      </p:cBhvr>
                                    </p:animEffect>
                                    <p:set>
                                      <p:cBhvr>
                                        <p:cTn id="336" dur="1" fill="hold">
                                          <p:stCondLst>
                                            <p:cond delay="499"/>
                                          </p:stCondLst>
                                        </p:cTn>
                                        <p:tgtEl>
                                          <p:spTgt spid="15"/>
                                        </p:tgtEl>
                                        <p:attrNameLst>
                                          <p:attrName>style.visibility</p:attrName>
                                        </p:attrNameLst>
                                      </p:cBhvr>
                                      <p:to>
                                        <p:strVal val="hidden"/>
                                      </p:to>
                                    </p:set>
                                  </p:childTnLst>
                                </p:cTn>
                              </p:par>
                              <p:par>
                                <p:cTn id="337" presetID="9" presetClass="exit" presetSubtype="0" fill="hold" grpId="1" nodeType="withEffect">
                                  <p:stCondLst>
                                    <p:cond delay="0"/>
                                  </p:stCondLst>
                                  <p:childTnLst>
                                    <p:animEffect transition="out" filter="dissolve">
                                      <p:cBhvr>
                                        <p:cTn id="338" dur="500"/>
                                        <p:tgtEl>
                                          <p:spTgt spid="23"/>
                                        </p:tgtEl>
                                      </p:cBhvr>
                                    </p:animEffect>
                                    <p:set>
                                      <p:cBhvr>
                                        <p:cTn id="339" dur="1" fill="hold">
                                          <p:stCondLst>
                                            <p:cond delay="499"/>
                                          </p:stCondLst>
                                        </p:cTn>
                                        <p:tgtEl>
                                          <p:spTgt spid="23"/>
                                        </p:tgtEl>
                                        <p:attrNameLst>
                                          <p:attrName>style.visibility</p:attrName>
                                        </p:attrNameLst>
                                      </p:cBhvr>
                                      <p:to>
                                        <p:strVal val="hidden"/>
                                      </p:to>
                                    </p:set>
                                  </p:childTnLst>
                                </p:cTn>
                              </p:par>
                              <p:par>
                                <p:cTn id="340" presetID="9" presetClass="exit" presetSubtype="0" fill="hold" grpId="1" nodeType="withEffect">
                                  <p:stCondLst>
                                    <p:cond delay="0"/>
                                  </p:stCondLst>
                                  <p:childTnLst>
                                    <p:animEffect transition="out" filter="dissolve">
                                      <p:cBhvr>
                                        <p:cTn id="341" dur="500"/>
                                        <p:tgtEl>
                                          <p:spTgt spid="31"/>
                                        </p:tgtEl>
                                      </p:cBhvr>
                                    </p:animEffect>
                                    <p:set>
                                      <p:cBhvr>
                                        <p:cTn id="342" dur="1" fill="hold">
                                          <p:stCondLst>
                                            <p:cond delay="499"/>
                                          </p:stCondLst>
                                        </p:cTn>
                                        <p:tgtEl>
                                          <p:spTgt spid="31"/>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4" fill="hold" grpId="0" nodeType="clickEffect">
                                  <p:stCondLst>
                                    <p:cond delay="0"/>
                                  </p:stCondLst>
                                  <p:childTnLst>
                                    <p:set>
                                      <p:cBhvr>
                                        <p:cTn id="346" dur="1" fill="hold">
                                          <p:stCondLst>
                                            <p:cond delay="0"/>
                                          </p:stCondLst>
                                        </p:cTn>
                                        <p:tgtEl>
                                          <p:spTgt spid="84"/>
                                        </p:tgtEl>
                                        <p:attrNameLst>
                                          <p:attrName>style.visibility</p:attrName>
                                        </p:attrNameLst>
                                      </p:cBhvr>
                                      <p:to>
                                        <p:strVal val="visible"/>
                                      </p:to>
                                    </p:set>
                                    <p:animEffect transition="in" filter="wipe(down)">
                                      <p:cBhvr>
                                        <p:cTn id="347" dur="5000"/>
                                        <p:tgtEl>
                                          <p:spTgt spid="84"/>
                                        </p:tgtEl>
                                      </p:cBhvr>
                                    </p:animEffect>
                                  </p:childTnLst>
                                </p:cTn>
                              </p:par>
                            </p:childTnLst>
                          </p:cTn>
                        </p:par>
                        <p:par>
                          <p:cTn id="348" fill="hold">
                            <p:stCondLst>
                              <p:cond delay="5000"/>
                            </p:stCondLst>
                            <p:childTnLst>
                              <p:par>
                                <p:cTn id="349" presetID="18" presetClass="entr" presetSubtype="3" fill="hold" nodeType="afterEffect">
                                  <p:stCondLst>
                                    <p:cond delay="0"/>
                                  </p:stCondLst>
                                  <p:childTnLst>
                                    <p:set>
                                      <p:cBhvr>
                                        <p:cTn id="350" dur="1" fill="hold">
                                          <p:stCondLst>
                                            <p:cond delay="0"/>
                                          </p:stCondLst>
                                        </p:cTn>
                                        <p:tgtEl>
                                          <p:spTgt spid="85"/>
                                        </p:tgtEl>
                                        <p:attrNameLst>
                                          <p:attrName>style.visibility</p:attrName>
                                        </p:attrNameLst>
                                      </p:cBhvr>
                                      <p:to>
                                        <p:strVal val="visible"/>
                                      </p:to>
                                    </p:set>
                                    <p:animEffect transition="in" filter="strips(upRight)">
                                      <p:cBhvr>
                                        <p:cTn id="351" dur="500"/>
                                        <p:tgtEl>
                                          <p:spTgt spid="85"/>
                                        </p:tgtEl>
                                      </p:cBhvr>
                                    </p:animEffect>
                                  </p:childTnLst>
                                </p:cTn>
                              </p:par>
                            </p:childTnLst>
                          </p:cTn>
                        </p:par>
                        <p:par>
                          <p:cTn id="352" fill="hold">
                            <p:stCondLst>
                              <p:cond delay="5500"/>
                            </p:stCondLst>
                            <p:childTnLst>
                              <p:par>
                                <p:cTn id="353" presetID="18" presetClass="entr" presetSubtype="3" fill="hold" nodeType="afterEffect">
                                  <p:stCondLst>
                                    <p:cond delay="0"/>
                                  </p:stCondLst>
                                  <p:childTnLst>
                                    <p:set>
                                      <p:cBhvr>
                                        <p:cTn id="354" dur="1" fill="hold">
                                          <p:stCondLst>
                                            <p:cond delay="0"/>
                                          </p:stCondLst>
                                        </p:cTn>
                                        <p:tgtEl>
                                          <p:spTgt spid="86"/>
                                        </p:tgtEl>
                                        <p:attrNameLst>
                                          <p:attrName>style.visibility</p:attrName>
                                        </p:attrNameLst>
                                      </p:cBhvr>
                                      <p:to>
                                        <p:strVal val="visible"/>
                                      </p:to>
                                    </p:set>
                                    <p:animEffect transition="in" filter="strips(upRight)">
                                      <p:cBhvr>
                                        <p:cTn id="355" dur="500"/>
                                        <p:tgtEl>
                                          <p:spTgt spid="86"/>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4" fill="hold" grpId="0" nodeType="clickEffect">
                                  <p:stCondLst>
                                    <p:cond delay="0"/>
                                  </p:stCondLst>
                                  <p:childTnLst>
                                    <p:set>
                                      <p:cBhvr>
                                        <p:cTn id="359" dur="1" fill="hold">
                                          <p:stCondLst>
                                            <p:cond delay="0"/>
                                          </p:stCondLst>
                                        </p:cTn>
                                        <p:tgtEl>
                                          <p:spTgt spid="87"/>
                                        </p:tgtEl>
                                        <p:attrNameLst>
                                          <p:attrName>style.visibility</p:attrName>
                                        </p:attrNameLst>
                                      </p:cBhvr>
                                      <p:to>
                                        <p:strVal val="visible"/>
                                      </p:to>
                                    </p:set>
                                    <p:animEffect transition="in" filter="wipe(down)">
                                      <p:cBhvr>
                                        <p:cTn id="360" dur="500"/>
                                        <p:tgtEl>
                                          <p:spTgt spid="87"/>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ntr" presetSubtype="4" fill="hold" grpId="0" nodeType="clickEffect">
                                  <p:stCondLst>
                                    <p:cond delay="0"/>
                                  </p:stCondLst>
                                  <p:childTnLst>
                                    <p:set>
                                      <p:cBhvr>
                                        <p:cTn id="364" dur="1" fill="hold">
                                          <p:stCondLst>
                                            <p:cond delay="0"/>
                                          </p:stCondLst>
                                        </p:cTn>
                                        <p:tgtEl>
                                          <p:spTgt spid="88"/>
                                        </p:tgtEl>
                                        <p:attrNameLst>
                                          <p:attrName>style.visibility</p:attrName>
                                        </p:attrNameLst>
                                      </p:cBhvr>
                                      <p:to>
                                        <p:strVal val="visible"/>
                                      </p:to>
                                    </p:set>
                                    <p:animEffect transition="in" filter="wipe(down)">
                                      <p:cBhvr>
                                        <p:cTn id="365" dur="500"/>
                                        <p:tgtEl>
                                          <p:spTgt spid="88"/>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4" fill="hold" grpId="0" nodeType="clickEffect">
                                  <p:stCondLst>
                                    <p:cond delay="0"/>
                                  </p:stCondLst>
                                  <p:childTnLst>
                                    <p:set>
                                      <p:cBhvr>
                                        <p:cTn id="369" dur="1" fill="hold">
                                          <p:stCondLst>
                                            <p:cond delay="0"/>
                                          </p:stCondLst>
                                        </p:cTn>
                                        <p:tgtEl>
                                          <p:spTgt spid="89"/>
                                        </p:tgtEl>
                                        <p:attrNameLst>
                                          <p:attrName>style.visibility</p:attrName>
                                        </p:attrNameLst>
                                      </p:cBhvr>
                                      <p:to>
                                        <p:strVal val="visible"/>
                                      </p:to>
                                    </p:set>
                                    <p:animEffect transition="in" filter="wipe(down)">
                                      <p:cBhvr>
                                        <p:cTn id="370" dur="500"/>
                                        <p:tgtEl>
                                          <p:spTgt spid="89"/>
                                        </p:tgtEl>
                                      </p:cBhvr>
                                    </p:animEffect>
                                  </p:childTnLst>
                                </p:cTn>
                              </p:par>
                            </p:childTnLst>
                          </p:cTn>
                        </p:par>
                      </p:childTnLst>
                    </p:cTn>
                  </p:par>
                  <p:par>
                    <p:cTn id="371" fill="hold">
                      <p:stCondLst>
                        <p:cond delay="indefinite"/>
                      </p:stCondLst>
                      <p:childTnLst>
                        <p:par>
                          <p:cTn id="372" fill="hold">
                            <p:stCondLst>
                              <p:cond delay="0"/>
                            </p:stCondLst>
                            <p:childTnLst>
                              <p:par>
                                <p:cTn id="373" presetID="18" presetClass="entr" presetSubtype="12" fill="hold" grpId="0" nodeType="clickEffect">
                                  <p:stCondLst>
                                    <p:cond delay="0"/>
                                  </p:stCondLst>
                                  <p:childTnLst>
                                    <p:set>
                                      <p:cBhvr>
                                        <p:cTn id="374" dur="1" fill="hold">
                                          <p:stCondLst>
                                            <p:cond delay="0"/>
                                          </p:stCondLst>
                                        </p:cTn>
                                        <p:tgtEl>
                                          <p:spTgt spid="90"/>
                                        </p:tgtEl>
                                        <p:attrNameLst>
                                          <p:attrName>style.visibility</p:attrName>
                                        </p:attrNameLst>
                                      </p:cBhvr>
                                      <p:to>
                                        <p:strVal val="visible"/>
                                      </p:to>
                                    </p:set>
                                    <p:animEffect transition="in" filter="strips(downLeft)">
                                      <p:cBhvr>
                                        <p:cTn id="37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5" grpId="0"/>
      <p:bldP spid="15" grpId="1"/>
      <p:bldP spid="23" grpId="0"/>
      <p:bldP spid="23" grpId="1"/>
      <p:bldP spid="31" grpId="0"/>
      <p:bldP spid="31" grpId="1"/>
      <p:bldP spid="46" grpId="0" animBg="1"/>
      <p:bldP spid="47" grpId="0" animBg="1"/>
      <p:bldP spid="55" grpId="0" animBg="1"/>
      <p:bldP spid="56" grpId="0" animBg="1"/>
      <p:bldP spid="64" grpId="0" animBg="1"/>
      <p:bldP spid="65" grpId="0" animBg="1"/>
      <p:bldP spid="73" grpId="0" animBg="1"/>
      <p:bldP spid="74" grpId="0" animBg="1"/>
      <p:bldP spid="84" grpId="0" animBg="1"/>
      <p:bldP spid="87" grpId="0" animBg="1"/>
      <p:bldP spid="88" grpId="0" animBg="1"/>
      <p:bldP spid="89" grpId="0"/>
      <p:bldP spid="9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a:t>
            </a:r>
            <a:r>
              <a:rPr lang="en-IN" dirty="0" smtClean="0"/>
              <a:t>Organization, </a:t>
            </a:r>
          </a:p>
          <a:p>
            <a:r>
              <a:rPr lang="en-IN" dirty="0" smtClean="0"/>
              <a:t>Chip layout</a:t>
            </a:r>
          </a:p>
          <a:p>
            <a:endParaRPr lang="en-IN" dirty="0"/>
          </a:p>
          <a:p>
            <a:endParaRPr lang="en-IN" dirty="0"/>
          </a:p>
        </p:txBody>
      </p:sp>
      <p:sp>
        <p:nvSpPr>
          <p:cNvPr id="5" name="Rounded Rectangle 4"/>
          <p:cNvSpPr/>
          <p:nvPr/>
        </p:nvSpPr>
        <p:spPr>
          <a:xfrm>
            <a:off x="2897814" y="0"/>
            <a:ext cx="6210690" cy="645333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421380" y="-47981"/>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637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5354706" y="1006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35579" y="256819"/>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p:nvSpPr>
        <p:spPr bwMode="auto">
          <a:xfrm>
            <a:off x="5421380" y="109502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185702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Straight Connector 19"/>
          <p:cNvCxnSpPr/>
          <p:nvPr/>
        </p:nvCxnSpPr>
        <p:spPr>
          <a:xfrm>
            <a:off x="5354706" y="2149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678431" y="1399819"/>
            <a:ext cx="3977878"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a:spLocks noChangeArrowheads="1"/>
          </p:cNvSpPr>
          <p:nvPr/>
        </p:nvSpPr>
        <p:spPr bwMode="auto">
          <a:xfrm>
            <a:off x="5421380" y="2228500"/>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2923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p:cNvCxnSpPr/>
          <p:nvPr/>
        </p:nvCxnSpPr>
        <p:spPr>
          <a:xfrm>
            <a:off x="5354706" y="32825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735579" y="25332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114"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p:cNvSpPr txBox="1">
            <a:spLocks noChangeArrowheads="1"/>
          </p:cNvSpPr>
          <p:nvPr/>
        </p:nvSpPr>
        <p:spPr bwMode="auto">
          <a:xfrm>
            <a:off x="5411855" y="3447698"/>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41430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7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8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78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 name="Straight Connector 35"/>
          <p:cNvCxnSpPr/>
          <p:nvPr/>
        </p:nvCxnSpPr>
        <p:spPr>
          <a:xfrm>
            <a:off x="5345181" y="45017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735579" y="37524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flipH="1" flipV="1">
            <a:off x="5983355" y="6298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H="1" flipV="1">
            <a:off x="6564380" y="6171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flipH="1" flipV="1">
            <a:off x="67834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0800000" flipH="1" flipV="1">
            <a:off x="73644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H="1" flipV="1">
            <a:off x="75835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0800000" flipH="1" flipV="1">
            <a:off x="81645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H="1" flipV="1">
            <a:off x="8326504" y="6425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0800000" flipH="1" flipV="1">
            <a:off x="8907530" y="6298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6" name="Flowchart: Extract 45"/>
          <p:cNvSpPr/>
          <p:nvPr/>
        </p:nvSpPr>
        <p:spPr>
          <a:xfrm rot="10800000">
            <a:off x="6507229" y="49812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47" name="Flowchart: Extract 46"/>
          <p:cNvSpPr/>
          <p:nvPr/>
        </p:nvSpPr>
        <p:spPr>
          <a:xfrm>
            <a:off x="5926204" y="49812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48" name="Straight Connector 47"/>
          <p:cNvCxnSpPr>
            <a:stCxn id="47" idx="2"/>
          </p:cNvCxnSpPr>
          <p:nvPr/>
        </p:nvCxnSpPr>
        <p:spPr>
          <a:xfrm rot="5400000">
            <a:off x="5875213" y="52814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6454445" y="52888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78630" y="54003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002405" y="54003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050030" y="56289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6050030" y="56289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54" name="Straight Connector 53"/>
          <p:cNvCxnSpPr/>
          <p:nvPr/>
        </p:nvCxnSpPr>
        <p:spPr>
          <a:xfrm flipV="1">
            <a:off x="6002406" y="50574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lowchart: Extract 54"/>
          <p:cNvSpPr/>
          <p:nvPr/>
        </p:nvSpPr>
        <p:spPr>
          <a:xfrm rot="10800000">
            <a:off x="7294234"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Extract 55"/>
          <p:cNvSpPr/>
          <p:nvPr/>
        </p:nvSpPr>
        <p:spPr>
          <a:xfrm>
            <a:off x="6713209"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a:stCxn id="56" idx="2"/>
          </p:cNvCxnSpPr>
          <p:nvPr/>
        </p:nvCxnSpPr>
        <p:spPr>
          <a:xfrm rot="5400000">
            <a:off x="6662215" y="5319562"/>
            <a:ext cx="236537" cy="119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7241448"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065632"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789407"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5400000">
            <a:off x="6837032"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6837032"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63" name="Straight Connector 62"/>
          <p:cNvCxnSpPr/>
          <p:nvPr/>
        </p:nvCxnSpPr>
        <p:spPr>
          <a:xfrm flipV="1">
            <a:off x="6789409" y="5095519"/>
            <a:ext cx="54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lowchart: Extract 63"/>
          <p:cNvSpPr/>
          <p:nvPr/>
        </p:nvSpPr>
        <p:spPr>
          <a:xfrm rot="10800000">
            <a:off x="8088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5" name="Flowchart: Extract 64"/>
          <p:cNvSpPr/>
          <p:nvPr/>
        </p:nvSpPr>
        <p:spPr>
          <a:xfrm>
            <a:off x="7507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6" name="Straight Connector 65"/>
          <p:cNvCxnSpPr>
            <a:stCxn id="65" idx="2"/>
          </p:cNvCxnSpPr>
          <p:nvPr/>
        </p:nvCxnSpPr>
        <p:spPr>
          <a:xfrm rot="5400000">
            <a:off x="7456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8035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859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583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7631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7631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2" name="Straight Connector 71"/>
          <p:cNvCxnSpPr/>
          <p:nvPr/>
        </p:nvCxnSpPr>
        <p:spPr>
          <a:xfrm flipV="1">
            <a:off x="7583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Flowchart: Extract 72"/>
          <p:cNvSpPr/>
          <p:nvPr/>
        </p:nvSpPr>
        <p:spPr>
          <a:xfrm rot="10800000">
            <a:off x="8850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4" name="Flowchart: Extract 73"/>
          <p:cNvSpPr/>
          <p:nvPr/>
        </p:nvSpPr>
        <p:spPr>
          <a:xfrm>
            <a:off x="8269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5" name="Straight Connector 74"/>
          <p:cNvCxnSpPr>
            <a:stCxn id="74" idx="2"/>
          </p:cNvCxnSpPr>
          <p:nvPr/>
        </p:nvCxnSpPr>
        <p:spPr>
          <a:xfrm rot="5400000">
            <a:off x="8218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a:off x="8797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621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345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8393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8393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1" name="Straight Connector 80"/>
          <p:cNvCxnSpPr/>
          <p:nvPr/>
        </p:nvCxnSpPr>
        <p:spPr>
          <a:xfrm flipV="1">
            <a:off x="8345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6200000" flipH="1">
            <a:off x="2922853" y="3426863"/>
            <a:ext cx="4900612" cy="178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257" y="58194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83"/>
          <p:cNvSpPr/>
          <p:nvPr/>
        </p:nvSpPr>
        <p:spPr>
          <a:xfrm>
            <a:off x="3478280" y="28219"/>
            <a:ext cx="1257300" cy="3886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white"/>
                </a:solidFill>
              </a:rPr>
              <a:t>De multiplexer</a:t>
            </a:r>
          </a:p>
          <a:p>
            <a:pPr algn="ctr" eaLnBrk="0" fontAlgn="base" hangingPunct="0">
              <a:spcBef>
                <a:spcPct val="0"/>
              </a:spcBef>
              <a:spcAft>
                <a:spcPct val="0"/>
              </a:spcAft>
              <a:defRPr/>
            </a:pPr>
            <a:r>
              <a:rPr lang="en-US" dirty="0">
                <a:solidFill>
                  <a:prstClr val="white"/>
                </a:solidFill>
              </a:rPr>
              <a:t>2 x 4</a:t>
            </a:r>
          </a:p>
        </p:txBody>
      </p:sp>
      <p:cxnSp>
        <p:nvCxnSpPr>
          <p:cNvPr id="85" name="Straight Connector 84"/>
          <p:cNvCxnSpPr/>
          <p:nvPr/>
        </p:nvCxnSpPr>
        <p:spPr>
          <a:xfrm>
            <a:off x="3192531" y="9426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3192531" y="30762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87" name="Left Brace 86"/>
          <p:cNvSpPr/>
          <p:nvPr/>
        </p:nvSpPr>
        <p:spPr>
          <a:xfrm>
            <a:off x="3087756" y="714031"/>
            <a:ext cx="241696" cy="3038475"/>
          </a:xfrm>
          <a:prstGeom prst="leftBrace">
            <a:avLst>
              <a:gd name="adj1" fmla="val 8333"/>
              <a:gd name="adj2" fmla="val 48945"/>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8" name="Left Brace 87"/>
          <p:cNvSpPr/>
          <p:nvPr/>
        </p:nvSpPr>
        <p:spPr>
          <a:xfrm rot="16200000">
            <a:off x="7077545" y="4643080"/>
            <a:ext cx="504823" cy="2857500"/>
          </a:xfrm>
          <a:prstGeom prst="leftBrace">
            <a:avLst>
              <a:gd name="adj1" fmla="val 8333"/>
              <a:gd name="adj2" fmla="val 49499"/>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9" name="TextBox 88"/>
          <p:cNvSpPr txBox="1">
            <a:spLocks noChangeArrowheads="1"/>
          </p:cNvSpPr>
          <p:nvPr/>
        </p:nvSpPr>
        <p:spPr bwMode="auto">
          <a:xfrm>
            <a:off x="2931964" y="473508"/>
            <a:ext cx="17145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black"/>
                </a:solidFill>
                <a:latin typeface="Arial" panose="020B0604020202020204" pitchFamily="34" charset="0"/>
                <a:cs typeface="Arial" panose="020B0604020202020204" pitchFamily="34" charset="0"/>
              </a:rPr>
              <a:t>Address Lines</a:t>
            </a:r>
          </a:p>
        </p:txBody>
      </p:sp>
      <p:sp>
        <p:nvSpPr>
          <p:cNvPr id="90" name="Rectangle 89"/>
          <p:cNvSpPr/>
          <p:nvPr/>
        </p:nvSpPr>
        <p:spPr>
          <a:xfrm>
            <a:off x="6016654" y="6208273"/>
            <a:ext cx="2501504" cy="2446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black"/>
                </a:solidFill>
              </a:rPr>
              <a:t>Data Lines</a:t>
            </a:r>
          </a:p>
        </p:txBody>
      </p:sp>
      <p:sp>
        <p:nvSpPr>
          <p:cNvPr id="91" name="Rectangle 90"/>
          <p:cNvSpPr/>
          <p:nvPr/>
        </p:nvSpPr>
        <p:spPr>
          <a:xfrm>
            <a:off x="3418573" y="256831"/>
            <a:ext cx="5496107" cy="5600701"/>
          </a:xfrm>
          <a:prstGeom prst="rect">
            <a:avLst/>
          </a:prstGeom>
          <a:effectLst>
            <a:glow rad="228600">
              <a:schemeClr val="accent4">
                <a:satMod val="175000"/>
                <a:alpha val="40000"/>
              </a:schemeClr>
            </a:glow>
          </a:effectLst>
        </p:spPr>
        <p:style>
          <a:lnRef idx="2">
            <a:schemeClr val="accent1"/>
          </a:lnRef>
          <a:fillRef idx="1">
            <a:schemeClr val="lt1"/>
          </a:fillRef>
          <a:effectRef idx="0">
            <a:schemeClr val="accent1"/>
          </a:effectRef>
          <a:fontRef idx="minor">
            <a:schemeClr val="dk1"/>
          </a:fontRef>
        </p:style>
        <p:txBody>
          <a:bodyPr anchor="ctr">
            <a:sp3d contourW="6350" prstMaterial="metal">
              <a:bevelT w="127000" h="31750" prst="relaxedInset"/>
              <a:contourClr>
                <a:schemeClr val="accent1">
                  <a:shade val="75000"/>
                </a:schemeClr>
              </a:contourClr>
            </a:sp3d>
          </a:bodyPr>
          <a:lstStyle/>
          <a:p>
            <a:pPr algn="ctr" eaLnBrk="0" fontAlgn="base" hangingPunct="0">
              <a:spcBef>
                <a:spcPct val="0"/>
              </a:spcBef>
              <a:spcAft>
                <a:spcPct val="0"/>
              </a:spcAft>
              <a:defRPr/>
            </a:pPr>
            <a:r>
              <a:rPr lang="en-US" sz="19900" b="1" cap="all" dirty="0">
                <a:ln w="0"/>
                <a:gradFill flip="none">
                  <a:gsLst>
                    <a:gs pos="0">
                      <a:srgbClr val="4F81BD">
                        <a:tint val="75000"/>
                        <a:shade val="75000"/>
                        <a:satMod val="170000"/>
                      </a:srgbClr>
                    </a:gs>
                    <a:gs pos="49000">
                      <a:srgbClr val="4F81BD">
                        <a:tint val="88000"/>
                        <a:shade val="65000"/>
                        <a:satMod val="172000"/>
                      </a:srgbClr>
                    </a:gs>
                    <a:gs pos="50000">
                      <a:srgbClr val="4F81BD">
                        <a:shade val="65000"/>
                        <a:satMod val="130000"/>
                      </a:srgbClr>
                    </a:gs>
                    <a:gs pos="92000">
                      <a:srgbClr val="4F81BD">
                        <a:shade val="50000"/>
                        <a:satMod val="120000"/>
                      </a:srgbClr>
                    </a:gs>
                    <a:gs pos="100000">
                      <a:srgbClr val="4F81BD">
                        <a:shade val="48000"/>
                        <a:satMod val="120000"/>
                      </a:srgbClr>
                    </a:gs>
                  </a:gsLst>
                  <a:lin ang="5400000"/>
                </a:gradFill>
                <a:effectLst>
                  <a:reflection blurRad="12700" stA="50000" endPos="50000" dist="5000" dir="5400000" sy="-100000" rotWithShape="0"/>
                </a:effectLst>
              </a:rPr>
              <a:t>CHIP</a:t>
            </a:r>
            <a:endParaRPr lang="en-US" sz="1600" b="1" cap="all" dirty="0">
              <a:ln w="0"/>
              <a:gradFill flip="none">
                <a:gsLst>
                  <a:gs pos="0">
                    <a:srgbClr val="4F81BD">
                      <a:tint val="75000"/>
                      <a:shade val="75000"/>
                      <a:satMod val="170000"/>
                    </a:srgbClr>
                  </a:gs>
                  <a:gs pos="49000">
                    <a:srgbClr val="4F81BD">
                      <a:tint val="88000"/>
                      <a:shade val="65000"/>
                      <a:satMod val="172000"/>
                    </a:srgbClr>
                  </a:gs>
                  <a:gs pos="50000">
                    <a:srgbClr val="4F81BD">
                      <a:shade val="65000"/>
                      <a:satMod val="130000"/>
                    </a:srgbClr>
                  </a:gs>
                  <a:gs pos="92000">
                    <a:srgbClr val="4F81BD">
                      <a:shade val="50000"/>
                      <a:satMod val="120000"/>
                    </a:srgbClr>
                  </a:gs>
                  <a:gs pos="100000">
                    <a:srgbClr val="4F81BD">
                      <a:shade val="48000"/>
                      <a:satMod val="120000"/>
                    </a:srgbClr>
                  </a:gs>
                </a:gsLst>
                <a:lin ang="5400000"/>
              </a:gradFill>
              <a:effectLst>
                <a:reflection blurRad="12700" stA="50000" endPos="50000" dist="5000" dir="5400000" sy="-100000" rotWithShape="0"/>
              </a:effectLst>
            </a:endParaRPr>
          </a:p>
        </p:txBody>
      </p:sp>
    </p:spTree>
    <p:extLst>
      <p:ext uri="{BB962C8B-B14F-4D97-AF65-F5344CB8AC3E}">
        <p14:creationId xmlns:p14="http://schemas.microsoft.com/office/powerpoint/2010/main" val="322893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trips(up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par>
                          <p:cTn id="31" fill="hold">
                            <p:stCondLst>
                              <p:cond delay="500"/>
                            </p:stCondLst>
                            <p:childTnLst>
                              <p:par>
                                <p:cTn id="32" presetID="18" presetClass="entr" presetSubtype="3"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strips(upRight)">
                                      <p:cBhvr>
                                        <p:cTn id="34" dur="500"/>
                                        <p:tgtEl>
                                          <p:spTgt spid="12"/>
                                        </p:tgtEl>
                                      </p:cBhvr>
                                    </p:animEffect>
                                  </p:childTnLst>
                                </p:cTn>
                              </p:par>
                            </p:childTnLst>
                          </p:cTn>
                        </p:par>
                        <p:par>
                          <p:cTn id="35" fill="hold">
                            <p:stCondLst>
                              <p:cond delay="1000"/>
                            </p:stCondLst>
                            <p:childTnLst>
                              <p:par>
                                <p:cTn id="36" presetID="22" presetClass="entr" presetSubtype="4"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2000"/>
                            </p:stCondLst>
                            <p:childTnLst>
                              <p:par>
                                <p:cTn id="44" presetID="18" presetClass="entr" presetSubtype="3"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strips(upRight)">
                                      <p:cBhvr>
                                        <p:cTn id="46" dur="500"/>
                                        <p:tgtEl>
                                          <p:spTgt spid="21"/>
                                        </p:tgtEl>
                                      </p:cBhvr>
                                    </p:animEffect>
                                  </p:childTnLst>
                                </p:cTn>
                              </p:par>
                            </p:childTnLst>
                          </p:cTn>
                        </p:par>
                        <p:par>
                          <p:cTn id="47" fill="hold">
                            <p:stCondLst>
                              <p:cond delay="2500"/>
                            </p:stCondLst>
                            <p:childTnLst>
                              <p:par>
                                <p:cTn id="48" presetID="22" presetClass="entr" presetSubtype="4"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par>
                          <p:cTn id="51" fill="hold">
                            <p:stCondLst>
                              <p:cond delay="3000"/>
                            </p:stCondLst>
                            <p:childTnLst>
                              <p:par>
                                <p:cTn id="52" presetID="18" presetClass="entr" presetSubtype="3"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strips(upRight)">
                                      <p:cBhvr>
                                        <p:cTn id="54" dur="500"/>
                                        <p:tgtEl>
                                          <p:spTgt spid="20"/>
                                        </p:tgtEl>
                                      </p:cBhvr>
                                    </p:animEffect>
                                  </p:childTnLst>
                                </p:cTn>
                              </p:par>
                            </p:childTnLst>
                          </p:cTn>
                        </p:par>
                        <p:par>
                          <p:cTn id="55" fill="hold">
                            <p:stCondLst>
                              <p:cond delay="3500"/>
                            </p:stCondLst>
                            <p:childTnLst>
                              <p:par>
                                <p:cTn id="56" presetID="22" presetClass="entr" presetSubtype="4"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par>
                          <p:cTn id="63" fill="hold">
                            <p:stCondLst>
                              <p:cond delay="4500"/>
                            </p:stCondLst>
                            <p:childTnLst>
                              <p:par>
                                <p:cTn id="64" presetID="22" presetClass="entr" presetSubtype="4"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down)">
                                      <p:cBhvr>
                                        <p:cTn id="70" dur="500"/>
                                        <p:tgtEl>
                                          <p:spTgt spid="22"/>
                                        </p:tgtEl>
                                      </p:cBhvr>
                                    </p:animEffect>
                                  </p:childTnLst>
                                </p:cTn>
                              </p:par>
                            </p:childTnLst>
                          </p:cTn>
                        </p:par>
                        <p:par>
                          <p:cTn id="71" fill="hold">
                            <p:stCondLst>
                              <p:cond delay="5500"/>
                            </p:stCondLst>
                            <p:childTnLst>
                              <p:par>
                                <p:cTn id="72" presetID="22" presetClass="entr" presetSubtype="8"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childTnLst>
                          </p:cTn>
                        </p:par>
                        <p:par>
                          <p:cTn id="75" fill="hold">
                            <p:stCondLst>
                              <p:cond delay="6000"/>
                            </p:stCondLst>
                            <p:childTnLst>
                              <p:par>
                                <p:cTn id="76" presetID="18" presetClass="entr" presetSubtype="3" fill="hold" nodeType="after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strips(upRight)">
                                      <p:cBhvr>
                                        <p:cTn id="78" dur="500"/>
                                        <p:tgtEl>
                                          <p:spTgt spid="29"/>
                                        </p:tgtEl>
                                      </p:cBhvr>
                                    </p:animEffect>
                                  </p:childTnLst>
                                </p:cTn>
                              </p:par>
                            </p:childTnLst>
                          </p:cTn>
                        </p:par>
                        <p:par>
                          <p:cTn id="79" fill="hold">
                            <p:stCondLst>
                              <p:cond delay="6500"/>
                            </p:stCondLst>
                            <p:childTnLst>
                              <p:par>
                                <p:cTn id="80" presetID="22" presetClass="entr" presetSubtype="4" fill="hold" nodeType="after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down)">
                                      <p:cBhvr>
                                        <p:cTn id="82" dur="500"/>
                                        <p:tgtEl>
                                          <p:spTgt spid="24"/>
                                        </p:tgtEl>
                                      </p:cBhvr>
                                    </p:animEffect>
                                  </p:childTnLst>
                                </p:cTn>
                              </p:par>
                            </p:childTnLst>
                          </p:cTn>
                        </p:par>
                        <p:par>
                          <p:cTn id="83" fill="hold">
                            <p:stCondLst>
                              <p:cond delay="7000"/>
                            </p:stCondLst>
                            <p:childTnLst>
                              <p:par>
                                <p:cTn id="84" presetID="18" presetClass="entr" presetSubtype="3" fill="hold"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strips(upRight)">
                                      <p:cBhvr>
                                        <p:cTn id="86" dur="500"/>
                                        <p:tgtEl>
                                          <p:spTgt spid="28"/>
                                        </p:tgtEl>
                                      </p:cBhvr>
                                    </p:animEffect>
                                  </p:childTnLst>
                                </p:cTn>
                              </p:par>
                            </p:childTnLst>
                          </p:cTn>
                        </p:par>
                        <p:par>
                          <p:cTn id="87" fill="hold">
                            <p:stCondLst>
                              <p:cond delay="7500"/>
                            </p:stCondLst>
                            <p:childTnLst>
                              <p:par>
                                <p:cTn id="88" presetID="22" presetClass="entr" presetSubtype="4"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8000"/>
                            </p:stCondLst>
                            <p:childTnLst>
                              <p:par>
                                <p:cTn id="92" presetID="22" presetClass="entr" presetSubtype="4" fill="hold"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par>
                          <p:cTn id="95" fill="hold">
                            <p:stCondLst>
                              <p:cond delay="8500"/>
                            </p:stCondLst>
                            <p:childTnLst>
                              <p:par>
                                <p:cTn id="96" presetID="22" presetClass="entr" presetSubtype="4" fill="hold"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par>
                          <p:cTn id="99" fill="hold">
                            <p:stCondLst>
                              <p:cond delay="9000"/>
                            </p:stCondLst>
                            <p:childTnLst>
                              <p:par>
                                <p:cTn id="100" presetID="22" presetClass="entr" presetSubtype="4"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down)">
                                      <p:cBhvr>
                                        <p:cTn id="102" dur="500"/>
                                        <p:tgtEl>
                                          <p:spTgt spid="30"/>
                                        </p:tgtEl>
                                      </p:cBhvr>
                                    </p:animEffect>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wipe(left)">
                                      <p:cBhvr>
                                        <p:cTn id="106" dur="500"/>
                                        <p:tgtEl>
                                          <p:spTgt spid="31"/>
                                        </p:tgtEl>
                                      </p:cBhvr>
                                    </p:animEffect>
                                  </p:childTnLst>
                                </p:cTn>
                              </p:par>
                            </p:childTnLst>
                          </p:cTn>
                        </p:par>
                        <p:par>
                          <p:cTn id="107" fill="hold">
                            <p:stCondLst>
                              <p:cond delay="10000"/>
                            </p:stCondLst>
                            <p:childTnLst>
                              <p:par>
                                <p:cTn id="108" presetID="18" presetClass="entr" presetSubtype="3" fill="hold" nodeType="after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strips(upRight)">
                                      <p:cBhvr>
                                        <p:cTn id="110" dur="500"/>
                                        <p:tgtEl>
                                          <p:spTgt spid="37"/>
                                        </p:tgtEl>
                                      </p:cBhvr>
                                    </p:animEffect>
                                  </p:childTnLst>
                                </p:cTn>
                              </p:par>
                            </p:childTnLst>
                          </p:cTn>
                        </p:par>
                        <p:par>
                          <p:cTn id="111" fill="hold">
                            <p:stCondLst>
                              <p:cond delay="10500"/>
                            </p:stCondLst>
                            <p:childTnLst>
                              <p:par>
                                <p:cTn id="112" presetID="22" presetClass="entr" presetSubtype="4" fill="hold" nodeType="after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wipe(down)">
                                      <p:cBhvr>
                                        <p:cTn id="114" dur="500"/>
                                        <p:tgtEl>
                                          <p:spTgt spid="32"/>
                                        </p:tgtEl>
                                      </p:cBhvr>
                                    </p:animEffect>
                                  </p:childTnLst>
                                </p:cTn>
                              </p:par>
                            </p:childTnLst>
                          </p:cTn>
                        </p:par>
                        <p:par>
                          <p:cTn id="115" fill="hold">
                            <p:stCondLst>
                              <p:cond delay="11000"/>
                            </p:stCondLst>
                            <p:childTnLst>
                              <p:par>
                                <p:cTn id="116" presetID="18" presetClass="entr" presetSubtype="3" fill="hold"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strips(upRight)">
                                      <p:cBhvr>
                                        <p:cTn id="118" dur="500"/>
                                        <p:tgtEl>
                                          <p:spTgt spid="36"/>
                                        </p:tgtEl>
                                      </p:cBhvr>
                                    </p:animEffect>
                                  </p:childTnLst>
                                </p:cTn>
                              </p:par>
                            </p:childTnLst>
                          </p:cTn>
                        </p:par>
                        <p:par>
                          <p:cTn id="119" fill="hold">
                            <p:stCondLst>
                              <p:cond delay="11500"/>
                            </p:stCondLst>
                            <p:childTnLst>
                              <p:par>
                                <p:cTn id="120" presetID="22" presetClass="entr" presetSubtype="4" fill="hold" nodeType="after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down)">
                                      <p:cBhvr>
                                        <p:cTn id="122" dur="500"/>
                                        <p:tgtEl>
                                          <p:spTgt spid="33"/>
                                        </p:tgtEl>
                                      </p:cBhvr>
                                    </p:animEffect>
                                  </p:childTnLst>
                                </p:cTn>
                              </p:par>
                            </p:childTnLst>
                          </p:cTn>
                        </p:par>
                        <p:par>
                          <p:cTn id="123" fill="hold">
                            <p:stCondLst>
                              <p:cond delay="12000"/>
                            </p:stCondLst>
                            <p:childTnLst>
                              <p:par>
                                <p:cTn id="124" presetID="22" presetClass="entr" presetSubtype="4" fill="hold" nodeType="after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wipe(down)">
                                      <p:cBhvr>
                                        <p:cTn id="126" dur="500"/>
                                        <p:tgtEl>
                                          <p:spTgt spid="34"/>
                                        </p:tgtEl>
                                      </p:cBhvr>
                                    </p:animEffect>
                                  </p:childTnLst>
                                </p:cTn>
                              </p:par>
                            </p:childTnLst>
                          </p:cTn>
                        </p:par>
                        <p:par>
                          <p:cTn id="127" fill="hold">
                            <p:stCondLst>
                              <p:cond delay="12500"/>
                            </p:stCondLst>
                            <p:childTnLst>
                              <p:par>
                                <p:cTn id="128" presetID="22" presetClass="entr" presetSubtype="4"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wipe(down)">
                                      <p:cBhvr>
                                        <p:cTn id="130" dur="500"/>
                                        <p:tgtEl>
                                          <p:spTgt spid="35"/>
                                        </p:tgtEl>
                                      </p:cBhvr>
                                    </p:animEffect>
                                  </p:childTnLst>
                                </p:cTn>
                              </p:par>
                            </p:childTnLst>
                          </p:cTn>
                        </p:par>
                        <p:par>
                          <p:cTn id="131" fill="hold">
                            <p:stCondLst>
                              <p:cond delay="13000"/>
                            </p:stCondLst>
                            <p:childTnLst>
                              <p:par>
                                <p:cTn id="132" presetID="18" presetClass="entr" presetSubtype="3" fill="hold" nodeType="after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strips(upRight)">
                                      <p:cBhvr>
                                        <p:cTn id="134" dur="500"/>
                                        <p:tgtEl>
                                          <p:spTgt spid="38"/>
                                        </p:tgtEl>
                                      </p:cBhvr>
                                    </p:animEffect>
                                  </p:childTnLst>
                                </p:cTn>
                              </p:par>
                            </p:childTnLst>
                          </p:cTn>
                        </p:par>
                        <p:par>
                          <p:cTn id="135" fill="hold">
                            <p:stCondLst>
                              <p:cond delay="13500"/>
                            </p:stCondLst>
                            <p:childTnLst>
                              <p:par>
                                <p:cTn id="136" presetID="18" presetClass="entr" presetSubtype="6" fill="hold" nodeType="after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strips(downRight)">
                                      <p:cBhvr>
                                        <p:cTn id="138" dur="500"/>
                                        <p:tgtEl>
                                          <p:spTgt spid="39"/>
                                        </p:tgtEl>
                                      </p:cBhvr>
                                    </p:animEffect>
                                  </p:childTnLst>
                                </p:cTn>
                              </p:par>
                            </p:childTnLst>
                          </p:cTn>
                        </p:par>
                        <p:par>
                          <p:cTn id="139" fill="hold">
                            <p:stCondLst>
                              <p:cond delay="14000"/>
                            </p:stCondLst>
                            <p:childTnLst>
                              <p:par>
                                <p:cTn id="140" presetID="18" presetClass="entr" presetSubtype="3" fill="hold" nodeType="after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strips(upRight)">
                                      <p:cBhvr>
                                        <p:cTn id="142" dur="500"/>
                                        <p:tgtEl>
                                          <p:spTgt spid="40"/>
                                        </p:tgtEl>
                                      </p:cBhvr>
                                    </p:animEffect>
                                  </p:childTnLst>
                                </p:cTn>
                              </p:par>
                            </p:childTnLst>
                          </p:cTn>
                        </p:par>
                        <p:par>
                          <p:cTn id="143" fill="hold">
                            <p:stCondLst>
                              <p:cond delay="14500"/>
                            </p:stCondLst>
                            <p:childTnLst>
                              <p:par>
                                <p:cTn id="144" presetID="18" presetClass="entr" presetSubtype="6" fill="hold" nodeType="afterEffect">
                                  <p:stCondLst>
                                    <p:cond delay="0"/>
                                  </p:stCondLst>
                                  <p:childTnLst>
                                    <p:set>
                                      <p:cBhvr>
                                        <p:cTn id="145" dur="1" fill="hold">
                                          <p:stCondLst>
                                            <p:cond delay="0"/>
                                          </p:stCondLst>
                                        </p:cTn>
                                        <p:tgtEl>
                                          <p:spTgt spid="41"/>
                                        </p:tgtEl>
                                        <p:attrNameLst>
                                          <p:attrName>style.visibility</p:attrName>
                                        </p:attrNameLst>
                                      </p:cBhvr>
                                      <p:to>
                                        <p:strVal val="visible"/>
                                      </p:to>
                                    </p:set>
                                    <p:animEffect transition="in" filter="strips(downRight)">
                                      <p:cBhvr>
                                        <p:cTn id="146" dur="500"/>
                                        <p:tgtEl>
                                          <p:spTgt spid="41"/>
                                        </p:tgtEl>
                                      </p:cBhvr>
                                    </p:animEffect>
                                  </p:childTnLst>
                                </p:cTn>
                              </p:par>
                            </p:childTnLst>
                          </p:cTn>
                        </p:par>
                        <p:par>
                          <p:cTn id="147" fill="hold">
                            <p:stCondLst>
                              <p:cond delay="15000"/>
                            </p:stCondLst>
                            <p:childTnLst>
                              <p:par>
                                <p:cTn id="148" presetID="18" presetClass="entr" presetSubtype="3" fill="hold" nodeType="afterEffect">
                                  <p:stCondLst>
                                    <p:cond delay="0"/>
                                  </p:stCondLst>
                                  <p:childTnLst>
                                    <p:set>
                                      <p:cBhvr>
                                        <p:cTn id="149" dur="1" fill="hold">
                                          <p:stCondLst>
                                            <p:cond delay="0"/>
                                          </p:stCondLst>
                                        </p:cTn>
                                        <p:tgtEl>
                                          <p:spTgt spid="42"/>
                                        </p:tgtEl>
                                        <p:attrNameLst>
                                          <p:attrName>style.visibility</p:attrName>
                                        </p:attrNameLst>
                                      </p:cBhvr>
                                      <p:to>
                                        <p:strVal val="visible"/>
                                      </p:to>
                                    </p:set>
                                    <p:animEffect transition="in" filter="strips(upRight)">
                                      <p:cBhvr>
                                        <p:cTn id="150" dur="500"/>
                                        <p:tgtEl>
                                          <p:spTgt spid="42"/>
                                        </p:tgtEl>
                                      </p:cBhvr>
                                    </p:animEffect>
                                  </p:childTnLst>
                                </p:cTn>
                              </p:par>
                            </p:childTnLst>
                          </p:cTn>
                        </p:par>
                        <p:par>
                          <p:cTn id="151" fill="hold">
                            <p:stCondLst>
                              <p:cond delay="15500"/>
                            </p:stCondLst>
                            <p:childTnLst>
                              <p:par>
                                <p:cTn id="152" presetID="18" presetClass="entr" presetSubtype="6" fill="hold" nodeType="after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strips(downRight)">
                                      <p:cBhvr>
                                        <p:cTn id="154" dur="500"/>
                                        <p:tgtEl>
                                          <p:spTgt spid="43"/>
                                        </p:tgtEl>
                                      </p:cBhvr>
                                    </p:animEffect>
                                  </p:childTnLst>
                                </p:cTn>
                              </p:par>
                            </p:childTnLst>
                          </p:cTn>
                        </p:par>
                        <p:par>
                          <p:cTn id="155" fill="hold">
                            <p:stCondLst>
                              <p:cond delay="16000"/>
                            </p:stCondLst>
                            <p:childTnLst>
                              <p:par>
                                <p:cTn id="156" presetID="18" presetClass="entr" presetSubtype="3" fill="hold" nodeType="after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strips(upRight)">
                                      <p:cBhvr>
                                        <p:cTn id="158" dur="500"/>
                                        <p:tgtEl>
                                          <p:spTgt spid="44"/>
                                        </p:tgtEl>
                                      </p:cBhvr>
                                    </p:animEffect>
                                  </p:childTnLst>
                                </p:cTn>
                              </p:par>
                            </p:childTnLst>
                          </p:cTn>
                        </p:par>
                        <p:par>
                          <p:cTn id="159" fill="hold">
                            <p:stCondLst>
                              <p:cond delay="16500"/>
                            </p:stCondLst>
                            <p:childTnLst>
                              <p:par>
                                <p:cTn id="160" presetID="18" presetClass="entr" presetSubtype="6" fill="hold" nodeType="after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strips(downRight)">
                                      <p:cBhvr>
                                        <p:cTn id="162" dur="500"/>
                                        <p:tgtEl>
                                          <p:spTgt spid="45"/>
                                        </p:tgtEl>
                                      </p:cBhvr>
                                    </p:animEffect>
                                  </p:childTnLst>
                                </p:cTn>
                              </p:par>
                            </p:childTnLst>
                          </p:cTn>
                        </p:par>
                        <p:par>
                          <p:cTn id="163" fill="hold">
                            <p:stCondLst>
                              <p:cond delay="17000"/>
                            </p:stCondLst>
                            <p:childTnLst>
                              <p:par>
                                <p:cTn id="164" presetID="22" presetClass="entr" presetSubtype="1" fill="hold" grpId="0" nodeType="after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wipe(up)">
                                      <p:cBhvr>
                                        <p:cTn id="166" dur="500"/>
                                        <p:tgtEl>
                                          <p:spTgt spid="46"/>
                                        </p:tgtEl>
                                      </p:cBhvr>
                                    </p:animEffect>
                                  </p:childTnLst>
                                </p:cTn>
                              </p:par>
                            </p:childTnLst>
                          </p:cTn>
                        </p:par>
                        <p:par>
                          <p:cTn id="167" fill="hold">
                            <p:stCondLst>
                              <p:cond delay="17500"/>
                            </p:stCondLst>
                            <p:childTnLst>
                              <p:par>
                                <p:cTn id="168" presetID="22" presetClass="entr" presetSubtype="4" fill="hold" grpId="0" nodeType="afterEffect">
                                  <p:stCondLst>
                                    <p:cond delay="0"/>
                                  </p:stCondLst>
                                  <p:childTnLst>
                                    <p:set>
                                      <p:cBhvr>
                                        <p:cTn id="169" dur="1" fill="hold">
                                          <p:stCondLst>
                                            <p:cond delay="0"/>
                                          </p:stCondLst>
                                        </p:cTn>
                                        <p:tgtEl>
                                          <p:spTgt spid="47"/>
                                        </p:tgtEl>
                                        <p:attrNameLst>
                                          <p:attrName>style.visibility</p:attrName>
                                        </p:attrNameLst>
                                      </p:cBhvr>
                                      <p:to>
                                        <p:strVal val="visible"/>
                                      </p:to>
                                    </p:set>
                                    <p:animEffect transition="in" filter="wipe(down)">
                                      <p:cBhvr>
                                        <p:cTn id="170" dur="500"/>
                                        <p:tgtEl>
                                          <p:spTgt spid="47"/>
                                        </p:tgtEl>
                                      </p:cBhvr>
                                    </p:animEffect>
                                  </p:childTnLst>
                                </p:cTn>
                              </p:par>
                            </p:childTnLst>
                          </p:cTn>
                        </p:par>
                        <p:par>
                          <p:cTn id="171" fill="hold">
                            <p:stCondLst>
                              <p:cond delay="18000"/>
                            </p:stCondLst>
                            <p:childTnLst>
                              <p:par>
                                <p:cTn id="172" presetID="18" presetClass="entr" presetSubtype="3" fill="hold" nodeType="afterEffect">
                                  <p:stCondLst>
                                    <p:cond delay="0"/>
                                  </p:stCondLst>
                                  <p:childTnLst>
                                    <p:set>
                                      <p:cBhvr>
                                        <p:cTn id="173" dur="1" fill="hold">
                                          <p:stCondLst>
                                            <p:cond delay="0"/>
                                          </p:stCondLst>
                                        </p:cTn>
                                        <p:tgtEl>
                                          <p:spTgt spid="48"/>
                                        </p:tgtEl>
                                        <p:attrNameLst>
                                          <p:attrName>style.visibility</p:attrName>
                                        </p:attrNameLst>
                                      </p:cBhvr>
                                      <p:to>
                                        <p:strVal val="visible"/>
                                      </p:to>
                                    </p:set>
                                    <p:animEffect transition="in" filter="strips(upRight)">
                                      <p:cBhvr>
                                        <p:cTn id="174" dur="500"/>
                                        <p:tgtEl>
                                          <p:spTgt spid="48"/>
                                        </p:tgtEl>
                                      </p:cBhvr>
                                    </p:animEffect>
                                  </p:childTnLst>
                                </p:cTn>
                              </p:par>
                            </p:childTnLst>
                          </p:cTn>
                        </p:par>
                        <p:par>
                          <p:cTn id="175" fill="hold">
                            <p:stCondLst>
                              <p:cond delay="18500"/>
                            </p:stCondLst>
                            <p:childTnLst>
                              <p:par>
                                <p:cTn id="176" presetID="18" presetClass="entr" presetSubtype="6" fill="hold" nodeType="afterEffect">
                                  <p:stCondLst>
                                    <p:cond delay="0"/>
                                  </p:stCondLst>
                                  <p:childTnLst>
                                    <p:set>
                                      <p:cBhvr>
                                        <p:cTn id="177" dur="1" fill="hold">
                                          <p:stCondLst>
                                            <p:cond delay="0"/>
                                          </p:stCondLst>
                                        </p:cTn>
                                        <p:tgtEl>
                                          <p:spTgt spid="49"/>
                                        </p:tgtEl>
                                        <p:attrNameLst>
                                          <p:attrName>style.visibility</p:attrName>
                                        </p:attrNameLst>
                                      </p:cBhvr>
                                      <p:to>
                                        <p:strVal val="visible"/>
                                      </p:to>
                                    </p:set>
                                    <p:animEffect transition="in" filter="strips(downRight)">
                                      <p:cBhvr>
                                        <p:cTn id="178" dur="500"/>
                                        <p:tgtEl>
                                          <p:spTgt spid="49"/>
                                        </p:tgtEl>
                                      </p:cBhvr>
                                    </p:animEffect>
                                  </p:childTnLst>
                                </p:cTn>
                              </p:par>
                            </p:childTnLst>
                          </p:cTn>
                        </p:par>
                        <p:par>
                          <p:cTn id="179" fill="hold">
                            <p:stCondLst>
                              <p:cond delay="19000"/>
                            </p:stCondLst>
                            <p:childTnLst>
                              <p:par>
                                <p:cTn id="180" presetID="18" presetClass="entr" presetSubtype="12" fill="hold" nodeType="after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strips(downLeft)">
                                      <p:cBhvr>
                                        <p:cTn id="182" dur="500"/>
                                        <p:tgtEl>
                                          <p:spTgt spid="50"/>
                                        </p:tgtEl>
                                      </p:cBhvr>
                                    </p:animEffect>
                                  </p:childTnLst>
                                </p:cTn>
                              </p:par>
                            </p:childTnLst>
                          </p:cTn>
                        </p:par>
                        <p:par>
                          <p:cTn id="183" fill="hold">
                            <p:stCondLst>
                              <p:cond delay="19500"/>
                            </p:stCondLst>
                            <p:childTnLst>
                              <p:par>
                                <p:cTn id="184" presetID="18" presetClass="entr" presetSubtype="12" fill="hold" nodeType="afterEffect">
                                  <p:stCondLst>
                                    <p:cond delay="0"/>
                                  </p:stCondLst>
                                  <p:childTnLst>
                                    <p:set>
                                      <p:cBhvr>
                                        <p:cTn id="185" dur="1" fill="hold">
                                          <p:stCondLst>
                                            <p:cond delay="0"/>
                                          </p:stCondLst>
                                        </p:cTn>
                                        <p:tgtEl>
                                          <p:spTgt spid="51"/>
                                        </p:tgtEl>
                                        <p:attrNameLst>
                                          <p:attrName>style.visibility</p:attrName>
                                        </p:attrNameLst>
                                      </p:cBhvr>
                                      <p:to>
                                        <p:strVal val="visible"/>
                                      </p:to>
                                    </p:set>
                                    <p:animEffect transition="in" filter="strips(downLeft)">
                                      <p:cBhvr>
                                        <p:cTn id="186" dur="500"/>
                                        <p:tgtEl>
                                          <p:spTgt spid="51"/>
                                        </p:tgtEl>
                                      </p:cBhvr>
                                    </p:animEffect>
                                  </p:childTnLst>
                                </p:cTn>
                              </p:par>
                            </p:childTnLst>
                          </p:cTn>
                        </p:par>
                        <p:par>
                          <p:cTn id="187" fill="hold">
                            <p:stCondLst>
                              <p:cond delay="20000"/>
                            </p:stCondLst>
                            <p:childTnLst>
                              <p:par>
                                <p:cTn id="188" presetID="18" presetClass="entr" presetSubtype="3" fill="hold" nodeType="after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strips(upRight)">
                                      <p:cBhvr>
                                        <p:cTn id="190" dur="500"/>
                                        <p:tgtEl>
                                          <p:spTgt spid="52"/>
                                        </p:tgtEl>
                                      </p:cBhvr>
                                    </p:animEffect>
                                  </p:childTnLst>
                                </p:cTn>
                              </p:par>
                            </p:childTnLst>
                          </p:cTn>
                        </p:par>
                        <p:par>
                          <p:cTn id="191" fill="hold">
                            <p:stCondLst>
                              <p:cond delay="20500"/>
                            </p:stCondLst>
                            <p:childTnLst>
                              <p:par>
                                <p:cTn id="192" presetID="18" presetClass="entr" presetSubtype="6" fill="hold" nodeType="afterEffect">
                                  <p:stCondLst>
                                    <p:cond delay="0"/>
                                  </p:stCondLst>
                                  <p:childTnLst>
                                    <p:set>
                                      <p:cBhvr>
                                        <p:cTn id="193" dur="1" fill="hold">
                                          <p:stCondLst>
                                            <p:cond delay="0"/>
                                          </p:stCondLst>
                                        </p:cTn>
                                        <p:tgtEl>
                                          <p:spTgt spid="53"/>
                                        </p:tgtEl>
                                        <p:attrNameLst>
                                          <p:attrName>style.visibility</p:attrName>
                                        </p:attrNameLst>
                                      </p:cBhvr>
                                      <p:to>
                                        <p:strVal val="visible"/>
                                      </p:to>
                                    </p:set>
                                    <p:animEffect transition="in" filter="strips(downRight)">
                                      <p:cBhvr>
                                        <p:cTn id="194" dur="500"/>
                                        <p:tgtEl>
                                          <p:spTgt spid="53"/>
                                        </p:tgtEl>
                                      </p:cBhvr>
                                    </p:animEffect>
                                  </p:childTnLst>
                                </p:cTn>
                              </p:par>
                            </p:childTnLst>
                          </p:cTn>
                        </p:par>
                        <p:par>
                          <p:cTn id="195" fill="hold">
                            <p:stCondLst>
                              <p:cond delay="21000"/>
                            </p:stCondLst>
                            <p:childTnLst>
                              <p:par>
                                <p:cTn id="196" presetID="18" presetClass="entr" presetSubtype="12" fill="hold" nodeType="afterEffect">
                                  <p:stCondLst>
                                    <p:cond delay="0"/>
                                  </p:stCondLst>
                                  <p:childTnLst>
                                    <p:set>
                                      <p:cBhvr>
                                        <p:cTn id="197" dur="1" fill="hold">
                                          <p:stCondLst>
                                            <p:cond delay="0"/>
                                          </p:stCondLst>
                                        </p:cTn>
                                        <p:tgtEl>
                                          <p:spTgt spid="54"/>
                                        </p:tgtEl>
                                        <p:attrNameLst>
                                          <p:attrName>style.visibility</p:attrName>
                                        </p:attrNameLst>
                                      </p:cBhvr>
                                      <p:to>
                                        <p:strVal val="visible"/>
                                      </p:to>
                                    </p:set>
                                    <p:animEffect transition="in" filter="strips(downLeft)">
                                      <p:cBhvr>
                                        <p:cTn id="198" dur="500"/>
                                        <p:tgtEl>
                                          <p:spTgt spid="54"/>
                                        </p:tgtEl>
                                      </p:cBhvr>
                                    </p:animEffect>
                                  </p:childTnLst>
                                </p:cTn>
                              </p:par>
                            </p:childTnLst>
                          </p:cTn>
                        </p:par>
                        <p:par>
                          <p:cTn id="199" fill="hold">
                            <p:stCondLst>
                              <p:cond delay="21500"/>
                            </p:stCondLst>
                            <p:childTnLst>
                              <p:par>
                                <p:cTn id="200" presetID="22" presetClass="entr" presetSubtype="1" fill="hold" grpId="0" nodeType="afterEffect">
                                  <p:stCondLst>
                                    <p:cond delay="0"/>
                                  </p:stCondLst>
                                  <p:childTnLst>
                                    <p:set>
                                      <p:cBhvr>
                                        <p:cTn id="201" dur="1" fill="hold">
                                          <p:stCondLst>
                                            <p:cond delay="0"/>
                                          </p:stCondLst>
                                        </p:cTn>
                                        <p:tgtEl>
                                          <p:spTgt spid="55"/>
                                        </p:tgtEl>
                                        <p:attrNameLst>
                                          <p:attrName>style.visibility</p:attrName>
                                        </p:attrNameLst>
                                      </p:cBhvr>
                                      <p:to>
                                        <p:strVal val="visible"/>
                                      </p:to>
                                    </p:set>
                                    <p:animEffect transition="in" filter="wipe(up)">
                                      <p:cBhvr>
                                        <p:cTn id="202" dur="500"/>
                                        <p:tgtEl>
                                          <p:spTgt spid="55"/>
                                        </p:tgtEl>
                                      </p:cBhvr>
                                    </p:animEffect>
                                  </p:childTnLst>
                                </p:cTn>
                              </p:par>
                            </p:childTnLst>
                          </p:cTn>
                        </p:par>
                        <p:par>
                          <p:cTn id="203" fill="hold">
                            <p:stCondLst>
                              <p:cond delay="22000"/>
                            </p:stCondLst>
                            <p:childTnLst>
                              <p:par>
                                <p:cTn id="204" presetID="22" presetClass="entr" presetSubtype="4" fill="hold" grpId="0" nodeType="after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down)">
                                      <p:cBhvr>
                                        <p:cTn id="206" dur="500"/>
                                        <p:tgtEl>
                                          <p:spTgt spid="56"/>
                                        </p:tgtEl>
                                      </p:cBhvr>
                                    </p:animEffect>
                                  </p:childTnLst>
                                </p:cTn>
                              </p:par>
                            </p:childTnLst>
                          </p:cTn>
                        </p:par>
                        <p:par>
                          <p:cTn id="207" fill="hold">
                            <p:stCondLst>
                              <p:cond delay="22500"/>
                            </p:stCondLst>
                            <p:childTnLst>
                              <p:par>
                                <p:cTn id="208" presetID="18" presetClass="entr" presetSubtype="3" fill="hold" nodeType="afterEffect">
                                  <p:stCondLst>
                                    <p:cond delay="0"/>
                                  </p:stCondLst>
                                  <p:childTnLst>
                                    <p:set>
                                      <p:cBhvr>
                                        <p:cTn id="209" dur="1" fill="hold">
                                          <p:stCondLst>
                                            <p:cond delay="0"/>
                                          </p:stCondLst>
                                        </p:cTn>
                                        <p:tgtEl>
                                          <p:spTgt spid="57"/>
                                        </p:tgtEl>
                                        <p:attrNameLst>
                                          <p:attrName>style.visibility</p:attrName>
                                        </p:attrNameLst>
                                      </p:cBhvr>
                                      <p:to>
                                        <p:strVal val="visible"/>
                                      </p:to>
                                    </p:set>
                                    <p:animEffect transition="in" filter="strips(upRight)">
                                      <p:cBhvr>
                                        <p:cTn id="210" dur="500"/>
                                        <p:tgtEl>
                                          <p:spTgt spid="57"/>
                                        </p:tgtEl>
                                      </p:cBhvr>
                                    </p:animEffect>
                                  </p:childTnLst>
                                </p:cTn>
                              </p:par>
                            </p:childTnLst>
                          </p:cTn>
                        </p:par>
                        <p:par>
                          <p:cTn id="211" fill="hold">
                            <p:stCondLst>
                              <p:cond delay="23000"/>
                            </p:stCondLst>
                            <p:childTnLst>
                              <p:par>
                                <p:cTn id="212" presetID="18" presetClass="entr" presetSubtype="6" fill="hold" nodeType="afterEffect">
                                  <p:stCondLst>
                                    <p:cond delay="0"/>
                                  </p:stCondLst>
                                  <p:childTnLst>
                                    <p:set>
                                      <p:cBhvr>
                                        <p:cTn id="213" dur="1" fill="hold">
                                          <p:stCondLst>
                                            <p:cond delay="0"/>
                                          </p:stCondLst>
                                        </p:cTn>
                                        <p:tgtEl>
                                          <p:spTgt spid="58"/>
                                        </p:tgtEl>
                                        <p:attrNameLst>
                                          <p:attrName>style.visibility</p:attrName>
                                        </p:attrNameLst>
                                      </p:cBhvr>
                                      <p:to>
                                        <p:strVal val="visible"/>
                                      </p:to>
                                    </p:set>
                                    <p:animEffect transition="in" filter="strips(downRight)">
                                      <p:cBhvr>
                                        <p:cTn id="214" dur="500"/>
                                        <p:tgtEl>
                                          <p:spTgt spid="58"/>
                                        </p:tgtEl>
                                      </p:cBhvr>
                                    </p:animEffect>
                                  </p:childTnLst>
                                </p:cTn>
                              </p:par>
                            </p:childTnLst>
                          </p:cTn>
                        </p:par>
                        <p:par>
                          <p:cTn id="215" fill="hold">
                            <p:stCondLst>
                              <p:cond delay="23500"/>
                            </p:stCondLst>
                            <p:childTnLst>
                              <p:par>
                                <p:cTn id="216" presetID="18" presetClass="entr" presetSubtype="12" fill="hold" nodeType="afterEffect">
                                  <p:stCondLst>
                                    <p:cond delay="0"/>
                                  </p:stCondLst>
                                  <p:childTnLst>
                                    <p:set>
                                      <p:cBhvr>
                                        <p:cTn id="217" dur="1" fill="hold">
                                          <p:stCondLst>
                                            <p:cond delay="0"/>
                                          </p:stCondLst>
                                        </p:cTn>
                                        <p:tgtEl>
                                          <p:spTgt spid="59"/>
                                        </p:tgtEl>
                                        <p:attrNameLst>
                                          <p:attrName>style.visibility</p:attrName>
                                        </p:attrNameLst>
                                      </p:cBhvr>
                                      <p:to>
                                        <p:strVal val="visible"/>
                                      </p:to>
                                    </p:set>
                                    <p:animEffect transition="in" filter="strips(downLeft)">
                                      <p:cBhvr>
                                        <p:cTn id="218" dur="500"/>
                                        <p:tgtEl>
                                          <p:spTgt spid="59"/>
                                        </p:tgtEl>
                                      </p:cBhvr>
                                    </p:animEffect>
                                  </p:childTnLst>
                                </p:cTn>
                              </p:par>
                            </p:childTnLst>
                          </p:cTn>
                        </p:par>
                        <p:par>
                          <p:cTn id="219" fill="hold">
                            <p:stCondLst>
                              <p:cond delay="24000"/>
                            </p:stCondLst>
                            <p:childTnLst>
                              <p:par>
                                <p:cTn id="220" presetID="18" presetClass="entr" presetSubtype="12" fill="hold" nodeType="afterEffect">
                                  <p:stCondLst>
                                    <p:cond delay="0"/>
                                  </p:stCondLst>
                                  <p:childTnLst>
                                    <p:set>
                                      <p:cBhvr>
                                        <p:cTn id="221" dur="1" fill="hold">
                                          <p:stCondLst>
                                            <p:cond delay="0"/>
                                          </p:stCondLst>
                                        </p:cTn>
                                        <p:tgtEl>
                                          <p:spTgt spid="60"/>
                                        </p:tgtEl>
                                        <p:attrNameLst>
                                          <p:attrName>style.visibility</p:attrName>
                                        </p:attrNameLst>
                                      </p:cBhvr>
                                      <p:to>
                                        <p:strVal val="visible"/>
                                      </p:to>
                                    </p:set>
                                    <p:animEffect transition="in" filter="strips(downLeft)">
                                      <p:cBhvr>
                                        <p:cTn id="222" dur="500"/>
                                        <p:tgtEl>
                                          <p:spTgt spid="60"/>
                                        </p:tgtEl>
                                      </p:cBhvr>
                                    </p:animEffect>
                                  </p:childTnLst>
                                </p:cTn>
                              </p:par>
                            </p:childTnLst>
                          </p:cTn>
                        </p:par>
                        <p:par>
                          <p:cTn id="223" fill="hold">
                            <p:stCondLst>
                              <p:cond delay="24500"/>
                            </p:stCondLst>
                            <p:childTnLst>
                              <p:par>
                                <p:cTn id="224" presetID="18" presetClass="entr" presetSubtype="3" fill="hold" nodeType="afterEffect">
                                  <p:stCondLst>
                                    <p:cond delay="0"/>
                                  </p:stCondLst>
                                  <p:childTnLst>
                                    <p:set>
                                      <p:cBhvr>
                                        <p:cTn id="225" dur="1" fill="hold">
                                          <p:stCondLst>
                                            <p:cond delay="0"/>
                                          </p:stCondLst>
                                        </p:cTn>
                                        <p:tgtEl>
                                          <p:spTgt spid="61"/>
                                        </p:tgtEl>
                                        <p:attrNameLst>
                                          <p:attrName>style.visibility</p:attrName>
                                        </p:attrNameLst>
                                      </p:cBhvr>
                                      <p:to>
                                        <p:strVal val="visible"/>
                                      </p:to>
                                    </p:set>
                                    <p:animEffect transition="in" filter="strips(upRight)">
                                      <p:cBhvr>
                                        <p:cTn id="226" dur="500"/>
                                        <p:tgtEl>
                                          <p:spTgt spid="61"/>
                                        </p:tgtEl>
                                      </p:cBhvr>
                                    </p:animEffect>
                                  </p:childTnLst>
                                </p:cTn>
                              </p:par>
                            </p:childTnLst>
                          </p:cTn>
                        </p:par>
                        <p:par>
                          <p:cTn id="227" fill="hold">
                            <p:stCondLst>
                              <p:cond delay="25000"/>
                            </p:stCondLst>
                            <p:childTnLst>
                              <p:par>
                                <p:cTn id="228" presetID="18" presetClass="entr" presetSubtype="6" fill="hold" nodeType="afterEffect">
                                  <p:stCondLst>
                                    <p:cond delay="0"/>
                                  </p:stCondLst>
                                  <p:childTnLst>
                                    <p:set>
                                      <p:cBhvr>
                                        <p:cTn id="229" dur="1" fill="hold">
                                          <p:stCondLst>
                                            <p:cond delay="0"/>
                                          </p:stCondLst>
                                        </p:cTn>
                                        <p:tgtEl>
                                          <p:spTgt spid="62"/>
                                        </p:tgtEl>
                                        <p:attrNameLst>
                                          <p:attrName>style.visibility</p:attrName>
                                        </p:attrNameLst>
                                      </p:cBhvr>
                                      <p:to>
                                        <p:strVal val="visible"/>
                                      </p:to>
                                    </p:set>
                                    <p:animEffect transition="in" filter="strips(downRight)">
                                      <p:cBhvr>
                                        <p:cTn id="230" dur="500"/>
                                        <p:tgtEl>
                                          <p:spTgt spid="62"/>
                                        </p:tgtEl>
                                      </p:cBhvr>
                                    </p:animEffect>
                                  </p:childTnLst>
                                </p:cTn>
                              </p:par>
                            </p:childTnLst>
                          </p:cTn>
                        </p:par>
                        <p:par>
                          <p:cTn id="231" fill="hold">
                            <p:stCondLst>
                              <p:cond delay="25500"/>
                            </p:stCondLst>
                            <p:childTnLst>
                              <p:par>
                                <p:cTn id="232" presetID="18" presetClass="entr" presetSubtype="12" fill="hold" nodeType="afterEffect">
                                  <p:stCondLst>
                                    <p:cond delay="0"/>
                                  </p:stCondLst>
                                  <p:childTnLst>
                                    <p:set>
                                      <p:cBhvr>
                                        <p:cTn id="233" dur="1" fill="hold">
                                          <p:stCondLst>
                                            <p:cond delay="0"/>
                                          </p:stCondLst>
                                        </p:cTn>
                                        <p:tgtEl>
                                          <p:spTgt spid="63"/>
                                        </p:tgtEl>
                                        <p:attrNameLst>
                                          <p:attrName>style.visibility</p:attrName>
                                        </p:attrNameLst>
                                      </p:cBhvr>
                                      <p:to>
                                        <p:strVal val="visible"/>
                                      </p:to>
                                    </p:set>
                                    <p:animEffect transition="in" filter="strips(downLeft)">
                                      <p:cBhvr>
                                        <p:cTn id="234" dur="500"/>
                                        <p:tgtEl>
                                          <p:spTgt spid="63"/>
                                        </p:tgtEl>
                                      </p:cBhvr>
                                    </p:animEffect>
                                  </p:childTnLst>
                                </p:cTn>
                              </p:par>
                            </p:childTnLst>
                          </p:cTn>
                        </p:par>
                        <p:par>
                          <p:cTn id="235" fill="hold">
                            <p:stCondLst>
                              <p:cond delay="26000"/>
                            </p:stCondLst>
                            <p:childTnLst>
                              <p:par>
                                <p:cTn id="236" presetID="22" presetClass="entr" presetSubtype="1" fill="hold" grpId="0" nodeType="afterEffect">
                                  <p:stCondLst>
                                    <p:cond delay="0"/>
                                  </p:stCondLst>
                                  <p:childTnLst>
                                    <p:set>
                                      <p:cBhvr>
                                        <p:cTn id="237" dur="1" fill="hold">
                                          <p:stCondLst>
                                            <p:cond delay="0"/>
                                          </p:stCondLst>
                                        </p:cTn>
                                        <p:tgtEl>
                                          <p:spTgt spid="64"/>
                                        </p:tgtEl>
                                        <p:attrNameLst>
                                          <p:attrName>style.visibility</p:attrName>
                                        </p:attrNameLst>
                                      </p:cBhvr>
                                      <p:to>
                                        <p:strVal val="visible"/>
                                      </p:to>
                                    </p:set>
                                    <p:animEffect transition="in" filter="wipe(up)">
                                      <p:cBhvr>
                                        <p:cTn id="238" dur="500"/>
                                        <p:tgtEl>
                                          <p:spTgt spid="64"/>
                                        </p:tgtEl>
                                      </p:cBhvr>
                                    </p:animEffect>
                                  </p:childTnLst>
                                </p:cTn>
                              </p:par>
                            </p:childTnLst>
                          </p:cTn>
                        </p:par>
                        <p:par>
                          <p:cTn id="239" fill="hold">
                            <p:stCondLst>
                              <p:cond delay="26500"/>
                            </p:stCondLst>
                            <p:childTnLst>
                              <p:par>
                                <p:cTn id="240" presetID="22" presetClass="entr" presetSubtype="4" fill="hold" grpId="0" nodeType="after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wipe(down)">
                                      <p:cBhvr>
                                        <p:cTn id="242" dur="500"/>
                                        <p:tgtEl>
                                          <p:spTgt spid="65"/>
                                        </p:tgtEl>
                                      </p:cBhvr>
                                    </p:animEffect>
                                  </p:childTnLst>
                                </p:cTn>
                              </p:par>
                            </p:childTnLst>
                          </p:cTn>
                        </p:par>
                        <p:par>
                          <p:cTn id="243" fill="hold">
                            <p:stCondLst>
                              <p:cond delay="27000"/>
                            </p:stCondLst>
                            <p:childTnLst>
                              <p:par>
                                <p:cTn id="244" presetID="18" presetClass="entr" presetSubtype="3" fill="hold" nodeType="afterEffect">
                                  <p:stCondLst>
                                    <p:cond delay="0"/>
                                  </p:stCondLst>
                                  <p:childTnLst>
                                    <p:set>
                                      <p:cBhvr>
                                        <p:cTn id="245" dur="1" fill="hold">
                                          <p:stCondLst>
                                            <p:cond delay="0"/>
                                          </p:stCondLst>
                                        </p:cTn>
                                        <p:tgtEl>
                                          <p:spTgt spid="66"/>
                                        </p:tgtEl>
                                        <p:attrNameLst>
                                          <p:attrName>style.visibility</p:attrName>
                                        </p:attrNameLst>
                                      </p:cBhvr>
                                      <p:to>
                                        <p:strVal val="visible"/>
                                      </p:to>
                                    </p:set>
                                    <p:animEffect transition="in" filter="strips(upRight)">
                                      <p:cBhvr>
                                        <p:cTn id="246" dur="500"/>
                                        <p:tgtEl>
                                          <p:spTgt spid="66"/>
                                        </p:tgtEl>
                                      </p:cBhvr>
                                    </p:animEffect>
                                  </p:childTnLst>
                                </p:cTn>
                              </p:par>
                            </p:childTnLst>
                          </p:cTn>
                        </p:par>
                        <p:par>
                          <p:cTn id="247" fill="hold">
                            <p:stCondLst>
                              <p:cond delay="27500"/>
                            </p:stCondLst>
                            <p:childTnLst>
                              <p:par>
                                <p:cTn id="248" presetID="18" presetClass="entr" presetSubtype="6" fill="hold" nodeType="afterEffect">
                                  <p:stCondLst>
                                    <p:cond delay="0"/>
                                  </p:stCondLst>
                                  <p:childTnLst>
                                    <p:set>
                                      <p:cBhvr>
                                        <p:cTn id="249" dur="1" fill="hold">
                                          <p:stCondLst>
                                            <p:cond delay="0"/>
                                          </p:stCondLst>
                                        </p:cTn>
                                        <p:tgtEl>
                                          <p:spTgt spid="67"/>
                                        </p:tgtEl>
                                        <p:attrNameLst>
                                          <p:attrName>style.visibility</p:attrName>
                                        </p:attrNameLst>
                                      </p:cBhvr>
                                      <p:to>
                                        <p:strVal val="visible"/>
                                      </p:to>
                                    </p:set>
                                    <p:animEffect transition="in" filter="strips(downRight)">
                                      <p:cBhvr>
                                        <p:cTn id="250" dur="500"/>
                                        <p:tgtEl>
                                          <p:spTgt spid="67"/>
                                        </p:tgtEl>
                                      </p:cBhvr>
                                    </p:animEffect>
                                  </p:childTnLst>
                                </p:cTn>
                              </p:par>
                            </p:childTnLst>
                          </p:cTn>
                        </p:par>
                        <p:par>
                          <p:cTn id="251" fill="hold">
                            <p:stCondLst>
                              <p:cond delay="28000"/>
                            </p:stCondLst>
                            <p:childTnLst>
                              <p:par>
                                <p:cTn id="252" presetID="18" presetClass="entr" presetSubtype="12" fill="hold" nodeType="afterEffect">
                                  <p:stCondLst>
                                    <p:cond delay="0"/>
                                  </p:stCondLst>
                                  <p:childTnLst>
                                    <p:set>
                                      <p:cBhvr>
                                        <p:cTn id="253" dur="1" fill="hold">
                                          <p:stCondLst>
                                            <p:cond delay="0"/>
                                          </p:stCondLst>
                                        </p:cTn>
                                        <p:tgtEl>
                                          <p:spTgt spid="68"/>
                                        </p:tgtEl>
                                        <p:attrNameLst>
                                          <p:attrName>style.visibility</p:attrName>
                                        </p:attrNameLst>
                                      </p:cBhvr>
                                      <p:to>
                                        <p:strVal val="visible"/>
                                      </p:to>
                                    </p:set>
                                    <p:animEffect transition="in" filter="strips(downLeft)">
                                      <p:cBhvr>
                                        <p:cTn id="254" dur="500"/>
                                        <p:tgtEl>
                                          <p:spTgt spid="68"/>
                                        </p:tgtEl>
                                      </p:cBhvr>
                                    </p:animEffect>
                                  </p:childTnLst>
                                </p:cTn>
                              </p:par>
                            </p:childTnLst>
                          </p:cTn>
                        </p:par>
                        <p:par>
                          <p:cTn id="255" fill="hold">
                            <p:stCondLst>
                              <p:cond delay="28500"/>
                            </p:stCondLst>
                            <p:childTnLst>
                              <p:par>
                                <p:cTn id="256" presetID="18" presetClass="entr" presetSubtype="12" fill="hold" nodeType="afterEffect">
                                  <p:stCondLst>
                                    <p:cond delay="0"/>
                                  </p:stCondLst>
                                  <p:childTnLst>
                                    <p:set>
                                      <p:cBhvr>
                                        <p:cTn id="257" dur="1" fill="hold">
                                          <p:stCondLst>
                                            <p:cond delay="0"/>
                                          </p:stCondLst>
                                        </p:cTn>
                                        <p:tgtEl>
                                          <p:spTgt spid="69"/>
                                        </p:tgtEl>
                                        <p:attrNameLst>
                                          <p:attrName>style.visibility</p:attrName>
                                        </p:attrNameLst>
                                      </p:cBhvr>
                                      <p:to>
                                        <p:strVal val="visible"/>
                                      </p:to>
                                    </p:set>
                                    <p:animEffect transition="in" filter="strips(downLeft)">
                                      <p:cBhvr>
                                        <p:cTn id="258" dur="500"/>
                                        <p:tgtEl>
                                          <p:spTgt spid="69"/>
                                        </p:tgtEl>
                                      </p:cBhvr>
                                    </p:animEffect>
                                  </p:childTnLst>
                                </p:cTn>
                              </p:par>
                            </p:childTnLst>
                          </p:cTn>
                        </p:par>
                        <p:par>
                          <p:cTn id="259" fill="hold">
                            <p:stCondLst>
                              <p:cond delay="29000"/>
                            </p:stCondLst>
                            <p:childTnLst>
                              <p:par>
                                <p:cTn id="260" presetID="18" presetClass="entr" presetSubtype="3" fill="hold" nodeType="afterEffect">
                                  <p:stCondLst>
                                    <p:cond delay="0"/>
                                  </p:stCondLst>
                                  <p:childTnLst>
                                    <p:set>
                                      <p:cBhvr>
                                        <p:cTn id="261" dur="1" fill="hold">
                                          <p:stCondLst>
                                            <p:cond delay="0"/>
                                          </p:stCondLst>
                                        </p:cTn>
                                        <p:tgtEl>
                                          <p:spTgt spid="70"/>
                                        </p:tgtEl>
                                        <p:attrNameLst>
                                          <p:attrName>style.visibility</p:attrName>
                                        </p:attrNameLst>
                                      </p:cBhvr>
                                      <p:to>
                                        <p:strVal val="visible"/>
                                      </p:to>
                                    </p:set>
                                    <p:animEffect transition="in" filter="strips(upRight)">
                                      <p:cBhvr>
                                        <p:cTn id="262" dur="500"/>
                                        <p:tgtEl>
                                          <p:spTgt spid="70"/>
                                        </p:tgtEl>
                                      </p:cBhvr>
                                    </p:animEffect>
                                  </p:childTnLst>
                                </p:cTn>
                              </p:par>
                            </p:childTnLst>
                          </p:cTn>
                        </p:par>
                        <p:par>
                          <p:cTn id="263" fill="hold">
                            <p:stCondLst>
                              <p:cond delay="29500"/>
                            </p:stCondLst>
                            <p:childTnLst>
                              <p:par>
                                <p:cTn id="264" presetID="18" presetClass="entr" presetSubtype="6" fill="hold" nodeType="afterEffect">
                                  <p:stCondLst>
                                    <p:cond delay="0"/>
                                  </p:stCondLst>
                                  <p:childTnLst>
                                    <p:set>
                                      <p:cBhvr>
                                        <p:cTn id="265" dur="1" fill="hold">
                                          <p:stCondLst>
                                            <p:cond delay="0"/>
                                          </p:stCondLst>
                                        </p:cTn>
                                        <p:tgtEl>
                                          <p:spTgt spid="71"/>
                                        </p:tgtEl>
                                        <p:attrNameLst>
                                          <p:attrName>style.visibility</p:attrName>
                                        </p:attrNameLst>
                                      </p:cBhvr>
                                      <p:to>
                                        <p:strVal val="visible"/>
                                      </p:to>
                                    </p:set>
                                    <p:animEffect transition="in" filter="strips(downRight)">
                                      <p:cBhvr>
                                        <p:cTn id="266" dur="500"/>
                                        <p:tgtEl>
                                          <p:spTgt spid="71"/>
                                        </p:tgtEl>
                                      </p:cBhvr>
                                    </p:animEffect>
                                  </p:childTnLst>
                                </p:cTn>
                              </p:par>
                            </p:childTnLst>
                          </p:cTn>
                        </p:par>
                        <p:par>
                          <p:cTn id="267" fill="hold">
                            <p:stCondLst>
                              <p:cond delay="30000"/>
                            </p:stCondLst>
                            <p:childTnLst>
                              <p:par>
                                <p:cTn id="268" presetID="18" presetClass="entr" presetSubtype="12" fill="hold" nodeType="afterEffect">
                                  <p:stCondLst>
                                    <p:cond delay="0"/>
                                  </p:stCondLst>
                                  <p:childTnLst>
                                    <p:set>
                                      <p:cBhvr>
                                        <p:cTn id="269" dur="1" fill="hold">
                                          <p:stCondLst>
                                            <p:cond delay="0"/>
                                          </p:stCondLst>
                                        </p:cTn>
                                        <p:tgtEl>
                                          <p:spTgt spid="72"/>
                                        </p:tgtEl>
                                        <p:attrNameLst>
                                          <p:attrName>style.visibility</p:attrName>
                                        </p:attrNameLst>
                                      </p:cBhvr>
                                      <p:to>
                                        <p:strVal val="visible"/>
                                      </p:to>
                                    </p:set>
                                    <p:animEffect transition="in" filter="strips(downLeft)">
                                      <p:cBhvr>
                                        <p:cTn id="270" dur="500"/>
                                        <p:tgtEl>
                                          <p:spTgt spid="72"/>
                                        </p:tgtEl>
                                      </p:cBhvr>
                                    </p:animEffect>
                                  </p:childTnLst>
                                </p:cTn>
                              </p:par>
                            </p:childTnLst>
                          </p:cTn>
                        </p:par>
                        <p:par>
                          <p:cTn id="271" fill="hold">
                            <p:stCondLst>
                              <p:cond delay="30500"/>
                            </p:stCondLst>
                            <p:childTnLst>
                              <p:par>
                                <p:cTn id="272" presetID="22" presetClass="entr" presetSubtype="1" fill="hold" grpId="0" nodeType="afterEffect">
                                  <p:stCondLst>
                                    <p:cond delay="0"/>
                                  </p:stCondLst>
                                  <p:childTnLst>
                                    <p:set>
                                      <p:cBhvr>
                                        <p:cTn id="273" dur="1" fill="hold">
                                          <p:stCondLst>
                                            <p:cond delay="0"/>
                                          </p:stCondLst>
                                        </p:cTn>
                                        <p:tgtEl>
                                          <p:spTgt spid="73"/>
                                        </p:tgtEl>
                                        <p:attrNameLst>
                                          <p:attrName>style.visibility</p:attrName>
                                        </p:attrNameLst>
                                      </p:cBhvr>
                                      <p:to>
                                        <p:strVal val="visible"/>
                                      </p:to>
                                    </p:set>
                                    <p:animEffect transition="in" filter="wipe(up)">
                                      <p:cBhvr>
                                        <p:cTn id="274" dur="500"/>
                                        <p:tgtEl>
                                          <p:spTgt spid="73"/>
                                        </p:tgtEl>
                                      </p:cBhvr>
                                    </p:animEffect>
                                  </p:childTnLst>
                                </p:cTn>
                              </p:par>
                            </p:childTnLst>
                          </p:cTn>
                        </p:par>
                        <p:par>
                          <p:cTn id="275" fill="hold">
                            <p:stCondLst>
                              <p:cond delay="31000"/>
                            </p:stCondLst>
                            <p:childTnLst>
                              <p:par>
                                <p:cTn id="276" presetID="22" presetClass="entr" presetSubtype="4" fill="hold" grpId="0" nodeType="afterEffect">
                                  <p:stCondLst>
                                    <p:cond delay="0"/>
                                  </p:stCondLst>
                                  <p:childTnLst>
                                    <p:set>
                                      <p:cBhvr>
                                        <p:cTn id="277" dur="1" fill="hold">
                                          <p:stCondLst>
                                            <p:cond delay="0"/>
                                          </p:stCondLst>
                                        </p:cTn>
                                        <p:tgtEl>
                                          <p:spTgt spid="74"/>
                                        </p:tgtEl>
                                        <p:attrNameLst>
                                          <p:attrName>style.visibility</p:attrName>
                                        </p:attrNameLst>
                                      </p:cBhvr>
                                      <p:to>
                                        <p:strVal val="visible"/>
                                      </p:to>
                                    </p:set>
                                    <p:animEffect transition="in" filter="wipe(down)">
                                      <p:cBhvr>
                                        <p:cTn id="278" dur="500"/>
                                        <p:tgtEl>
                                          <p:spTgt spid="74"/>
                                        </p:tgtEl>
                                      </p:cBhvr>
                                    </p:animEffect>
                                  </p:childTnLst>
                                </p:cTn>
                              </p:par>
                            </p:childTnLst>
                          </p:cTn>
                        </p:par>
                        <p:par>
                          <p:cTn id="279" fill="hold">
                            <p:stCondLst>
                              <p:cond delay="31500"/>
                            </p:stCondLst>
                            <p:childTnLst>
                              <p:par>
                                <p:cTn id="280" presetID="18" presetClass="entr" presetSubtype="3" fill="hold" nodeType="afterEffect">
                                  <p:stCondLst>
                                    <p:cond delay="0"/>
                                  </p:stCondLst>
                                  <p:childTnLst>
                                    <p:set>
                                      <p:cBhvr>
                                        <p:cTn id="281" dur="1" fill="hold">
                                          <p:stCondLst>
                                            <p:cond delay="0"/>
                                          </p:stCondLst>
                                        </p:cTn>
                                        <p:tgtEl>
                                          <p:spTgt spid="75"/>
                                        </p:tgtEl>
                                        <p:attrNameLst>
                                          <p:attrName>style.visibility</p:attrName>
                                        </p:attrNameLst>
                                      </p:cBhvr>
                                      <p:to>
                                        <p:strVal val="visible"/>
                                      </p:to>
                                    </p:set>
                                    <p:animEffect transition="in" filter="strips(upRight)">
                                      <p:cBhvr>
                                        <p:cTn id="282" dur="500"/>
                                        <p:tgtEl>
                                          <p:spTgt spid="75"/>
                                        </p:tgtEl>
                                      </p:cBhvr>
                                    </p:animEffect>
                                  </p:childTnLst>
                                </p:cTn>
                              </p:par>
                            </p:childTnLst>
                          </p:cTn>
                        </p:par>
                        <p:par>
                          <p:cTn id="283" fill="hold">
                            <p:stCondLst>
                              <p:cond delay="32000"/>
                            </p:stCondLst>
                            <p:childTnLst>
                              <p:par>
                                <p:cTn id="284" presetID="18" presetClass="entr" presetSubtype="6" fill="hold" nodeType="afterEffect">
                                  <p:stCondLst>
                                    <p:cond delay="0"/>
                                  </p:stCondLst>
                                  <p:childTnLst>
                                    <p:set>
                                      <p:cBhvr>
                                        <p:cTn id="285" dur="1" fill="hold">
                                          <p:stCondLst>
                                            <p:cond delay="0"/>
                                          </p:stCondLst>
                                        </p:cTn>
                                        <p:tgtEl>
                                          <p:spTgt spid="76"/>
                                        </p:tgtEl>
                                        <p:attrNameLst>
                                          <p:attrName>style.visibility</p:attrName>
                                        </p:attrNameLst>
                                      </p:cBhvr>
                                      <p:to>
                                        <p:strVal val="visible"/>
                                      </p:to>
                                    </p:set>
                                    <p:animEffect transition="in" filter="strips(downRight)">
                                      <p:cBhvr>
                                        <p:cTn id="286" dur="500"/>
                                        <p:tgtEl>
                                          <p:spTgt spid="76"/>
                                        </p:tgtEl>
                                      </p:cBhvr>
                                    </p:animEffect>
                                  </p:childTnLst>
                                </p:cTn>
                              </p:par>
                            </p:childTnLst>
                          </p:cTn>
                        </p:par>
                        <p:par>
                          <p:cTn id="287" fill="hold">
                            <p:stCondLst>
                              <p:cond delay="32500"/>
                            </p:stCondLst>
                            <p:childTnLst>
                              <p:par>
                                <p:cTn id="288" presetID="18" presetClass="entr" presetSubtype="12" fill="hold" nodeType="afterEffect">
                                  <p:stCondLst>
                                    <p:cond delay="0"/>
                                  </p:stCondLst>
                                  <p:childTnLst>
                                    <p:set>
                                      <p:cBhvr>
                                        <p:cTn id="289" dur="1" fill="hold">
                                          <p:stCondLst>
                                            <p:cond delay="0"/>
                                          </p:stCondLst>
                                        </p:cTn>
                                        <p:tgtEl>
                                          <p:spTgt spid="77"/>
                                        </p:tgtEl>
                                        <p:attrNameLst>
                                          <p:attrName>style.visibility</p:attrName>
                                        </p:attrNameLst>
                                      </p:cBhvr>
                                      <p:to>
                                        <p:strVal val="visible"/>
                                      </p:to>
                                    </p:set>
                                    <p:animEffect transition="in" filter="strips(downLeft)">
                                      <p:cBhvr>
                                        <p:cTn id="290" dur="500"/>
                                        <p:tgtEl>
                                          <p:spTgt spid="77"/>
                                        </p:tgtEl>
                                      </p:cBhvr>
                                    </p:animEffect>
                                  </p:childTnLst>
                                </p:cTn>
                              </p:par>
                            </p:childTnLst>
                          </p:cTn>
                        </p:par>
                        <p:par>
                          <p:cTn id="291" fill="hold">
                            <p:stCondLst>
                              <p:cond delay="33000"/>
                            </p:stCondLst>
                            <p:childTnLst>
                              <p:par>
                                <p:cTn id="292" presetID="18" presetClass="entr" presetSubtype="12" fill="hold" nodeType="afterEffect">
                                  <p:stCondLst>
                                    <p:cond delay="0"/>
                                  </p:stCondLst>
                                  <p:childTnLst>
                                    <p:set>
                                      <p:cBhvr>
                                        <p:cTn id="293" dur="1" fill="hold">
                                          <p:stCondLst>
                                            <p:cond delay="0"/>
                                          </p:stCondLst>
                                        </p:cTn>
                                        <p:tgtEl>
                                          <p:spTgt spid="78"/>
                                        </p:tgtEl>
                                        <p:attrNameLst>
                                          <p:attrName>style.visibility</p:attrName>
                                        </p:attrNameLst>
                                      </p:cBhvr>
                                      <p:to>
                                        <p:strVal val="visible"/>
                                      </p:to>
                                    </p:set>
                                    <p:animEffect transition="in" filter="strips(downLeft)">
                                      <p:cBhvr>
                                        <p:cTn id="294" dur="500"/>
                                        <p:tgtEl>
                                          <p:spTgt spid="78"/>
                                        </p:tgtEl>
                                      </p:cBhvr>
                                    </p:animEffect>
                                  </p:childTnLst>
                                </p:cTn>
                              </p:par>
                            </p:childTnLst>
                          </p:cTn>
                        </p:par>
                        <p:par>
                          <p:cTn id="295" fill="hold">
                            <p:stCondLst>
                              <p:cond delay="33500"/>
                            </p:stCondLst>
                            <p:childTnLst>
                              <p:par>
                                <p:cTn id="296" presetID="18" presetClass="entr" presetSubtype="3" fill="hold" nodeType="afterEffect">
                                  <p:stCondLst>
                                    <p:cond delay="0"/>
                                  </p:stCondLst>
                                  <p:childTnLst>
                                    <p:set>
                                      <p:cBhvr>
                                        <p:cTn id="297" dur="1" fill="hold">
                                          <p:stCondLst>
                                            <p:cond delay="0"/>
                                          </p:stCondLst>
                                        </p:cTn>
                                        <p:tgtEl>
                                          <p:spTgt spid="79"/>
                                        </p:tgtEl>
                                        <p:attrNameLst>
                                          <p:attrName>style.visibility</p:attrName>
                                        </p:attrNameLst>
                                      </p:cBhvr>
                                      <p:to>
                                        <p:strVal val="visible"/>
                                      </p:to>
                                    </p:set>
                                    <p:animEffect transition="in" filter="strips(upRight)">
                                      <p:cBhvr>
                                        <p:cTn id="298" dur="500"/>
                                        <p:tgtEl>
                                          <p:spTgt spid="79"/>
                                        </p:tgtEl>
                                      </p:cBhvr>
                                    </p:animEffect>
                                  </p:childTnLst>
                                </p:cTn>
                              </p:par>
                            </p:childTnLst>
                          </p:cTn>
                        </p:par>
                        <p:par>
                          <p:cTn id="299" fill="hold">
                            <p:stCondLst>
                              <p:cond delay="34000"/>
                            </p:stCondLst>
                            <p:childTnLst>
                              <p:par>
                                <p:cTn id="300" presetID="18" presetClass="entr" presetSubtype="6" fill="hold" nodeType="afterEffect">
                                  <p:stCondLst>
                                    <p:cond delay="0"/>
                                  </p:stCondLst>
                                  <p:childTnLst>
                                    <p:set>
                                      <p:cBhvr>
                                        <p:cTn id="301" dur="1" fill="hold">
                                          <p:stCondLst>
                                            <p:cond delay="0"/>
                                          </p:stCondLst>
                                        </p:cTn>
                                        <p:tgtEl>
                                          <p:spTgt spid="80"/>
                                        </p:tgtEl>
                                        <p:attrNameLst>
                                          <p:attrName>style.visibility</p:attrName>
                                        </p:attrNameLst>
                                      </p:cBhvr>
                                      <p:to>
                                        <p:strVal val="visible"/>
                                      </p:to>
                                    </p:set>
                                    <p:animEffect transition="in" filter="strips(downRight)">
                                      <p:cBhvr>
                                        <p:cTn id="302" dur="500"/>
                                        <p:tgtEl>
                                          <p:spTgt spid="80"/>
                                        </p:tgtEl>
                                      </p:cBhvr>
                                    </p:animEffect>
                                  </p:childTnLst>
                                </p:cTn>
                              </p:par>
                            </p:childTnLst>
                          </p:cTn>
                        </p:par>
                        <p:par>
                          <p:cTn id="303" fill="hold">
                            <p:stCondLst>
                              <p:cond delay="34500"/>
                            </p:stCondLst>
                            <p:childTnLst>
                              <p:par>
                                <p:cTn id="304" presetID="18" presetClass="entr" presetSubtype="12" fill="hold" nodeType="afterEffect">
                                  <p:stCondLst>
                                    <p:cond delay="0"/>
                                  </p:stCondLst>
                                  <p:childTnLst>
                                    <p:set>
                                      <p:cBhvr>
                                        <p:cTn id="305" dur="1" fill="hold">
                                          <p:stCondLst>
                                            <p:cond delay="0"/>
                                          </p:stCondLst>
                                        </p:cTn>
                                        <p:tgtEl>
                                          <p:spTgt spid="81"/>
                                        </p:tgtEl>
                                        <p:attrNameLst>
                                          <p:attrName>style.visibility</p:attrName>
                                        </p:attrNameLst>
                                      </p:cBhvr>
                                      <p:to>
                                        <p:strVal val="visible"/>
                                      </p:to>
                                    </p:set>
                                    <p:animEffect transition="in" filter="strips(downLeft)">
                                      <p:cBhvr>
                                        <p:cTn id="306" dur="500"/>
                                        <p:tgtEl>
                                          <p:spTgt spid="81"/>
                                        </p:tgtEl>
                                      </p:cBhvr>
                                    </p:animEffect>
                                  </p:childTnLst>
                                </p:cTn>
                              </p:par>
                            </p:childTnLst>
                          </p:cTn>
                        </p:par>
                      </p:childTnLst>
                    </p:cTn>
                  </p:par>
                  <p:par>
                    <p:cTn id="307" fill="hold">
                      <p:stCondLst>
                        <p:cond delay="indefinite"/>
                      </p:stCondLst>
                      <p:childTnLst>
                        <p:par>
                          <p:cTn id="308" fill="hold">
                            <p:stCondLst>
                              <p:cond delay="0"/>
                            </p:stCondLst>
                            <p:childTnLst>
                              <p:par>
                                <p:cTn id="309" presetID="9" presetClass="exit" presetSubtype="0" fill="hold" nodeType="clickEffect">
                                  <p:stCondLst>
                                    <p:cond delay="0"/>
                                  </p:stCondLst>
                                  <p:childTnLst>
                                    <p:animEffect transition="out" filter="dissolve">
                                      <p:cBhvr>
                                        <p:cTn id="310" dur="500"/>
                                        <p:tgtEl>
                                          <p:spTgt spid="8"/>
                                        </p:tgtEl>
                                      </p:cBhvr>
                                    </p:animEffect>
                                    <p:set>
                                      <p:cBhvr>
                                        <p:cTn id="311" dur="1" fill="hold">
                                          <p:stCondLst>
                                            <p:cond delay="499"/>
                                          </p:stCondLst>
                                        </p:cTn>
                                        <p:tgtEl>
                                          <p:spTgt spid="8"/>
                                        </p:tgtEl>
                                        <p:attrNameLst>
                                          <p:attrName>style.visibility</p:attrName>
                                        </p:attrNameLst>
                                      </p:cBhvr>
                                      <p:to>
                                        <p:strVal val="hidden"/>
                                      </p:to>
                                    </p:set>
                                  </p:childTnLst>
                                </p:cTn>
                              </p:par>
                              <p:par>
                                <p:cTn id="312" presetID="9" presetClass="exit" presetSubtype="0" fill="hold" nodeType="withEffect">
                                  <p:stCondLst>
                                    <p:cond delay="0"/>
                                  </p:stCondLst>
                                  <p:childTnLst>
                                    <p:animEffect transition="out" filter="dissolve">
                                      <p:cBhvr>
                                        <p:cTn id="313" dur="500"/>
                                        <p:tgtEl>
                                          <p:spTgt spid="16"/>
                                        </p:tgtEl>
                                      </p:cBhvr>
                                    </p:animEffect>
                                    <p:set>
                                      <p:cBhvr>
                                        <p:cTn id="314" dur="1" fill="hold">
                                          <p:stCondLst>
                                            <p:cond delay="499"/>
                                          </p:stCondLst>
                                        </p:cTn>
                                        <p:tgtEl>
                                          <p:spTgt spid="16"/>
                                        </p:tgtEl>
                                        <p:attrNameLst>
                                          <p:attrName>style.visibility</p:attrName>
                                        </p:attrNameLst>
                                      </p:cBhvr>
                                      <p:to>
                                        <p:strVal val="hidden"/>
                                      </p:to>
                                    </p:set>
                                  </p:childTnLst>
                                </p:cTn>
                              </p:par>
                              <p:par>
                                <p:cTn id="315" presetID="9" presetClass="exit" presetSubtype="0" fill="hold" nodeType="withEffect">
                                  <p:stCondLst>
                                    <p:cond delay="0"/>
                                  </p:stCondLst>
                                  <p:childTnLst>
                                    <p:animEffect transition="out" filter="dissolve">
                                      <p:cBhvr>
                                        <p:cTn id="316" dur="500"/>
                                        <p:tgtEl>
                                          <p:spTgt spid="24"/>
                                        </p:tgtEl>
                                      </p:cBhvr>
                                    </p:animEffect>
                                    <p:set>
                                      <p:cBhvr>
                                        <p:cTn id="317" dur="1" fill="hold">
                                          <p:stCondLst>
                                            <p:cond delay="499"/>
                                          </p:stCondLst>
                                        </p:cTn>
                                        <p:tgtEl>
                                          <p:spTgt spid="24"/>
                                        </p:tgtEl>
                                        <p:attrNameLst>
                                          <p:attrName>style.visibility</p:attrName>
                                        </p:attrNameLst>
                                      </p:cBhvr>
                                      <p:to>
                                        <p:strVal val="hidden"/>
                                      </p:to>
                                    </p:set>
                                  </p:childTnLst>
                                </p:cTn>
                              </p:par>
                              <p:par>
                                <p:cTn id="318" presetID="9" presetClass="exit" presetSubtype="0" fill="hold" nodeType="withEffect">
                                  <p:stCondLst>
                                    <p:cond delay="0"/>
                                  </p:stCondLst>
                                  <p:childTnLst>
                                    <p:animEffect transition="out" filter="dissolve">
                                      <p:cBhvr>
                                        <p:cTn id="319" dur="500"/>
                                        <p:tgtEl>
                                          <p:spTgt spid="32"/>
                                        </p:tgtEl>
                                      </p:cBhvr>
                                    </p:animEffect>
                                    <p:set>
                                      <p:cBhvr>
                                        <p:cTn id="320" dur="1" fill="hold">
                                          <p:stCondLst>
                                            <p:cond delay="499"/>
                                          </p:stCondLst>
                                        </p:cTn>
                                        <p:tgtEl>
                                          <p:spTgt spid="32"/>
                                        </p:tgtEl>
                                        <p:attrNameLst>
                                          <p:attrName>style.visibility</p:attrName>
                                        </p:attrNameLst>
                                      </p:cBhvr>
                                      <p:to>
                                        <p:strVal val="hidden"/>
                                      </p:to>
                                    </p:set>
                                  </p:childTnLst>
                                </p:cTn>
                              </p:par>
                            </p:childTnLst>
                          </p:cTn>
                        </p:par>
                        <p:par>
                          <p:cTn id="321" fill="hold">
                            <p:stCondLst>
                              <p:cond delay="500"/>
                            </p:stCondLst>
                            <p:childTnLst>
                              <p:par>
                                <p:cTn id="322" presetID="18" presetClass="entr" presetSubtype="3" fill="hold" nodeType="afterEffect">
                                  <p:stCondLst>
                                    <p:cond delay="0"/>
                                  </p:stCondLst>
                                  <p:childTnLst>
                                    <p:set>
                                      <p:cBhvr>
                                        <p:cTn id="323" dur="1" fill="hold">
                                          <p:stCondLst>
                                            <p:cond delay="0"/>
                                          </p:stCondLst>
                                        </p:cTn>
                                        <p:tgtEl>
                                          <p:spTgt spid="82"/>
                                        </p:tgtEl>
                                        <p:attrNameLst>
                                          <p:attrName>style.visibility</p:attrName>
                                        </p:attrNameLst>
                                      </p:cBhvr>
                                      <p:to>
                                        <p:strVal val="visible"/>
                                      </p:to>
                                    </p:set>
                                    <p:animEffect transition="in" filter="strips(upRight)">
                                      <p:cBhvr>
                                        <p:cTn id="324" dur="500"/>
                                        <p:tgtEl>
                                          <p:spTgt spid="82"/>
                                        </p:tgtEl>
                                      </p:cBhvr>
                                    </p:animEffect>
                                  </p:childTnLst>
                                </p:cTn>
                              </p:par>
                            </p:childTnLst>
                          </p:cTn>
                        </p:par>
                        <p:par>
                          <p:cTn id="325" fill="hold">
                            <p:stCondLst>
                              <p:cond delay="1000"/>
                            </p:stCondLst>
                            <p:childTnLst>
                              <p:par>
                                <p:cTn id="326" presetID="22" presetClass="entr" presetSubtype="4" fill="hold" nodeType="afterEffect">
                                  <p:stCondLst>
                                    <p:cond delay="0"/>
                                  </p:stCondLst>
                                  <p:childTnLst>
                                    <p:set>
                                      <p:cBhvr>
                                        <p:cTn id="327" dur="1" fill="hold">
                                          <p:stCondLst>
                                            <p:cond delay="0"/>
                                          </p:stCondLst>
                                        </p:cTn>
                                        <p:tgtEl>
                                          <p:spTgt spid="83"/>
                                        </p:tgtEl>
                                        <p:attrNameLst>
                                          <p:attrName>style.visibility</p:attrName>
                                        </p:attrNameLst>
                                      </p:cBhvr>
                                      <p:to>
                                        <p:strVal val="visible"/>
                                      </p:to>
                                    </p:set>
                                    <p:animEffect transition="in" filter="wipe(down)">
                                      <p:cBhvr>
                                        <p:cTn id="328" dur="500"/>
                                        <p:tgtEl>
                                          <p:spTgt spid="83"/>
                                        </p:tgtEl>
                                      </p:cBhvr>
                                    </p:animEffect>
                                  </p:childTnLst>
                                </p:cTn>
                              </p:par>
                            </p:childTnLst>
                          </p:cTn>
                        </p:par>
                      </p:childTnLst>
                    </p:cTn>
                  </p:par>
                  <p:par>
                    <p:cTn id="329" fill="hold">
                      <p:stCondLst>
                        <p:cond delay="indefinite"/>
                      </p:stCondLst>
                      <p:childTnLst>
                        <p:par>
                          <p:cTn id="330" fill="hold">
                            <p:stCondLst>
                              <p:cond delay="0"/>
                            </p:stCondLst>
                            <p:childTnLst>
                              <p:par>
                                <p:cTn id="331" presetID="9" presetClass="exit" presetSubtype="0" fill="hold" grpId="1" nodeType="clickEffect">
                                  <p:stCondLst>
                                    <p:cond delay="0"/>
                                  </p:stCondLst>
                                  <p:childTnLst>
                                    <p:animEffect transition="out" filter="dissolve">
                                      <p:cBhvr>
                                        <p:cTn id="332" dur="500"/>
                                        <p:tgtEl>
                                          <p:spTgt spid="7"/>
                                        </p:tgtEl>
                                      </p:cBhvr>
                                    </p:animEffect>
                                    <p:set>
                                      <p:cBhvr>
                                        <p:cTn id="333" dur="1" fill="hold">
                                          <p:stCondLst>
                                            <p:cond delay="499"/>
                                          </p:stCondLst>
                                        </p:cTn>
                                        <p:tgtEl>
                                          <p:spTgt spid="7"/>
                                        </p:tgtEl>
                                        <p:attrNameLst>
                                          <p:attrName>style.visibility</p:attrName>
                                        </p:attrNameLst>
                                      </p:cBhvr>
                                      <p:to>
                                        <p:strVal val="hidden"/>
                                      </p:to>
                                    </p:set>
                                  </p:childTnLst>
                                </p:cTn>
                              </p:par>
                              <p:par>
                                <p:cTn id="334" presetID="9" presetClass="exit" presetSubtype="0" fill="hold" grpId="1" nodeType="withEffect">
                                  <p:stCondLst>
                                    <p:cond delay="0"/>
                                  </p:stCondLst>
                                  <p:childTnLst>
                                    <p:animEffect transition="out" filter="dissolve">
                                      <p:cBhvr>
                                        <p:cTn id="335" dur="500"/>
                                        <p:tgtEl>
                                          <p:spTgt spid="15"/>
                                        </p:tgtEl>
                                      </p:cBhvr>
                                    </p:animEffect>
                                    <p:set>
                                      <p:cBhvr>
                                        <p:cTn id="336" dur="1" fill="hold">
                                          <p:stCondLst>
                                            <p:cond delay="499"/>
                                          </p:stCondLst>
                                        </p:cTn>
                                        <p:tgtEl>
                                          <p:spTgt spid="15"/>
                                        </p:tgtEl>
                                        <p:attrNameLst>
                                          <p:attrName>style.visibility</p:attrName>
                                        </p:attrNameLst>
                                      </p:cBhvr>
                                      <p:to>
                                        <p:strVal val="hidden"/>
                                      </p:to>
                                    </p:set>
                                  </p:childTnLst>
                                </p:cTn>
                              </p:par>
                              <p:par>
                                <p:cTn id="337" presetID="9" presetClass="exit" presetSubtype="0" fill="hold" grpId="1" nodeType="withEffect">
                                  <p:stCondLst>
                                    <p:cond delay="0"/>
                                  </p:stCondLst>
                                  <p:childTnLst>
                                    <p:animEffect transition="out" filter="dissolve">
                                      <p:cBhvr>
                                        <p:cTn id="338" dur="500"/>
                                        <p:tgtEl>
                                          <p:spTgt spid="23"/>
                                        </p:tgtEl>
                                      </p:cBhvr>
                                    </p:animEffect>
                                    <p:set>
                                      <p:cBhvr>
                                        <p:cTn id="339" dur="1" fill="hold">
                                          <p:stCondLst>
                                            <p:cond delay="499"/>
                                          </p:stCondLst>
                                        </p:cTn>
                                        <p:tgtEl>
                                          <p:spTgt spid="23"/>
                                        </p:tgtEl>
                                        <p:attrNameLst>
                                          <p:attrName>style.visibility</p:attrName>
                                        </p:attrNameLst>
                                      </p:cBhvr>
                                      <p:to>
                                        <p:strVal val="hidden"/>
                                      </p:to>
                                    </p:set>
                                  </p:childTnLst>
                                </p:cTn>
                              </p:par>
                              <p:par>
                                <p:cTn id="340" presetID="9" presetClass="exit" presetSubtype="0" fill="hold" grpId="1" nodeType="withEffect">
                                  <p:stCondLst>
                                    <p:cond delay="0"/>
                                  </p:stCondLst>
                                  <p:childTnLst>
                                    <p:animEffect transition="out" filter="dissolve">
                                      <p:cBhvr>
                                        <p:cTn id="341" dur="500"/>
                                        <p:tgtEl>
                                          <p:spTgt spid="31"/>
                                        </p:tgtEl>
                                      </p:cBhvr>
                                    </p:animEffect>
                                    <p:set>
                                      <p:cBhvr>
                                        <p:cTn id="342" dur="1" fill="hold">
                                          <p:stCondLst>
                                            <p:cond delay="499"/>
                                          </p:stCondLst>
                                        </p:cTn>
                                        <p:tgtEl>
                                          <p:spTgt spid="31"/>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4" fill="hold" grpId="0" nodeType="clickEffect">
                                  <p:stCondLst>
                                    <p:cond delay="0"/>
                                  </p:stCondLst>
                                  <p:childTnLst>
                                    <p:set>
                                      <p:cBhvr>
                                        <p:cTn id="346" dur="1" fill="hold">
                                          <p:stCondLst>
                                            <p:cond delay="0"/>
                                          </p:stCondLst>
                                        </p:cTn>
                                        <p:tgtEl>
                                          <p:spTgt spid="84"/>
                                        </p:tgtEl>
                                        <p:attrNameLst>
                                          <p:attrName>style.visibility</p:attrName>
                                        </p:attrNameLst>
                                      </p:cBhvr>
                                      <p:to>
                                        <p:strVal val="visible"/>
                                      </p:to>
                                    </p:set>
                                    <p:animEffect transition="in" filter="wipe(down)">
                                      <p:cBhvr>
                                        <p:cTn id="347" dur="5000"/>
                                        <p:tgtEl>
                                          <p:spTgt spid="84"/>
                                        </p:tgtEl>
                                      </p:cBhvr>
                                    </p:animEffect>
                                  </p:childTnLst>
                                </p:cTn>
                              </p:par>
                            </p:childTnLst>
                          </p:cTn>
                        </p:par>
                        <p:par>
                          <p:cTn id="348" fill="hold">
                            <p:stCondLst>
                              <p:cond delay="5000"/>
                            </p:stCondLst>
                            <p:childTnLst>
                              <p:par>
                                <p:cTn id="349" presetID="18" presetClass="entr" presetSubtype="3" fill="hold" nodeType="afterEffect">
                                  <p:stCondLst>
                                    <p:cond delay="0"/>
                                  </p:stCondLst>
                                  <p:childTnLst>
                                    <p:set>
                                      <p:cBhvr>
                                        <p:cTn id="350" dur="1" fill="hold">
                                          <p:stCondLst>
                                            <p:cond delay="0"/>
                                          </p:stCondLst>
                                        </p:cTn>
                                        <p:tgtEl>
                                          <p:spTgt spid="85"/>
                                        </p:tgtEl>
                                        <p:attrNameLst>
                                          <p:attrName>style.visibility</p:attrName>
                                        </p:attrNameLst>
                                      </p:cBhvr>
                                      <p:to>
                                        <p:strVal val="visible"/>
                                      </p:to>
                                    </p:set>
                                    <p:animEffect transition="in" filter="strips(upRight)">
                                      <p:cBhvr>
                                        <p:cTn id="351" dur="500"/>
                                        <p:tgtEl>
                                          <p:spTgt spid="85"/>
                                        </p:tgtEl>
                                      </p:cBhvr>
                                    </p:animEffect>
                                  </p:childTnLst>
                                </p:cTn>
                              </p:par>
                            </p:childTnLst>
                          </p:cTn>
                        </p:par>
                        <p:par>
                          <p:cTn id="352" fill="hold">
                            <p:stCondLst>
                              <p:cond delay="5500"/>
                            </p:stCondLst>
                            <p:childTnLst>
                              <p:par>
                                <p:cTn id="353" presetID="18" presetClass="entr" presetSubtype="3" fill="hold" nodeType="afterEffect">
                                  <p:stCondLst>
                                    <p:cond delay="0"/>
                                  </p:stCondLst>
                                  <p:childTnLst>
                                    <p:set>
                                      <p:cBhvr>
                                        <p:cTn id="354" dur="1" fill="hold">
                                          <p:stCondLst>
                                            <p:cond delay="0"/>
                                          </p:stCondLst>
                                        </p:cTn>
                                        <p:tgtEl>
                                          <p:spTgt spid="86"/>
                                        </p:tgtEl>
                                        <p:attrNameLst>
                                          <p:attrName>style.visibility</p:attrName>
                                        </p:attrNameLst>
                                      </p:cBhvr>
                                      <p:to>
                                        <p:strVal val="visible"/>
                                      </p:to>
                                    </p:set>
                                    <p:animEffect transition="in" filter="strips(upRight)">
                                      <p:cBhvr>
                                        <p:cTn id="355" dur="500"/>
                                        <p:tgtEl>
                                          <p:spTgt spid="86"/>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4" fill="hold" grpId="0" nodeType="clickEffect">
                                  <p:stCondLst>
                                    <p:cond delay="0"/>
                                  </p:stCondLst>
                                  <p:childTnLst>
                                    <p:set>
                                      <p:cBhvr>
                                        <p:cTn id="359" dur="1" fill="hold">
                                          <p:stCondLst>
                                            <p:cond delay="0"/>
                                          </p:stCondLst>
                                        </p:cTn>
                                        <p:tgtEl>
                                          <p:spTgt spid="87"/>
                                        </p:tgtEl>
                                        <p:attrNameLst>
                                          <p:attrName>style.visibility</p:attrName>
                                        </p:attrNameLst>
                                      </p:cBhvr>
                                      <p:to>
                                        <p:strVal val="visible"/>
                                      </p:to>
                                    </p:set>
                                    <p:animEffect transition="in" filter="wipe(down)">
                                      <p:cBhvr>
                                        <p:cTn id="360" dur="500"/>
                                        <p:tgtEl>
                                          <p:spTgt spid="87"/>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ntr" presetSubtype="4" fill="hold" grpId="0" nodeType="clickEffect">
                                  <p:stCondLst>
                                    <p:cond delay="0"/>
                                  </p:stCondLst>
                                  <p:childTnLst>
                                    <p:set>
                                      <p:cBhvr>
                                        <p:cTn id="364" dur="1" fill="hold">
                                          <p:stCondLst>
                                            <p:cond delay="0"/>
                                          </p:stCondLst>
                                        </p:cTn>
                                        <p:tgtEl>
                                          <p:spTgt spid="88"/>
                                        </p:tgtEl>
                                        <p:attrNameLst>
                                          <p:attrName>style.visibility</p:attrName>
                                        </p:attrNameLst>
                                      </p:cBhvr>
                                      <p:to>
                                        <p:strVal val="visible"/>
                                      </p:to>
                                    </p:set>
                                    <p:animEffect transition="in" filter="wipe(down)">
                                      <p:cBhvr>
                                        <p:cTn id="365" dur="500"/>
                                        <p:tgtEl>
                                          <p:spTgt spid="88"/>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4" fill="hold" grpId="0" nodeType="clickEffect">
                                  <p:stCondLst>
                                    <p:cond delay="0"/>
                                  </p:stCondLst>
                                  <p:childTnLst>
                                    <p:set>
                                      <p:cBhvr>
                                        <p:cTn id="369" dur="1" fill="hold">
                                          <p:stCondLst>
                                            <p:cond delay="0"/>
                                          </p:stCondLst>
                                        </p:cTn>
                                        <p:tgtEl>
                                          <p:spTgt spid="89"/>
                                        </p:tgtEl>
                                        <p:attrNameLst>
                                          <p:attrName>style.visibility</p:attrName>
                                        </p:attrNameLst>
                                      </p:cBhvr>
                                      <p:to>
                                        <p:strVal val="visible"/>
                                      </p:to>
                                    </p:set>
                                    <p:animEffect transition="in" filter="wipe(down)">
                                      <p:cBhvr>
                                        <p:cTn id="370" dur="500"/>
                                        <p:tgtEl>
                                          <p:spTgt spid="89"/>
                                        </p:tgtEl>
                                      </p:cBhvr>
                                    </p:animEffect>
                                  </p:childTnLst>
                                </p:cTn>
                              </p:par>
                            </p:childTnLst>
                          </p:cTn>
                        </p:par>
                      </p:childTnLst>
                    </p:cTn>
                  </p:par>
                  <p:par>
                    <p:cTn id="371" fill="hold">
                      <p:stCondLst>
                        <p:cond delay="indefinite"/>
                      </p:stCondLst>
                      <p:childTnLst>
                        <p:par>
                          <p:cTn id="372" fill="hold">
                            <p:stCondLst>
                              <p:cond delay="0"/>
                            </p:stCondLst>
                            <p:childTnLst>
                              <p:par>
                                <p:cTn id="373" presetID="18" presetClass="entr" presetSubtype="12" fill="hold" grpId="0" nodeType="clickEffect">
                                  <p:stCondLst>
                                    <p:cond delay="0"/>
                                  </p:stCondLst>
                                  <p:childTnLst>
                                    <p:set>
                                      <p:cBhvr>
                                        <p:cTn id="374" dur="1" fill="hold">
                                          <p:stCondLst>
                                            <p:cond delay="0"/>
                                          </p:stCondLst>
                                        </p:cTn>
                                        <p:tgtEl>
                                          <p:spTgt spid="90"/>
                                        </p:tgtEl>
                                        <p:attrNameLst>
                                          <p:attrName>style.visibility</p:attrName>
                                        </p:attrNameLst>
                                      </p:cBhvr>
                                      <p:to>
                                        <p:strVal val="visible"/>
                                      </p:to>
                                    </p:set>
                                    <p:animEffect transition="in" filter="strips(downLeft)">
                                      <p:cBhvr>
                                        <p:cTn id="375" dur="500"/>
                                        <p:tgtEl>
                                          <p:spTgt spid="90"/>
                                        </p:tgtEl>
                                      </p:cBhvr>
                                    </p:animEffect>
                                  </p:childTnLst>
                                </p:cTn>
                              </p:par>
                            </p:childTnLst>
                          </p:cTn>
                        </p:par>
                      </p:childTnLst>
                    </p:cTn>
                  </p:par>
                  <p:par>
                    <p:cTn id="376" fill="hold">
                      <p:stCondLst>
                        <p:cond delay="indefinite"/>
                      </p:stCondLst>
                      <p:childTnLst>
                        <p:par>
                          <p:cTn id="377" fill="hold">
                            <p:stCondLst>
                              <p:cond delay="0"/>
                            </p:stCondLst>
                            <p:childTnLst>
                              <p:par>
                                <p:cTn id="378" presetID="9" presetClass="entr" presetSubtype="0" fill="hold" nodeType="clickEffect">
                                  <p:stCondLst>
                                    <p:cond delay="0"/>
                                  </p:stCondLst>
                                  <p:childTnLst>
                                    <p:set>
                                      <p:cBhvr>
                                        <p:cTn id="379" dur="1" fill="hold">
                                          <p:stCondLst>
                                            <p:cond delay="0"/>
                                          </p:stCondLst>
                                        </p:cTn>
                                        <p:tgtEl>
                                          <p:spTgt spid="91"/>
                                        </p:tgtEl>
                                        <p:attrNameLst>
                                          <p:attrName>style.visibility</p:attrName>
                                        </p:attrNameLst>
                                      </p:cBhvr>
                                      <p:to>
                                        <p:strVal val="visible"/>
                                      </p:to>
                                    </p:set>
                                    <p:animEffect transition="in" filter="dissolve">
                                      <p:cBhvr>
                                        <p:cTn id="380" dur="10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5" grpId="0"/>
      <p:bldP spid="15" grpId="1"/>
      <p:bldP spid="23" grpId="0"/>
      <p:bldP spid="23" grpId="1"/>
      <p:bldP spid="31" grpId="0"/>
      <p:bldP spid="31" grpId="1"/>
      <p:bldP spid="46" grpId="0" animBg="1"/>
      <p:bldP spid="47" grpId="0" animBg="1"/>
      <p:bldP spid="55" grpId="0" animBg="1"/>
      <p:bldP spid="56" grpId="0" animBg="1"/>
      <p:bldP spid="64" grpId="0" animBg="1"/>
      <p:bldP spid="65" grpId="0" animBg="1"/>
      <p:bldP spid="73" grpId="0" animBg="1"/>
      <p:bldP spid="74" grpId="0" animBg="1"/>
      <p:bldP spid="84" grpId="0" animBg="1"/>
      <p:bldP spid="87" grpId="0" animBg="1"/>
      <p:bldP spid="88" grpId="0" animBg="1"/>
      <p:bldP spid="89" grpId="0"/>
      <p:bldP spid="9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Typical Chip </a:t>
            </a:r>
            <a:r>
              <a:rPr lang="en-US" altLang="en-US" dirty="0" smtClean="0"/>
              <a:t>Layout</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a:t>
            </a:r>
          </a:p>
          <a:p>
            <a:r>
              <a:rPr lang="en-IN" dirty="0"/>
              <a:t>Chip layout</a:t>
            </a:r>
          </a:p>
          <a:p>
            <a:endParaRPr lang="en-IN" dirty="0"/>
          </a:p>
          <a:p>
            <a:endParaRPr lang="en-IN" dirty="0"/>
          </a:p>
          <a:p>
            <a:endParaRPr lang="en-IN" dirty="0"/>
          </a:p>
        </p:txBody>
      </p:sp>
      <p:sp>
        <p:nvSpPr>
          <p:cNvPr id="5" name="Line 15"/>
          <p:cNvSpPr>
            <a:spLocks noChangeShapeType="1"/>
          </p:cNvSpPr>
          <p:nvPr/>
        </p:nvSpPr>
        <p:spPr bwMode="auto">
          <a:xfrm flipH="1">
            <a:off x="4193958" y="5244233"/>
            <a:ext cx="0" cy="268288"/>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6" name="Line 16"/>
          <p:cNvSpPr>
            <a:spLocks noChangeShapeType="1"/>
          </p:cNvSpPr>
          <p:nvPr/>
        </p:nvSpPr>
        <p:spPr bwMode="auto">
          <a:xfrm flipV="1">
            <a:off x="5014466" y="5237895"/>
            <a:ext cx="0" cy="644525"/>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7" name="Line 17"/>
          <p:cNvSpPr>
            <a:spLocks noChangeShapeType="1"/>
          </p:cNvSpPr>
          <p:nvPr/>
        </p:nvSpPr>
        <p:spPr bwMode="auto">
          <a:xfrm flipH="1">
            <a:off x="6732240" y="5244246"/>
            <a:ext cx="0" cy="268287"/>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8" name="Line 18"/>
          <p:cNvSpPr>
            <a:spLocks noChangeShapeType="1"/>
          </p:cNvSpPr>
          <p:nvPr/>
        </p:nvSpPr>
        <p:spPr bwMode="auto">
          <a:xfrm flipV="1">
            <a:off x="5976156" y="5218832"/>
            <a:ext cx="0" cy="646112"/>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9" name="Rectangle 20"/>
          <p:cNvSpPr>
            <a:spLocks noChangeArrowheads="1"/>
          </p:cNvSpPr>
          <p:nvPr/>
        </p:nvSpPr>
        <p:spPr bwMode="auto">
          <a:xfrm rot="16200000">
            <a:off x="3564887" y="4427073"/>
            <a:ext cx="1254125" cy="2595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Address</a:t>
            </a:r>
            <a:endParaRPr lang="en-US" altLang="en-US" sz="2400">
              <a:solidFill>
                <a:prstClr val="black"/>
              </a:solidFill>
              <a:latin typeface="Arial" panose="020B0604020202020204" pitchFamily="34" charset="0"/>
              <a:cs typeface="Arial" panose="020B0604020202020204" pitchFamily="34" charset="0"/>
            </a:endParaRPr>
          </a:p>
        </p:txBody>
      </p:sp>
      <p:sp>
        <p:nvSpPr>
          <p:cNvPr id="10" name="Rectangle 21"/>
          <p:cNvSpPr>
            <a:spLocks noChangeArrowheads="1"/>
          </p:cNvSpPr>
          <p:nvPr/>
        </p:nvSpPr>
        <p:spPr bwMode="auto">
          <a:xfrm rot="16200000">
            <a:off x="4343556" y="4400092"/>
            <a:ext cx="1254125" cy="3833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Ch. Select</a:t>
            </a:r>
            <a:endParaRPr lang="en-US" altLang="en-US" sz="2400">
              <a:solidFill>
                <a:prstClr val="black"/>
              </a:solidFill>
              <a:latin typeface="Arial" panose="020B0604020202020204" pitchFamily="34" charset="0"/>
              <a:cs typeface="Arial" panose="020B0604020202020204" pitchFamily="34" charset="0"/>
            </a:endParaRPr>
          </a:p>
        </p:txBody>
      </p:sp>
      <p:sp>
        <p:nvSpPr>
          <p:cNvPr id="11" name="Rectangle 22"/>
          <p:cNvSpPr>
            <a:spLocks noChangeArrowheads="1"/>
          </p:cNvSpPr>
          <p:nvPr/>
        </p:nvSpPr>
        <p:spPr bwMode="auto">
          <a:xfrm rot="16200000">
            <a:off x="5359159" y="4324289"/>
            <a:ext cx="1254125" cy="442913"/>
          </a:xfrm>
          <a:prstGeom prst="rect">
            <a:avLst/>
          </a:prstGeom>
          <a:solidFill>
            <a:schemeClr val="bg1"/>
          </a:solidFill>
          <a:ln>
            <a:noFill/>
          </a:ln>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dirty="0">
                <a:solidFill>
                  <a:prstClr val="black"/>
                </a:solidFill>
                <a:latin typeface="Calibri" panose="020F0502020204030204" pitchFamily="34" charset="0"/>
                <a:cs typeface="Arial" panose="020B0604020202020204" pitchFamily="34" charset="0"/>
              </a:rPr>
              <a:t>r/w</a:t>
            </a:r>
            <a:endParaRPr lang="en-US" altLang="en-US" sz="2400" dirty="0">
              <a:solidFill>
                <a:prstClr val="black"/>
              </a:solidFill>
              <a:latin typeface="Arial" panose="020B0604020202020204" pitchFamily="34" charset="0"/>
              <a:cs typeface="Arial" panose="020B0604020202020204" pitchFamily="34" charset="0"/>
            </a:endParaRPr>
          </a:p>
        </p:txBody>
      </p:sp>
      <p:sp>
        <p:nvSpPr>
          <p:cNvPr id="12" name="Rectangle 23"/>
          <p:cNvSpPr>
            <a:spLocks noChangeArrowheads="1"/>
          </p:cNvSpPr>
          <p:nvPr/>
        </p:nvSpPr>
        <p:spPr bwMode="auto">
          <a:xfrm rot="16200000">
            <a:off x="6126517" y="4259797"/>
            <a:ext cx="1254125" cy="5083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Data</a:t>
            </a:r>
            <a:endParaRPr lang="en-US" altLang="en-US" sz="2400">
              <a:solidFill>
                <a:prstClr val="black"/>
              </a:solidFill>
              <a:latin typeface="Arial" panose="020B0604020202020204" pitchFamily="34" charset="0"/>
              <a:cs typeface="Arial" panose="020B0604020202020204" pitchFamily="34" charset="0"/>
            </a:endParaRPr>
          </a:p>
        </p:txBody>
      </p:sp>
      <p:sp>
        <p:nvSpPr>
          <p:cNvPr id="13" name="TextBox 23"/>
          <p:cNvSpPr txBox="1">
            <a:spLocks noChangeArrowheads="1"/>
          </p:cNvSpPr>
          <p:nvPr/>
        </p:nvSpPr>
        <p:spPr bwMode="auto">
          <a:xfrm>
            <a:off x="4436021" y="2669320"/>
            <a:ext cx="16573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algn="ctr" fontAlgn="base">
              <a:spcBef>
                <a:spcPct val="0"/>
              </a:spcBef>
              <a:spcAft>
                <a:spcPct val="0"/>
              </a:spcAft>
              <a:buFontTx/>
              <a:buNone/>
            </a:pPr>
            <a:r>
              <a:rPr lang="en-US" altLang="en-US" sz="2400" dirty="0">
                <a:solidFill>
                  <a:prstClr val="white"/>
                </a:solidFill>
                <a:latin typeface="Arial" panose="020B0604020202020204" pitchFamily="34" charset="0"/>
                <a:cs typeface="Arial" panose="020B0604020202020204" pitchFamily="34" charset="0"/>
              </a:rPr>
              <a:t>N X W</a:t>
            </a:r>
          </a:p>
          <a:p>
            <a:pPr algn="ctr" fontAlgn="base">
              <a:spcBef>
                <a:spcPct val="0"/>
              </a:spcBef>
              <a:spcAft>
                <a:spcPct val="0"/>
              </a:spcAft>
              <a:buFontTx/>
              <a:buNone/>
            </a:pPr>
            <a:r>
              <a:rPr lang="en-US" altLang="en-US" sz="2400" dirty="0">
                <a:solidFill>
                  <a:prstClr val="white"/>
                </a:solidFill>
                <a:latin typeface="Arial" panose="020B0604020202020204" pitchFamily="34" charset="0"/>
                <a:cs typeface="Arial" panose="020B0604020202020204" pitchFamily="34" charset="0"/>
              </a:rPr>
              <a:t>Memory Type</a:t>
            </a:r>
          </a:p>
        </p:txBody>
      </p:sp>
      <p:sp>
        <p:nvSpPr>
          <p:cNvPr id="14" name="Rectangle 13"/>
          <p:cNvSpPr/>
          <p:nvPr/>
        </p:nvSpPr>
        <p:spPr>
          <a:xfrm>
            <a:off x="3635921" y="1916832"/>
            <a:ext cx="3543300" cy="3429000"/>
          </a:xfrm>
          <a:prstGeom prst="rect">
            <a:avLst/>
          </a:prstGeom>
          <a:no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pic>
        <p:nvPicPr>
          <p:cNvPr id="15" name="Picture 2"/>
          <p:cNvPicPr>
            <a:picLocks noChangeAspect="1"/>
          </p:cNvPicPr>
          <p:nvPr/>
        </p:nvPicPr>
        <p:blipFill>
          <a:blip r:embed="rId2">
            <a:extLst>
              <a:ext uri="{28A0092B-C50C-407E-A947-70E740481C1C}">
                <a14:useLocalDpi xmlns:a14="http://schemas.microsoft.com/office/drawing/2010/main" val="0"/>
              </a:ext>
            </a:extLst>
          </a:blip>
          <a:srcRect t="17999" b="19458"/>
          <a:stretch>
            <a:fillRect/>
          </a:stretch>
        </p:blipFill>
        <p:spPr bwMode="auto">
          <a:xfrm>
            <a:off x="7450063" y="775742"/>
            <a:ext cx="152952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69548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dirty="0"/>
              <a:t>If the Main Memory is structured as collection of physically separate modules.	</a:t>
            </a:r>
          </a:p>
          <a:p>
            <a:pPr lvl="1"/>
            <a:r>
              <a:rPr lang="en-IN" sz="2400" dirty="0"/>
              <a:t>Each with it’s own Address Buffer Register (ABR) and Data Buffer Register (DBR), memory access operations. </a:t>
            </a:r>
          </a:p>
          <a:p>
            <a:pPr lvl="1"/>
            <a:r>
              <a:rPr lang="en-IN" sz="2400" dirty="0"/>
              <a:t>It may proceed in more than one module at the same time.</a:t>
            </a:r>
          </a:p>
          <a:p>
            <a:pPr lvl="1"/>
            <a:r>
              <a:rPr lang="en-IN" sz="2400" dirty="0"/>
              <a:t>Hence, aggregate rate of transmission of words to and from the memory can be increased.</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p:txBody>
      </p:sp>
      <p:pic>
        <p:nvPicPr>
          <p:cNvPr id="9" name="Picture 8">
            <a:extLst>
              <a:ext uri="{FF2B5EF4-FFF2-40B4-BE49-F238E27FC236}">
                <a16:creationId xmlns:a16="http://schemas.microsoft.com/office/drawing/2014/main" xmlns="" id="{9A5CF4F4-3366-7AB3-4F8D-B743196A3A06}"/>
              </a:ext>
            </a:extLst>
          </p:cNvPr>
          <p:cNvPicPr>
            <a:picLocks noChangeAspect="1"/>
          </p:cNvPicPr>
          <p:nvPr/>
        </p:nvPicPr>
        <p:blipFill>
          <a:blip r:embed="rId2"/>
          <a:stretch>
            <a:fillRect/>
          </a:stretch>
        </p:blipFill>
        <p:spPr>
          <a:xfrm>
            <a:off x="2343150" y="3789041"/>
            <a:ext cx="6800850" cy="2670070"/>
          </a:xfrm>
          <a:prstGeom prst="rect">
            <a:avLst/>
          </a:prstGeom>
        </p:spPr>
      </p:pic>
    </p:spTree>
    <p:extLst>
      <p:ext uri="{BB962C8B-B14F-4D97-AF65-F5344CB8AC3E}">
        <p14:creationId xmlns:p14="http://schemas.microsoft.com/office/powerpoint/2010/main" val="1562034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39556" y="680188"/>
            <a:ext cx="6800850" cy="5773311"/>
          </a:xfrm>
        </p:spPr>
        <p:txBody>
          <a:bodyPr/>
          <a:lstStyle/>
          <a:p>
            <a:r>
              <a:rPr lang="en-US" sz="2800" dirty="0"/>
              <a:t>Memory Interleaving is an abstraction technique.</a:t>
            </a:r>
          </a:p>
          <a:p>
            <a:r>
              <a:rPr lang="en-IN" sz="2800" dirty="0"/>
              <a:t>Designed to compensate for </a:t>
            </a:r>
            <a:r>
              <a:rPr lang="en-US" sz="2800" dirty="0"/>
              <a:t>core memory by spreading memory addresses evenly across memory banks.</a:t>
            </a:r>
          </a:p>
          <a:p>
            <a:r>
              <a:rPr lang="en-US" sz="2800" dirty="0"/>
              <a:t>Divides memory into a number of modules such that successive words in the address space are placed in the different module.</a:t>
            </a:r>
          </a:p>
          <a:p>
            <a:r>
              <a:rPr lang="en-US" sz="2800" dirty="0"/>
              <a:t>Parallel access is possible. Hence, faster.</a:t>
            </a:r>
          </a:p>
          <a:p>
            <a:r>
              <a:rPr lang="en-US" sz="2800" dirty="0"/>
              <a:t>Higher average utilization of the memory system.</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pPr marL="0" indent="0">
              <a:buNone/>
            </a:pPr>
            <a:endParaRPr lang="en-IN" dirty="0"/>
          </a:p>
        </p:txBody>
      </p:sp>
      <p:pic>
        <p:nvPicPr>
          <p:cNvPr id="6" name="Picture 5">
            <a:extLst>
              <a:ext uri="{FF2B5EF4-FFF2-40B4-BE49-F238E27FC236}">
                <a16:creationId xmlns:a16="http://schemas.microsoft.com/office/drawing/2014/main" xmlns="" id="{B0E3CA93-143F-31D4-4640-E6217A54E2BF}"/>
              </a:ext>
            </a:extLst>
          </p:cNvPr>
          <p:cNvPicPr>
            <a:picLocks noChangeAspect="1"/>
          </p:cNvPicPr>
          <p:nvPr/>
        </p:nvPicPr>
        <p:blipFill>
          <a:blip r:embed="rId2"/>
          <a:stretch>
            <a:fillRect/>
          </a:stretch>
        </p:blipFill>
        <p:spPr>
          <a:xfrm>
            <a:off x="2339556" y="4465005"/>
            <a:ext cx="6800850" cy="1988495"/>
          </a:xfrm>
          <a:prstGeom prst="rect">
            <a:avLst/>
          </a:prstGeom>
        </p:spPr>
      </p:pic>
    </p:spTree>
    <p:extLst>
      <p:ext uri="{BB962C8B-B14F-4D97-AF65-F5344CB8AC3E}">
        <p14:creationId xmlns:p14="http://schemas.microsoft.com/office/powerpoint/2010/main" val="309881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module</a:t>
            </a:r>
          </a:p>
          <a:p>
            <a:pPr lvl="1"/>
            <a:r>
              <a:rPr lang="en-IN" sz="2400" b="1" dirty="0"/>
              <a:t>When consecutive locations are accessed, as happens when a block of data is transferred to a cache, only one module is involved.</a:t>
            </a:r>
          </a:p>
          <a:p>
            <a:pPr marL="457200" lvl="1" indent="0">
              <a:buNone/>
            </a:pPr>
            <a:endParaRPr lang="en-IN" sz="2400" b="1" dirty="0"/>
          </a:p>
          <a:p>
            <a:pPr marL="0" indent="0">
              <a:buNone/>
            </a:pPr>
            <a:endParaRPr lang="en-IN" sz="2800" b="1" dirty="0"/>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6" name="Picture 5">
            <a:extLst>
              <a:ext uri="{FF2B5EF4-FFF2-40B4-BE49-F238E27FC236}">
                <a16:creationId xmlns:a16="http://schemas.microsoft.com/office/drawing/2014/main" xmlns="" id="{0C12E683-9423-ECE2-25C3-F0FAE0ACE2D6}"/>
              </a:ext>
            </a:extLst>
          </p:cNvPr>
          <p:cNvPicPr>
            <a:picLocks noChangeAspect="1"/>
          </p:cNvPicPr>
          <p:nvPr/>
        </p:nvPicPr>
        <p:blipFill>
          <a:blip r:embed="rId2"/>
          <a:stretch>
            <a:fillRect/>
          </a:stretch>
        </p:blipFill>
        <p:spPr>
          <a:xfrm>
            <a:off x="2627784" y="2420897"/>
            <a:ext cx="6156684" cy="3751313"/>
          </a:xfrm>
          <a:prstGeom prst="rect">
            <a:avLst/>
          </a:prstGeom>
        </p:spPr>
      </p:pic>
    </p:spTree>
    <p:extLst>
      <p:ext uri="{BB962C8B-B14F-4D97-AF65-F5344CB8AC3E}">
        <p14:creationId xmlns:p14="http://schemas.microsoft.com/office/powerpoint/2010/main" val="2893873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Consecutive module</a:t>
            </a:r>
          </a:p>
          <a:p>
            <a:pPr lvl="1"/>
            <a:r>
              <a:rPr lang="en-IN" sz="2400" b="1" dirty="0"/>
              <a:t>This method is called memory interleaving</a:t>
            </a:r>
          </a:p>
          <a:p>
            <a:pPr lvl="1"/>
            <a:r>
              <a:rPr lang="en-IN" sz="2400" b="1" dirty="0"/>
              <a:t>Parallel access is possible. Hence, faster</a:t>
            </a:r>
          </a:p>
          <a:p>
            <a:pPr lvl="1"/>
            <a:r>
              <a:rPr lang="en-IN" sz="2400" b="1" dirty="0"/>
              <a:t>Higher average utilization of the memory system</a:t>
            </a:r>
          </a:p>
          <a:p>
            <a:pPr marL="457200" lvl="1" indent="0">
              <a:buNone/>
            </a:pPr>
            <a:endParaRPr lang="en-IN" sz="2400" b="1" dirty="0"/>
          </a:p>
          <a:p>
            <a:pPr marL="0" indent="0">
              <a:buNone/>
            </a:pPr>
            <a:endParaRPr lang="en-IN" sz="2800" b="1" dirty="0"/>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7" name="Picture 6">
            <a:extLst>
              <a:ext uri="{FF2B5EF4-FFF2-40B4-BE49-F238E27FC236}">
                <a16:creationId xmlns:a16="http://schemas.microsoft.com/office/drawing/2014/main" xmlns="" id="{9E5FDEA0-A1E3-971D-4F79-6AA01DEE4F04}"/>
              </a:ext>
            </a:extLst>
          </p:cNvPr>
          <p:cNvPicPr>
            <a:picLocks noChangeAspect="1"/>
          </p:cNvPicPr>
          <p:nvPr/>
        </p:nvPicPr>
        <p:blipFill>
          <a:blip r:embed="rId2"/>
          <a:stretch>
            <a:fillRect/>
          </a:stretch>
        </p:blipFill>
        <p:spPr>
          <a:xfrm>
            <a:off x="2343150" y="2636921"/>
            <a:ext cx="6495324" cy="3822197"/>
          </a:xfrm>
          <a:prstGeom prst="rect">
            <a:avLst/>
          </a:prstGeom>
        </p:spPr>
      </p:pic>
    </p:spTree>
    <p:extLst>
      <p:ext uri="{BB962C8B-B14F-4D97-AF65-F5344CB8AC3E}">
        <p14:creationId xmlns:p14="http://schemas.microsoft.com/office/powerpoint/2010/main" val="112399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module</a:t>
            </a:r>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6" name="Picture 5">
            <a:extLst>
              <a:ext uri="{FF2B5EF4-FFF2-40B4-BE49-F238E27FC236}">
                <a16:creationId xmlns:a16="http://schemas.microsoft.com/office/drawing/2014/main" xmlns="" id="{FF934237-E0AD-81BD-DD31-46362590F820}"/>
              </a:ext>
            </a:extLst>
          </p:cNvPr>
          <p:cNvPicPr>
            <a:picLocks noChangeAspect="1"/>
          </p:cNvPicPr>
          <p:nvPr/>
        </p:nvPicPr>
        <p:blipFill>
          <a:blip r:embed="rId2"/>
          <a:stretch>
            <a:fillRect/>
          </a:stretch>
        </p:blipFill>
        <p:spPr>
          <a:xfrm>
            <a:off x="2343150" y="1700808"/>
            <a:ext cx="6800850" cy="4758302"/>
          </a:xfrm>
          <a:prstGeom prst="rect">
            <a:avLst/>
          </a:prstGeom>
        </p:spPr>
      </p:pic>
    </p:spTree>
    <p:extLst>
      <p:ext uri="{BB962C8B-B14F-4D97-AF65-F5344CB8AC3E}">
        <p14:creationId xmlns:p14="http://schemas.microsoft.com/office/powerpoint/2010/main" val="247215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sz="2800" b="1" dirty="0"/>
              <a:t>Consecutive words in a Consecutive module:</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endParaRPr lang="en-IN" dirty="0"/>
          </a:p>
        </p:txBody>
      </p:sp>
      <p:pic>
        <p:nvPicPr>
          <p:cNvPr id="3074" name="Picture 2" descr="Lightbox">
            <a:extLst>
              <a:ext uri="{FF2B5EF4-FFF2-40B4-BE49-F238E27FC236}">
                <a16:creationId xmlns:a16="http://schemas.microsoft.com/office/drawing/2014/main" xmlns="" id="{4A87774D-CE3E-EE65-2B45-BC3BB5758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18026"/>
            <a:ext cx="6732240" cy="5191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073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54610" y="680188"/>
            <a:ext cx="6800850" cy="5773311"/>
          </a:xfrm>
        </p:spPr>
        <p:txBody>
          <a:bodyPr/>
          <a:lstStyle/>
          <a:p>
            <a:r>
              <a:rPr lang="en-US" sz="2800" dirty="0"/>
              <a:t>Main memory is relatively slower than the cache. </a:t>
            </a:r>
          </a:p>
          <a:p>
            <a:r>
              <a:rPr lang="en-US" sz="2800" dirty="0"/>
              <a:t>So to improve the access time of the main memory, interleaving is used.</a:t>
            </a:r>
          </a:p>
          <a:p>
            <a:r>
              <a:rPr lang="en-US" sz="2800" dirty="0"/>
              <a:t>This method uses memory effectively.</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Usage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p:txBody>
      </p:sp>
      <p:pic>
        <p:nvPicPr>
          <p:cNvPr id="7" name="Picture 6">
            <a:extLst>
              <a:ext uri="{FF2B5EF4-FFF2-40B4-BE49-F238E27FC236}">
                <a16:creationId xmlns:a16="http://schemas.microsoft.com/office/drawing/2014/main" xmlns="" id="{8E1FF6D1-BB2D-34C1-A5B3-07C91B492F80}"/>
              </a:ext>
            </a:extLst>
          </p:cNvPr>
          <p:cNvPicPr>
            <a:picLocks noChangeAspect="1"/>
          </p:cNvPicPr>
          <p:nvPr/>
        </p:nvPicPr>
        <p:blipFill>
          <a:blip r:embed="rId2"/>
          <a:stretch>
            <a:fillRect/>
          </a:stretch>
        </p:blipFill>
        <p:spPr>
          <a:xfrm>
            <a:off x="2354610" y="2708928"/>
            <a:ext cx="6789390" cy="3744571"/>
          </a:xfrm>
          <a:prstGeom prst="rect">
            <a:avLst/>
          </a:prstGeom>
        </p:spPr>
      </p:pic>
    </p:spTree>
    <p:extLst>
      <p:ext uri="{BB962C8B-B14F-4D97-AF65-F5344CB8AC3E}">
        <p14:creationId xmlns:p14="http://schemas.microsoft.com/office/powerpoint/2010/main" val="128655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pPr marL="0" indent="0">
              <a:buNone/>
            </a:pPr>
            <a:r>
              <a:rPr lang="en-US" sz="2800" b="1" i="0" dirty="0">
                <a:effectLst/>
                <a:latin typeface="+mj-lt"/>
              </a:rPr>
              <a:t>Memory interleaving is classified into two types:</a:t>
            </a:r>
          </a:p>
          <a:p>
            <a:pPr marL="0" indent="0">
              <a:buNone/>
            </a:pPr>
            <a:r>
              <a:rPr lang="en-US" sz="2800" b="1" dirty="0">
                <a:latin typeface="+mj-lt"/>
              </a:rPr>
              <a:t>Two address formats for Memory Interleaving.</a:t>
            </a:r>
            <a:endParaRPr lang="en-US" sz="2800" b="1" i="0" dirty="0">
              <a:effectLst/>
              <a:latin typeface="+mj-lt"/>
            </a:endParaRPr>
          </a:p>
          <a:p>
            <a:pPr marL="514350" indent="-514350">
              <a:buAutoNum type="arabicPeriod"/>
            </a:pPr>
            <a:r>
              <a:rPr lang="en-IN" sz="2800" b="1" dirty="0">
                <a:solidFill>
                  <a:schemeClr val="accent3">
                    <a:lumMod val="75000"/>
                  </a:schemeClr>
                </a:solidFill>
                <a:latin typeface="+mj-lt"/>
              </a:rPr>
              <a:t>High Order Interleaving –</a:t>
            </a:r>
          </a:p>
          <a:p>
            <a:r>
              <a:rPr lang="en-US" sz="2800" dirty="0">
                <a:latin typeface="+mj-lt"/>
              </a:rPr>
              <a:t>In high-order interleaving, the most significant bits of the address select the memory chip. </a:t>
            </a:r>
          </a:p>
          <a:p>
            <a:r>
              <a:rPr lang="en-US" sz="2800" dirty="0">
                <a:latin typeface="+mj-lt"/>
              </a:rPr>
              <a:t>The least significant bits are sent as addresses to each chip. </a:t>
            </a:r>
          </a:p>
          <a:p>
            <a:r>
              <a:rPr lang="en-US" sz="2800" dirty="0">
                <a:latin typeface="+mj-lt"/>
              </a:rPr>
              <a:t>The maximum rate of data transfer is limited by the memory cycle time.</a:t>
            </a:r>
          </a:p>
          <a:p>
            <a:pPr marL="0" indent="0">
              <a:buNone/>
            </a:pP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Classification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p:txBody>
      </p:sp>
      <p:pic>
        <p:nvPicPr>
          <p:cNvPr id="6" name="Picture 5">
            <a:extLst>
              <a:ext uri="{FF2B5EF4-FFF2-40B4-BE49-F238E27FC236}">
                <a16:creationId xmlns:a16="http://schemas.microsoft.com/office/drawing/2014/main" xmlns="" id="{3EFB7D2E-9637-9F50-09C0-3BF7B4F712F0}"/>
              </a:ext>
            </a:extLst>
          </p:cNvPr>
          <p:cNvPicPr>
            <a:picLocks noChangeAspect="1"/>
          </p:cNvPicPr>
          <p:nvPr/>
        </p:nvPicPr>
        <p:blipFill>
          <a:blip r:embed="rId2"/>
          <a:stretch>
            <a:fillRect/>
          </a:stretch>
        </p:blipFill>
        <p:spPr>
          <a:xfrm>
            <a:off x="2343150" y="3933056"/>
            <a:ext cx="6800850" cy="2606892"/>
          </a:xfrm>
          <a:prstGeom prst="rect">
            <a:avLst/>
          </a:prstGeom>
        </p:spPr>
      </p:pic>
    </p:spTree>
    <p:extLst>
      <p:ext uri="{BB962C8B-B14F-4D97-AF65-F5344CB8AC3E}">
        <p14:creationId xmlns:p14="http://schemas.microsoft.com/office/powerpoint/2010/main" val="2266437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pPr marL="0" indent="0">
              <a:buNone/>
            </a:pPr>
            <a:r>
              <a:rPr lang="en-IN" sz="2800" b="1" dirty="0">
                <a:solidFill>
                  <a:schemeClr val="accent3">
                    <a:lumMod val="75000"/>
                  </a:schemeClr>
                </a:solidFill>
                <a:latin typeface="+mj-lt"/>
              </a:rPr>
              <a:t>2. Low Order Interleaving –</a:t>
            </a:r>
          </a:p>
          <a:p>
            <a:r>
              <a:rPr lang="en-US" sz="2800" dirty="0">
                <a:latin typeface="+mj-lt"/>
              </a:rPr>
              <a:t>In low-order interleaving, the least significant bits select the memory bank (module). </a:t>
            </a:r>
          </a:p>
          <a:p>
            <a:r>
              <a:rPr lang="en-US" sz="2800" dirty="0">
                <a:latin typeface="+mj-lt"/>
              </a:rPr>
              <a:t>In this, consecutive memory addresses are in different memory modules. </a:t>
            </a:r>
          </a:p>
          <a:p>
            <a:r>
              <a:rPr lang="en-US" sz="2800" dirty="0">
                <a:latin typeface="+mj-lt"/>
              </a:rPr>
              <a:t>This allows memory access at much faster rates than allowed by the cycle time.</a:t>
            </a:r>
          </a:p>
          <a:p>
            <a:pPr marL="0" indent="0">
              <a:buNone/>
            </a:pPr>
            <a:endParaRPr lang="en-US" sz="2800" dirty="0">
              <a:latin typeface="+mj-lt"/>
            </a:endParaRPr>
          </a:p>
          <a:p>
            <a:pPr marL="0" indent="0">
              <a:buNone/>
            </a:pP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Classification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pPr marL="0" indent="0">
              <a:buNone/>
            </a:pPr>
            <a:endParaRPr lang="en-IN" dirty="0"/>
          </a:p>
        </p:txBody>
      </p:sp>
      <p:pic>
        <p:nvPicPr>
          <p:cNvPr id="7" name="Picture 6">
            <a:extLst>
              <a:ext uri="{FF2B5EF4-FFF2-40B4-BE49-F238E27FC236}">
                <a16:creationId xmlns:a16="http://schemas.microsoft.com/office/drawing/2014/main" xmlns="" id="{30929F48-2C71-C9B6-2751-FD9CE41BC3D7}"/>
              </a:ext>
            </a:extLst>
          </p:cNvPr>
          <p:cNvPicPr>
            <a:picLocks noChangeAspect="1"/>
          </p:cNvPicPr>
          <p:nvPr/>
        </p:nvPicPr>
        <p:blipFill>
          <a:blip r:embed="rId2"/>
          <a:stretch>
            <a:fillRect/>
          </a:stretch>
        </p:blipFill>
        <p:spPr>
          <a:xfrm>
            <a:off x="2343150" y="3861048"/>
            <a:ext cx="6800850" cy="2651486"/>
          </a:xfrm>
          <a:prstGeom prst="rect">
            <a:avLst/>
          </a:prstGeom>
        </p:spPr>
      </p:pic>
    </p:spTree>
    <p:extLst>
      <p:ext uri="{BB962C8B-B14F-4D97-AF65-F5344CB8AC3E}">
        <p14:creationId xmlns:p14="http://schemas.microsoft.com/office/powerpoint/2010/main" val="3560363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r>
              <a:rPr lang="en-US" sz="2800" dirty="0">
                <a:latin typeface="+mj-lt"/>
              </a:rPr>
              <a:t>It allows simultaneous access to different modules of memory.</a:t>
            </a:r>
            <a:endParaRPr lang="en-IN" sz="2800" dirty="0">
              <a:latin typeface="+mj-lt"/>
            </a:endParaRPr>
          </a:p>
          <a:p>
            <a:r>
              <a:rPr lang="en-US" sz="2800" dirty="0">
                <a:latin typeface="+mj-lt"/>
              </a:rPr>
              <a:t>Interleave memory is useful in the system with pipelining and vector processing.</a:t>
            </a:r>
            <a:endParaRPr lang="en-IN" sz="2800" dirty="0">
              <a:latin typeface="+mj-lt"/>
            </a:endParaRPr>
          </a:p>
          <a:p>
            <a:r>
              <a:rPr lang="en-US" sz="2800" dirty="0">
                <a:latin typeface="+mj-lt"/>
              </a:rPr>
              <a:t>In an interleaved memory, consecutive memory addresses are spread across different memory modules.</a:t>
            </a:r>
            <a:endParaRPr lang="en-IN" sz="2800" dirty="0">
              <a:latin typeface="+mj-lt"/>
            </a:endParaRPr>
          </a:p>
          <a:p>
            <a:r>
              <a:rPr lang="en-US" sz="2800" dirty="0">
                <a:latin typeface="+mj-lt"/>
              </a:rPr>
              <a:t>Reduce the memory access time by a factor close to the number of memory banks. </a:t>
            </a: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Benefits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r>
              <a:rPr lang="en-IN" dirty="0"/>
              <a:t>Benefits of Memory Interleaving</a:t>
            </a:r>
          </a:p>
          <a:p>
            <a:pPr marL="0" indent="0">
              <a:buNone/>
            </a:pPr>
            <a:endParaRPr lang="en-IN" dirty="0"/>
          </a:p>
        </p:txBody>
      </p:sp>
      <p:pic>
        <p:nvPicPr>
          <p:cNvPr id="6" name="Picture 5">
            <a:extLst>
              <a:ext uri="{FF2B5EF4-FFF2-40B4-BE49-F238E27FC236}">
                <a16:creationId xmlns:a16="http://schemas.microsoft.com/office/drawing/2014/main" xmlns="" id="{92E552F9-A5A4-9E19-7625-20200D6ACFA4}"/>
              </a:ext>
            </a:extLst>
          </p:cNvPr>
          <p:cNvPicPr>
            <a:picLocks noChangeAspect="1"/>
          </p:cNvPicPr>
          <p:nvPr/>
        </p:nvPicPr>
        <p:blipFill>
          <a:blip r:embed="rId2"/>
          <a:stretch>
            <a:fillRect/>
          </a:stretch>
        </p:blipFill>
        <p:spPr>
          <a:xfrm>
            <a:off x="5490102" y="3861048"/>
            <a:ext cx="3653898" cy="2651486"/>
          </a:xfrm>
          <a:prstGeom prst="rect">
            <a:avLst/>
          </a:prstGeom>
        </p:spPr>
      </p:pic>
    </p:spTree>
    <p:extLst>
      <p:ext uri="{BB962C8B-B14F-4D97-AF65-F5344CB8AC3E}">
        <p14:creationId xmlns:p14="http://schemas.microsoft.com/office/powerpoint/2010/main" val="4027251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r>
              <a:rPr lang="en-US" sz="2800" dirty="0">
                <a:latin typeface="+mj-lt"/>
              </a:rPr>
              <a:t>Main memory is usually composed of a collection of DRAM (</a:t>
            </a:r>
            <a:r>
              <a:rPr lang="en-IN" sz="2800" dirty="0">
                <a:latin typeface="+mj-lt"/>
              </a:rPr>
              <a:t>Dynamic random-access memory)</a:t>
            </a:r>
            <a:r>
              <a:rPr lang="en-US" sz="2800" dirty="0">
                <a:latin typeface="+mj-lt"/>
              </a:rPr>
              <a:t> memory chips grouped together to form a memory bank.</a:t>
            </a:r>
          </a:p>
          <a:p>
            <a:r>
              <a:rPr lang="en-US" sz="2800" dirty="0">
                <a:latin typeface="+mj-lt"/>
              </a:rPr>
              <a:t>The memory banks will be interleaved.</a:t>
            </a:r>
          </a:p>
          <a:p>
            <a:r>
              <a:rPr lang="en-US" sz="2800" dirty="0">
                <a:latin typeface="+mj-lt"/>
              </a:rPr>
              <a:t>Memory accesses to different banks can proceed in parallel with high throughput.</a:t>
            </a:r>
          </a:p>
          <a:p>
            <a:r>
              <a:rPr lang="en-US" sz="2800" dirty="0">
                <a:latin typeface="+mj-lt"/>
              </a:rPr>
              <a:t>Memory banks can be allocated a contiguous block of memory addresses, </a:t>
            </a:r>
            <a:r>
              <a:rPr lang="en-IN" sz="2800" dirty="0">
                <a:latin typeface="+mj-lt"/>
              </a:rPr>
              <a:t>gives an equal performance and </a:t>
            </a:r>
            <a:r>
              <a:rPr lang="en-US" sz="2800" dirty="0">
                <a:latin typeface="+mj-lt"/>
              </a:rPr>
              <a:t>access gives far better performance in interleaved layouts.</a:t>
            </a:r>
          </a:p>
          <a:p>
            <a:pPr marL="0" indent="0">
              <a:buNone/>
            </a:pPr>
            <a:endParaRPr lang="en-IN" sz="2800" dirty="0">
              <a:latin typeface="+mj-lt"/>
            </a:endParaRPr>
          </a:p>
        </p:txBody>
      </p:sp>
      <p:sp>
        <p:nvSpPr>
          <p:cNvPr id="3" name="Title 2"/>
          <p:cNvSpPr>
            <a:spLocks noGrp="1"/>
          </p:cNvSpPr>
          <p:nvPr>
            <p:ph type="title"/>
          </p:nvPr>
        </p:nvSpPr>
        <p:spPr>
          <a:xfrm>
            <a:off x="504827" y="476681"/>
            <a:ext cx="8639175" cy="117053"/>
          </a:xfrm>
        </p:spPr>
        <p:txBody>
          <a:bodyPr/>
          <a:lstStyle/>
          <a:p>
            <a:r>
              <a:rPr lang="en-US" altLang="en-US" sz="3600" dirty="0">
                <a:latin typeface="Times New Roman" panose="02020603050405020304" pitchFamily="18" charset="0"/>
                <a:cs typeface="Times New Roman" panose="02020603050405020304" pitchFamily="18" charset="0"/>
              </a:rPr>
              <a:t>   </a:t>
            </a:r>
            <a:r>
              <a:rPr lang="en-IN" dirty="0"/>
              <a:t>Interleaving DRAM</a:t>
            </a:r>
            <a:r>
              <a:rPr lang="en-IN" b="0" i="0" dirty="0">
                <a:solidFill>
                  <a:srgbClr val="610B4B"/>
                </a:solidFill>
                <a:effectLst/>
                <a:latin typeface="erdana"/>
              </a:rPr>
              <a:t/>
            </a:r>
            <a:br>
              <a:rPr lang="en-IN" b="0" i="0" dirty="0">
                <a:solidFill>
                  <a:srgbClr val="610B4B"/>
                </a:solidFill>
                <a:effectLst/>
                <a:latin typeface="erdana"/>
              </a:rPr>
            </a:b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r>
              <a:rPr lang="en-IN" dirty="0"/>
              <a:t>Benefits of Memory Interleaving</a:t>
            </a:r>
          </a:p>
          <a:p>
            <a:r>
              <a:rPr lang="en-IN" dirty="0"/>
              <a:t>Interleaving DRAM</a:t>
            </a:r>
          </a:p>
        </p:txBody>
      </p:sp>
      <p:pic>
        <p:nvPicPr>
          <p:cNvPr id="7" name="Picture 6">
            <a:extLst>
              <a:ext uri="{FF2B5EF4-FFF2-40B4-BE49-F238E27FC236}">
                <a16:creationId xmlns:a16="http://schemas.microsoft.com/office/drawing/2014/main" xmlns="" id="{53DD0AFE-33F2-98E3-8054-060F730E1D97}"/>
              </a:ext>
            </a:extLst>
          </p:cNvPr>
          <p:cNvPicPr>
            <a:picLocks noChangeAspect="1"/>
          </p:cNvPicPr>
          <p:nvPr/>
        </p:nvPicPr>
        <p:blipFill>
          <a:blip r:embed="rId2"/>
          <a:stretch>
            <a:fillRect/>
          </a:stretch>
        </p:blipFill>
        <p:spPr>
          <a:xfrm>
            <a:off x="2343150" y="4653136"/>
            <a:ext cx="6800850" cy="1847170"/>
          </a:xfrm>
          <a:prstGeom prst="rect">
            <a:avLst/>
          </a:prstGeom>
        </p:spPr>
      </p:pic>
    </p:spTree>
    <p:extLst>
      <p:ext uri="{BB962C8B-B14F-4D97-AF65-F5344CB8AC3E}">
        <p14:creationId xmlns:p14="http://schemas.microsoft.com/office/powerpoint/2010/main" val="6100860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85946" y="111994"/>
            <a:ext cx="5058054" cy="1083819"/>
          </a:xfrm>
        </p:spPr>
        <p:txBody>
          <a:bodyPr/>
          <a:lstStyle/>
          <a:p>
            <a:r>
              <a:rPr lang="en-IN" sz="3200" dirty="0" smtClean="0"/>
              <a:t>Comparison of Size, Cost/bit and Access Time</a:t>
            </a:r>
            <a:br>
              <a:rPr lang="en-IN" sz="3200" dirty="0" smtClean="0"/>
            </a:br>
            <a:r>
              <a:rPr lang="en-IN" sz="3200" dirty="0" smtClean="0"/>
              <a:t>for Memory Hierarchy</a:t>
            </a:r>
            <a:endParaRPr lang="en-IN" sz="3200" dirty="0"/>
          </a:p>
        </p:txBody>
      </p:sp>
      <p:sp>
        <p:nvSpPr>
          <p:cNvPr id="4" name="Text Placeholder 3"/>
          <p:cNvSpPr>
            <a:spLocks noGrp="1"/>
          </p:cNvSpPr>
          <p:nvPr>
            <p:ph type="body" sz="quarter" idx="10"/>
          </p:nvPr>
        </p:nvSpPr>
        <p:spPr>
          <a:xfrm>
            <a:off x="52774" y="91411"/>
            <a:ext cx="4203920" cy="6833089"/>
          </a:xfrm>
        </p:spPr>
        <p:txBody>
          <a:bodyPr/>
          <a:lstStyle/>
          <a:p>
            <a:r>
              <a:rPr lang="en-IN" dirty="0"/>
              <a:t>Memories importance, Memories organization</a:t>
            </a:r>
          </a:p>
          <a:p>
            <a:r>
              <a:rPr lang="en-IN" altLang="en-US" dirty="0"/>
              <a:t>Memory Hierarchy: CPU registers, Cache Memory,  Main memory, Auxiliary memory</a:t>
            </a:r>
          </a:p>
          <a:p>
            <a:r>
              <a:rPr lang="en-IN" altLang="en-US" dirty="0"/>
              <a:t>CPU Registers </a:t>
            </a:r>
            <a:r>
              <a:rPr lang="en-IN" altLang="en-US" dirty="0">
                <a:sym typeface="Wingdings" panose="05000000000000000000" pitchFamily="2" charset="2"/>
              </a:rPr>
              <a:t> </a:t>
            </a:r>
            <a:r>
              <a:rPr lang="en-IN" altLang="en-US" dirty="0" err="1" smtClean="0">
                <a:sym typeface="Wingdings" panose="05000000000000000000" pitchFamily="2" charset="2"/>
              </a:rPr>
              <a:t>Ax.M</a:t>
            </a:r>
            <a:r>
              <a:rPr lang="en-IN" altLang="en-US" dirty="0" smtClean="0">
                <a:sym typeface="Wingdings" panose="05000000000000000000" pitchFamily="2" charset="2"/>
              </a:rPr>
              <a:t>:  </a:t>
            </a:r>
            <a:r>
              <a:rPr lang="en-IN" altLang="en-US" dirty="0"/>
              <a:t>Size: </a:t>
            </a:r>
            <a:r>
              <a:rPr lang="en-IN" altLang="en-US" dirty="0" smtClean="0"/>
              <a:t>Increases,</a:t>
            </a:r>
          </a:p>
          <a:p>
            <a:pPr lvl="1"/>
            <a:r>
              <a:rPr lang="en-IN" altLang="en-US" dirty="0" smtClean="0"/>
              <a:t>Access </a:t>
            </a:r>
            <a:r>
              <a:rPr lang="en-IN" altLang="en-US" dirty="0"/>
              <a:t>Time: </a:t>
            </a:r>
            <a:r>
              <a:rPr lang="en-IN" altLang="en-US" dirty="0" smtClean="0"/>
              <a:t>Decreases, </a:t>
            </a:r>
            <a:r>
              <a:rPr lang="en-US" altLang="en-US" dirty="0" smtClean="0"/>
              <a:t>Cost/Bit</a:t>
            </a:r>
            <a:r>
              <a:rPr lang="en-US" altLang="en-US" dirty="0"/>
              <a:t>: </a:t>
            </a:r>
            <a:r>
              <a:rPr lang="en-US" altLang="en-US" dirty="0" smtClean="0"/>
              <a:t>Decreases</a:t>
            </a:r>
            <a:endParaRPr lang="en-IN" altLang="en-US" dirty="0"/>
          </a:p>
          <a:p>
            <a:endParaRPr lang="en-IN" dirty="0"/>
          </a:p>
          <a:p>
            <a:endParaRPr lang="en-IN" dirty="0"/>
          </a:p>
          <a:p>
            <a:endParaRPr lang="en-IN" dirty="0"/>
          </a:p>
        </p:txBody>
      </p:sp>
      <p:sp>
        <p:nvSpPr>
          <p:cNvPr id="5" name="Rounded Rectangle 4"/>
          <p:cNvSpPr/>
          <p:nvPr/>
        </p:nvSpPr>
        <p:spPr>
          <a:xfrm>
            <a:off x="4075901" y="1996431"/>
            <a:ext cx="1963440" cy="685800"/>
          </a:xfrm>
          <a:prstGeom prst="roundRect">
            <a:avLst/>
          </a:prstGeom>
        </p:spPr>
        <p:style>
          <a:lnRef idx="0">
            <a:schemeClr val="accent2"/>
          </a:lnRef>
          <a:fillRef idx="3">
            <a:schemeClr val="accent2"/>
          </a:fillRef>
          <a:effectRef idx="3">
            <a:schemeClr val="accent2"/>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CPU Registers</a:t>
            </a:r>
          </a:p>
        </p:txBody>
      </p:sp>
      <p:sp>
        <p:nvSpPr>
          <p:cNvPr id="6" name="Rounded Rectangle 5"/>
          <p:cNvSpPr/>
          <p:nvPr/>
        </p:nvSpPr>
        <p:spPr>
          <a:xfrm>
            <a:off x="4075901" y="3147368"/>
            <a:ext cx="1963440" cy="685800"/>
          </a:xfrm>
          <a:prstGeom prst="roundRect">
            <a:avLst/>
          </a:prstGeom>
        </p:spPr>
        <p:style>
          <a:lnRef idx="0">
            <a:schemeClr val="accent3"/>
          </a:lnRef>
          <a:fillRef idx="3">
            <a:schemeClr val="accent3"/>
          </a:fillRef>
          <a:effectRef idx="3">
            <a:schemeClr val="accent3"/>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Cache Memory</a:t>
            </a:r>
          </a:p>
        </p:txBody>
      </p:sp>
      <p:sp>
        <p:nvSpPr>
          <p:cNvPr id="7" name="Down Arrow 6"/>
          <p:cNvSpPr/>
          <p:nvPr/>
        </p:nvSpPr>
        <p:spPr>
          <a:xfrm>
            <a:off x="4917226" y="2682234"/>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8" name="Down Arrow 7"/>
          <p:cNvSpPr/>
          <p:nvPr/>
        </p:nvSpPr>
        <p:spPr>
          <a:xfrm rot="10995839">
            <a:off x="5335835" y="2661569"/>
            <a:ext cx="294120" cy="431441"/>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9" name="Rounded Rectangle 8"/>
          <p:cNvSpPr/>
          <p:nvPr/>
        </p:nvSpPr>
        <p:spPr>
          <a:xfrm>
            <a:off x="4101197" y="4296557"/>
            <a:ext cx="1963440" cy="685800"/>
          </a:xfrm>
          <a:prstGeom prst="roundRect">
            <a:avLst/>
          </a:prstGeom>
        </p:spPr>
        <p:style>
          <a:lnRef idx="0">
            <a:schemeClr val="accent4"/>
          </a:lnRef>
          <a:fillRef idx="3">
            <a:schemeClr val="accent4"/>
          </a:fillRef>
          <a:effectRef idx="3">
            <a:schemeClr val="accent4"/>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Main Memory</a:t>
            </a:r>
          </a:p>
        </p:txBody>
      </p:sp>
      <p:sp>
        <p:nvSpPr>
          <p:cNvPr id="10" name="Down Arrow 9"/>
          <p:cNvSpPr/>
          <p:nvPr/>
        </p:nvSpPr>
        <p:spPr>
          <a:xfrm>
            <a:off x="4942522" y="3831422"/>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1" name="Down Arrow 10"/>
          <p:cNvSpPr/>
          <p:nvPr/>
        </p:nvSpPr>
        <p:spPr>
          <a:xfrm rot="10995839">
            <a:off x="5361131" y="3810758"/>
            <a:ext cx="294120" cy="431441"/>
          </a:xfrm>
          <a:prstGeom prst="downArrow">
            <a:avLst/>
          </a:prstGeom>
          <a:gradFill>
            <a:lin ang="3600000" scaled="0"/>
          </a:gradFill>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2" name="Rounded Rectangle 11"/>
          <p:cNvSpPr/>
          <p:nvPr/>
        </p:nvSpPr>
        <p:spPr>
          <a:xfrm>
            <a:off x="4120728" y="5445745"/>
            <a:ext cx="1963440" cy="6858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Auxiliary Memory</a:t>
            </a:r>
          </a:p>
        </p:txBody>
      </p:sp>
      <p:sp>
        <p:nvSpPr>
          <p:cNvPr id="13" name="Down Arrow 12"/>
          <p:cNvSpPr/>
          <p:nvPr/>
        </p:nvSpPr>
        <p:spPr>
          <a:xfrm>
            <a:off x="4962052" y="4980611"/>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4" name="Down Arrow 13"/>
          <p:cNvSpPr/>
          <p:nvPr/>
        </p:nvSpPr>
        <p:spPr>
          <a:xfrm rot="10800000">
            <a:off x="5380616" y="4962105"/>
            <a:ext cx="294120" cy="431441"/>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5" name="Bent Arrow 14"/>
          <p:cNvSpPr/>
          <p:nvPr/>
        </p:nvSpPr>
        <p:spPr>
          <a:xfrm>
            <a:off x="3619445" y="2249193"/>
            <a:ext cx="387101" cy="135572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black"/>
              </a:solidFill>
            </a:endParaRPr>
          </a:p>
        </p:txBody>
      </p:sp>
      <p:sp>
        <p:nvSpPr>
          <p:cNvPr id="16" name="Bent Arrow 15"/>
          <p:cNvSpPr/>
          <p:nvPr/>
        </p:nvSpPr>
        <p:spPr>
          <a:xfrm rot="10800000" flipH="1">
            <a:off x="3628968" y="3663654"/>
            <a:ext cx="384108" cy="1357313"/>
          </a:xfrm>
          <a:prstGeom prst="bentArrow">
            <a:avLst>
              <a:gd name="adj1" fmla="val 25000"/>
              <a:gd name="adj2" fmla="val 46963"/>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black"/>
              </a:solidFill>
            </a:endParaRPr>
          </a:p>
        </p:txBody>
      </p:sp>
      <p:sp>
        <p:nvSpPr>
          <p:cNvPr id="17" name="TextBox 16"/>
          <p:cNvSpPr txBox="1"/>
          <p:nvPr/>
        </p:nvSpPr>
        <p:spPr>
          <a:xfrm>
            <a:off x="5675941" y="6004150"/>
            <a:ext cx="1462088" cy="523875"/>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Size</a:t>
            </a:r>
          </a:p>
        </p:txBody>
      </p:sp>
      <p:sp>
        <p:nvSpPr>
          <p:cNvPr id="18" name="TextBox 17"/>
          <p:cNvSpPr txBox="1"/>
          <p:nvPr/>
        </p:nvSpPr>
        <p:spPr>
          <a:xfrm>
            <a:off x="7283103" y="5907699"/>
            <a:ext cx="2095500" cy="954107"/>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Access  Time</a:t>
            </a:r>
          </a:p>
        </p:txBody>
      </p:sp>
      <p:sp>
        <p:nvSpPr>
          <p:cNvPr id="19" name="TextBox 18"/>
          <p:cNvSpPr txBox="1"/>
          <p:nvPr/>
        </p:nvSpPr>
        <p:spPr>
          <a:xfrm>
            <a:off x="6414282" y="1673336"/>
            <a:ext cx="1787128" cy="523875"/>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Cost/bit</a:t>
            </a:r>
          </a:p>
        </p:txBody>
      </p:sp>
      <p:graphicFrame>
        <p:nvGraphicFramePr>
          <p:cNvPr id="20" name="Diagram 19"/>
          <p:cNvGraphicFramePr/>
          <p:nvPr>
            <p:extLst>
              <p:ext uri="{D42A27DB-BD31-4B8C-83A1-F6EECF244321}">
                <p14:modId xmlns:p14="http://schemas.microsoft.com/office/powerpoint/2010/main" val="1267793500"/>
              </p:ext>
            </p:extLst>
          </p:nvPr>
        </p:nvGraphicFramePr>
        <p:xfrm>
          <a:off x="5710670" y="2071073"/>
          <a:ext cx="1561631" cy="4041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1" name="Diagram 20"/>
          <p:cNvGraphicFramePr/>
          <p:nvPr>
            <p:extLst>
              <p:ext uri="{D42A27DB-BD31-4B8C-83A1-F6EECF244321}">
                <p14:modId xmlns:p14="http://schemas.microsoft.com/office/powerpoint/2010/main" val="1718314337"/>
              </p:ext>
            </p:extLst>
          </p:nvPr>
        </p:nvGraphicFramePr>
        <p:xfrm>
          <a:off x="6764531" y="2128083"/>
          <a:ext cx="1265107" cy="404155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2" name="Diagram 21"/>
          <p:cNvGraphicFramePr/>
          <p:nvPr>
            <p:extLst>
              <p:ext uri="{D42A27DB-BD31-4B8C-83A1-F6EECF244321}">
                <p14:modId xmlns:p14="http://schemas.microsoft.com/office/powerpoint/2010/main" val="388625115"/>
              </p:ext>
            </p:extLst>
          </p:nvPr>
        </p:nvGraphicFramePr>
        <p:xfrm>
          <a:off x="7524608" y="2043212"/>
          <a:ext cx="1561631" cy="404155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19740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5500"/>
                            </p:stCondLst>
                            <p:childTnLst>
                              <p:par>
                                <p:cTn id="49" presetID="22" presetClass="entr" presetSubtype="1"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up)">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ipe(left)">
                                      <p:cBhvr>
                                        <p:cTn id="76" dur="500"/>
                                        <p:tgtEl>
                                          <p:spTgt spid="1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down)">
                                      <p:cBhvr>
                                        <p:cTn id="8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Graphic spid="20" grpId="0">
        <p:bldAsOne/>
      </p:bldGraphic>
      <p:bldGraphic spid="21" grpId="0">
        <p:bldAsOne/>
      </p:bldGraphic>
      <p:bldGraphic spid="22"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IN" altLang="en-US" dirty="0"/>
              <a:t>Problem</a:t>
            </a:r>
          </a:p>
        </p:txBody>
      </p:sp>
      <p:sp>
        <p:nvSpPr>
          <p:cNvPr id="3" name="Content Placeholder 2"/>
          <p:cNvSpPr txBox="1">
            <a:spLocks/>
          </p:cNvSpPr>
          <p:nvPr/>
        </p:nvSpPr>
        <p:spPr>
          <a:xfrm>
            <a:off x="0" y="593725"/>
            <a:ext cx="9144000" cy="5807076"/>
          </a:xfrm>
          <a:prstGeom prst="rect">
            <a:avLst/>
          </a:prstGeom>
        </p:spPr>
        <p:txBody>
          <a:bodyPr numCol="1"/>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altLang="en-US" dirty="0"/>
          </a:p>
          <a:p>
            <a:pPr marL="0" indent="0" algn="just">
              <a:buFont typeface="Arial" panose="020B0604020202020204" pitchFamily="34" charset="0"/>
              <a:buNone/>
            </a:pPr>
            <a:r>
              <a:rPr lang="en-US" dirty="0"/>
              <a:t>Consider a main memory system that consists of 8 memory modules attached to the system bus, which is one word wide. When a write request is made, the bus is occupied for 100 nanoseconds (ns) by the data, address, and control signals. During the same 100 ns, and for 500 ns thereafter, the addressed memory module executes one cycle accepting and storing the data. The (internal) operation of different memory modules may overlap in time, but only one request can be on the bus at any time. The maximum number of stores (of one word each) that can be initiated in 1 millisecond is?</a:t>
            </a:r>
            <a:endParaRPr lang="en-US" altLang="en-US" dirty="0"/>
          </a:p>
          <a:p>
            <a:pPr algn="just">
              <a:buFont typeface="Arial" panose="020B0604020202020204" pitchFamily="34" charset="0"/>
              <a:buNone/>
            </a:pPr>
            <a:r>
              <a:rPr lang="en-US" altLang="en-US" dirty="0"/>
              <a:t>	</a:t>
            </a:r>
          </a:p>
        </p:txBody>
      </p:sp>
    </p:spTree>
    <p:extLst>
      <p:ext uri="{BB962C8B-B14F-4D97-AF65-F5344CB8AC3E}">
        <p14:creationId xmlns:p14="http://schemas.microsoft.com/office/powerpoint/2010/main" val="127187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IN" altLang="en-US" dirty="0"/>
              <a:t>Summary</a:t>
            </a:r>
          </a:p>
        </p:txBody>
      </p:sp>
      <p:sp>
        <p:nvSpPr>
          <p:cNvPr id="3" name="Content Placeholder 2"/>
          <p:cNvSpPr txBox="1">
            <a:spLocks/>
          </p:cNvSpPr>
          <p:nvPr/>
        </p:nvSpPr>
        <p:spPr>
          <a:xfrm>
            <a:off x="0" y="593725"/>
            <a:ext cx="9144000" cy="5807076"/>
          </a:xfrm>
          <a:prstGeom prst="rect">
            <a:avLst/>
          </a:prstGeom>
        </p:spPr>
        <p:txBody>
          <a:bodyPr numCol="2"/>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Memory Interleaving</a:t>
            </a:r>
          </a:p>
          <a:p>
            <a:pPr lvl="1"/>
            <a:r>
              <a:rPr lang="en-IN" dirty="0"/>
              <a:t>Consecutive words in a module</a:t>
            </a:r>
          </a:p>
          <a:p>
            <a:pPr lvl="1"/>
            <a:r>
              <a:rPr lang="en-IN" dirty="0"/>
              <a:t>Consecutive words in consecutive module</a:t>
            </a:r>
          </a:p>
          <a:p>
            <a:pPr marL="342900" lvl="1" indent="-342900">
              <a:buFont typeface="Arial" panose="020B0604020202020204" pitchFamily="34" charset="0"/>
              <a:buChar char="•"/>
            </a:pPr>
            <a:r>
              <a:rPr lang="en-US" altLang="en-US" sz="3200" dirty="0">
                <a:solidFill>
                  <a:srgbClr val="0000FF"/>
                </a:solidFill>
              </a:rPr>
              <a:t>Usage of Memory Interleaving </a:t>
            </a:r>
          </a:p>
          <a:p>
            <a:pPr lvl="1"/>
            <a:r>
              <a:rPr lang="en-IN" dirty="0"/>
              <a:t>Main Memory</a:t>
            </a:r>
          </a:p>
          <a:p>
            <a:pPr lvl="1"/>
            <a:r>
              <a:rPr lang="en-IN" dirty="0"/>
              <a:t>Cache</a:t>
            </a:r>
          </a:p>
          <a:p>
            <a:r>
              <a:rPr lang="en-US" altLang="en-US" dirty="0"/>
              <a:t>Classification of Memory Interleaving </a:t>
            </a:r>
          </a:p>
          <a:p>
            <a:pPr lvl="1"/>
            <a:r>
              <a:rPr lang="en-IN" dirty="0">
                <a:solidFill>
                  <a:srgbClr val="9BBB59">
                    <a:lumMod val="75000"/>
                  </a:srgbClr>
                </a:solidFill>
              </a:rPr>
              <a:t>High Order Interleaving </a:t>
            </a:r>
          </a:p>
          <a:p>
            <a:pPr lvl="1"/>
            <a:r>
              <a:rPr lang="en-IN" dirty="0">
                <a:solidFill>
                  <a:srgbClr val="9BBB59">
                    <a:lumMod val="75000"/>
                  </a:srgbClr>
                </a:solidFill>
              </a:rPr>
              <a:t>Low Order Interleaving </a:t>
            </a:r>
          </a:p>
          <a:p>
            <a:pPr marL="342900" lvl="1" indent="-342900">
              <a:buFont typeface="Arial" panose="020B0604020202020204" pitchFamily="34" charset="0"/>
              <a:buChar char="•"/>
            </a:pPr>
            <a:r>
              <a:rPr lang="en-US" altLang="en-US" sz="3200" dirty="0">
                <a:solidFill>
                  <a:srgbClr val="0000FF"/>
                </a:solidFill>
              </a:rPr>
              <a:t>Benefits of Memory Interleaving</a:t>
            </a:r>
          </a:p>
          <a:p>
            <a:pPr marL="0" lvl="1" indent="0">
              <a:buFont typeface="Arial" panose="020B0604020202020204" pitchFamily="34" charset="0"/>
              <a:buNone/>
            </a:pPr>
            <a:endParaRPr lang="en-US" altLang="en-US" sz="3200" dirty="0">
              <a:solidFill>
                <a:srgbClr val="0000FF"/>
              </a:solidFill>
            </a:endParaRPr>
          </a:p>
          <a:p>
            <a:pPr marL="342900" lvl="1" indent="-342900">
              <a:buFont typeface="Arial" panose="020B0604020202020204" pitchFamily="34" charset="0"/>
              <a:buChar char="•"/>
            </a:pPr>
            <a:r>
              <a:rPr lang="en-IN" sz="3200" dirty="0">
                <a:solidFill>
                  <a:srgbClr val="0000FF"/>
                </a:solidFill>
              </a:rPr>
              <a:t>Interleaving DRAM</a:t>
            </a:r>
          </a:p>
          <a:p>
            <a:pPr marL="0" lvl="1" indent="0">
              <a:buFont typeface="Arial" panose="020B0604020202020204" pitchFamily="34" charset="0"/>
              <a:buNone/>
            </a:pPr>
            <a:endParaRPr lang="en-US" altLang="en-US" sz="3200" dirty="0">
              <a:solidFill>
                <a:srgbClr val="0000FF"/>
              </a:solidFill>
            </a:endParaRPr>
          </a:p>
          <a:p>
            <a:pPr marL="342900" lvl="1" indent="-342900">
              <a:buFont typeface="Arial" panose="020B0604020202020204" pitchFamily="34" charset="0"/>
              <a:buChar char="•"/>
            </a:pPr>
            <a:r>
              <a:rPr lang="en-IN" sz="3200" dirty="0">
                <a:solidFill>
                  <a:srgbClr val="0000FF"/>
                </a:solidFill>
              </a:rPr>
              <a:t>Examples</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411432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down)">
                                      <p:cBhvr>
                                        <p:cTn id="33" dur="500"/>
                                        <p:tgtEl>
                                          <p:spTgt spid="3">
                                            <p:txEl>
                                              <p:pRg st="8" end="8"/>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down)">
                                      <p:cBhvr>
                                        <p:cTn id="36" dur="500"/>
                                        <p:tgtEl>
                                          <p:spTgt spid="3">
                                            <p:txEl>
                                              <p:pRg st="9" end="9"/>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wipe(down)">
                                      <p:cBhvr>
                                        <p:cTn id="39" dur="500"/>
                                        <p:tgtEl>
                                          <p:spTgt spid="3">
                                            <p:txEl>
                                              <p:pRg st="11" end="11"/>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Effect transition="in" filter="wipe(down)">
                                      <p:cBhvr>
                                        <p:cTn id="4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US" altLang="en-US" dirty="0"/>
              <a:t>References</a:t>
            </a:r>
            <a:endParaRPr lang="en-IN" altLang="en-US" dirty="0"/>
          </a:p>
        </p:txBody>
      </p:sp>
      <p:sp>
        <p:nvSpPr>
          <p:cNvPr id="3" name="Content Placeholder 2"/>
          <p:cNvSpPr txBox="1">
            <a:spLocks/>
          </p:cNvSpPr>
          <p:nvPr/>
        </p:nvSpPr>
        <p:spPr>
          <a:xfrm>
            <a:off x="0" y="593725"/>
            <a:ext cx="9144000" cy="5859611"/>
          </a:xfrm>
          <a:prstGeom prst="rect">
            <a:avLst/>
          </a:prstGeom>
        </p:spPr>
        <p:txBody>
          <a:bodyPr numCol="1"/>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indent="-571500" algn="just">
              <a:buFont typeface="Arial" panose="020B0604020202020204" pitchFamily="34" charset="0"/>
              <a:buNone/>
            </a:pPr>
            <a:r>
              <a:rPr lang="en-US" altLang="en-US" b="1" dirty="0"/>
              <a:t>T1: </a:t>
            </a:r>
            <a:r>
              <a:rPr lang="en-US" altLang="en-US" dirty="0"/>
              <a:t>W. Stallings, “Computer Organization and Architecture: Design for Performance”, 10th edition, PHI, 2016.</a:t>
            </a:r>
          </a:p>
          <a:p>
            <a:pPr marL="571500" indent="-571500" algn="just">
              <a:buFont typeface="Arial" panose="020B0604020202020204" pitchFamily="34" charset="0"/>
              <a:buNone/>
            </a:pPr>
            <a:r>
              <a:rPr lang="en-US" altLang="en-US" dirty="0">
                <a:solidFill>
                  <a:srgbClr val="008000"/>
                </a:solidFill>
              </a:rPr>
              <a:t>	Chapter 5</a:t>
            </a:r>
          </a:p>
          <a:p>
            <a:pPr marL="571500" indent="-571500" algn="just">
              <a:buFont typeface="Arial" panose="020B0604020202020204" pitchFamily="34" charset="0"/>
              <a:buNone/>
            </a:pPr>
            <a:r>
              <a:rPr lang="en-US" altLang="en-US" b="1" dirty="0"/>
              <a:t>T2: </a:t>
            </a:r>
            <a:r>
              <a:rPr lang="en-US" dirty="0"/>
              <a:t>David A. Patterson and John L. Hennessy, “Computer Organization and Design: The Hardware/Software Interface”, 5th Edition, Morgan Kaufmann, Elsevier, 2011.</a:t>
            </a:r>
          </a:p>
          <a:p>
            <a:pPr marL="571500" indent="-571500" algn="just">
              <a:buFont typeface="Arial" panose="020B0604020202020204" pitchFamily="34" charset="0"/>
              <a:buNone/>
            </a:pPr>
            <a:r>
              <a:rPr lang="en-US" altLang="en-US" b="1" dirty="0"/>
              <a:t>T3: </a:t>
            </a:r>
            <a:r>
              <a:rPr lang="en-US" dirty="0"/>
              <a:t>Carl </a:t>
            </a:r>
            <a:r>
              <a:rPr lang="en-US" dirty="0" err="1"/>
              <a:t>Hamacher</a:t>
            </a:r>
            <a:r>
              <a:rPr lang="en-US" dirty="0"/>
              <a:t>, “Computer Organization and Embedded Systems”,        6th Edition, McGraw Hill Higher Education, 2011.</a:t>
            </a:r>
          </a:p>
          <a:p>
            <a:pPr marL="571500" indent="-571500" algn="just">
              <a:buFont typeface="Arial" panose="020B0604020202020204" pitchFamily="34" charset="0"/>
              <a:buNone/>
            </a:pPr>
            <a:r>
              <a:rPr lang="en-US" altLang="en-US" sz="2800" b="1" dirty="0"/>
              <a:t>Web:</a:t>
            </a:r>
          </a:p>
          <a:p>
            <a:pPr marL="571500" indent="-571500" algn="just">
              <a:buFont typeface="Arial" panose="020B0604020202020204" pitchFamily="34" charset="0"/>
              <a:buNone/>
            </a:pPr>
            <a:r>
              <a:rPr lang="en-IN" dirty="0"/>
              <a:t>1.https://nptel.ac.in/courses/106/106/106106166/ </a:t>
            </a:r>
          </a:p>
          <a:p>
            <a:pPr marL="571500" indent="-571500" algn="just">
              <a:buFont typeface="Arial" panose="020B0604020202020204" pitchFamily="34" charset="0"/>
              <a:buNone/>
            </a:pPr>
            <a:r>
              <a:rPr lang="en-IN" dirty="0"/>
              <a:t>2. https://nptel.ac.in/courses/106/105/106105163/</a:t>
            </a:r>
            <a:endParaRPr lang="en-US" altLang="en-US" b="1" dirty="0"/>
          </a:p>
          <a:p>
            <a:pPr marL="571500" indent="-571500" algn="just">
              <a:buFont typeface="Arial" panose="020B0604020202020204" pitchFamily="34" charset="0"/>
              <a:buNone/>
            </a:pPr>
            <a:endParaRPr lang="en-US" altLang="en-US" dirty="0"/>
          </a:p>
        </p:txBody>
      </p:sp>
    </p:spTree>
    <p:extLst>
      <p:ext uri="{BB962C8B-B14F-4D97-AF65-F5344CB8AC3E}">
        <p14:creationId xmlns:p14="http://schemas.microsoft.com/office/powerpoint/2010/main" val="247660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1" id="{F7EDB3D8-5104-4D87-8C8D-2CC852A64116}" vid="{AC4F1F6F-5ED8-4903-AD1D-8422EA2939EF}"/>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1" id="{F7EDB3D8-5104-4D87-8C8D-2CC852A64116}" vid="{AC4F1F6F-5ED8-4903-AD1D-8422EA2939EF}"/>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1" id="{F7EDB3D8-5104-4D87-8C8D-2CC852A64116}" vid="{AC4F1F6F-5ED8-4903-AD1D-8422EA2939E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1065</Words>
  <Application>Microsoft Office PowerPoint</Application>
  <PresentationFormat>On-screen Show (4:3)</PresentationFormat>
  <Paragraphs>246</Paragraphs>
  <Slides>25</Slides>
  <Notes>2</Notes>
  <HiddenSlides>0</HiddenSlides>
  <MMClips>0</MMClips>
  <ScaleCrop>false</ScaleCrop>
  <HeadingPairs>
    <vt:vector size="4" baseType="variant">
      <vt:variant>
        <vt:lpstr>Theme</vt:lpstr>
      </vt:variant>
      <vt:variant>
        <vt:i4>4</vt:i4>
      </vt:variant>
      <vt:variant>
        <vt:lpstr>Slide Titles</vt:lpstr>
      </vt:variant>
      <vt:variant>
        <vt:i4>25</vt:i4>
      </vt:variant>
    </vt:vector>
  </HeadingPairs>
  <TitlesOfParts>
    <vt:vector size="29" baseType="lpstr">
      <vt:lpstr>Office Theme</vt:lpstr>
      <vt:lpstr>1_Office Theme</vt:lpstr>
      <vt:lpstr>2_Office Theme</vt:lpstr>
      <vt:lpstr>3_Office Theme</vt:lpstr>
      <vt:lpstr>Conceptual View of Memory Cell </vt:lpstr>
      <vt:lpstr>Recap: Truth tables of Logic gates</vt:lpstr>
      <vt:lpstr>Conceptual View of Memory Cell</vt:lpstr>
      <vt:lpstr>Function of Memory Cell</vt:lpstr>
      <vt:lpstr>Function of Memory Cell</vt:lpstr>
      <vt:lpstr>Memory Organization</vt:lpstr>
      <vt:lpstr>Memory Organization</vt:lpstr>
      <vt:lpstr>PowerPoint Presentation</vt:lpstr>
      <vt:lpstr>PowerPoint Presentation</vt:lpstr>
      <vt:lpstr>Typical Chip Layout</vt:lpstr>
      <vt:lpstr>   MEMORY INTERLEAVING</vt:lpstr>
      <vt:lpstr>   MEMORY INTERLEAVING</vt:lpstr>
      <vt:lpstr>   Distribution Methods in Memory system</vt:lpstr>
      <vt:lpstr>   Distribution Methods in Memory system</vt:lpstr>
      <vt:lpstr>   Distribution Methods in Memory system</vt:lpstr>
      <vt:lpstr> Distribution Methods in Memory system</vt:lpstr>
      <vt:lpstr>   Usage of Memory Interleaving</vt:lpstr>
      <vt:lpstr>   Classification of Memory Interleaving</vt:lpstr>
      <vt:lpstr>   Classification of Memory Interleaving</vt:lpstr>
      <vt:lpstr>   Benefits of Memory Interleaving</vt:lpstr>
      <vt:lpstr>   Interleaving DRAM </vt:lpstr>
      <vt:lpstr>Comparison of Size, Cost/bit and Access Time for Memory Hierarchy</vt:lpstr>
      <vt:lpstr>Problem</vt:lpstr>
      <vt:lpstr>Summary</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Conceptual View of Memory Cell</dc:title>
  <dc:creator>admin</dc:creator>
  <cp:lastModifiedBy>admin</cp:lastModifiedBy>
  <cp:revision>3</cp:revision>
  <dcterms:created xsi:type="dcterms:W3CDTF">2023-02-23T04:00:09Z</dcterms:created>
  <dcterms:modified xsi:type="dcterms:W3CDTF">2023-02-23T04:09:58Z</dcterms:modified>
</cp:coreProperties>
</file>