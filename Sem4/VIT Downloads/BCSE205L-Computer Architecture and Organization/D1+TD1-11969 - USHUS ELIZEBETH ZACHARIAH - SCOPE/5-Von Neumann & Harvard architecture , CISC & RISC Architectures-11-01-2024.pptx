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0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3FDE94-5A45-4119-BA41-B96CCAA7F76D}">
          <p14:sldIdLst>
            <p14:sldId id="256"/>
            <p14:sldId id="262"/>
            <p14:sldId id="261"/>
            <p14:sldId id="260"/>
            <p14:sldId id="257"/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37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723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97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686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425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8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98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413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1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44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9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1A4C6-8224-4044-93C4-BF92FBA3777B}" type="datetimeFigureOut">
              <a:rPr lang="en-IN" smtClean="0"/>
              <a:t>16-07-2020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4C7DA-BA93-4A9C-985B-D166F2361A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89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2444" y="4353058"/>
            <a:ext cx="7525555" cy="904741"/>
          </a:xfrm>
        </p:spPr>
        <p:txBody>
          <a:bodyPr/>
          <a:lstStyle/>
          <a:p>
            <a:r>
              <a:rPr lang="en-IN" dirty="0" smtClean="0"/>
              <a:t>                    Von Neuman Architecture &amp;&amp;Modified Harvard Architecture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725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20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595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8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6"/>
            <a:ext cx="10379299" cy="580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5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8794" y="540913"/>
            <a:ext cx="9530367" cy="563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4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40913"/>
            <a:ext cx="10515599" cy="563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05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121721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90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Custom</PresentationFormat>
  <Paragraphs>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2018-07-23T09:30:55Z</dcterms:created>
  <dcterms:modified xsi:type="dcterms:W3CDTF">2020-07-16T01:54:00Z</dcterms:modified>
</cp:coreProperties>
</file>