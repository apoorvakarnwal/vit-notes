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3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2" d="100"/>
          <a:sy n="72" d="100"/>
        </p:scale>
        <p:origin x="-1242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C643-E594-400A-BB8A-8E672E8297FF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5856-C5E8-48CE-A494-284DFA3878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C643-E594-400A-BB8A-8E672E8297FF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5856-C5E8-48CE-A494-284DFA3878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C643-E594-400A-BB8A-8E672E8297FF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5856-C5E8-48CE-A494-284DFA3878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C643-E594-400A-BB8A-8E672E8297FF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5856-C5E8-48CE-A494-284DFA3878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C643-E594-400A-BB8A-8E672E8297FF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5856-C5E8-48CE-A494-284DFA3878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C643-E594-400A-BB8A-8E672E8297FF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5856-C5E8-48CE-A494-284DFA3878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C643-E594-400A-BB8A-8E672E8297FF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5856-C5E8-48CE-A494-284DFA3878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C643-E594-400A-BB8A-8E672E8297FF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5856-C5E8-48CE-A494-284DFA3878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C643-E594-400A-BB8A-8E672E8297FF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5856-C5E8-48CE-A494-284DFA3878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C643-E594-400A-BB8A-8E672E8297FF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5856-C5E8-48CE-A494-284DFA3878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8C643-E594-400A-BB8A-8E672E8297FF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55856-C5E8-48CE-A494-284DFA3878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78C643-E594-400A-BB8A-8E672E8297FF}" type="datetimeFigureOut">
              <a:rPr lang="en-US" smtClean="0"/>
              <a:t>1/16/2023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55856-C5E8-48CE-A494-284DFA38784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DIVISION ALGORITHMS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Restoring Division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19200"/>
            <a:ext cx="82296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Restoring Division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861" y="1561175"/>
            <a:ext cx="8229600" cy="4525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00200"/>
            <a:ext cx="3276600" cy="423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952624"/>
            <a:ext cx="4114800" cy="406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238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457200"/>
            <a:ext cx="76962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7/3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00200" y="381000"/>
            <a:ext cx="685800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Non-Restoring Division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219200"/>
            <a:ext cx="71628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Non-restoring Division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93862" y="1600200"/>
          <a:ext cx="6956275" cy="4525964"/>
        </p:xfrm>
        <a:graphic>
          <a:graphicData uri="http://schemas.openxmlformats.org/drawingml/2006/table">
            <a:tbl>
              <a:tblPr/>
              <a:tblGrid>
                <a:gridCol w="730701"/>
                <a:gridCol w="6225574"/>
              </a:tblGrid>
              <a:tr h="591868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Step-1:</a:t>
                      </a:r>
                      <a:endParaRPr lang="en-US" sz="1400">
                        <a:effectLst/>
                      </a:endParaRPr>
                    </a:p>
                  </a:txBody>
                  <a:tcPr marL="36535" marR="36535" marT="36535" marB="3653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Initialize registers</a:t>
                      </a:r>
                      <a:b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Q = Dividend, M = Divisor, A = 0, n = number of bits in dividend</a:t>
                      </a:r>
                      <a:endParaRPr lang="en-US" sz="1400">
                        <a:effectLst/>
                      </a:endParaRPr>
                    </a:p>
                  </a:txBody>
                  <a:tcPr marL="36535" marR="36535" marT="36535" marB="3653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D"/>
                    </a:solidFill>
                  </a:tcPr>
                </a:tc>
              </a:tr>
              <a:tr h="1234885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Step-2:</a:t>
                      </a:r>
                      <a:endParaRPr lang="en-US" sz="1400">
                        <a:effectLst/>
                      </a:endParaRPr>
                    </a:p>
                  </a:txBody>
                  <a:tcPr marL="36535" marR="36535" marT="36535" marB="3653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If sign bit of register A is 1</a:t>
                      </a:r>
                      <a:b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then shift left content of AQ and A=A+M,</a:t>
                      </a:r>
                      <a:b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otherwise shift left content of AQ and A=A-M (means add 2's complement of M to A and store it to A)</a:t>
                      </a:r>
                      <a:endParaRPr lang="en-US" sz="1400">
                        <a:effectLst/>
                      </a:endParaRPr>
                    </a:p>
                  </a:txBody>
                  <a:tcPr marL="36535" marR="36535" marT="36535" marB="3653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D"/>
                    </a:solidFill>
                  </a:tcPr>
                </a:tc>
              </a:tr>
              <a:tr h="847613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Step-3:</a:t>
                      </a:r>
                      <a:endParaRPr lang="en-US" sz="1400">
                        <a:effectLst/>
                      </a:endParaRPr>
                    </a:p>
                  </a:txBody>
                  <a:tcPr marL="36535" marR="36535" marT="36535" marB="3653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If sign bit of register A is 1</a:t>
                      </a:r>
                      <a:b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then Q[0]=0</a:t>
                      </a:r>
                      <a:b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otherwise Q[0]=1 (Q[0] means LSB (least significant bit) of Q)</a:t>
                      </a:r>
                      <a:endParaRPr lang="en-US" sz="1400">
                        <a:effectLst/>
                      </a:endParaRPr>
                    </a:p>
                  </a:txBody>
                  <a:tcPr marL="36535" marR="36535" marT="36535" marB="3653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D"/>
                    </a:solidFill>
                  </a:tcPr>
                </a:tc>
              </a:tr>
              <a:tr h="460342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Step-4:</a:t>
                      </a:r>
                      <a:endParaRPr lang="en-US" sz="1400">
                        <a:effectLst/>
                      </a:endParaRPr>
                    </a:p>
                  </a:txBody>
                  <a:tcPr marL="36535" marR="36535" marT="36535" marB="3653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The value of counter n is decremented by 1</a:t>
                      </a:r>
                      <a:endParaRPr lang="en-US" sz="1400">
                        <a:effectLst/>
                      </a:endParaRPr>
                    </a:p>
                  </a:txBody>
                  <a:tcPr marL="36535" marR="36535" marT="36535" marB="3653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D"/>
                    </a:solidFill>
                  </a:tcPr>
                </a:tc>
              </a:tr>
              <a:tr h="460342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Step-5:</a:t>
                      </a:r>
                      <a:endParaRPr lang="en-US" sz="1400">
                        <a:effectLst/>
                      </a:endParaRPr>
                    </a:p>
                  </a:txBody>
                  <a:tcPr marL="36535" marR="36535" marT="36535" marB="3653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If value of n becomes 0 then goto next step otherwise repeat from step-2</a:t>
                      </a:r>
                      <a:endParaRPr lang="en-US" sz="1400">
                        <a:effectLst/>
                      </a:endParaRPr>
                    </a:p>
                  </a:txBody>
                  <a:tcPr marL="36535" marR="36535" marT="36535" marB="3653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D"/>
                    </a:solidFill>
                  </a:tcPr>
                </a:tc>
              </a:tr>
              <a:tr h="470572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Step-6:</a:t>
                      </a:r>
                      <a:endParaRPr lang="en-US" sz="1400">
                        <a:effectLst/>
                      </a:endParaRPr>
                    </a:p>
                  </a:txBody>
                  <a:tcPr marL="36535" marR="36535" marT="36535" marB="3653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If sign bit of register A is 1</a:t>
                      </a:r>
                      <a:b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</a:b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then A=A+M</a:t>
                      </a:r>
                      <a:endParaRPr lang="en-US" sz="1400">
                        <a:effectLst/>
                      </a:endParaRPr>
                    </a:p>
                  </a:txBody>
                  <a:tcPr marL="36535" marR="36535" marT="36535" marB="3653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D"/>
                    </a:solidFill>
                  </a:tcPr>
                </a:tc>
              </a:tr>
              <a:tr h="460342">
                <a:tc>
                  <a:txBody>
                    <a:bodyPr/>
                    <a:lstStyle/>
                    <a:p>
                      <a:pPr algn="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Step-7:</a:t>
                      </a:r>
                      <a:endParaRPr lang="en-US" sz="1400">
                        <a:effectLst/>
                      </a:endParaRPr>
                    </a:p>
                  </a:txBody>
                  <a:tcPr marL="36535" marR="36535" marT="36535" marB="3653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Now register Q contains Quotient value and A contains Remainder value</a:t>
                      </a:r>
                      <a:endParaRPr lang="en-US" sz="1400" dirty="0">
                        <a:effectLst/>
                      </a:endParaRPr>
                    </a:p>
                  </a:txBody>
                  <a:tcPr marL="36535" marR="36535" marT="36535" marB="3653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652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52400"/>
            <a:ext cx="6553200" cy="670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1066800" cy="1143000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8/3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05000" y="304800"/>
            <a:ext cx="647700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86</Words>
  <Application>Microsoft Office PowerPoint</Application>
  <PresentationFormat>On-screen Show (4:3)</PresentationFormat>
  <Paragraphs>21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DIVISION ALGORITHMS</vt:lpstr>
      <vt:lpstr>Restoring Division</vt:lpstr>
      <vt:lpstr>Restoring Division</vt:lpstr>
      <vt:lpstr>PowerPoint Presentation</vt:lpstr>
      <vt:lpstr>7/3</vt:lpstr>
      <vt:lpstr>Non-Restoring Division</vt:lpstr>
      <vt:lpstr>Non-restoring Division</vt:lpstr>
      <vt:lpstr>PowerPoint Presentation</vt:lpstr>
      <vt:lpstr>8/3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DIVISION ALGORITHMS</dc:title>
  <dc:creator>VIT</dc:creator>
  <cp:lastModifiedBy>admin</cp:lastModifiedBy>
  <cp:revision>5</cp:revision>
  <dcterms:created xsi:type="dcterms:W3CDTF">2017-09-03T16:28:30Z</dcterms:created>
  <dcterms:modified xsi:type="dcterms:W3CDTF">2023-01-16T03:53:52Z</dcterms:modified>
</cp:coreProperties>
</file>