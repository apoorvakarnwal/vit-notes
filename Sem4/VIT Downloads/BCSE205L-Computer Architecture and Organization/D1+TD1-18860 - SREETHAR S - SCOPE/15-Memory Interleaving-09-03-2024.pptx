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1522" r:id="rId3"/>
    <p:sldId id="1523" r:id="rId4"/>
    <p:sldId id="1526" r:id="rId5"/>
    <p:sldId id="1527" r:id="rId6"/>
    <p:sldId id="1525" r:id="rId7"/>
    <p:sldId id="1524" r:id="rId8"/>
    <p:sldId id="1528" r:id="rId9"/>
    <p:sldId id="1530" r:id="rId10"/>
    <p:sldId id="1529" r:id="rId11"/>
    <p:sldId id="1531" r:id="rId12"/>
    <p:sldId id="1532" r:id="rId13"/>
    <p:sldId id="1533" r:id="rId14"/>
    <p:sldId id="153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6836C-3BCD-48BC-BA32-9207693B431C}" type="datetimeFigureOut">
              <a:rPr lang="en-IN" smtClean="0"/>
              <a:t>20-03-2024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86C9D-837A-4879-B243-F6C2175F6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472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BD50-6875-41AB-A260-4201A494043C}" type="datetime1">
              <a:rPr lang="en-IN" smtClean="0"/>
              <a:t>20-03-2024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5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11B3-5A7C-4A76-A4B8-3B1D6A0C66B3}" type="datetime1">
              <a:rPr lang="en-IN" smtClean="0"/>
              <a:t>20-03-2024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5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F2A-826F-426F-8772-01D7F0969FBC}" type="datetime1">
              <a:rPr lang="en-IN" smtClean="0"/>
              <a:t>20-03-2024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87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9D0F-0A39-49B6-8129-987715129897}" type="datetime1">
              <a:rPr lang="en-IN" smtClean="0"/>
              <a:t>20-03-2024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07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A3EDC-93AD-430D-B23D-B7A9C3F428C6}" type="datetime1">
              <a:rPr lang="en-IN" smtClean="0"/>
              <a:t>20-03-2024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02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6A2E9-6EFD-4FA5-BF8F-DC272E4DDDD1}" type="datetime1">
              <a:rPr lang="en-IN" smtClean="0"/>
              <a:t>20-03-2024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62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6793-4276-409F-B4ED-3245C235CA4D}" type="datetime1">
              <a:rPr lang="en-IN" smtClean="0"/>
              <a:t>20-03-2024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332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FC72-B16D-4944-B252-932079D28173}" type="datetime1">
              <a:rPr lang="en-IN" smtClean="0"/>
              <a:t>20-03-2024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8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6225-9EDE-4DAD-B386-17145BD5A97F}" type="datetime1">
              <a:rPr lang="en-IN" smtClean="0"/>
              <a:t>20-03-2024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66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90D9-20DD-4B15-B425-9FBC5BB85D12}" type="datetime1">
              <a:rPr lang="en-IN" smtClean="0"/>
              <a:t>20-03-2024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54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F5476-5A03-4098-BC06-2A8E698CC877}" type="datetime1">
              <a:rPr lang="en-IN" smtClean="0"/>
              <a:t>20-03-2024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72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79589-8C4B-4C3F-BCC3-84A379F0E875}" type="datetime1">
              <a:rPr lang="en-IN" smtClean="0"/>
              <a:t>20-03-2024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ED30B-569B-45D4-A418-FF8E692B9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09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9309" y="318654"/>
            <a:ext cx="9144000" cy="16811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and Organization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86603-EB64-C6B3-6940-08E0DD37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444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AFEF1-5EF6-73C1-82E5-76CEA450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235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Interleaving </a:t>
            </a:r>
            <a:endParaRPr lang="en-IN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8A63D-CBB2-390F-CE6D-89426F62E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64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9F9B-23C8-7252-04B9-6EC59389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4746"/>
          </a:xfrm>
        </p:spPr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Interleaving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923A-9A40-A02A-9026-4C362E40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48" y="970220"/>
            <a:ext cx="11983065" cy="1025726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Interleaved memory is technique designed to compensate for the relatively slow speed of dynamic random-access memory (DRAM) or core memory by spreading memory addresses evenly across memory banks.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0909F-B234-D7A0-0C59-84C84D8A4524}"/>
              </a:ext>
            </a:extLst>
          </p:cNvPr>
          <p:cNvSpPr txBox="1"/>
          <p:nvPr/>
        </p:nvSpPr>
        <p:spPr>
          <a:xfrm>
            <a:off x="4473678" y="1859339"/>
            <a:ext cx="73938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there are two memory regions in that MM. 2000 is the first, while 3000 is the second.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carry out two operations: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read operation on memory location 2000 and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write operation on memory location 3000.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 in this case, both procedures cannot be completed simultaneously.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doing either of these two processes, we must first finish the first one before moving on to the second.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fact that this MM only has one memory and only accepts read or write requests. It is not possible to accept both requests at once. </a:t>
            </a:r>
            <a:r>
              <a:rPr lang="en-IN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limitation here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E0F1DE-65C5-0625-08BD-21991411614A}"/>
              </a:ext>
            </a:extLst>
          </p:cNvPr>
          <p:cNvSpPr txBox="1"/>
          <p:nvPr/>
        </p:nvSpPr>
        <p:spPr>
          <a:xfrm>
            <a:off x="90948" y="5101096"/>
            <a:ext cx="38321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 main memory (MM). </a:t>
            </a:r>
            <a:endParaRPr lang="en-IN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A1F01B-1AE7-983A-2ED0-428CF1BBB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5946"/>
            <a:ext cx="4267200" cy="31051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97A263-8B49-C0D0-5DA5-2607161D5C47}"/>
              </a:ext>
            </a:extLst>
          </p:cNvPr>
          <p:cNvSpPr txBox="1"/>
          <p:nvPr/>
        </p:nvSpPr>
        <p:spPr>
          <a:xfrm>
            <a:off x="90948" y="5954504"/>
            <a:ext cx="11983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interleaving is a concept that we are utilizing to overcome this limitation.</a:t>
            </a:r>
          </a:p>
        </p:txBody>
      </p:sp>
    </p:spTree>
    <p:extLst>
      <p:ext uri="{BB962C8B-B14F-4D97-AF65-F5344CB8AC3E}">
        <p14:creationId xmlns:p14="http://schemas.microsoft.com/office/powerpoint/2010/main" val="216325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73EE6F-94E7-E3FC-B423-E101E0F9F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57"/>
            <a:ext cx="3307857" cy="24070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6629F5-43CA-6EF5-08EC-2E5B6333438F}"/>
              </a:ext>
            </a:extLst>
          </p:cNvPr>
          <p:cNvSpPr txBox="1"/>
          <p:nvPr/>
        </p:nvSpPr>
        <p:spPr>
          <a:xfrm>
            <a:off x="0" y="2474570"/>
            <a:ext cx="56715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memory interleaving organization a single large memory is divided into equal sized blocks called as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modules (memory array)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A9DEB8-F77C-6F1D-89A3-97140ED43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215" y="78657"/>
            <a:ext cx="6356785" cy="39840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FFA008-D408-DFBC-FF82-BE2EB33B6650}"/>
              </a:ext>
            </a:extLst>
          </p:cNvPr>
          <p:cNvSpPr txBox="1"/>
          <p:nvPr/>
        </p:nvSpPr>
        <p:spPr>
          <a:xfrm>
            <a:off x="167832" y="4721339"/>
            <a:ext cx="118563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memory modules are equal in size.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uniqueness of memory interleaving organization is assignment of two specific registers for each and every memory module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register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register.</a:t>
            </a:r>
          </a:p>
        </p:txBody>
      </p:sp>
    </p:spTree>
    <p:extLst>
      <p:ext uri="{BB962C8B-B14F-4D97-AF65-F5344CB8AC3E}">
        <p14:creationId xmlns:p14="http://schemas.microsoft.com/office/powerpoint/2010/main" val="4371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ED0BAA-F24A-8F19-8B52-627462D3D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244" y="-1"/>
            <a:ext cx="5199299" cy="46577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6629F5-43CA-6EF5-08EC-2E5B6333438F}"/>
              </a:ext>
            </a:extLst>
          </p:cNvPr>
          <p:cNvSpPr txBox="1"/>
          <p:nvPr/>
        </p:nvSpPr>
        <p:spPr>
          <a:xfrm>
            <a:off x="90456" y="0"/>
            <a:ext cx="681178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Register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register stands for address register.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register can receive the data from the address bus which is common to all the memory modules here.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bus is common to four memory.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register contains only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it receives the data from the address bus only modules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Register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stands for data register.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register receives the data from the data bus which is connected to all the memory modules.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send the data to the data-bus also because of that reason the data register has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51777-841E-9FFE-0042-127520DD7556}"/>
              </a:ext>
            </a:extLst>
          </p:cNvPr>
          <p:cNvSpPr txBox="1"/>
          <p:nvPr/>
        </p:nvSpPr>
        <p:spPr>
          <a:xfrm>
            <a:off x="90456" y="4824853"/>
            <a:ext cx="119953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register can receive the address from the address bus, so in that address for example so 0 0 1 0 is there this is the address that is received by the address register from the address bus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LSB two bits specify the memory module.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10, so it is memory module 3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MSB two bits represent a specified memory location in the module.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00 that in memory module 3, at 00 memory location.</a:t>
            </a:r>
          </a:p>
        </p:txBody>
      </p:sp>
    </p:spTree>
    <p:extLst>
      <p:ext uri="{BB962C8B-B14F-4D97-AF65-F5344CB8AC3E}">
        <p14:creationId xmlns:p14="http://schemas.microsoft.com/office/powerpoint/2010/main" val="209470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9F9B-23C8-7252-04B9-6EC59389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4746"/>
          </a:xfrm>
        </p:spPr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Interleaving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923A-9A40-A02A-9026-4C362E40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48" y="970219"/>
            <a:ext cx="11983065" cy="1399355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Interleaved memory is technique designed to compensate for the relatively slow speed of dynamic random-access memory (DRAM) or core memory by spreading memory addresses evenly across memory banks.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D0F55-8714-87A9-9AEA-47EF63848F25}"/>
              </a:ext>
            </a:extLst>
          </p:cNvPr>
          <p:cNvSpPr txBox="1"/>
          <p:nvPr/>
        </p:nvSpPr>
        <p:spPr>
          <a:xfrm>
            <a:off x="0" y="2779238"/>
            <a:ext cx="1182328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Interleaving is an abstraction technique.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compensate for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memory by spreading memory addresses evenly across memory banks.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memory into a number of modules such that successive words in the address space are placed in the different module.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access is possible. Hence, faster.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average utilization of the memory system.</a:t>
            </a:r>
          </a:p>
        </p:txBody>
      </p:sp>
    </p:spTree>
    <p:extLst>
      <p:ext uri="{BB962C8B-B14F-4D97-AF65-F5344CB8AC3E}">
        <p14:creationId xmlns:p14="http://schemas.microsoft.com/office/powerpoint/2010/main" val="2155654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9F9B-23C8-7252-04B9-6EC59389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4746"/>
          </a:xfrm>
        </p:spPr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Interleaving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923A-9A40-A02A-9026-4C362E40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67" y="891561"/>
            <a:ext cx="11983065" cy="2943019"/>
          </a:xfrm>
        </p:spPr>
        <p:txBody>
          <a:bodyPr>
            <a:no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Main Memory is structured as collection of physically separate modules.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with it’s own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Buffer Register (ABR)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Buffer Register (DBR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memory access operations.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proceed in more than one module at the same time.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aggregate rate of transmission of words to and from the memory can be increased.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B7540-3508-4A99-836F-89F135B8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01287-43AC-1A08-8A57-494FD60D3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454" y="3068881"/>
            <a:ext cx="7992888" cy="365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71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EC33-6C94-2B4C-456F-37B0A808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102265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Methods in Memory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08B30-9059-7E63-C544-27AE1F89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CA074-EC01-16AA-B643-8C2519F3FDB7}"/>
              </a:ext>
            </a:extLst>
          </p:cNvPr>
          <p:cNvSpPr txBox="1"/>
          <p:nvPr/>
        </p:nvSpPr>
        <p:spPr>
          <a:xfrm>
            <a:off x="309716" y="913136"/>
            <a:ext cx="5117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words in a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832E0-8516-BA6B-9E8D-9360AAA131A8}"/>
              </a:ext>
            </a:extLst>
          </p:cNvPr>
          <p:cNvSpPr txBox="1"/>
          <p:nvPr/>
        </p:nvSpPr>
        <p:spPr>
          <a:xfrm>
            <a:off x="7157884" y="911872"/>
            <a:ext cx="472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words in a Consecutive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977B9-B6C5-04D8-F287-219AEDF6AF0B}"/>
              </a:ext>
            </a:extLst>
          </p:cNvPr>
          <p:cNvSpPr txBox="1"/>
          <p:nvPr/>
        </p:nvSpPr>
        <p:spPr>
          <a:xfrm>
            <a:off x="309715" y="1681767"/>
            <a:ext cx="46654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consecutive locations are accessed, as happens when a block of data is transferred to a cache, only one module is involved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23A7E7-45F8-033F-20D8-9CAC42166B30}"/>
              </a:ext>
            </a:extLst>
          </p:cNvPr>
          <p:cNvSpPr txBox="1"/>
          <p:nvPr/>
        </p:nvSpPr>
        <p:spPr>
          <a:xfrm>
            <a:off x="7226713" y="1582596"/>
            <a:ext cx="49652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method is called memory interleaving</a:t>
            </a:r>
          </a:p>
          <a:p>
            <a:r>
              <a:rPr lang="en-IN" dirty="0"/>
              <a:t>Parallel access is possible. Hence, faster</a:t>
            </a:r>
          </a:p>
          <a:p>
            <a:r>
              <a:rPr lang="en-IN" dirty="0"/>
              <a:t>Higher average utilization of the memory system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40FE55-AEA6-3EAA-1203-B7835F4F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95" y="3041935"/>
            <a:ext cx="10271707" cy="302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1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EC33-6C94-2B4C-456F-37B0A808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102265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Methods in Memory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CA074-EC01-16AA-B643-8C2519F3FDB7}"/>
              </a:ext>
            </a:extLst>
          </p:cNvPr>
          <p:cNvSpPr txBox="1"/>
          <p:nvPr/>
        </p:nvSpPr>
        <p:spPr>
          <a:xfrm>
            <a:off x="309716" y="913136"/>
            <a:ext cx="5117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words in a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721E4-C803-D497-6343-FC0BB5ACB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42" y="1455647"/>
            <a:ext cx="9067800" cy="475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4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EC33-6C94-2B4C-456F-37B0A808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102265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Methods in Memory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08B30-9059-7E63-C544-27AE1F89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832E0-8516-BA6B-9E8D-9360AAA131A8}"/>
              </a:ext>
            </a:extLst>
          </p:cNvPr>
          <p:cNvSpPr txBox="1"/>
          <p:nvPr/>
        </p:nvSpPr>
        <p:spPr>
          <a:xfrm>
            <a:off x="159774" y="833214"/>
            <a:ext cx="472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words in a Consecutive module</a:t>
            </a:r>
          </a:p>
        </p:txBody>
      </p:sp>
      <p:pic>
        <p:nvPicPr>
          <p:cNvPr id="3" name="Picture 2" descr="Lightbox">
            <a:extLst>
              <a:ext uri="{FF2B5EF4-FFF2-40B4-BE49-F238E27FC236}">
                <a16:creationId xmlns:a16="http://schemas.microsoft.com/office/drawing/2014/main" id="{CBBA7A25-E46E-9AB1-C65F-06BB6402D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048" y="1385501"/>
            <a:ext cx="8976320" cy="5191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994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75F1-4FFF-42BB-509F-07AEFE38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3" y="136525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to use of Memory Interleaving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21B69-632C-6C0A-06BF-C0E3E3D2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5D95AA-69D6-36A3-8468-E371B7440D6B}"/>
              </a:ext>
            </a:extLst>
          </p:cNvPr>
          <p:cNvSpPr txBox="1">
            <a:spLocks/>
          </p:cNvSpPr>
          <p:nvPr/>
        </p:nvSpPr>
        <p:spPr>
          <a:xfrm>
            <a:off x="-34413" y="2953467"/>
            <a:ext cx="6678562" cy="667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Memory Interleaving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71445-55D8-44BC-6432-8546928C1976}"/>
              </a:ext>
            </a:extLst>
          </p:cNvPr>
          <p:cNvSpPr txBox="1"/>
          <p:nvPr/>
        </p:nvSpPr>
        <p:spPr>
          <a:xfrm>
            <a:off x="110612" y="824578"/>
            <a:ext cx="115602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 is relatively slower than the cache.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to improve the access time of the main memory, interleaving is used.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uses memory effectively.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543A48-45BA-5ED7-05D8-B38231454C42}"/>
              </a:ext>
            </a:extLst>
          </p:cNvPr>
          <p:cNvSpPr txBox="1"/>
          <p:nvPr/>
        </p:nvSpPr>
        <p:spPr>
          <a:xfrm>
            <a:off x="188042" y="3725098"/>
            <a:ext cx="1148284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access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different modules of memory.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Interleave memory is useful in the system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processing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interleaved memory, consecutive memory addresses are spread across different memory modules.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 time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factor close to the number of memory banks. 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5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21B69-632C-6C0A-06BF-C0E3E3D2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5D95AA-69D6-36A3-8468-E371B7440D6B}"/>
              </a:ext>
            </a:extLst>
          </p:cNvPr>
          <p:cNvSpPr txBox="1">
            <a:spLocks/>
          </p:cNvSpPr>
          <p:nvPr/>
        </p:nvSpPr>
        <p:spPr>
          <a:xfrm>
            <a:off x="188042" y="0"/>
            <a:ext cx="6678562" cy="667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Interleaving 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543A48-45BA-5ED7-05D8-B38231454C42}"/>
              </a:ext>
            </a:extLst>
          </p:cNvPr>
          <p:cNvSpPr txBox="1"/>
          <p:nvPr/>
        </p:nvSpPr>
        <p:spPr>
          <a:xfrm>
            <a:off x="188042" y="1180636"/>
            <a:ext cx="3607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Order Interleaving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4A638-9968-02BB-06BC-D59AC2C0EDDC}"/>
              </a:ext>
            </a:extLst>
          </p:cNvPr>
          <p:cNvSpPr txBox="1"/>
          <p:nvPr/>
        </p:nvSpPr>
        <p:spPr>
          <a:xfrm>
            <a:off x="188042" y="667262"/>
            <a:ext cx="6125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interleaving is classified into two types: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794BAD-A067-253F-5E1C-46B3AC3AECF2}"/>
              </a:ext>
            </a:extLst>
          </p:cNvPr>
          <p:cNvSpPr txBox="1"/>
          <p:nvPr/>
        </p:nvSpPr>
        <p:spPr>
          <a:xfrm>
            <a:off x="6689624" y="1093773"/>
            <a:ext cx="4469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Order Interleaving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97CF80-A30F-6EAE-B9C0-5648D3BE428A}"/>
              </a:ext>
            </a:extLst>
          </p:cNvPr>
          <p:cNvSpPr txBox="1"/>
          <p:nvPr/>
        </p:nvSpPr>
        <p:spPr>
          <a:xfrm>
            <a:off x="6495438" y="2054525"/>
            <a:ext cx="53942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high-order interleaving, the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significant bits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address select the memory chip.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least significant bits are sent as addresses to each chip.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rate of data transfer is limited by the memory cycle time.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16F2ED-C341-BA34-CCD6-B5CECCF6E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151" y="4188915"/>
            <a:ext cx="6297478" cy="20387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6E7CAC-FD0A-5BF3-CA80-F96834DBD00F}"/>
              </a:ext>
            </a:extLst>
          </p:cNvPr>
          <p:cNvSpPr txBox="1"/>
          <p:nvPr/>
        </p:nvSpPr>
        <p:spPr>
          <a:xfrm>
            <a:off x="188042" y="1942146"/>
            <a:ext cx="52000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low-order interleaving, the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significant bits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the memory bank (module).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this, consecutive memory addresses are in different memory modules.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memory access at much faster rates than allowed by the cycle time.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E8338D-9AB4-A801-9B96-249B45FA1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2" y="4303030"/>
            <a:ext cx="5678225" cy="188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94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EEC9-1F0B-DFBE-E249-1AD44A9F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96759"/>
          </a:xfrm>
        </p:spPr>
        <p:txBody>
          <a:bodyPr/>
          <a:lstStyle/>
          <a:p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Interleaving DRAM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87F8-3F74-20F6-4592-41D9E4BDA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16" y="1088206"/>
            <a:ext cx="11943736" cy="3749265"/>
          </a:xfrm>
        </p:spPr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 is usually composed of a collection of DRAM (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random-access memory)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 chips grouped together to form a memory bank.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banks will be interleaved.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accesses to different banks can proceed in parallel with high throughput.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banks can be allocated a contiguous block of memory addresses,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an equal performance and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gives far better performance in interleaved layouts.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46EEC-14D0-3698-1717-8DB573F4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183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EEC9-1F0B-DFBE-E249-1AD44A9F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96759"/>
          </a:xfrm>
        </p:spPr>
        <p:txBody>
          <a:bodyPr/>
          <a:lstStyle/>
          <a:p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Interleaving DRAM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46EEC-14D0-3698-1717-8DB573F4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C22ED5-A149-E557-DB00-CD04E016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93" y="652109"/>
            <a:ext cx="10410013" cy="539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3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7872</TotalTime>
  <Words>939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Computer Architecture and Organization</vt:lpstr>
      <vt:lpstr>PowerPoint Presentation</vt:lpstr>
      <vt:lpstr>Memory Interleaving : Introduction</vt:lpstr>
      <vt:lpstr>PowerPoint Presentation</vt:lpstr>
      <vt:lpstr>PowerPoint Presentation</vt:lpstr>
      <vt:lpstr>Memory Interleaving : Introduction</vt:lpstr>
      <vt:lpstr>Memory Interleaving : Introduction</vt:lpstr>
      <vt:lpstr>Distribution Methods in Memory system</vt:lpstr>
      <vt:lpstr>Distribution Methods in Memory system</vt:lpstr>
      <vt:lpstr>Distribution Methods in Memory system</vt:lpstr>
      <vt:lpstr>Reason to use of Memory Interleaving</vt:lpstr>
      <vt:lpstr>PowerPoint Presentation</vt:lpstr>
      <vt:lpstr> Interleaving DRAM</vt:lpstr>
      <vt:lpstr> Interleaving DRAM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</dc:title>
  <dc:creator>PhaniKrishna</dc:creator>
  <cp:lastModifiedBy>Sreethar S</cp:lastModifiedBy>
  <cp:revision>2446</cp:revision>
  <dcterms:created xsi:type="dcterms:W3CDTF">2021-08-02T06:26:14Z</dcterms:created>
  <dcterms:modified xsi:type="dcterms:W3CDTF">2024-03-20T07:09:35Z</dcterms:modified>
</cp:coreProperties>
</file>