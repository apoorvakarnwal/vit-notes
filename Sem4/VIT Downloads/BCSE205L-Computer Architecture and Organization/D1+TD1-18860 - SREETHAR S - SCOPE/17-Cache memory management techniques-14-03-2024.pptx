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526" r:id="rId2"/>
    <p:sldId id="527" r:id="rId3"/>
    <p:sldId id="528" r:id="rId4"/>
    <p:sldId id="529" r:id="rId5"/>
    <p:sldId id="530" r:id="rId6"/>
    <p:sldId id="531" r:id="rId7"/>
    <p:sldId id="532" r:id="rId8"/>
    <p:sldId id="533" r:id="rId9"/>
    <p:sldId id="534" r:id="rId10"/>
    <p:sldId id="535" r:id="rId11"/>
    <p:sldId id="536" r:id="rId12"/>
    <p:sldId id="537" r:id="rId13"/>
    <p:sldId id="1957" r:id="rId14"/>
    <p:sldId id="19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3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44DC86-9837-48F4-84F7-B6EBABD9527A}" type="datetimeFigureOut">
              <a:rPr lang="en-IN" smtClean="0"/>
              <a:t>15-03-2024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5527-8086-48BE-95D6-D6FBED7EDA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37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23952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110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2215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366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519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489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90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045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607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33901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22430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  <a:t>3/15/2024</a:t>
            </a:fld>
            <a:endParaRPr lang="en-US"/>
          </a:p>
        </p:txBody>
      </p:sp>
      <p:sp>
        <p:nvSpPr>
          <p:cNvPr id="1029" name="Footer Placeholder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05B6B-1948-E438-7A22-04A886ACA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Cache Memory Management Techniques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4BFC6-3A7F-2EC5-FE76-77FBB6E355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Block Placement, Block Identification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1738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3E4696-6C81-526F-F724-41620A32D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38360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FEBADC-E567-6FB6-6B69-064EFA6A7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1670" y="4686300"/>
            <a:ext cx="2905539" cy="1143000"/>
          </a:xfrm>
        </p:spPr>
        <p:txBody>
          <a:bodyPr/>
          <a:lstStyle/>
          <a:p>
            <a:r>
              <a:rPr lang="en-US" dirty="0"/>
              <a:t>Block Placement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27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CA8AD-66F0-49DD-3A44-9CFA69E25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4C60E-91E1-5AD9-2776-659F30A9D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4916E-6705-2C85-14C9-89D278361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3" y="4454"/>
            <a:ext cx="9834989" cy="6782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7A6A58-0880-1119-5031-B9CC61D9EFDF}"/>
              </a:ext>
            </a:extLst>
          </p:cNvPr>
          <p:cNvSpPr txBox="1"/>
          <p:nvPr/>
        </p:nvSpPr>
        <p:spPr>
          <a:xfrm>
            <a:off x="5396948" y="13028"/>
            <a:ext cx="4905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highlight>
                  <a:srgbClr val="FFFF00"/>
                </a:highlight>
              </a:rPr>
              <a:t>Memory organized into words</a:t>
            </a:r>
            <a:endParaRPr lang="en-IN" sz="28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38212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B9668-577E-F074-B861-56E4F1A1C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7F68C-F54A-DA29-C903-973B1482C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BD07F-5005-676B-7F33-6305970B6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23" y="0"/>
            <a:ext cx="9944953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18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1EDF5-42B6-12AB-7646-625E47BBE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4E180-B06B-2C0E-BDA2-D0FE1D77C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D23479-0DB0-827A-3AB2-AC9F849E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48" y="0"/>
            <a:ext cx="11590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063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FDFD57-D37C-F965-7234-79E3CD177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86" y="2161833"/>
            <a:ext cx="12089814" cy="320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06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3217-5C2C-6F52-1EBA-5642F80F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238E3-92A5-562E-0136-1AE77D4C6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ABAE0-7BD5-582C-246B-4AC7CE4A3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016" y="0"/>
            <a:ext cx="101049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474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1D96A-39C7-D1E6-F255-1F20EF2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8710D-ABD9-351D-0148-68317D36A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5DFD15-D58C-16E0-4443-71E65893C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29717" cy="578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0502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911AE23-5015-51D0-C6AF-20DAD2907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439" y="1"/>
            <a:ext cx="8058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700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92A3-DE3C-E3F7-9DF6-EB4817D3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7C087-47FF-0F6D-5137-0D97750C2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E2D1C-8BC7-D6C3-5479-ED7E9396A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70" y="0"/>
            <a:ext cx="10376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53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8592B-033D-0E3F-CD14-1C2B6215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EC517-1853-3DB8-9AF2-4E6C3F918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88507F-4B0D-EB95-E4A4-DFAE422CA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1570"/>
            <a:ext cx="12120092" cy="358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262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E59FE-6FB2-19ED-3122-3A7535DE8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5B1DD-4D30-8F02-72ED-CC54B3876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F360A-EA82-5012-5F3A-610BC0CA6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23" y="1"/>
            <a:ext cx="11816555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BB4F2D4-97CF-4951-3EDA-150E0939BF9E}"/>
              </a:ext>
            </a:extLst>
          </p:cNvPr>
          <p:cNvSpPr/>
          <p:nvPr/>
        </p:nvSpPr>
        <p:spPr>
          <a:xfrm>
            <a:off x="4919869" y="1759226"/>
            <a:ext cx="238539" cy="576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754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1F8F85-820C-B68F-10E4-D912B90A40CC}"/>
              </a:ext>
            </a:extLst>
          </p:cNvPr>
          <p:cNvSpPr txBox="1"/>
          <p:nvPr/>
        </p:nvSpPr>
        <p:spPr>
          <a:xfrm>
            <a:off x="1341783" y="10634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AB63C-EFBE-2CE1-BFD5-0A6486EDEE2D}"/>
              </a:ext>
            </a:extLst>
          </p:cNvPr>
          <p:cNvSpPr txBox="1"/>
          <p:nvPr/>
        </p:nvSpPr>
        <p:spPr>
          <a:xfrm>
            <a:off x="854764" y="404952"/>
            <a:ext cx="8519411" cy="6868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Consider a cache with 32 blocks and 32 bytes per block. Main memory is byte addressable with 32-bit address. Draw and explain about the address formats for the following mapping techniques:                                                                                                                        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	</a:t>
            </a:r>
            <a:endParaRPr lang="en-IN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1" indent="-285750" algn="just">
              <a:buFont typeface="+mj-lt"/>
              <a:buAutoNum type="alphaLcPeriod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Associative mapping (Assume 8-way set associative)</a:t>
            </a:r>
            <a:endParaRPr lang="en-IN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1" indent="-285750" algn="just">
              <a:buFont typeface="+mj-lt"/>
              <a:buAutoNum type="alphaLcPeriod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Associative mapping</a:t>
            </a:r>
          </a:p>
          <a:p>
            <a:pPr marL="0" lvl="1" indent="-285750" algn="just">
              <a:buFont typeface="+mj-lt"/>
              <a:buAutoNum type="alphaLcPeriod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mapping</a:t>
            </a:r>
          </a:p>
          <a:p>
            <a:pPr marL="0" lvl="1" indent="-285750" algn="just">
              <a:spcAft>
                <a:spcPts val="1000"/>
              </a:spcAft>
              <a:buFont typeface="+mj-lt"/>
              <a:buAutoNum type="alphaLcPeriod"/>
            </a:pPr>
            <a:endParaRPr lang="en-IN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2182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22CD20-728C-B3F0-F224-3B9244E5AC0C}"/>
              </a:ext>
            </a:extLst>
          </p:cNvPr>
          <p:cNvSpPr txBox="1"/>
          <p:nvPr/>
        </p:nvSpPr>
        <p:spPr>
          <a:xfrm>
            <a:off x="583746" y="329978"/>
            <a:ext cx="11094731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Consider a cache with 32 blocks and 32 bytes per block. Main memory is byte addressable with 32-bit address. </a:t>
            </a:r>
          </a:p>
          <a:p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Cache lines m = 32 = 2</a:t>
            </a:r>
            <a:r>
              <a:rPr lang="en-US" sz="20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Block size 2</a:t>
            </a:r>
            <a:r>
              <a:rPr lang="en-US" sz="20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32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Main memory size = 2</a:t>
            </a:r>
            <a:r>
              <a:rPr lang="en-US" sz="20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</a:t>
            </a:r>
          </a:p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Blocks in Main memory = 2</a:t>
            </a:r>
            <a:r>
              <a:rPr lang="en-US" sz="20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32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/2</a:t>
            </a:r>
            <a:r>
              <a:rPr lang="en-US" sz="20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= 2</a:t>
            </a:r>
            <a:r>
              <a:rPr lang="en-US" sz="2000" baseline="30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</a:p>
          <a:p>
            <a:endParaRPr lang="en-IN" sz="2000" dirty="0"/>
          </a:p>
          <a:p>
            <a:r>
              <a:rPr lang="en-IN" sz="2000" dirty="0">
                <a:highlight>
                  <a:srgbClr val="FFFF00"/>
                </a:highlight>
              </a:rPr>
              <a:t>Addresses for Direct Mapping:</a:t>
            </a:r>
          </a:p>
          <a:p>
            <a:r>
              <a:rPr lang="en-IN" sz="2000" dirty="0"/>
              <a:t>Block = 5 Word = 5 bits</a:t>
            </a:r>
          </a:p>
          <a:p>
            <a:r>
              <a:rPr lang="en-IN" sz="2000" dirty="0"/>
              <a:t>Tag = 27-5 = 22 bits</a:t>
            </a:r>
          </a:p>
          <a:p>
            <a:endParaRPr lang="en-IN" sz="2000" dirty="0"/>
          </a:p>
          <a:p>
            <a:r>
              <a:rPr lang="en-IN" sz="2000" dirty="0">
                <a:highlight>
                  <a:srgbClr val="FFFF00"/>
                </a:highlight>
              </a:rPr>
              <a:t>Addresses for Associative Mapping</a:t>
            </a:r>
          </a:p>
          <a:p>
            <a:r>
              <a:rPr lang="en-IN" sz="2000" dirty="0"/>
              <a:t>Each cache line address part – 27bit block address + 5 bit word address </a:t>
            </a:r>
          </a:p>
          <a:p>
            <a:r>
              <a:rPr lang="en-IN" sz="2000" dirty="0">
                <a:highlight>
                  <a:srgbClr val="FFFF00"/>
                </a:highlight>
              </a:rPr>
              <a:t>Addresses for Set Associative Mapping</a:t>
            </a:r>
          </a:p>
          <a:p>
            <a:r>
              <a:rPr lang="en-IN" sz="2000" dirty="0"/>
              <a:t>8 way set associative =&gt; Number of blocks per set = 8</a:t>
            </a:r>
          </a:p>
          <a:p>
            <a:r>
              <a:rPr lang="en-IN" sz="2000" dirty="0"/>
              <a:t>Number of sets in cache: Number of blocks in cache / 8 = 4 sets</a:t>
            </a:r>
          </a:p>
          <a:p>
            <a:r>
              <a:rPr lang="en-IN" sz="2000" dirty="0"/>
              <a:t>Set= 2</a:t>
            </a:r>
          </a:p>
          <a:p>
            <a:r>
              <a:rPr lang="en-IN" sz="2000" dirty="0"/>
              <a:t>Word= 5</a:t>
            </a:r>
          </a:p>
          <a:p>
            <a:r>
              <a:rPr lang="en-IN" sz="2000" dirty="0"/>
              <a:t>Tag= 32-7 = 25</a:t>
            </a:r>
          </a:p>
          <a:p>
            <a:endParaRPr lang="en-IN" sz="2000" dirty="0">
              <a:highlight>
                <a:srgbClr val="FFFF00"/>
              </a:highlight>
            </a:endParaRPr>
          </a:p>
          <a:p>
            <a:endParaRPr lang="en-IN" sz="20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68109768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708</TotalTime>
  <Words>192</Words>
  <Application>Microsoft Office PowerPoint</Application>
  <PresentationFormat>Widescreen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1_Default Design</vt:lpstr>
      <vt:lpstr>Cache Memory Management Techniques</vt:lpstr>
      <vt:lpstr>Block Placement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 memory: principles, </dc:title>
  <dc:creator>Deepak JM</dc:creator>
  <cp:lastModifiedBy>Deepak JM</cp:lastModifiedBy>
  <cp:revision>10</cp:revision>
  <dcterms:created xsi:type="dcterms:W3CDTF">2024-03-02T06:18:53Z</dcterms:created>
  <dcterms:modified xsi:type="dcterms:W3CDTF">2024-03-15T08:56:04Z</dcterms:modified>
</cp:coreProperties>
</file>