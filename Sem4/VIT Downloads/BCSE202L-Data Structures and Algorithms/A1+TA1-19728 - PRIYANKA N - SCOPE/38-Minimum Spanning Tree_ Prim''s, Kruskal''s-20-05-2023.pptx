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365" r:id="rId2"/>
    <p:sldId id="366" r:id="rId3"/>
    <p:sldId id="367" r:id="rId4"/>
    <p:sldId id="368" r:id="rId5"/>
    <p:sldId id="340" r:id="rId6"/>
    <p:sldId id="349" r:id="rId7"/>
    <p:sldId id="354" r:id="rId8"/>
    <p:sldId id="350" r:id="rId9"/>
    <p:sldId id="347" r:id="rId10"/>
    <p:sldId id="348" r:id="rId11"/>
    <p:sldId id="360" r:id="rId12"/>
    <p:sldId id="341" r:id="rId13"/>
    <p:sldId id="353" r:id="rId14"/>
    <p:sldId id="355" r:id="rId15"/>
    <p:sldId id="369" r:id="rId16"/>
    <p:sldId id="359" r:id="rId17"/>
    <p:sldId id="356" r:id="rId18"/>
    <p:sldId id="362" r:id="rId19"/>
    <p:sldId id="364" r:id="rId20"/>
    <p:sldId id="352" r:id="rId21"/>
    <p:sldId id="361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547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7FC19B-C061-4981-A892-B975ECB95324}" type="datetimeFigureOut">
              <a:rPr lang="en-IN" smtClean="0"/>
              <a:t>24-05-2023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09FE0A-BD34-4644-9E7D-5CD5BBFD0C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01403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09FE0A-BD34-4644-9E7D-5CD5BBFD0C45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83233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09FE0A-BD34-4644-9E7D-5CD5BBFD0C45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89414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09FE0A-BD34-4644-9E7D-5CD5BBFD0C45}" type="slidenum">
              <a:rPr lang="en-IN" smtClean="0"/>
              <a:t>17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02522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A448A1-B405-4850-8E92-8DDCAE639B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A5728A1-94EE-49B6-9BAF-5DBDE48E80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3E0E30-36B5-4DBE-B15F-50FC6EA21D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2F5D62-4136-4930-B341-96A2B1AAC483}" type="datetimeFigureOut">
              <a:rPr lang="en-IN" smtClean="0"/>
              <a:t>24-05-2023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042C4D-8E0F-43A9-9EF6-21CF56B3C0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D555F6-73A6-4C88-AF14-A209EEE1D0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70469F-DC7A-4910-BAC9-B1F7B44F2B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97970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FFAA5C-581C-46DC-B7DB-3A50FB4DEF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27833F-07F6-4C0E-8A49-6681817409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B58525-42EF-41CF-B2E7-A1BAC79077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2F5D62-4136-4930-B341-96A2B1AAC483}" type="datetimeFigureOut">
              <a:rPr lang="en-IN" smtClean="0"/>
              <a:t>24-05-2023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61944B-EA31-4FF9-8282-5BE88FAFCF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9FB402-CA5B-47A7-8B54-C15F201E19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70469F-DC7A-4910-BAC9-B1F7B44F2B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02642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A3370-AB58-4794-B292-DE787D114A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9DBB7B-772F-4797-BD1A-1C97DC8D37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C038FD-7F97-4749-B492-FB644F1462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2F5D62-4136-4930-B341-96A2B1AAC483}" type="datetimeFigureOut">
              <a:rPr lang="en-IN" smtClean="0"/>
              <a:t>24-05-2023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78B1F2-28FC-401D-B9C1-741D35C6EE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4674E8-CD04-4918-8AC7-411334FE4F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70469F-DC7A-4910-BAC9-B1F7B44F2B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67686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B64140-3FBC-4F65-8B1F-4487DDAABE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81EA4D-77DB-4BD4-A375-9B5CB51480E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30122B-57C9-4A92-8A11-4EE7BA1317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360551-CB09-4DCD-9C6D-E312024C7D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2F5D62-4136-4930-B341-96A2B1AAC483}" type="datetimeFigureOut">
              <a:rPr lang="en-IN" smtClean="0"/>
              <a:t>24-05-2023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C04CB2-2FB1-466C-BC44-95E5FB4B7F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E3D45F-D69E-43DB-95D2-5ACF8F47A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70469F-DC7A-4910-BAC9-B1F7B44F2B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10496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231C9-D5D0-446A-96A2-AC02AF055F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EB1C39-1448-450B-83DA-EE46E85123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E13DBC-6FDA-46F7-A018-7361C47E7A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9B0F6B1-C32E-449B-BD1D-BB5BAD199DE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BAA35C6-21C2-42EC-8954-8F14C108B05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1B57BA3-0A69-4668-AF75-9F513780EF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2F5D62-4136-4930-B341-96A2B1AAC483}" type="datetimeFigureOut">
              <a:rPr lang="en-IN" smtClean="0"/>
              <a:t>24-05-2023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A474D48-8304-4119-996C-D1F0E1CCE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303125E-FA34-481C-83CC-33E9C33EDF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70469F-DC7A-4910-BAC9-B1F7B44F2B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76216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3CD969-27F1-43D4-A536-3EF56F0235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21DF19-E5C4-48C4-90A5-F2FDA58BAE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2F5D62-4136-4930-B341-96A2B1AAC483}" type="datetimeFigureOut">
              <a:rPr lang="en-IN" smtClean="0"/>
              <a:t>24-05-2023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1A36E6-7E46-4F1B-BCF1-E212B8642D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327232-193B-4F37-BDD8-212E75FC41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70469F-DC7A-4910-BAC9-B1F7B44F2B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72656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1C2C63B-CC52-4051-9046-3DA6E1032A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2F5D62-4136-4930-B341-96A2B1AAC483}" type="datetimeFigureOut">
              <a:rPr lang="en-IN" smtClean="0"/>
              <a:t>24-05-2023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06011B0-C23D-4A2A-ADB0-E0AB2C9492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5A8999-62CB-4BED-8251-D48D02694E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70469F-DC7A-4910-BAC9-B1F7B44F2B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93356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98CCE7-FAE7-42F3-9A18-24D322698E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12ADD8-C692-4BD4-ABC8-3F5DB38286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41AF36-EC4C-4EFE-97F3-10DB1613A3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919315-F0B7-444E-81DC-FDE1646303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2F5D62-4136-4930-B341-96A2B1AAC483}" type="datetimeFigureOut">
              <a:rPr lang="en-IN" smtClean="0"/>
              <a:t>24-05-2023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D47C3E-0EA2-4DB3-B6AC-2A99A7CC8C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99CED5-6DDF-4829-9449-BE8886BFA0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70469F-DC7A-4910-BAC9-B1F7B44F2B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92641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DD43A6-D0DF-4A60-AA74-BBDFA3D3ED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0258A67-3134-4375-AB71-58B666F557F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3C3821-9852-44AA-B533-CEF650D92D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F2002C-E06E-4C54-9139-57CB7F046F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2F5D62-4136-4930-B341-96A2B1AAC483}" type="datetimeFigureOut">
              <a:rPr lang="en-IN" smtClean="0"/>
              <a:t>24-05-2023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C6541B-947C-4305-96E6-4EEECBDA75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887B8F-7EFE-4E2A-9E59-1AEB11F4D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70469F-DC7A-4910-BAC9-B1F7B44F2B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00581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998745-90BD-49AF-A5C8-E324863DF7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6FD5EF-FD92-4436-A2D9-60E82B16BC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6C5EFD-6B5F-48AD-8AE2-5EB263CB93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2F5D62-4136-4930-B341-96A2B1AAC483}" type="datetimeFigureOut">
              <a:rPr lang="en-IN" smtClean="0"/>
              <a:t>24-05-2023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37E9A6-029B-4F68-8FDF-F630B9D87C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B32B29-92B4-42E1-ABD7-6BEE7D5416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70469F-DC7A-4910-BAC9-B1F7B44F2B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00228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74036B8-519A-4097-AEC4-F02B21A720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B24802-2032-43CB-8852-E1FB48F800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F1B68E-F2F6-4F5B-8661-810C88D7A7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2F5D62-4136-4930-B341-96A2B1AAC483}" type="datetimeFigureOut">
              <a:rPr lang="en-IN" smtClean="0"/>
              <a:t>24-05-2023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6CD693-A85C-4D23-B950-3012091EDE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C0884D-67CD-4425-A933-AAC0516EA2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70469F-DC7A-4910-BAC9-B1F7B44F2B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59070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031C31F-53EE-4300-9146-B72E17F979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23671B-0B10-4AA3-A7FC-647DD31E35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65C8FE-9355-4B0F-A4B0-D170CE6A1F3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2F5D62-4136-4930-B341-96A2B1AAC483}" type="datetimeFigureOut">
              <a:rPr lang="en-IN" smtClean="0"/>
              <a:t>24-05-2023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637E14-A6A3-44E0-9BD9-397C542706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9A1D31-8D58-42F6-8DEE-141C59CA23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70469F-DC7A-4910-BAC9-B1F7B44F2B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54741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524001" y="0"/>
            <a:ext cx="9144635" cy="6858000"/>
            <a:chOff x="0" y="0"/>
            <a:chExt cx="9144635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3010" y="3556"/>
              <a:ext cx="820419" cy="819785"/>
            </a:xfrm>
            <a:custGeom>
              <a:avLst/>
              <a:gdLst/>
              <a:ahLst/>
              <a:cxnLst/>
              <a:rect l="l" t="t" r="r" b="b"/>
              <a:pathLst>
                <a:path w="820419" h="819785">
                  <a:moveTo>
                    <a:pt x="819949" y="0"/>
                  </a:moveTo>
                  <a:lnTo>
                    <a:pt x="506" y="0"/>
                  </a:lnTo>
                  <a:lnTo>
                    <a:pt x="0" y="819404"/>
                  </a:lnTo>
                  <a:lnTo>
                    <a:pt x="48653" y="818012"/>
                  </a:lnTo>
                  <a:lnTo>
                    <a:pt x="96069" y="813890"/>
                  </a:lnTo>
                  <a:lnTo>
                    <a:pt x="142676" y="807114"/>
                  </a:lnTo>
                  <a:lnTo>
                    <a:pt x="188396" y="797760"/>
                  </a:lnTo>
                  <a:lnTo>
                    <a:pt x="233153" y="785906"/>
                  </a:lnTo>
                  <a:lnTo>
                    <a:pt x="276870" y="771629"/>
                  </a:lnTo>
                  <a:lnTo>
                    <a:pt x="319469" y="755005"/>
                  </a:lnTo>
                  <a:lnTo>
                    <a:pt x="360876" y="736111"/>
                  </a:lnTo>
                  <a:lnTo>
                    <a:pt x="401011" y="715024"/>
                  </a:lnTo>
                  <a:lnTo>
                    <a:pt x="439799" y="691821"/>
                  </a:lnTo>
                  <a:lnTo>
                    <a:pt x="477163" y="666580"/>
                  </a:lnTo>
                  <a:lnTo>
                    <a:pt x="513025" y="639376"/>
                  </a:lnTo>
                  <a:lnTo>
                    <a:pt x="547310" y="610287"/>
                  </a:lnTo>
                  <a:lnTo>
                    <a:pt x="579939" y="579389"/>
                  </a:lnTo>
                  <a:lnTo>
                    <a:pt x="610837" y="546760"/>
                  </a:lnTo>
                  <a:lnTo>
                    <a:pt x="639926" y="512477"/>
                  </a:lnTo>
                  <a:lnTo>
                    <a:pt x="667130" y="476615"/>
                  </a:lnTo>
                  <a:lnTo>
                    <a:pt x="692371" y="439253"/>
                  </a:lnTo>
                  <a:lnTo>
                    <a:pt x="715574" y="400467"/>
                  </a:lnTo>
                  <a:lnTo>
                    <a:pt x="736660" y="360334"/>
                  </a:lnTo>
                  <a:lnTo>
                    <a:pt x="755553" y="318930"/>
                  </a:lnTo>
                  <a:lnTo>
                    <a:pt x="772177" y="276333"/>
                  </a:lnTo>
                  <a:lnTo>
                    <a:pt x="786453" y="232620"/>
                  </a:lnTo>
                  <a:lnTo>
                    <a:pt x="798307" y="187868"/>
                  </a:lnTo>
                  <a:lnTo>
                    <a:pt x="807660" y="142152"/>
                  </a:lnTo>
                  <a:lnTo>
                    <a:pt x="814436" y="95551"/>
                  </a:lnTo>
                  <a:lnTo>
                    <a:pt x="818558" y="48141"/>
                  </a:lnTo>
                  <a:lnTo>
                    <a:pt x="819949" y="0"/>
                  </a:lnTo>
                  <a:close/>
                </a:path>
              </a:pathLst>
            </a:custGeom>
            <a:solidFill>
              <a:srgbClr val="FDF9F4">
                <a:alpha val="3294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010" y="3556"/>
              <a:ext cx="820419" cy="819785"/>
            </a:xfrm>
            <a:custGeom>
              <a:avLst/>
              <a:gdLst/>
              <a:ahLst/>
              <a:cxnLst/>
              <a:rect l="l" t="t" r="r" b="b"/>
              <a:pathLst>
                <a:path w="820419" h="819785">
                  <a:moveTo>
                    <a:pt x="819949" y="0"/>
                  </a:moveTo>
                  <a:lnTo>
                    <a:pt x="818558" y="48141"/>
                  </a:lnTo>
                  <a:lnTo>
                    <a:pt x="814436" y="95551"/>
                  </a:lnTo>
                  <a:lnTo>
                    <a:pt x="807660" y="142152"/>
                  </a:lnTo>
                  <a:lnTo>
                    <a:pt x="798307" y="187868"/>
                  </a:lnTo>
                  <a:lnTo>
                    <a:pt x="786453" y="232620"/>
                  </a:lnTo>
                  <a:lnTo>
                    <a:pt x="772177" y="276333"/>
                  </a:lnTo>
                  <a:lnTo>
                    <a:pt x="755553" y="318930"/>
                  </a:lnTo>
                  <a:lnTo>
                    <a:pt x="736660" y="360334"/>
                  </a:lnTo>
                  <a:lnTo>
                    <a:pt x="715574" y="400467"/>
                  </a:lnTo>
                  <a:lnTo>
                    <a:pt x="692371" y="439253"/>
                  </a:lnTo>
                  <a:lnTo>
                    <a:pt x="667130" y="476615"/>
                  </a:lnTo>
                  <a:lnTo>
                    <a:pt x="639926" y="512477"/>
                  </a:lnTo>
                  <a:lnTo>
                    <a:pt x="610837" y="546760"/>
                  </a:lnTo>
                  <a:lnTo>
                    <a:pt x="579939" y="579389"/>
                  </a:lnTo>
                  <a:lnTo>
                    <a:pt x="547310" y="610287"/>
                  </a:lnTo>
                  <a:lnTo>
                    <a:pt x="513025" y="639376"/>
                  </a:lnTo>
                  <a:lnTo>
                    <a:pt x="477163" y="666580"/>
                  </a:lnTo>
                  <a:lnTo>
                    <a:pt x="439799" y="691821"/>
                  </a:lnTo>
                  <a:lnTo>
                    <a:pt x="401011" y="715024"/>
                  </a:lnTo>
                  <a:lnTo>
                    <a:pt x="360876" y="736111"/>
                  </a:lnTo>
                  <a:lnTo>
                    <a:pt x="319469" y="755005"/>
                  </a:lnTo>
                  <a:lnTo>
                    <a:pt x="276870" y="771629"/>
                  </a:lnTo>
                  <a:lnTo>
                    <a:pt x="233153" y="785906"/>
                  </a:lnTo>
                  <a:lnTo>
                    <a:pt x="188396" y="797760"/>
                  </a:lnTo>
                  <a:lnTo>
                    <a:pt x="142676" y="807114"/>
                  </a:lnTo>
                  <a:lnTo>
                    <a:pt x="96069" y="813890"/>
                  </a:lnTo>
                  <a:lnTo>
                    <a:pt x="48653" y="818012"/>
                  </a:lnTo>
                  <a:lnTo>
                    <a:pt x="505" y="819404"/>
                  </a:lnTo>
                  <a:lnTo>
                    <a:pt x="336" y="819404"/>
                  </a:lnTo>
                  <a:lnTo>
                    <a:pt x="168" y="819404"/>
                  </a:lnTo>
                  <a:lnTo>
                    <a:pt x="0" y="819404"/>
                  </a:lnTo>
                  <a:lnTo>
                    <a:pt x="506" y="0"/>
                  </a:lnTo>
                  <a:lnTo>
                    <a:pt x="819949" y="0"/>
                  </a:lnTo>
                  <a:close/>
                </a:path>
              </a:pathLst>
            </a:custGeom>
            <a:ln w="3175">
              <a:solidFill>
                <a:srgbClr val="D2C39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8015" y="6095"/>
              <a:ext cx="1784604" cy="178307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68821" y="21081"/>
              <a:ext cx="1702435" cy="1702435"/>
            </a:xfrm>
            <a:custGeom>
              <a:avLst/>
              <a:gdLst/>
              <a:ahLst/>
              <a:cxnLst/>
              <a:rect l="l" t="t" r="r" b="b"/>
              <a:pathLst>
                <a:path w="1702435" h="1702435">
                  <a:moveTo>
                    <a:pt x="0" y="851154"/>
                  </a:moveTo>
                  <a:lnTo>
                    <a:pt x="1347" y="802859"/>
                  </a:lnTo>
                  <a:lnTo>
                    <a:pt x="5341" y="755271"/>
                  </a:lnTo>
                  <a:lnTo>
                    <a:pt x="11909" y="708461"/>
                  </a:lnTo>
                  <a:lnTo>
                    <a:pt x="20981" y="662500"/>
                  </a:lnTo>
                  <a:lnTo>
                    <a:pt x="32484" y="617462"/>
                  </a:lnTo>
                  <a:lnTo>
                    <a:pt x="46346" y="573417"/>
                  </a:lnTo>
                  <a:lnTo>
                    <a:pt x="62495" y="530438"/>
                  </a:lnTo>
                  <a:lnTo>
                    <a:pt x="80860" y="488596"/>
                  </a:lnTo>
                  <a:lnTo>
                    <a:pt x="101369" y="447964"/>
                  </a:lnTo>
                  <a:lnTo>
                    <a:pt x="123949" y="408613"/>
                  </a:lnTo>
                  <a:lnTo>
                    <a:pt x="148530" y="370615"/>
                  </a:lnTo>
                  <a:lnTo>
                    <a:pt x="175039" y="334042"/>
                  </a:lnTo>
                  <a:lnTo>
                    <a:pt x="203404" y="298966"/>
                  </a:lnTo>
                  <a:lnTo>
                    <a:pt x="233553" y="265459"/>
                  </a:lnTo>
                  <a:lnTo>
                    <a:pt x="265416" y="233593"/>
                  </a:lnTo>
                  <a:lnTo>
                    <a:pt x="298919" y="203439"/>
                  </a:lnTo>
                  <a:lnTo>
                    <a:pt x="333991" y="175070"/>
                  </a:lnTo>
                  <a:lnTo>
                    <a:pt x="370561" y="148557"/>
                  </a:lnTo>
                  <a:lnTo>
                    <a:pt x="408556" y="123973"/>
                  </a:lnTo>
                  <a:lnTo>
                    <a:pt x="447904" y="101388"/>
                  </a:lnTo>
                  <a:lnTo>
                    <a:pt x="488534" y="80876"/>
                  </a:lnTo>
                  <a:lnTo>
                    <a:pt x="530373" y="62508"/>
                  </a:lnTo>
                  <a:lnTo>
                    <a:pt x="573351" y="46355"/>
                  </a:lnTo>
                  <a:lnTo>
                    <a:pt x="617394" y="32490"/>
                  </a:lnTo>
                  <a:lnTo>
                    <a:pt x="662432" y="20985"/>
                  </a:lnTo>
                  <a:lnTo>
                    <a:pt x="708393" y="11912"/>
                  </a:lnTo>
                  <a:lnTo>
                    <a:pt x="755204" y="5342"/>
                  </a:lnTo>
                  <a:lnTo>
                    <a:pt x="802793" y="1347"/>
                  </a:lnTo>
                  <a:lnTo>
                    <a:pt x="851090" y="0"/>
                  </a:lnTo>
                  <a:lnTo>
                    <a:pt x="899386" y="1347"/>
                  </a:lnTo>
                  <a:lnTo>
                    <a:pt x="946976" y="5342"/>
                  </a:lnTo>
                  <a:lnTo>
                    <a:pt x="993786" y="11912"/>
                  </a:lnTo>
                  <a:lnTo>
                    <a:pt x="1039746" y="20985"/>
                  </a:lnTo>
                  <a:lnTo>
                    <a:pt x="1084783" y="32490"/>
                  </a:lnTo>
                  <a:lnTo>
                    <a:pt x="1128825" y="46355"/>
                  </a:lnTo>
                  <a:lnTo>
                    <a:pt x="1171801" y="62508"/>
                  </a:lnTo>
                  <a:lnTo>
                    <a:pt x="1213639" y="80876"/>
                  </a:lnTo>
                  <a:lnTo>
                    <a:pt x="1254268" y="101388"/>
                  </a:lnTo>
                  <a:lnTo>
                    <a:pt x="1293614" y="123973"/>
                  </a:lnTo>
                  <a:lnTo>
                    <a:pt x="1331607" y="148557"/>
                  </a:lnTo>
                  <a:lnTo>
                    <a:pt x="1368174" y="175070"/>
                  </a:lnTo>
                  <a:lnTo>
                    <a:pt x="1403245" y="203439"/>
                  </a:lnTo>
                  <a:lnTo>
                    <a:pt x="1436746" y="233593"/>
                  </a:lnTo>
                  <a:lnTo>
                    <a:pt x="1468606" y="265459"/>
                  </a:lnTo>
                  <a:lnTo>
                    <a:pt x="1498754" y="298966"/>
                  </a:lnTo>
                  <a:lnTo>
                    <a:pt x="1527117" y="334042"/>
                  </a:lnTo>
                  <a:lnTo>
                    <a:pt x="1553624" y="370615"/>
                  </a:lnTo>
                  <a:lnTo>
                    <a:pt x="1578203" y="408613"/>
                  </a:lnTo>
                  <a:lnTo>
                    <a:pt x="1600782" y="447964"/>
                  </a:lnTo>
                  <a:lnTo>
                    <a:pt x="1621289" y="488596"/>
                  </a:lnTo>
                  <a:lnTo>
                    <a:pt x="1639653" y="530438"/>
                  </a:lnTo>
                  <a:lnTo>
                    <a:pt x="1655801" y="573417"/>
                  </a:lnTo>
                  <a:lnTo>
                    <a:pt x="1669661" y="617462"/>
                  </a:lnTo>
                  <a:lnTo>
                    <a:pt x="1681163" y="662500"/>
                  </a:lnTo>
                  <a:lnTo>
                    <a:pt x="1690234" y="708461"/>
                  </a:lnTo>
                  <a:lnTo>
                    <a:pt x="1696802" y="755271"/>
                  </a:lnTo>
                  <a:lnTo>
                    <a:pt x="1700795" y="802859"/>
                  </a:lnTo>
                  <a:lnTo>
                    <a:pt x="1702142" y="851154"/>
                  </a:lnTo>
                  <a:lnTo>
                    <a:pt x="1700795" y="899447"/>
                  </a:lnTo>
                  <a:lnTo>
                    <a:pt x="1696802" y="947034"/>
                  </a:lnTo>
                  <a:lnTo>
                    <a:pt x="1690234" y="993843"/>
                  </a:lnTo>
                  <a:lnTo>
                    <a:pt x="1681163" y="1039800"/>
                  </a:lnTo>
                  <a:lnTo>
                    <a:pt x="1669661" y="1084835"/>
                  </a:lnTo>
                  <a:lnTo>
                    <a:pt x="1655801" y="1128876"/>
                  </a:lnTo>
                  <a:lnTo>
                    <a:pt x="1639653" y="1171850"/>
                  </a:lnTo>
                  <a:lnTo>
                    <a:pt x="1621289" y="1213687"/>
                  </a:lnTo>
                  <a:lnTo>
                    <a:pt x="1600782" y="1254314"/>
                  </a:lnTo>
                  <a:lnTo>
                    <a:pt x="1578203" y="1293659"/>
                  </a:lnTo>
                  <a:lnTo>
                    <a:pt x="1553624" y="1331651"/>
                  </a:lnTo>
                  <a:lnTo>
                    <a:pt x="1527117" y="1368218"/>
                  </a:lnTo>
                  <a:lnTo>
                    <a:pt x="1498754" y="1403287"/>
                  </a:lnTo>
                  <a:lnTo>
                    <a:pt x="1468606" y="1436788"/>
                  </a:lnTo>
                  <a:lnTo>
                    <a:pt x="1436746" y="1468647"/>
                  </a:lnTo>
                  <a:lnTo>
                    <a:pt x="1403245" y="1498795"/>
                  </a:lnTo>
                  <a:lnTo>
                    <a:pt x="1368174" y="1527157"/>
                  </a:lnTo>
                  <a:lnTo>
                    <a:pt x="1331607" y="1553664"/>
                  </a:lnTo>
                  <a:lnTo>
                    <a:pt x="1293614" y="1578242"/>
                  </a:lnTo>
                  <a:lnTo>
                    <a:pt x="1254268" y="1600821"/>
                  </a:lnTo>
                  <a:lnTo>
                    <a:pt x="1213639" y="1621328"/>
                  </a:lnTo>
                  <a:lnTo>
                    <a:pt x="1171801" y="1639691"/>
                  </a:lnTo>
                  <a:lnTo>
                    <a:pt x="1128825" y="1655839"/>
                  </a:lnTo>
                  <a:lnTo>
                    <a:pt x="1084783" y="1669700"/>
                  </a:lnTo>
                  <a:lnTo>
                    <a:pt x="1039746" y="1681201"/>
                  </a:lnTo>
                  <a:lnTo>
                    <a:pt x="993786" y="1690272"/>
                  </a:lnTo>
                  <a:lnTo>
                    <a:pt x="946976" y="1696840"/>
                  </a:lnTo>
                  <a:lnTo>
                    <a:pt x="899386" y="1700833"/>
                  </a:lnTo>
                  <a:lnTo>
                    <a:pt x="851090" y="1702181"/>
                  </a:lnTo>
                  <a:lnTo>
                    <a:pt x="802793" y="1700833"/>
                  </a:lnTo>
                  <a:lnTo>
                    <a:pt x="755204" y="1696840"/>
                  </a:lnTo>
                  <a:lnTo>
                    <a:pt x="708393" y="1690272"/>
                  </a:lnTo>
                  <a:lnTo>
                    <a:pt x="662432" y="1681201"/>
                  </a:lnTo>
                  <a:lnTo>
                    <a:pt x="617394" y="1669700"/>
                  </a:lnTo>
                  <a:lnTo>
                    <a:pt x="573351" y="1655839"/>
                  </a:lnTo>
                  <a:lnTo>
                    <a:pt x="530373" y="1639691"/>
                  </a:lnTo>
                  <a:lnTo>
                    <a:pt x="488534" y="1621328"/>
                  </a:lnTo>
                  <a:lnTo>
                    <a:pt x="447904" y="1600821"/>
                  </a:lnTo>
                  <a:lnTo>
                    <a:pt x="408556" y="1578242"/>
                  </a:lnTo>
                  <a:lnTo>
                    <a:pt x="370561" y="1553664"/>
                  </a:lnTo>
                  <a:lnTo>
                    <a:pt x="333991" y="1527157"/>
                  </a:lnTo>
                  <a:lnTo>
                    <a:pt x="298919" y="1498795"/>
                  </a:lnTo>
                  <a:lnTo>
                    <a:pt x="265416" y="1468647"/>
                  </a:lnTo>
                  <a:lnTo>
                    <a:pt x="233553" y="1436788"/>
                  </a:lnTo>
                  <a:lnTo>
                    <a:pt x="203404" y="1403287"/>
                  </a:lnTo>
                  <a:lnTo>
                    <a:pt x="175039" y="1368218"/>
                  </a:lnTo>
                  <a:lnTo>
                    <a:pt x="148530" y="1331651"/>
                  </a:lnTo>
                  <a:lnTo>
                    <a:pt x="123949" y="1293659"/>
                  </a:lnTo>
                  <a:lnTo>
                    <a:pt x="101369" y="1254314"/>
                  </a:lnTo>
                  <a:lnTo>
                    <a:pt x="80860" y="1213687"/>
                  </a:lnTo>
                  <a:lnTo>
                    <a:pt x="62495" y="1171850"/>
                  </a:lnTo>
                  <a:lnTo>
                    <a:pt x="46346" y="1128876"/>
                  </a:lnTo>
                  <a:lnTo>
                    <a:pt x="32484" y="1084835"/>
                  </a:lnTo>
                  <a:lnTo>
                    <a:pt x="20981" y="1039800"/>
                  </a:lnTo>
                  <a:lnTo>
                    <a:pt x="11909" y="993843"/>
                  </a:lnTo>
                  <a:lnTo>
                    <a:pt x="5341" y="947034"/>
                  </a:lnTo>
                  <a:lnTo>
                    <a:pt x="1347" y="899447"/>
                  </a:lnTo>
                  <a:lnTo>
                    <a:pt x="0" y="851154"/>
                  </a:lnTo>
                  <a:close/>
                </a:path>
              </a:pathLst>
            </a:custGeom>
            <a:ln w="27305">
              <a:solidFill>
                <a:srgbClr val="FFF6D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2212" y="1045464"/>
              <a:ext cx="1155192" cy="115061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7319" y="1050633"/>
              <a:ext cx="1116813" cy="1111476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187319" y="1050633"/>
              <a:ext cx="1116965" cy="1111885"/>
            </a:xfrm>
            <a:custGeom>
              <a:avLst/>
              <a:gdLst/>
              <a:ahLst/>
              <a:cxnLst/>
              <a:rect l="l" t="t" r="r" b="b"/>
              <a:pathLst>
                <a:path w="1116965" h="1111885">
                  <a:moveTo>
                    <a:pt x="118496" y="204634"/>
                  </a:moveTo>
                  <a:lnTo>
                    <a:pt x="149785" y="168741"/>
                  </a:lnTo>
                  <a:lnTo>
                    <a:pt x="183515" y="136234"/>
                  </a:lnTo>
                  <a:lnTo>
                    <a:pt x="219451" y="107137"/>
                  </a:lnTo>
                  <a:lnTo>
                    <a:pt x="257356" y="81474"/>
                  </a:lnTo>
                  <a:lnTo>
                    <a:pt x="296996" y="59270"/>
                  </a:lnTo>
                  <a:lnTo>
                    <a:pt x="338135" y="40547"/>
                  </a:lnTo>
                  <a:lnTo>
                    <a:pt x="380538" y="25331"/>
                  </a:lnTo>
                  <a:lnTo>
                    <a:pt x="423971" y="13644"/>
                  </a:lnTo>
                  <a:lnTo>
                    <a:pt x="468196" y="5510"/>
                  </a:lnTo>
                  <a:lnTo>
                    <a:pt x="512980" y="954"/>
                  </a:lnTo>
                  <a:lnTo>
                    <a:pt x="558087" y="0"/>
                  </a:lnTo>
                  <a:lnTo>
                    <a:pt x="603281" y="2670"/>
                  </a:lnTo>
                  <a:lnTo>
                    <a:pt x="648327" y="8990"/>
                  </a:lnTo>
                  <a:lnTo>
                    <a:pt x="692991" y="18983"/>
                  </a:lnTo>
                  <a:lnTo>
                    <a:pt x="737036" y="32672"/>
                  </a:lnTo>
                  <a:lnTo>
                    <a:pt x="780227" y="50083"/>
                  </a:lnTo>
                  <a:lnTo>
                    <a:pt x="822330" y="71238"/>
                  </a:lnTo>
                  <a:lnTo>
                    <a:pt x="863108" y="96162"/>
                  </a:lnTo>
                  <a:lnTo>
                    <a:pt x="902327" y="124878"/>
                  </a:lnTo>
                  <a:lnTo>
                    <a:pt x="939023" y="156757"/>
                  </a:lnTo>
                  <a:lnTo>
                    <a:pt x="972365" y="190998"/>
                  </a:lnTo>
                  <a:lnTo>
                    <a:pt x="1002325" y="227366"/>
                  </a:lnTo>
                  <a:lnTo>
                    <a:pt x="1028874" y="265625"/>
                  </a:lnTo>
                  <a:lnTo>
                    <a:pt x="1051985" y="305541"/>
                  </a:lnTo>
                  <a:lnTo>
                    <a:pt x="1071626" y="346879"/>
                  </a:lnTo>
                  <a:lnTo>
                    <a:pt x="1087772" y="389404"/>
                  </a:lnTo>
                  <a:lnTo>
                    <a:pt x="1100392" y="432881"/>
                  </a:lnTo>
                  <a:lnTo>
                    <a:pt x="1109458" y="477076"/>
                  </a:lnTo>
                  <a:lnTo>
                    <a:pt x="1114941" y="521754"/>
                  </a:lnTo>
                  <a:lnTo>
                    <a:pt x="1116813" y="566679"/>
                  </a:lnTo>
                  <a:lnTo>
                    <a:pt x="1115044" y="611617"/>
                  </a:lnTo>
                  <a:lnTo>
                    <a:pt x="1109608" y="656333"/>
                  </a:lnTo>
                  <a:lnTo>
                    <a:pt x="1100473" y="700593"/>
                  </a:lnTo>
                  <a:lnTo>
                    <a:pt x="1087613" y="744160"/>
                  </a:lnTo>
                  <a:lnTo>
                    <a:pt x="1070998" y="786801"/>
                  </a:lnTo>
                  <a:lnTo>
                    <a:pt x="1050600" y="828281"/>
                  </a:lnTo>
                  <a:lnTo>
                    <a:pt x="1026390" y="868365"/>
                  </a:lnTo>
                  <a:lnTo>
                    <a:pt x="998339" y="906817"/>
                  </a:lnTo>
                  <a:lnTo>
                    <a:pt x="967050" y="942710"/>
                  </a:lnTo>
                  <a:lnTo>
                    <a:pt x="933320" y="975218"/>
                  </a:lnTo>
                  <a:lnTo>
                    <a:pt x="897385" y="1004315"/>
                  </a:lnTo>
                  <a:lnTo>
                    <a:pt x="859481" y="1029978"/>
                  </a:lnTo>
                  <a:lnTo>
                    <a:pt x="819841" y="1052184"/>
                  </a:lnTo>
                  <a:lnTo>
                    <a:pt x="778703" y="1070908"/>
                  </a:lnTo>
                  <a:lnTo>
                    <a:pt x="736300" y="1086127"/>
                  </a:lnTo>
                  <a:lnTo>
                    <a:pt x="692869" y="1097817"/>
                  </a:lnTo>
                  <a:lnTo>
                    <a:pt x="648644" y="1105954"/>
                  </a:lnTo>
                  <a:lnTo>
                    <a:pt x="603860" y="1110515"/>
                  </a:lnTo>
                  <a:lnTo>
                    <a:pt x="558754" y="1111476"/>
                  </a:lnTo>
                  <a:lnTo>
                    <a:pt x="513560" y="1108813"/>
                  </a:lnTo>
                  <a:lnTo>
                    <a:pt x="468514" y="1102502"/>
                  </a:lnTo>
                  <a:lnTo>
                    <a:pt x="423850" y="1092519"/>
                  </a:lnTo>
                  <a:lnTo>
                    <a:pt x="379804" y="1078841"/>
                  </a:lnTo>
                  <a:lnTo>
                    <a:pt x="336612" y="1061444"/>
                  </a:lnTo>
                  <a:lnTo>
                    <a:pt x="294508" y="1040304"/>
                  </a:lnTo>
                  <a:lnTo>
                    <a:pt x="253729" y="1015397"/>
                  </a:lnTo>
                  <a:lnTo>
                    <a:pt x="214508" y="986700"/>
                  </a:lnTo>
                  <a:lnTo>
                    <a:pt x="177812" y="954821"/>
                  </a:lnTo>
                  <a:lnTo>
                    <a:pt x="144469" y="920580"/>
                  </a:lnTo>
                  <a:lnTo>
                    <a:pt x="114507" y="884212"/>
                  </a:lnTo>
                  <a:lnTo>
                    <a:pt x="87955" y="845952"/>
                  </a:lnTo>
                  <a:lnTo>
                    <a:pt x="64842" y="806035"/>
                  </a:lnTo>
                  <a:lnTo>
                    <a:pt x="45198" y="764695"/>
                  </a:lnTo>
                  <a:lnTo>
                    <a:pt x="29049" y="722168"/>
                  </a:lnTo>
                  <a:lnTo>
                    <a:pt x="16427" y="678687"/>
                  </a:lnTo>
                  <a:lnTo>
                    <a:pt x="7358" y="634488"/>
                  </a:lnTo>
                  <a:lnTo>
                    <a:pt x="1873" y="589806"/>
                  </a:lnTo>
                  <a:lnTo>
                    <a:pt x="0" y="544874"/>
                  </a:lnTo>
                  <a:lnTo>
                    <a:pt x="1767" y="499929"/>
                  </a:lnTo>
                  <a:lnTo>
                    <a:pt x="7203" y="455204"/>
                  </a:lnTo>
                  <a:lnTo>
                    <a:pt x="16338" y="410935"/>
                  </a:lnTo>
                  <a:lnTo>
                    <a:pt x="29200" y="367355"/>
                  </a:lnTo>
                  <a:lnTo>
                    <a:pt x="45818" y="324701"/>
                  </a:lnTo>
                  <a:lnTo>
                    <a:pt x="66221" y="283206"/>
                  </a:lnTo>
                  <a:lnTo>
                    <a:pt x="90437" y="243105"/>
                  </a:lnTo>
                  <a:lnTo>
                    <a:pt x="118496" y="204634"/>
                  </a:lnTo>
                </a:path>
                <a:path w="1116965" h="1111885">
                  <a:moveTo>
                    <a:pt x="220477" y="286041"/>
                  </a:moveTo>
                  <a:lnTo>
                    <a:pt x="193856" y="323455"/>
                  </a:lnTo>
                  <a:lnTo>
                    <a:pt x="171955" y="362810"/>
                  </a:lnTo>
                  <a:lnTo>
                    <a:pt x="154729" y="403741"/>
                  </a:lnTo>
                  <a:lnTo>
                    <a:pt x="142131" y="445881"/>
                  </a:lnTo>
                  <a:lnTo>
                    <a:pt x="134116" y="488865"/>
                  </a:lnTo>
                  <a:lnTo>
                    <a:pt x="130638" y="532328"/>
                  </a:lnTo>
                  <a:lnTo>
                    <a:pt x="131651" y="575903"/>
                  </a:lnTo>
                  <a:lnTo>
                    <a:pt x="137108" y="619227"/>
                  </a:lnTo>
                  <a:lnTo>
                    <a:pt x="146964" y="661933"/>
                  </a:lnTo>
                  <a:lnTo>
                    <a:pt x="161173" y="703655"/>
                  </a:lnTo>
                  <a:lnTo>
                    <a:pt x="179689" y="744028"/>
                  </a:lnTo>
                  <a:lnTo>
                    <a:pt x="202465" y="782686"/>
                  </a:lnTo>
                  <a:lnTo>
                    <a:pt x="229457" y="819265"/>
                  </a:lnTo>
                  <a:lnTo>
                    <a:pt x="260618" y="853397"/>
                  </a:lnTo>
                  <a:lnTo>
                    <a:pt x="295902" y="884719"/>
                  </a:lnTo>
                  <a:lnTo>
                    <a:pt x="334265" y="912179"/>
                  </a:lnTo>
                  <a:lnTo>
                    <a:pt x="374453" y="934995"/>
                  </a:lnTo>
                  <a:lnTo>
                    <a:pt x="416101" y="953204"/>
                  </a:lnTo>
                  <a:lnTo>
                    <a:pt x="458841" y="966841"/>
                  </a:lnTo>
                  <a:lnTo>
                    <a:pt x="502308" y="975943"/>
                  </a:lnTo>
                  <a:lnTo>
                    <a:pt x="546136" y="980546"/>
                  </a:lnTo>
                  <a:lnTo>
                    <a:pt x="589957" y="980687"/>
                  </a:lnTo>
                  <a:lnTo>
                    <a:pt x="633406" y="976403"/>
                  </a:lnTo>
                  <a:lnTo>
                    <a:pt x="676117" y="967728"/>
                  </a:lnTo>
                  <a:lnTo>
                    <a:pt x="717723" y="954701"/>
                  </a:lnTo>
                  <a:lnTo>
                    <a:pt x="757858" y="937356"/>
                  </a:lnTo>
                  <a:lnTo>
                    <a:pt x="796155" y="915731"/>
                  </a:lnTo>
                  <a:lnTo>
                    <a:pt x="832248" y="889862"/>
                  </a:lnTo>
                  <a:lnTo>
                    <a:pt x="865771" y="859785"/>
                  </a:lnTo>
                  <a:lnTo>
                    <a:pt x="896358" y="825537"/>
                  </a:lnTo>
                  <a:lnTo>
                    <a:pt x="922982" y="788101"/>
                  </a:lnTo>
                  <a:lnTo>
                    <a:pt x="944884" y="748730"/>
                  </a:lnTo>
                  <a:lnTo>
                    <a:pt x="962111" y="707789"/>
                  </a:lnTo>
                  <a:lnTo>
                    <a:pt x="974709" y="665643"/>
                  </a:lnTo>
                  <a:lnTo>
                    <a:pt x="982725" y="622657"/>
                  </a:lnTo>
                  <a:lnTo>
                    <a:pt x="986203" y="579196"/>
                  </a:lnTo>
                  <a:lnTo>
                    <a:pt x="985191" y="535624"/>
                  </a:lnTo>
                  <a:lnTo>
                    <a:pt x="979734" y="492307"/>
                  </a:lnTo>
                  <a:lnTo>
                    <a:pt x="969878" y="449609"/>
                  </a:lnTo>
                  <a:lnTo>
                    <a:pt x="955669" y="407895"/>
                  </a:lnTo>
                  <a:lnTo>
                    <a:pt x="937154" y="367530"/>
                  </a:lnTo>
                  <a:lnTo>
                    <a:pt x="914378" y="328880"/>
                  </a:lnTo>
                  <a:lnTo>
                    <a:pt x="887387" y="292308"/>
                  </a:lnTo>
                  <a:lnTo>
                    <a:pt x="856228" y="258179"/>
                  </a:lnTo>
                  <a:lnTo>
                    <a:pt x="820946" y="226859"/>
                  </a:lnTo>
                  <a:lnTo>
                    <a:pt x="782581" y="199399"/>
                  </a:lnTo>
                  <a:lnTo>
                    <a:pt x="742390" y="176583"/>
                  </a:lnTo>
                  <a:lnTo>
                    <a:pt x="700741" y="158375"/>
                  </a:lnTo>
                  <a:lnTo>
                    <a:pt x="657999" y="144737"/>
                  </a:lnTo>
                  <a:lnTo>
                    <a:pt x="614531" y="135635"/>
                  </a:lnTo>
                  <a:lnTo>
                    <a:pt x="570702" y="131032"/>
                  </a:lnTo>
                  <a:lnTo>
                    <a:pt x="526880" y="130891"/>
                  </a:lnTo>
                  <a:lnTo>
                    <a:pt x="483430" y="135175"/>
                  </a:lnTo>
                  <a:lnTo>
                    <a:pt x="440719" y="143850"/>
                  </a:lnTo>
                  <a:lnTo>
                    <a:pt x="399113" y="156877"/>
                  </a:lnTo>
                  <a:lnTo>
                    <a:pt x="358978" y="174222"/>
                  </a:lnTo>
                  <a:lnTo>
                    <a:pt x="320681" y="195847"/>
                  </a:lnTo>
                  <a:lnTo>
                    <a:pt x="284587" y="221716"/>
                  </a:lnTo>
                  <a:lnTo>
                    <a:pt x="251064" y="251793"/>
                  </a:lnTo>
                  <a:lnTo>
                    <a:pt x="220477" y="286041"/>
                  </a:lnTo>
                </a:path>
              </a:pathLst>
            </a:custGeom>
            <a:ln w="7349">
              <a:solidFill>
                <a:srgbClr val="C6B79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012875" y="0"/>
              <a:ext cx="8131175" cy="6858000"/>
            </a:xfrm>
            <a:custGeom>
              <a:avLst/>
              <a:gdLst/>
              <a:ahLst/>
              <a:cxnLst/>
              <a:rect l="l" t="t" r="r" b="b"/>
              <a:pathLst>
                <a:path w="8131175" h="6858000">
                  <a:moveTo>
                    <a:pt x="8131175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8131175" y="6858000"/>
                  </a:lnTo>
                  <a:lnTo>
                    <a:pt x="813117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35736" y="0"/>
              <a:ext cx="155447" cy="6857999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1014983" y="0"/>
              <a:ext cx="73660" cy="6858000"/>
            </a:xfrm>
            <a:custGeom>
              <a:avLst/>
              <a:gdLst/>
              <a:ahLst/>
              <a:cxnLst/>
              <a:rect l="l" t="t" r="r" b="b"/>
              <a:pathLst>
                <a:path w="73659" h="6858000">
                  <a:moveTo>
                    <a:pt x="73152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73152" y="6858000"/>
                  </a:lnTo>
                  <a:lnTo>
                    <a:pt x="7315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" name="object 14"/>
          <p:cNvGrpSpPr/>
          <p:nvPr/>
        </p:nvGrpSpPr>
        <p:grpSpPr>
          <a:xfrm>
            <a:off x="2444436" y="233172"/>
            <a:ext cx="8207375" cy="1701164"/>
            <a:chOff x="920435" y="233172"/>
            <a:chExt cx="8207375" cy="1701164"/>
          </a:xfrm>
        </p:grpSpPr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21435" y="1413763"/>
              <a:ext cx="210312" cy="210312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20435" y="1338707"/>
              <a:ext cx="307095" cy="286368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234439" y="233172"/>
              <a:ext cx="2811780" cy="1106424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384803" y="233172"/>
              <a:ext cx="826008" cy="1106424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688080" y="233172"/>
              <a:ext cx="5439156" cy="1106424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499103" y="827531"/>
              <a:ext cx="3272028" cy="1106424"/>
            </a:xfrm>
            <a:prstGeom prst="rect">
              <a:avLst/>
            </a:prstGeom>
          </p:spPr>
        </p:pic>
      </p:grpSp>
      <p:sp>
        <p:nvSpPr>
          <p:cNvPr id="21" name="object 21"/>
          <p:cNvSpPr txBox="1">
            <a:spLocks noGrp="1"/>
          </p:cNvSpPr>
          <p:nvPr>
            <p:ph type="title"/>
          </p:nvPr>
        </p:nvSpPr>
        <p:spPr>
          <a:xfrm>
            <a:off x="3077083" y="363474"/>
            <a:ext cx="7167880" cy="1214755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2277110" marR="5080" indent="-2265045">
              <a:lnSpc>
                <a:spcPct val="100000"/>
              </a:lnSpc>
              <a:spcBef>
                <a:spcPts val="100"/>
              </a:spcBef>
            </a:pPr>
            <a:r>
              <a:rPr sz="3900" spc="130" dirty="0"/>
              <a:t>BCS202L-</a:t>
            </a:r>
            <a:r>
              <a:rPr sz="3900" spc="-110" dirty="0"/>
              <a:t> </a:t>
            </a:r>
            <a:r>
              <a:rPr sz="3900" spc="160" dirty="0"/>
              <a:t>Data</a:t>
            </a:r>
            <a:r>
              <a:rPr sz="3900" spc="-90" dirty="0"/>
              <a:t> </a:t>
            </a:r>
            <a:r>
              <a:rPr sz="3900" spc="30" dirty="0"/>
              <a:t>Structures</a:t>
            </a:r>
            <a:r>
              <a:rPr sz="3900" spc="-110" dirty="0"/>
              <a:t> </a:t>
            </a:r>
            <a:r>
              <a:rPr sz="3900" spc="-20" dirty="0"/>
              <a:t>and </a:t>
            </a:r>
            <a:r>
              <a:rPr sz="3900" spc="-1160" dirty="0"/>
              <a:t> </a:t>
            </a:r>
            <a:r>
              <a:rPr sz="3900" spc="100" dirty="0"/>
              <a:t>Algorithms</a:t>
            </a:r>
            <a:endParaRPr sz="3900"/>
          </a:p>
        </p:txBody>
      </p:sp>
      <p:sp>
        <p:nvSpPr>
          <p:cNvPr id="22" name="object 22"/>
          <p:cNvSpPr txBox="1"/>
          <p:nvPr/>
        </p:nvSpPr>
        <p:spPr>
          <a:xfrm>
            <a:off x="2621077" y="3765359"/>
            <a:ext cx="5790565" cy="1935480"/>
          </a:xfrm>
          <a:prstGeom prst="rect">
            <a:avLst/>
          </a:prstGeom>
        </p:spPr>
        <p:txBody>
          <a:bodyPr vert="horz" wrap="square" lIns="0" tIns="106680" rIns="0" bIns="0" rtlCol="0">
            <a:spAutoFit/>
          </a:bodyPr>
          <a:lstStyle/>
          <a:p>
            <a:pPr marL="12700">
              <a:spcBef>
                <a:spcPts val="840"/>
              </a:spcBef>
            </a:pPr>
            <a:r>
              <a:rPr sz="2600" spc="-80" dirty="0" smtClean="0">
                <a:solidFill>
                  <a:srgbClr val="310D04"/>
                </a:solidFill>
                <a:latin typeface="Trebuchet MS"/>
                <a:cs typeface="Trebuchet MS"/>
              </a:rPr>
              <a:t>Dr.</a:t>
            </a:r>
            <a:r>
              <a:rPr lang="en-US" sz="2600" spc="-80" dirty="0" smtClean="0">
                <a:solidFill>
                  <a:srgbClr val="310D04"/>
                </a:solidFill>
                <a:latin typeface="Trebuchet MS"/>
                <a:cs typeface="Trebuchet MS"/>
              </a:rPr>
              <a:t> </a:t>
            </a:r>
            <a:r>
              <a:rPr sz="2600" spc="-80" dirty="0" smtClean="0">
                <a:solidFill>
                  <a:srgbClr val="310D04"/>
                </a:solidFill>
                <a:latin typeface="Trebuchet MS"/>
                <a:cs typeface="Trebuchet MS"/>
              </a:rPr>
              <a:t>Priyanka </a:t>
            </a:r>
            <a:r>
              <a:rPr sz="2600" spc="-80" dirty="0">
                <a:solidFill>
                  <a:srgbClr val="310D04"/>
                </a:solidFill>
                <a:latin typeface="Trebuchet MS"/>
                <a:cs typeface="Trebuchet MS"/>
              </a:rPr>
              <a:t>N</a:t>
            </a:r>
          </a:p>
          <a:p>
            <a:pPr marL="12700">
              <a:spcBef>
                <a:spcPts val="745"/>
              </a:spcBef>
            </a:pPr>
            <a:r>
              <a:rPr sz="2600" spc="-100" dirty="0">
                <a:solidFill>
                  <a:srgbClr val="310D04"/>
                </a:solidFill>
                <a:latin typeface="Trebuchet MS"/>
                <a:cs typeface="Trebuchet MS"/>
              </a:rPr>
              <a:t>Assistant</a:t>
            </a:r>
            <a:r>
              <a:rPr sz="2600" spc="-60" dirty="0">
                <a:solidFill>
                  <a:srgbClr val="310D04"/>
                </a:solidFill>
                <a:latin typeface="Trebuchet MS"/>
                <a:cs typeface="Trebuchet MS"/>
              </a:rPr>
              <a:t> </a:t>
            </a:r>
            <a:r>
              <a:rPr sz="2600" spc="-80" dirty="0">
                <a:solidFill>
                  <a:srgbClr val="310D04"/>
                </a:solidFill>
                <a:latin typeface="Trebuchet MS"/>
                <a:cs typeface="Trebuchet MS"/>
              </a:rPr>
              <a:t>Professor</a:t>
            </a:r>
            <a:r>
              <a:rPr sz="2600" spc="-70" dirty="0">
                <a:solidFill>
                  <a:srgbClr val="310D04"/>
                </a:solidFill>
                <a:latin typeface="Trebuchet MS"/>
                <a:cs typeface="Trebuchet MS"/>
              </a:rPr>
              <a:t> </a:t>
            </a:r>
            <a:r>
              <a:rPr sz="2600" spc="-80" dirty="0">
                <a:solidFill>
                  <a:srgbClr val="310D04"/>
                </a:solidFill>
                <a:latin typeface="Trebuchet MS"/>
                <a:cs typeface="Trebuchet MS"/>
              </a:rPr>
              <a:t>Senior</a:t>
            </a:r>
            <a:r>
              <a:rPr sz="2600" spc="-70" dirty="0">
                <a:solidFill>
                  <a:srgbClr val="310D04"/>
                </a:solidFill>
                <a:latin typeface="Trebuchet MS"/>
                <a:cs typeface="Trebuchet MS"/>
              </a:rPr>
              <a:t> </a:t>
            </a:r>
            <a:r>
              <a:rPr sz="2600" spc="-75" dirty="0">
                <a:solidFill>
                  <a:srgbClr val="310D04"/>
                </a:solidFill>
                <a:latin typeface="Trebuchet MS"/>
                <a:cs typeface="Trebuchet MS"/>
              </a:rPr>
              <a:t>Grade</a:t>
            </a:r>
            <a:r>
              <a:rPr sz="2600" spc="-55" dirty="0">
                <a:solidFill>
                  <a:srgbClr val="310D04"/>
                </a:solidFill>
                <a:latin typeface="Trebuchet MS"/>
                <a:cs typeface="Trebuchet MS"/>
              </a:rPr>
              <a:t> </a:t>
            </a:r>
            <a:r>
              <a:rPr sz="2600" spc="-415" dirty="0">
                <a:solidFill>
                  <a:srgbClr val="310D04"/>
                </a:solidFill>
                <a:latin typeface="Trebuchet MS"/>
                <a:cs typeface="Trebuchet MS"/>
              </a:rPr>
              <a:t>1</a:t>
            </a:r>
            <a:endParaRPr sz="2600" dirty="0">
              <a:latin typeface="Trebuchet MS"/>
              <a:cs typeface="Trebuchet MS"/>
            </a:endParaRPr>
          </a:p>
          <a:p>
            <a:pPr marL="12700" marR="5080">
              <a:lnSpc>
                <a:spcPct val="111700"/>
              </a:lnSpc>
              <a:spcBef>
                <a:spcPts val="340"/>
              </a:spcBef>
            </a:pPr>
            <a:r>
              <a:rPr sz="2600" spc="-75" dirty="0">
                <a:solidFill>
                  <a:srgbClr val="310D04"/>
                </a:solidFill>
                <a:latin typeface="Trebuchet MS"/>
                <a:cs typeface="Trebuchet MS"/>
              </a:rPr>
              <a:t>School</a:t>
            </a:r>
            <a:r>
              <a:rPr sz="2600" spc="-65" dirty="0">
                <a:solidFill>
                  <a:srgbClr val="310D04"/>
                </a:solidFill>
                <a:latin typeface="Trebuchet MS"/>
                <a:cs typeface="Trebuchet MS"/>
              </a:rPr>
              <a:t> </a:t>
            </a:r>
            <a:r>
              <a:rPr sz="2600" spc="-135" dirty="0">
                <a:solidFill>
                  <a:srgbClr val="310D04"/>
                </a:solidFill>
                <a:latin typeface="Trebuchet MS"/>
                <a:cs typeface="Trebuchet MS"/>
              </a:rPr>
              <a:t>of</a:t>
            </a:r>
            <a:r>
              <a:rPr sz="2600" spc="-60" dirty="0">
                <a:solidFill>
                  <a:srgbClr val="310D04"/>
                </a:solidFill>
                <a:latin typeface="Trebuchet MS"/>
                <a:cs typeface="Trebuchet MS"/>
              </a:rPr>
              <a:t> </a:t>
            </a:r>
            <a:r>
              <a:rPr sz="2600" spc="-20" dirty="0">
                <a:solidFill>
                  <a:srgbClr val="310D04"/>
                </a:solidFill>
                <a:latin typeface="Trebuchet MS"/>
                <a:cs typeface="Trebuchet MS"/>
              </a:rPr>
              <a:t>Comp</a:t>
            </a:r>
            <a:r>
              <a:rPr sz="2600" spc="-15" dirty="0">
                <a:solidFill>
                  <a:srgbClr val="310D04"/>
                </a:solidFill>
                <a:latin typeface="Trebuchet MS"/>
                <a:cs typeface="Trebuchet MS"/>
              </a:rPr>
              <a:t>u</a:t>
            </a:r>
            <a:r>
              <a:rPr sz="2600" spc="-105" dirty="0">
                <a:solidFill>
                  <a:srgbClr val="310D04"/>
                </a:solidFill>
                <a:latin typeface="Trebuchet MS"/>
                <a:cs typeface="Trebuchet MS"/>
              </a:rPr>
              <a:t>ter</a:t>
            </a:r>
            <a:r>
              <a:rPr sz="2600" spc="-90" dirty="0">
                <a:solidFill>
                  <a:srgbClr val="310D04"/>
                </a:solidFill>
                <a:latin typeface="Trebuchet MS"/>
                <a:cs typeface="Trebuchet MS"/>
              </a:rPr>
              <a:t> </a:t>
            </a:r>
            <a:r>
              <a:rPr sz="2600" spc="-140" dirty="0">
                <a:solidFill>
                  <a:srgbClr val="310D04"/>
                </a:solidFill>
                <a:latin typeface="Trebuchet MS"/>
                <a:cs typeface="Trebuchet MS"/>
              </a:rPr>
              <a:t>Scienc</a:t>
            </a:r>
            <a:r>
              <a:rPr sz="2600" spc="-175" dirty="0">
                <a:solidFill>
                  <a:srgbClr val="310D04"/>
                </a:solidFill>
                <a:latin typeface="Trebuchet MS"/>
                <a:cs typeface="Trebuchet MS"/>
              </a:rPr>
              <a:t>e</a:t>
            </a:r>
            <a:r>
              <a:rPr sz="2600" spc="-70" dirty="0">
                <a:solidFill>
                  <a:srgbClr val="310D04"/>
                </a:solidFill>
                <a:latin typeface="Trebuchet MS"/>
                <a:cs typeface="Trebuchet MS"/>
              </a:rPr>
              <a:t> </a:t>
            </a:r>
            <a:r>
              <a:rPr sz="2600" spc="-210" dirty="0">
                <a:solidFill>
                  <a:srgbClr val="310D04"/>
                </a:solidFill>
                <a:latin typeface="Trebuchet MS"/>
                <a:cs typeface="Trebuchet MS"/>
              </a:rPr>
              <a:t>&amp;</a:t>
            </a:r>
            <a:r>
              <a:rPr sz="2600" spc="-60" dirty="0">
                <a:solidFill>
                  <a:srgbClr val="310D04"/>
                </a:solidFill>
                <a:latin typeface="Trebuchet MS"/>
                <a:cs typeface="Trebuchet MS"/>
              </a:rPr>
              <a:t> </a:t>
            </a:r>
            <a:r>
              <a:rPr sz="2600" spc="-95" dirty="0">
                <a:solidFill>
                  <a:srgbClr val="310D04"/>
                </a:solidFill>
                <a:latin typeface="Trebuchet MS"/>
                <a:cs typeface="Trebuchet MS"/>
              </a:rPr>
              <a:t>E</a:t>
            </a:r>
            <a:r>
              <a:rPr sz="2600" spc="-110" dirty="0">
                <a:solidFill>
                  <a:srgbClr val="310D04"/>
                </a:solidFill>
                <a:latin typeface="Trebuchet MS"/>
                <a:cs typeface="Trebuchet MS"/>
              </a:rPr>
              <a:t>n</a:t>
            </a:r>
            <a:r>
              <a:rPr sz="2600" spc="-235" dirty="0">
                <a:solidFill>
                  <a:srgbClr val="310D04"/>
                </a:solidFill>
                <a:latin typeface="Trebuchet MS"/>
                <a:cs typeface="Trebuchet MS"/>
              </a:rPr>
              <a:t>g</a:t>
            </a:r>
            <a:r>
              <a:rPr sz="2600" spc="-130" dirty="0">
                <a:solidFill>
                  <a:srgbClr val="310D04"/>
                </a:solidFill>
                <a:latin typeface="Trebuchet MS"/>
                <a:cs typeface="Trebuchet MS"/>
              </a:rPr>
              <a:t>i</a:t>
            </a:r>
            <a:r>
              <a:rPr sz="2600" spc="-120" dirty="0">
                <a:solidFill>
                  <a:srgbClr val="310D04"/>
                </a:solidFill>
                <a:latin typeface="Trebuchet MS"/>
                <a:cs typeface="Trebuchet MS"/>
              </a:rPr>
              <a:t>nee</a:t>
            </a:r>
            <a:r>
              <a:rPr sz="2600" spc="-80" dirty="0">
                <a:solidFill>
                  <a:srgbClr val="310D04"/>
                </a:solidFill>
                <a:latin typeface="Trebuchet MS"/>
                <a:cs typeface="Trebuchet MS"/>
              </a:rPr>
              <a:t>r</a:t>
            </a:r>
            <a:r>
              <a:rPr sz="2600" spc="-105" dirty="0">
                <a:solidFill>
                  <a:srgbClr val="310D04"/>
                </a:solidFill>
                <a:latin typeface="Trebuchet MS"/>
                <a:cs typeface="Trebuchet MS"/>
              </a:rPr>
              <a:t>i</a:t>
            </a:r>
            <a:r>
              <a:rPr sz="2600" spc="-185" dirty="0">
                <a:solidFill>
                  <a:srgbClr val="310D04"/>
                </a:solidFill>
                <a:latin typeface="Trebuchet MS"/>
                <a:cs typeface="Trebuchet MS"/>
              </a:rPr>
              <a:t>n</a:t>
            </a:r>
            <a:r>
              <a:rPr sz="2600" spc="-145" dirty="0">
                <a:solidFill>
                  <a:srgbClr val="310D04"/>
                </a:solidFill>
                <a:latin typeface="Trebuchet MS"/>
                <a:cs typeface="Trebuchet MS"/>
              </a:rPr>
              <a:t>g  </a:t>
            </a:r>
            <a:r>
              <a:rPr sz="3900" spc="-232" baseline="-5341" dirty="0">
                <a:solidFill>
                  <a:srgbClr val="310D04"/>
                </a:solidFill>
                <a:latin typeface="Trebuchet MS"/>
                <a:cs typeface="Trebuchet MS"/>
              </a:rPr>
              <a:t>VIT</a:t>
            </a:r>
            <a:r>
              <a:rPr sz="3900" spc="-232" baseline="-5341" dirty="0" smtClean="0">
                <a:solidFill>
                  <a:srgbClr val="310D04"/>
                </a:solidFill>
                <a:latin typeface="Trebuchet MS"/>
                <a:cs typeface="Trebuchet MS"/>
              </a:rPr>
              <a:t>,</a:t>
            </a:r>
            <a:r>
              <a:rPr lang="en-US" sz="3900" spc="-232" baseline="-5341" dirty="0" smtClean="0">
                <a:solidFill>
                  <a:srgbClr val="310D04"/>
                </a:solidFill>
                <a:latin typeface="Trebuchet MS"/>
                <a:cs typeface="Trebuchet MS"/>
              </a:rPr>
              <a:t> </a:t>
            </a:r>
            <a:r>
              <a:rPr sz="2600" spc="-155" dirty="0" smtClean="0">
                <a:solidFill>
                  <a:srgbClr val="310D04"/>
                </a:solidFill>
                <a:latin typeface="Trebuchet MS"/>
                <a:cs typeface="Trebuchet MS"/>
              </a:rPr>
              <a:t>Vellore</a:t>
            </a:r>
            <a:r>
              <a:rPr sz="2600" spc="-155" dirty="0">
                <a:solidFill>
                  <a:srgbClr val="310D04"/>
                </a:solidFill>
                <a:latin typeface="Trebuchet MS"/>
                <a:cs typeface="Trebuchet MS"/>
              </a:rPr>
              <a:t>.</a:t>
            </a:r>
            <a:endParaRPr sz="2600" dirty="0">
              <a:latin typeface="Trebuchet MS"/>
              <a:cs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16971391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0" y="315389"/>
            <a:ext cx="11291048" cy="68993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3329940" marR="5080" indent="-2092960">
              <a:lnSpc>
                <a:spcPct val="100000"/>
              </a:lnSpc>
              <a:spcBef>
                <a:spcPts val="100"/>
              </a:spcBef>
            </a:pPr>
            <a:r>
              <a:rPr spc="125" dirty="0">
                <a:solidFill>
                  <a:srgbClr val="FF0000"/>
                </a:solidFill>
              </a:rPr>
              <a:t>BCS202L-</a:t>
            </a:r>
            <a:r>
              <a:rPr spc="-114" dirty="0">
                <a:solidFill>
                  <a:srgbClr val="FF0000"/>
                </a:solidFill>
              </a:rPr>
              <a:t> </a:t>
            </a:r>
            <a:r>
              <a:rPr spc="145" dirty="0">
                <a:solidFill>
                  <a:srgbClr val="FF0000"/>
                </a:solidFill>
              </a:rPr>
              <a:t>Data</a:t>
            </a:r>
            <a:r>
              <a:rPr spc="-95" dirty="0">
                <a:solidFill>
                  <a:srgbClr val="FF0000"/>
                </a:solidFill>
              </a:rPr>
              <a:t> </a:t>
            </a:r>
            <a:r>
              <a:rPr spc="25" dirty="0">
                <a:solidFill>
                  <a:srgbClr val="FF0000"/>
                </a:solidFill>
              </a:rPr>
              <a:t>Structures</a:t>
            </a:r>
            <a:r>
              <a:rPr spc="-95" dirty="0">
                <a:solidFill>
                  <a:srgbClr val="FF0000"/>
                </a:solidFill>
              </a:rPr>
              <a:t> </a:t>
            </a:r>
            <a:r>
              <a:rPr spc="-10" dirty="0">
                <a:solidFill>
                  <a:srgbClr val="FF0000"/>
                </a:solidFill>
              </a:rPr>
              <a:t>and </a:t>
            </a:r>
            <a:r>
              <a:rPr spc="-1070" dirty="0">
                <a:solidFill>
                  <a:srgbClr val="FF0000"/>
                </a:solidFill>
              </a:rPr>
              <a:t> </a:t>
            </a:r>
            <a:r>
              <a:rPr spc="90" dirty="0">
                <a:solidFill>
                  <a:srgbClr val="FF0000"/>
                </a:solidFill>
              </a:rPr>
              <a:t>Algorithms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267727" y="1201453"/>
            <a:ext cx="9158225" cy="4321696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295910" indent="-283845">
              <a:spcBef>
                <a:spcPts val="700"/>
              </a:spcBef>
              <a:buClr>
                <a:srgbClr val="3891A7"/>
              </a:buClr>
              <a:buSzPct val="80000"/>
              <a:buFont typeface="Segoe UI Symbol"/>
              <a:buChar char="⚫"/>
              <a:tabLst>
                <a:tab pos="296545" algn="l"/>
              </a:tabLst>
            </a:pPr>
            <a:r>
              <a:rPr sz="3500" spc="-85" dirty="0">
                <a:solidFill>
                  <a:srgbClr val="006FC0"/>
                </a:solidFill>
                <a:latin typeface="Trebuchet MS"/>
                <a:cs typeface="Trebuchet MS"/>
              </a:rPr>
              <a:t>Modul</a:t>
            </a:r>
            <a:r>
              <a:rPr sz="3500" spc="-95" dirty="0">
                <a:solidFill>
                  <a:srgbClr val="006FC0"/>
                </a:solidFill>
                <a:latin typeface="Trebuchet MS"/>
                <a:cs typeface="Trebuchet MS"/>
              </a:rPr>
              <a:t>e</a:t>
            </a:r>
            <a:r>
              <a:rPr sz="3500" spc="-160" dirty="0">
                <a:solidFill>
                  <a:srgbClr val="006FC0"/>
                </a:solidFill>
                <a:latin typeface="Trebuchet MS"/>
                <a:cs typeface="Trebuchet MS"/>
              </a:rPr>
              <a:t>-</a:t>
            </a:r>
            <a:r>
              <a:rPr sz="3500" spc="-305" dirty="0">
                <a:solidFill>
                  <a:srgbClr val="006FC0"/>
                </a:solidFill>
                <a:latin typeface="Trebuchet MS"/>
                <a:cs typeface="Trebuchet MS"/>
              </a:rPr>
              <a:t>1:</a:t>
            </a:r>
            <a:r>
              <a:rPr sz="3500" spc="-805" dirty="0">
                <a:solidFill>
                  <a:srgbClr val="006FC0"/>
                </a:solidFill>
                <a:latin typeface="Trebuchet MS"/>
                <a:cs typeface="Trebuchet MS"/>
              </a:rPr>
              <a:t> </a:t>
            </a:r>
            <a:r>
              <a:rPr sz="3500" spc="270" dirty="0">
                <a:solidFill>
                  <a:srgbClr val="006FC0"/>
                </a:solidFill>
                <a:latin typeface="Trebuchet MS"/>
                <a:cs typeface="Trebuchet MS"/>
              </a:rPr>
              <a:t>A</a:t>
            </a:r>
            <a:r>
              <a:rPr sz="3500" spc="-200" dirty="0">
                <a:solidFill>
                  <a:srgbClr val="006FC0"/>
                </a:solidFill>
                <a:latin typeface="Trebuchet MS"/>
                <a:cs typeface="Trebuchet MS"/>
              </a:rPr>
              <a:t>l</a:t>
            </a:r>
            <a:r>
              <a:rPr sz="3500" spc="-370" dirty="0">
                <a:solidFill>
                  <a:srgbClr val="006FC0"/>
                </a:solidFill>
                <a:latin typeface="Trebuchet MS"/>
                <a:cs typeface="Trebuchet MS"/>
              </a:rPr>
              <a:t>g</a:t>
            </a:r>
            <a:r>
              <a:rPr sz="3500" spc="-125" dirty="0">
                <a:solidFill>
                  <a:srgbClr val="006FC0"/>
                </a:solidFill>
                <a:latin typeface="Trebuchet MS"/>
                <a:cs typeface="Trebuchet MS"/>
              </a:rPr>
              <a:t>orithm</a:t>
            </a:r>
            <a:r>
              <a:rPr sz="3500" spc="-470" dirty="0">
                <a:solidFill>
                  <a:srgbClr val="006FC0"/>
                </a:solidFill>
                <a:latin typeface="Trebuchet MS"/>
                <a:cs typeface="Trebuchet MS"/>
              </a:rPr>
              <a:t> </a:t>
            </a:r>
            <a:r>
              <a:rPr sz="3500" spc="-145" dirty="0">
                <a:solidFill>
                  <a:srgbClr val="006FC0"/>
                </a:solidFill>
                <a:latin typeface="Trebuchet MS"/>
                <a:cs typeface="Trebuchet MS"/>
              </a:rPr>
              <a:t>Ana</a:t>
            </a:r>
            <a:r>
              <a:rPr sz="3500" spc="-105" dirty="0">
                <a:solidFill>
                  <a:srgbClr val="006FC0"/>
                </a:solidFill>
                <a:latin typeface="Trebuchet MS"/>
                <a:cs typeface="Trebuchet MS"/>
              </a:rPr>
              <a:t>l</a:t>
            </a:r>
            <a:r>
              <a:rPr sz="3500" spc="-140" dirty="0">
                <a:solidFill>
                  <a:srgbClr val="006FC0"/>
                </a:solidFill>
                <a:latin typeface="Trebuchet MS"/>
                <a:cs typeface="Trebuchet MS"/>
              </a:rPr>
              <a:t>ysis</a:t>
            </a:r>
            <a:endParaRPr sz="3500" dirty="0">
              <a:latin typeface="Trebuchet MS"/>
              <a:cs typeface="Trebuchet MS"/>
            </a:endParaRPr>
          </a:p>
          <a:p>
            <a:pPr marL="295910" indent="-283845">
              <a:spcBef>
                <a:spcPts val="600"/>
              </a:spcBef>
              <a:buClr>
                <a:srgbClr val="3891A7"/>
              </a:buClr>
              <a:buSzPct val="80000"/>
              <a:buFont typeface="Segoe UI Symbol"/>
              <a:buChar char="⚫"/>
              <a:tabLst>
                <a:tab pos="296545" algn="l"/>
              </a:tabLst>
            </a:pPr>
            <a:r>
              <a:rPr sz="3500" spc="-85" dirty="0">
                <a:solidFill>
                  <a:srgbClr val="006FC0"/>
                </a:solidFill>
                <a:latin typeface="Trebuchet MS"/>
                <a:cs typeface="Trebuchet MS"/>
              </a:rPr>
              <a:t>Modul</a:t>
            </a:r>
            <a:r>
              <a:rPr sz="3500" spc="-95" dirty="0">
                <a:solidFill>
                  <a:srgbClr val="006FC0"/>
                </a:solidFill>
                <a:latin typeface="Trebuchet MS"/>
                <a:cs typeface="Trebuchet MS"/>
              </a:rPr>
              <a:t>e</a:t>
            </a:r>
            <a:r>
              <a:rPr sz="3500" spc="-160" dirty="0">
                <a:solidFill>
                  <a:srgbClr val="006FC0"/>
                </a:solidFill>
                <a:latin typeface="Trebuchet MS"/>
                <a:cs typeface="Trebuchet MS"/>
              </a:rPr>
              <a:t>-</a:t>
            </a:r>
            <a:r>
              <a:rPr sz="3500" spc="-305" dirty="0">
                <a:solidFill>
                  <a:srgbClr val="006FC0"/>
                </a:solidFill>
                <a:latin typeface="Trebuchet MS"/>
                <a:cs typeface="Trebuchet MS"/>
              </a:rPr>
              <a:t>2:</a:t>
            </a:r>
            <a:r>
              <a:rPr sz="3500" spc="-445" dirty="0">
                <a:solidFill>
                  <a:srgbClr val="006FC0"/>
                </a:solidFill>
                <a:latin typeface="Trebuchet MS"/>
                <a:cs typeface="Trebuchet MS"/>
              </a:rPr>
              <a:t> </a:t>
            </a:r>
            <a:r>
              <a:rPr sz="3500" spc="-180" dirty="0">
                <a:solidFill>
                  <a:srgbClr val="006FC0"/>
                </a:solidFill>
                <a:latin typeface="Trebuchet MS"/>
                <a:cs typeface="Trebuchet MS"/>
              </a:rPr>
              <a:t>Linea</a:t>
            </a:r>
            <a:r>
              <a:rPr sz="3500" spc="-140" dirty="0">
                <a:solidFill>
                  <a:srgbClr val="006FC0"/>
                </a:solidFill>
                <a:latin typeface="Trebuchet MS"/>
                <a:cs typeface="Trebuchet MS"/>
              </a:rPr>
              <a:t>r</a:t>
            </a:r>
            <a:r>
              <a:rPr sz="3500" spc="-110" dirty="0">
                <a:solidFill>
                  <a:srgbClr val="006FC0"/>
                </a:solidFill>
                <a:latin typeface="Trebuchet MS"/>
                <a:cs typeface="Trebuchet MS"/>
              </a:rPr>
              <a:t> Data</a:t>
            </a:r>
            <a:r>
              <a:rPr sz="3500" spc="-105" dirty="0">
                <a:solidFill>
                  <a:srgbClr val="006FC0"/>
                </a:solidFill>
                <a:latin typeface="Trebuchet MS"/>
                <a:cs typeface="Trebuchet MS"/>
              </a:rPr>
              <a:t> </a:t>
            </a:r>
            <a:r>
              <a:rPr sz="3500" spc="-130" dirty="0">
                <a:solidFill>
                  <a:srgbClr val="006FC0"/>
                </a:solidFill>
                <a:latin typeface="Trebuchet MS"/>
                <a:cs typeface="Trebuchet MS"/>
              </a:rPr>
              <a:t>Structu</a:t>
            </a:r>
            <a:r>
              <a:rPr sz="3500" spc="-175" dirty="0">
                <a:solidFill>
                  <a:srgbClr val="006FC0"/>
                </a:solidFill>
                <a:latin typeface="Trebuchet MS"/>
                <a:cs typeface="Trebuchet MS"/>
              </a:rPr>
              <a:t>r</a:t>
            </a:r>
            <a:r>
              <a:rPr sz="3500" spc="-150" dirty="0">
                <a:solidFill>
                  <a:srgbClr val="006FC0"/>
                </a:solidFill>
                <a:latin typeface="Trebuchet MS"/>
                <a:cs typeface="Trebuchet MS"/>
              </a:rPr>
              <a:t>es</a:t>
            </a:r>
            <a:endParaRPr sz="3500" dirty="0">
              <a:latin typeface="Trebuchet MS"/>
              <a:cs typeface="Trebuchet MS"/>
            </a:endParaRPr>
          </a:p>
          <a:p>
            <a:pPr marL="295910" indent="-283845">
              <a:spcBef>
                <a:spcPts val="600"/>
              </a:spcBef>
              <a:buClr>
                <a:srgbClr val="3891A7"/>
              </a:buClr>
              <a:buSzPct val="80000"/>
              <a:buFont typeface="Segoe UI Symbol"/>
              <a:buChar char="⚫"/>
              <a:tabLst>
                <a:tab pos="296545" algn="l"/>
              </a:tabLst>
            </a:pPr>
            <a:r>
              <a:rPr sz="3500" spc="-145" dirty="0">
                <a:solidFill>
                  <a:srgbClr val="006FC0"/>
                </a:solidFill>
                <a:latin typeface="Trebuchet MS"/>
                <a:cs typeface="Trebuchet MS"/>
              </a:rPr>
              <a:t>Module-3:</a:t>
            </a:r>
            <a:r>
              <a:rPr sz="3500" spc="-445" dirty="0">
                <a:solidFill>
                  <a:srgbClr val="006FC0"/>
                </a:solidFill>
                <a:latin typeface="Trebuchet MS"/>
                <a:cs typeface="Trebuchet MS"/>
              </a:rPr>
              <a:t> </a:t>
            </a:r>
            <a:r>
              <a:rPr sz="3500" spc="-195" dirty="0">
                <a:solidFill>
                  <a:srgbClr val="006FC0"/>
                </a:solidFill>
                <a:latin typeface="Trebuchet MS"/>
                <a:cs typeface="Trebuchet MS"/>
              </a:rPr>
              <a:t>Searching</a:t>
            </a:r>
            <a:r>
              <a:rPr sz="3500" spc="-135" dirty="0">
                <a:solidFill>
                  <a:srgbClr val="006FC0"/>
                </a:solidFill>
                <a:latin typeface="Trebuchet MS"/>
                <a:cs typeface="Trebuchet MS"/>
              </a:rPr>
              <a:t> </a:t>
            </a:r>
            <a:r>
              <a:rPr sz="3500" spc="-225" dirty="0">
                <a:solidFill>
                  <a:srgbClr val="006FC0"/>
                </a:solidFill>
                <a:latin typeface="Trebuchet MS"/>
                <a:cs typeface="Trebuchet MS"/>
              </a:rPr>
              <a:t>and</a:t>
            </a:r>
            <a:r>
              <a:rPr sz="3500" spc="-75" dirty="0">
                <a:solidFill>
                  <a:srgbClr val="006FC0"/>
                </a:solidFill>
                <a:latin typeface="Trebuchet MS"/>
                <a:cs typeface="Trebuchet MS"/>
              </a:rPr>
              <a:t> </a:t>
            </a:r>
            <a:r>
              <a:rPr sz="3500" spc="-120" dirty="0">
                <a:solidFill>
                  <a:srgbClr val="006FC0"/>
                </a:solidFill>
                <a:latin typeface="Trebuchet MS"/>
                <a:cs typeface="Trebuchet MS"/>
              </a:rPr>
              <a:t>Sorting</a:t>
            </a:r>
            <a:endParaRPr sz="3500" dirty="0">
              <a:latin typeface="Trebuchet MS"/>
              <a:cs typeface="Trebuchet MS"/>
            </a:endParaRPr>
          </a:p>
          <a:p>
            <a:pPr marL="295910" indent="-283845">
              <a:spcBef>
                <a:spcPts val="600"/>
              </a:spcBef>
              <a:buClr>
                <a:srgbClr val="3891A7"/>
              </a:buClr>
              <a:buSzPct val="80000"/>
              <a:buFont typeface="Segoe UI Symbol"/>
              <a:buChar char="⚫"/>
              <a:tabLst>
                <a:tab pos="296545" algn="l"/>
              </a:tabLst>
            </a:pPr>
            <a:r>
              <a:rPr sz="3500" spc="-150" dirty="0">
                <a:solidFill>
                  <a:srgbClr val="006FC0"/>
                </a:solidFill>
                <a:latin typeface="Trebuchet MS"/>
                <a:cs typeface="Trebuchet MS"/>
              </a:rPr>
              <a:t>Module-4:Trees</a:t>
            </a:r>
            <a:endParaRPr sz="3500" dirty="0">
              <a:latin typeface="Trebuchet MS"/>
              <a:cs typeface="Trebuchet MS"/>
            </a:endParaRPr>
          </a:p>
          <a:p>
            <a:pPr marL="295910" indent="-283845">
              <a:spcBef>
                <a:spcPts val="605"/>
              </a:spcBef>
              <a:buClr>
                <a:srgbClr val="3891A7"/>
              </a:buClr>
              <a:buSzPct val="80000"/>
              <a:buFont typeface="Segoe UI Symbol"/>
              <a:buChar char="⚫"/>
              <a:tabLst>
                <a:tab pos="296545" algn="l"/>
              </a:tabLst>
            </a:pPr>
            <a:r>
              <a:rPr sz="3500" spc="-85" dirty="0">
                <a:solidFill>
                  <a:srgbClr val="006FC0"/>
                </a:solidFill>
                <a:latin typeface="Trebuchet MS"/>
                <a:cs typeface="Trebuchet MS"/>
              </a:rPr>
              <a:t>Modul</a:t>
            </a:r>
            <a:r>
              <a:rPr sz="3500" spc="-100" dirty="0">
                <a:solidFill>
                  <a:srgbClr val="006FC0"/>
                </a:solidFill>
                <a:latin typeface="Trebuchet MS"/>
                <a:cs typeface="Trebuchet MS"/>
              </a:rPr>
              <a:t>e</a:t>
            </a:r>
            <a:r>
              <a:rPr sz="3500" spc="-165" dirty="0">
                <a:solidFill>
                  <a:srgbClr val="006FC0"/>
                </a:solidFill>
                <a:latin typeface="Trebuchet MS"/>
                <a:cs typeface="Trebuchet MS"/>
              </a:rPr>
              <a:t>-</a:t>
            </a:r>
            <a:r>
              <a:rPr sz="3500" spc="-300" dirty="0">
                <a:solidFill>
                  <a:srgbClr val="006FC0"/>
                </a:solidFill>
                <a:latin typeface="Trebuchet MS"/>
                <a:cs typeface="Trebuchet MS"/>
              </a:rPr>
              <a:t>5:</a:t>
            </a:r>
            <a:r>
              <a:rPr sz="3500" spc="-445" dirty="0">
                <a:solidFill>
                  <a:srgbClr val="006FC0"/>
                </a:solidFill>
                <a:latin typeface="Trebuchet MS"/>
                <a:cs typeface="Trebuchet MS"/>
              </a:rPr>
              <a:t> </a:t>
            </a:r>
            <a:r>
              <a:rPr sz="3500" spc="-35" dirty="0">
                <a:solidFill>
                  <a:srgbClr val="006FC0"/>
                </a:solidFill>
                <a:latin typeface="Trebuchet MS"/>
                <a:cs typeface="Trebuchet MS"/>
              </a:rPr>
              <a:t>Gr</a:t>
            </a:r>
            <a:r>
              <a:rPr sz="3500" spc="-65" dirty="0">
                <a:solidFill>
                  <a:srgbClr val="006FC0"/>
                </a:solidFill>
                <a:latin typeface="Trebuchet MS"/>
                <a:cs typeface="Trebuchet MS"/>
              </a:rPr>
              <a:t>a</a:t>
            </a:r>
            <a:r>
              <a:rPr sz="3500" spc="-145" dirty="0">
                <a:solidFill>
                  <a:srgbClr val="006FC0"/>
                </a:solidFill>
                <a:latin typeface="Trebuchet MS"/>
                <a:cs typeface="Trebuchet MS"/>
              </a:rPr>
              <a:t>phs</a:t>
            </a:r>
            <a:endParaRPr sz="3500" dirty="0">
              <a:latin typeface="Trebuchet MS"/>
              <a:cs typeface="Trebuchet MS"/>
            </a:endParaRPr>
          </a:p>
          <a:p>
            <a:pPr marL="295910" indent="-283845">
              <a:spcBef>
                <a:spcPts val="600"/>
              </a:spcBef>
              <a:buClr>
                <a:srgbClr val="3891A7"/>
              </a:buClr>
              <a:buSzPct val="80000"/>
              <a:buFont typeface="Segoe UI Symbol"/>
              <a:buChar char="⚫"/>
              <a:tabLst>
                <a:tab pos="296545" algn="l"/>
              </a:tabLst>
            </a:pPr>
            <a:r>
              <a:rPr sz="3500" spc="-85" dirty="0">
                <a:solidFill>
                  <a:srgbClr val="006FC0"/>
                </a:solidFill>
                <a:latin typeface="Trebuchet MS"/>
                <a:cs typeface="Trebuchet MS"/>
              </a:rPr>
              <a:t>Modul</a:t>
            </a:r>
            <a:r>
              <a:rPr sz="3500" spc="-95" dirty="0">
                <a:solidFill>
                  <a:srgbClr val="006FC0"/>
                </a:solidFill>
                <a:latin typeface="Trebuchet MS"/>
                <a:cs typeface="Trebuchet MS"/>
              </a:rPr>
              <a:t>e</a:t>
            </a:r>
            <a:r>
              <a:rPr sz="3500" spc="-160" dirty="0">
                <a:solidFill>
                  <a:srgbClr val="006FC0"/>
                </a:solidFill>
                <a:latin typeface="Trebuchet MS"/>
                <a:cs typeface="Trebuchet MS"/>
              </a:rPr>
              <a:t>-</a:t>
            </a:r>
            <a:r>
              <a:rPr sz="3500" spc="-305" dirty="0">
                <a:solidFill>
                  <a:srgbClr val="006FC0"/>
                </a:solidFill>
                <a:latin typeface="Trebuchet MS"/>
                <a:cs typeface="Trebuchet MS"/>
              </a:rPr>
              <a:t>6:</a:t>
            </a:r>
            <a:r>
              <a:rPr sz="3500" spc="-445" dirty="0">
                <a:solidFill>
                  <a:srgbClr val="006FC0"/>
                </a:solidFill>
                <a:latin typeface="Trebuchet MS"/>
                <a:cs typeface="Trebuchet MS"/>
              </a:rPr>
              <a:t> </a:t>
            </a:r>
            <a:r>
              <a:rPr sz="3500" spc="-140" dirty="0">
                <a:solidFill>
                  <a:srgbClr val="006FC0"/>
                </a:solidFill>
                <a:latin typeface="Trebuchet MS"/>
                <a:cs typeface="Trebuchet MS"/>
              </a:rPr>
              <a:t>Hashing</a:t>
            </a:r>
            <a:endParaRPr sz="3500" dirty="0">
              <a:latin typeface="Trebuchet MS"/>
              <a:cs typeface="Trebuchet MS"/>
            </a:endParaRPr>
          </a:p>
          <a:p>
            <a:pPr marL="295910" indent="-283845">
              <a:spcBef>
                <a:spcPts val="600"/>
              </a:spcBef>
              <a:buClr>
                <a:srgbClr val="3891A7"/>
              </a:buClr>
              <a:buSzPct val="80000"/>
              <a:buFont typeface="Segoe UI Symbol"/>
              <a:buChar char="⚫"/>
              <a:tabLst>
                <a:tab pos="296545" algn="l"/>
              </a:tabLst>
            </a:pPr>
            <a:r>
              <a:rPr sz="3500" spc="-85" dirty="0">
                <a:solidFill>
                  <a:srgbClr val="006FC0"/>
                </a:solidFill>
                <a:latin typeface="Trebuchet MS"/>
                <a:cs typeface="Trebuchet MS"/>
              </a:rPr>
              <a:t>Modul</a:t>
            </a:r>
            <a:r>
              <a:rPr sz="3500" spc="-100" dirty="0">
                <a:solidFill>
                  <a:srgbClr val="006FC0"/>
                </a:solidFill>
                <a:latin typeface="Trebuchet MS"/>
                <a:cs typeface="Trebuchet MS"/>
              </a:rPr>
              <a:t>e</a:t>
            </a:r>
            <a:r>
              <a:rPr sz="3500" spc="-165" dirty="0">
                <a:solidFill>
                  <a:srgbClr val="006FC0"/>
                </a:solidFill>
                <a:latin typeface="Trebuchet MS"/>
                <a:cs typeface="Trebuchet MS"/>
              </a:rPr>
              <a:t>-</a:t>
            </a:r>
            <a:r>
              <a:rPr sz="3500" spc="-300" dirty="0">
                <a:solidFill>
                  <a:srgbClr val="006FC0"/>
                </a:solidFill>
                <a:latin typeface="Trebuchet MS"/>
                <a:cs typeface="Trebuchet MS"/>
              </a:rPr>
              <a:t>7:</a:t>
            </a:r>
            <a:r>
              <a:rPr sz="3500" spc="-445" dirty="0">
                <a:solidFill>
                  <a:srgbClr val="006FC0"/>
                </a:solidFill>
                <a:latin typeface="Trebuchet MS"/>
                <a:cs typeface="Trebuchet MS"/>
              </a:rPr>
              <a:t> </a:t>
            </a:r>
            <a:r>
              <a:rPr sz="3500" spc="-110" dirty="0">
                <a:solidFill>
                  <a:srgbClr val="006FC0"/>
                </a:solidFill>
                <a:latin typeface="Trebuchet MS"/>
                <a:cs typeface="Trebuchet MS"/>
              </a:rPr>
              <a:t>He</a:t>
            </a:r>
            <a:r>
              <a:rPr sz="3500" spc="-130" dirty="0">
                <a:solidFill>
                  <a:srgbClr val="006FC0"/>
                </a:solidFill>
                <a:latin typeface="Trebuchet MS"/>
                <a:cs typeface="Trebuchet MS"/>
              </a:rPr>
              <a:t>a</a:t>
            </a:r>
            <a:r>
              <a:rPr sz="3500" spc="-135" dirty="0">
                <a:solidFill>
                  <a:srgbClr val="006FC0"/>
                </a:solidFill>
                <a:latin typeface="Trebuchet MS"/>
                <a:cs typeface="Trebuchet MS"/>
              </a:rPr>
              <a:t>ps</a:t>
            </a:r>
            <a:r>
              <a:rPr sz="3500" spc="-114" dirty="0">
                <a:solidFill>
                  <a:srgbClr val="006FC0"/>
                </a:solidFill>
                <a:latin typeface="Trebuchet MS"/>
                <a:cs typeface="Trebuchet MS"/>
              </a:rPr>
              <a:t> </a:t>
            </a:r>
            <a:r>
              <a:rPr sz="3500" spc="-225" dirty="0">
                <a:solidFill>
                  <a:srgbClr val="006FC0"/>
                </a:solidFill>
                <a:latin typeface="Trebuchet MS"/>
                <a:cs typeface="Trebuchet MS"/>
              </a:rPr>
              <a:t>and</a:t>
            </a:r>
            <a:r>
              <a:rPr sz="3500" spc="-440" dirty="0">
                <a:solidFill>
                  <a:srgbClr val="006FC0"/>
                </a:solidFill>
                <a:latin typeface="Trebuchet MS"/>
                <a:cs typeface="Trebuchet MS"/>
              </a:rPr>
              <a:t> </a:t>
            </a:r>
            <a:r>
              <a:rPr sz="3500" spc="-5" dirty="0">
                <a:solidFill>
                  <a:srgbClr val="006FC0"/>
                </a:solidFill>
                <a:latin typeface="Trebuchet MS"/>
                <a:cs typeface="Trebuchet MS"/>
              </a:rPr>
              <a:t>A</a:t>
            </a:r>
            <a:r>
              <a:rPr sz="3500" dirty="0">
                <a:solidFill>
                  <a:srgbClr val="006FC0"/>
                </a:solidFill>
                <a:latin typeface="Trebuchet MS"/>
                <a:cs typeface="Trebuchet MS"/>
              </a:rPr>
              <a:t>VL</a:t>
            </a:r>
            <a:r>
              <a:rPr sz="3500" spc="-540" dirty="0">
                <a:solidFill>
                  <a:srgbClr val="006FC0"/>
                </a:solidFill>
                <a:latin typeface="Trebuchet MS"/>
                <a:cs typeface="Trebuchet MS"/>
              </a:rPr>
              <a:t> </a:t>
            </a:r>
            <a:r>
              <a:rPr sz="3500" spc="-355" dirty="0">
                <a:solidFill>
                  <a:srgbClr val="006FC0"/>
                </a:solidFill>
                <a:latin typeface="Trebuchet MS"/>
                <a:cs typeface="Trebuchet MS"/>
              </a:rPr>
              <a:t>T</a:t>
            </a:r>
            <a:r>
              <a:rPr sz="3500" spc="-50" dirty="0">
                <a:solidFill>
                  <a:srgbClr val="006FC0"/>
                </a:solidFill>
                <a:latin typeface="Trebuchet MS"/>
                <a:cs typeface="Trebuchet MS"/>
              </a:rPr>
              <a:t>r</a:t>
            </a:r>
            <a:r>
              <a:rPr sz="3500" spc="-180" dirty="0">
                <a:solidFill>
                  <a:srgbClr val="006FC0"/>
                </a:solidFill>
                <a:latin typeface="Trebuchet MS"/>
                <a:cs typeface="Trebuchet MS"/>
              </a:rPr>
              <a:t>ees</a:t>
            </a:r>
            <a:endParaRPr sz="3500" dirty="0">
              <a:latin typeface="Trebuchet MS"/>
              <a:cs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31647082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635" cy="6858000"/>
            <a:chOff x="0" y="0"/>
            <a:chExt cx="9144635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3010" y="3556"/>
              <a:ext cx="820419" cy="819785"/>
            </a:xfrm>
            <a:custGeom>
              <a:avLst/>
              <a:gdLst/>
              <a:ahLst/>
              <a:cxnLst/>
              <a:rect l="l" t="t" r="r" b="b"/>
              <a:pathLst>
                <a:path w="820419" h="819785">
                  <a:moveTo>
                    <a:pt x="819949" y="0"/>
                  </a:moveTo>
                  <a:lnTo>
                    <a:pt x="506" y="0"/>
                  </a:lnTo>
                  <a:lnTo>
                    <a:pt x="0" y="819404"/>
                  </a:lnTo>
                  <a:lnTo>
                    <a:pt x="48653" y="818012"/>
                  </a:lnTo>
                  <a:lnTo>
                    <a:pt x="96069" y="813890"/>
                  </a:lnTo>
                  <a:lnTo>
                    <a:pt x="142676" y="807114"/>
                  </a:lnTo>
                  <a:lnTo>
                    <a:pt x="188396" y="797760"/>
                  </a:lnTo>
                  <a:lnTo>
                    <a:pt x="233153" y="785906"/>
                  </a:lnTo>
                  <a:lnTo>
                    <a:pt x="276870" y="771629"/>
                  </a:lnTo>
                  <a:lnTo>
                    <a:pt x="319469" y="755005"/>
                  </a:lnTo>
                  <a:lnTo>
                    <a:pt x="360876" y="736111"/>
                  </a:lnTo>
                  <a:lnTo>
                    <a:pt x="401011" y="715024"/>
                  </a:lnTo>
                  <a:lnTo>
                    <a:pt x="439799" y="691821"/>
                  </a:lnTo>
                  <a:lnTo>
                    <a:pt x="477163" y="666580"/>
                  </a:lnTo>
                  <a:lnTo>
                    <a:pt x="513025" y="639376"/>
                  </a:lnTo>
                  <a:lnTo>
                    <a:pt x="547310" y="610287"/>
                  </a:lnTo>
                  <a:lnTo>
                    <a:pt x="579939" y="579389"/>
                  </a:lnTo>
                  <a:lnTo>
                    <a:pt x="610837" y="546760"/>
                  </a:lnTo>
                  <a:lnTo>
                    <a:pt x="639926" y="512477"/>
                  </a:lnTo>
                  <a:lnTo>
                    <a:pt x="667130" y="476615"/>
                  </a:lnTo>
                  <a:lnTo>
                    <a:pt x="692371" y="439253"/>
                  </a:lnTo>
                  <a:lnTo>
                    <a:pt x="715574" y="400467"/>
                  </a:lnTo>
                  <a:lnTo>
                    <a:pt x="736660" y="360334"/>
                  </a:lnTo>
                  <a:lnTo>
                    <a:pt x="755553" y="318930"/>
                  </a:lnTo>
                  <a:lnTo>
                    <a:pt x="772177" y="276333"/>
                  </a:lnTo>
                  <a:lnTo>
                    <a:pt x="786453" y="232620"/>
                  </a:lnTo>
                  <a:lnTo>
                    <a:pt x="798307" y="187868"/>
                  </a:lnTo>
                  <a:lnTo>
                    <a:pt x="807660" y="142152"/>
                  </a:lnTo>
                  <a:lnTo>
                    <a:pt x="814436" y="95551"/>
                  </a:lnTo>
                  <a:lnTo>
                    <a:pt x="818558" y="48141"/>
                  </a:lnTo>
                  <a:lnTo>
                    <a:pt x="819949" y="0"/>
                  </a:lnTo>
                  <a:close/>
                </a:path>
              </a:pathLst>
            </a:custGeom>
            <a:solidFill>
              <a:srgbClr val="FDF9F4">
                <a:alpha val="3294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010" y="3556"/>
              <a:ext cx="820419" cy="819785"/>
            </a:xfrm>
            <a:custGeom>
              <a:avLst/>
              <a:gdLst/>
              <a:ahLst/>
              <a:cxnLst/>
              <a:rect l="l" t="t" r="r" b="b"/>
              <a:pathLst>
                <a:path w="820419" h="819785">
                  <a:moveTo>
                    <a:pt x="819949" y="0"/>
                  </a:moveTo>
                  <a:lnTo>
                    <a:pt x="818558" y="48141"/>
                  </a:lnTo>
                  <a:lnTo>
                    <a:pt x="814436" y="95551"/>
                  </a:lnTo>
                  <a:lnTo>
                    <a:pt x="807660" y="142152"/>
                  </a:lnTo>
                  <a:lnTo>
                    <a:pt x="798307" y="187868"/>
                  </a:lnTo>
                  <a:lnTo>
                    <a:pt x="786453" y="232620"/>
                  </a:lnTo>
                  <a:lnTo>
                    <a:pt x="772177" y="276333"/>
                  </a:lnTo>
                  <a:lnTo>
                    <a:pt x="755553" y="318930"/>
                  </a:lnTo>
                  <a:lnTo>
                    <a:pt x="736660" y="360334"/>
                  </a:lnTo>
                  <a:lnTo>
                    <a:pt x="715574" y="400467"/>
                  </a:lnTo>
                  <a:lnTo>
                    <a:pt x="692371" y="439253"/>
                  </a:lnTo>
                  <a:lnTo>
                    <a:pt x="667130" y="476615"/>
                  </a:lnTo>
                  <a:lnTo>
                    <a:pt x="639926" y="512477"/>
                  </a:lnTo>
                  <a:lnTo>
                    <a:pt x="610837" y="546760"/>
                  </a:lnTo>
                  <a:lnTo>
                    <a:pt x="579939" y="579389"/>
                  </a:lnTo>
                  <a:lnTo>
                    <a:pt x="547310" y="610287"/>
                  </a:lnTo>
                  <a:lnTo>
                    <a:pt x="513025" y="639376"/>
                  </a:lnTo>
                  <a:lnTo>
                    <a:pt x="477163" y="666580"/>
                  </a:lnTo>
                  <a:lnTo>
                    <a:pt x="439799" y="691821"/>
                  </a:lnTo>
                  <a:lnTo>
                    <a:pt x="401011" y="715024"/>
                  </a:lnTo>
                  <a:lnTo>
                    <a:pt x="360876" y="736111"/>
                  </a:lnTo>
                  <a:lnTo>
                    <a:pt x="319469" y="755005"/>
                  </a:lnTo>
                  <a:lnTo>
                    <a:pt x="276870" y="771629"/>
                  </a:lnTo>
                  <a:lnTo>
                    <a:pt x="233153" y="785906"/>
                  </a:lnTo>
                  <a:lnTo>
                    <a:pt x="188396" y="797760"/>
                  </a:lnTo>
                  <a:lnTo>
                    <a:pt x="142676" y="807114"/>
                  </a:lnTo>
                  <a:lnTo>
                    <a:pt x="96069" y="813890"/>
                  </a:lnTo>
                  <a:lnTo>
                    <a:pt x="48653" y="818012"/>
                  </a:lnTo>
                  <a:lnTo>
                    <a:pt x="505" y="819404"/>
                  </a:lnTo>
                  <a:lnTo>
                    <a:pt x="336" y="819404"/>
                  </a:lnTo>
                  <a:lnTo>
                    <a:pt x="168" y="819404"/>
                  </a:lnTo>
                  <a:lnTo>
                    <a:pt x="0" y="819404"/>
                  </a:lnTo>
                  <a:lnTo>
                    <a:pt x="506" y="0"/>
                  </a:lnTo>
                  <a:lnTo>
                    <a:pt x="819949" y="0"/>
                  </a:lnTo>
                  <a:close/>
                </a:path>
              </a:pathLst>
            </a:custGeom>
            <a:ln w="3175">
              <a:solidFill>
                <a:srgbClr val="D2C39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8015" y="6095"/>
              <a:ext cx="1784604" cy="178307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68821" y="21081"/>
              <a:ext cx="1702435" cy="1702435"/>
            </a:xfrm>
            <a:custGeom>
              <a:avLst/>
              <a:gdLst/>
              <a:ahLst/>
              <a:cxnLst/>
              <a:rect l="l" t="t" r="r" b="b"/>
              <a:pathLst>
                <a:path w="1702435" h="1702435">
                  <a:moveTo>
                    <a:pt x="0" y="851154"/>
                  </a:moveTo>
                  <a:lnTo>
                    <a:pt x="1347" y="802859"/>
                  </a:lnTo>
                  <a:lnTo>
                    <a:pt x="5341" y="755271"/>
                  </a:lnTo>
                  <a:lnTo>
                    <a:pt x="11909" y="708461"/>
                  </a:lnTo>
                  <a:lnTo>
                    <a:pt x="20981" y="662500"/>
                  </a:lnTo>
                  <a:lnTo>
                    <a:pt x="32484" y="617462"/>
                  </a:lnTo>
                  <a:lnTo>
                    <a:pt x="46346" y="573417"/>
                  </a:lnTo>
                  <a:lnTo>
                    <a:pt x="62495" y="530438"/>
                  </a:lnTo>
                  <a:lnTo>
                    <a:pt x="80860" y="488596"/>
                  </a:lnTo>
                  <a:lnTo>
                    <a:pt x="101369" y="447964"/>
                  </a:lnTo>
                  <a:lnTo>
                    <a:pt x="123949" y="408613"/>
                  </a:lnTo>
                  <a:lnTo>
                    <a:pt x="148530" y="370615"/>
                  </a:lnTo>
                  <a:lnTo>
                    <a:pt x="175039" y="334042"/>
                  </a:lnTo>
                  <a:lnTo>
                    <a:pt x="203404" y="298966"/>
                  </a:lnTo>
                  <a:lnTo>
                    <a:pt x="233553" y="265459"/>
                  </a:lnTo>
                  <a:lnTo>
                    <a:pt x="265416" y="233593"/>
                  </a:lnTo>
                  <a:lnTo>
                    <a:pt x="298919" y="203439"/>
                  </a:lnTo>
                  <a:lnTo>
                    <a:pt x="333991" y="175070"/>
                  </a:lnTo>
                  <a:lnTo>
                    <a:pt x="370561" y="148557"/>
                  </a:lnTo>
                  <a:lnTo>
                    <a:pt x="408556" y="123973"/>
                  </a:lnTo>
                  <a:lnTo>
                    <a:pt x="447904" y="101388"/>
                  </a:lnTo>
                  <a:lnTo>
                    <a:pt x="488534" y="80876"/>
                  </a:lnTo>
                  <a:lnTo>
                    <a:pt x="530373" y="62508"/>
                  </a:lnTo>
                  <a:lnTo>
                    <a:pt x="573351" y="46355"/>
                  </a:lnTo>
                  <a:lnTo>
                    <a:pt x="617394" y="32490"/>
                  </a:lnTo>
                  <a:lnTo>
                    <a:pt x="662432" y="20985"/>
                  </a:lnTo>
                  <a:lnTo>
                    <a:pt x="708393" y="11912"/>
                  </a:lnTo>
                  <a:lnTo>
                    <a:pt x="755204" y="5342"/>
                  </a:lnTo>
                  <a:lnTo>
                    <a:pt x="802793" y="1347"/>
                  </a:lnTo>
                  <a:lnTo>
                    <a:pt x="851090" y="0"/>
                  </a:lnTo>
                  <a:lnTo>
                    <a:pt x="899386" y="1347"/>
                  </a:lnTo>
                  <a:lnTo>
                    <a:pt x="946976" y="5342"/>
                  </a:lnTo>
                  <a:lnTo>
                    <a:pt x="993786" y="11912"/>
                  </a:lnTo>
                  <a:lnTo>
                    <a:pt x="1039746" y="20985"/>
                  </a:lnTo>
                  <a:lnTo>
                    <a:pt x="1084783" y="32490"/>
                  </a:lnTo>
                  <a:lnTo>
                    <a:pt x="1128825" y="46355"/>
                  </a:lnTo>
                  <a:lnTo>
                    <a:pt x="1171801" y="62508"/>
                  </a:lnTo>
                  <a:lnTo>
                    <a:pt x="1213639" y="80876"/>
                  </a:lnTo>
                  <a:lnTo>
                    <a:pt x="1254268" y="101388"/>
                  </a:lnTo>
                  <a:lnTo>
                    <a:pt x="1293614" y="123973"/>
                  </a:lnTo>
                  <a:lnTo>
                    <a:pt x="1331607" y="148557"/>
                  </a:lnTo>
                  <a:lnTo>
                    <a:pt x="1368174" y="175070"/>
                  </a:lnTo>
                  <a:lnTo>
                    <a:pt x="1403245" y="203439"/>
                  </a:lnTo>
                  <a:lnTo>
                    <a:pt x="1436746" y="233593"/>
                  </a:lnTo>
                  <a:lnTo>
                    <a:pt x="1468606" y="265459"/>
                  </a:lnTo>
                  <a:lnTo>
                    <a:pt x="1498754" y="298966"/>
                  </a:lnTo>
                  <a:lnTo>
                    <a:pt x="1527117" y="334042"/>
                  </a:lnTo>
                  <a:lnTo>
                    <a:pt x="1553624" y="370615"/>
                  </a:lnTo>
                  <a:lnTo>
                    <a:pt x="1578203" y="408613"/>
                  </a:lnTo>
                  <a:lnTo>
                    <a:pt x="1600782" y="447964"/>
                  </a:lnTo>
                  <a:lnTo>
                    <a:pt x="1621289" y="488596"/>
                  </a:lnTo>
                  <a:lnTo>
                    <a:pt x="1639653" y="530438"/>
                  </a:lnTo>
                  <a:lnTo>
                    <a:pt x="1655801" y="573417"/>
                  </a:lnTo>
                  <a:lnTo>
                    <a:pt x="1669661" y="617462"/>
                  </a:lnTo>
                  <a:lnTo>
                    <a:pt x="1681163" y="662500"/>
                  </a:lnTo>
                  <a:lnTo>
                    <a:pt x="1690234" y="708461"/>
                  </a:lnTo>
                  <a:lnTo>
                    <a:pt x="1696802" y="755271"/>
                  </a:lnTo>
                  <a:lnTo>
                    <a:pt x="1700795" y="802859"/>
                  </a:lnTo>
                  <a:lnTo>
                    <a:pt x="1702142" y="851154"/>
                  </a:lnTo>
                  <a:lnTo>
                    <a:pt x="1700795" y="899447"/>
                  </a:lnTo>
                  <a:lnTo>
                    <a:pt x="1696802" y="947034"/>
                  </a:lnTo>
                  <a:lnTo>
                    <a:pt x="1690234" y="993843"/>
                  </a:lnTo>
                  <a:lnTo>
                    <a:pt x="1681163" y="1039800"/>
                  </a:lnTo>
                  <a:lnTo>
                    <a:pt x="1669661" y="1084835"/>
                  </a:lnTo>
                  <a:lnTo>
                    <a:pt x="1655801" y="1128876"/>
                  </a:lnTo>
                  <a:lnTo>
                    <a:pt x="1639653" y="1171850"/>
                  </a:lnTo>
                  <a:lnTo>
                    <a:pt x="1621289" y="1213687"/>
                  </a:lnTo>
                  <a:lnTo>
                    <a:pt x="1600782" y="1254314"/>
                  </a:lnTo>
                  <a:lnTo>
                    <a:pt x="1578203" y="1293659"/>
                  </a:lnTo>
                  <a:lnTo>
                    <a:pt x="1553624" y="1331651"/>
                  </a:lnTo>
                  <a:lnTo>
                    <a:pt x="1527117" y="1368218"/>
                  </a:lnTo>
                  <a:lnTo>
                    <a:pt x="1498754" y="1403287"/>
                  </a:lnTo>
                  <a:lnTo>
                    <a:pt x="1468606" y="1436788"/>
                  </a:lnTo>
                  <a:lnTo>
                    <a:pt x="1436746" y="1468647"/>
                  </a:lnTo>
                  <a:lnTo>
                    <a:pt x="1403245" y="1498795"/>
                  </a:lnTo>
                  <a:lnTo>
                    <a:pt x="1368174" y="1527157"/>
                  </a:lnTo>
                  <a:lnTo>
                    <a:pt x="1331607" y="1553664"/>
                  </a:lnTo>
                  <a:lnTo>
                    <a:pt x="1293614" y="1578242"/>
                  </a:lnTo>
                  <a:lnTo>
                    <a:pt x="1254268" y="1600821"/>
                  </a:lnTo>
                  <a:lnTo>
                    <a:pt x="1213639" y="1621328"/>
                  </a:lnTo>
                  <a:lnTo>
                    <a:pt x="1171801" y="1639691"/>
                  </a:lnTo>
                  <a:lnTo>
                    <a:pt x="1128825" y="1655839"/>
                  </a:lnTo>
                  <a:lnTo>
                    <a:pt x="1084783" y="1669700"/>
                  </a:lnTo>
                  <a:lnTo>
                    <a:pt x="1039746" y="1681201"/>
                  </a:lnTo>
                  <a:lnTo>
                    <a:pt x="993786" y="1690272"/>
                  </a:lnTo>
                  <a:lnTo>
                    <a:pt x="946976" y="1696840"/>
                  </a:lnTo>
                  <a:lnTo>
                    <a:pt x="899386" y="1700833"/>
                  </a:lnTo>
                  <a:lnTo>
                    <a:pt x="851090" y="1702181"/>
                  </a:lnTo>
                  <a:lnTo>
                    <a:pt x="802793" y="1700833"/>
                  </a:lnTo>
                  <a:lnTo>
                    <a:pt x="755204" y="1696840"/>
                  </a:lnTo>
                  <a:lnTo>
                    <a:pt x="708393" y="1690272"/>
                  </a:lnTo>
                  <a:lnTo>
                    <a:pt x="662432" y="1681201"/>
                  </a:lnTo>
                  <a:lnTo>
                    <a:pt x="617394" y="1669700"/>
                  </a:lnTo>
                  <a:lnTo>
                    <a:pt x="573351" y="1655839"/>
                  </a:lnTo>
                  <a:lnTo>
                    <a:pt x="530373" y="1639691"/>
                  </a:lnTo>
                  <a:lnTo>
                    <a:pt x="488534" y="1621328"/>
                  </a:lnTo>
                  <a:lnTo>
                    <a:pt x="447904" y="1600821"/>
                  </a:lnTo>
                  <a:lnTo>
                    <a:pt x="408556" y="1578242"/>
                  </a:lnTo>
                  <a:lnTo>
                    <a:pt x="370561" y="1553664"/>
                  </a:lnTo>
                  <a:lnTo>
                    <a:pt x="333991" y="1527157"/>
                  </a:lnTo>
                  <a:lnTo>
                    <a:pt x="298919" y="1498795"/>
                  </a:lnTo>
                  <a:lnTo>
                    <a:pt x="265416" y="1468647"/>
                  </a:lnTo>
                  <a:lnTo>
                    <a:pt x="233553" y="1436788"/>
                  </a:lnTo>
                  <a:lnTo>
                    <a:pt x="203404" y="1403287"/>
                  </a:lnTo>
                  <a:lnTo>
                    <a:pt x="175039" y="1368218"/>
                  </a:lnTo>
                  <a:lnTo>
                    <a:pt x="148530" y="1331651"/>
                  </a:lnTo>
                  <a:lnTo>
                    <a:pt x="123949" y="1293659"/>
                  </a:lnTo>
                  <a:lnTo>
                    <a:pt x="101369" y="1254314"/>
                  </a:lnTo>
                  <a:lnTo>
                    <a:pt x="80860" y="1213687"/>
                  </a:lnTo>
                  <a:lnTo>
                    <a:pt x="62495" y="1171850"/>
                  </a:lnTo>
                  <a:lnTo>
                    <a:pt x="46346" y="1128876"/>
                  </a:lnTo>
                  <a:lnTo>
                    <a:pt x="32484" y="1084835"/>
                  </a:lnTo>
                  <a:lnTo>
                    <a:pt x="20981" y="1039800"/>
                  </a:lnTo>
                  <a:lnTo>
                    <a:pt x="11909" y="993843"/>
                  </a:lnTo>
                  <a:lnTo>
                    <a:pt x="5341" y="947034"/>
                  </a:lnTo>
                  <a:lnTo>
                    <a:pt x="1347" y="899447"/>
                  </a:lnTo>
                  <a:lnTo>
                    <a:pt x="0" y="851154"/>
                  </a:lnTo>
                  <a:close/>
                </a:path>
              </a:pathLst>
            </a:custGeom>
            <a:ln w="27305">
              <a:solidFill>
                <a:srgbClr val="FFF6D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2212" y="1045464"/>
              <a:ext cx="1155192" cy="115061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7319" y="1050633"/>
              <a:ext cx="1116813" cy="1111476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187319" y="1050633"/>
              <a:ext cx="1116965" cy="1111885"/>
            </a:xfrm>
            <a:custGeom>
              <a:avLst/>
              <a:gdLst/>
              <a:ahLst/>
              <a:cxnLst/>
              <a:rect l="l" t="t" r="r" b="b"/>
              <a:pathLst>
                <a:path w="1116965" h="1111885">
                  <a:moveTo>
                    <a:pt x="118496" y="204634"/>
                  </a:moveTo>
                  <a:lnTo>
                    <a:pt x="149785" y="168741"/>
                  </a:lnTo>
                  <a:lnTo>
                    <a:pt x="183515" y="136234"/>
                  </a:lnTo>
                  <a:lnTo>
                    <a:pt x="219451" y="107137"/>
                  </a:lnTo>
                  <a:lnTo>
                    <a:pt x="257356" y="81474"/>
                  </a:lnTo>
                  <a:lnTo>
                    <a:pt x="296996" y="59270"/>
                  </a:lnTo>
                  <a:lnTo>
                    <a:pt x="338135" y="40547"/>
                  </a:lnTo>
                  <a:lnTo>
                    <a:pt x="380538" y="25331"/>
                  </a:lnTo>
                  <a:lnTo>
                    <a:pt x="423971" y="13644"/>
                  </a:lnTo>
                  <a:lnTo>
                    <a:pt x="468196" y="5510"/>
                  </a:lnTo>
                  <a:lnTo>
                    <a:pt x="512980" y="954"/>
                  </a:lnTo>
                  <a:lnTo>
                    <a:pt x="558087" y="0"/>
                  </a:lnTo>
                  <a:lnTo>
                    <a:pt x="603281" y="2670"/>
                  </a:lnTo>
                  <a:lnTo>
                    <a:pt x="648327" y="8990"/>
                  </a:lnTo>
                  <a:lnTo>
                    <a:pt x="692991" y="18983"/>
                  </a:lnTo>
                  <a:lnTo>
                    <a:pt x="737036" y="32672"/>
                  </a:lnTo>
                  <a:lnTo>
                    <a:pt x="780227" y="50083"/>
                  </a:lnTo>
                  <a:lnTo>
                    <a:pt x="822330" y="71238"/>
                  </a:lnTo>
                  <a:lnTo>
                    <a:pt x="863108" y="96162"/>
                  </a:lnTo>
                  <a:lnTo>
                    <a:pt x="902327" y="124878"/>
                  </a:lnTo>
                  <a:lnTo>
                    <a:pt x="939023" y="156757"/>
                  </a:lnTo>
                  <a:lnTo>
                    <a:pt x="972365" y="190998"/>
                  </a:lnTo>
                  <a:lnTo>
                    <a:pt x="1002325" y="227366"/>
                  </a:lnTo>
                  <a:lnTo>
                    <a:pt x="1028874" y="265625"/>
                  </a:lnTo>
                  <a:lnTo>
                    <a:pt x="1051985" y="305541"/>
                  </a:lnTo>
                  <a:lnTo>
                    <a:pt x="1071626" y="346879"/>
                  </a:lnTo>
                  <a:lnTo>
                    <a:pt x="1087772" y="389404"/>
                  </a:lnTo>
                  <a:lnTo>
                    <a:pt x="1100392" y="432881"/>
                  </a:lnTo>
                  <a:lnTo>
                    <a:pt x="1109458" y="477076"/>
                  </a:lnTo>
                  <a:lnTo>
                    <a:pt x="1114941" y="521754"/>
                  </a:lnTo>
                  <a:lnTo>
                    <a:pt x="1116813" y="566679"/>
                  </a:lnTo>
                  <a:lnTo>
                    <a:pt x="1115044" y="611617"/>
                  </a:lnTo>
                  <a:lnTo>
                    <a:pt x="1109608" y="656333"/>
                  </a:lnTo>
                  <a:lnTo>
                    <a:pt x="1100473" y="700593"/>
                  </a:lnTo>
                  <a:lnTo>
                    <a:pt x="1087613" y="744160"/>
                  </a:lnTo>
                  <a:lnTo>
                    <a:pt x="1070998" y="786801"/>
                  </a:lnTo>
                  <a:lnTo>
                    <a:pt x="1050600" y="828281"/>
                  </a:lnTo>
                  <a:lnTo>
                    <a:pt x="1026390" y="868365"/>
                  </a:lnTo>
                  <a:lnTo>
                    <a:pt x="998339" y="906817"/>
                  </a:lnTo>
                  <a:lnTo>
                    <a:pt x="967050" y="942710"/>
                  </a:lnTo>
                  <a:lnTo>
                    <a:pt x="933320" y="975218"/>
                  </a:lnTo>
                  <a:lnTo>
                    <a:pt x="897385" y="1004315"/>
                  </a:lnTo>
                  <a:lnTo>
                    <a:pt x="859481" y="1029978"/>
                  </a:lnTo>
                  <a:lnTo>
                    <a:pt x="819841" y="1052184"/>
                  </a:lnTo>
                  <a:lnTo>
                    <a:pt x="778703" y="1070908"/>
                  </a:lnTo>
                  <a:lnTo>
                    <a:pt x="736300" y="1086127"/>
                  </a:lnTo>
                  <a:lnTo>
                    <a:pt x="692869" y="1097817"/>
                  </a:lnTo>
                  <a:lnTo>
                    <a:pt x="648644" y="1105954"/>
                  </a:lnTo>
                  <a:lnTo>
                    <a:pt x="603860" y="1110515"/>
                  </a:lnTo>
                  <a:lnTo>
                    <a:pt x="558754" y="1111476"/>
                  </a:lnTo>
                  <a:lnTo>
                    <a:pt x="513560" y="1108813"/>
                  </a:lnTo>
                  <a:lnTo>
                    <a:pt x="468514" y="1102502"/>
                  </a:lnTo>
                  <a:lnTo>
                    <a:pt x="423850" y="1092519"/>
                  </a:lnTo>
                  <a:lnTo>
                    <a:pt x="379804" y="1078841"/>
                  </a:lnTo>
                  <a:lnTo>
                    <a:pt x="336612" y="1061444"/>
                  </a:lnTo>
                  <a:lnTo>
                    <a:pt x="294508" y="1040304"/>
                  </a:lnTo>
                  <a:lnTo>
                    <a:pt x="253729" y="1015397"/>
                  </a:lnTo>
                  <a:lnTo>
                    <a:pt x="214508" y="986700"/>
                  </a:lnTo>
                  <a:lnTo>
                    <a:pt x="177812" y="954821"/>
                  </a:lnTo>
                  <a:lnTo>
                    <a:pt x="144469" y="920580"/>
                  </a:lnTo>
                  <a:lnTo>
                    <a:pt x="114507" y="884212"/>
                  </a:lnTo>
                  <a:lnTo>
                    <a:pt x="87955" y="845952"/>
                  </a:lnTo>
                  <a:lnTo>
                    <a:pt x="64842" y="806035"/>
                  </a:lnTo>
                  <a:lnTo>
                    <a:pt x="45198" y="764695"/>
                  </a:lnTo>
                  <a:lnTo>
                    <a:pt x="29049" y="722168"/>
                  </a:lnTo>
                  <a:lnTo>
                    <a:pt x="16427" y="678687"/>
                  </a:lnTo>
                  <a:lnTo>
                    <a:pt x="7358" y="634488"/>
                  </a:lnTo>
                  <a:lnTo>
                    <a:pt x="1873" y="589806"/>
                  </a:lnTo>
                  <a:lnTo>
                    <a:pt x="0" y="544874"/>
                  </a:lnTo>
                  <a:lnTo>
                    <a:pt x="1767" y="499929"/>
                  </a:lnTo>
                  <a:lnTo>
                    <a:pt x="7203" y="455204"/>
                  </a:lnTo>
                  <a:lnTo>
                    <a:pt x="16338" y="410935"/>
                  </a:lnTo>
                  <a:lnTo>
                    <a:pt x="29200" y="367355"/>
                  </a:lnTo>
                  <a:lnTo>
                    <a:pt x="45818" y="324701"/>
                  </a:lnTo>
                  <a:lnTo>
                    <a:pt x="66221" y="283206"/>
                  </a:lnTo>
                  <a:lnTo>
                    <a:pt x="90437" y="243105"/>
                  </a:lnTo>
                  <a:lnTo>
                    <a:pt x="118496" y="204634"/>
                  </a:lnTo>
                </a:path>
                <a:path w="1116965" h="1111885">
                  <a:moveTo>
                    <a:pt x="220477" y="286041"/>
                  </a:moveTo>
                  <a:lnTo>
                    <a:pt x="193856" y="323455"/>
                  </a:lnTo>
                  <a:lnTo>
                    <a:pt x="171955" y="362810"/>
                  </a:lnTo>
                  <a:lnTo>
                    <a:pt x="154729" y="403741"/>
                  </a:lnTo>
                  <a:lnTo>
                    <a:pt x="142131" y="445881"/>
                  </a:lnTo>
                  <a:lnTo>
                    <a:pt x="134116" y="488865"/>
                  </a:lnTo>
                  <a:lnTo>
                    <a:pt x="130638" y="532328"/>
                  </a:lnTo>
                  <a:lnTo>
                    <a:pt x="131651" y="575903"/>
                  </a:lnTo>
                  <a:lnTo>
                    <a:pt x="137108" y="619227"/>
                  </a:lnTo>
                  <a:lnTo>
                    <a:pt x="146964" y="661933"/>
                  </a:lnTo>
                  <a:lnTo>
                    <a:pt x="161173" y="703655"/>
                  </a:lnTo>
                  <a:lnTo>
                    <a:pt x="179689" y="744028"/>
                  </a:lnTo>
                  <a:lnTo>
                    <a:pt x="202465" y="782686"/>
                  </a:lnTo>
                  <a:lnTo>
                    <a:pt x="229457" y="819265"/>
                  </a:lnTo>
                  <a:lnTo>
                    <a:pt x="260618" y="853397"/>
                  </a:lnTo>
                  <a:lnTo>
                    <a:pt x="295902" y="884719"/>
                  </a:lnTo>
                  <a:lnTo>
                    <a:pt x="334265" y="912179"/>
                  </a:lnTo>
                  <a:lnTo>
                    <a:pt x="374453" y="934995"/>
                  </a:lnTo>
                  <a:lnTo>
                    <a:pt x="416101" y="953204"/>
                  </a:lnTo>
                  <a:lnTo>
                    <a:pt x="458841" y="966841"/>
                  </a:lnTo>
                  <a:lnTo>
                    <a:pt x="502308" y="975943"/>
                  </a:lnTo>
                  <a:lnTo>
                    <a:pt x="546136" y="980546"/>
                  </a:lnTo>
                  <a:lnTo>
                    <a:pt x="589957" y="980687"/>
                  </a:lnTo>
                  <a:lnTo>
                    <a:pt x="633406" y="976403"/>
                  </a:lnTo>
                  <a:lnTo>
                    <a:pt x="676117" y="967728"/>
                  </a:lnTo>
                  <a:lnTo>
                    <a:pt x="717723" y="954701"/>
                  </a:lnTo>
                  <a:lnTo>
                    <a:pt x="757858" y="937356"/>
                  </a:lnTo>
                  <a:lnTo>
                    <a:pt x="796155" y="915731"/>
                  </a:lnTo>
                  <a:lnTo>
                    <a:pt x="832248" y="889862"/>
                  </a:lnTo>
                  <a:lnTo>
                    <a:pt x="865771" y="859785"/>
                  </a:lnTo>
                  <a:lnTo>
                    <a:pt x="896358" y="825537"/>
                  </a:lnTo>
                  <a:lnTo>
                    <a:pt x="922982" y="788101"/>
                  </a:lnTo>
                  <a:lnTo>
                    <a:pt x="944884" y="748730"/>
                  </a:lnTo>
                  <a:lnTo>
                    <a:pt x="962111" y="707789"/>
                  </a:lnTo>
                  <a:lnTo>
                    <a:pt x="974709" y="665643"/>
                  </a:lnTo>
                  <a:lnTo>
                    <a:pt x="982725" y="622657"/>
                  </a:lnTo>
                  <a:lnTo>
                    <a:pt x="986203" y="579196"/>
                  </a:lnTo>
                  <a:lnTo>
                    <a:pt x="985191" y="535624"/>
                  </a:lnTo>
                  <a:lnTo>
                    <a:pt x="979734" y="492307"/>
                  </a:lnTo>
                  <a:lnTo>
                    <a:pt x="969878" y="449609"/>
                  </a:lnTo>
                  <a:lnTo>
                    <a:pt x="955669" y="407895"/>
                  </a:lnTo>
                  <a:lnTo>
                    <a:pt x="937154" y="367530"/>
                  </a:lnTo>
                  <a:lnTo>
                    <a:pt x="914378" y="328880"/>
                  </a:lnTo>
                  <a:lnTo>
                    <a:pt x="887387" y="292308"/>
                  </a:lnTo>
                  <a:lnTo>
                    <a:pt x="856228" y="258179"/>
                  </a:lnTo>
                  <a:lnTo>
                    <a:pt x="820946" y="226859"/>
                  </a:lnTo>
                  <a:lnTo>
                    <a:pt x="782581" y="199399"/>
                  </a:lnTo>
                  <a:lnTo>
                    <a:pt x="742390" y="176583"/>
                  </a:lnTo>
                  <a:lnTo>
                    <a:pt x="700741" y="158375"/>
                  </a:lnTo>
                  <a:lnTo>
                    <a:pt x="657999" y="144737"/>
                  </a:lnTo>
                  <a:lnTo>
                    <a:pt x="614531" y="135635"/>
                  </a:lnTo>
                  <a:lnTo>
                    <a:pt x="570702" y="131032"/>
                  </a:lnTo>
                  <a:lnTo>
                    <a:pt x="526880" y="130891"/>
                  </a:lnTo>
                  <a:lnTo>
                    <a:pt x="483430" y="135175"/>
                  </a:lnTo>
                  <a:lnTo>
                    <a:pt x="440719" y="143850"/>
                  </a:lnTo>
                  <a:lnTo>
                    <a:pt x="399113" y="156877"/>
                  </a:lnTo>
                  <a:lnTo>
                    <a:pt x="358978" y="174222"/>
                  </a:lnTo>
                  <a:lnTo>
                    <a:pt x="320681" y="195847"/>
                  </a:lnTo>
                  <a:lnTo>
                    <a:pt x="284587" y="221716"/>
                  </a:lnTo>
                  <a:lnTo>
                    <a:pt x="251064" y="251793"/>
                  </a:lnTo>
                  <a:lnTo>
                    <a:pt x="220477" y="286041"/>
                  </a:lnTo>
                </a:path>
              </a:pathLst>
            </a:custGeom>
            <a:ln w="7349">
              <a:solidFill>
                <a:srgbClr val="C6B79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012875" y="0"/>
              <a:ext cx="8131175" cy="6858000"/>
            </a:xfrm>
            <a:custGeom>
              <a:avLst/>
              <a:gdLst/>
              <a:ahLst/>
              <a:cxnLst/>
              <a:rect l="l" t="t" r="r" b="b"/>
              <a:pathLst>
                <a:path w="8131175" h="6858000">
                  <a:moveTo>
                    <a:pt x="8131175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8131175" y="6858000"/>
                  </a:lnTo>
                  <a:lnTo>
                    <a:pt x="813117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35736" y="0"/>
              <a:ext cx="155447" cy="6857999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1014983" y="0"/>
              <a:ext cx="73660" cy="6858000"/>
            </a:xfrm>
            <a:custGeom>
              <a:avLst/>
              <a:gdLst/>
              <a:ahLst/>
              <a:cxnLst/>
              <a:rect l="l" t="t" r="r" b="b"/>
              <a:pathLst>
                <a:path w="73659" h="6858000">
                  <a:moveTo>
                    <a:pt x="73152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73152" y="6858000"/>
                  </a:lnTo>
                  <a:lnTo>
                    <a:pt x="7315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4" name="object 14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567609" y="116662"/>
            <a:ext cx="7992872" cy="6552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90330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" y="0"/>
            <a:ext cx="10668636" cy="6858000"/>
            <a:chOff x="0" y="0"/>
            <a:chExt cx="9144635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3010" y="3556"/>
              <a:ext cx="820419" cy="819785"/>
            </a:xfrm>
            <a:custGeom>
              <a:avLst/>
              <a:gdLst/>
              <a:ahLst/>
              <a:cxnLst/>
              <a:rect l="l" t="t" r="r" b="b"/>
              <a:pathLst>
                <a:path w="820419" h="819785">
                  <a:moveTo>
                    <a:pt x="819949" y="0"/>
                  </a:moveTo>
                  <a:lnTo>
                    <a:pt x="506" y="0"/>
                  </a:lnTo>
                  <a:lnTo>
                    <a:pt x="0" y="819404"/>
                  </a:lnTo>
                  <a:lnTo>
                    <a:pt x="48653" y="818012"/>
                  </a:lnTo>
                  <a:lnTo>
                    <a:pt x="96069" y="813890"/>
                  </a:lnTo>
                  <a:lnTo>
                    <a:pt x="142676" y="807114"/>
                  </a:lnTo>
                  <a:lnTo>
                    <a:pt x="188396" y="797760"/>
                  </a:lnTo>
                  <a:lnTo>
                    <a:pt x="233153" y="785906"/>
                  </a:lnTo>
                  <a:lnTo>
                    <a:pt x="276870" y="771629"/>
                  </a:lnTo>
                  <a:lnTo>
                    <a:pt x="319469" y="755005"/>
                  </a:lnTo>
                  <a:lnTo>
                    <a:pt x="360876" y="736111"/>
                  </a:lnTo>
                  <a:lnTo>
                    <a:pt x="401011" y="715024"/>
                  </a:lnTo>
                  <a:lnTo>
                    <a:pt x="439799" y="691821"/>
                  </a:lnTo>
                  <a:lnTo>
                    <a:pt x="477163" y="666580"/>
                  </a:lnTo>
                  <a:lnTo>
                    <a:pt x="513025" y="639376"/>
                  </a:lnTo>
                  <a:lnTo>
                    <a:pt x="547310" y="610287"/>
                  </a:lnTo>
                  <a:lnTo>
                    <a:pt x="579939" y="579389"/>
                  </a:lnTo>
                  <a:lnTo>
                    <a:pt x="610837" y="546760"/>
                  </a:lnTo>
                  <a:lnTo>
                    <a:pt x="639926" y="512477"/>
                  </a:lnTo>
                  <a:lnTo>
                    <a:pt x="667130" y="476615"/>
                  </a:lnTo>
                  <a:lnTo>
                    <a:pt x="692371" y="439253"/>
                  </a:lnTo>
                  <a:lnTo>
                    <a:pt x="715574" y="400467"/>
                  </a:lnTo>
                  <a:lnTo>
                    <a:pt x="736660" y="360334"/>
                  </a:lnTo>
                  <a:lnTo>
                    <a:pt x="755553" y="318930"/>
                  </a:lnTo>
                  <a:lnTo>
                    <a:pt x="772177" y="276333"/>
                  </a:lnTo>
                  <a:lnTo>
                    <a:pt x="786453" y="232620"/>
                  </a:lnTo>
                  <a:lnTo>
                    <a:pt x="798307" y="187868"/>
                  </a:lnTo>
                  <a:lnTo>
                    <a:pt x="807660" y="142152"/>
                  </a:lnTo>
                  <a:lnTo>
                    <a:pt x="814436" y="95551"/>
                  </a:lnTo>
                  <a:lnTo>
                    <a:pt x="818558" y="48141"/>
                  </a:lnTo>
                  <a:lnTo>
                    <a:pt x="819949" y="0"/>
                  </a:lnTo>
                  <a:close/>
                </a:path>
              </a:pathLst>
            </a:custGeom>
            <a:solidFill>
              <a:srgbClr val="FDF9F4">
                <a:alpha val="3294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010" y="3556"/>
              <a:ext cx="820419" cy="819785"/>
            </a:xfrm>
            <a:custGeom>
              <a:avLst/>
              <a:gdLst/>
              <a:ahLst/>
              <a:cxnLst/>
              <a:rect l="l" t="t" r="r" b="b"/>
              <a:pathLst>
                <a:path w="820419" h="819785">
                  <a:moveTo>
                    <a:pt x="819949" y="0"/>
                  </a:moveTo>
                  <a:lnTo>
                    <a:pt x="818558" y="48141"/>
                  </a:lnTo>
                  <a:lnTo>
                    <a:pt x="814436" y="95551"/>
                  </a:lnTo>
                  <a:lnTo>
                    <a:pt x="807660" y="142152"/>
                  </a:lnTo>
                  <a:lnTo>
                    <a:pt x="798307" y="187868"/>
                  </a:lnTo>
                  <a:lnTo>
                    <a:pt x="786453" y="232620"/>
                  </a:lnTo>
                  <a:lnTo>
                    <a:pt x="772177" y="276333"/>
                  </a:lnTo>
                  <a:lnTo>
                    <a:pt x="755553" y="318930"/>
                  </a:lnTo>
                  <a:lnTo>
                    <a:pt x="736660" y="360334"/>
                  </a:lnTo>
                  <a:lnTo>
                    <a:pt x="715574" y="400467"/>
                  </a:lnTo>
                  <a:lnTo>
                    <a:pt x="692371" y="439253"/>
                  </a:lnTo>
                  <a:lnTo>
                    <a:pt x="667130" y="476615"/>
                  </a:lnTo>
                  <a:lnTo>
                    <a:pt x="639926" y="512477"/>
                  </a:lnTo>
                  <a:lnTo>
                    <a:pt x="610837" y="546760"/>
                  </a:lnTo>
                  <a:lnTo>
                    <a:pt x="579939" y="579389"/>
                  </a:lnTo>
                  <a:lnTo>
                    <a:pt x="547310" y="610287"/>
                  </a:lnTo>
                  <a:lnTo>
                    <a:pt x="513025" y="639376"/>
                  </a:lnTo>
                  <a:lnTo>
                    <a:pt x="477163" y="666580"/>
                  </a:lnTo>
                  <a:lnTo>
                    <a:pt x="439799" y="691821"/>
                  </a:lnTo>
                  <a:lnTo>
                    <a:pt x="401011" y="715024"/>
                  </a:lnTo>
                  <a:lnTo>
                    <a:pt x="360876" y="736111"/>
                  </a:lnTo>
                  <a:lnTo>
                    <a:pt x="319469" y="755005"/>
                  </a:lnTo>
                  <a:lnTo>
                    <a:pt x="276870" y="771629"/>
                  </a:lnTo>
                  <a:lnTo>
                    <a:pt x="233153" y="785906"/>
                  </a:lnTo>
                  <a:lnTo>
                    <a:pt x="188396" y="797760"/>
                  </a:lnTo>
                  <a:lnTo>
                    <a:pt x="142676" y="807114"/>
                  </a:lnTo>
                  <a:lnTo>
                    <a:pt x="96069" y="813890"/>
                  </a:lnTo>
                  <a:lnTo>
                    <a:pt x="48653" y="818012"/>
                  </a:lnTo>
                  <a:lnTo>
                    <a:pt x="505" y="819404"/>
                  </a:lnTo>
                  <a:lnTo>
                    <a:pt x="336" y="819404"/>
                  </a:lnTo>
                  <a:lnTo>
                    <a:pt x="168" y="819404"/>
                  </a:lnTo>
                  <a:lnTo>
                    <a:pt x="0" y="819404"/>
                  </a:lnTo>
                  <a:lnTo>
                    <a:pt x="506" y="0"/>
                  </a:lnTo>
                  <a:lnTo>
                    <a:pt x="819949" y="0"/>
                  </a:lnTo>
                  <a:close/>
                </a:path>
              </a:pathLst>
            </a:custGeom>
            <a:ln w="3175">
              <a:solidFill>
                <a:srgbClr val="D2C39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8015" y="6095"/>
              <a:ext cx="1784604" cy="178307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68821" y="21081"/>
              <a:ext cx="1702435" cy="1702435"/>
            </a:xfrm>
            <a:custGeom>
              <a:avLst/>
              <a:gdLst/>
              <a:ahLst/>
              <a:cxnLst/>
              <a:rect l="l" t="t" r="r" b="b"/>
              <a:pathLst>
                <a:path w="1702435" h="1702435">
                  <a:moveTo>
                    <a:pt x="0" y="851154"/>
                  </a:moveTo>
                  <a:lnTo>
                    <a:pt x="1347" y="802859"/>
                  </a:lnTo>
                  <a:lnTo>
                    <a:pt x="5341" y="755271"/>
                  </a:lnTo>
                  <a:lnTo>
                    <a:pt x="11909" y="708461"/>
                  </a:lnTo>
                  <a:lnTo>
                    <a:pt x="20981" y="662500"/>
                  </a:lnTo>
                  <a:lnTo>
                    <a:pt x="32484" y="617462"/>
                  </a:lnTo>
                  <a:lnTo>
                    <a:pt x="46346" y="573417"/>
                  </a:lnTo>
                  <a:lnTo>
                    <a:pt x="62495" y="530438"/>
                  </a:lnTo>
                  <a:lnTo>
                    <a:pt x="80860" y="488596"/>
                  </a:lnTo>
                  <a:lnTo>
                    <a:pt x="101369" y="447964"/>
                  </a:lnTo>
                  <a:lnTo>
                    <a:pt x="123949" y="408613"/>
                  </a:lnTo>
                  <a:lnTo>
                    <a:pt x="148530" y="370615"/>
                  </a:lnTo>
                  <a:lnTo>
                    <a:pt x="175039" y="334042"/>
                  </a:lnTo>
                  <a:lnTo>
                    <a:pt x="203404" y="298966"/>
                  </a:lnTo>
                  <a:lnTo>
                    <a:pt x="233553" y="265459"/>
                  </a:lnTo>
                  <a:lnTo>
                    <a:pt x="265416" y="233593"/>
                  </a:lnTo>
                  <a:lnTo>
                    <a:pt x="298919" y="203439"/>
                  </a:lnTo>
                  <a:lnTo>
                    <a:pt x="333991" y="175070"/>
                  </a:lnTo>
                  <a:lnTo>
                    <a:pt x="370561" y="148557"/>
                  </a:lnTo>
                  <a:lnTo>
                    <a:pt x="408556" y="123973"/>
                  </a:lnTo>
                  <a:lnTo>
                    <a:pt x="447904" y="101388"/>
                  </a:lnTo>
                  <a:lnTo>
                    <a:pt x="488534" y="80876"/>
                  </a:lnTo>
                  <a:lnTo>
                    <a:pt x="530373" y="62508"/>
                  </a:lnTo>
                  <a:lnTo>
                    <a:pt x="573351" y="46355"/>
                  </a:lnTo>
                  <a:lnTo>
                    <a:pt x="617394" y="32490"/>
                  </a:lnTo>
                  <a:lnTo>
                    <a:pt x="662432" y="20985"/>
                  </a:lnTo>
                  <a:lnTo>
                    <a:pt x="708393" y="11912"/>
                  </a:lnTo>
                  <a:lnTo>
                    <a:pt x="755204" y="5342"/>
                  </a:lnTo>
                  <a:lnTo>
                    <a:pt x="802793" y="1347"/>
                  </a:lnTo>
                  <a:lnTo>
                    <a:pt x="851090" y="0"/>
                  </a:lnTo>
                  <a:lnTo>
                    <a:pt x="899386" y="1347"/>
                  </a:lnTo>
                  <a:lnTo>
                    <a:pt x="946976" y="5342"/>
                  </a:lnTo>
                  <a:lnTo>
                    <a:pt x="993786" y="11912"/>
                  </a:lnTo>
                  <a:lnTo>
                    <a:pt x="1039746" y="20985"/>
                  </a:lnTo>
                  <a:lnTo>
                    <a:pt x="1084783" y="32490"/>
                  </a:lnTo>
                  <a:lnTo>
                    <a:pt x="1128825" y="46355"/>
                  </a:lnTo>
                  <a:lnTo>
                    <a:pt x="1171801" y="62508"/>
                  </a:lnTo>
                  <a:lnTo>
                    <a:pt x="1213639" y="80876"/>
                  </a:lnTo>
                  <a:lnTo>
                    <a:pt x="1254268" y="101388"/>
                  </a:lnTo>
                  <a:lnTo>
                    <a:pt x="1293614" y="123973"/>
                  </a:lnTo>
                  <a:lnTo>
                    <a:pt x="1331607" y="148557"/>
                  </a:lnTo>
                  <a:lnTo>
                    <a:pt x="1368174" y="175070"/>
                  </a:lnTo>
                  <a:lnTo>
                    <a:pt x="1403245" y="203439"/>
                  </a:lnTo>
                  <a:lnTo>
                    <a:pt x="1436746" y="233593"/>
                  </a:lnTo>
                  <a:lnTo>
                    <a:pt x="1468606" y="265459"/>
                  </a:lnTo>
                  <a:lnTo>
                    <a:pt x="1498754" y="298966"/>
                  </a:lnTo>
                  <a:lnTo>
                    <a:pt x="1527117" y="334042"/>
                  </a:lnTo>
                  <a:lnTo>
                    <a:pt x="1553624" y="370615"/>
                  </a:lnTo>
                  <a:lnTo>
                    <a:pt x="1578203" y="408613"/>
                  </a:lnTo>
                  <a:lnTo>
                    <a:pt x="1600782" y="447964"/>
                  </a:lnTo>
                  <a:lnTo>
                    <a:pt x="1621289" y="488596"/>
                  </a:lnTo>
                  <a:lnTo>
                    <a:pt x="1639653" y="530438"/>
                  </a:lnTo>
                  <a:lnTo>
                    <a:pt x="1655801" y="573417"/>
                  </a:lnTo>
                  <a:lnTo>
                    <a:pt x="1669661" y="617462"/>
                  </a:lnTo>
                  <a:lnTo>
                    <a:pt x="1681163" y="662500"/>
                  </a:lnTo>
                  <a:lnTo>
                    <a:pt x="1690234" y="708461"/>
                  </a:lnTo>
                  <a:lnTo>
                    <a:pt x="1696802" y="755271"/>
                  </a:lnTo>
                  <a:lnTo>
                    <a:pt x="1700795" y="802859"/>
                  </a:lnTo>
                  <a:lnTo>
                    <a:pt x="1702142" y="851154"/>
                  </a:lnTo>
                  <a:lnTo>
                    <a:pt x="1700795" y="899447"/>
                  </a:lnTo>
                  <a:lnTo>
                    <a:pt x="1696802" y="947034"/>
                  </a:lnTo>
                  <a:lnTo>
                    <a:pt x="1690234" y="993843"/>
                  </a:lnTo>
                  <a:lnTo>
                    <a:pt x="1681163" y="1039800"/>
                  </a:lnTo>
                  <a:lnTo>
                    <a:pt x="1669661" y="1084835"/>
                  </a:lnTo>
                  <a:lnTo>
                    <a:pt x="1655801" y="1128876"/>
                  </a:lnTo>
                  <a:lnTo>
                    <a:pt x="1639653" y="1171850"/>
                  </a:lnTo>
                  <a:lnTo>
                    <a:pt x="1621289" y="1213687"/>
                  </a:lnTo>
                  <a:lnTo>
                    <a:pt x="1600782" y="1254314"/>
                  </a:lnTo>
                  <a:lnTo>
                    <a:pt x="1578203" y="1293659"/>
                  </a:lnTo>
                  <a:lnTo>
                    <a:pt x="1553624" y="1331651"/>
                  </a:lnTo>
                  <a:lnTo>
                    <a:pt x="1527117" y="1368218"/>
                  </a:lnTo>
                  <a:lnTo>
                    <a:pt x="1498754" y="1403287"/>
                  </a:lnTo>
                  <a:lnTo>
                    <a:pt x="1468606" y="1436788"/>
                  </a:lnTo>
                  <a:lnTo>
                    <a:pt x="1436746" y="1468647"/>
                  </a:lnTo>
                  <a:lnTo>
                    <a:pt x="1403245" y="1498795"/>
                  </a:lnTo>
                  <a:lnTo>
                    <a:pt x="1368174" y="1527157"/>
                  </a:lnTo>
                  <a:lnTo>
                    <a:pt x="1331607" y="1553664"/>
                  </a:lnTo>
                  <a:lnTo>
                    <a:pt x="1293614" y="1578242"/>
                  </a:lnTo>
                  <a:lnTo>
                    <a:pt x="1254268" y="1600821"/>
                  </a:lnTo>
                  <a:lnTo>
                    <a:pt x="1213639" y="1621328"/>
                  </a:lnTo>
                  <a:lnTo>
                    <a:pt x="1171801" y="1639691"/>
                  </a:lnTo>
                  <a:lnTo>
                    <a:pt x="1128825" y="1655839"/>
                  </a:lnTo>
                  <a:lnTo>
                    <a:pt x="1084783" y="1669700"/>
                  </a:lnTo>
                  <a:lnTo>
                    <a:pt x="1039746" y="1681201"/>
                  </a:lnTo>
                  <a:lnTo>
                    <a:pt x="993786" y="1690272"/>
                  </a:lnTo>
                  <a:lnTo>
                    <a:pt x="946976" y="1696840"/>
                  </a:lnTo>
                  <a:lnTo>
                    <a:pt x="899386" y="1700833"/>
                  </a:lnTo>
                  <a:lnTo>
                    <a:pt x="851090" y="1702181"/>
                  </a:lnTo>
                  <a:lnTo>
                    <a:pt x="802793" y="1700833"/>
                  </a:lnTo>
                  <a:lnTo>
                    <a:pt x="755204" y="1696840"/>
                  </a:lnTo>
                  <a:lnTo>
                    <a:pt x="708393" y="1690272"/>
                  </a:lnTo>
                  <a:lnTo>
                    <a:pt x="662432" y="1681201"/>
                  </a:lnTo>
                  <a:lnTo>
                    <a:pt x="617394" y="1669700"/>
                  </a:lnTo>
                  <a:lnTo>
                    <a:pt x="573351" y="1655839"/>
                  </a:lnTo>
                  <a:lnTo>
                    <a:pt x="530373" y="1639691"/>
                  </a:lnTo>
                  <a:lnTo>
                    <a:pt x="488534" y="1621328"/>
                  </a:lnTo>
                  <a:lnTo>
                    <a:pt x="447904" y="1600821"/>
                  </a:lnTo>
                  <a:lnTo>
                    <a:pt x="408556" y="1578242"/>
                  </a:lnTo>
                  <a:lnTo>
                    <a:pt x="370561" y="1553664"/>
                  </a:lnTo>
                  <a:lnTo>
                    <a:pt x="333991" y="1527157"/>
                  </a:lnTo>
                  <a:lnTo>
                    <a:pt x="298919" y="1498795"/>
                  </a:lnTo>
                  <a:lnTo>
                    <a:pt x="265416" y="1468647"/>
                  </a:lnTo>
                  <a:lnTo>
                    <a:pt x="233553" y="1436788"/>
                  </a:lnTo>
                  <a:lnTo>
                    <a:pt x="203404" y="1403287"/>
                  </a:lnTo>
                  <a:lnTo>
                    <a:pt x="175039" y="1368218"/>
                  </a:lnTo>
                  <a:lnTo>
                    <a:pt x="148530" y="1331651"/>
                  </a:lnTo>
                  <a:lnTo>
                    <a:pt x="123949" y="1293659"/>
                  </a:lnTo>
                  <a:lnTo>
                    <a:pt x="101369" y="1254314"/>
                  </a:lnTo>
                  <a:lnTo>
                    <a:pt x="80860" y="1213687"/>
                  </a:lnTo>
                  <a:lnTo>
                    <a:pt x="62495" y="1171850"/>
                  </a:lnTo>
                  <a:lnTo>
                    <a:pt x="46346" y="1128876"/>
                  </a:lnTo>
                  <a:lnTo>
                    <a:pt x="32484" y="1084835"/>
                  </a:lnTo>
                  <a:lnTo>
                    <a:pt x="20981" y="1039800"/>
                  </a:lnTo>
                  <a:lnTo>
                    <a:pt x="11909" y="993843"/>
                  </a:lnTo>
                  <a:lnTo>
                    <a:pt x="5341" y="947034"/>
                  </a:lnTo>
                  <a:lnTo>
                    <a:pt x="1347" y="899447"/>
                  </a:lnTo>
                  <a:lnTo>
                    <a:pt x="0" y="851154"/>
                  </a:lnTo>
                  <a:close/>
                </a:path>
              </a:pathLst>
            </a:custGeom>
            <a:ln w="27305">
              <a:solidFill>
                <a:srgbClr val="FFF6D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2212" y="1045464"/>
              <a:ext cx="1155192" cy="115061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7319" y="1050633"/>
              <a:ext cx="1116813" cy="1111476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187319" y="1050633"/>
              <a:ext cx="1116965" cy="1111885"/>
            </a:xfrm>
            <a:custGeom>
              <a:avLst/>
              <a:gdLst/>
              <a:ahLst/>
              <a:cxnLst/>
              <a:rect l="l" t="t" r="r" b="b"/>
              <a:pathLst>
                <a:path w="1116965" h="1111885">
                  <a:moveTo>
                    <a:pt x="118496" y="204634"/>
                  </a:moveTo>
                  <a:lnTo>
                    <a:pt x="149785" y="168741"/>
                  </a:lnTo>
                  <a:lnTo>
                    <a:pt x="183515" y="136234"/>
                  </a:lnTo>
                  <a:lnTo>
                    <a:pt x="219451" y="107137"/>
                  </a:lnTo>
                  <a:lnTo>
                    <a:pt x="257356" y="81474"/>
                  </a:lnTo>
                  <a:lnTo>
                    <a:pt x="296996" y="59270"/>
                  </a:lnTo>
                  <a:lnTo>
                    <a:pt x="338135" y="40547"/>
                  </a:lnTo>
                  <a:lnTo>
                    <a:pt x="380538" y="25331"/>
                  </a:lnTo>
                  <a:lnTo>
                    <a:pt x="423971" y="13644"/>
                  </a:lnTo>
                  <a:lnTo>
                    <a:pt x="468196" y="5510"/>
                  </a:lnTo>
                  <a:lnTo>
                    <a:pt x="512980" y="954"/>
                  </a:lnTo>
                  <a:lnTo>
                    <a:pt x="558087" y="0"/>
                  </a:lnTo>
                  <a:lnTo>
                    <a:pt x="603281" y="2670"/>
                  </a:lnTo>
                  <a:lnTo>
                    <a:pt x="648327" y="8990"/>
                  </a:lnTo>
                  <a:lnTo>
                    <a:pt x="692991" y="18983"/>
                  </a:lnTo>
                  <a:lnTo>
                    <a:pt x="737036" y="32672"/>
                  </a:lnTo>
                  <a:lnTo>
                    <a:pt x="780227" y="50083"/>
                  </a:lnTo>
                  <a:lnTo>
                    <a:pt x="822330" y="71238"/>
                  </a:lnTo>
                  <a:lnTo>
                    <a:pt x="863108" y="96162"/>
                  </a:lnTo>
                  <a:lnTo>
                    <a:pt x="902327" y="124878"/>
                  </a:lnTo>
                  <a:lnTo>
                    <a:pt x="939023" y="156757"/>
                  </a:lnTo>
                  <a:lnTo>
                    <a:pt x="972365" y="190998"/>
                  </a:lnTo>
                  <a:lnTo>
                    <a:pt x="1002325" y="227366"/>
                  </a:lnTo>
                  <a:lnTo>
                    <a:pt x="1028874" y="265625"/>
                  </a:lnTo>
                  <a:lnTo>
                    <a:pt x="1051985" y="305541"/>
                  </a:lnTo>
                  <a:lnTo>
                    <a:pt x="1071626" y="346879"/>
                  </a:lnTo>
                  <a:lnTo>
                    <a:pt x="1087772" y="389404"/>
                  </a:lnTo>
                  <a:lnTo>
                    <a:pt x="1100392" y="432881"/>
                  </a:lnTo>
                  <a:lnTo>
                    <a:pt x="1109458" y="477076"/>
                  </a:lnTo>
                  <a:lnTo>
                    <a:pt x="1114941" y="521754"/>
                  </a:lnTo>
                  <a:lnTo>
                    <a:pt x="1116813" y="566679"/>
                  </a:lnTo>
                  <a:lnTo>
                    <a:pt x="1115044" y="611617"/>
                  </a:lnTo>
                  <a:lnTo>
                    <a:pt x="1109608" y="656333"/>
                  </a:lnTo>
                  <a:lnTo>
                    <a:pt x="1100473" y="700593"/>
                  </a:lnTo>
                  <a:lnTo>
                    <a:pt x="1087613" y="744160"/>
                  </a:lnTo>
                  <a:lnTo>
                    <a:pt x="1070998" y="786801"/>
                  </a:lnTo>
                  <a:lnTo>
                    <a:pt x="1050600" y="828281"/>
                  </a:lnTo>
                  <a:lnTo>
                    <a:pt x="1026390" y="868365"/>
                  </a:lnTo>
                  <a:lnTo>
                    <a:pt x="998339" y="906817"/>
                  </a:lnTo>
                  <a:lnTo>
                    <a:pt x="967050" y="942710"/>
                  </a:lnTo>
                  <a:lnTo>
                    <a:pt x="933320" y="975218"/>
                  </a:lnTo>
                  <a:lnTo>
                    <a:pt x="897385" y="1004315"/>
                  </a:lnTo>
                  <a:lnTo>
                    <a:pt x="859481" y="1029978"/>
                  </a:lnTo>
                  <a:lnTo>
                    <a:pt x="819841" y="1052184"/>
                  </a:lnTo>
                  <a:lnTo>
                    <a:pt x="778703" y="1070908"/>
                  </a:lnTo>
                  <a:lnTo>
                    <a:pt x="736300" y="1086127"/>
                  </a:lnTo>
                  <a:lnTo>
                    <a:pt x="692869" y="1097817"/>
                  </a:lnTo>
                  <a:lnTo>
                    <a:pt x="648644" y="1105954"/>
                  </a:lnTo>
                  <a:lnTo>
                    <a:pt x="603860" y="1110515"/>
                  </a:lnTo>
                  <a:lnTo>
                    <a:pt x="558754" y="1111476"/>
                  </a:lnTo>
                  <a:lnTo>
                    <a:pt x="513560" y="1108813"/>
                  </a:lnTo>
                  <a:lnTo>
                    <a:pt x="468514" y="1102502"/>
                  </a:lnTo>
                  <a:lnTo>
                    <a:pt x="423850" y="1092519"/>
                  </a:lnTo>
                  <a:lnTo>
                    <a:pt x="379804" y="1078841"/>
                  </a:lnTo>
                  <a:lnTo>
                    <a:pt x="336612" y="1061444"/>
                  </a:lnTo>
                  <a:lnTo>
                    <a:pt x="294508" y="1040304"/>
                  </a:lnTo>
                  <a:lnTo>
                    <a:pt x="253729" y="1015397"/>
                  </a:lnTo>
                  <a:lnTo>
                    <a:pt x="214508" y="986700"/>
                  </a:lnTo>
                  <a:lnTo>
                    <a:pt x="177812" y="954821"/>
                  </a:lnTo>
                  <a:lnTo>
                    <a:pt x="144469" y="920580"/>
                  </a:lnTo>
                  <a:lnTo>
                    <a:pt x="114507" y="884212"/>
                  </a:lnTo>
                  <a:lnTo>
                    <a:pt x="87955" y="845952"/>
                  </a:lnTo>
                  <a:lnTo>
                    <a:pt x="64842" y="806035"/>
                  </a:lnTo>
                  <a:lnTo>
                    <a:pt x="45198" y="764695"/>
                  </a:lnTo>
                  <a:lnTo>
                    <a:pt x="29049" y="722168"/>
                  </a:lnTo>
                  <a:lnTo>
                    <a:pt x="16427" y="678687"/>
                  </a:lnTo>
                  <a:lnTo>
                    <a:pt x="7358" y="634488"/>
                  </a:lnTo>
                  <a:lnTo>
                    <a:pt x="1873" y="589806"/>
                  </a:lnTo>
                  <a:lnTo>
                    <a:pt x="0" y="544874"/>
                  </a:lnTo>
                  <a:lnTo>
                    <a:pt x="1767" y="499929"/>
                  </a:lnTo>
                  <a:lnTo>
                    <a:pt x="7203" y="455204"/>
                  </a:lnTo>
                  <a:lnTo>
                    <a:pt x="16338" y="410935"/>
                  </a:lnTo>
                  <a:lnTo>
                    <a:pt x="29200" y="367355"/>
                  </a:lnTo>
                  <a:lnTo>
                    <a:pt x="45818" y="324701"/>
                  </a:lnTo>
                  <a:lnTo>
                    <a:pt x="66221" y="283206"/>
                  </a:lnTo>
                  <a:lnTo>
                    <a:pt x="90437" y="243105"/>
                  </a:lnTo>
                  <a:lnTo>
                    <a:pt x="118496" y="204634"/>
                  </a:lnTo>
                </a:path>
                <a:path w="1116965" h="1111885">
                  <a:moveTo>
                    <a:pt x="220477" y="286041"/>
                  </a:moveTo>
                  <a:lnTo>
                    <a:pt x="193856" y="323455"/>
                  </a:lnTo>
                  <a:lnTo>
                    <a:pt x="171955" y="362810"/>
                  </a:lnTo>
                  <a:lnTo>
                    <a:pt x="154729" y="403741"/>
                  </a:lnTo>
                  <a:lnTo>
                    <a:pt x="142131" y="445881"/>
                  </a:lnTo>
                  <a:lnTo>
                    <a:pt x="134116" y="488865"/>
                  </a:lnTo>
                  <a:lnTo>
                    <a:pt x="130638" y="532328"/>
                  </a:lnTo>
                  <a:lnTo>
                    <a:pt x="131651" y="575903"/>
                  </a:lnTo>
                  <a:lnTo>
                    <a:pt x="137108" y="619227"/>
                  </a:lnTo>
                  <a:lnTo>
                    <a:pt x="146964" y="661933"/>
                  </a:lnTo>
                  <a:lnTo>
                    <a:pt x="161173" y="703655"/>
                  </a:lnTo>
                  <a:lnTo>
                    <a:pt x="179689" y="744028"/>
                  </a:lnTo>
                  <a:lnTo>
                    <a:pt x="202465" y="782686"/>
                  </a:lnTo>
                  <a:lnTo>
                    <a:pt x="229457" y="819265"/>
                  </a:lnTo>
                  <a:lnTo>
                    <a:pt x="260618" y="853397"/>
                  </a:lnTo>
                  <a:lnTo>
                    <a:pt x="295902" y="884719"/>
                  </a:lnTo>
                  <a:lnTo>
                    <a:pt x="334265" y="912179"/>
                  </a:lnTo>
                  <a:lnTo>
                    <a:pt x="374453" y="934995"/>
                  </a:lnTo>
                  <a:lnTo>
                    <a:pt x="416101" y="953204"/>
                  </a:lnTo>
                  <a:lnTo>
                    <a:pt x="458841" y="966841"/>
                  </a:lnTo>
                  <a:lnTo>
                    <a:pt x="502308" y="975943"/>
                  </a:lnTo>
                  <a:lnTo>
                    <a:pt x="546136" y="980546"/>
                  </a:lnTo>
                  <a:lnTo>
                    <a:pt x="589957" y="980687"/>
                  </a:lnTo>
                  <a:lnTo>
                    <a:pt x="633406" y="976403"/>
                  </a:lnTo>
                  <a:lnTo>
                    <a:pt x="676117" y="967728"/>
                  </a:lnTo>
                  <a:lnTo>
                    <a:pt x="717723" y="954701"/>
                  </a:lnTo>
                  <a:lnTo>
                    <a:pt x="757858" y="937356"/>
                  </a:lnTo>
                  <a:lnTo>
                    <a:pt x="796155" y="915731"/>
                  </a:lnTo>
                  <a:lnTo>
                    <a:pt x="832248" y="889862"/>
                  </a:lnTo>
                  <a:lnTo>
                    <a:pt x="865771" y="859785"/>
                  </a:lnTo>
                  <a:lnTo>
                    <a:pt x="896358" y="825537"/>
                  </a:lnTo>
                  <a:lnTo>
                    <a:pt x="922982" y="788101"/>
                  </a:lnTo>
                  <a:lnTo>
                    <a:pt x="944884" y="748730"/>
                  </a:lnTo>
                  <a:lnTo>
                    <a:pt x="962111" y="707789"/>
                  </a:lnTo>
                  <a:lnTo>
                    <a:pt x="974709" y="665643"/>
                  </a:lnTo>
                  <a:lnTo>
                    <a:pt x="982725" y="622657"/>
                  </a:lnTo>
                  <a:lnTo>
                    <a:pt x="986203" y="579196"/>
                  </a:lnTo>
                  <a:lnTo>
                    <a:pt x="985191" y="535624"/>
                  </a:lnTo>
                  <a:lnTo>
                    <a:pt x="979734" y="492307"/>
                  </a:lnTo>
                  <a:lnTo>
                    <a:pt x="969878" y="449609"/>
                  </a:lnTo>
                  <a:lnTo>
                    <a:pt x="955669" y="407895"/>
                  </a:lnTo>
                  <a:lnTo>
                    <a:pt x="937154" y="367530"/>
                  </a:lnTo>
                  <a:lnTo>
                    <a:pt x="914378" y="328880"/>
                  </a:lnTo>
                  <a:lnTo>
                    <a:pt x="887387" y="292308"/>
                  </a:lnTo>
                  <a:lnTo>
                    <a:pt x="856228" y="258179"/>
                  </a:lnTo>
                  <a:lnTo>
                    <a:pt x="820946" y="226859"/>
                  </a:lnTo>
                  <a:lnTo>
                    <a:pt x="782581" y="199399"/>
                  </a:lnTo>
                  <a:lnTo>
                    <a:pt x="742390" y="176583"/>
                  </a:lnTo>
                  <a:lnTo>
                    <a:pt x="700741" y="158375"/>
                  </a:lnTo>
                  <a:lnTo>
                    <a:pt x="657999" y="144737"/>
                  </a:lnTo>
                  <a:lnTo>
                    <a:pt x="614531" y="135635"/>
                  </a:lnTo>
                  <a:lnTo>
                    <a:pt x="570702" y="131032"/>
                  </a:lnTo>
                  <a:lnTo>
                    <a:pt x="526880" y="130891"/>
                  </a:lnTo>
                  <a:lnTo>
                    <a:pt x="483430" y="135175"/>
                  </a:lnTo>
                  <a:lnTo>
                    <a:pt x="440719" y="143850"/>
                  </a:lnTo>
                  <a:lnTo>
                    <a:pt x="399113" y="156877"/>
                  </a:lnTo>
                  <a:lnTo>
                    <a:pt x="358978" y="174222"/>
                  </a:lnTo>
                  <a:lnTo>
                    <a:pt x="320681" y="195847"/>
                  </a:lnTo>
                  <a:lnTo>
                    <a:pt x="284587" y="221716"/>
                  </a:lnTo>
                  <a:lnTo>
                    <a:pt x="251064" y="251793"/>
                  </a:lnTo>
                  <a:lnTo>
                    <a:pt x="220477" y="286041"/>
                  </a:lnTo>
                </a:path>
              </a:pathLst>
            </a:custGeom>
            <a:ln w="7349">
              <a:solidFill>
                <a:srgbClr val="C6B79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012875" y="0"/>
              <a:ext cx="8131175" cy="6858000"/>
            </a:xfrm>
            <a:custGeom>
              <a:avLst/>
              <a:gdLst/>
              <a:ahLst/>
              <a:cxnLst/>
              <a:rect l="l" t="t" r="r" b="b"/>
              <a:pathLst>
                <a:path w="8131175" h="6858000">
                  <a:moveTo>
                    <a:pt x="8131175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8131175" y="6858000"/>
                  </a:lnTo>
                  <a:lnTo>
                    <a:pt x="813117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35736" y="0"/>
              <a:ext cx="155447" cy="6857999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1014983" y="0"/>
              <a:ext cx="73660" cy="6858000"/>
            </a:xfrm>
            <a:custGeom>
              <a:avLst/>
              <a:gdLst/>
              <a:ahLst/>
              <a:cxnLst/>
              <a:rect l="l" t="t" r="r" b="b"/>
              <a:pathLst>
                <a:path w="73659" h="6858000">
                  <a:moveTo>
                    <a:pt x="73152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73152" y="6858000"/>
                  </a:lnTo>
                  <a:lnTo>
                    <a:pt x="7315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>
            <a:spLocks noGrp="1"/>
          </p:cNvSpPr>
          <p:nvPr>
            <p:ph type="title"/>
          </p:nvPr>
        </p:nvSpPr>
        <p:spPr>
          <a:xfrm>
            <a:off x="134472" y="171954"/>
            <a:ext cx="11313458" cy="68993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3329940" marR="5080" indent="-2092960">
              <a:lnSpc>
                <a:spcPct val="100000"/>
              </a:lnSpc>
              <a:spcBef>
                <a:spcPts val="100"/>
              </a:spcBef>
            </a:pPr>
            <a:r>
              <a:rPr spc="125" dirty="0">
                <a:solidFill>
                  <a:srgbClr val="FF0000"/>
                </a:solidFill>
              </a:rPr>
              <a:t>BCS202L-</a:t>
            </a:r>
            <a:r>
              <a:rPr spc="-114" dirty="0">
                <a:solidFill>
                  <a:srgbClr val="FF0000"/>
                </a:solidFill>
              </a:rPr>
              <a:t> </a:t>
            </a:r>
            <a:r>
              <a:rPr spc="145" dirty="0">
                <a:solidFill>
                  <a:srgbClr val="FF0000"/>
                </a:solidFill>
              </a:rPr>
              <a:t>Data</a:t>
            </a:r>
            <a:r>
              <a:rPr spc="-95" dirty="0">
                <a:solidFill>
                  <a:srgbClr val="FF0000"/>
                </a:solidFill>
              </a:rPr>
              <a:t> </a:t>
            </a:r>
            <a:r>
              <a:rPr spc="25" dirty="0">
                <a:solidFill>
                  <a:srgbClr val="FF0000"/>
                </a:solidFill>
              </a:rPr>
              <a:t>Structures</a:t>
            </a:r>
            <a:r>
              <a:rPr spc="-95" dirty="0">
                <a:solidFill>
                  <a:srgbClr val="FF0000"/>
                </a:solidFill>
              </a:rPr>
              <a:t> </a:t>
            </a:r>
            <a:r>
              <a:rPr spc="-10" dirty="0">
                <a:solidFill>
                  <a:srgbClr val="FF0000"/>
                </a:solidFill>
              </a:rPr>
              <a:t>and </a:t>
            </a:r>
            <a:r>
              <a:rPr spc="-1070" dirty="0">
                <a:solidFill>
                  <a:srgbClr val="FF0000"/>
                </a:solidFill>
              </a:rPr>
              <a:t> </a:t>
            </a:r>
            <a:r>
              <a:rPr spc="90" dirty="0">
                <a:solidFill>
                  <a:srgbClr val="FF0000"/>
                </a:solidFill>
              </a:rPr>
              <a:t>Algorithms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1267729" y="946166"/>
            <a:ext cx="224853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sz="3200" b="1" spc="-70" dirty="0">
                <a:solidFill>
                  <a:srgbClr val="006FC0"/>
                </a:solidFill>
                <a:latin typeface="Trebuchet MS"/>
                <a:cs typeface="Trebuchet MS"/>
              </a:rPr>
              <a:t>Text</a:t>
            </a:r>
            <a:r>
              <a:rPr sz="3200" b="1" spc="-150" dirty="0">
                <a:solidFill>
                  <a:srgbClr val="006FC0"/>
                </a:solidFill>
                <a:latin typeface="Trebuchet MS"/>
                <a:cs typeface="Trebuchet MS"/>
              </a:rPr>
              <a:t> </a:t>
            </a:r>
            <a:r>
              <a:rPr sz="3200" b="1" spc="30" dirty="0">
                <a:solidFill>
                  <a:srgbClr val="006FC0"/>
                </a:solidFill>
                <a:latin typeface="Trebuchet MS"/>
                <a:cs typeface="Trebuchet MS"/>
              </a:rPr>
              <a:t>Books:</a:t>
            </a:r>
            <a:endParaRPr sz="3200" dirty="0">
              <a:latin typeface="Trebuchet MS"/>
              <a:cs typeface="Trebuchet MS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490234" y="1498161"/>
            <a:ext cx="7204709" cy="636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469265" algn="l"/>
              </a:tabLst>
            </a:pPr>
            <a:r>
              <a:rPr sz="2000" spc="-175" dirty="0">
                <a:solidFill>
                  <a:srgbClr val="3891A7"/>
                </a:solidFill>
                <a:latin typeface="Trebuchet MS"/>
                <a:cs typeface="Trebuchet MS"/>
              </a:rPr>
              <a:t>1.	</a:t>
            </a:r>
            <a:r>
              <a:rPr sz="2000" spc="135" dirty="0">
                <a:latin typeface="Trebuchet MS"/>
                <a:cs typeface="Trebuchet MS"/>
              </a:rPr>
              <a:t>M</a:t>
            </a:r>
            <a:r>
              <a:rPr sz="2000" spc="-105" dirty="0">
                <a:latin typeface="Trebuchet MS"/>
                <a:cs typeface="Trebuchet MS"/>
              </a:rPr>
              <a:t>a</a:t>
            </a:r>
            <a:r>
              <a:rPr sz="2000" spc="-90" dirty="0">
                <a:latin typeface="Trebuchet MS"/>
                <a:cs typeface="Trebuchet MS"/>
              </a:rPr>
              <a:t>r</a:t>
            </a:r>
            <a:r>
              <a:rPr sz="2000" spc="-50" dirty="0">
                <a:latin typeface="Trebuchet MS"/>
                <a:cs typeface="Trebuchet MS"/>
              </a:rPr>
              <a:t>k</a:t>
            </a:r>
            <a:r>
              <a:rPr sz="2000" spc="-65" dirty="0">
                <a:latin typeface="Trebuchet MS"/>
                <a:cs typeface="Trebuchet MS"/>
              </a:rPr>
              <a:t> </a:t>
            </a:r>
            <a:r>
              <a:rPr sz="2000" spc="145" dirty="0">
                <a:latin typeface="Trebuchet MS"/>
                <a:cs typeface="Trebuchet MS"/>
              </a:rPr>
              <a:t>A</a:t>
            </a:r>
            <a:r>
              <a:rPr sz="2000" spc="-295" dirty="0">
                <a:latin typeface="Trebuchet MS"/>
                <a:cs typeface="Trebuchet MS"/>
              </a:rPr>
              <a:t>.</a:t>
            </a:r>
            <a:r>
              <a:rPr sz="2000" spc="-265" dirty="0">
                <a:latin typeface="Trebuchet MS"/>
                <a:cs typeface="Trebuchet MS"/>
              </a:rPr>
              <a:t> </a:t>
            </a:r>
            <a:r>
              <a:rPr sz="2000" spc="200" dirty="0">
                <a:latin typeface="Trebuchet MS"/>
                <a:cs typeface="Trebuchet MS"/>
              </a:rPr>
              <a:t>W</a:t>
            </a:r>
            <a:r>
              <a:rPr sz="2000" spc="-130" dirty="0">
                <a:latin typeface="Trebuchet MS"/>
                <a:cs typeface="Trebuchet MS"/>
              </a:rPr>
              <a:t>eiss,</a:t>
            </a:r>
            <a:r>
              <a:rPr sz="2000" spc="-254" dirty="0">
                <a:latin typeface="Trebuchet MS"/>
                <a:cs typeface="Trebuchet MS"/>
              </a:rPr>
              <a:t> </a:t>
            </a:r>
            <a:r>
              <a:rPr sz="2000" spc="45" dirty="0">
                <a:latin typeface="Trebuchet MS"/>
                <a:cs typeface="Trebuchet MS"/>
              </a:rPr>
              <a:t>D</a:t>
            </a:r>
            <a:r>
              <a:rPr sz="2000" spc="25" dirty="0">
                <a:latin typeface="Trebuchet MS"/>
                <a:cs typeface="Trebuchet MS"/>
              </a:rPr>
              <a:t>a</a:t>
            </a:r>
            <a:r>
              <a:rPr sz="2000" spc="-160" dirty="0">
                <a:latin typeface="Trebuchet MS"/>
                <a:cs typeface="Trebuchet MS"/>
              </a:rPr>
              <a:t>ta</a:t>
            </a:r>
            <a:r>
              <a:rPr sz="2000" spc="-50" dirty="0">
                <a:latin typeface="Trebuchet MS"/>
                <a:cs typeface="Trebuchet MS"/>
              </a:rPr>
              <a:t> </a:t>
            </a:r>
            <a:r>
              <a:rPr sz="2000" spc="-65" dirty="0">
                <a:latin typeface="Trebuchet MS"/>
                <a:cs typeface="Trebuchet MS"/>
              </a:rPr>
              <a:t>S</a:t>
            </a:r>
            <a:r>
              <a:rPr sz="2000" spc="-135" dirty="0">
                <a:latin typeface="Trebuchet MS"/>
                <a:cs typeface="Trebuchet MS"/>
              </a:rPr>
              <a:t>t</a:t>
            </a:r>
            <a:r>
              <a:rPr sz="2000" spc="-65" dirty="0">
                <a:latin typeface="Trebuchet MS"/>
                <a:cs typeface="Trebuchet MS"/>
              </a:rPr>
              <a:t>ru</a:t>
            </a:r>
            <a:r>
              <a:rPr sz="2000" spc="-80" dirty="0">
                <a:latin typeface="Trebuchet MS"/>
                <a:cs typeface="Trebuchet MS"/>
              </a:rPr>
              <a:t>c</a:t>
            </a:r>
            <a:r>
              <a:rPr sz="2000" spc="-135" dirty="0">
                <a:latin typeface="Trebuchet MS"/>
                <a:cs typeface="Trebuchet MS"/>
              </a:rPr>
              <a:t>t</a:t>
            </a:r>
            <a:r>
              <a:rPr sz="2000" spc="-100" dirty="0">
                <a:latin typeface="Trebuchet MS"/>
                <a:cs typeface="Trebuchet MS"/>
              </a:rPr>
              <a:t>u</a:t>
            </a:r>
            <a:r>
              <a:rPr sz="2000" spc="-40" dirty="0">
                <a:latin typeface="Trebuchet MS"/>
                <a:cs typeface="Trebuchet MS"/>
              </a:rPr>
              <a:t>r</a:t>
            </a:r>
            <a:r>
              <a:rPr sz="2000" spc="-85" dirty="0">
                <a:latin typeface="Trebuchet MS"/>
                <a:cs typeface="Trebuchet MS"/>
              </a:rPr>
              <a:t>es</a:t>
            </a:r>
            <a:r>
              <a:rPr sz="2000" spc="-55" dirty="0">
                <a:latin typeface="Trebuchet MS"/>
                <a:cs typeface="Trebuchet MS"/>
              </a:rPr>
              <a:t> </a:t>
            </a:r>
            <a:r>
              <a:rPr sz="2000" spc="-160" dirty="0">
                <a:latin typeface="Trebuchet MS"/>
                <a:cs typeface="Trebuchet MS"/>
              </a:rPr>
              <a:t>&amp;</a:t>
            </a:r>
            <a:r>
              <a:rPr sz="2000" spc="-70" dirty="0">
                <a:latin typeface="Trebuchet MS"/>
                <a:cs typeface="Trebuchet MS"/>
              </a:rPr>
              <a:t> </a:t>
            </a:r>
            <a:r>
              <a:rPr sz="2000" spc="145" dirty="0">
                <a:latin typeface="Trebuchet MS"/>
                <a:cs typeface="Trebuchet MS"/>
              </a:rPr>
              <a:t>A</a:t>
            </a:r>
            <a:r>
              <a:rPr sz="2000" spc="-120" dirty="0">
                <a:latin typeface="Trebuchet MS"/>
                <a:cs typeface="Trebuchet MS"/>
              </a:rPr>
              <a:t>l</a:t>
            </a:r>
            <a:r>
              <a:rPr sz="2000" spc="-215" dirty="0">
                <a:latin typeface="Trebuchet MS"/>
                <a:cs typeface="Trebuchet MS"/>
              </a:rPr>
              <a:t>g</a:t>
            </a:r>
            <a:r>
              <a:rPr sz="2000" spc="25" dirty="0">
                <a:latin typeface="Trebuchet MS"/>
                <a:cs typeface="Trebuchet MS"/>
              </a:rPr>
              <a:t>o</a:t>
            </a:r>
            <a:r>
              <a:rPr sz="2000" spc="10" dirty="0">
                <a:latin typeface="Trebuchet MS"/>
                <a:cs typeface="Trebuchet MS"/>
              </a:rPr>
              <a:t>r</a:t>
            </a:r>
            <a:r>
              <a:rPr sz="2000" spc="-105" dirty="0">
                <a:latin typeface="Trebuchet MS"/>
                <a:cs typeface="Trebuchet MS"/>
              </a:rPr>
              <a:t>it</a:t>
            </a:r>
            <a:r>
              <a:rPr sz="2000" spc="-170" dirty="0">
                <a:latin typeface="Trebuchet MS"/>
                <a:cs typeface="Trebuchet MS"/>
              </a:rPr>
              <a:t>h</a:t>
            </a:r>
            <a:r>
              <a:rPr sz="2000" spc="-114" dirty="0">
                <a:latin typeface="Trebuchet MS"/>
                <a:cs typeface="Trebuchet MS"/>
              </a:rPr>
              <a:t>m</a:t>
            </a:r>
            <a:r>
              <a:rPr sz="2000" spc="-75" dirty="0">
                <a:latin typeface="Trebuchet MS"/>
                <a:cs typeface="Trebuchet MS"/>
              </a:rPr>
              <a:t> </a:t>
            </a:r>
            <a:r>
              <a:rPr sz="2000" spc="145" dirty="0">
                <a:latin typeface="Trebuchet MS"/>
                <a:cs typeface="Trebuchet MS"/>
              </a:rPr>
              <a:t>A</a:t>
            </a:r>
            <a:r>
              <a:rPr sz="2000" spc="-175" dirty="0">
                <a:latin typeface="Trebuchet MS"/>
                <a:cs typeface="Trebuchet MS"/>
              </a:rPr>
              <a:t>na</a:t>
            </a:r>
            <a:r>
              <a:rPr sz="2000" spc="-120" dirty="0">
                <a:latin typeface="Trebuchet MS"/>
                <a:cs typeface="Trebuchet MS"/>
              </a:rPr>
              <a:t>l</a:t>
            </a:r>
            <a:r>
              <a:rPr sz="2000" spc="-80" dirty="0">
                <a:latin typeface="Trebuchet MS"/>
                <a:cs typeface="Trebuchet MS"/>
              </a:rPr>
              <a:t>ys</a:t>
            </a:r>
            <a:r>
              <a:rPr sz="2000" spc="-75" dirty="0">
                <a:latin typeface="Trebuchet MS"/>
                <a:cs typeface="Trebuchet MS"/>
              </a:rPr>
              <a:t>i</a:t>
            </a:r>
            <a:r>
              <a:rPr sz="2000" spc="-100" dirty="0">
                <a:latin typeface="Trebuchet MS"/>
                <a:cs typeface="Trebuchet MS"/>
              </a:rPr>
              <a:t>s</a:t>
            </a:r>
            <a:r>
              <a:rPr sz="2000" spc="-60" dirty="0">
                <a:latin typeface="Trebuchet MS"/>
                <a:cs typeface="Trebuchet MS"/>
              </a:rPr>
              <a:t> </a:t>
            </a:r>
            <a:r>
              <a:rPr sz="2000" spc="-90" dirty="0">
                <a:latin typeface="Trebuchet MS"/>
                <a:cs typeface="Trebuchet MS"/>
              </a:rPr>
              <a:t>i</a:t>
            </a:r>
            <a:r>
              <a:rPr sz="2000" spc="-145" dirty="0">
                <a:latin typeface="Trebuchet MS"/>
                <a:cs typeface="Trebuchet MS"/>
              </a:rPr>
              <a:t>n</a:t>
            </a:r>
            <a:r>
              <a:rPr sz="2000" spc="-70" dirty="0">
                <a:latin typeface="Trebuchet MS"/>
                <a:cs typeface="Trebuchet MS"/>
              </a:rPr>
              <a:t> </a:t>
            </a:r>
            <a:r>
              <a:rPr sz="2000" spc="200" dirty="0">
                <a:latin typeface="Trebuchet MS"/>
                <a:cs typeface="Trebuchet MS"/>
              </a:rPr>
              <a:t>C</a:t>
            </a:r>
            <a:r>
              <a:rPr sz="2000" spc="110" dirty="0">
                <a:latin typeface="Trebuchet MS"/>
                <a:cs typeface="Trebuchet MS"/>
              </a:rPr>
              <a:t>++</a:t>
            </a:r>
            <a:r>
              <a:rPr sz="2000" spc="-295" dirty="0">
                <a:latin typeface="Trebuchet MS"/>
                <a:cs typeface="Trebuchet MS"/>
              </a:rPr>
              <a:t>,</a:t>
            </a:r>
            <a:r>
              <a:rPr sz="2000" spc="-275" dirty="0">
                <a:latin typeface="Trebuchet MS"/>
                <a:cs typeface="Trebuchet MS"/>
              </a:rPr>
              <a:t> </a:t>
            </a:r>
            <a:r>
              <a:rPr sz="2000" spc="-50" dirty="0">
                <a:latin typeface="Trebuchet MS"/>
                <a:cs typeface="Trebuchet MS"/>
              </a:rPr>
              <a:t>4</a:t>
            </a:r>
            <a:r>
              <a:rPr sz="2000" spc="-70" dirty="0">
                <a:latin typeface="Trebuchet MS"/>
                <a:cs typeface="Trebuchet MS"/>
              </a:rPr>
              <a:t> </a:t>
            </a:r>
            <a:r>
              <a:rPr sz="2000" spc="-120" dirty="0">
                <a:latin typeface="Trebuchet MS"/>
                <a:cs typeface="Trebuchet MS"/>
              </a:rPr>
              <a:t>th</a:t>
            </a:r>
            <a:endParaRPr sz="2000" dirty="0">
              <a:latin typeface="Trebuchet MS"/>
              <a:cs typeface="Trebuchet MS"/>
            </a:endParaRPr>
          </a:p>
          <a:p>
            <a:pPr marL="469900"/>
            <a:r>
              <a:rPr sz="2000" spc="-114" dirty="0">
                <a:latin typeface="Trebuchet MS"/>
                <a:cs typeface="Trebuchet MS"/>
              </a:rPr>
              <a:t>Edition,</a:t>
            </a:r>
            <a:r>
              <a:rPr sz="2000" spc="-295" dirty="0">
                <a:latin typeface="Trebuchet MS"/>
                <a:cs typeface="Trebuchet MS"/>
              </a:rPr>
              <a:t> </a:t>
            </a:r>
            <a:r>
              <a:rPr sz="2000" spc="-90" dirty="0">
                <a:latin typeface="Trebuchet MS"/>
                <a:cs typeface="Trebuchet MS"/>
              </a:rPr>
              <a:t>2013,Pearson</a:t>
            </a:r>
            <a:r>
              <a:rPr sz="2000" spc="-75" dirty="0">
                <a:latin typeface="Trebuchet MS"/>
                <a:cs typeface="Trebuchet MS"/>
              </a:rPr>
              <a:t> </a:t>
            </a:r>
            <a:r>
              <a:rPr sz="2000" spc="-120" dirty="0">
                <a:latin typeface="Trebuchet MS"/>
                <a:cs typeface="Trebuchet MS"/>
              </a:rPr>
              <a:t>Education.</a:t>
            </a:r>
            <a:endParaRPr sz="2000" dirty="0">
              <a:latin typeface="Trebuchet MS"/>
              <a:cs typeface="Trebuchet MS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339446" y="2178169"/>
            <a:ext cx="3316604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sz="3200" b="1" spc="-45" dirty="0">
                <a:solidFill>
                  <a:srgbClr val="006FC0"/>
                </a:solidFill>
                <a:latin typeface="Trebuchet MS"/>
                <a:cs typeface="Trebuchet MS"/>
              </a:rPr>
              <a:t>Reference</a:t>
            </a:r>
            <a:r>
              <a:rPr sz="3200" b="1" spc="-175" dirty="0">
                <a:solidFill>
                  <a:srgbClr val="006FC0"/>
                </a:solidFill>
                <a:latin typeface="Trebuchet MS"/>
                <a:cs typeface="Trebuchet MS"/>
              </a:rPr>
              <a:t> </a:t>
            </a:r>
            <a:r>
              <a:rPr sz="3200" b="1" spc="30" dirty="0">
                <a:solidFill>
                  <a:srgbClr val="006FC0"/>
                </a:solidFill>
                <a:latin typeface="Trebuchet MS"/>
                <a:cs typeface="Trebuchet MS"/>
              </a:rPr>
              <a:t>Books:</a:t>
            </a:r>
            <a:endParaRPr sz="3200" dirty="0">
              <a:latin typeface="Trebuchet MS"/>
              <a:cs typeface="Trebuchet MS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385645" y="2900621"/>
            <a:ext cx="7345680" cy="20078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578485" indent="-515620">
              <a:spcBef>
                <a:spcPts val="105"/>
              </a:spcBef>
              <a:buClr>
                <a:srgbClr val="3891A7"/>
              </a:buClr>
              <a:buAutoNum type="arabicPeriod"/>
              <a:tabLst>
                <a:tab pos="578485" algn="l"/>
                <a:tab pos="579120" algn="l"/>
                <a:tab pos="1358265" algn="l"/>
                <a:tab pos="3025775" algn="l"/>
                <a:tab pos="4234815" algn="l"/>
                <a:tab pos="4742180" algn="l"/>
                <a:tab pos="5335270" algn="l"/>
              </a:tabLst>
            </a:pPr>
            <a:r>
              <a:rPr sz="2000" spc="-85" dirty="0">
                <a:latin typeface="Trebuchet MS"/>
                <a:cs typeface="Trebuchet MS"/>
              </a:rPr>
              <a:t>Alfred	</a:t>
            </a:r>
            <a:r>
              <a:rPr sz="2000" spc="-265" dirty="0">
                <a:latin typeface="Trebuchet MS"/>
                <a:cs typeface="Trebuchet MS"/>
              </a:rPr>
              <a:t>V.</a:t>
            </a:r>
            <a:r>
              <a:rPr sz="2000" spc="330" dirty="0">
                <a:latin typeface="Trebuchet MS"/>
                <a:cs typeface="Trebuchet MS"/>
              </a:rPr>
              <a:t> </a:t>
            </a:r>
            <a:r>
              <a:rPr sz="2000" spc="-70" dirty="0">
                <a:latin typeface="Trebuchet MS"/>
                <a:cs typeface="Trebuchet MS"/>
              </a:rPr>
              <a:t>Aho,</a:t>
            </a:r>
            <a:r>
              <a:rPr sz="2000" spc="315" dirty="0">
                <a:latin typeface="Trebuchet MS"/>
                <a:cs typeface="Trebuchet MS"/>
              </a:rPr>
              <a:t> </a:t>
            </a:r>
            <a:r>
              <a:rPr sz="2000" spc="-204" dirty="0">
                <a:latin typeface="Trebuchet MS"/>
                <a:cs typeface="Trebuchet MS"/>
              </a:rPr>
              <a:t>Jeffrey	</a:t>
            </a:r>
            <a:r>
              <a:rPr sz="2000" spc="-95" dirty="0">
                <a:latin typeface="Trebuchet MS"/>
                <a:cs typeface="Trebuchet MS"/>
              </a:rPr>
              <a:t>D.</a:t>
            </a:r>
            <a:r>
              <a:rPr sz="2000" spc="325" dirty="0">
                <a:latin typeface="Trebuchet MS"/>
                <a:cs typeface="Trebuchet MS"/>
              </a:rPr>
              <a:t> </a:t>
            </a:r>
            <a:r>
              <a:rPr sz="2000" spc="-100" dirty="0">
                <a:latin typeface="Trebuchet MS"/>
                <a:cs typeface="Trebuchet MS"/>
              </a:rPr>
              <a:t>Ullman	</a:t>
            </a:r>
            <a:r>
              <a:rPr sz="2000" spc="-130" dirty="0">
                <a:latin typeface="Trebuchet MS"/>
                <a:cs typeface="Trebuchet MS"/>
              </a:rPr>
              <a:t>and	</a:t>
            </a:r>
            <a:r>
              <a:rPr sz="2000" spc="-170" dirty="0">
                <a:latin typeface="Trebuchet MS"/>
                <a:cs typeface="Trebuchet MS"/>
              </a:rPr>
              <a:t>John	</a:t>
            </a:r>
            <a:r>
              <a:rPr sz="2000" spc="-185" dirty="0">
                <a:latin typeface="Trebuchet MS"/>
                <a:cs typeface="Trebuchet MS"/>
              </a:rPr>
              <a:t>E.</a:t>
            </a:r>
            <a:r>
              <a:rPr sz="2000" spc="-120" dirty="0">
                <a:latin typeface="Trebuchet MS"/>
                <a:cs typeface="Trebuchet MS"/>
              </a:rPr>
              <a:t> </a:t>
            </a:r>
            <a:r>
              <a:rPr sz="2000" spc="-85" dirty="0">
                <a:latin typeface="Trebuchet MS"/>
                <a:cs typeface="Trebuchet MS"/>
              </a:rPr>
              <a:t>Hopcroft,</a:t>
            </a:r>
            <a:r>
              <a:rPr sz="2000" spc="285" dirty="0">
                <a:latin typeface="Trebuchet MS"/>
                <a:cs typeface="Trebuchet MS"/>
              </a:rPr>
              <a:t> </a:t>
            </a:r>
            <a:r>
              <a:rPr sz="2000" spc="-65" dirty="0">
                <a:latin typeface="Trebuchet MS"/>
                <a:cs typeface="Trebuchet MS"/>
              </a:rPr>
              <a:t>Data</a:t>
            </a:r>
            <a:endParaRPr sz="2000" dirty="0">
              <a:latin typeface="Trebuchet MS"/>
              <a:cs typeface="Trebuchet MS"/>
            </a:endParaRPr>
          </a:p>
          <a:p>
            <a:pPr marL="578485"/>
            <a:r>
              <a:rPr sz="2000" spc="-80" dirty="0">
                <a:latin typeface="Trebuchet MS"/>
                <a:cs typeface="Trebuchet MS"/>
              </a:rPr>
              <a:t>Structures</a:t>
            </a:r>
            <a:r>
              <a:rPr sz="2000" spc="-65" dirty="0">
                <a:latin typeface="Trebuchet MS"/>
                <a:cs typeface="Trebuchet MS"/>
              </a:rPr>
              <a:t> </a:t>
            </a:r>
            <a:r>
              <a:rPr sz="2000" spc="-130" dirty="0">
                <a:latin typeface="Trebuchet MS"/>
                <a:cs typeface="Trebuchet MS"/>
              </a:rPr>
              <a:t>and</a:t>
            </a:r>
            <a:r>
              <a:rPr sz="2000" spc="-260" dirty="0">
                <a:latin typeface="Trebuchet MS"/>
                <a:cs typeface="Trebuchet MS"/>
              </a:rPr>
              <a:t> </a:t>
            </a:r>
            <a:r>
              <a:rPr sz="2000" spc="-90" dirty="0">
                <a:latin typeface="Trebuchet MS"/>
                <a:cs typeface="Trebuchet MS"/>
              </a:rPr>
              <a:t>Algorithms,1983,</a:t>
            </a:r>
            <a:r>
              <a:rPr sz="2000" spc="-285" dirty="0">
                <a:latin typeface="Trebuchet MS"/>
                <a:cs typeface="Trebuchet MS"/>
              </a:rPr>
              <a:t> </a:t>
            </a:r>
            <a:r>
              <a:rPr sz="2000" spc="-85" dirty="0">
                <a:latin typeface="Trebuchet MS"/>
                <a:cs typeface="Trebuchet MS"/>
              </a:rPr>
              <a:t>Pearson</a:t>
            </a:r>
            <a:r>
              <a:rPr sz="2000" spc="-45" dirty="0">
                <a:latin typeface="Trebuchet MS"/>
                <a:cs typeface="Trebuchet MS"/>
              </a:rPr>
              <a:t> </a:t>
            </a:r>
            <a:r>
              <a:rPr sz="2000" spc="-120" dirty="0">
                <a:latin typeface="Trebuchet MS"/>
                <a:cs typeface="Trebuchet MS"/>
              </a:rPr>
              <a:t>Education.</a:t>
            </a:r>
            <a:endParaRPr sz="2000" dirty="0">
              <a:latin typeface="Trebuchet MS"/>
              <a:cs typeface="Trebuchet MS"/>
            </a:endParaRPr>
          </a:p>
          <a:p>
            <a:pPr marL="578485" marR="93345" indent="-515620">
              <a:spcBef>
                <a:spcPts val="600"/>
              </a:spcBef>
              <a:buClr>
                <a:srgbClr val="3891A7"/>
              </a:buClr>
              <a:buAutoNum type="arabicPeriod" startAt="2"/>
              <a:tabLst>
                <a:tab pos="578485" algn="l"/>
                <a:tab pos="579120" algn="l"/>
                <a:tab pos="3295650" algn="l"/>
              </a:tabLst>
            </a:pPr>
            <a:r>
              <a:rPr sz="2000" spc="-65" dirty="0">
                <a:latin typeface="Trebuchet MS"/>
                <a:cs typeface="Trebuchet MS"/>
              </a:rPr>
              <a:t>Horowitz,</a:t>
            </a:r>
            <a:r>
              <a:rPr sz="2000" spc="80" dirty="0">
                <a:latin typeface="Trebuchet MS"/>
                <a:cs typeface="Trebuchet MS"/>
              </a:rPr>
              <a:t> </a:t>
            </a:r>
            <a:r>
              <a:rPr sz="2000" spc="-114" dirty="0">
                <a:latin typeface="Trebuchet MS"/>
                <a:cs typeface="Trebuchet MS"/>
              </a:rPr>
              <a:t>Sahni</a:t>
            </a:r>
            <a:r>
              <a:rPr sz="2000" spc="290" dirty="0">
                <a:latin typeface="Trebuchet MS"/>
                <a:cs typeface="Trebuchet MS"/>
              </a:rPr>
              <a:t> </a:t>
            </a:r>
            <a:r>
              <a:rPr sz="2000" spc="-135" dirty="0">
                <a:latin typeface="Trebuchet MS"/>
                <a:cs typeface="Trebuchet MS"/>
              </a:rPr>
              <a:t>and</a:t>
            </a:r>
            <a:r>
              <a:rPr sz="2000" spc="290" dirty="0">
                <a:latin typeface="Trebuchet MS"/>
                <a:cs typeface="Trebuchet MS"/>
              </a:rPr>
              <a:t> </a:t>
            </a:r>
            <a:r>
              <a:rPr sz="2000" spc="-175" dirty="0">
                <a:latin typeface="Trebuchet MS"/>
                <a:cs typeface="Trebuchet MS"/>
              </a:rPr>
              <a:t>S.</a:t>
            </a:r>
            <a:r>
              <a:rPr sz="2000" spc="85" dirty="0">
                <a:latin typeface="Trebuchet MS"/>
                <a:cs typeface="Trebuchet MS"/>
              </a:rPr>
              <a:t> </a:t>
            </a:r>
            <a:r>
              <a:rPr sz="2000" spc="-75" dirty="0">
                <a:latin typeface="Trebuchet MS"/>
                <a:cs typeface="Trebuchet MS"/>
              </a:rPr>
              <a:t>Anderson-Freed,</a:t>
            </a:r>
            <a:r>
              <a:rPr sz="2000" spc="80" dirty="0">
                <a:latin typeface="Trebuchet MS"/>
                <a:cs typeface="Trebuchet MS"/>
              </a:rPr>
              <a:t> </a:t>
            </a:r>
            <a:r>
              <a:rPr sz="2000" spc="-125" dirty="0">
                <a:latin typeface="Trebuchet MS"/>
                <a:cs typeface="Trebuchet MS"/>
              </a:rPr>
              <a:t>Fundamentals</a:t>
            </a:r>
            <a:r>
              <a:rPr sz="2000" spc="290" dirty="0">
                <a:latin typeface="Trebuchet MS"/>
                <a:cs typeface="Trebuchet MS"/>
              </a:rPr>
              <a:t> </a:t>
            </a:r>
            <a:r>
              <a:rPr sz="2000" spc="-110" dirty="0">
                <a:latin typeface="Trebuchet MS"/>
                <a:cs typeface="Trebuchet MS"/>
              </a:rPr>
              <a:t>of</a:t>
            </a:r>
            <a:r>
              <a:rPr sz="2000" spc="285" dirty="0">
                <a:latin typeface="Trebuchet MS"/>
                <a:cs typeface="Trebuchet MS"/>
              </a:rPr>
              <a:t> </a:t>
            </a:r>
            <a:r>
              <a:rPr sz="2000" spc="-70" dirty="0">
                <a:latin typeface="Trebuchet MS"/>
                <a:cs typeface="Trebuchet MS"/>
              </a:rPr>
              <a:t>Data </a:t>
            </a:r>
            <a:r>
              <a:rPr sz="2000" spc="-590" dirty="0">
                <a:latin typeface="Trebuchet MS"/>
                <a:cs typeface="Trebuchet MS"/>
              </a:rPr>
              <a:t> </a:t>
            </a:r>
            <a:r>
              <a:rPr sz="2000" spc="-85" dirty="0">
                <a:latin typeface="Trebuchet MS"/>
                <a:cs typeface="Trebuchet MS"/>
              </a:rPr>
              <a:t>Struct</a:t>
            </a:r>
            <a:r>
              <a:rPr sz="2000" spc="-45" dirty="0">
                <a:latin typeface="Trebuchet MS"/>
                <a:cs typeface="Trebuchet MS"/>
              </a:rPr>
              <a:t>u</a:t>
            </a:r>
            <a:r>
              <a:rPr sz="2000" spc="-80" dirty="0">
                <a:latin typeface="Trebuchet MS"/>
                <a:cs typeface="Trebuchet MS"/>
              </a:rPr>
              <a:t>r</a:t>
            </a:r>
            <a:r>
              <a:rPr sz="2000" spc="-85" dirty="0">
                <a:latin typeface="Trebuchet MS"/>
                <a:cs typeface="Trebuchet MS"/>
              </a:rPr>
              <a:t>es</a:t>
            </a:r>
            <a:r>
              <a:rPr sz="2000" spc="-75" dirty="0">
                <a:latin typeface="Trebuchet MS"/>
                <a:cs typeface="Trebuchet MS"/>
              </a:rPr>
              <a:t> </a:t>
            </a:r>
            <a:r>
              <a:rPr sz="2000" spc="-114" dirty="0">
                <a:latin typeface="Trebuchet MS"/>
                <a:cs typeface="Trebuchet MS"/>
              </a:rPr>
              <a:t>in</a:t>
            </a:r>
            <a:r>
              <a:rPr sz="2000" spc="-7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C</a:t>
            </a:r>
            <a:r>
              <a:rPr sz="2000" spc="-30" dirty="0">
                <a:latin typeface="Trebuchet MS"/>
                <a:cs typeface="Trebuchet MS"/>
              </a:rPr>
              <a:t>,</a:t>
            </a:r>
            <a:r>
              <a:rPr sz="2000" spc="-250" dirty="0">
                <a:latin typeface="Trebuchet MS"/>
                <a:cs typeface="Trebuchet MS"/>
              </a:rPr>
              <a:t> </a:t>
            </a:r>
            <a:r>
              <a:rPr sz="2000" spc="-45" dirty="0">
                <a:latin typeface="Trebuchet MS"/>
                <a:cs typeface="Trebuchet MS"/>
              </a:rPr>
              <a:t>2008</a:t>
            </a:r>
            <a:r>
              <a:rPr sz="2000" spc="-295" dirty="0">
                <a:latin typeface="Trebuchet MS"/>
                <a:cs typeface="Trebuchet MS"/>
              </a:rPr>
              <a:t>,</a:t>
            </a:r>
            <a:r>
              <a:rPr sz="2000" spc="-290" dirty="0">
                <a:latin typeface="Trebuchet MS"/>
                <a:cs typeface="Trebuchet MS"/>
              </a:rPr>
              <a:t> </a:t>
            </a:r>
            <a:r>
              <a:rPr sz="2000" spc="-45" dirty="0">
                <a:latin typeface="Trebuchet MS"/>
                <a:cs typeface="Trebuchet MS"/>
              </a:rPr>
              <a:t>2</a:t>
            </a:r>
            <a:r>
              <a:rPr sz="1950" spc="-60" baseline="25641" dirty="0">
                <a:latin typeface="Trebuchet MS"/>
                <a:cs typeface="Trebuchet MS"/>
              </a:rPr>
              <a:t>n</a:t>
            </a:r>
            <a:r>
              <a:rPr sz="1950" spc="-75" baseline="25641" dirty="0">
                <a:latin typeface="Trebuchet MS"/>
                <a:cs typeface="Trebuchet MS"/>
              </a:rPr>
              <a:t>d</a:t>
            </a:r>
            <a:r>
              <a:rPr sz="1950" baseline="25641" dirty="0">
                <a:latin typeface="Trebuchet MS"/>
                <a:cs typeface="Trebuchet MS"/>
              </a:rPr>
              <a:t>	</a:t>
            </a:r>
            <a:r>
              <a:rPr sz="2000" spc="-120" dirty="0">
                <a:latin typeface="Trebuchet MS"/>
                <a:cs typeface="Trebuchet MS"/>
              </a:rPr>
              <a:t>Ed</a:t>
            </a:r>
            <a:r>
              <a:rPr sz="2000" spc="-60" dirty="0">
                <a:latin typeface="Trebuchet MS"/>
                <a:cs typeface="Trebuchet MS"/>
              </a:rPr>
              <a:t>i</a:t>
            </a:r>
            <a:r>
              <a:rPr sz="2000" spc="-150" dirty="0">
                <a:latin typeface="Trebuchet MS"/>
                <a:cs typeface="Trebuchet MS"/>
              </a:rPr>
              <a:t>t</a:t>
            </a:r>
            <a:r>
              <a:rPr sz="2000" spc="-105" dirty="0">
                <a:latin typeface="Trebuchet MS"/>
                <a:cs typeface="Trebuchet MS"/>
              </a:rPr>
              <a:t>i</a:t>
            </a:r>
            <a:r>
              <a:rPr sz="2000" spc="-120" dirty="0">
                <a:latin typeface="Trebuchet MS"/>
                <a:cs typeface="Trebuchet MS"/>
              </a:rPr>
              <a:t>on,</a:t>
            </a:r>
            <a:r>
              <a:rPr sz="2000" spc="-280" dirty="0">
                <a:latin typeface="Trebuchet MS"/>
                <a:cs typeface="Trebuchet MS"/>
              </a:rPr>
              <a:t> </a:t>
            </a:r>
            <a:r>
              <a:rPr sz="2000" spc="-45" dirty="0">
                <a:latin typeface="Trebuchet MS"/>
                <a:cs typeface="Trebuchet MS"/>
              </a:rPr>
              <a:t>Un</a:t>
            </a:r>
            <a:r>
              <a:rPr sz="2000" spc="-15" dirty="0">
                <a:latin typeface="Trebuchet MS"/>
                <a:cs typeface="Trebuchet MS"/>
              </a:rPr>
              <a:t>i</a:t>
            </a:r>
            <a:r>
              <a:rPr sz="2000" spc="-145" dirty="0">
                <a:latin typeface="Trebuchet MS"/>
                <a:cs typeface="Trebuchet MS"/>
              </a:rPr>
              <a:t>v</a:t>
            </a:r>
            <a:r>
              <a:rPr sz="2000" spc="-90" dirty="0">
                <a:latin typeface="Trebuchet MS"/>
                <a:cs typeface="Trebuchet MS"/>
              </a:rPr>
              <a:t>ersities</a:t>
            </a:r>
            <a:r>
              <a:rPr sz="2000" spc="-80" dirty="0">
                <a:latin typeface="Trebuchet MS"/>
                <a:cs typeface="Trebuchet MS"/>
              </a:rPr>
              <a:t> </a:t>
            </a:r>
            <a:r>
              <a:rPr sz="2000" spc="-50" dirty="0">
                <a:latin typeface="Trebuchet MS"/>
                <a:cs typeface="Trebuchet MS"/>
              </a:rPr>
              <a:t>P</a:t>
            </a:r>
            <a:r>
              <a:rPr sz="2000" spc="-75" dirty="0">
                <a:latin typeface="Trebuchet MS"/>
                <a:cs typeface="Trebuchet MS"/>
              </a:rPr>
              <a:t>ress</a:t>
            </a:r>
            <a:r>
              <a:rPr sz="2000" spc="-295" dirty="0">
                <a:latin typeface="Trebuchet MS"/>
                <a:cs typeface="Trebuchet MS"/>
              </a:rPr>
              <a:t>.</a:t>
            </a:r>
            <a:endParaRPr sz="2000" dirty="0">
              <a:latin typeface="Trebuchet MS"/>
              <a:cs typeface="Trebuchet MS"/>
            </a:endParaRPr>
          </a:p>
          <a:p>
            <a:pPr marL="578485" indent="-515620">
              <a:spcBef>
                <a:spcPts val="600"/>
              </a:spcBef>
              <a:buClr>
                <a:srgbClr val="3891A7"/>
              </a:buClr>
              <a:buAutoNum type="arabicPeriod" startAt="2"/>
              <a:tabLst>
                <a:tab pos="578485" algn="l"/>
                <a:tab pos="579120" algn="l"/>
                <a:tab pos="1529715" algn="l"/>
                <a:tab pos="5873750" algn="l"/>
                <a:tab pos="6365875" algn="l"/>
              </a:tabLst>
            </a:pPr>
            <a:r>
              <a:rPr sz="2000" spc="-65" dirty="0">
                <a:latin typeface="Trebuchet MS"/>
                <a:cs typeface="Trebuchet MS"/>
              </a:rPr>
              <a:t>Thomas	</a:t>
            </a:r>
            <a:r>
              <a:rPr sz="2000" spc="-75" dirty="0">
                <a:latin typeface="Trebuchet MS"/>
                <a:cs typeface="Trebuchet MS"/>
              </a:rPr>
              <a:t>H.</a:t>
            </a:r>
            <a:r>
              <a:rPr sz="2000" spc="204" dirty="0">
                <a:latin typeface="Trebuchet MS"/>
                <a:cs typeface="Trebuchet MS"/>
              </a:rPr>
              <a:t> </a:t>
            </a:r>
            <a:r>
              <a:rPr sz="2000" spc="-60" dirty="0">
                <a:latin typeface="Trebuchet MS"/>
                <a:cs typeface="Trebuchet MS"/>
              </a:rPr>
              <a:t>Cormen,</a:t>
            </a:r>
            <a:r>
              <a:rPr sz="2000" spc="210" dirty="0">
                <a:latin typeface="Trebuchet MS"/>
                <a:cs typeface="Trebuchet MS"/>
              </a:rPr>
              <a:t> </a:t>
            </a:r>
            <a:r>
              <a:rPr sz="2000" spc="-105" dirty="0">
                <a:latin typeface="Trebuchet MS"/>
                <a:cs typeface="Trebuchet MS"/>
              </a:rPr>
              <a:t>C.E.</a:t>
            </a:r>
            <a:r>
              <a:rPr sz="2000" spc="200" dirty="0">
                <a:latin typeface="Trebuchet MS"/>
                <a:cs typeface="Trebuchet MS"/>
              </a:rPr>
              <a:t> </a:t>
            </a:r>
            <a:r>
              <a:rPr sz="2000" spc="-90" dirty="0">
                <a:latin typeface="Trebuchet MS"/>
                <a:cs typeface="Trebuchet MS"/>
              </a:rPr>
              <a:t>Leiserson,</a:t>
            </a:r>
            <a:r>
              <a:rPr sz="2000" spc="220" dirty="0">
                <a:latin typeface="Trebuchet MS"/>
                <a:cs typeface="Trebuchet MS"/>
              </a:rPr>
              <a:t> </a:t>
            </a:r>
            <a:r>
              <a:rPr sz="2000" spc="45" dirty="0">
                <a:latin typeface="Trebuchet MS"/>
                <a:cs typeface="Trebuchet MS"/>
              </a:rPr>
              <a:t>R</a:t>
            </a:r>
            <a:r>
              <a:rPr sz="2000" spc="400" dirty="0">
                <a:latin typeface="Trebuchet MS"/>
                <a:cs typeface="Trebuchet MS"/>
              </a:rPr>
              <a:t> </a:t>
            </a:r>
            <a:r>
              <a:rPr sz="2000" spc="-165" dirty="0">
                <a:latin typeface="Trebuchet MS"/>
                <a:cs typeface="Trebuchet MS"/>
              </a:rPr>
              <a:t>L.</a:t>
            </a:r>
            <a:r>
              <a:rPr sz="2000" spc="204" dirty="0">
                <a:latin typeface="Trebuchet MS"/>
                <a:cs typeface="Trebuchet MS"/>
              </a:rPr>
              <a:t> </a:t>
            </a:r>
            <a:r>
              <a:rPr sz="2000" spc="-90" dirty="0">
                <a:latin typeface="Trebuchet MS"/>
                <a:cs typeface="Trebuchet MS"/>
              </a:rPr>
              <a:t>Rivest	</a:t>
            </a:r>
            <a:r>
              <a:rPr sz="2000" spc="-135" dirty="0">
                <a:latin typeface="Trebuchet MS"/>
                <a:cs typeface="Trebuchet MS"/>
              </a:rPr>
              <a:t>and	</a:t>
            </a:r>
            <a:r>
              <a:rPr sz="2000" spc="-25" dirty="0">
                <a:latin typeface="Trebuchet MS"/>
                <a:cs typeface="Trebuchet MS"/>
              </a:rPr>
              <a:t>C.</a:t>
            </a:r>
            <a:r>
              <a:rPr sz="2000" spc="155" dirty="0">
                <a:latin typeface="Trebuchet MS"/>
                <a:cs typeface="Trebuchet MS"/>
              </a:rPr>
              <a:t> </a:t>
            </a:r>
            <a:r>
              <a:rPr sz="2000" spc="-140" dirty="0">
                <a:latin typeface="Trebuchet MS"/>
                <a:cs typeface="Trebuchet MS"/>
              </a:rPr>
              <a:t>Stein,</a:t>
            </a:r>
            <a:endParaRPr sz="2000" dirty="0">
              <a:latin typeface="Trebuchet MS"/>
              <a:cs typeface="Trebuchet MS"/>
            </a:endParaRPr>
          </a:p>
          <a:p>
            <a:pPr marL="578485">
              <a:tabLst>
                <a:tab pos="4455795" algn="l"/>
              </a:tabLst>
            </a:pPr>
            <a:r>
              <a:rPr sz="2000" spc="-50" dirty="0">
                <a:latin typeface="Trebuchet MS"/>
                <a:cs typeface="Trebuchet MS"/>
              </a:rPr>
              <a:t>I</a:t>
            </a:r>
            <a:r>
              <a:rPr sz="2000" spc="-95" dirty="0">
                <a:latin typeface="Trebuchet MS"/>
                <a:cs typeface="Trebuchet MS"/>
              </a:rPr>
              <a:t>n</a:t>
            </a:r>
            <a:r>
              <a:rPr sz="2000" spc="-60" dirty="0">
                <a:latin typeface="Trebuchet MS"/>
                <a:cs typeface="Trebuchet MS"/>
              </a:rPr>
              <a:t>t</a:t>
            </a:r>
            <a:r>
              <a:rPr sz="2000" spc="-100" dirty="0">
                <a:latin typeface="Trebuchet MS"/>
                <a:cs typeface="Trebuchet MS"/>
              </a:rPr>
              <a:t>r</a:t>
            </a:r>
            <a:r>
              <a:rPr sz="2000" spc="-85" dirty="0">
                <a:latin typeface="Trebuchet MS"/>
                <a:cs typeface="Trebuchet MS"/>
              </a:rPr>
              <a:t>oduc</a:t>
            </a:r>
            <a:r>
              <a:rPr sz="2000" spc="-75" dirty="0">
                <a:latin typeface="Trebuchet MS"/>
                <a:cs typeface="Trebuchet MS"/>
              </a:rPr>
              <a:t>t</a:t>
            </a:r>
            <a:r>
              <a:rPr sz="2000" spc="-40" dirty="0">
                <a:latin typeface="Trebuchet MS"/>
                <a:cs typeface="Trebuchet MS"/>
              </a:rPr>
              <a:t>i</a:t>
            </a:r>
            <a:r>
              <a:rPr sz="2000" spc="-80" dirty="0">
                <a:latin typeface="Trebuchet MS"/>
                <a:cs typeface="Trebuchet MS"/>
              </a:rPr>
              <a:t>o</a:t>
            </a:r>
            <a:r>
              <a:rPr sz="2000" spc="-95" dirty="0">
                <a:latin typeface="Trebuchet MS"/>
                <a:cs typeface="Trebuchet MS"/>
              </a:rPr>
              <a:t>n</a:t>
            </a:r>
            <a:r>
              <a:rPr sz="2000" spc="-90" dirty="0">
                <a:latin typeface="Trebuchet MS"/>
                <a:cs typeface="Trebuchet MS"/>
              </a:rPr>
              <a:t> </a:t>
            </a:r>
            <a:r>
              <a:rPr sz="2000" spc="-50" dirty="0">
                <a:latin typeface="Trebuchet MS"/>
                <a:cs typeface="Trebuchet MS"/>
              </a:rPr>
              <a:t>to</a:t>
            </a:r>
            <a:r>
              <a:rPr sz="2000" spc="-260" dirty="0">
                <a:latin typeface="Trebuchet MS"/>
                <a:cs typeface="Trebuchet MS"/>
              </a:rPr>
              <a:t> </a:t>
            </a:r>
            <a:r>
              <a:rPr sz="2000" spc="-50" dirty="0">
                <a:latin typeface="Trebuchet MS"/>
                <a:cs typeface="Trebuchet MS"/>
              </a:rPr>
              <a:t>Al</a:t>
            </a:r>
            <a:r>
              <a:rPr sz="2000" spc="-85" dirty="0">
                <a:latin typeface="Trebuchet MS"/>
                <a:cs typeface="Trebuchet MS"/>
              </a:rPr>
              <a:t>g</a:t>
            </a:r>
            <a:r>
              <a:rPr sz="2000" spc="-60" dirty="0">
                <a:latin typeface="Trebuchet MS"/>
                <a:cs typeface="Trebuchet MS"/>
              </a:rPr>
              <a:t>orit</a:t>
            </a:r>
            <a:r>
              <a:rPr sz="2000" spc="-70" dirty="0">
                <a:latin typeface="Trebuchet MS"/>
                <a:cs typeface="Trebuchet MS"/>
              </a:rPr>
              <a:t>h</a:t>
            </a:r>
            <a:r>
              <a:rPr sz="2000" spc="-130" dirty="0">
                <a:latin typeface="Trebuchet MS"/>
                <a:cs typeface="Trebuchet MS"/>
              </a:rPr>
              <a:t>m</a:t>
            </a:r>
            <a:r>
              <a:rPr sz="2000" spc="-45" dirty="0">
                <a:latin typeface="Trebuchet MS"/>
                <a:cs typeface="Trebuchet MS"/>
              </a:rPr>
              <a:t>s</a:t>
            </a:r>
            <a:r>
              <a:rPr sz="2000" spc="-295" dirty="0">
                <a:latin typeface="Trebuchet MS"/>
                <a:cs typeface="Trebuchet MS"/>
              </a:rPr>
              <a:t>,</a:t>
            </a:r>
            <a:r>
              <a:rPr sz="2000" spc="-285" dirty="0">
                <a:latin typeface="Trebuchet MS"/>
                <a:cs typeface="Trebuchet MS"/>
              </a:rPr>
              <a:t> </a:t>
            </a:r>
            <a:r>
              <a:rPr sz="2000" spc="-45" dirty="0">
                <a:latin typeface="Trebuchet MS"/>
                <a:cs typeface="Trebuchet MS"/>
              </a:rPr>
              <a:t>2009</a:t>
            </a:r>
            <a:r>
              <a:rPr sz="2000" spc="-295" dirty="0">
                <a:latin typeface="Trebuchet MS"/>
                <a:cs typeface="Trebuchet MS"/>
              </a:rPr>
              <a:t>,</a:t>
            </a:r>
            <a:r>
              <a:rPr sz="2000" spc="-290" dirty="0">
                <a:latin typeface="Trebuchet MS"/>
                <a:cs typeface="Trebuchet MS"/>
              </a:rPr>
              <a:t> </a:t>
            </a:r>
            <a:r>
              <a:rPr sz="2000" spc="-45" dirty="0">
                <a:latin typeface="Trebuchet MS"/>
                <a:cs typeface="Trebuchet MS"/>
              </a:rPr>
              <a:t>3</a:t>
            </a:r>
            <a:r>
              <a:rPr sz="1950" spc="-52" baseline="25641" dirty="0">
                <a:latin typeface="Trebuchet MS"/>
                <a:cs typeface="Trebuchet MS"/>
              </a:rPr>
              <a:t>r</a:t>
            </a:r>
            <a:r>
              <a:rPr sz="1950" spc="-22" baseline="25641" dirty="0">
                <a:latin typeface="Trebuchet MS"/>
                <a:cs typeface="Trebuchet MS"/>
              </a:rPr>
              <a:t>d</a:t>
            </a:r>
            <a:r>
              <a:rPr sz="1950" baseline="25641" dirty="0">
                <a:latin typeface="Trebuchet MS"/>
                <a:cs typeface="Trebuchet MS"/>
              </a:rPr>
              <a:t>	</a:t>
            </a:r>
            <a:r>
              <a:rPr sz="2000" spc="-120" dirty="0">
                <a:latin typeface="Trebuchet MS"/>
                <a:cs typeface="Trebuchet MS"/>
              </a:rPr>
              <a:t>Ed</a:t>
            </a:r>
            <a:r>
              <a:rPr sz="2000" spc="-60" dirty="0">
                <a:latin typeface="Trebuchet MS"/>
                <a:cs typeface="Trebuchet MS"/>
              </a:rPr>
              <a:t>i</a:t>
            </a:r>
            <a:r>
              <a:rPr sz="2000" spc="-150" dirty="0">
                <a:latin typeface="Trebuchet MS"/>
                <a:cs typeface="Trebuchet MS"/>
              </a:rPr>
              <a:t>t</a:t>
            </a:r>
            <a:r>
              <a:rPr sz="2000" spc="-105" dirty="0">
                <a:latin typeface="Trebuchet MS"/>
                <a:cs typeface="Trebuchet MS"/>
              </a:rPr>
              <a:t>i</a:t>
            </a:r>
            <a:r>
              <a:rPr sz="2000" spc="-30" dirty="0">
                <a:latin typeface="Trebuchet MS"/>
                <a:cs typeface="Trebuchet MS"/>
              </a:rPr>
              <a:t>o</a:t>
            </a:r>
            <a:r>
              <a:rPr sz="2000" spc="-40" dirty="0">
                <a:latin typeface="Trebuchet MS"/>
                <a:cs typeface="Trebuchet MS"/>
              </a:rPr>
              <a:t>n</a:t>
            </a:r>
            <a:r>
              <a:rPr sz="2000" spc="-295" dirty="0">
                <a:latin typeface="Trebuchet MS"/>
                <a:cs typeface="Trebuchet MS"/>
              </a:rPr>
              <a:t>,</a:t>
            </a:r>
            <a:r>
              <a:rPr sz="2000" spc="-285" dirty="0">
                <a:latin typeface="Trebuchet MS"/>
                <a:cs typeface="Trebuchet MS"/>
              </a:rPr>
              <a:t> </a:t>
            </a:r>
            <a:r>
              <a:rPr sz="2000" spc="45" dirty="0">
                <a:latin typeface="Trebuchet MS"/>
                <a:cs typeface="Trebuchet MS"/>
              </a:rPr>
              <a:t>MIT</a:t>
            </a:r>
            <a:r>
              <a:rPr sz="2000" spc="-55" dirty="0">
                <a:latin typeface="Trebuchet MS"/>
                <a:cs typeface="Trebuchet MS"/>
              </a:rPr>
              <a:t> </a:t>
            </a:r>
            <a:r>
              <a:rPr sz="2000" spc="-50" dirty="0">
                <a:latin typeface="Trebuchet MS"/>
                <a:cs typeface="Trebuchet MS"/>
              </a:rPr>
              <a:t>P</a:t>
            </a:r>
            <a:r>
              <a:rPr sz="2000" spc="-75" dirty="0">
                <a:latin typeface="Trebuchet MS"/>
                <a:cs typeface="Trebuchet MS"/>
              </a:rPr>
              <a:t>ress</a:t>
            </a:r>
            <a:r>
              <a:rPr sz="2000" spc="-295" dirty="0">
                <a:latin typeface="Trebuchet MS"/>
                <a:cs typeface="Trebuchet MS"/>
              </a:rPr>
              <a:t>.</a:t>
            </a:r>
            <a:endParaRPr sz="2000" dirty="0">
              <a:latin typeface="Trebuchet MS"/>
              <a:cs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2206089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CD878D-BACD-45C3-9D78-351DD4C7A9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898" y="68521"/>
            <a:ext cx="6561406" cy="679142"/>
          </a:xfrm>
        </p:spPr>
        <p:txBody>
          <a:bodyPr>
            <a:normAutofit fontScale="90000"/>
          </a:bodyPr>
          <a:lstStyle/>
          <a:p>
            <a:pPr algn="ctr"/>
            <a:r>
              <a:rPr lang="en-IN" dirty="0">
                <a:solidFill>
                  <a:srgbClr val="FF0000"/>
                </a:solidFill>
              </a:rPr>
              <a:t>Introduction to Spanning Trees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FF75F6-4103-41E7-9340-8CDEAF44EC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3918" y="741598"/>
            <a:ext cx="10515600" cy="2087781"/>
          </a:xfrm>
        </p:spPr>
        <p:txBody>
          <a:bodyPr>
            <a:normAutofit lnSpcReduction="10000"/>
          </a:bodyPr>
          <a:lstStyle/>
          <a:p>
            <a:r>
              <a:rPr lang="en-IN" dirty="0"/>
              <a:t>A spanning tree is a subset of graph G, which has all the vertices covered with minimum possible number of edges. </a:t>
            </a:r>
          </a:p>
          <a:p>
            <a:r>
              <a:rPr lang="en-IN" dirty="0"/>
              <a:t>A spanning does not have cycles as well as every vertex is connected. </a:t>
            </a:r>
          </a:p>
          <a:p>
            <a:r>
              <a:rPr lang="en-IN" dirty="0"/>
              <a:t>Hence, every connected undirected graph has at least one spanning tree. </a:t>
            </a:r>
          </a:p>
          <a:p>
            <a:pPr marL="0" indent="0">
              <a:buNone/>
            </a:pPr>
            <a:endParaRPr lang="en-IN" dirty="0"/>
          </a:p>
          <a:p>
            <a:endParaRPr lang="en-IN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02D79936-C59E-4D2B-A122-8B57F165F62A}"/>
              </a:ext>
            </a:extLst>
          </p:cNvPr>
          <p:cNvSpPr/>
          <p:nvPr/>
        </p:nvSpPr>
        <p:spPr>
          <a:xfrm>
            <a:off x="1379637" y="4075936"/>
            <a:ext cx="665492" cy="502346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dirty="0">
                <a:solidFill>
                  <a:srgbClr val="FF0000"/>
                </a:solidFill>
              </a:rPr>
              <a:t>A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7F4A960F-36C0-4FBE-AC65-03328575ED26}"/>
              </a:ext>
            </a:extLst>
          </p:cNvPr>
          <p:cNvSpPr/>
          <p:nvPr/>
        </p:nvSpPr>
        <p:spPr>
          <a:xfrm>
            <a:off x="364419" y="5150519"/>
            <a:ext cx="665492" cy="502346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dirty="0">
                <a:solidFill>
                  <a:srgbClr val="FF0000"/>
                </a:solidFill>
              </a:rPr>
              <a:t>C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321F3DF-E20C-438A-AAC2-20CAAFB6CB34}"/>
              </a:ext>
            </a:extLst>
          </p:cNvPr>
          <p:cNvSpPr/>
          <p:nvPr/>
        </p:nvSpPr>
        <p:spPr>
          <a:xfrm>
            <a:off x="2180470" y="5108467"/>
            <a:ext cx="665492" cy="502346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dirty="0">
                <a:solidFill>
                  <a:srgbClr val="FF0000"/>
                </a:solidFill>
              </a:rPr>
              <a:t>B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65CA402-16ED-4267-9641-77A24BD209B0}"/>
              </a:ext>
            </a:extLst>
          </p:cNvPr>
          <p:cNvCxnSpPr>
            <a:cxnSpLocks/>
            <a:stCxn id="4" idx="3"/>
            <a:endCxn id="5" idx="7"/>
          </p:cNvCxnSpPr>
          <p:nvPr/>
        </p:nvCxnSpPr>
        <p:spPr>
          <a:xfrm flipH="1">
            <a:off x="932452" y="4504715"/>
            <a:ext cx="544644" cy="71937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D608C0A-00E8-41D0-AD63-AC14B08C1D81}"/>
              </a:ext>
            </a:extLst>
          </p:cNvPr>
          <p:cNvCxnSpPr>
            <a:cxnSpLocks/>
            <a:stCxn id="4" idx="5"/>
            <a:endCxn id="6" idx="0"/>
          </p:cNvCxnSpPr>
          <p:nvPr/>
        </p:nvCxnSpPr>
        <p:spPr>
          <a:xfrm>
            <a:off x="1947670" y="4504715"/>
            <a:ext cx="565546" cy="60375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09461B9D-A4E8-4E0E-BDB2-DD0CB67DE780}"/>
              </a:ext>
            </a:extLst>
          </p:cNvPr>
          <p:cNvCxnSpPr>
            <a:cxnSpLocks/>
            <a:stCxn id="6" idx="2"/>
            <a:endCxn id="5" idx="6"/>
          </p:cNvCxnSpPr>
          <p:nvPr/>
        </p:nvCxnSpPr>
        <p:spPr>
          <a:xfrm flipH="1">
            <a:off x="1029911" y="5359640"/>
            <a:ext cx="1150559" cy="4205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CECA82C9-6BF9-479E-A59E-86A297D129C4}"/>
              </a:ext>
            </a:extLst>
          </p:cNvPr>
          <p:cNvSpPr txBox="1"/>
          <p:nvPr/>
        </p:nvSpPr>
        <p:spPr>
          <a:xfrm>
            <a:off x="1007090" y="5779088"/>
            <a:ext cx="1385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dirty="0">
                <a:solidFill>
                  <a:srgbClr val="7030A0"/>
                </a:solidFill>
              </a:rPr>
              <a:t>Graph G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D87B5DC5-2436-4AF5-B3E6-00FA5A46EDD2}"/>
              </a:ext>
            </a:extLst>
          </p:cNvPr>
          <p:cNvSpPr/>
          <p:nvPr/>
        </p:nvSpPr>
        <p:spPr>
          <a:xfrm>
            <a:off x="7018438" y="4087659"/>
            <a:ext cx="665492" cy="502346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dirty="0">
                <a:solidFill>
                  <a:srgbClr val="FF0000"/>
                </a:solidFill>
              </a:rPr>
              <a:t>A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003B4684-2EC5-40B1-9ECB-4D0B39259CA5}"/>
              </a:ext>
            </a:extLst>
          </p:cNvPr>
          <p:cNvSpPr/>
          <p:nvPr/>
        </p:nvSpPr>
        <p:spPr>
          <a:xfrm>
            <a:off x="6003220" y="5162242"/>
            <a:ext cx="665492" cy="502346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dirty="0">
                <a:solidFill>
                  <a:srgbClr val="FF0000"/>
                </a:solidFill>
              </a:rPr>
              <a:t>C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A7DCD5F5-BE41-4232-A29C-6A368D632A13}"/>
              </a:ext>
            </a:extLst>
          </p:cNvPr>
          <p:cNvSpPr/>
          <p:nvPr/>
        </p:nvSpPr>
        <p:spPr>
          <a:xfrm>
            <a:off x="7819271" y="5120190"/>
            <a:ext cx="665492" cy="502346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dirty="0">
                <a:solidFill>
                  <a:srgbClr val="FF0000"/>
                </a:solidFill>
              </a:rPr>
              <a:t>B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6B807227-67AD-4096-A046-EEC1A06D08D9}"/>
              </a:ext>
            </a:extLst>
          </p:cNvPr>
          <p:cNvSpPr/>
          <p:nvPr/>
        </p:nvSpPr>
        <p:spPr>
          <a:xfrm>
            <a:off x="9620963" y="3961047"/>
            <a:ext cx="665492" cy="502346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dirty="0">
                <a:solidFill>
                  <a:srgbClr val="FF0000"/>
                </a:solidFill>
              </a:rPr>
              <a:t>A</a:t>
            </a: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4511AD8E-F2E6-4F51-A2A3-D9597F034E79}"/>
              </a:ext>
            </a:extLst>
          </p:cNvPr>
          <p:cNvSpPr/>
          <p:nvPr/>
        </p:nvSpPr>
        <p:spPr>
          <a:xfrm>
            <a:off x="8605745" y="5035630"/>
            <a:ext cx="665492" cy="502346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dirty="0">
                <a:solidFill>
                  <a:srgbClr val="FF0000"/>
                </a:solidFill>
              </a:rPr>
              <a:t>C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ECF2202B-A03C-400B-B945-1B2A325C264E}"/>
              </a:ext>
            </a:extLst>
          </p:cNvPr>
          <p:cNvSpPr/>
          <p:nvPr/>
        </p:nvSpPr>
        <p:spPr>
          <a:xfrm>
            <a:off x="10421796" y="4993578"/>
            <a:ext cx="665492" cy="502346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dirty="0">
                <a:solidFill>
                  <a:srgbClr val="FF0000"/>
                </a:solidFill>
              </a:rPr>
              <a:t>B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245F3428-9DC1-4EF1-A240-6CBB873BCA04}"/>
              </a:ext>
            </a:extLst>
          </p:cNvPr>
          <p:cNvSpPr/>
          <p:nvPr/>
        </p:nvSpPr>
        <p:spPr>
          <a:xfrm>
            <a:off x="4305720" y="4075936"/>
            <a:ext cx="665492" cy="502346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dirty="0">
                <a:solidFill>
                  <a:srgbClr val="FF0000"/>
                </a:solidFill>
              </a:rPr>
              <a:t>A</a:t>
            </a: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7E996E94-496C-4D93-A879-67102D8D9628}"/>
              </a:ext>
            </a:extLst>
          </p:cNvPr>
          <p:cNvSpPr/>
          <p:nvPr/>
        </p:nvSpPr>
        <p:spPr>
          <a:xfrm>
            <a:off x="3290502" y="5150519"/>
            <a:ext cx="665492" cy="502346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dirty="0">
                <a:solidFill>
                  <a:srgbClr val="FF0000"/>
                </a:solidFill>
              </a:rPr>
              <a:t>C</a:t>
            </a: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14A7A357-1FFF-49B2-B35C-B0BC225267DF}"/>
              </a:ext>
            </a:extLst>
          </p:cNvPr>
          <p:cNvSpPr/>
          <p:nvPr/>
        </p:nvSpPr>
        <p:spPr>
          <a:xfrm>
            <a:off x="5106553" y="5108467"/>
            <a:ext cx="665492" cy="502346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dirty="0">
                <a:solidFill>
                  <a:srgbClr val="FF0000"/>
                </a:solidFill>
              </a:rPr>
              <a:t>B</a:t>
            </a:r>
          </a:p>
        </p:txBody>
      </p:sp>
      <p:sp>
        <p:nvSpPr>
          <p:cNvPr id="44" name="Left Brace 43">
            <a:extLst>
              <a:ext uri="{FF2B5EF4-FFF2-40B4-BE49-F238E27FC236}">
                <a16:creationId xmlns:a16="http://schemas.microsoft.com/office/drawing/2014/main" id="{7522058A-2D7A-4EE5-8E89-2AA9BF8C626D}"/>
              </a:ext>
            </a:extLst>
          </p:cNvPr>
          <p:cNvSpPr/>
          <p:nvPr/>
        </p:nvSpPr>
        <p:spPr>
          <a:xfrm rot="16200000">
            <a:off x="7013607" y="2299529"/>
            <a:ext cx="635219" cy="7512144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F75CF28-622C-4A4C-B478-E79FDAE6F117}"/>
              </a:ext>
            </a:extLst>
          </p:cNvPr>
          <p:cNvSpPr txBox="1"/>
          <p:nvPr/>
        </p:nvSpPr>
        <p:spPr>
          <a:xfrm>
            <a:off x="4463547" y="6111601"/>
            <a:ext cx="237943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dirty="0">
                <a:solidFill>
                  <a:srgbClr val="7030A0"/>
                </a:solidFill>
              </a:rPr>
              <a:t>Spanning Trees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EE72836-2F57-4D87-B9AA-42629A9F52C8}"/>
              </a:ext>
            </a:extLst>
          </p:cNvPr>
          <p:cNvSpPr txBox="1"/>
          <p:nvPr/>
        </p:nvSpPr>
        <p:spPr>
          <a:xfrm>
            <a:off x="1934832" y="2889983"/>
            <a:ext cx="9467760" cy="95410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IN" sz="2800" dirty="0">
                <a:solidFill>
                  <a:srgbClr val="7030A0"/>
                </a:solidFill>
              </a:rPr>
              <a:t>No. of spanning trees for a complete undirected graphs </a:t>
            </a:r>
            <a:r>
              <a:rPr lang="en-IN" sz="2800" dirty="0" smtClean="0">
                <a:solidFill>
                  <a:srgbClr val="7030A0"/>
                </a:solidFill>
              </a:rPr>
              <a:t>n</a:t>
            </a:r>
            <a:r>
              <a:rPr lang="en-IN" sz="2800" baseline="30000" dirty="0" smtClean="0">
                <a:solidFill>
                  <a:srgbClr val="7030A0"/>
                </a:solidFill>
              </a:rPr>
              <a:t>(n-2)</a:t>
            </a:r>
            <a:r>
              <a:rPr lang="en-IN" sz="2800" dirty="0" smtClean="0">
                <a:solidFill>
                  <a:srgbClr val="7030A0"/>
                </a:solidFill>
              </a:rPr>
              <a:t> </a:t>
            </a:r>
            <a:r>
              <a:rPr lang="en-IN" sz="2800" dirty="0">
                <a:solidFill>
                  <a:srgbClr val="7030A0"/>
                </a:solidFill>
              </a:rPr>
              <a:t>where n is number of vertices.</a:t>
            </a: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7ED0ACFD-A737-4B4B-A36A-14A1C86977DA}"/>
              </a:ext>
            </a:extLst>
          </p:cNvPr>
          <p:cNvCxnSpPr>
            <a:cxnSpLocks/>
            <a:endCxn id="38" idx="7"/>
          </p:cNvCxnSpPr>
          <p:nvPr/>
        </p:nvCxnSpPr>
        <p:spPr>
          <a:xfrm flipH="1">
            <a:off x="3858535" y="4418611"/>
            <a:ext cx="506142" cy="80547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1D6391E3-57F0-488A-9E42-E91E98C6D306}"/>
              </a:ext>
            </a:extLst>
          </p:cNvPr>
          <p:cNvCxnSpPr>
            <a:cxnSpLocks/>
            <a:stCxn id="39" idx="2"/>
            <a:endCxn id="38" idx="6"/>
          </p:cNvCxnSpPr>
          <p:nvPr/>
        </p:nvCxnSpPr>
        <p:spPr>
          <a:xfrm flipH="1">
            <a:off x="3955994" y="5359640"/>
            <a:ext cx="1150559" cy="4205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682C1DE3-E48F-4574-B24D-E9481E017FFE}"/>
              </a:ext>
            </a:extLst>
          </p:cNvPr>
          <p:cNvCxnSpPr>
            <a:cxnSpLocks/>
            <a:stCxn id="23" idx="3"/>
            <a:endCxn id="24" idx="7"/>
          </p:cNvCxnSpPr>
          <p:nvPr/>
        </p:nvCxnSpPr>
        <p:spPr>
          <a:xfrm flipH="1">
            <a:off x="6571253" y="4516438"/>
            <a:ext cx="544644" cy="71937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01D3B050-3511-4BB2-A0FC-FAAF2474AD72}"/>
              </a:ext>
            </a:extLst>
          </p:cNvPr>
          <p:cNvCxnSpPr>
            <a:cxnSpLocks/>
            <a:stCxn id="23" idx="5"/>
            <a:endCxn id="25" idx="0"/>
          </p:cNvCxnSpPr>
          <p:nvPr/>
        </p:nvCxnSpPr>
        <p:spPr>
          <a:xfrm>
            <a:off x="7586471" y="4516438"/>
            <a:ext cx="565546" cy="60375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A1587A4A-63F3-4DCE-8330-8AD40AE65204}"/>
              </a:ext>
            </a:extLst>
          </p:cNvPr>
          <p:cNvCxnSpPr>
            <a:cxnSpLocks/>
            <a:stCxn id="30" idx="4"/>
            <a:endCxn id="32" idx="1"/>
          </p:cNvCxnSpPr>
          <p:nvPr/>
        </p:nvCxnSpPr>
        <p:spPr>
          <a:xfrm>
            <a:off x="9953709" y="4463393"/>
            <a:ext cx="565546" cy="60375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A0AB0D6D-04A5-4A86-8B3A-DB29D72138BF}"/>
              </a:ext>
            </a:extLst>
          </p:cNvPr>
          <p:cNvCxnSpPr>
            <a:cxnSpLocks/>
            <a:stCxn id="32" idx="2"/>
            <a:endCxn id="31" idx="6"/>
          </p:cNvCxnSpPr>
          <p:nvPr/>
        </p:nvCxnSpPr>
        <p:spPr>
          <a:xfrm flipH="1">
            <a:off x="9271237" y="5244751"/>
            <a:ext cx="1150559" cy="4205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TextBox 63">
            <a:extLst>
              <a:ext uri="{FF2B5EF4-FFF2-40B4-BE49-F238E27FC236}">
                <a16:creationId xmlns:a16="http://schemas.microsoft.com/office/drawing/2014/main" id="{B6F0BCFB-B551-4AAB-947D-7B6C23650229}"/>
              </a:ext>
            </a:extLst>
          </p:cNvPr>
          <p:cNvSpPr txBox="1"/>
          <p:nvPr/>
        </p:nvSpPr>
        <p:spPr>
          <a:xfrm>
            <a:off x="843918" y="4590005"/>
            <a:ext cx="4003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5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D3869A7E-C113-4179-BEB8-14AC0BB1A840}"/>
              </a:ext>
            </a:extLst>
          </p:cNvPr>
          <p:cNvSpPr txBox="1"/>
          <p:nvPr/>
        </p:nvSpPr>
        <p:spPr>
          <a:xfrm>
            <a:off x="2192857" y="4446786"/>
            <a:ext cx="5655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10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4BDB2D4-F8FC-41C5-84A2-2365E29557DE}"/>
              </a:ext>
            </a:extLst>
          </p:cNvPr>
          <p:cNvSpPr txBox="1"/>
          <p:nvPr/>
        </p:nvSpPr>
        <p:spPr>
          <a:xfrm>
            <a:off x="1289520" y="5081111"/>
            <a:ext cx="5655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3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FEC296A4-8912-46FB-99D2-35249BE27777}"/>
              </a:ext>
            </a:extLst>
          </p:cNvPr>
          <p:cNvSpPr txBox="1"/>
          <p:nvPr/>
        </p:nvSpPr>
        <p:spPr>
          <a:xfrm>
            <a:off x="3781973" y="4432631"/>
            <a:ext cx="4003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5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5E541DD2-A0D6-4110-BCA1-2483910C1646}"/>
              </a:ext>
            </a:extLst>
          </p:cNvPr>
          <p:cNvSpPr txBox="1"/>
          <p:nvPr/>
        </p:nvSpPr>
        <p:spPr>
          <a:xfrm>
            <a:off x="4497681" y="5039420"/>
            <a:ext cx="4003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3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E51511D1-CA99-4ACB-9595-7D7DB1CA296F}"/>
              </a:ext>
            </a:extLst>
          </p:cNvPr>
          <p:cNvSpPr txBox="1"/>
          <p:nvPr/>
        </p:nvSpPr>
        <p:spPr>
          <a:xfrm>
            <a:off x="6538073" y="4487211"/>
            <a:ext cx="4003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5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0057E656-79A0-4221-817F-CB0C4F2D4783}"/>
              </a:ext>
            </a:extLst>
          </p:cNvPr>
          <p:cNvSpPr txBox="1"/>
          <p:nvPr/>
        </p:nvSpPr>
        <p:spPr>
          <a:xfrm>
            <a:off x="7819392" y="4536469"/>
            <a:ext cx="5655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10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D35BE75B-3485-4790-A597-2DFF089B7D73}"/>
              </a:ext>
            </a:extLst>
          </p:cNvPr>
          <p:cNvSpPr txBox="1"/>
          <p:nvPr/>
        </p:nvSpPr>
        <p:spPr>
          <a:xfrm>
            <a:off x="10122924" y="4304816"/>
            <a:ext cx="5655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10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78ECB4F4-9CDD-4909-9276-10914E5A1FD6}"/>
              </a:ext>
            </a:extLst>
          </p:cNvPr>
          <p:cNvSpPr txBox="1"/>
          <p:nvPr/>
        </p:nvSpPr>
        <p:spPr>
          <a:xfrm>
            <a:off x="9787375" y="5218778"/>
            <a:ext cx="4003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8441760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CD878D-BACD-45C3-9D78-351DD4C7A9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898" y="68521"/>
            <a:ext cx="6561406" cy="679142"/>
          </a:xfrm>
        </p:spPr>
        <p:txBody>
          <a:bodyPr>
            <a:normAutofit fontScale="90000"/>
          </a:bodyPr>
          <a:lstStyle/>
          <a:p>
            <a:pPr algn="ctr"/>
            <a:r>
              <a:rPr lang="en-IN" dirty="0">
                <a:solidFill>
                  <a:srgbClr val="FF0000"/>
                </a:solidFill>
              </a:rPr>
              <a:t>Examples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02D79936-C59E-4D2B-A122-8B57F165F62A}"/>
              </a:ext>
            </a:extLst>
          </p:cNvPr>
          <p:cNvSpPr/>
          <p:nvPr/>
        </p:nvSpPr>
        <p:spPr>
          <a:xfrm>
            <a:off x="364419" y="3458701"/>
            <a:ext cx="665492" cy="502346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dirty="0">
                <a:solidFill>
                  <a:srgbClr val="FF0000"/>
                </a:solidFill>
              </a:rPr>
              <a:t>A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7F4A960F-36C0-4FBE-AC65-03328575ED26}"/>
              </a:ext>
            </a:extLst>
          </p:cNvPr>
          <p:cNvSpPr/>
          <p:nvPr/>
        </p:nvSpPr>
        <p:spPr>
          <a:xfrm>
            <a:off x="364419" y="5150519"/>
            <a:ext cx="665492" cy="502346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dirty="0">
                <a:solidFill>
                  <a:srgbClr val="FF0000"/>
                </a:solidFill>
              </a:rPr>
              <a:t>C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321F3DF-E20C-438A-AAC2-20CAAFB6CB34}"/>
              </a:ext>
            </a:extLst>
          </p:cNvPr>
          <p:cNvSpPr/>
          <p:nvPr/>
        </p:nvSpPr>
        <p:spPr>
          <a:xfrm>
            <a:off x="2180470" y="5108467"/>
            <a:ext cx="665492" cy="502346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dirty="0">
                <a:solidFill>
                  <a:srgbClr val="FF0000"/>
                </a:solidFill>
              </a:rPr>
              <a:t>D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65CA402-16ED-4267-9641-77A24BD209B0}"/>
              </a:ext>
            </a:extLst>
          </p:cNvPr>
          <p:cNvCxnSpPr>
            <a:cxnSpLocks/>
            <a:stCxn id="4" idx="4"/>
            <a:endCxn id="5" idx="0"/>
          </p:cNvCxnSpPr>
          <p:nvPr/>
        </p:nvCxnSpPr>
        <p:spPr>
          <a:xfrm>
            <a:off x="697165" y="3961047"/>
            <a:ext cx="0" cy="11894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D608C0A-00E8-41D0-AD63-AC14B08C1D81}"/>
              </a:ext>
            </a:extLst>
          </p:cNvPr>
          <p:cNvCxnSpPr>
            <a:cxnSpLocks/>
            <a:stCxn id="4" idx="5"/>
            <a:endCxn id="6" idx="1"/>
          </p:cNvCxnSpPr>
          <p:nvPr/>
        </p:nvCxnSpPr>
        <p:spPr>
          <a:xfrm>
            <a:off x="932452" y="3887480"/>
            <a:ext cx="1345477" cy="129455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09461B9D-A4E8-4E0E-BDB2-DD0CB67DE780}"/>
              </a:ext>
            </a:extLst>
          </p:cNvPr>
          <p:cNvCxnSpPr>
            <a:cxnSpLocks/>
            <a:stCxn id="6" idx="2"/>
            <a:endCxn id="5" idx="6"/>
          </p:cNvCxnSpPr>
          <p:nvPr/>
        </p:nvCxnSpPr>
        <p:spPr>
          <a:xfrm flipH="1">
            <a:off x="1029911" y="5359640"/>
            <a:ext cx="1150559" cy="4205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CECA82C9-6BF9-479E-A59E-86A297D129C4}"/>
              </a:ext>
            </a:extLst>
          </p:cNvPr>
          <p:cNvSpPr txBox="1"/>
          <p:nvPr/>
        </p:nvSpPr>
        <p:spPr>
          <a:xfrm>
            <a:off x="1007090" y="5779088"/>
            <a:ext cx="1385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dirty="0">
                <a:solidFill>
                  <a:srgbClr val="7030A0"/>
                </a:solidFill>
              </a:rPr>
              <a:t>Graph G</a:t>
            </a:r>
          </a:p>
        </p:txBody>
      </p:sp>
      <p:sp>
        <p:nvSpPr>
          <p:cNvPr id="44" name="Left Brace 43">
            <a:extLst>
              <a:ext uri="{FF2B5EF4-FFF2-40B4-BE49-F238E27FC236}">
                <a16:creationId xmlns:a16="http://schemas.microsoft.com/office/drawing/2014/main" id="{7522058A-2D7A-4EE5-8E89-2AA9BF8C626D}"/>
              </a:ext>
            </a:extLst>
          </p:cNvPr>
          <p:cNvSpPr/>
          <p:nvPr/>
        </p:nvSpPr>
        <p:spPr>
          <a:xfrm rot="16200000">
            <a:off x="4818283" y="4324525"/>
            <a:ext cx="635219" cy="3103564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F75CF28-622C-4A4C-B478-E79FDAE6F117}"/>
              </a:ext>
            </a:extLst>
          </p:cNvPr>
          <p:cNvSpPr txBox="1"/>
          <p:nvPr/>
        </p:nvSpPr>
        <p:spPr>
          <a:xfrm>
            <a:off x="4463547" y="6111601"/>
            <a:ext cx="237943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dirty="0">
                <a:solidFill>
                  <a:srgbClr val="7030A0"/>
                </a:solidFill>
              </a:rPr>
              <a:t>Spanning Trees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EE72836-2F57-4D87-B9AA-42629A9F52C8}"/>
              </a:ext>
            </a:extLst>
          </p:cNvPr>
          <p:cNvSpPr txBox="1"/>
          <p:nvPr/>
        </p:nvSpPr>
        <p:spPr>
          <a:xfrm>
            <a:off x="818695" y="1303592"/>
            <a:ext cx="9467760" cy="95410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IN" sz="2800" dirty="0">
                <a:solidFill>
                  <a:srgbClr val="7030A0"/>
                </a:solidFill>
              </a:rPr>
              <a:t>No. of edges in a spanning tree are n-1, where n is number of vertices.</a:t>
            </a: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356B64EF-0EC5-4658-B832-6305A459CFE8}"/>
              </a:ext>
            </a:extLst>
          </p:cNvPr>
          <p:cNvSpPr/>
          <p:nvPr/>
        </p:nvSpPr>
        <p:spPr>
          <a:xfrm>
            <a:off x="2083010" y="3421918"/>
            <a:ext cx="665492" cy="502346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dirty="0">
                <a:solidFill>
                  <a:srgbClr val="FF0000"/>
                </a:solidFill>
              </a:rPr>
              <a:t>B</a:t>
            </a: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F5B16E4D-1388-4AC0-AE54-8CEB05AED028}"/>
              </a:ext>
            </a:extLst>
          </p:cNvPr>
          <p:cNvCxnSpPr>
            <a:cxnSpLocks/>
            <a:stCxn id="4" idx="6"/>
            <a:endCxn id="42" idx="2"/>
          </p:cNvCxnSpPr>
          <p:nvPr/>
        </p:nvCxnSpPr>
        <p:spPr>
          <a:xfrm flipV="1">
            <a:off x="1029911" y="3673091"/>
            <a:ext cx="1053099" cy="3678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EE8870E5-D0BC-421C-A94C-8173A2DBDA04}"/>
              </a:ext>
            </a:extLst>
          </p:cNvPr>
          <p:cNvCxnSpPr>
            <a:cxnSpLocks/>
            <a:stCxn id="42" idx="4"/>
            <a:endCxn id="6" idx="0"/>
          </p:cNvCxnSpPr>
          <p:nvPr/>
        </p:nvCxnSpPr>
        <p:spPr>
          <a:xfrm>
            <a:off x="2415756" y="3924264"/>
            <a:ext cx="97460" cy="118420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A58FEC5D-1A2F-4F8E-8B99-D3A678AD4403}"/>
              </a:ext>
            </a:extLst>
          </p:cNvPr>
          <p:cNvCxnSpPr>
            <a:cxnSpLocks/>
            <a:stCxn id="42" idx="3"/>
            <a:endCxn id="5" idx="7"/>
          </p:cNvCxnSpPr>
          <p:nvPr/>
        </p:nvCxnSpPr>
        <p:spPr>
          <a:xfrm flipH="1">
            <a:off x="932452" y="3850697"/>
            <a:ext cx="1248017" cy="137338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Oval 50">
            <a:extLst>
              <a:ext uri="{FF2B5EF4-FFF2-40B4-BE49-F238E27FC236}">
                <a16:creationId xmlns:a16="http://schemas.microsoft.com/office/drawing/2014/main" id="{578D5F5E-93E7-4A0C-A167-F59C646CD963}"/>
              </a:ext>
            </a:extLst>
          </p:cNvPr>
          <p:cNvSpPr/>
          <p:nvPr/>
        </p:nvSpPr>
        <p:spPr>
          <a:xfrm>
            <a:off x="3949336" y="3414149"/>
            <a:ext cx="665492" cy="502346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dirty="0">
                <a:solidFill>
                  <a:srgbClr val="FF0000"/>
                </a:solidFill>
              </a:rPr>
              <a:t>A</a:t>
            </a:r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BD8F5BFB-2026-41A9-97E1-8DF0B523C147}"/>
              </a:ext>
            </a:extLst>
          </p:cNvPr>
          <p:cNvSpPr/>
          <p:nvPr/>
        </p:nvSpPr>
        <p:spPr>
          <a:xfrm>
            <a:off x="3949336" y="5105967"/>
            <a:ext cx="665492" cy="502346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dirty="0">
                <a:solidFill>
                  <a:srgbClr val="FF0000"/>
                </a:solidFill>
              </a:rPr>
              <a:t>C</a:t>
            </a:r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3D66ECED-0431-45E7-96A8-0D560D52CF06}"/>
              </a:ext>
            </a:extLst>
          </p:cNvPr>
          <p:cNvSpPr/>
          <p:nvPr/>
        </p:nvSpPr>
        <p:spPr>
          <a:xfrm>
            <a:off x="5765387" y="5063915"/>
            <a:ext cx="665492" cy="502346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dirty="0">
                <a:solidFill>
                  <a:srgbClr val="FF0000"/>
                </a:solidFill>
              </a:rPr>
              <a:t>D</a:t>
            </a:r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688818A6-FFA0-4F88-82EC-8BCBFC28740D}"/>
              </a:ext>
            </a:extLst>
          </p:cNvPr>
          <p:cNvSpPr/>
          <p:nvPr/>
        </p:nvSpPr>
        <p:spPr>
          <a:xfrm>
            <a:off x="5667927" y="3377366"/>
            <a:ext cx="665492" cy="502346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dirty="0">
                <a:solidFill>
                  <a:srgbClr val="FF0000"/>
                </a:solidFill>
              </a:rPr>
              <a:t>B</a:t>
            </a:r>
          </a:p>
        </p:txBody>
      </p: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215D98AF-0E8F-48A7-8D75-DFEA33BC960C}"/>
              </a:ext>
            </a:extLst>
          </p:cNvPr>
          <p:cNvCxnSpPr>
            <a:cxnSpLocks/>
            <a:stCxn id="51" idx="4"/>
          </p:cNvCxnSpPr>
          <p:nvPr/>
        </p:nvCxnSpPr>
        <p:spPr>
          <a:xfrm>
            <a:off x="4282082" y="3916495"/>
            <a:ext cx="0" cy="138218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B674A19D-56AF-4A23-BB63-6A2A8744B076}"/>
              </a:ext>
            </a:extLst>
          </p:cNvPr>
          <p:cNvCxnSpPr>
            <a:cxnSpLocks/>
            <a:stCxn id="52" idx="6"/>
            <a:endCxn id="53" idx="2"/>
          </p:cNvCxnSpPr>
          <p:nvPr/>
        </p:nvCxnSpPr>
        <p:spPr>
          <a:xfrm flipV="1">
            <a:off x="4614828" y="5315088"/>
            <a:ext cx="1150559" cy="4205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8A67AC02-5FCF-47F8-8A4C-B4DDB891E22D}"/>
              </a:ext>
            </a:extLst>
          </p:cNvPr>
          <p:cNvCxnSpPr>
            <a:cxnSpLocks/>
            <a:stCxn id="57" idx="4"/>
            <a:endCxn id="53" idx="0"/>
          </p:cNvCxnSpPr>
          <p:nvPr/>
        </p:nvCxnSpPr>
        <p:spPr>
          <a:xfrm>
            <a:off x="6000673" y="3879712"/>
            <a:ext cx="97460" cy="118420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431241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187EF3-725F-451B-B08F-31933E2931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6CFFE318-C275-44EB-B413-CE9DBA0A9FF8}"/>
              </a:ext>
            </a:extLst>
          </p:cNvPr>
          <p:cNvSpPr/>
          <p:nvPr/>
        </p:nvSpPr>
        <p:spPr>
          <a:xfrm>
            <a:off x="364419" y="3458701"/>
            <a:ext cx="665492" cy="502346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dirty="0">
                <a:solidFill>
                  <a:srgbClr val="FF0000"/>
                </a:solidFill>
              </a:rPr>
              <a:t>A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1B47E7DE-7583-47E0-A5FB-ED26285F668D}"/>
              </a:ext>
            </a:extLst>
          </p:cNvPr>
          <p:cNvSpPr/>
          <p:nvPr/>
        </p:nvSpPr>
        <p:spPr>
          <a:xfrm>
            <a:off x="364419" y="5150519"/>
            <a:ext cx="665492" cy="502346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dirty="0">
                <a:solidFill>
                  <a:srgbClr val="FF0000"/>
                </a:solidFill>
              </a:rPr>
              <a:t>C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815DD99-00E6-4D54-9E3E-DA3F82D20646}"/>
              </a:ext>
            </a:extLst>
          </p:cNvPr>
          <p:cNvSpPr/>
          <p:nvPr/>
        </p:nvSpPr>
        <p:spPr>
          <a:xfrm>
            <a:off x="2180470" y="5108467"/>
            <a:ext cx="665492" cy="502346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dirty="0">
                <a:solidFill>
                  <a:srgbClr val="FF0000"/>
                </a:solidFill>
              </a:rPr>
              <a:t>D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ACB0E55-E251-4D3B-B7CC-06B0966E6A9A}"/>
              </a:ext>
            </a:extLst>
          </p:cNvPr>
          <p:cNvCxnSpPr>
            <a:cxnSpLocks/>
            <a:stCxn id="4" idx="4"/>
            <a:endCxn id="5" idx="0"/>
          </p:cNvCxnSpPr>
          <p:nvPr/>
        </p:nvCxnSpPr>
        <p:spPr>
          <a:xfrm>
            <a:off x="697165" y="3961047"/>
            <a:ext cx="0" cy="11894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1B7A734-EC74-4CAF-8B1A-7BED6D8387AF}"/>
              </a:ext>
            </a:extLst>
          </p:cNvPr>
          <p:cNvCxnSpPr>
            <a:cxnSpLocks/>
            <a:stCxn id="4" idx="5"/>
            <a:endCxn id="6" idx="1"/>
          </p:cNvCxnSpPr>
          <p:nvPr/>
        </p:nvCxnSpPr>
        <p:spPr>
          <a:xfrm>
            <a:off x="932452" y="3887480"/>
            <a:ext cx="1345477" cy="129455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44A8F99-9961-4183-914E-D027D6AF639F}"/>
              </a:ext>
            </a:extLst>
          </p:cNvPr>
          <p:cNvCxnSpPr>
            <a:cxnSpLocks/>
            <a:stCxn id="6" idx="2"/>
            <a:endCxn id="5" idx="6"/>
          </p:cNvCxnSpPr>
          <p:nvPr/>
        </p:nvCxnSpPr>
        <p:spPr>
          <a:xfrm flipH="1">
            <a:off x="1029911" y="5359640"/>
            <a:ext cx="1150559" cy="4205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Oval 9">
            <a:extLst>
              <a:ext uri="{FF2B5EF4-FFF2-40B4-BE49-F238E27FC236}">
                <a16:creationId xmlns:a16="http://schemas.microsoft.com/office/drawing/2014/main" id="{EB17D71C-3783-4F34-A3F1-7EAA9A72E095}"/>
              </a:ext>
            </a:extLst>
          </p:cNvPr>
          <p:cNvSpPr/>
          <p:nvPr/>
        </p:nvSpPr>
        <p:spPr>
          <a:xfrm>
            <a:off x="2083010" y="3421918"/>
            <a:ext cx="665492" cy="502346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dirty="0">
                <a:solidFill>
                  <a:srgbClr val="FF0000"/>
                </a:solidFill>
              </a:rPr>
              <a:t>B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7254B8E-6B96-4B3B-B715-EC80462F3BD1}"/>
              </a:ext>
            </a:extLst>
          </p:cNvPr>
          <p:cNvCxnSpPr>
            <a:cxnSpLocks/>
            <a:stCxn id="4" idx="6"/>
            <a:endCxn id="10" idx="2"/>
          </p:cNvCxnSpPr>
          <p:nvPr/>
        </p:nvCxnSpPr>
        <p:spPr>
          <a:xfrm flipV="1">
            <a:off x="1029911" y="3673091"/>
            <a:ext cx="1053099" cy="3678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731A565-12C2-4141-8D02-169F4C3B66AD}"/>
              </a:ext>
            </a:extLst>
          </p:cNvPr>
          <p:cNvCxnSpPr>
            <a:cxnSpLocks/>
            <a:stCxn id="10" idx="4"/>
            <a:endCxn id="6" idx="0"/>
          </p:cNvCxnSpPr>
          <p:nvPr/>
        </p:nvCxnSpPr>
        <p:spPr>
          <a:xfrm>
            <a:off x="2415756" y="3924264"/>
            <a:ext cx="97460" cy="118420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A386F82-B91A-4E07-8DAE-DA0787970B69}"/>
              </a:ext>
            </a:extLst>
          </p:cNvPr>
          <p:cNvCxnSpPr>
            <a:cxnSpLocks/>
            <a:stCxn id="10" idx="3"/>
            <a:endCxn id="5" idx="7"/>
          </p:cNvCxnSpPr>
          <p:nvPr/>
        </p:nvCxnSpPr>
        <p:spPr>
          <a:xfrm flipH="1">
            <a:off x="932452" y="3850697"/>
            <a:ext cx="1248017" cy="137338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Oval 13">
            <a:extLst>
              <a:ext uri="{FF2B5EF4-FFF2-40B4-BE49-F238E27FC236}">
                <a16:creationId xmlns:a16="http://schemas.microsoft.com/office/drawing/2014/main" id="{7AB0FCE9-7ED6-4E1E-A8AC-6F32B1886247}"/>
              </a:ext>
            </a:extLst>
          </p:cNvPr>
          <p:cNvSpPr/>
          <p:nvPr/>
        </p:nvSpPr>
        <p:spPr>
          <a:xfrm>
            <a:off x="3977472" y="3343813"/>
            <a:ext cx="665492" cy="502346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dirty="0">
                <a:solidFill>
                  <a:srgbClr val="FF0000"/>
                </a:solidFill>
              </a:rPr>
              <a:t>A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40E6EE41-CEB4-49A5-A834-FA7BF933C325}"/>
              </a:ext>
            </a:extLst>
          </p:cNvPr>
          <p:cNvSpPr/>
          <p:nvPr/>
        </p:nvSpPr>
        <p:spPr>
          <a:xfrm>
            <a:off x="3977472" y="5035631"/>
            <a:ext cx="665492" cy="502346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dirty="0">
                <a:solidFill>
                  <a:srgbClr val="FF0000"/>
                </a:solidFill>
              </a:rPr>
              <a:t>C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6C511B21-344B-44A8-8BA0-1A362F7A24FA}"/>
              </a:ext>
            </a:extLst>
          </p:cNvPr>
          <p:cNvSpPr/>
          <p:nvPr/>
        </p:nvSpPr>
        <p:spPr>
          <a:xfrm>
            <a:off x="5793523" y="4993579"/>
            <a:ext cx="665492" cy="502346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dirty="0">
                <a:solidFill>
                  <a:srgbClr val="FF0000"/>
                </a:solidFill>
              </a:rPr>
              <a:t>D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922B2FF-A0E5-4A9C-89CE-2C44DC22E081}"/>
              </a:ext>
            </a:extLst>
          </p:cNvPr>
          <p:cNvCxnSpPr>
            <a:cxnSpLocks/>
            <a:stCxn id="14" idx="4"/>
            <a:endCxn id="15" idx="0"/>
          </p:cNvCxnSpPr>
          <p:nvPr/>
        </p:nvCxnSpPr>
        <p:spPr>
          <a:xfrm>
            <a:off x="4310218" y="3846159"/>
            <a:ext cx="0" cy="11894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50938E0-82A5-4B8D-A284-DADF0875DB0F}"/>
              </a:ext>
            </a:extLst>
          </p:cNvPr>
          <p:cNvCxnSpPr>
            <a:cxnSpLocks/>
            <a:stCxn id="16" idx="2"/>
            <a:endCxn id="15" idx="6"/>
          </p:cNvCxnSpPr>
          <p:nvPr/>
        </p:nvCxnSpPr>
        <p:spPr>
          <a:xfrm flipH="1">
            <a:off x="4642964" y="5244752"/>
            <a:ext cx="1150559" cy="4205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Oval 19">
            <a:extLst>
              <a:ext uri="{FF2B5EF4-FFF2-40B4-BE49-F238E27FC236}">
                <a16:creationId xmlns:a16="http://schemas.microsoft.com/office/drawing/2014/main" id="{9A12B262-E433-4D83-824B-3F4EE12971CD}"/>
              </a:ext>
            </a:extLst>
          </p:cNvPr>
          <p:cNvSpPr/>
          <p:nvPr/>
        </p:nvSpPr>
        <p:spPr>
          <a:xfrm>
            <a:off x="5696063" y="3307030"/>
            <a:ext cx="665492" cy="502346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dirty="0">
                <a:solidFill>
                  <a:srgbClr val="FF0000"/>
                </a:solidFill>
              </a:rPr>
              <a:t>B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2E456DF7-E0F6-4FB8-93CA-082FB07ECCF2}"/>
              </a:ext>
            </a:extLst>
          </p:cNvPr>
          <p:cNvCxnSpPr>
            <a:cxnSpLocks/>
            <a:stCxn id="20" idx="3"/>
            <a:endCxn id="15" idx="7"/>
          </p:cNvCxnSpPr>
          <p:nvPr/>
        </p:nvCxnSpPr>
        <p:spPr>
          <a:xfrm flipH="1">
            <a:off x="4545505" y="3735809"/>
            <a:ext cx="1248017" cy="137338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482783CF-AC61-41F2-A0D6-A2C7AA99870D}"/>
              </a:ext>
            </a:extLst>
          </p:cNvPr>
          <p:cNvSpPr txBox="1"/>
          <p:nvPr/>
        </p:nvSpPr>
        <p:spPr>
          <a:xfrm>
            <a:off x="1496333" y="701899"/>
            <a:ext cx="187991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dirty="0">
                <a:solidFill>
                  <a:srgbClr val="FF0000"/>
                </a:solidFill>
              </a:rPr>
              <a:t>Examples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42628629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CD878D-BACD-45C3-9D78-351DD4C7A9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898" y="68521"/>
            <a:ext cx="6561406" cy="679142"/>
          </a:xfrm>
        </p:spPr>
        <p:txBody>
          <a:bodyPr>
            <a:normAutofit fontScale="90000"/>
          </a:bodyPr>
          <a:lstStyle/>
          <a:p>
            <a:pPr algn="ctr"/>
            <a:r>
              <a:rPr lang="en-IN" dirty="0">
                <a:solidFill>
                  <a:srgbClr val="FF0000"/>
                </a:solidFill>
              </a:rPr>
              <a:t>Examples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02D79936-C59E-4D2B-A122-8B57F165F62A}"/>
              </a:ext>
            </a:extLst>
          </p:cNvPr>
          <p:cNvSpPr/>
          <p:nvPr/>
        </p:nvSpPr>
        <p:spPr>
          <a:xfrm>
            <a:off x="364419" y="3458701"/>
            <a:ext cx="665492" cy="502346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dirty="0">
                <a:solidFill>
                  <a:srgbClr val="FF0000"/>
                </a:solidFill>
              </a:rPr>
              <a:t>A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7F4A960F-36C0-4FBE-AC65-03328575ED26}"/>
              </a:ext>
            </a:extLst>
          </p:cNvPr>
          <p:cNvSpPr/>
          <p:nvPr/>
        </p:nvSpPr>
        <p:spPr>
          <a:xfrm>
            <a:off x="1362657" y="3553409"/>
            <a:ext cx="665492" cy="502346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dirty="0">
                <a:solidFill>
                  <a:srgbClr val="FF0000"/>
                </a:solidFill>
              </a:rPr>
              <a:t>D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321F3DF-E20C-438A-AAC2-20CAAFB6CB34}"/>
              </a:ext>
            </a:extLst>
          </p:cNvPr>
          <p:cNvSpPr/>
          <p:nvPr/>
        </p:nvSpPr>
        <p:spPr>
          <a:xfrm>
            <a:off x="2513215" y="3516047"/>
            <a:ext cx="665492" cy="502346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dirty="0">
                <a:solidFill>
                  <a:srgbClr val="FF0000"/>
                </a:solidFill>
              </a:rPr>
              <a:t>C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ECA82C9-6BF9-479E-A59E-86A297D129C4}"/>
              </a:ext>
            </a:extLst>
          </p:cNvPr>
          <p:cNvSpPr txBox="1"/>
          <p:nvPr/>
        </p:nvSpPr>
        <p:spPr>
          <a:xfrm>
            <a:off x="1007090" y="5779088"/>
            <a:ext cx="1385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dirty="0">
                <a:solidFill>
                  <a:srgbClr val="7030A0"/>
                </a:solidFill>
              </a:rPr>
              <a:t>Graph G</a:t>
            </a:r>
          </a:p>
        </p:txBody>
      </p:sp>
      <p:sp>
        <p:nvSpPr>
          <p:cNvPr id="44" name="Left Brace 43">
            <a:extLst>
              <a:ext uri="{FF2B5EF4-FFF2-40B4-BE49-F238E27FC236}">
                <a16:creationId xmlns:a16="http://schemas.microsoft.com/office/drawing/2014/main" id="{7522058A-2D7A-4EE5-8E89-2AA9BF8C626D}"/>
              </a:ext>
            </a:extLst>
          </p:cNvPr>
          <p:cNvSpPr/>
          <p:nvPr/>
        </p:nvSpPr>
        <p:spPr>
          <a:xfrm rot="16200000">
            <a:off x="4943788" y="4082477"/>
            <a:ext cx="635219" cy="3372505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F75CF28-622C-4A4C-B478-E79FDAE6F117}"/>
              </a:ext>
            </a:extLst>
          </p:cNvPr>
          <p:cNvSpPr txBox="1"/>
          <p:nvPr/>
        </p:nvSpPr>
        <p:spPr>
          <a:xfrm>
            <a:off x="4463547" y="6111601"/>
            <a:ext cx="237943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dirty="0">
                <a:solidFill>
                  <a:srgbClr val="7030A0"/>
                </a:solidFill>
              </a:rPr>
              <a:t>Spanning Trees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EE72836-2F57-4D87-B9AA-42629A9F52C8}"/>
              </a:ext>
            </a:extLst>
          </p:cNvPr>
          <p:cNvSpPr txBox="1"/>
          <p:nvPr/>
        </p:nvSpPr>
        <p:spPr>
          <a:xfrm>
            <a:off x="818695" y="1303592"/>
            <a:ext cx="9467760" cy="95410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IN" sz="2800" dirty="0">
                <a:solidFill>
                  <a:srgbClr val="7030A0"/>
                </a:solidFill>
              </a:rPr>
              <a:t>No. of edges in a spanning tree are n-1, where n is number of vertices.</a:t>
            </a: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356B64EF-0EC5-4658-B832-6305A459CFE8}"/>
              </a:ext>
            </a:extLst>
          </p:cNvPr>
          <p:cNvSpPr/>
          <p:nvPr/>
        </p:nvSpPr>
        <p:spPr>
          <a:xfrm>
            <a:off x="1417518" y="2435305"/>
            <a:ext cx="665492" cy="502346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dirty="0">
                <a:solidFill>
                  <a:srgbClr val="FF0000"/>
                </a:solidFill>
              </a:rPr>
              <a:t>B</a:t>
            </a: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F5B16E4D-1388-4AC0-AE54-8CEB05AED028}"/>
              </a:ext>
            </a:extLst>
          </p:cNvPr>
          <p:cNvCxnSpPr>
            <a:cxnSpLocks/>
            <a:stCxn id="4" idx="0"/>
            <a:endCxn id="42" idx="2"/>
          </p:cNvCxnSpPr>
          <p:nvPr/>
        </p:nvCxnSpPr>
        <p:spPr>
          <a:xfrm flipV="1">
            <a:off x="697165" y="2686478"/>
            <a:ext cx="720353" cy="7722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EE8870E5-D0BC-421C-A94C-8173A2DBDA04}"/>
              </a:ext>
            </a:extLst>
          </p:cNvPr>
          <p:cNvCxnSpPr>
            <a:cxnSpLocks/>
            <a:stCxn id="42" idx="5"/>
            <a:endCxn id="6" idx="0"/>
          </p:cNvCxnSpPr>
          <p:nvPr/>
        </p:nvCxnSpPr>
        <p:spPr>
          <a:xfrm>
            <a:off x="1985551" y="2864084"/>
            <a:ext cx="860410" cy="65196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Oval 38">
            <a:extLst>
              <a:ext uri="{FF2B5EF4-FFF2-40B4-BE49-F238E27FC236}">
                <a16:creationId xmlns:a16="http://schemas.microsoft.com/office/drawing/2014/main" id="{9E681043-8593-4CD1-A36C-F1A09301CE60}"/>
              </a:ext>
            </a:extLst>
          </p:cNvPr>
          <p:cNvSpPr/>
          <p:nvPr/>
        </p:nvSpPr>
        <p:spPr>
          <a:xfrm>
            <a:off x="818695" y="4580322"/>
            <a:ext cx="665492" cy="502346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dirty="0">
                <a:solidFill>
                  <a:srgbClr val="FF0000"/>
                </a:solidFill>
              </a:rPr>
              <a:t>G</a:t>
            </a: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EF347EC9-9EFF-460E-9410-B3D0A58220D6}"/>
              </a:ext>
            </a:extLst>
          </p:cNvPr>
          <p:cNvSpPr/>
          <p:nvPr/>
        </p:nvSpPr>
        <p:spPr>
          <a:xfrm>
            <a:off x="1985551" y="4663298"/>
            <a:ext cx="665492" cy="502346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dirty="0">
                <a:solidFill>
                  <a:srgbClr val="FF0000"/>
                </a:solidFill>
              </a:rPr>
              <a:t>F</a:t>
            </a: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5E6403A6-14F8-4831-BDD5-908441113B9C}"/>
              </a:ext>
            </a:extLst>
          </p:cNvPr>
          <p:cNvCxnSpPr>
            <a:cxnSpLocks/>
            <a:stCxn id="4" idx="4"/>
            <a:endCxn id="39" idx="1"/>
          </p:cNvCxnSpPr>
          <p:nvPr/>
        </p:nvCxnSpPr>
        <p:spPr>
          <a:xfrm>
            <a:off x="697165" y="3961047"/>
            <a:ext cx="218989" cy="69284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AEFA51AA-C825-46BE-916A-FA505D946045}"/>
              </a:ext>
            </a:extLst>
          </p:cNvPr>
          <p:cNvCxnSpPr>
            <a:cxnSpLocks/>
            <a:stCxn id="40" idx="2"/>
            <a:endCxn id="39" idx="6"/>
          </p:cNvCxnSpPr>
          <p:nvPr/>
        </p:nvCxnSpPr>
        <p:spPr>
          <a:xfrm flipH="1" flipV="1">
            <a:off x="1484187" y="4831495"/>
            <a:ext cx="501364" cy="8297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1239DBC7-343D-4B3C-B98E-DFB64558359E}"/>
              </a:ext>
            </a:extLst>
          </p:cNvPr>
          <p:cNvCxnSpPr>
            <a:cxnSpLocks/>
            <a:stCxn id="6" idx="4"/>
            <a:endCxn id="40" idx="7"/>
          </p:cNvCxnSpPr>
          <p:nvPr/>
        </p:nvCxnSpPr>
        <p:spPr>
          <a:xfrm flipH="1">
            <a:off x="2553584" y="4018393"/>
            <a:ext cx="292377" cy="7184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648CD565-BFF5-42BA-A4ED-4E03F922BA71}"/>
              </a:ext>
            </a:extLst>
          </p:cNvPr>
          <p:cNvCxnSpPr>
            <a:cxnSpLocks/>
            <a:stCxn id="4" idx="5"/>
            <a:endCxn id="5" idx="2"/>
          </p:cNvCxnSpPr>
          <p:nvPr/>
        </p:nvCxnSpPr>
        <p:spPr>
          <a:xfrm flipV="1">
            <a:off x="932452" y="3804582"/>
            <a:ext cx="430205" cy="8289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16376F00-B717-4653-8D77-0811580355D5}"/>
              </a:ext>
            </a:extLst>
          </p:cNvPr>
          <p:cNvCxnSpPr>
            <a:cxnSpLocks/>
            <a:stCxn id="5" idx="6"/>
            <a:endCxn id="6" idx="2"/>
          </p:cNvCxnSpPr>
          <p:nvPr/>
        </p:nvCxnSpPr>
        <p:spPr>
          <a:xfrm flipV="1">
            <a:off x="2028149" y="3767220"/>
            <a:ext cx="485066" cy="3736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Oval 57">
            <a:extLst>
              <a:ext uri="{FF2B5EF4-FFF2-40B4-BE49-F238E27FC236}">
                <a16:creationId xmlns:a16="http://schemas.microsoft.com/office/drawing/2014/main" id="{ECBD9DE9-A587-45E5-A46D-DC39ADAD4A07}"/>
              </a:ext>
            </a:extLst>
          </p:cNvPr>
          <p:cNvSpPr/>
          <p:nvPr/>
        </p:nvSpPr>
        <p:spPr>
          <a:xfrm>
            <a:off x="3724253" y="3456356"/>
            <a:ext cx="665492" cy="502346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dirty="0">
                <a:solidFill>
                  <a:srgbClr val="FF0000"/>
                </a:solidFill>
              </a:rPr>
              <a:t>A</a:t>
            </a:r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3E70DE4C-1D0C-43A4-B277-3A2C85EA8941}"/>
              </a:ext>
            </a:extLst>
          </p:cNvPr>
          <p:cNvSpPr/>
          <p:nvPr/>
        </p:nvSpPr>
        <p:spPr>
          <a:xfrm>
            <a:off x="4722491" y="3551064"/>
            <a:ext cx="665492" cy="502346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dirty="0">
                <a:solidFill>
                  <a:srgbClr val="FF0000"/>
                </a:solidFill>
              </a:rPr>
              <a:t>D</a:t>
            </a:r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AC87A57A-8221-4B86-B234-C5DC163FF920}"/>
              </a:ext>
            </a:extLst>
          </p:cNvPr>
          <p:cNvSpPr/>
          <p:nvPr/>
        </p:nvSpPr>
        <p:spPr>
          <a:xfrm>
            <a:off x="5873049" y="3513702"/>
            <a:ext cx="665492" cy="502346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dirty="0">
                <a:solidFill>
                  <a:srgbClr val="FF0000"/>
                </a:solidFill>
              </a:rPr>
              <a:t>C</a:t>
            </a:r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2AE71C58-89D1-4C55-9326-6AD940ED469F}"/>
              </a:ext>
            </a:extLst>
          </p:cNvPr>
          <p:cNvSpPr/>
          <p:nvPr/>
        </p:nvSpPr>
        <p:spPr>
          <a:xfrm>
            <a:off x="4777352" y="2432960"/>
            <a:ext cx="665492" cy="502346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dirty="0">
                <a:solidFill>
                  <a:srgbClr val="FF0000"/>
                </a:solidFill>
              </a:rPr>
              <a:t>B</a:t>
            </a:r>
          </a:p>
        </p:txBody>
      </p: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62F11D5F-683F-4697-B5E5-AED0A216A6CF}"/>
              </a:ext>
            </a:extLst>
          </p:cNvPr>
          <p:cNvCxnSpPr>
            <a:cxnSpLocks/>
            <a:stCxn id="65" idx="5"/>
            <a:endCxn id="60" idx="0"/>
          </p:cNvCxnSpPr>
          <p:nvPr/>
        </p:nvCxnSpPr>
        <p:spPr>
          <a:xfrm>
            <a:off x="5345385" y="2861739"/>
            <a:ext cx="860410" cy="65196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Oval 67">
            <a:extLst>
              <a:ext uri="{FF2B5EF4-FFF2-40B4-BE49-F238E27FC236}">
                <a16:creationId xmlns:a16="http://schemas.microsoft.com/office/drawing/2014/main" id="{B3E661AF-A016-425C-90F0-54B29433EA35}"/>
              </a:ext>
            </a:extLst>
          </p:cNvPr>
          <p:cNvSpPr/>
          <p:nvPr/>
        </p:nvSpPr>
        <p:spPr>
          <a:xfrm>
            <a:off x="4178529" y="4577977"/>
            <a:ext cx="665492" cy="502346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dirty="0">
                <a:solidFill>
                  <a:srgbClr val="FF0000"/>
                </a:solidFill>
              </a:rPr>
              <a:t>G</a:t>
            </a:r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638A1B5D-2B23-43FA-AFBF-7639FCB55701}"/>
              </a:ext>
            </a:extLst>
          </p:cNvPr>
          <p:cNvSpPr/>
          <p:nvPr/>
        </p:nvSpPr>
        <p:spPr>
          <a:xfrm>
            <a:off x="5345385" y="4660953"/>
            <a:ext cx="665492" cy="502346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dirty="0">
                <a:solidFill>
                  <a:srgbClr val="FF0000"/>
                </a:solidFill>
              </a:rPr>
              <a:t>F</a:t>
            </a:r>
          </a:p>
        </p:txBody>
      </p: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BD3D029E-EE5F-4B4D-829F-6D2EC450B5D4}"/>
              </a:ext>
            </a:extLst>
          </p:cNvPr>
          <p:cNvCxnSpPr>
            <a:cxnSpLocks/>
            <a:stCxn id="58" idx="4"/>
            <a:endCxn id="68" idx="1"/>
          </p:cNvCxnSpPr>
          <p:nvPr/>
        </p:nvCxnSpPr>
        <p:spPr>
          <a:xfrm>
            <a:off x="4056999" y="3958702"/>
            <a:ext cx="218989" cy="69284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1245B6F6-5B23-4A37-8ABE-AEAEC8B87FE5}"/>
              </a:ext>
            </a:extLst>
          </p:cNvPr>
          <p:cNvCxnSpPr>
            <a:cxnSpLocks/>
            <a:stCxn id="59" idx="4"/>
            <a:endCxn id="68" idx="6"/>
          </p:cNvCxnSpPr>
          <p:nvPr/>
        </p:nvCxnSpPr>
        <p:spPr>
          <a:xfrm flipH="1">
            <a:off x="4844021" y="4053410"/>
            <a:ext cx="211216" cy="7757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8FECEB67-82CA-4E8D-851D-11A3F1AD1211}"/>
              </a:ext>
            </a:extLst>
          </p:cNvPr>
          <p:cNvCxnSpPr>
            <a:cxnSpLocks/>
            <a:stCxn id="60" idx="4"/>
            <a:endCxn id="69" idx="7"/>
          </p:cNvCxnSpPr>
          <p:nvPr/>
        </p:nvCxnSpPr>
        <p:spPr>
          <a:xfrm flipH="1">
            <a:off x="5913418" y="4016048"/>
            <a:ext cx="292377" cy="7184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EF9A24B3-8BE1-499D-9F42-52A7F511E0BB}"/>
              </a:ext>
            </a:extLst>
          </p:cNvPr>
          <p:cNvCxnSpPr>
            <a:cxnSpLocks/>
            <a:stCxn id="59" idx="6"/>
            <a:endCxn id="60" idx="2"/>
          </p:cNvCxnSpPr>
          <p:nvPr/>
        </p:nvCxnSpPr>
        <p:spPr>
          <a:xfrm flipV="1">
            <a:off x="5387983" y="3764875"/>
            <a:ext cx="485066" cy="3736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075363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CD878D-BACD-45C3-9D78-351DD4C7A9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898" y="68521"/>
            <a:ext cx="6561406" cy="679142"/>
          </a:xfrm>
        </p:spPr>
        <p:txBody>
          <a:bodyPr>
            <a:normAutofit fontScale="90000"/>
          </a:bodyPr>
          <a:lstStyle/>
          <a:p>
            <a:pPr algn="ctr"/>
            <a:r>
              <a:rPr lang="en-IN" dirty="0">
                <a:solidFill>
                  <a:srgbClr val="FF0000"/>
                </a:solidFill>
              </a:rPr>
              <a:t>Properties of spanning trees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FF75F6-4103-41E7-9340-8CDEAF44EC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3918" y="741598"/>
            <a:ext cx="10515600" cy="3689725"/>
          </a:xfrm>
        </p:spPr>
        <p:txBody>
          <a:bodyPr>
            <a:normAutofit fontScale="92500" lnSpcReduction="10000"/>
          </a:bodyPr>
          <a:lstStyle/>
          <a:p>
            <a:r>
              <a:rPr lang="en-IN" dirty="0"/>
              <a:t>A connected graph G can have more than one spanning tree.  </a:t>
            </a:r>
          </a:p>
          <a:p>
            <a:r>
              <a:rPr lang="en-IN" dirty="0"/>
              <a:t>A disconnected graph do not have spanning  trees. </a:t>
            </a:r>
          </a:p>
          <a:p>
            <a:r>
              <a:rPr lang="en-IN" dirty="0"/>
              <a:t>All possible spanning trees of graph G have the same number of (n-1) edges and vertices.</a:t>
            </a:r>
          </a:p>
          <a:p>
            <a:r>
              <a:rPr lang="en-IN" dirty="0"/>
              <a:t>A spanning tree does not have any cycle (loops). </a:t>
            </a:r>
          </a:p>
          <a:p>
            <a:r>
              <a:rPr lang="en-IN" dirty="0"/>
              <a:t>Removing one edge from the spanning tree will make the graph disconnected, it means the spanning tree is minimally connected. </a:t>
            </a:r>
          </a:p>
          <a:p>
            <a:r>
              <a:rPr lang="en-IN" dirty="0"/>
              <a:t>Adding </a:t>
            </a:r>
            <a:r>
              <a:rPr lang="en-IN" dirty="0" smtClean="0"/>
              <a:t>one </a:t>
            </a:r>
            <a:r>
              <a:rPr lang="en-IN" dirty="0"/>
              <a:t>edge to the spanning tree will create a circuit, it means the spanning tree is maximally acyclic. </a:t>
            </a:r>
          </a:p>
          <a:p>
            <a:endParaRPr lang="en-IN" dirty="0"/>
          </a:p>
          <a:p>
            <a:endParaRPr lang="en-IN" dirty="0"/>
          </a:p>
          <a:p>
            <a:pPr marL="0" indent="0">
              <a:buNone/>
            </a:pPr>
            <a:endParaRPr lang="en-IN" dirty="0"/>
          </a:p>
          <a:p>
            <a:endParaRPr lang="en-IN" dirty="0"/>
          </a:p>
        </p:txBody>
      </p:sp>
      <p:sp>
        <p:nvSpPr>
          <p:cNvPr id="29" name="Title 1">
            <a:extLst>
              <a:ext uri="{FF2B5EF4-FFF2-40B4-BE49-F238E27FC236}">
                <a16:creationId xmlns:a16="http://schemas.microsoft.com/office/drawing/2014/main" id="{C3AF1490-D22E-4121-B3A9-FC48A6270328}"/>
              </a:ext>
            </a:extLst>
          </p:cNvPr>
          <p:cNvSpPr txBox="1">
            <a:spLocks/>
          </p:cNvSpPr>
          <p:nvPr/>
        </p:nvSpPr>
        <p:spPr>
          <a:xfrm>
            <a:off x="230231" y="4424989"/>
            <a:ext cx="7858692" cy="6791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dirty="0">
                <a:solidFill>
                  <a:srgbClr val="FF0000"/>
                </a:solidFill>
              </a:rPr>
              <a:t>Mathematical Properties of spanning trees</a:t>
            </a:r>
          </a:p>
        </p:txBody>
      </p:sp>
      <p:sp>
        <p:nvSpPr>
          <p:cNvPr id="34" name="Content Placeholder 2">
            <a:extLst>
              <a:ext uri="{FF2B5EF4-FFF2-40B4-BE49-F238E27FC236}">
                <a16:creationId xmlns:a16="http://schemas.microsoft.com/office/drawing/2014/main" id="{36E3C636-5F3A-4B60-A011-C08D7651179F}"/>
              </a:ext>
            </a:extLst>
          </p:cNvPr>
          <p:cNvSpPr txBox="1">
            <a:spLocks/>
          </p:cNvSpPr>
          <p:nvPr/>
        </p:nvSpPr>
        <p:spPr>
          <a:xfrm>
            <a:off x="843918" y="5104131"/>
            <a:ext cx="10515600" cy="168534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/>
              <a:t>Spanning tree has n-1 edges, where n is the number of nodes (vertices). </a:t>
            </a:r>
          </a:p>
          <a:p>
            <a:r>
              <a:rPr lang="en-IN" dirty="0" smtClean="0"/>
              <a:t>A </a:t>
            </a:r>
            <a:r>
              <a:rPr lang="en-IN" dirty="0"/>
              <a:t>complete graph can have maximum n^n-2 number of spanning trees. 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458031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CD878D-BACD-45C3-9D78-351DD4C7A9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898" y="68521"/>
            <a:ext cx="6561406" cy="679142"/>
          </a:xfrm>
        </p:spPr>
        <p:txBody>
          <a:bodyPr>
            <a:normAutofit fontScale="90000"/>
          </a:bodyPr>
          <a:lstStyle/>
          <a:p>
            <a:pPr algn="ctr"/>
            <a:r>
              <a:rPr lang="en-IN" dirty="0">
                <a:solidFill>
                  <a:srgbClr val="FF0000"/>
                </a:solidFill>
              </a:rPr>
              <a:t>Applications of spanning trees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FF75F6-4103-41E7-9340-8CDEAF44EC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3918" y="741598"/>
            <a:ext cx="10515600" cy="1846857"/>
          </a:xfrm>
        </p:spPr>
        <p:txBody>
          <a:bodyPr>
            <a:normAutofit/>
          </a:bodyPr>
          <a:lstStyle/>
          <a:p>
            <a:r>
              <a:rPr lang="en-IN" dirty="0"/>
              <a:t>Spanning tree is basically used to find a minimum path to connect all nodes in a graph. Common applications of spanning trees are civil network planning,  computer network routing protocol, cluster analysis etc. </a:t>
            </a:r>
          </a:p>
          <a:p>
            <a:endParaRPr lang="en-IN" dirty="0"/>
          </a:p>
          <a:p>
            <a:endParaRPr lang="en-IN" dirty="0"/>
          </a:p>
          <a:p>
            <a:pPr marL="0" indent="0">
              <a:buNone/>
            </a:pPr>
            <a:endParaRPr lang="en-IN" dirty="0"/>
          </a:p>
        </p:txBody>
      </p:sp>
      <p:sp>
        <p:nvSpPr>
          <p:cNvPr id="29" name="Title 1">
            <a:extLst>
              <a:ext uri="{FF2B5EF4-FFF2-40B4-BE49-F238E27FC236}">
                <a16:creationId xmlns:a16="http://schemas.microsoft.com/office/drawing/2014/main" id="{C3AF1490-D22E-4121-B3A9-FC48A6270328}"/>
              </a:ext>
            </a:extLst>
          </p:cNvPr>
          <p:cNvSpPr txBox="1">
            <a:spLocks/>
          </p:cNvSpPr>
          <p:nvPr/>
        </p:nvSpPr>
        <p:spPr>
          <a:xfrm>
            <a:off x="286042" y="2413309"/>
            <a:ext cx="5678659" cy="6791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dirty="0">
                <a:solidFill>
                  <a:srgbClr val="FF0000"/>
                </a:solidFill>
              </a:rPr>
              <a:t>Minimum spanning trees</a:t>
            </a:r>
          </a:p>
        </p:txBody>
      </p:sp>
      <p:sp>
        <p:nvSpPr>
          <p:cNvPr id="34" name="Content Placeholder 2">
            <a:extLst>
              <a:ext uri="{FF2B5EF4-FFF2-40B4-BE49-F238E27FC236}">
                <a16:creationId xmlns:a16="http://schemas.microsoft.com/office/drawing/2014/main" id="{36E3C636-5F3A-4B60-A011-C08D7651179F}"/>
              </a:ext>
            </a:extLst>
          </p:cNvPr>
          <p:cNvSpPr txBox="1">
            <a:spLocks/>
          </p:cNvSpPr>
          <p:nvPr/>
        </p:nvSpPr>
        <p:spPr>
          <a:xfrm>
            <a:off x="706901" y="3092451"/>
            <a:ext cx="10515600" cy="20844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In a weighted graph, a minimum spanning tree is a spanning tree that has minimum weight than all other spanning trees of the same graph. In real-world situations, this weight can be measured as distance, congestion, traffic load or any arbitrary value denoted to the edges.</a:t>
            </a:r>
            <a:endParaRPr lang="en-IN" dirty="0"/>
          </a:p>
          <a:p>
            <a:endParaRPr lang="en-IN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8EC6C7BA-9886-41FE-BE59-9B800CCCD95B}"/>
              </a:ext>
            </a:extLst>
          </p:cNvPr>
          <p:cNvSpPr txBox="1">
            <a:spLocks/>
          </p:cNvSpPr>
          <p:nvPr/>
        </p:nvSpPr>
        <p:spPr>
          <a:xfrm>
            <a:off x="286041" y="5001765"/>
            <a:ext cx="7845085" cy="6791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dirty="0">
                <a:solidFill>
                  <a:srgbClr val="FF0000"/>
                </a:solidFill>
              </a:rPr>
              <a:t>Minimum spanning tree Algorithm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AD0CA92-C229-458E-A81D-15F5C698A991}"/>
              </a:ext>
            </a:extLst>
          </p:cNvPr>
          <p:cNvSpPr txBox="1">
            <a:spLocks/>
          </p:cNvSpPr>
          <p:nvPr/>
        </p:nvSpPr>
        <p:spPr>
          <a:xfrm>
            <a:off x="706901" y="5638445"/>
            <a:ext cx="10515600" cy="987438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dirty="0"/>
          </a:p>
          <a:p>
            <a:r>
              <a:rPr lang="en-IN" dirty="0"/>
              <a:t>Two algorithms for spanning trees are </a:t>
            </a:r>
            <a:r>
              <a:rPr lang="en-IN" dirty="0" err="1"/>
              <a:t>krushkal’s</a:t>
            </a:r>
            <a:r>
              <a:rPr lang="en-IN" dirty="0"/>
              <a:t> Algorithm and Prim’s Algorithm. </a:t>
            </a:r>
          </a:p>
        </p:txBody>
      </p:sp>
    </p:spTree>
    <p:extLst>
      <p:ext uri="{BB962C8B-B14F-4D97-AF65-F5344CB8AC3E}">
        <p14:creationId xmlns:p14="http://schemas.microsoft.com/office/powerpoint/2010/main" val="236111852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FCE9C2-D9F5-46B1-A350-171B6FCE99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541" y="141007"/>
            <a:ext cx="11914094" cy="979581"/>
          </a:xfrm>
        </p:spPr>
        <p:txBody>
          <a:bodyPr/>
          <a:lstStyle/>
          <a:p>
            <a:r>
              <a:rPr lang="en-IN" dirty="0">
                <a:solidFill>
                  <a:srgbClr val="FF0000"/>
                </a:solidFill>
              </a:rPr>
              <a:t>Minimum Cost Spanning Trees-</a:t>
            </a:r>
            <a:r>
              <a:rPr lang="en-IN" dirty="0" err="1">
                <a:solidFill>
                  <a:srgbClr val="FF0000"/>
                </a:solidFill>
              </a:rPr>
              <a:t>Krushkal’s</a:t>
            </a:r>
            <a:r>
              <a:rPr lang="en-IN" dirty="0">
                <a:solidFill>
                  <a:srgbClr val="FF0000"/>
                </a:solidFill>
              </a:rPr>
              <a:t>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71D51F-99F0-4FA2-8A39-3815EFFBA9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6176" y="1117412"/>
            <a:ext cx="11577917" cy="5346141"/>
          </a:xfrm>
        </p:spPr>
        <p:txBody>
          <a:bodyPr>
            <a:normAutofit fontScale="925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IN" b="1" dirty="0">
                <a:solidFill>
                  <a:srgbClr val="40424E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1.</a:t>
            </a:r>
            <a:r>
              <a:rPr lang="en-IN" b="0" dirty="0">
                <a:solidFill>
                  <a:srgbClr val="40424E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 </a:t>
            </a:r>
            <a:r>
              <a:rPr lang="en-IN" sz="4000" b="1" dirty="0"/>
              <a:t>Sort all the edges in </a:t>
            </a:r>
            <a:r>
              <a:rPr lang="en-IN" sz="4000" b="1" dirty="0" smtClean="0"/>
              <a:t>increasing </a:t>
            </a:r>
            <a:r>
              <a:rPr lang="en-IN" sz="4000" b="1" dirty="0"/>
              <a:t>order of their weight. </a:t>
            </a:r>
            <a:br>
              <a:rPr lang="en-IN" sz="4000" b="1" dirty="0"/>
            </a:br>
            <a:r>
              <a:rPr lang="en-IN" sz="4000" b="1" dirty="0"/>
              <a:t>2. Pick the smallest edge. Check if it forms a cycle with the spanning tree formed so far. If cycle is not formed, include this edge. Else, discard it. </a:t>
            </a:r>
            <a:br>
              <a:rPr lang="en-IN" sz="4000" b="1" dirty="0"/>
            </a:br>
            <a:r>
              <a:rPr lang="en-IN" sz="4000" b="1" dirty="0"/>
              <a:t>3. Repeat step#2 until there are (V-1) edges in the spanning tree.</a:t>
            </a:r>
          </a:p>
        </p:txBody>
      </p:sp>
    </p:spTree>
    <p:extLst>
      <p:ext uri="{BB962C8B-B14F-4D97-AF65-F5344CB8AC3E}">
        <p14:creationId xmlns:p14="http://schemas.microsoft.com/office/powerpoint/2010/main" val="17869090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42BB39-3998-4577-9A34-4949CE066E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2548" y="73428"/>
            <a:ext cx="10187854" cy="931266"/>
          </a:xfrm>
        </p:spPr>
        <p:txBody>
          <a:bodyPr>
            <a:normAutofit fontScale="90000"/>
          </a:bodyPr>
          <a:lstStyle/>
          <a:p>
            <a:pPr algn="ctr"/>
            <a:r>
              <a:rPr lang="en-IN" dirty="0">
                <a:solidFill>
                  <a:srgbClr val="FF0000"/>
                </a:solidFill>
              </a:rPr>
              <a:t>Minimum Spanning Trees-</a:t>
            </a:r>
            <a:r>
              <a:rPr lang="en-IN" dirty="0" err="1">
                <a:solidFill>
                  <a:srgbClr val="FF0000"/>
                </a:solidFill>
              </a:rPr>
              <a:t>Krushkal’s</a:t>
            </a:r>
            <a:r>
              <a:rPr lang="en-IN" dirty="0">
                <a:solidFill>
                  <a:srgbClr val="FF0000"/>
                </a:solidFill>
              </a:rPr>
              <a:t> Algorithm </a:t>
            </a:r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4D4DB3FD-129A-4CFE-B392-17C9E5BACBCB}"/>
              </a:ext>
            </a:extLst>
          </p:cNvPr>
          <p:cNvSpPr/>
          <p:nvPr/>
        </p:nvSpPr>
        <p:spPr>
          <a:xfrm>
            <a:off x="1688476" y="1348546"/>
            <a:ext cx="665492" cy="502346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dirty="0">
                <a:solidFill>
                  <a:srgbClr val="FF0000"/>
                </a:solidFill>
              </a:rPr>
              <a:t>A</a:t>
            </a:r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5D5DEA48-0CD2-4AC1-98F4-B729589BC4DC}"/>
              </a:ext>
            </a:extLst>
          </p:cNvPr>
          <p:cNvSpPr/>
          <p:nvPr/>
        </p:nvSpPr>
        <p:spPr>
          <a:xfrm>
            <a:off x="1688476" y="3040364"/>
            <a:ext cx="665492" cy="502346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dirty="0">
                <a:solidFill>
                  <a:srgbClr val="FF0000"/>
                </a:solidFill>
              </a:rPr>
              <a:t>C</a:t>
            </a:r>
          </a:p>
        </p:txBody>
      </p:sp>
      <p:sp>
        <p:nvSpPr>
          <p:cNvPr id="83" name="Oval 82">
            <a:extLst>
              <a:ext uri="{FF2B5EF4-FFF2-40B4-BE49-F238E27FC236}">
                <a16:creationId xmlns:a16="http://schemas.microsoft.com/office/drawing/2014/main" id="{3A3A0004-12F9-429C-81E1-DD97ADED023F}"/>
              </a:ext>
            </a:extLst>
          </p:cNvPr>
          <p:cNvSpPr/>
          <p:nvPr/>
        </p:nvSpPr>
        <p:spPr>
          <a:xfrm>
            <a:off x="3504527" y="2998312"/>
            <a:ext cx="665492" cy="502346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dirty="0">
                <a:solidFill>
                  <a:srgbClr val="FF0000"/>
                </a:solidFill>
              </a:rPr>
              <a:t>D</a:t>
            </a:r>
          </a:p>
        </p:txBody>
      </p: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8178978A-6DC4-46D7-863A-168B53AB4731}"/>
              </a:ext>
            </a:extLst>
          </p:cNvPr>
          <p:cNvCxnSpPr>
            <a:cxnSpLocks/>
            <a:stCxn id="73" idx="4"/>
            <a:endCxn id="78" idx="0"/>
          </p:cNvCxnSpPr>
          <p:nvPr/>
        </p:nvCxnSpPr>
        <p:spPr>
          <a:xfrm>
            <a:off x="2021222" y="1850892"/>
            <a:ext cx="0" cy="11894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C6B62BA9-5695-4D32-B992-8C0A0072DD43}"/>
              </a:ext>
            </a:extLst>
          </p:cNvPr>
          <p:cNvCxnSpPr>
            <a:cxnSpLocks/>
            <a:stCxn id="73" idx="5"/>
            <a:endCxn id="83" idx="1"/>
          </p:cNvCxnSpPr>
          <p:nvPr/>
        </p:nvCxnSpPr>
        <p:spPr>
          <a:xfrm>
            <a:off x="2256509" y="1777325"/>
            <a:ext cx="1345477" cy="129455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F217956F-4974-4CAC-BF6F-43A87AE03C27}"/>
              </a:ext>
            </a:extLst>
          </p:cNvPr>
          <p:cNvCxnSpPr>
            <a:cxnSpLocks/>
            <a:stCxn id="83" idx="2"/>
            <a:endCxn id="78" idx="6"/>
          </p:cNvCxnSpPr>
          <p:nvPr/>
        </p:nvCxnSpPr>
        <p:spPr>
          <a:xfrm flipH="1">
            <a:off x="2353968" y="3249485"/>
            <a:ext cx="1150559" cy="4205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Oval 90">
            <a:extLst>
              <a:ext uri="{FF2B5EF4-FFF2-40B4-BE49-F238E27FC236}">
                <a16:creationId xmlns:a16="http://schemas.microsoft.com/office/drawing/2014/main" id="{7FDF593C-8113-41ED-BB11-81E8DC6B26B2}"/>
              </a:ext>
            </a:extLst>
          </p:cNvPr>
          <p:cNvSpPr/>
          <p:nvPr/>
        </p:nvSpPr>
        <p:spPr>
          <a:xfrm>
            <a:off x="3407067" y="1311763"/>
            <a:ext cx="665492" cy="502346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dirty="0">
                <a:solidFill>
                  <a:srgbClr val="FF0000"/>
                </a:solidFill>
              </a:rPr>
              <a:t>B</a:t>
            </a:r>
          </a:p>
        </p:txBody>
      </p: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A8D87EBE-62F1-4DE6-8EF5-13087DC21190}"/>
              </a:ext>
            </a:extLst>
          </p:cNvPr>
          <p:cNvCxnSpPr>
            <a:cxnSpLocks/>
            <a:stCxn id="73" idx="6"/>
            <a:endCxn id="91" idx="2"/>
          </p:cNvCxnSpPr>
          <p:nvPr/>
        </p:nvCxnSpPr>
        <p:spPr>
          <a:xfrm flipV="1">
            <a:off x="2353968" y="1562936"/>
            <a:ext cx="1053099" cy="3678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0C1262FE-6BD1-40A0-9272-AE8C39921A89}"/>
              </a:ext>
            </a:extLst>
          </p:cNvPr>
          <p:cNvCxnSpPr>
            <a:cxnSpLocks/>
            <a:stCxn id="91" idx="4"/>
            <a:endCxn id="83" idx="0"/>
          </p:cNvCxnSpPr>
          <p:nvPr/>
        </p:nvCxnSpPr>
        <p:spPr>
          <a:xfrm>
            <a:off x="3739813" y="1814109"/>
            <a:ext cx="97460" cy="118420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ACD8E372-D5F1-42A0-84F2-B31F71036EAB}"/>
              </a:ext>
            </a:extLst>
          </p:cNvPr>
          <p:cNvCxnSpPr>
            <a:cxnSpLocks/>
            <a:stCxn id="91" idx="3"/>
            <a:endCxn id="78" idx="7"/>
          </p:cNvCxnSpPr>
          <p:nvPr/>
        </p:nvCxnSpPr>
        <p:spPr>
          <a:xfrm flipH="1">
            <a:off x="2256509" y="1740542"/>
            <a:ext cx="1248017" cy="137338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A068BD27-204A-4BBC-8D15-40B8C0BCAB06}"/>
              </a:ext>
            </a:extLst>
          </p:cNvPr>
          <p:cNvSpPr txBox="1"/>
          <p:nvPr/>
        </p:nvSpPr>
        <p:spPr>
          <a:xfrm>
            <a:off x="2762923" y="1091201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dirty="0">
                <a:solidFill>
                  <a:srgbClr val="7030A0"/>
                </a:solidFill>
              </a:rPr>
              <a:t>5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8D468B2F-8816-4019-A162-F70F517B1F3E}"/>
              </a:ext>
            </a:extLst>
          </p:cNvPr>
          <p:cNvSpPr txBox="1"/>
          <p:nvPr/>
        </p:nvSpPr>
        <p:spPr>
          <a:xfrm>
            <a:off x="1705020" y="2091628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dirty="0">
                <a:solidFill>
                  <a:srgbClr val="7030A0"/>
                </a:solidFill>
              </a:rPr>
              <a:t>3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581EB23E-7BF7-43F1-8CC2-F9023A1F874C}"/>
              </a:ext>
            </a:extLst>
          </p:cNvPr>
          <p:cNvSpPr txBox="1"/>
          <p:nvPr/>
        </p:nvSpPr>
        <p:spPr>
          <a:xfrm>
            <a:off x="3829076" y="2091628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dirty="0">
                <a:solidFill>
                  <a:srgbClr val="7030A0"/>
                </a:solidFill>
              </a:rPr>
              <a:t>3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009BFF3F-6C6E-4482-92AD-99691719FE94}"/>
              </a:ext>
            </a:extLst>
          </p:cNvPr>
          <p:cNvSpPr txBox="1"/>
          <p:nvPr/>
        </p:nvSpPr>
        <p:spPr>
          <a:xfrm>
            <a:off x="2745543" y="3220850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dirty="0">
                <a:solidFill>
                  <a:srgbClr val="7030A0"/>
                </a:solidFill>
              </a:rPr>
              <a:t>1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1E124130-5F7B-41E4-B9E9-89F87BC875F9}"/>
              </a:ext>
            </a:extLst>
          </p:cNvPr>
          <p:cNvSpPr txBox="1"/>
          <p:nvPr/>
        </p:nvSpPr>
        <p:spPr>
          <a:xfrm>
            <a:off x="2240757" y="1947462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dirty="0">
                <a:solidFill>
                  <a:srgbClr val="7030A0"/>
                </a:solidFill>
              </a:rPr>
              <a:t>2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AE6BBC78-6416-47E6-A467-A4BE6A788C89}"/>
              </a:ext>
            </a:extLst>
          </p:cNvPr>
          <p:cNvSpPr txBox="1"/>
          <p:nvPr/>
        </p:nvSpPr>
        <p:spPr>
          <a:xfrm>
            <a:off x="2926276" y="1706638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dirty="0">
                <a:solidFill>
                  <a:srgbClr val="7030A0"/>
                </a:solidFill>
              </a:rPr>
              <a:t>4</a:t>
            </a:r>
          </a:p>
        </p:txBody>
      </p:sp>
      <p:sp>
        <p:nvSpPr>
          <p:cNvPr id="100" name="Oval 99">
            <a:extLst>
              <a:ext uri="{FF2B5EF4-FFF2-40B4-BE49-F238E27FC236}">
                <a16:creationId xmlns:a16="http://schemas.microsoft.com/office/drawing/2014/main" id="{1C913305-14B1-4C18-B239-865C5C5967CB}"/>
              </a:ext>
            </a:extLst>
          </p:cNvPr>
          <p:cNvSpPr/>
          <p:nvPr/>
        </p:nvSpPr>
        <p:spPr>
          <a:xfrm>
            <a:off x="6426945" y="1177389"/>
            <a:ext cx="665492" cy="502346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dirty="0">
                <a:solidFill>
                  <a:srgbClr val="FF0000"/>
                </a:solidFill>
              </a:rPr>
              <a:t>A</a:t>
            </a:r>
          </a:p>
        </p:txBody>
      </p:sp>
      <p:sp>
        <p:nvSpPr>
          <p:cNvPr id="101" name="Oval 100">
            <a:extLst>
              <a:ext uri="{FF2B5EF4-FFF2-40B4-BE49-F238E27FC236}">
                <a16:creationId xmlns:a16="http://schemas.microsoft.com/office/drawing/2014/main" id="{B7C64D9C-6794-4590-9F18-E5DB18997621}"/>
              </a:ext>
            </a:extLst>
          </p:cNvPr>
          <p:cNvSpPr/>
          <p:nvPr/>
        </p:nvSpPr>
        <p:spPr>
          <a:xfrm>
            <a:off x="6270656" y="2827155"/>
            <a:ext cx="665492" cy="502346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dirty="0">
                <a:solidFill>
                  <a:srgbClr val="FF0000"/>
                </a:solidFill>
              </a:rPr>
              <a:t>C</a:t>
            </a:r>
          </a:p>
        </p:txBody>
      </p:sp>
      <p:sp>
        <p:nvSpPr>
          <p:cNvPr id="102" name="Oval 101">
            <a:extLst>
              <a:ext uri="{FF2B5EF4-FFF2-40B4-BE49-F238E27FC236}">
                <a16:creationId xmlns:a16="http://schemas.microsoft.com/office/drawing/2014/main" id="{A22CA45C-F109-4F8B-A10E-A7ABDA2B4688}"/>
              </a:ext>
            </a:extLst>
          </p:cNvPr>
          <p:cNvSpPr/>
          <p:nvPr/>
        </p:nvSpPr>
        <p:spPr>
          <a:xfrm>
            <a:off x="8242996" y="2827155"/>
            <a:ext cx="665492" cy="502346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dirty="0">
                <a:solidFill>
                  <a:srgbClr val="FF0000"/>
                </a:solidFill>
              </a:rPr>
              <a:t>D</a:t>
            </a:r>
          </a:p>
        </p:txBody>
      </p:sp>
      <p:sp>
        <p:nvSpPr>
          <p:cNvPr id="106" name="Oval 105">
            <a:extLst>
              <a:ext uri="{FF2B5EF4-FFF2-40B4-BE49-F238E27FC236}">
                <a16:creationId xmlns:a16="http://schemas.microsoft.com/office/drawing/2014/main" id="{89695687-F8D5-4433-B8DA-AEB747961B62}"/>
              </a:ext>
            </a:extLst>
          </p:cNvPr>
          <p:cNvSpPr/>
          <p:nvPr/>
        </p:nvSpPr>
        <p:spPr>
          <a:xfrm>
            <a:off x="8269398" y="1136759"/>
            <a:ext cx="665492" cy="502346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dirty="0">
                <a:solidFill>
                  <a:srgbClr val="FF0000"/>
                </a:solidFill>
              </a:rPr>
              <a:t>B</a:t>
            </a:r>
          </a:p>
        </p:txBody>
      </p:sp>
      <p:sp>
        <p:nvSpPr>
          <p:cNvPr id="116" name="Oval 115">
            <a:extLst>
              <a:ext uri="{FF2B5EF4-FFF2-40B4-BE49-F238E27FC236}">
                <a16:creationId xmlns:a16="http://schemas.microsoft.com/office/drawing/2014/main" id="{BE48212A-B195-44F9-9595-39329C8D98A0}"/>
              </a:ext>
            </a:extLst>
          </p:cNvPr>
          <p:cNvSpPr/>
          <p:nvPr/>
        </p:nvSpPr>
        <p:spPr>
          <a:xfrm>
            <a:off x="1869012" y="4205637"/>
            <a:ext cx="665492" cy="502346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dirty="0">
                <a:solidFill>
                  <a:srgbClr val="FF0000"/>
                </a:solidFill>
              </a:rPr>
              <a:t>C</a:t>
            </a:r>
          </a:p>
        </p:txBody>
      </p:sp>
      <p:sp>
        <p:nvSpPr>
          <p:cNvPr id="117" name="Oval 116">
            <a:extLst>
              <a:ext uri="{FF2B5EF4-FFF2-40B4-BE49-F238E27FC236}">
                <a16:creationId xmlns:a16="http://schemas.microsoft.com/office/drawing/2014/main" id="{407DD30A-31FD-42AB-96B0-A62CB344DA50}"/>
              </a:ext>
            </a:extLst>
          </p:cNvPr>
          <p:cNvSpPr/>
          <p:nvPr/>
        </p:nvSpPr>
        <p:spPr>
          <a:xfrm>
            <a:off x="3685063" y="4163585"/>
            <a:ext cx="665492" cy="502346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dirty="0">
                <a:solidFill>
                  <a:srgbClr val="FF0000"/>
                </a:solidFill>
              </a:rPr>
              <a:t>D</a:t>
            </a:r>
          </a:p>
        </p:txBody>
      </p:sp>
      <p:cxnSp>
        <p:nvCxnSpPr>
          <p:cNvPr id="118" name="Straight Connector 117">
            <a:extLst>
              <a:ext uri="{FF2B5EF4-FFF2-40B4-BE49-F238E27FC236}">
                <a16:creationId xmlns:a16="http://schemas.microsoft.com/office/drawing/2014/main" id="{FAAABA9F-3501-4F23-949C-D5C2F86A611C}"/>
              </a:ext>
            </a:extLst>
          </p:cNvPr>
          <p:cNvCxnSpPr>
            <a:cxnSpLocks/>
            <a:stCxn id="117" idx="2"/>
            <a:endCxn id="116" idx="6"/>
          </p:cNvCxnSpPr>
          <p:nvPr/>
        </p:nvCxnSpPr>
        <p:spPr>
          <a:xfrm flipH="1">
            <a:off x="2534504" y="4414758"/>
            <a:ext cx="1150559" cy="4205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9" name="TextBox 118">
            <a:extLst>
              <a:ext uri="{FF2B5EF4-FFF2-40B4-BE49-F238E27FC236}">
                <a16:creationId xmlns:a16="http://schemas.microsoft.com/office/drawing/2014/main" id="{52A4C853-E225-43AD-935B-EBB2A8198C62}"/>
              </a:ext>
            </a:extLst>
          </p:cNvPr>
          <p:cNvSpPr txBox="1"/>
          <p:nvPr/>
        </p:nvSpPr>
        <p:spPr>
          <a:xfrm>
            <a:off x="2926079" y="4386123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dirty="0">
                <a:solidFill>
                  <a:srgbClr val="7030A0"/>
                </a:solidFill>
              </a:rPr>
              <a:t>1</a:t>
            </a:r>
          </a:p>
        </p:txBody>
      </p:sp>
      <p:sp>
        <p:nvSpPr>
          <p:cNvPr id="120" name="Oval 119">
            <a:extLst>
              <a:ext uri="{FF2B5EF4-FFF2-40B4-BE49-F238E27FC236}">
                <a16:creationId xmlns:a16="http://schemas.microsoft.com/office/drawing/2014/main" id="{666A0AC6-9D9A-4FEB-89A4-A5430A410FF8}"/>
              </a:ext>
            </a:extLst>
          </p:cNvPr>
          <p:cNvSpPr/>
          <p:nvPr/>
        </p:nvSpPr>
        <p:spPr>
          <a:xfrm>
            <a:off x="1812740" y="4979361"/>
            <a:ext cx="665492" cy="502346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dirty="0">
                <a:solidFill>
                  <a:srgbClr val="FF0000"/>
                </a:solidFill>
              </a:rPr>
              <a:t>A</a:t>
            </a:r>
          </a:p>
        </p:txBody>
      </p:sp>
      <p:sp>
        <p:nvSpPr>
          <p:cNvPr id="121" name="Oval 120">
            <a:extLst>
              <a:ext uri="{FF2B5EF4-FFF2-40B4-BE49-F238E27FC236}">
                <a16:creationId xmlns:a16="http://schemas.microsoft.com/office/drawing/2014/main" id="{82FC0A3D-4A03-4914-8EC1-039F065D689F}"/>
              </a:ext>
            </a:extLst>
          </p:cNvPr>
          <p:cNvSpPr/>
          <p:nvPr/>
        </p:nvSpPr>
        <p:spPr>
          <a:xfrm>
            <a:off x="3628791" y="4937309"/>
            <a:ext cx="665492" cy="502346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dirty="0">
                <a:solidFill>
                  <a:srgbClr val="FF0000"/>
                </a:solidFill>
              </a:rPr>
              <a:t>D</a:t>
            </a:r>
          </a:p>
        </p:txBody>
      </p:sp>
      <p:cxnSp>
        <p:nvCxnSpPr>
          <p:cNvPr id="122" name="Straight Connector 121">
            <a:extLst>
              <a:ext uri="{FF2B5EF4-FFF2-40B4-BE49-F238E27FC236}">
                <a16:creationId xmlns:a16="http://schemas.microsoft.com/office/drawing/2014/main" id="{9D4CF6D0-F645-4B89-9BF6-200F770A4A0F}"/>
              </a:ext>
            </a:extLst>
          </p:cNvPr>
          <p:cNvCxnSpPr>
            <a:cxnSpLocks/>
            <a:stCxn id="121" idx="2"/>
            <a:endCxn id="120" idx="6"/>
          </p:cNvCxnSpPr>
          <p:nvPr/>
        </p:nvCxnSpPr>
        <p:spPr>
          <a:xfrm flipH="1">
            <a:off x="2478232" y="5188482"/>
            <a:ext cx="1150559" cy="4205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" name="TextBox 122">
            <a:extLst>
              <a:ext uri="{FF2B5EF4-FFF2-40B4-BE49-F238E27FC236}">
                <a16:creationId xmlns:a16="http://schemas.microsoft.com/office/drawing/2014/main" id="{6AE4FD66-F055-46CF-8AC1-E545AC526931}"/>
              </a:ext>
            </a:extLst>
          </p:cNvPr>
          <p:cNvSpPr txBox="1"/>
          <p:nvPr/>
        </p:nvSpPr>
        <p:spPr>
          <a:xfrm>
            <a:off x="2869807" y="5159847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dirty="0">
                <a:solidFill>
                  <a:srgbClr val="7030A0"/>
                </a:solidFill>
              </a:rPr>
              <a:t>2</a:t>
            </a:r>
          </a:p>
        </p:txBody>
      </p:sp>
      <p:sp>
        <p:nvSpPr>
          <p:cNvPr id="124" name="Oval 123">
            <a:extLst>
              <a:ext uri="{FF2B5EF4-FFF2-40B4-BE49-F238E27FC236}">
                <a16:creationId xmlns:a16="http://schemas.microsoft.com/office/drawing/2014/main" id="{DF6C9800-A264-4B0F-ADD2-784FA1AF04A2}"/>
              </a:ext>
            </a:extLst>
          </p:cNvPr>
          <p:cNvSpPr/>
          <p:nvPr/>
        </p:nvSpPr>
        <p:spPr>
          <a:xfrm>
            <a:off x="1840876" y="5950032"/>
            <a:ext cx="665492" cy="502346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dirty="0">
                <a:solidFill>
                  <a:srgbClr val="FF0000"/>
                </a:solidFill>
              </a:rPr>
              <a:t>A</a:t>
            </a:r>
          </a:p>
        </p:txBody>
      </p:sp>
      <p:sp>
        <p:nvSpPr>
          <p:cNvPr id="125" name="Oval 124">
            <a:extLst>
              <a:ext uri="{FF2B5EF4-FFF2-40B4-BE49-F238E27FC236}">
                <a16:creationId xmlns:a16="http://schemas.microsoft.com/office/drawing/2014/main" id="{BBBD313C-96B5-4311-A06D-EEEED7345013}"/>
              </a:ext>
            </a:extLst>
          </p:cNvPr>
          <p:cNvSpPr/>
          <p:nvPr/>
        </p:nvSpPr>
        <p:spPr>
          <a:xfrm>
            <a:off x="3656927" y="5907980"/>
            <a:ext cx="665492" cy="502346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dirty="0">
                <a:solidFill>
                  <a:srgbClr val="FF0000"/>
                </a:solidFill>
              </a:rPr>
              <a:t>C</a:t>
            </a:r>
          </a:p>
        </p:txBody>
      </p:sp>
      <p:cxnSp>
        <p:nvCxnSpPr>
          <p:cNvPr id="126" name="Straight Connector 125">
            <a:extLst>
              <a:ext uri="{FF2B5EF4-FFF2-40B4-BE49-F238E27FC236}">
                <a16:creationId xmlns:a16="http://schemas.microsoft.com/office/drawing/2014/main" id="{20A4121D-1244-4520-A242-D5C29B2F269B}"/>
              </a:ext>
            </a:extLst>
          </p:cNvPr>
          <p:cNvCxnSpPr>
            <a:cxnSpLocks/>
            <a:stCxn id="125" idx="2"/>
            <a:endCxn id="124" idx="6"/>
          </p:cNvCxnSpPr>
          <p:nvPr/>
        </p:nvCxnSpPr>
        <p:spPr>
          <a:xfrm flipH="1">
            <a:off x="2506368" y="6159153"/>
            <a:ext cx="1150559" cy="4205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" name="TextBox 126">
            <a:extLst>
              <a:ext uri="{FF2B5EF4-FFF2-40B4-BE49-F238E27FC236}">
                <a16:creationId xmlns:a16="http://schemas.microsoft.com/office/drawing/2014/main" id="{A3637C94-DDBF-45B4-8FAD-B4D4DB068D0D}"/>
              </a:ext>
            </a:extLst>
          </p:cNvPr>
          <p:cNvSpPr txBox="1"/>
          <p:nvPr/>
        </p:nvSpPr>
        <p:spPr>
          <a:xfrm>
            <a:off x="2897943" y="6130518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dirty="0">
                <a:solidFill>
                  <a:srgbClr val="7030A0"/>
                </a:solidFill>
              </a:rPr>
              <a:t>3</a:t>
            </a:r>
          </a:p>
        </p:txBody>
      </p:sp>
      <p:sp>
        <p:nvSpPr>
          <p:cNvPr id="128" name="Oval 127">
            <a:extLst>
              <a:ext uri="{FF2B5EF4-FFF2-40B4-BE49-F238E27FC236}">
                <a16:creationId xmlns:a16="http://schemas.microsoft.com/office/drawing/2014/main" id="{E9B08609-A7DF-433F-AC0C-D44048AD1FE9}"/>
              </a:ext>
            </a:extLst>
          </p:cNvPr>
          <p:cNvSpPr/>
          <p:nvPr/>
        </p:nvSpPr>
        <p:spPr>
          <a:xfrm>
            <a:off x="4766956" y="4149366"/>
            <a:ext cx="665492" cy="502346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dirty="0">
                <a:solidFill>
                  <a:srgbClr val="FF0000"/>
                </a:solidFill>
              </a:rPr>
              <a:t>B</a:t>
            </a:r>
          </a:p>
        </p:txBody>
      </p:sp>
      <p:sp>
        <p:nvSpPr>
          <p:cNvPr id="129" name="Oval 128">
            <a:extLst>
              <a:ext uri="{FF2B5EF4-FFF2-40B4-BE49-F238E27FC236}">
                <a16:creationId xmlns:a16="http://schemas.microsoft.com/office/drawing/2014/main" id="{ECBED9C0-6E10-416E-A5BC-E64A3D3E5234}"/>
              </a:ext>
            </a:extLst>
          </p:cNvPr>
          <p:cNvSpPr/>
          <p:nvPr/>
        </p:nvSpPr>
        <p:spPr>
          <a:xfrm>
            <a:off x="6583007" y="4107314"/>
            <a:ext cx="665492" cy="502346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dirty="0">
                <a:solidFill>
                  <a:srgbClr val="FF0000"/>
                </a:solidFill>
              </a:rPr>
              <a:t>D</a:t>
            </a:r>
          </a:p>
        </p:txBody>
      </p:sp>
      <p:cxnSp>
        <p:nvCxnSpPr>
          <p:cNvPr id="130" name="Straight Connector 129">
            <a:extLst>
              <a:ext uri="{FF2B5EF4-FFF2-40B4-BE49-F238E27FC236}">
                <a16:creationId xmlns:a16="http://schemas.microsoft.com/office/drawing/2014/main" id="{579172F3-7139-4F27-B557-D1E61F4112F7}"/>
              </a:ext>
            </a:extLst>
          </p:cNvPr>
          <p:cNvCxnSpPr>
            <a:cxnSpLocks/>
            <a:stCxn id="129" idx="2"/>
            <a:endCxn id="128" idx="6"/>
          </p:cNvCxnSpPr>
          <p:nvPr/>
        </p:nvCxnSpPr>
        <p:spPr>
          <a:xfrm flipH="1">
            <a:off x="5432448" y="4358487"/>
            <a:ext cx="1150559" cy="4205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1" name="TextBox 130">
            <a:extLst>
              <a:ext uri="{FF2B5EF4-FFF2-40B4-BE49-F238E27FC236}">
                <a16:creationId xmlns:a16="http://schemas.microsoft.com/office/drawing/2014/main" id="{902D4F1E-9B48-4EEE-8AC9-6337D3667A33}"/>
              </a:ext>
            </a:extLst>
          </p:cNvPr>
          <p:cNvSpPr txBox="1"/>
          <p:nvPr/>
        </p:nvSpPr>
        <p:spPr>
          <a:xfrm>
            <a:off x="5824023" y="4329852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dirty="0">
                <a:solidFill>
                  <a:srgbClr val="7030A0"/>
                </a:solidFill>
              </a:rPr>
              <a:t>3</a:t>
            </a:r>
          </a:p>
        </p:txBody>
      </p:sp>
      <p:sp>
        <p:nvSpPr>
          <p:cNvPr id="132" name="Oval 131">
            <a:extLst>
              <a:ext uri="{FF2B5EF4-FFF2-40B4-BE49-F238E27FC236}">
                <a16:creationId xmlns:a16="http://schemas.microsoft.com/office/drawing/2014/main" id="{B4A4C049-0C9B-4702-A2A2-BE0094B0DE65}"/>
              </a:ext>
            </a:extLst>
          </p:cNvPr>
          <p:cNvSpPr/>
          <p:nvPr/>
        </p:nvSpPr>
        <p:spPr>
          <a:xfrm>
            <a:off x="4724756" y="4852752"/>
            <a:ext cx="665492" cy="502346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dirty="0">
                <a:solidFill>
                  <a:srgbClr val="FF0000"/>
                </a:solidFill>
              </a:rPr>
              <a:t>B</a:t>
            </a:r>
          </a:p>
        </p:txBody>
      </p:sp>
      <p:sp>
        <p:nvSpPr>
          <p:cNvPr id="133" name="Oval 132">
            <a:extLst>
              <a:ext uri="{FF2B5EF4-FFF2-40B4-BE49-F238E27FC236}">
                <a16:creationId xmlns:a16="http://schemas.microsoft.com/office/drawing/2014/main" id="{24477FB5-D170-40A3-BF61-281FF4DB08A7}"/>
              </a:ext>
            </a:extLst>
          </p:cNvPr>
          <p:cNvSpPr/>
          <p:nvPr/>
        </p:nvSpPr>
        <p:spPr>
          <a:xfrm>
            <a:off x="6540807" y="4810700"/>
            <a:ext cx="665492" cy="502346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dirty="0">
                <a:solidFill>
                  <a:srgbClr val="FF0000"/>
                </a:solidFill>
              </a:rPr>
              <a:t>C</a:t>
            </a:r>
          </a:p>
        </p:txBody>
      </p:sp>
      <p:cxnSp>
        <p:nvCxnSpPr>
          <p:cNvPr id="134" name="Straight Connector 133">
            <a:extLst>
              <a:ext uri="{FF2B5EF4-FFF2-40B4-BE49-F238E27FC236}">
                <a16:creationId xmlns:a16="http://schemas.microsoft.com/office/drawing/2014/main" id="{03BE077A-9EC7-47C2-9D41-3C751C46D429}"/>
              </a:ext>
            </a:extLst>
          </p:cNvPr>
          <p:cNvCxnSpPr>
            <a:cxnSpLocks/>
            <a:stCxn id="133" idx="2"/>
            <a:endCxn id="132" idx="6"/>
          </p:cNvCxnSpPr>
          <p:nvPr/>
        </p:nvCxnSpPr>
        <p:spPr>
          <a:xfrm flipH="1">
            <a:off x="5390248" y="5061873"/>
            <a:ext cx="1150559" cy="4205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5" name="TextBox 134">
            <a:extLst>
              <a:ext uri="{FF2B5EF4-FFF2-40B4-BE49-F238E27FC236}">
                <a16:creationId xmlns:a16="http://schemas.microsoft.com/office/drawing/2014/main" id="{50B3259D-DCED-46FB-B39B-EAB928E21B8C}"/>
              </a:ext>
            </a:extLst>
          </p:cNvPr>
          <p:cNvSpPr txBox="1"/>
          <p:nvPr/>
        </p:nvSpPr>
        <p:spPr>
          <a:xfrm>
            <a:off x="5781823" y="5033238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dirty="0">
                <a:solidFill>
                  <a:srgbClr val="7030A0"/>
                </a:solidFill>
              </a:rPr>
              <a:t>4</a:t>
            </a:r>
          </a:p>
        </p:txBody>
      </p:sp>
      <p:sp>
        <p:nvSpPr>
          <p:cNvPr id="136" name="Oval 135">
            <a:extLst>
              <a:ext uri="{FF2B5EF4-FFF2-40B4-BE49-F238E27FC236}">
                <a16:creationId xmlns:a16="http://schemas.microsoft.com/office/drawing/2014/main" id="{FC71A975-114F-4603-B1B1-0E053A440DE1}"/>
              </a:ext>
            </a:extLst>
          </p:cNvPr>
          <p:cNvSpPr/>
          <p:nvPr/>
        </p:nvSpPr>
        <p:spPr>
          <a:xfrm>
            <a:off x="4724754" y="5640545"/>
            <a:ext cx="665492" cy="502346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dirty="0">
                <a:solidFill>
                  <a:srgbClr val="FF0000"/>
                </a:solidFill>
              </a:rPr>
              <a:t>A</a:t>
            </a:r>
          </a:p>
        </p:txBody>
      </p:sp>
      <p:sp>
        <p:nvSpPr>
          <p:cNvPr id="137" name="Oval 136">
            <a:extLst>
              <a:ext uri="{FF2B5EF4-FFF2-40B4-BE49-F238E27FC236}">
                <a16:creationId xmlns:a16="http://schemas.microsoft.com/office/drawing/2014/main" id="{CB021684-98D5-4537-8961-A27960567963}"/>
              </a:ext>
            </a:extLst>
          </p:cNvPr>
          <p:cNvSpPr/>
          <p:nvPr/>
        </p:nvSpPr>
        <p:spPr>
          <a:xfrm>
            <a:off x="6540805" y="5598493"/>
            <a:ext cx="665492" cy="502346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dirty="0">
                <a:solidFill>
                  <a:srgbClr val="FF0000"/>
                </a:solidFill>
              </a:rPr>
              <a:t>B</a:t>
            </a:r>
          </a:p>
        </p:txBody>
      </p:sp>
      <p:cxnSp>
        <p:nvCxnSpPr>
          <p:cNvPr id="138" name="Straight Connector 137">
            <a:extLst>
              <a:ext uri="{FF2B5EF4-FFF2-40B4-BE49-F238E27FC236}">
                <a16:creationId xmlns:a16="http://schemas.microsoft.com/office/drawing/2014/main" id="{7758C571-2937-4F74-86B8-C83CAD4346EB}"/>
              </a:ext>
            </a:extLst>
          </p:cNvPr>
          <p:cNvCxnSpPr>
            <a:cxnSpLocks/>
            <a:stCxn id="137" idx="2"/>
            <a:endCxn id="136" idx="6"/>
          </p:cNvCxnSpPr>
          <p:nvPr/>
        </p:nvCxnSpPr>
        <p:spPr>
          <a:xfrm flipH="1">
            <a:off x="5390246" y="5849666"/>
            <a:ext cx="1150559" cy="4205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9" name="TextBox 138">
            <a:extLst>
              <a:ext uri="{FF2B5EF4-FFF2-40B4-BE49-F238E27FC236}">
                <a16:creationId xmlns:a16="http://schemas.microsoft.com/office/drawing/2014/main" id="{216370EA-D8CE-4A93-99FD-BA710A410304}"/>
              </a:ext>
            </a:extLst>
          </p:cNvPr>
          <p:cNvSpPr txBox="1"/>
          <p:nvPr/>
        </p:nvSpPr>
        <p:spPr>
          <a:xfrm>
            <a:off x="5781821" y="5821031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dirty="0">
                <a:solidFill>
                  <a:srgbClr val="7030A0"/>
                </a:solidFill>
              </a:rPr>
              <a:t>5</a:t>
            </a:r>
          </a:p>
        </p:txBody>
      </p:sp>
      <p:cxnSp>
        <p:nvCxnSpPr>
          <p:cNvPr id="140" name="Straight Connector 139">
            <a:extLst>
              <a:ext uri="{FF2B5EF4-FFF2-40B4-BE49-F238E27FC236}">
                <a16:creationId xmlns:a16="http://schemas.microsoft.com/office/drawing/2014/main" id="{852730D9-E061-442A-B190-31029E1D2329}"/>
              </a:ext>
            </a:extLst>
          </p:cNvPr>
          <p:cNvCxnSpPr>
            <a:cxnSpLocks/>
            <a:stCxn id="102" idx="2"/>
            <a:endCxn id="101" idx="6"/>
          </p:cNvCxnSpPr>
          <p:nvPr/>
        </p:nvCxnSpPr>
        <p:spPr>
          <a:xfrm flipH="1">
            <a:off x="6936148" y="3078328"/>
            <a:ext cx="130684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1" name="TextBox 140">
            <a:extLst>
              <a:ext uri="{FF2B5EF4-FFF2-40B4-BE49-F238E27FC236}">
                <a16:creationId xmlns:a16="http://schemas.microsoft.com/office/drawing/2014/main" id="{A8C76FA7-DDDA-49AB-9ECF-0E99FE82A8DE}"/>
              </a:ext>
            </a:extLst>
          </p:cNvPr>
          <p:cNvSpPr txBox="1"/>
          <p:nvPr/>
        </p:nvSpPr>
        <p:spPr>
          <a:xfrm>
            <a:off x="7577504" y="2576134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dirty="0">
                <a:solidFill>
                  <a:srgbClr val="7030A0"/>
                </a:solidFill>
              </a:rPr>
              <a:t>1</a:t>
            </a:r>
          </a:p>
        </p:txBody>
      </p:sp>
      <p:cxnSp>
        <p:nvCxnSpPr>
          <p:cNvPr id="142" name="Straight Connector 141">
            <a:extLst>
              <a:ext uri="{FF2B5EF4-FFF2-40B4-BE49-F238E27FC236}">
                <a16:creationId xmlns:a16="http://schemas.microsoft.com/office/drawing/2014/main" id="{A9A2C024-09A4-4F1B-B926-0AEE754270E4}"/>
              </a:ext>
            </a:extLst>
          </p:cNvPr>
          <p:cNvCxnSpPr>
            <a:cxnSpLocks/>
            <a:stCxn id="102" idx="1"/>
            <a:endCxn id="100" idx="5"/>
          </p:cNvCxnSpPr>
          <p:nvPr/>
        </p:nvCxnSpPr>
        <p:spPr>
          <a:xfrm flipH="1" flipV="1">
            <a:off x="6994978" y="1606168"/>
            <a:ext cx="1345477" cy="129455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" name="TextBox 142">
            <a:extLst>
              <a:ext uri="{FF2B5EF4-FFF2-40B4-BE49-F238E27FC236}">
                <a16:creationId xmlns:a16="http://schemas.microsoft.com/office/drawing/2014/main" id="{9056F784-4186-422F-BA94-BE64069E8A60}"/>
              </a:ext>
            </a:extLst>
          </p:cNvPr>
          <p:cNvSpPr txBox="1"/>
          <p:nvPr/>
        </p:nvSpPr>
        <p:spPr>
          <a:xfrm>
            <a:off x="7667716" y="1740542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dirty="0">
                <a:solidFill>
                  <a:srgbClr val="7030A0"/>
                </a:solidFill>
              </a:rPr>
              <a:t>2</a:t>
            </a:r>
          </a:p>
        </p:txBody>
      </p:sp>
      <p:sp>
        <p:nvSpPr>
          <p:cNvPr id="19" name="Multiplication Sign 18">
            <a:extLst>
              <a:ext uri="{FF2B5EF4-FFF2-40B4-BE49-F238E27FC236}">
                <a16:creationId xmlns:a16="http://schemas.microsoft.com/office/drawing/2014/main" id="{E900CD7D-13BF-4EC5-A858-2C89D1BE6BAE}"/>
              </a:ext>
            </a:extLst>
          </p:cNvPr>
          <p:cNvSpPr/>
          <p:nvPr/>
        </p:nvSpPr>
        <p:spPr>
          <a:xfrm>
            <a:off x="2616698" y="5832436"/>
            <a:ext cx="994270" cy="500410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44" name="Straight Connector 143">
            <a:extLst>
              <a:ext uri="{FF2B5EF4-FFF2-40B4-BE49-F238E27FC236}">
                <a16:creationId xmlns:a16="http://schemas.microsoft.com/office/drawing/2014/main" id="{5D2E0D56-8C31-4A22-86CC-14214105B7E4}"/>
              </a:ext>
            </a:extLst>
          </p:cNvPr>
          <p:cNvCxnSpPr>
            <a:cxnSpLocks/>
            <a:stCxn id="106" idx="4"/>
            <a:endCxn id="102" idx="0"/>
          </p:cNvCxnSpPr>
          <p:nvPr/>
        </p:nvCxnSpPr>
        <p:spPr>
          <a:xfrm flipH="1">
            <a:off x="8575742" y="1639105"/>
            <a:ext cx="26402" cy="118805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5" name="TextBox 144">
            <a:extLst>
              <a:ext uri="{FF2B5EF4-FFF2-40B4-BE49-F238E27FC236}">
                <a16:creationId xmlns:a16="http://schemas.microsoft.com/office/drawing/2014/main" id="{108A2EF0-0517-4B7F-92AC-A2962C035B76}"/>
              </a:ext>
            </a:extLst>
          </p:cNvPr>
          <p:cNvSpPr txBox="1"/>
          <p:nvPr/>
        </p:nvSpPr>
        <p:spPr>
          <a:xfrm>
            <a:off x="8588943" y="1824937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dirty="0">
                <a:solidFill>
                  <a:srgbClr val="7030A0"/>
                </a:solidFill>
              </a:rPr>
              <a:t>3</a:t>
            </a:r>
          </a:p>
        </p:txBody>
      </p:sp>
      <p:sp>
        <p:nvSpPr>
          <p:cNvPr id="146" name="Multiplication Sign 145">
            <a:extLst>
              <a:ext uri="{FF2B5EF4-FFF2-40B4-BE49-F238E27FC236}">
                <a16:creationId xmlns:a16="http://schemas.microsoft.com/office/drawing/2014/main" id="{52E924A2-F2F3-4A3F-93BE-B5F51C3966C5}"/>
              </a:ext>
            </a:extLst>
          </p:cNvPr>
          <p:cNvSpPr/>
          <p:nvPr/>
        </p:nvSpPr>
        <p:spPr>
          <a:xfrm>
            <a:off x="5468392" y="4746503"/>
            <a:ext cx="994270" cy="500410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7" name="Multiplication Sign 146">
            <a:extLst>
              <a:ext uri="{FF2B5EF4-FFF2-40B4-BE49-F238E27FC236}">
                <a16:creationId xmlns:a16="http://schemas.microsoft.com/office/drawing/2014/main" id="{4C04BDB5-DECC-4C0A-A5E4-BAD43EEBA44A}"/>
              </a:ext>
            </a:extLst>
          </p:cNvPr>
          <p:cNvSpPr/>
          <p:nvPr/>
        </p:nvSpPr>
        <p:spPr>
          <a:xfrm>
            <a:off x="5468392" y="5562283"/>
            <a:ext cx="994270" cy="500410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4D53EDB7-7D16-405E-A4FD-EC2B0767D9E4}"/>
              </a:ext>
            </a:extLst>
          </p:cNvPr>
          <p:cNvSpPr txBox="1"/>
          <p:nvPr/>
        </p:nvSpPr>
        <p:spPr>
          <a:xfrm>
            <a:off x="9689539" y="2291594"/>
            <a:ext cx="116705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dirty="0">
                <a:solidFill>
                  <a:srgbClr val="7030A0"/>
                </a:solidFill>
              </a:rPr>
              <a:t>MST: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3380" y="4213411"/>
            <a:ext cx="51098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/>
              <a:t>(i)</a:t>
            </a:r>
            <a:endParaRPr lang="en-US" sz="2800" b="1" dirty="0"/>
          </a:p>
        </p:txBody>
      </p:sp>
      <p:sp>
        <p:nvSpPr>
          <p:cNvPr id="58" name="TextBox 57"/>
          <p:cNvSpPr txBox="1"/>
          <p:nvPr/>
        </p:nvSpPr>
        <p:spPr>
          <a:xfrm>
            <a:off x="1183381" y="5029199"/>
            <a:ext cx="6544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/>
              <a:t>(ii)</a:t>
            </a:r>
            <a:endParaRPr lang="en-US" sz="2800" b="1" dirty="0"/>
          </a:p>
        </p:txBody>
      </p:sp>
      <p:sp>
        <p:nvSpPr>
          <p:cNvPr id="59" name="TextBox 58"/>
          <p:cNvSpPr txBox="1"/>
          <p:nvPr/>
        </p:nvSpPr>
        <p:spPr>
          <a:xfrm>
            <a:off x="1183380" y="5988422"/>
            <a:ext cx="7171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/>
              <a:t>(iii)</a:t>
            </a:r>
            <a:endParaRPr lang="en-US" sz="2800" b="1" dirty="0"/>
          </a:p>
        </p:txBody>
      </p:sp>
      <p:sp>
        <p:nvSpPr>
          <p:cNvPr id="60" name="TextBox 59"/>
          <p:cNvSpPr txBox="1"/>
          <p:nvPr/>
        </p:nvSpPr>
        <p:spPr>
          <a:xfrm>
            <a:off x="7360062" y="4096870"/>
            <a:ext cx="69028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/>
              <a:t>(iv)</a:t>
            </a:r>
            <a:endParaRPr lang="en-US" sz="2800" b="1" dirty="0"/>
          </a:p>
        </p:txBody>
      </p:sp>
      <p:sp>
        <p:nvSpPr>
          <p:cNvPr id="61" name="TextBox 60"/>
          <p:cNvSpPr txBox="1"/>
          <p:nvPr/>
        </p:nvSpPr>
        <p:spPr>
          <a:xfrm>
            <a:off x="7395921" y="4742329"/>
            <a:ext cx="6364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/>
              <a:t>(v)</a:t>
            </a:r>
            <a:endParaRPr lang="en-US" sz="2800" b="1" dirty="0"/>
          </a:p>
        </p:txBody>
      </p:sp>
      <p:sp>
        <p:nvSpPr>
          <p:cNvPr id="62" name="TextBox 61"/>
          <p:cNvSpPr txBox="1"/>
          <p:nvPr/>
        </p:nvSpPr>
        <p:spPr>
          <a:xfrm>
            <a:off x="7377991" y="5540187"/>
            <a:ext cx="6992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/>
              <a:t>(vi)</a:t>
            </a:r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20318567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42BB39-3998-4577-9A34-4949CE066E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7355" y="154110"/>
            <a:ext cx="10950527" cy="1000359"/>
          </a:xfrm>
        </p:spPr>
        <p:txBody>
          <a:bodyPr>
            <a:normAutofit fontScale="90000"/>
          </a:bodyPr>
          <a:lstStyle/>
          <a:p>
            <a:pPr algn="ctr"/>
            <a:r>
              <a:rPr lang="en-IN" dirty="0">
                <a:solidFill>
                  <a:srgbClr val="FF0000"/>
                </a:solidFill>
              </a:rPr>
              <a:t>Minimum Spanning Tree </a:t>
            </a:r>
            <a:r>
              <a:rPr lang="en-IN" dirty="0" err="1">
                <a:solidFill>
                  <a:srgbClr val="FF0000"/>
                </a:solidFill>
              </a:rPr>
              <a:t>Krushkal’s</a:t>
            </a:r>
            <a:r>
              <a:rPr lang="en-IN" dirty="0">
                <a:solidFill>
                  <a:srgbClr val="FF0000"/>
                </a:solidFill>
              </a:rPr>
              <a:t> Algorithm Example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16F7B629-371D-49EB-9A8F-277E8504A484}"/>
              </a:ext>
            </a:extLst>
          </p:cNvPr>
          <p:cNvGrpSpPr/>
          <p:nvPr/>
        </p:nvGrpSpPr>
        <p:grpSpPr>
          <a:xfrm>
            <a:off x="780326" y="1931470"/>
            <a:ext cx="6327650" cy="2185939"/>
            <a:chOff x="2763871" y="3371762"/>
            <a:chExt cx="6327650" cy="2185939"/>
          </a:xfrm>
        </p:grpSpPr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CA27C984-43A5-485D-80E8-878778A8F556}"/>
                </a:ext>
              </a:extLst>
            </p:cNvPr>
            <p:cNvGrpSpPr/>
            <p:nvPr/>
          </p:nvGrpSpPr>
          <p:grpSpPr>
            <a:xfrm>
              <a:off x="2763871" y="3429000"/>
              <a:ext cx="4414910" cy="1856934"/>
              <a:chOff x="6428936" y="1266094"/>
              <a:chExt cx="4414910" cy="1856934"/>
            </a:xfrm>
          </p:grpSpPr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214887D1-203A-49D3-8004-0B77F7CFEC26}"/>
                  </a:ext>
                </a:extLst>
              </p:cNvPr>
              <p:cNvSpPr/>
              <p:nvPr/>
            </p:nvSpPr>
            <p:spPr>
              <a:xfrm>
                <a:off x="6428936" y="1885072"/>
                <a:ext cx="801858" cy="61897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sz="3200" dirty="0">
                    <a:solidFill>
                      <a:srgbClr val="FF0000"/>
                    </a:solidFill>
                  </a:rPr>
                  <a:t>A</a:t>
                </a:r>
              </a:p>
            </p:txBody>
          </p:sp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E458152A-CA8F-4243-A4ED-0004E973E31F}"/>
                  </a:ext>
                </a:extLst>
              </p:cNvPr>
              <p:cNvSpPr/>
              <p:nvPr/>
            </p:nvSpPr>
            <p:spPr>
              <a:xfrm>
                <a:off x="8100646" y="1266094"/>
                <a:ext cx="801858" cy="61897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sz="2800" dirty="0">
                    <a:solidFill>
                      <a:srgbClr val="FF0000"/>
                    </a:solidFill>
                  </a:rPr>
                  <a:t>B</a:t>
                </a:r>
              </a:p>
            </p:txBody>
          </p:sp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583383B4-7025-4D2F-8F9D-39EABCB679CD}"/>
                  </a:ext>
                </a:extLst>
              </p:cNvPr>
              <p:cNvSpPr/>
              <p:nvPr/>
            </p:nvSpPr>
            <p:spPr>
              <a:xfrm>
                <a:off x="10041988" y="1266094"/>
                <a:ext cx="801858" cy="61897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sz="2800" dirty="0">
                    <a:solidFill>
                      <a:srgbClr val="FF0000"/>
                    </a:solidFill>
                  </a:rPr>
                  <a:t>D</a:t>
                </a:r>
              </a:p>
            </p:txBody>
          </p:sp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B516BFDE-C555-4FB7-93C3-3549139FAF56}"/>
                  </a:ext>
                </a:extLst>
              </p:cNvPr>
              <p:cNvSpPr/>
              <p:nvPr/>
            </p:nvSpPr>
            <p:spPr>
              <a:xfrm>
                <a:off x="8100646" y="2504050"/>
                <a:ext cx="801858" cy="61897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sz="2800" dirty="0">
                    <a:solidFill>
                      <a:srgbClr val="FF0000"/>
                    </a:solidFill>
                  </a:rPr>
                  <a:t>C</a:t>
                </a:r>
                <a:endParaRPr lang="en-IN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3B263F29-FE61-43AB-83AF-2FBE1A8D7F70}"/>
                  </a:ext>
                </a:extLst>
              </p:cNvPr>
              <p:cNvSpPr/>
              <p:nvPr/>
            </p:nvSpPr>
            <p:spPr>
              <a:xfrm>
                <a:off x="10041988" y="2504050"/>
                <a:ext cx="801858" cy="61897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sz="2800" dirty="0">
                    <a:solidFill>
                      <a:srgbClr val="FF0000"/>
                    </a:solidFill>
                  </a:rPr>
                  <a:t>E</a:t>
                </a:r>
              </a:p>
            </p:txBody>
          </p:sp>
        </p:grp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F10DB2C0-E65F-4E93-88D6-44118F11C35E}"/>
                </a:ext>
              </a:extLst>
            </p:cNvPr>
            <p:cNvSpPr txBox="1"/>
            <p:nvPr/>
          </p:nvSpPr>
          <p:spPr>
            <a:xfrm>
              <a:off x="3669311" y="3371762"/>
              <a:ext cx="393056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3200" dirty="0">
                  <a:solidFill>
                    <a:srgbClr val="7030A0"/>
                  </a:solidFill>
                </a:rPr>
                <a:t>7</a:t>
              </a:r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19EBD2E5-CEB1-4A80-8744-73F04DD091BA}"/>
                </a:ext>
              </a:extLst>
            </p:cNvPr>
            <p:cNvSpPr/>
            <p:nvPr/>
          </p:nvSpPr>
          <p:spPr>
            <a:xfrm>
              <a:off x="7679357" y="4047978"/>
              <a:ext cx="801858" cy="618978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2800" dirty="0">
                  <a:solidFill>
                    <a:srgbClr val="FF0000"/>
                  </a:solidFill>
                </a:rPr>
                <a:t>F</a:t>
              </a:r>
            </a:p>
          </p:txBody>
        </p: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1C655650-D2CB-4EA2-8ACD-BC81E6B667BC}"/>
                </a:ext>
              </a:extLst>
            </p:cNvPr>
            <p:cNvCxnSpPr>
              <a:stCxn id="4" idx="6"/>
              <a:endCxn id="5" idx="3"/>
            </p:cNvCxnSpPr>
            <p:nvPr/>
          </p:nvCxnSpPr>
          <p:spPr>
            <a:xfrm flipV="1">
              <a:off x="3565729" y="3957331"/>
              <a:ext cx="987281" cy="40013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C7751380-775D-41F6-8A13-CB6E638E35C3}"/>
                </a:ext>
              </a:extLst>
            </p:cNvPr>
            <p:cNvCxnSpPr>
              <a:cxnSpLocks/>
              <a:stCxn id="4" idx="5"/>
              <a:endCxn id="7" idx="2"/>
            </p:cNvCxnSpPr>
            <p:nvPr/>
          </p:nvCxnSpPr>
          <p:spPr>
            <a:xfrm>
              <a:off x="3448300" y="4576309"/>
              <a:ext cx="987281" cy="40013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1A67C2DB-2566-4C03-9C42-B136BB2FE487}"/>
                </a:ext>
              </a:extLst>
            </p:cNvPr>
            <p:cNvCxnSpPr>
              <a:cxnSpLocks/>
              <a:stCxn id="7" idx="7"/>
              <a:endCxn id="6" idx="3"/>
            </p:cNvCxnSpPr>
            <p:nvPr/>
          </p:nvCxnSpPr>
          <p:spPr>
            <a:xfrm flipV="1">
              <a:off x="5120010" y="3957331"/>
              <a:ext cx="1374342" cy="80027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FB878550-1BF7-4E95-A378-DEABCA85625D}"/>
                </a:ext>
              </a:extLst>
            </p:cNvPr>
            <p:cNvCxnSpPr>
              <a:cxnSpLocks/>
              <a:stCxn id="5" idx="6"/>
              <a:endCxn id="6" idx="2"/>
            </p:cNvCxnSpPr>
            <p:nvPr/>
          </p:nvCxnSpPr>
          <p:spPr>
            <a:xfrm>
              <a:off x="5237439" y="3738489"/>
              <a:ext cx="11394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9DD92CEA-D567-49F8-8B3D-1FE245C970C1}"/>
                </a:ext>
              </a:extLst>
            </p:cNvPr>
            <p:cNvCxnSpPr>
              <a:cxnSpLocks/>
              <a:stCxn id="7" idx="6"/>
              <a:endCxn id="8" idx="2"/>
            </p:cNvCxnSpPr>
            <p:nvPr/>
          </p:nvCxnSpPr>
          <p:spPr>
            <a:xfrm>
              <a:off x="5237439" y="4976445"/>
              <a:ext cx="11394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01420444-771A-4A8F-B524-8D8B4A20C14D}"/>
                </a:ext>
              </a:extLst>
            </p:cNvPr>
            <p:cNvCxnSpPr>
              <a:cxnSpLocks/>
              <a:stCxn id="8" idx="0"/>
              <a:endCxn id="6" idx="4"/>
            </p:cNvCxnSpPr>
            <p:nvPr/>
          </p:nvCxnSpPr>
          <p:spPr>
            <a:xfrm flipV="1">
              <a:off x="6777852" y="4047978"/>
              <a:ext cx="0" cy="61897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01AF8BA8-643E-44B5-869F-97A82B591EF3}"/>
                </a:ext>
              </a:extLst>
            </p:cNvPr>
            <p:cNvCxnSpPr>
              <a:cxnSpLocks/>
              <a:stCxn id="6" idx="6"/>
              <a:endCxn id="19" idx="1"/>
            </p:cNvCxnSpPr>
            <p:nvPr/>
          </p:nvCxnSpPr>
          <p:spPr>
            <a:xfrm>
              <a:off x="7178781" y="3738489"/>
              <a:ext cx="618005" cy="40013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1107AE80-7FD7-4214-98F3-0F8F8D4869A6}"/>
                </a:ext>
              </a:extLst>
            </p:cNvPr>
            <p:cNvCxnSpPr>
              <a:cxnSpLocks/>
              <a:stCxn id="8" idx="6"/>
              <a:endCxn id="19" idx="3"/>
            </p:cNvCxnSpPr>
            <p:nvPr/>
          </p:nvCxnSpPr>
          <p:spPr>
            <a:xfrm flipV="1">
              <a:off x="7178781" y="4576309"/>
              <a:ext cx="618005" cy="40013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2DAC4D9C-8B64-4E89-B042-A12B16F95D85}"/>
                </a:ext>
              </a:extLst>
            </p:cNvPr>
            <p:cNvSpPr txBox="1"/>
            <p:nvPr/>
          </p:nvSpPr>
          <p:spPr>
            <a:xfrm>
              <a:off x="5483291" y="3644622"/>
              <a:ext cx="393056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3200" dirty="0">
                  <a:solidFill>
                    <a:srgbClr val="7030A0"/>
                  </a:solidFill>
                </a:rPr>
                <a:t>6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E1B65AEE-77FE-46C8-96B9-FCFA7ED67126}"/>
                </a:ext>
              </a:extLst>
            </p:cNvPr>
            <p:cNvSpPr txBox="1"/>
            <p:nvPr/>
          </p:nvSpPr>
          <p:spPr>
            <a:xfrm>
              <a:off x="7383181" y="3416207"/>
              <a:ext cx="393056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3200" dirty="0">
                  <a:solidFill>
                    <a:srgbClr val="7030A0"/>
                  </a:solidFill>
                </a:rPr>
                <a:t>5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233A57D4-7136-4F97-A558-ED649ADA8F09}"/>
                </a:ext>
              </a:extLst>
            </p:cNvPr>
            <p:cNvSpPr txBox="1"/>
            <p:nvPr/>
          </p:nvSpPr>
          <p:spPr>
            <a:xfrm>
              <a:off x="7403730" y="4666956"/>
              <a:ext cx="393056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3200" dirty="0">
                  <a:solidFill>
                    <a:srgbClr val="7030A0"/>
                  </a:solidFill>
                </a:rPr>
                <a:t>2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A23BF585-585C-4094-89B0-8D4C77398296}"/>
                </a:ext>
              </a:extLst>
            </p:cNvPr>
            <p:cNvSpPr txBox="1"/>
            <p:nvPr/>
          </p:nvSpPr>
          <p:spPr>
            <a:xfrm>
              <a:off x="5638367" y="4972926"/>
              <a:ext cx="393056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3200" dirty="0">
                  <a:solidFill>
                    <a:srgbClr val="7030A0"/>
                  </a:solidFill>
                </a:rPr>
                <a:t>3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FD3CEC12-6322-4E0A-B0B0-6308CA3AAC86}"/>
                </a:ext>
              </a:extLst>
            </p:cNvPr>
            <p:cNvSpPr txBox="1"/>
            <p:nvPr/>
          </p:nvSpPr>
          <p:spPr>
            <a:xfrm>
              <a:off x="3675778" y="4776377"/>
              <a:ext cx="393056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3200" dirty="0">
                  <a:solidFill>
                    <a:srgbClr val="7030A0"/>
                  </a:solidFill>
                </a:rPr>
                <a:t>8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6664CF73-B7C0-47C5-B326-957154B2E8AE}"/>
                </a:ext>
              </a:extLst>
            </p:cNvPr>
            <p:cNvSpPr txBox="1"/>
            <p:nvPr/>
          </p:nvSpPr>
          <p:spPr>
            <a:xfrm>
              <a:off x="5453031" y="4324843"/>
              <a:ext cx="393056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3200" dirty="0">
                  <a:solidFill>
                    <a:srgbClr val="7030A0"/>
                  </a:solidFill>
                </a:rPr>
                <a:t>4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B4671187-7EA0-4210-B6B3-3D448C71FDCB}"/>
                </a:ext>
              </a:extLst>
            </p:cNvPr>
            <p:cNvSpPr txBox="1"/>
            <p:nvPr/>
          </p:nvSpPr>
          <p:spPr>
            <a:xfrm>
              <a:off x="6418008" y="4116073"/>
              <a:ext cx="393056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3200" dirty="0">
                  <a:solidFill>
                    <a:srgbClr val="7030A0"/>
                  </a:solidFill>
                </a:rPr>
                <a:t>2</a:t>
              </a: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056F3EA0-A1E8-49D7-AE63-AACDDBB57AD2}"/>
                </a:ext>
              </a:extLst>
            </p:cNvPr>
            <p:cNvSpPr txBox="1"/>
            <p:nvPr/>
          </p:nvSpPr>
          <p:spPr>
            <a:xfrm>
              <a:off x="4413157" y="4128208"/>
              <a:ext cx="393056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3200" dirty="0">
                  <a:solidFill>
                    <a:srgbClr val="7030A0"/>
                  </a:solidFill>
                </a:rPr>
                <a:t>3</a:t>
              </a:r>
            </a:p>
          </p:txBody>
        </p:sp>
        <p:sp>
          <p:nvSpPr>
            <p:cNvPr id="55" name="Arrow: Curved Left 54">
              <a:extLst>
                <a:ext uri="{FF2B5EF4-FFF2-40B4-BE49-F238E27FC236}">
                  <a16:creationId xmlns:a16="http://schemas.microsoft.com/office/drawing/2014/main" id="{C2196A84-3828-4152-91E5-0294BD1FF215}"/>
                </a:ext>
              </a:extLst>
            </p:cNvPr>
            <p:cNvSpPr/>
            <p:nvPr/>
          </p:nvSpPr>
          <p:spPr>
            <a:xfrm rot="18867224">
              <a:off x="8176674" y="3515247"/>
              <a:ext cx="836559" cy="993135"/>
            </a:xfrm>
            <a:prstGeom prst="curvedLeftArrow">
              <a:avLst/>
            </a:prstGeom>
            <a:noFill/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chemeClr val="tx1"/>
                </a:solidFill>
              </a:endParaRPr>
            </a:p>
          </p:txBody>
        </p: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40DB7075-5F1F-4C35-846F-A7041FD64A2D}"/>
                </a:ext>
              </a:extLst>
            </p:cNvPr>
            <p:cNvCxnSpPr>
              <a:cxnSpLocks/>
              <a:stCxn id="5" idx="7"/>
              <a:endCxn id="6" idx="1"/>
            </p:cNvCxnSpPr>
            <p:nvPr/>
          </p:nvCxnSpPr>
          <p:spPr>
            <a:xfrm>
              <a:off x="5120010" y="3519647"/>
              <a:ext cx="1374342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7" name="TextBox 56">
            <a:extLst>
              <a:ext uri="{FF2B5EF4-FFF2-40B4-BE49-F238E27FC236}">
                <a16:creationId xmlns:a16="http://schemas.microsoft.com/office/drawing/2014/main" id="{6EBC4130-ED2B-4C9E-AEBE-D782CC405879}"/>
              </a:ext>
            </a:extLst>
          </p:cNvPr>
          <p:cNvSpPr txBox="1"/>
          <p:nvPr/>
        </p:nvSpPr>
        <p:spPr>
          <a:xfrm>
            <a:off x="3578845" y="1592154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dirty="0">
                <a:solidFill>
                  <a:srgbClr val="7030A0"/>
                </a:solidFill>
              </a:rPr>
              <a:t>9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54250107-B6DA-4125-8C2C-77B4AF216588}"/>
              </a:ext>
            </a:extLst>
          </p:cNvPr>
          <p:cNvCxnSpPr>
            <a:cxnSpLocks/>
            <a:stCxn id="7" idx="0"/>
            <a:endCxn id="5" idx="4"/>
          </p:cNvCxnSpPr>
          <p:nvPr/>
        </p:nvCxnSpPr>
        <p:spPr>
          <a:xfrm flipV="1">
            <a:off x="2852965" y="2607686"/>
            <a:ext cx="0" cy="61897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EBD7F46E-FE7B-4BC4-8993-4D7B76913162}"/>
              </a:ext>
            </a:extLst>
          </p:cNvPr>
          <p:cNvSpPr txBox="1"/>
          <p:nvPr/>
        </p:nvSpPr>
        <p:spPr>
          <a:xfrm>
            <a:off x="1011576" y="4910902"/>
            <a:ext cx="9422083" cy="1200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n-IN" sz="2400" b="1" dirty="0"/>
              <a:t>In </a:t>
            </a:r>
            <a:r>
              <a:rPr lang="en-IN" sz="2400" b="1" dirty="0">
                <a:solidFill>
                  <a:srgbClr val="FF0000"/>
                </a:solidFill>
              </a:rPr>
              <a:t>Kruskal’s algorithm</a:t>
            </a:r>
            <a:r>
              <a:rPr lang="en-IN" sz="2400" b="1" dirty="0"/>
              <a:t>, most time consuming operation is sorting because the total complexity of the Disjoint-Set operations will be O(E*log V), which is the overall Time Complexity of the algorithm.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B1462D2-08E1-4E7C-8F9E-F21CD10EBAA0}"/>
              </a:ext>
            </a:extLst>
          </p:cNvPr>
          <p:cNvSpPr txBox="1"/>
          <p:nvPr/>
        </p:nvSpPr>
        <p:spPr>
          <a:xfrm>
            <a:off x="1005922" y="4435451"/>
            <a:ext cx="3932936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IN" b="1" dirty="0"/>
              <a:t>Timing Analysis of </a:t>
            </a:r>
            <a:r>
              <a:rPr lang="en-IN" b="1" dirty="0" err="1"/>
              <a:t>Krushkal’s</a:t>
            </a:r>
            <a:r>
              <a:rPr lang="en-IN" b="1" dirty="0"/>
              <a:t> Algorithm</a:t>
            </a:r>
          </a:p>
        </p:txBody>
      </p:sp>
    </p:spTree>
    <p:extLst>
      <p:ext uri="{BB962C8B-B14F-4D97-AF65-F5344CB8AC3E}">
        <p14:creationId xmlns:p14="http://schemas.microsoft.com/office/powerpoint/2010/main" val="17898304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42BB39-3998-4577-9A34-4949CE066E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869" y="98035"/>
            <a:ext cx="10514429" cy="535207"/>
          </a:xfrm>
        </p:spPr>
        <p:txBody>
          <a:bodyPr>
            <a:normAutofit fontScale="90000"/>
          </a:bodyPr>
          <a:lstStyle/>
          <a:p>
            <a:pPr algn="ctr"/>
            <a:r>
              <a:rPr lang="en-IN" dirty="0">
                <a:solidFill>
                  <a:srgbClr val="FF0000"/>
                </a:solidFill>
              </a:rPr>
              <a:t>Minimum Cost Spanning Tree </a:t>
            </a:r>
            <a:r>
              <a:rPr lang="en-IN" dirty="0" err="1">
                <a:solidFill>
                  <a:srgbClr val="FF0000"/>
                </a:solidFill>
              </a:rPr>
              <a:t>Krushkal’s</a:t>
            </a:r>
            <a:r>
              <a:rPr lang="en-IN" dirty="0">
                <a:solidFill>
                  <a:srgbClr val="FF0000"/>
                </a:solidFill>
              </a:rPr>
              <a:t> Algorithm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16F7B629-371D-49EB-9A8F-277E8504A484}"/>
              </a:ext>
            </a:extLst>
          </p:cNvPr>
          <p:cNvGrpSpPr/>
          <p:nvPr/>
        </p:nvGrpSpPr>
        <p:grpSpPr>
          <a:xfrm>
            <a:off x="247356" y="1083959"/>
            <a:ext cx="5717344" cy="2185939"/>
            <a:chOff x="2763871" y="3371762"/>
            <a:chExt cx="5717344" cy="2185939"/>
          </a:xfrm>
        </p:grpSpPr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CA27C984-43A5-485D-80E8-878778A8F556}"/>
                </a:ext>
              </a:extLst>
            </p:cNvPr>
            <p:cNvGrpSpPr/>
            <p:nvPr/>
          </p:nvGrpSpPr>
          <p:grpSpPr>
            <a:xfrm>
              <a:off x="2763871" y="3429000"/>
              <a:ext cx="4414910" cy="1856934"/>
              <a:chOff x="6428936" y="1266094"/>
              <a:chExt cx="4414910" cy="1856934"/>
            </a:xfrm>
          </p:grpSpPr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214887D1-203A-49D3-8004-0B77F7CFEC26}"/>
                  </a:ext>
                </a:extLst>
              </p:cNvPr>
              <p:cNvSpPr/>
              <p:nvPr/>
            </p:nvSpPr>
            <p:spPr>
              <a:xfrm>
                <a:off x="6428936" y="1885072"/>
                <a:ext cx="801858" cy="61897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sz="3200" dirty="0">
                    <a:solidFill>
                      <a:srgbClr val="FF0000"/>
                    </a:solidFill>
                  </a:rPr>
                  <a:t>A</a:t>
                </a:r>
              </a:p>
            </p:txBody>
          </p:sp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E458152A-CA8F-4243-A4ED-0004E973E31F}"/>
                  </a:ext>
                </a:extLst>
              </p:cNvPr>
              <p:cNvSpPr/>
              <p:nvPr/>
            </p:nvSpPr>
            <p:spPr>
              <a:xfrm>
                <a:off x="8100646" y="1266094"/>
                <a:ext cx="801858" cy="61897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sz="2800" dirty="0">
                    <a:solidFill>
                      <a:srgbClr val="FF0000"/>
                    </a:solidFill>
                  </a:rPr>
                  <a:t>B</a:t>
                </a:r>
              </a:p>
            </p:txBody>
          </p:sp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583383B4-7025-4D2F-8F9D-39EABCB679CD}"/>
                  </a:ext>
                </a:extLst>
              </p:cNvPr>
              <p:cNvSpPr/>
              <p:nvPr/>
            </p:nvSpPr>
            <p:spPr>
              <a:xfrm>
                <a:off x="10041988" y="1266094"/>
                <a:ext cx="801858" cy="61897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sz="2800" dirty="0">
                    <a:solidFill>
                      <a:srgbClr val="FF0000"/>
                    </a:solidFill>
                  </a:rPr>
                  <a:t>D</a:t>
                </a:r>
              </a:p>
            </p:txBody>
          </p:sp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B516BFDE-C555-4FB7-93C3-3549139FAF56}"/>
                  </a:ext>
                </a:extLst>
              </p:cNvPr>
              <p:cNvSpPr/>
              <p:nvPr/>
            </p:nvSpPr>
            <p:spPr>
              <a:xfrm>
                <a:off x="8100646" y="2504050"/>
                <a:ext cx="801858" cy="61897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sz="2800" dirty="0">
                    <a:solidFill>
                      <a:srgbClr val="FF0000"/>
                    </a:solidFill>
                  </a:rPr>
                  <a:t>C</a:t>
                </a:r>
                <a:endParaRPr lang="en-IN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3B263F29-FE61-43AB-83AF-2FBE1A8D7F70}"/>
                  </a:ext>
                </a:extLst>
              </p:cNvPr>
              <p:cNvSpPr/>
              <p:nvPr/>
            </p:nvSpPr>
            <p:spPr>
              <a:xfrm>
                <a:off x="10041988" y="2504050"/>
                <a:ext cx="801858" cy="61897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sz="2800" dirty="0">
                    <a:solidFill>
                      <a:srgbClr val="FF0000"/>
                    </a:solidFill>
                  </a:rPr>
                  <a:t>E</a:t>
                </a:r>
              </a:p>
            </p:txBody>
          </p:sp>
        </p:grp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F10DB2C0-E65F-4E93-88D6-44118F11C35E}"/>
                </a:ext>
              </a:extLst>
            </p:cNvPr>
            <p:cNvSpPr txBox="1"/>
            <p:nvPr/>
          </p:nvSpPr>
          <p:spPr>
            <a:xfrm>
              <a:off x="3669311" y="3371762"/>
              <a:ext cx="393056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3200" dirty="0">
                  <a:solidFill>
                    <a:srgbClr val="7030A0"/>
                  </a:solidFill>
                </a:rPr>
                <a:t>7</a:t>
              </a:r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19EBD2E5-CEB1-4A80-8744-73F04DD091BA}"/>
                </a:ext>
              </a:extLst>
            </p:cNvPr>
            <p:cNvSpPr/>
            <p:nvPr/>
          </p:nvSpPr>
          <p:spPr>
            <a:xfrm>
              <a:off x="7679357" y="4047978"/>
              <a:ext cx="801858" cy="618978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2800" dirty="0">
                  <a:solidFill>
                    <a:srgbClr val="FF0000"/>
                  </a:solidFill>
                </a:rPr>
                <a:t>F</a:t>
              </a:r>
            </a:p>
          </p:txBody>
        </p: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1C655650-D2CB-4EA2-8ACD-BC81E6B667BC}"/>
                </a:ext>
              </a:extLst>
            </p:cNvPr>
            <p:cNvCxnSpPr>
              <a:stCxn id="4" idx="6"/>
              <a:endCxn id="5" idx="3"/>
            </p:cNvCxnSpPr>
            <p:nvPr/>
          </p:nvCxnSpPr>
          <p:spPr>
            <a:xfrm flipV="1">
              <a:off x="3565729" y="3957331"/>
              <a:ext cx="987281" cy="40013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C7751380-775D-41F6-8A13-CB6E638E35C3}"/>
                </a:ext>
              </a:extLst>
            </p:cNvPr>
            <p:cNvCxnSpPr>
              <a:cxnSpLocks/>
              <a:stCxn id="4" idx="5"/>
              <a:endCxn id="7" idx="2"/>
            </p:cNvCxnSpPr>
            <p:nvPr/>
          </p:nvCxnSpPr>
          <p:spPr>
            <a:xfrm>
              <a:off x="3448300" y="4576309"/>
              <a:ext cx="987281" cy="40013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1A67C2DB-2566-4C03-9C42-B136BB2FE487}"/>
                </a:ext>
              </a:extLst>
            </p:cNvPr>
            <p:cNvCxnSpPr>
              <a:cxnSpLocks/>
              <a:stCxn id="7" idx="7"/>
              <a:endCxn id="6" idx="3"/>
            </p:cNvCxnSpPr>
            <p:nvPr/>
          </p:nvCxnSpPr>
          <p:spPr>
            <a:xfrm flipV="1">
              <a:off x="5120010" y="3957331"/>
              <a:ext cx="1374342" cy="80027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FB878550-1BF7-4E95-A378-DEABCA85625D}"/>
                </a:ext>
              </a:extLst>
            </p:cNvPr>
            <p:cNvCxnSpPr>
              <a:cxnSpLocks/>
              <a:stCxn id="5" idx="6"/>
              <a:endCxn id="6" idx="2"/>
            </p:cNvCxnSpPr>
            <p:nvPr/>
          </p:nvCxnSpPr>
          <p:spPr>
            <a:xfrm>
              <a:off x="5237439" y="3738489"/>
              <a:ext cx="11394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9DD92CEA-D567-49F8-8B3D-1FE245C970C1}"/>
                </a:ext>
              </a:extLst>
            </p:cNvPr>
            <p:cNvCxnSpPr>
              <a:cxnSpLocks/>
              <a:stCxn id="7" idx="6"/>
              <a:endCxn id="8" idx="2"/>
            </p:cNvCxnSpPr>
            <p:nvPr/>
          </p:nvCxnSpPr>
          <p:spPr>
            <a:xfrm>
              <a:off x="5237439" y="4976445"/>
              <a:ext cx="11394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01420444-771A-4A8F-B524-8D8B4A20C14D}"/>
                </a:ext>
              </a:extLst>
            </p:cNvPr>
            <p:cNvCxnSpPr>
              <a:cxnSpLocks/>
              <a:stCxn id="8" idx="0"/>
              <a:endCxn id="6" idx="4"/>
            </p:cNvCxnSpPr>
            <p:nvPr/>
          </p:nvCxnSpPr>
          <p:spPr>
            <a:xfrm flipV="1">
              <a:off x="6777852" y="4047978"/>
              <a:ext cx="0" cy="61897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01AF8BA8-643E-44B5-869F-97A82B591EF3}"/>
                </a:ext>
              </a:extLst>
            </p:cNvPr>
            <p:cNvCxnSpPr>
              <a:cxnSpLocks/>
              <a:stCxn id="6" idx="6"/>
              <a:endCxn id="19" idx="1"/>
            </p:cNvCxnSpPr>
            <p:nvPr/>
          </p:nvCxnSpPr>
          <p:spPr>
            <a:xfrm>
              <a:off x="7178781" y="3738489"/>
              <a:ext cx="618005" cy="40013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1107AE80-7FD7-4214-98F3-0F8F8D4869A6}"/>
                </a:ext>
              </a:extLst>
            </p:cNvPr>
            <p:cNvCxnSpPr>
              <a:cxnSpLocks/>
              <a:stCxn id="8" idx="6"/>
              <a:endCxn id="19" idx="3"/>
            </p:cNvCxnSpPr>
            <p:nvPr/>
          </p:nvCxnSpPr>
          <p:spPr>
            <a:xfrm flipV="1">
              <a:off x="7178781" y="4576309"/>
              <a:ext cx="618005" cy="40013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2DAC4D9C-8B64-4E89-B042-A12B16F95D85}"/>
                </a:ext>
              </a:extLst>
            </p:cNvPr>
            <p:cNvSpPr txBox="1"/>
            <p:nvPr/>
          </p:nvSpPr>
          <p:spPr>
            <a:xfrm>
              <a:off x="5483291" y="3644622"/>
              <a:ext cx="393056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3200" dirty="0">
                  <a:solidFill>
                    <a:srgbClr val="7030A0"/>
                  </a:solidFill>
                </a:rPr>
                <a:t>6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E1B65AEE-77FE-46C8-96B9-FCFA7ED67126}"/>
                </a:ext>
              </a:extLst>
            </p:cNvPr>
            <p:cNvSpPr txBox="1"/>
            <p:nvPr/>
          </p:nvSpPr>
          <p:spPr>
            <a:xfrm>
              <a:off x="7383181" y="3416207"/>
              <a:ext cx="393056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3200" dirty="0">
                  <a:solidFill>
                    <a:srgbClr val="7030A0"/>
                  </a:solidFill>
                </a:rPr>
                <a:t>5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233A57D4-7136-4F97-A558-ED649ADA8F09}"/>
                </a:ext>
              </a:extLst>
            </p:cNvPr>
            <p:cNvSpPr txBox="1"/>
            <p:nvPr/>
          </p:nvSpPr>
          <p:spPr>
            <a:xfrm>
              <a:off x="7403730" y="4666956"/>
              <a:ext cx="393056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3200" dirty="0">
                  <a:solidFill>
                    <a:srgbClr val="7030A0"/>
                  </a:solidFill>
                </a:rPr>
                <a:t>2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A23BF585-585C-4094-89B0-8D4C77398296}"/>
                </a:ext>
              </a:extLst>
            </p:cNvPr>
            <p:cNvSpPr txBox="1"/>
            <p:nvPr/>
          </p:nvSpPr>
          <p:spPr>
            <a:xfrm>
              <a:off x="5638367" y="4972926"/>
              <a:ext cx="393056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3200" dirty="0">
                  <a:solidFill>
                    <a:srgbClr val="7030A0"/>
                  </a:solidFill>
                </a:rPr>
                <a:t>3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FD3CEC12-6322-4E0A-B0B0-6308CA3AAC86}"/>
                </a:ext>
              </a:extLst>
            </p:cNvPr>
            <p:cNvSpPr txBox="1"/>
            <p:nvPr/>
          </p:nvSpPr>
          <p:spPr>
            <a:xfrm>
              <a:off x="3675778" y="4776377"/>
              <a:ext cx="393056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3200" dirty="0">
                  <a:solidFill>
                    <a:srgbClr val="7030A0"/>
                  </a:solidFill>
                </a:rPr>
                <a:t>8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6664CF73-B7C0-47C5-B326-957154B2E8AE}"/>
                </a:ext>
              </a:extLst>
            </p:cNvPr>
            <p:cNvSpPr txBox="1"/>
            <p:nvPr/>
          </p:nvSpPr>
          <p:spPr>
            <a:xfrm>
              <a:off x="5453031" y="4324843"/>
              <a:ext cx="393056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3200" dirty="0">
                  <a:solidFill>
                    <a:srgbClr val="7030A0"/>
                  </a:solidFill>
                </a:rPr>
                <a:t>4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B4671187-7EA0-4210-B6B3-3D448C71FDCB}"/>
                </a:ext>
              </a:extLst>
            </p:cNvPr>
            <p:cNvSpPr txBox="1"/>
            <p:nvPr/>
          </p:nvSpPr>
          <p:spPr>
            <a:xfrm>
              <a:off x="6418008" y="4116073"/>
              <a:ext cx="393056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3200" dirty="0">
                  <a:solidFill>
                    <a:srgbClr val="7030A0"/>
                  </a:solidFill>
                </a:rPr>
                <a:t>2</a:t>
              </a: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056F3EA0-A1E8-49D7-AE63-AACDDBB57AD2}"/>
                </a:ext>
              </a:extLst>
            </p:cNvPr>
            <p:cNvSpPr txBox="1"/>
            <p:nvPr/>
          </p:nvSpPr>
          <p:spPr>
            <a:xfrm>
              <a:off x="4413157" y="4128208"/>
              <a:ext cx="393056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3200" dirty="0">
                  <a:solidFill>
                    <a:srgbClr val="7030A0"/>
                  </a:solidFill>
                </a:rPr>
                <a:t>3</a:t>
              </a:r>
            </a:p>
          </p:txBody>
        </p:sp>
      </p:grp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54250107-B6DA-4125-8C2C-77B4AF216588}"/>
              </a:ext>
            </a:extLst>
          </p:cNvPr>
          <p:cNvCxnSpPr>
            <a:cxnSpLocks/>
            <a:stCxn id="7" idx="0"/>
            <a:endCxn id="5" idx="4"/>
          </p:cNvCxnSpPr>
          <p:nvPr/>
        </p:nvCxnSpPr>
        <p:spPr>
          <a:xfrm flipV="1">
            <a:off x="2319995" y="1760175"/>
            <a:ext cx="0" cy="61897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29B58DC4-7027-41B3-BE7E-35FBCE2AB1CB}"/>
              </a:ext>
            </a:extLst>
          </p:cNvPr>
          <p:cNvSpPr txBox="1"/>
          <p:nvPr/>
        </p:nvSpPr>
        <p:spPr>
          <a:xfrm>
            <a:off x="6015053" y="2685123"/>
            <a:ext cx="617694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lang="en-IN" sz="2400" dirty="0"/>
              <a:t>In the given graph G, delete all the loops and </a:t>
            </a:r>
          </a:p>
          <a:p>
            <a:r>
              <a:rPr lang="en-IN" sz="2400" dirty="0"/>
              <a:t>       parallel edges. [ delete with maximum cost ]</a:t>
            </a:r>
          </a:p>
          <a:p>
            <a:r>
              <a:rPr lang="en-IN" sz="2400" dirty="0"/>
              <a:t>2.  Arrange all the edges in incremental order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77C6F00-6D1E-41A0-A39F-CBEF63867276}"/>
              </a:ext>
            </a:extLst>
          </p:cNvPr>
          <p:cNvSpPr txBox="1"/>
          <p:nvPr/>
        </p:nvSpPr>
        <p:spPr>
          <a:xfrm>
            <a:off x="2636593" y="3240793"/>
            <a:ext cx="1385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dirty="0">
                <a:solidFill>
                  <a:srgbClr val="FF0000"/>
                </a:solidFill>
              </a:rPr>
              <a:t>Graph G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95C2B921-2753-4B56-A2C7-CF10DD1C635E}"/>
              </a:ext>
            </a:extLst>
          </p:cNvPr>
          <p:cNvCxnSpPr>
            <a:cxnSpLocks/>
          </p:cNvCxnSpPr>
          <p:nvPr/>
        </p:nvCxnSpPr>
        <p:spPr>
          <a:xfrm>
            <a:off x="2883066" y="4360354"/>
            <a:ext cx="11394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7D6FE04E-0213-4402-84AC-D4C6FD915F3D}"/>
              </a:ext>
            </a:extLst>
          </p:cNvPr>
          <p:cNvSpPr txBox="1"/>
          <p:nvPr/>
        </p:nvSpPr>
        <p:spPr>
          <a:xfrm>
            <a:off x="3290666" y="3775579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dirty="0">
                <a:solidFill>
                  <a:srgbClr val="7030A0"/>
                </a:solidFill>
              </a:rPr>
              <a:t>2</a:t>
            </a: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A5B88E64-D568-4DBA-8A92-161350A15AC5}"/>
              </a:ext>
            </a:extLst>
          </p:cNvPr>
          <p:cNvSpPr/>
          <p:nvPr/>
        </p:nvSpPr>
        <p:spPr>
          <a:xfrm>
            <a:off x="2142475" y="4006675"/>
            <a:ext cx="801858" cy="61897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dirty="0">
                <a:solidFill>
                  <a:srgbClr val="FF0000"/>
                </a:solidFill>
              </a:rPr>
              <a:t>E</a:t>
            </a: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B8D6F952-9193-4CFC-B179-B675398EDBB6}"/>
              </a:ext>
            </a:extLst>
          </p:cNvPr>
          <p:cNvSpPr/>
          <p:nvPr/>
        </p:nvSpPr>
        <p:spPr>
          <a:xfrm>
            <a:off x="3986400" y="4006675"/>
            <a:ext cx="801858" cy="61897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dirty="0">
                <a:solidFill>
                  <a:srgbClr val="FF0000"/>
                </a:solidFill>
              </a:rPr>
              <a:t>F</a:t>
            </a: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EA2B8F81-96CF-4A15-928B-13D5CA5BFBC5}"/>
              </a:ext>
            </a:extLst>
          </p:cNvPr>
          <p:cNvCxnSpPr>
            <a:cxnSpLocks/>
          </p:cNvCxnSpPr>
          <p:nvPr/>
        </p:nvCxnSpPr>
        <p:spPr>
          <a:xfrm>
            <a:off x="2838520" y="5272408"/>
            <a:ext cx="11394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EE00B0EA-5C34-4AF5-A5A1-EEB0538211AE}"/>
              </a:ext>
            </a:extLst>
          </p:cNvPr>
          <p:cNvSpPr txBox="1"/>
          <p:nvPr/>
        </p:nvSpPr>
        <p:spPr>
          <a:xfrm>
            <a:off x="3246120" y="4687633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dirty="0">
                <a:solidFill>
                  <a:srgbClr val="7030A0"/>
                </a:solidFill>
              </a:rPr>
              <a:t>2</a:t>
            </a:r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3363C593-09EC-4B20-ABE4-FFE6C4CAB4DB}"/>
              </a:ext>
            </a:extLst>
          </p:cNvPr>
          <p:cNvSpPr/>
          <p:nvPr/>
        </p:nvSpPr>
        <p:spPr>
          <a:xfrm>
            <a:off x="2097929" y="4918729"/>
            <a:ext cx="801858" cy="61897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dirty="0">
                <a:solidFill>
                  <a:srgbClr val="FF0000"/>
                </a:solidFill>
              </a:rPr>
              <a:t>E</a:t>
            </a:r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49E3DBD9-DCF5-424E-9D22-0B2E43FFC184}"/>
              </a:ext>
            </a:extLst>
          </p:cNvPr>
          <p:cNvSpPr/>
          <p:nvPr/>
        </p:nvSpPr>
        <p:spPr>
          <a:xfrm>
            <a:off x="3941854" y="4918729"/>
            <a:ext cx="801858" cy="61897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dirty="0">
                <a:solidFill>
                  <a:srgbClr val="FF0000"/>
                </a:solidFill>
              </a:rPr>
              <a:t>D</a:t>
            </a:r>
          </a:p>
        </p:txBody>
      </p: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22B82049-8B0C-430F-840E-FB75F99BAB71}"/>
              </a:ext>
            </a:extLst>
          </p:cNvPr>
          <p:cNvCxnSpPr>
            <a:cxnSpLocks/>
          </p:cNvCxnSpPr>
          <p:nvPr/>
        </p:nvCxnSpPr>
        <p:spPr>
          <a:xfrm>
            <a:off x="2838518" y="6116474"/>
            <a:ext cx="11394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112C5EF3-D6BA-408E-80F4-5AFAEF81E9CA}"/>
              </a:ext>
            </a:extLst>
          </p:cNvPr>
          <p:cNvSpPr txBox="1"/>
          <p:nvPr/>
        </p:nvSpPr>
        <p:spPr>
          <a:xfrm>
            <a:off x="3246118" y="5531699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dirty="0">
                <a:solidFill>
                  <a:srgbClr val="7030A0"/>
                </a:solidFill>
              </a:rPr>
              <a:t>3</a:t>
            </a:r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7F6D4D58-848A-411F-A7B9-5D898C2616F7}"/>
              </a:ext>
            </a:extLst>
          </p:cNvPr>
          <p:cNvSpPr/>
          <p:nvPr/>
        </p:nvSpPr>
        <p:spPr>
          <a:xfrm>
            <a:off x="2097927" y="5762795"/>
            <a:ext cx="801858" cy="61897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dirty="0">
                <a:solidFill>
                  <a:srgbClr val="FF0000"/>
                </a:solidFill>
              </a:rPr>
              <a:t>C</a:t>
            </a:r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5E603B97-9858-49D1-80F2-9ED8F2B8F3C1}"/>
              </a:ext>
            </a:extLst>
          </p:cNvPr>
          <p:cNvSpPr/>
          <p:nvPr/>
        </p:nvSpPr>
        <p:spPr>
          <a:xfrm>
            <a:off x="3941852" y="5762795"/>
            <a:ext cx="801858" cy="61897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dirty="0">
                <a:solidFill>
                  <a:srgbClr val="FF0000"/>
                </a:solidFill>
              </a:rPr>
              <a:t>E</a:t>
            </a:r>
          </a:p>
        </p:txBody>
      </p: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A02102CD-73CD-4EB8-B90D-CA0F5E2190F9}"/>
              </a:ext>
            </a:extLst>
          </p:cNvPr>
          <p:cNvCxnSpPr>
            <a:cxnSpLocks/>
          </p:cNvCxnSpPr>
          <p:nvPr/>
        </p:nvCxnSpPr>
        <p:spPr>
          <a:xfrm>
            <a:off x="6057675" y="4411938"/>
            <a:ext cx="11394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Oval 61">
            <a:extLst>
              <a:ext uri="{FF2B5EF4-FFF2-40B4-BE49-F238E27FC236}">
                <a16:creationId xmlns:a16="http://schemas.microsoft.com/office/drawing/2014/main" id="{28AD2AE2-7DA6-4F45-A3D5-56A18968C1FF}"/>
              </a:ext>
            </a:extLst>
          </p:cNvPr>
          <p:cNvSpPr/>
          <p:nvPr/>
        </p:nvSpPr>
        <p:spPr>
          <a:xfrm>
            <a:off x="5317084" y="4058259"/>
            <a:ext cx="801858" cy="61897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dirty="0">
                <a:solidFill>
                  <a:srgbClr val="FF0000"/>
                </a:solidFill>
              </a:rPr>
              <a:t>B</a:t>
            </a:r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F777F129-6656-423B-B5E0-BBB95F1F2E11}"/>
              </a:ext>
            </a:extLst>
          </p:cNvPr>
          <p:cNvSpPr/>
          <p:nvPr/>
        </p:nvSpPr>
        <p:spPr>
          <a:xfrm>
            <a:off x="7161009" y="4058259"/>
            <a:ext cx="801858" cy="61897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dirty="0">
                <a:solidFill>
                  <a:srgbClr val="FF0000"/>
                </a:solidFill>
              </a:rPr>
              <a:t>C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3EB856E1-4EE0-486F-B470-18F738BAA932}"/>
              </a:ext>
            </a:extLst>
          </p:cNvPr>
          <p:cNvSpPr txBox="1"/>
          <p:nvPr/>
        </p:nvSpPr>
        <p:spPr>
          <a:xfrm>
            <a:off x="6395301" y="3804075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dirty="0">
                <a:solidFill>
                  <a:srgbClr val="7030A0"/>
                </a:solidFill>
              </a:rPr>
              <a:t>3</a:t>
            </a:r>
          </a:p>
        </p:txBody>
      </p: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640F3AFB-3757-4104-B74A-847F62F551A2}"/>
              </a:ext>
            </a:extLst>
          </p:cNvPr>
          <p:cNvCxnSpPr>
            <a:cxnSpLocks/>
          </p:cNvCxnSpPr>
          <p:nvPr/>
        </p:nvCxnSpPr>
        <p:spPr>
          <a:xfrm>
            <a:off x="6083465" y="5295857"/>
            <a:ext cx="11394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Oval 65">
            <a:extLst>
              <a:ext uri="{FF2B5EF4-FFF2-40B4-BE49-F238E27FC236}">
                <a16:creationId xmlns:a16="http://schemas.microsoft.com/office/drawing/2014/main" id="{DD75199E-9433-48FE-B7F5-5365AF716821}"/>
              </a:ext>
            </a:extLst>
          </p:cNvPr>
          <p:cNvSpPr/>
          <p:nvPr/>
        </p:nvSpPr>
        <p:spPr>
          <a:xfrm>
            <a:off x="5342874" y="4942178"/>
            <a:ext cx="801858" cy="61897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dirty="0">
                <a:solidFill>
                  <a:srgbClr val="FF0000"/>
                </a:solidFill>
              </a:rPr>
              <a:t>C</a:t>
            </a:r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2FCB1140-C3E2-4A8A-B8A8-5FDE7B8EB4AB}"/>
              </a:ext>
            </a:extLst>
          </p:cNvPr>
          <p:cNvSpPr/>
          <p:nvPr/>
        </p:nvSpPr>
        <p:spPr>
          <a:xfrm>
            <a:off x="7186799" y="4942178"/>
            <a:ext cx="801858" cy="61897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dirty="0">
                <a:solidFill>
                  <a:srgbClr val="FF0000"/>
                </a:solidFill>
              </a:rPr>
              <a:t>D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E4B6D043-3754-4236-96BE-92D9425B88C2}"/>
              </a:ext>
            </a:extLst>
          </p:cNvPr>
          <p:cNvSpPr txBox="1"/>
          <p:nvPr/>
        </p:nvSpPr>
        <p:spPr>
          <a:xfrm>
            <a:off x="6421091" y="4687994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dirty="0">
                <a:solidFill>
                  <a:srgbClr val="7030A0"/>
                </a:solidFill>
              </a:rPr>
              <a:t>4</a:t>
            </a:r>
          </a:p>
        </p:txBody>
      </p: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E4EEE6E6-EFF0-4062-9451-13FC1590C7D7}"/>
              </a:ext>
            </a:extLst>
          </p:cNvPr>
          <p:cNvCxnSpPr>
            <a:cxnSpLocks/>
          </p:cNvCxnSpPr>
          <p:nvPr/>
        </p:nvCxnSpPr>
        <p:spPr>
          <a:xfrm>
            <a:off x="6083466" y="6153987"/>
            <a:ext cx="11394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Oval 69">
            <a:extLst>
              <a:ext uri="{FF2B5EF4-FFF2-40B4-BE49-F238E27FC236}">
                <a16:creationId xmlns:a16="http://schemas.microsoft.com/office/drawing/2014/main" id="{49CD8113-352C-41F3-89F8-818A540CCB6F}"/>
              </a:ext>
            </a:extLst>
          </p:cNvPr>
          <p:cNvSpPr/>
          <p:nvPr/>
        </p:nvSpPr>
        <p:spPr>
          <a:xfrm>
            <a:off x="5342875" y="5800308"/>
            <a:ext cx="801858" cy="61897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dirty="0">
                <a:solidFill>
                  <a:srgbClr val="FF0000"/>
                </a:solidFill>
              </a:rPr>
              <a:t>D</a:t>
            </a:r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AB1B2A66-4C54-4E32-8935-EB32FEDACB40}"/>
              </a:ext>
            </a:extLst>
          </p:cNvPr>
          <p:cNvSpPr/>
          <p:nvPr/>
        </p:nvSpPr>
        <p:spPr>
          <a:xfrm>
            <a:off x="7186800" y="5800308"/>
            <a:ext cx="801858" cy="61897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dirty="0">
                <a:solidFill>
                  <a:srgbClr val="FF0000"/>
                </a:solidFill>
              </a:rPr>
              <a:t>F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EEFF0A3B-4249-4974-9A32-A893E8D9EF34}"/>
              </a:ext>
            </a:extLst>
          </p:cNvPr>
          <p:cNvSpPr txBox="1"/>
          <p:nvPr/>
        </p:nvSpPr>
        <p:spPr>
          <a:xfrm>
            <a:off x="6421092" y="5546124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dirty="0">
                <a:solidFill>
                  <a:srgbClr val="7030A0"/>
                </a:solidFill>
              </a:rPr>
              <a:t>5</a:t>
            </a:r>
          </a:p>
        </p:txBody>
      </p: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6581C35F-F538-4312-A67A-7DD40FC6DDCE}"/>
              </a:ext>
            </a:extLst>
          </p:cNvPr>
          <p:cNvCxnSpPr>
            <a:cxnSpLocks/>
          </p:cNvCxnSpPr>
          <p:nvPr/>
        </p:nvCxnSpPr>
        <p:spPr>
          <a:xfrm>
            <a:off x="9108020" y="4409593"/>
            <a:ext cx="11394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Oval 73">
            <a:extLst>
              <a:ext uri="{FF2B5EF4-FFF2-40B4-BE49-F238E27FC236}">
                <a16:creationId xmlns:a16="http://schemas.microsoft.com/office/drawing/2014/main" id="{276EEB9B-CDEB-420A-9E3A-C964E5D9A9BF}"/>
              </a:ext>
            </a:extLst>
          </p:cNvPr>
          <p:cNvSpPr/>
          <p:nvPr/>
        </p:nvSpPr>
        <p:spPr>
          <a:xfrm>
            <a:off x="8367429" y="4055914"/>
            <a:ext cx="801858" cy="61897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dirty="0">
                <a:solidFill>
                  <a:srgbClr val="FF0000"/>
                </a:solidFill>
              </a:rPr>
              <a:t>B</a:t>
            </a:r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44F529BC-F086-45A5-9EF0-9B5DDB8F1BAF}"/>
              </a:ext>
            </a:extLst>
          </p:cNvPr>
          <p:cNvSpPr/>
          <p:nvPr/>
        </p:nvSpPr>
        <p:spPr>
          <a:xfrm>
            <a:off x="10211354" y="4055914"/>
            <a:ext cx="801858" cy="61897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dirty="0">
                <a:solidFill>
                  <a:srgbClr val="FF0000"/>
                </a:solidFill>
              </a:rPr>
              <a:t>D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53D6596D-7A13-44BD-8B30-96AE268F7EE6}"/>
              </a:ext>
            </a:extLst>
          </p:cNvPr>
          <p:cNvSpPr txBox="1"/>
          <p:nvPr/>
        </p:nvSpPr>
        <p:spPr>
          <a:xfrm>
            <a:off x="9445646" y="3801730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dirty="0">
                <a:solidFill>
                  <a:srgbClr val="7030A0"/>
                </a:solidFill>
              </a:rPr>
              <a:t>6</a:t>
            </a:r>
          </a:p>
        </p:txBody>
      </p: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145E92B0-CA75-4E38-BFCB-945355BDBEB6}"/>
              </a:ext>
            </a:extLst>
          </p:cNvPr>
          <p:cNvCxnSpPr>
            <a:cxnSpLocks/>
          </p:cNvCxnSpPr>
          <p:nvPr/>
        </p:nvCxnSpPr>
        <p:spPr>
          <a:xfrm>
            <a:off x="9108021" y="5211454"/>
            <a:ext cx="11394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Oval 77">
            <a:extLst>
              <a:ext uri="{FF2B5EF4-FFF2-40B4-BE49-F238E27FC236}">
                <a16:creationId xmlns:a16="http://schemas.microsoft.com/office/drawing/2014/main" id="{4C9E786F-8F59-4F66-B73D-79A16D0DB22D}"/>
              </a:ext>
            </a:extLst>
          </p:cNvPr>
          <p:cNvSpPr/>
          <p:nvPr/>
        </p:nvSpPr>
        <p:spPr>
          <a:xfrm>
            <a:off x="8367430" y="4857775"/>
            <a:ext cx="801858" cy="61897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dirty="0">
                <a:solidFill>
                  <a:srgbClr val="FF0000"/>
                </a:solidFill>
              </a:rPr>
              <a:t>A</a:t>
            </a:r>
          </a:p>
        </p:txBody>
      </p:sp>
      <p:sp>
        <p:nvSpPr>
          <p:cNvPr id="79" name="Oval 78">
            <a:extLst>
              <a:ext uri="{FF2B5EF4-FFF2-40B4-BE49-F238E27FC236}">
                <a16:creationId xmlns:a16="http://schemas.microsoft.com/office/drawing/2014/main" id="{7C67A4F0-C86E-46D9-AAD2-E0AB58A34DDB}"/>
              </a:ext>
            </a:extLst>
          </p:cNvPr>
          <p:cNvSpPr/>
          <p:nvPr/>
        </p:nvSpPr>
        <p:spPr>
          <a:xfrm>
            <a:off x="10211355" y="4857775"/>
            <a:ext cx="801858" cy="61897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dirty="0">
                <a:solidFill>
                  <a:srgbClr val="FF0000"/>
                </a:solidFill>
              </a:rPr>
              <a:t>B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54359928-AE60-4D14-9BDE-26D81EE4CA82}"/>
              </a:ext>
            </a:extLst>
          </p:cNvPr>
          <p:cNvSpPr txBox="1"/>
          <p:nvPr/>
        </p:nvSpPr>
        <p:spPr>
          <a:xfrm>
            <a:off x="9445647" y="4603591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dirty="0">
                <a:solidFill>
                  <a:srgbClr val="7030A0"/>
                </a:solidFill>
              </a:rPr>
              <a:t>7</a:t>
            </a:r>
          </a:p>
        </p:txBody>
      </p: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9AB974DE-673F-4D1B-89F9-84A2ADA2A4A1}"/>
              </a:ext>
            </a:extLst>
          </p:cNvPr>
          <p:cNvCxnSpPr>
            <a:cxnSpLocks/>
          </p:cNvCxnSpPr>
          <p:nvPr/>
        </p:nvCxnSpPr>
        <p:spPr>
          <a:xfrm>
            <a:off x="9178355" y="5999242"/>
            <a:ext cx="11394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Oval 81">
            <a:extLst>
              <a:ext uri="{FF2B5EF4-FFF2-40B4-BE49-F238E27FC236}">
                <a16:creationId xmlns:a16="http://schemas.microsoft.com/office/drawing/2014/main" id="{86A06DB2-EDEE-4CF8-A283-D31EB64387FD}"/>
              </a:ext>
            </a:extLst>
          </p:cNvPr>
          <p:cNvSpPr/>
          <p:nvPr/>
        </p:nvSpPr>
        <p:spPr>
          <a:xfrm>
            <a:off x="8437764" y="5645563"/>
            <a:ext cx="801858" cy="61897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dirty="0">
                <a:solidFill>
                  <a:srgbClr val="FF0000"/>
                </a:solidFill>
              </a:rPr>
              <a:t>A</a:t>
            </a:r>
          </a:p>
        </p:txBody>
      </p:sp>
      <p:sp>
        <p:nvSpPr>
          <p:cNvPr id="83" name="Oval 82">
            <a:extLst>
              <a:ext uri="{FF2B5EF4-FFF2-40B4-BE49-F238E27FC236}">
                <a16:creationId xmlns:a16="http://schemas.microsoft.com/office/drawing/2014/main" id="{C84C2EA2-C38D-496E-862B-BE40277D84F7}"/>
              </a:ext>
            </a:extLst>
          </p:cNvPr>
          <p:cNvSpPr/>
          <p:nvPr/>
        </p:nvSpPr>
        <p:spPr>
          <a:xfrm>
            <a:off x="10281689" y="5645563"/>
            <a:ext cx="801858" cy="61897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dirty="0">
                <a:solidFill>
                  <a:srgbClr val="FF0000"/>
                </a:solidFill>
              </a:rPr>
              <a:t>C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EC50069D-BE0A-4C4D-BF22-C4E038763FA9}"/>
              </a:ext>
            </a:extLst>
          </p:cNvPr>
          <p:cNvSpPr txBox="1"/>
          <p:nvPr/>
        </p:nvSpPr>
        <p:spPr>
          <a:xfrm>
            <a:off x="9515981" y="5391379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dirty="0">
                <a:solidFill>
                  <a:srgbClr val="7030A0"/>
                </a:solidFill>
              </a:rPr>
              <a:t>8</a:t>
            </a:r>
          </a:p>
        </p:txBody>
      </p:sp>
      <p:grpSp>
        <p:nvGrpSpPr>
          <p:cNvPr id="85" name="Group 84">
            <a:extLst>
              <a:ext uri="{FF2B5EF4-FFF2-40B4-BE49-F238E27FC236}">
                <a16:creationId xmlns:a16="http://schemas.microsoft.com/office/drawing/2014/main" id="{F81F2C97-A487-4421-B784-BAC1EA6648CE}"/>
              </a:ext>
            </a:extLst>
          </p:cNvPr>
          <p:cNvGrpSpPr/>
          <p:nvPr/>
        </p:nvGrpSpPr>
        <p:grpSpPr>
          <a:xfrm>
            <a:off x="6096000" y="717013"/>
            <a:ext cx="5717344" cy="1856934"/>
            <a:chOff x="2763871" y="3429000"/>
            <a:chExt cx="5717344" cy="1856934"/>
          </a:xfrm>
        </p:grpSpPr>
        <p:grpSp>
          <p:nvGrpSpPr>
            <p:cNvPr id="86" name="Group 85">
              <a:extLst>
                <a:ext uri="{FF2B5EF4-FFF2-40B4-BE49-F238E27FC236}">
                  <a16:creationId xmlns:a16="http://schemas.microsoft.com/office/drawing/2014/main" id="{D7C7B9C1-CCE2-4481-ACB5-1D7BC95BEB27}"/>
                </a:ext>
              </a:extLst>
            </p:cNvPr>
            <p:cNvGrpSpPr/>
            <p:nvPr/>
          </p:nvGrpSpPr>
          <p:grpSpPr>
            <a:xfrm>
              <a:off x="2763871" y="3429000"/>
              <a:ext cx="4414910" cy="1856934"/>
              <a:chOff x="6428936" y="1266094"/>
              <a:chExt cx="4414910" cy="1856934"/>
            </a:xfrm>
          </p:grpSpPr>
          <p:sp>
            <p:nvSpPr>
              <p:cNvPr id="105" name="Oval 104">
                <a:extLst>
                  <a:ext uri="{FF2B5EF4-FFF2-40B4-BE49-F238E27FC236}">
                    <a16:creationId xmlns:a16="http://schemas.microsoft.com/office/drawing/2014/main" id="{3F41A438-7E0B-4406-869E-58F7F02CFF9D}"/>
                  </a:ext>
                </a:extLst>
              </p:cNvPr>
              <p:cNvSpPr/>
              <p:nvPr/>
            </p:nvSpPr>
            <p:spPr>
              <a:xfrm>
                <a:off x="6428936" y="1885072"/>
                <a:ext cx="801858" cy="61897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sz="3200" dirty="0">
                    <a:solidFill>
                      <a:srgbClr val="FF0000"/>
                    </a:solidFill>
                  </a:rPr>
                  <a:t>A</a:t>
                </a:r>
              </a:p>
            </p:txBody>
          </p:sp>
          <p:sp>
            <p:nvSpPr>
              <p:cNvPr id="106" name="Oval 105">
                <a:extLst>
                  <a:ext uri="{FF2B5EF4-FFF2-40B4-BE49-F238E27FC236}">
                    <a16:creationId xmlns:a16="http://schemas.microsoft.com/office/drawing/2014/main" id="{A8D9DFB6-55C9-4B02-857C-BF2CC2884D76}"/>
                  </a:ext>
                </a:extLst>
              </p:cNvPr>
              <p:cNvSpPr/>
              <p:nvPr/>
            </p:nvSpPr>
            <p:spPr>
              <a:xfrm>
                <a:off x="8100646" y="1266094"/>
                <a:ext cx="801858" cy="61897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sz="2800" dirty="0">
                    <a:solidFill>
                      <a:srgbClr val="FF0000"/>
                    </a:solidFill>
                  </a:rPr>
                  <a:t>B</a:t>
                </a:r>
              </a:p>
            </p:txBody>
          </p:sp>
          <p:sp>
            <p:nvSpPr>
              <p:cNvPr id="107" name="Oval 106">
                <a:extLst>
                  <a:ext uri="{FF2B5EF4-FFF2-40B4-BE49-F238E27FC236}">
                    <a16:creationId xmlns:a16="http://schemas.microsoft.com/office/drawing/2014/main" id="{12A852B5-E069-4C66-86DE-FE947B16B9C0}"/>
                  </a:ext>
                </a:extLst>
              </p:cNvPr>
              <p:cNvSpPr/>
              <p:nvPr/>
            </p:nvSpPr>
            <p:spPr>
              <a:xfrm>
                <a:off x="10041988" y="1266094"/>
                <a:ext cx="801858" cy="61897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sz="2800" dirty="0">
                    <a:solidFill>
                      <a:srgbClr val="FF0000"/>
                    </a:solidFill>
                  </a:rPr>
                  <a:t>D</a:t>
                </a:r>
              </a:p>
            </p:txBody>
          </p:sp>
          <p:sp>
            <p:nvSpPr>
              <p:cNvPr id="108" name="Oval 107">
                <a:extLst>
                  <a:ext uri="{FF2B5EF4-FFF2-40B4-BE49-F238E27FC236}">
                    <a16:creationId xmlns:a16="http://schemas.microsoft.com/office/drawing/2014/main" id="{E13B8AF1-1FC8-4F92-A0B5-EEA5DD37A555}"/>
                  </a:ext>
                </a:extLst>
              </p:cNvPr>
              <p:cNvSpPr/>
              <p:nvPr/>
            </p:nvSpPr>
            <p:spPr>
              <a:xfrm>
                <a:off x="8100646" y="2504050"/>
                <a:ext cx="801858" cy="61897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sz="2800" dirty="0">
                    <a:solidFill>
                      <a:srgbClr val="FF0000"/>
                    </a:solidFill>
                  </a:rPr>
                  <a:t>C</a:t>
                </a:r>
                <a:endParaRPr lang="en-IN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109" name="Oval 108">
                <a:extLst>
                  <a:ext uri="{FF2B5EF4-FFF2-40B4-BE49-F238E27FC236}">
                    <a16:creationId xmlns:a16="http://schemas.microsoft.com/office/drawing/2014/main" id="{1DD67AA4-AE34-4F8B-B7BA-DDABB5298C06}"/>
                  </a:ext>
                </a:extLst>
              </p:cNvPr>
              <p:cNvSpPr/>
              <p:nvPr/>
            </p:nvSpPr>
            <p:spPr>
              <a:xfrm>
                <a:off x="10041988" y="2504050"/>
                <a:ext cx="801858" cy="61897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sz="2800" dirty="0">
                    <a:solidFill>
                      <a:srgbClr val="FF0000"/>
                    </a:solidFill>
                  </a:rPr>
                  <a:t>E</a:t>
                </a:r>
              </a:p>
            </p:txBody>
          </p:sp>
        </p:grpSp>
        <p:sp>
          <p:nvSpPr>
            <p:cNvPr id="88" name="Oval 87">
              <a:extLst>
                <a:ext uri="{FF2B5EF4-FFF2-40B4-BE49-F238E27FC236}">
                  <a16:creationId xmlns:a16="http://schemas.microsoft.com/office/drawing/2014/main" id="{C240C90C-C0E5-41EA-875C-CE32E1949458}"/>
                </a:ext>
              </a:extLst>
            </p:cNvPr>
            <p:cNvSpPr/>
            <p:nvPr/>
          </p:nvSpPr>
          <p:spPr>
            <a:xfrm>
              <a:off x="7679357" y="4047978"/>
              <a:ext cx="801858" cy="618978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2800" dirty="0">
                  <a:solidFill>
                    <a:srgbClr val="FF0000"/>
                  </a:solidFill>
                </a:rPr>
                <a:t>F</a:t>
              </a:r>
            </a:p>
          </p:txBody>
        </p:sp>
      </p:grp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79191F25-5DB9-417B-B6D1-B4228F246AEB}"/>
              </a:ext>
            </a:extLst>
          </p:cNvPr>
          <p:cNvCxnSpPr>
            <a:cxnSpLocks/>
            <a:stCxn id="109" idx="7"/>
            <a:endCxn id="88" idx="3"/>
          </p:cNvCxnSpPr>
          <p:nvPr/>
        </p:nvCxnSpPr>
        <p:spPr>
          <a:xfrm flipV="1">
            <a:off x="10393481" y="1864322"/>
            <a:ext cx="735434" cy="18129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Connector 110">
            <a:extLst>
              <a:ext uri="{FF2B5EF4-FFF2-40B4-BE49-F238E27FC236}">
                <a16:creationId xmlns:a16="http://schemas.microsoft.com/office/drawing/2014/main" id="{B3EE4B3E-346F-488B-AFE9-30EC4A1F2353}"/>
              </a:ext>
            </a:extLst>
          </p:cNvPr>
          <p:cNvCxnSpPr>
            <a:cxnSpLocks/>
            <a:stCxn id="107" idx="4"/>
            <a:endCxn id="109" idx="0"/>
          </p:cNvCxnSpPr>
          <p:nvPr/>
        </p:nvCxnSpPr>
        <p:spPr>
          <a:xfrm>
            <a:off x="10109981" y="1335991"/>
            <a:ext cx="0" cy="61897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F60C2A22-5AB6-4E24-A4DD-7A8FE1892B08}"/>
              </a:ext>
            </a:extLst>
          </p:cNvPr>
          <p:cNvCxnSpPr>
            <a:cxnSpLocks/>
            <a:stCxn id="108" idx="6"/>
            <a:endCxn id="109" idx="2"/>
          </p:cNvCxnSpPr>
          <p:nvPr/>
        </p:nvCxnSpPr>
        <p:spPr>
          <a:xfrm>
            <a:off x="8569568" y="2264458"/>
            <a:ext cx="11394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TextBox 112">
            <a:extLst>
              <a:ext uri="{FF2B5EF4-FFF2-40B4-BE49-F238E27FC236}">
                <a16:creationId xmlns:a16="http://schemas.microsoft.com/office/drawing/2014/main" id="{EC513F26-8DD9-47CA-8E6C-CA152719AA64}"/>
              </a:ext>
            </a:extLst>
          </p:cNvPr>
          <p:cNvSpPr txBox="1"/>
          <p:nvPr/>
        </p:nvSpPr>
        <p:spPr>
          <a:xfrm>
            <a:off x="10476681" y="146778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dirty="0">
                <a:solidFill>
                  <a:srgbClr val="7030A0"/>
                </a:solidFill>
              </a:rPr>
              <a:t>2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FC22F85C-8114-46DE-B9FA-75787EBDB6C4}"/>
              </a:ext>
            </a:extLst>
          </p:cNvPr>
          <p:cNvSpPr txBox="1"/>
          <p:nvPr/>
        </p:nvSpPr>
        <p:spPr>
          <a:xfrm>
            <a:off x="9748097" y="1255630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dirty="0">
                <a:solidFill>
                  <a:srgbClr val="7030A0"/>
                </a:solidFill>
              </a:rPr>
              <a:t>2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D79F32D4-81FB-4670-9EA6-B31E078BECFB}"/>
              </a:ext>
            </a:extLst>
          </p:cNvPr>
          <p:cNvSpPr txBox="1"/>
          <p:nvPr/>
        </p:nvSpPr>
        <p:spPr>
          <a:xfrm>
            <a:off x="8985284" y="181286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dirty="0">
                <a:solidFill>
                  <a:srgbClr val="7030A0"/>
                </a:solidFill>
              </a:rPr>
              <a:t>3</a:t>
            </a:r>
          </a:p>
        </p:txBody>
      </p:sp>
      <p:cxnSp>
        <p:nvCxnSpPr>
          <p:cNvPr id="117" name="Straight Connector 116">
            <a:extLst>
              <a:ext uri="{FF2B5EF4-FFF2-40B4-BE49-F238E27FC236}">
                <a16:creationId xmlns:a16="http://schemas.microsoft.com/office/drawing/2014/main" id="{A20257AD-E7C1-483D-B31B-971C112D7135}"/>
              </a:ext>
            </a:extLst>
          </p:cNvPr>
          <p:cNvCxnSpPr>
            <a:cxnSpLocks/>
            <a:endCxn id="106" idx="4"/>
          </p:cNvCxnSpPr>
          <p:nvPr/>
        </p:nvCxnSpPr>
        <p:spPr>
          <a:xfrm flipH="1" flipV="1">
            <a:off x="8168639" y="1335991"/>
            <a:ext cx="36624" cy="75630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TextBox 117">
            <a:extLst>
              <a:ext uri="{FF2B5EF4-FFF2-40B4-BE49-F238E27FC236}">
                <a16:creationId xmlns:a16="http://schemas.microsoft.com/office/drawing/2014/main" id="{0288DC0C-F30A-4625-A825-BB0D6C12322C}"/>
              </a:ext>
            </a:extLst>
          </p:cNvPr>
          <p:cNvSpPr txBox="1"/>
          <p:nvPr/>
        </p:nvSpPr>
        <p:spPr>
          <a:xfrm>
            <a:off x="7820811" y="1319195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dirty="0">
                <a:solidFill>
                  <a:srgbClr val="7030A0"/>
                </a:solidFill>
              </a:rPr>
              <a:t>3</a:t>
            </a:r>
          </a:p>
        </p:txBody>
      </p:sp>
      <p:sp>
        <p:nvSpPr>
          <p:cNvPr id="26" name="Multiplication Sign 25">
            <a:extLst>
              <a:ext uri="{FF2B5EF4-FFF2-40B4-BE49-F238E27FC236}">
                <a16:creationId xmlns:a16="http://schemas.microsoft.com/office/drawing/2014/main" id="{739A4AF2-FE7B-4274-8000-C6384665C9AE}"/>
              </a:ext>
            </a:extLst>
          </p:cNvPr>
          <p:cNvSpPr/>
          <p:nvPr/>
        </p:nvSpPr>
        <p:spPr>
          <a:xfrm>
            <a:off x="5964700" y="5812752"/>
            <a:ext cx="1354577" cy="903578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9" name="Multiplication Sign 118">
            <a:extLst>
              <a:ext uri="{FF2B5EF4-FFF2-40B4-BE49-F238E27FC236}">
                <a16:creationId xmlns:a16="http://schemas.microsoft.com/office/drawing/2014/main" id="{BF2C98A4-D40D-427C-A80B-6C9472C4D356}"/>
              </a:ext>
            </a:extLst>
          </p:cNvPr>
          <p:cNvSpPr/>
          <p:nvPr/>
        </p:nvSpPr>
        <p:spPr>
          <a:xfrm>
            <a:off x="5914540" y="4923718"/>
            <a:ext cx="1354577" cy="903578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0" name="Multiplication Sign 119">
            <a:extLst>
              <a:ext uri="{FF2B5EF4-FFF2-40B4-BE49-F238E27FC236}">
                <a16:creationId xmlns:a16="http://schemas.microsoft.com/office/drawing/2014/main" id="{91841DA4-B179-4A30-919E-7A30FE9E9D81}"/>
              </a:ext>
            </a:extLst>
          </p:cNvPr>
          <p:cNvSpPr/>
          <p:nvPr/>
        </p:nvSpPr>
        <p:spPr>
          <a:xfrm>
            <a:off x="8963262" y="3996628"/>
            <a:ext cx="1354577" cy="903578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21" name="Straight Connector 120">
            <a:extLst>
              <a:ext uri="{FF2B5EF4-FFF2-40B4-BE49-F238E27FC236}">
                <a16:creationId xmlns:a16="http://schemas.microsoft.com/office/drawing/2014/main" id="{760F7DE2-F13B-4E5D-BCF5-1543A536C987}"/>
              </a:ext>
            </a:extLst>
          </p:cNvPr>
          <p:cNvCxnSpPr>
            <a:cxnSpLocks/>
            <a:stCxn id="105" idx="7"/>
            <a:endCxn id="106" idx="2"/>
          </p:cNvCxnSpPr>
          <p:nvPr/>
        </p:nvCxnSpPr>
        <p:spPr>
          <a:xfrm flipV="1">
            <a:off x="6780429" y="1026502"/>
            <a:ext cx="987281" cy="40013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2" name="TextBox 121">
            <a:extLst>
              <a:ext uri="{FF2B5EF4-FFF2-40B4-BE49-F238E27FC236}">
                <a16:creationId xmlns:a16="http://schemas.microsoft.com/office/drawing/2014/main" id="{B1EB0C5E-7302-490B-90E9-CD21AE386824}"/>
              </a:ext>
            </a:extLst>
          </p:cNvPr>
          <p:cNvSpPr txBox="1"/>
          <p:nvPr/>
        </p:nvSpPr>
        <p:spPr>
          <a:xfrm>
            <a:off x="7026421" y="761204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dirty="0">
                <a:solidFill>
                  <a:srgbClr val="7030A0"/>
                </a:solidFill>
              </a:rPr>
              <a:t>7</a:t>
            </a:r>
          </a:p>
        </p:txBody>
      </p:sp>
      <p:sp>
        <p:nvSpPr>
          <p:cNvPr id="123" name="Multiplication Sign 122">
            <a:extLst>
              <a:ext uri="{FF2B5EF4-FFF2-40B4-BE49-F238E27FC236}">
                <a16:creationId xmlns:a16="http://schemas.microsoft.com/office/drawing/2014/main" id="{605469D3-B2E6-4C8E-97B2-679911640675}"/>
              </a:ext>
            </a:extLst>
          </p:cNvPr>
          <p:cNvSpPr/>
          <p:nvPr/>
        </p:nvSpPr>
        <p:spPr>
          <a:xfrm>
            <a:off x="9011439" y="5683766"/>
            <a:ext cx="1354577" cy="903578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B9C5CB67-8F40-4C23-9999-4FEC61772FFD}"/>
              </a:ext>
            </a:extLst>
          </p:cNvPr>
          <p:cNvSpPr txBox="1"/>
          <p:nvPr/>
        </p:nvSpPr>
        <p:spPr>
          <a:xfrm>
            <a:off x="10638624" y="626331"/>
            <a:ext cx="142295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dirty="0">
                <a:solidFill>
                  <a:schemeClr val="accent6"/>
                </a:solidFill>
              </a:rPr>
              <a:t>MST:17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407459" y="4061011"/>
            <a:ext cx="510989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b="1" dirty="0" smtClean="0"/>
              <a:t>(i)</a:t>
            </a:r>
            <a:endParaRPr lang="en-US" sz="2600" b="1" dirty="0"/>
          </a:p>
        </p:txBody>
      </p:sp>
      <p:sp>
        <p:nvSpPr>
          <p:cNvPr id="91" name="TextBox 90"/>
          <p:cNvSpPr txBox="1"/>
          <p:nvPr/>
        </p:nvSpPr>
        <p:spPr>
          <a:xfrm>
            <a:off x="1308847" y="4930588"/>
            <a:ext cx="672353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b="1" dirty="0" smtClean="0"/>
              <a:t>(ii)</a:t>
            </a:r>
            <a:endParaRPr lang="en-US" sz="2600" b="1" dirty="0"/>
          </a:p>
        </p:txBody>
      </p:sp>
      <p:sp>
        <p:nvSpPr>
          <p:cNvPr id="92" name="TextBox 91"/>
          <p:cNvSpPr txBox="1"/>
          <p:nvPr/>
        </p:nvSpPr>
        <p:spPr>
          <a:xfrm>
            <a:off x="1344706" y="5737410"/>
            <a:ext cx="690283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b="1" dirty="0" smtClean="0"/>
              <a:t>(iii)</a:t>
            </a:r>
            <a:endParaRPr lang="en-US" sz="2600" b="1" dirty="0"/>
          </a:p>
        </p:txBody>
      </p:sp>
      <p:sp>
        <p:nvSpPr>
          <p:cNvPr id="93" name="TextBox 92"/>
          <p:cNvSpPr txBox="1"/>
          <p:nvPr/>
        </p:nvSpPr>
        <p:spPr>
          <a:xfrm>
            <a:off x="4751294" y="4105835"/>
            <a:ext cx="699247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b="1" dirty="0"/>
              <a:t>(iv)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4796118" y="4984376"/>
            <a:ext cx="600635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b="1" dirty="0" smtClean="0"/>
              <a:t>(v)</a:t>
            </a:r>
            <a:endParaRPr lang="en-US" sz="2600" b="1" dirty="0"/>
          </a:p>
        </p:txBody>
      </p:sp>
      <p:sp>
        <p:nvSpPr>
          <p:cNvPr id="95" name="TextBox 94"/>
          <p:cNvSpPr txBox="1"/>
          <p:nvPr/>
        </p:nvSpPr>
        <p:spPr>
          <a:xfrm>
            <a:off x="4769224" y="5871881"/>
            <a:ext cx="681318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b="1" dirty="0" smtClean="0"/>
              <a:t>(vi)</a:t>
            </a:r>
            <a:endParaRPr lang="en-US" sz="2600" b="1" dirty="0"/>
          </a:p>
        </p:txBody>
      </p:sp>
      <p:sp>
        <p:nvSpPr>
          <p:cNvPr id="96" name="TextBox 95"/>
          <p:cNvSpPr txBox="1"/>
          <p:nvPr/>
        </p:nvSpPr>
        <p:spPr>
          <a:xfrm>
            <a:off x="11044518" y="4168587"/>
            <a:ext cx="824753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b="1" dirty="0" smtClean="0"/>
              <a:t>(vii)</a:t>
            </a:r>
            <a:endParaRPr lang="en-US" sz="2600" b="1" dirty="0"/>
          </a:p>
        </p:txBody>
      </p:sp>
      <p:sp>
        <p:nvSpPr>
          <p:cNvPr id="97" name="TextBox 96"/>
          <p:cNvSpPr txBox="1"/>
          <p:nvPr/>
        </p:nvSpPr>
        <p:spPr>
          <a:xfrm>
            <a:off x="11098306" y="4966447"/>
            <a:ext cx="797859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b="1" dirty="0" smtClean="0"/>
              <a:t>(viii)</a:t>
            </a:r>
            <a:endParaRPr lang="en-US" sz="2600" b="1" dirty="0"/>
          </a:p>
        </p:txBody>
      </p:sp>
      <p:sp>
        <p:nvSpPr>
          <p:cNvPr id="98" name="TextBox 97"/>
          <p:cNvSpPr txBox="1"/>
          <p:nvPr/>
        </p:nvSpPr>
        <p:spPr>
          <a:xfrm>
            <a:off x="11187954" y="5710517"/>
            <a:ext cx="74407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b="1" dirty="0" smtClean="0"/>
              <a:t>(ix)</a:t>
            </a:r>
            <a:endParaRPr lang="en-US" sz="2600" b="1" dirty="0"/>
          </a:p>
        </p:txBody>
      </p:sp>
    </p:spTree>
    <p:extLst>
      <p:ext uri="{BB962C8B-B14F-4D97-AF65-F5344CB8AC3E}">
        <p14:creationId xmlns:p14="http://schemas.microsoft.com/office/powerpoint/2010/main" val="34504950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95917" y="134470"/>
            <a:ext cx="8314765" cy="6033247"/>
          </a:xfrm>
          <a:prstGeom prst="rect">
            <a:avLst/>
          </a:prstGeom>
        </p:spPr>
      </p:pic>
      <p:pic>
        <p:nvPicPr>
          <p:cNvPr id="5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2400" y="231961"/>
            <a:ext cx="2841812" cy="21167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ECA82C9-6BF9-479E-A59E-86A297D129C4}"/>
              </a:ext>
            </a:extLst>
          </p:cNvPr>
          <p:cNvSpPr txBox="1"/>
          <p:nvPr/>
        </p:nvSpPr>
        <p:spPr>
          <a:xfrm>
            <a:off x="612643" y="2399394"/>
            <a:ext cx="1385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dirty="0">
                <a:solidFill>
                  <a:srgbClr val="7030A0"/>
                </a:solidFill>
              </a:rPr>
              <a:t>Graph G</a:t>
            </a:r>
          </a:p>
        </p:txBody>
      </p:sp>
      <p:sp>
        <p:nvSpPr>
          <p:cNvPr id="7" name="Left Brace 6">
            <a:extLst>
              <a:ext uri="{FF2B5EF4-FFF2-40B4-BE49-F238E27FC236}">
                <a16:creationId xmlns:a16="http://schemas.microsoft.com/office/drawing/2014/main" id="{7522058A-2D7A-4EE5-8E89-2AA9BF8C626D}"/>
              </a:ext>
            </a:extLst>
          </p:cNvPr>
          <p:cNvSpPr/>
          <p:nvPr/>
        </p:nvSpPr>
        <p:spPr>
          <a:xfrm rot="16200000">
            <a:off x="7695951" y="2737772"/>
            <a:ext cx="635219" cy="6868737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F75CF28-622C-4A4C-B478-E79FDAE6F117}"/>
              </a:ext>
            </a:extLst>
          </p:cNvPr>
          <p:cNvSpPr txBox="1"/>
          <p:nvPr/>
        </p:nvSpPr>
        <p:spPr>
          <a:xfrm>
            <a:off x="6928841" y="6398472"/>
            <a:ext cx="237943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dirty="0">
                <a:solidFill>
                  <a:srgbClr val="7030A0"/>
                </a:solidFill>
              </a:rPr>
              <a:t>Spanning Trees</a:t>
            </a:r>
          </a:p>
        </p:txBody>
      </p:sp>
    </p:spTree>
    <p:extLst>
      <p:ext uri="{BB962C8B-B14F-4D97-AF65-F5344CB8AC3E}">
        <p14:creationId xmlns:p14="http://schemas.microsoft.com/office/powerpoint/2010/main" val="25879410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0580D0-14AE-4505-AD8C-2DA4498BB0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1068"/>
            <a:ext cx="10515600" cy="655702"/>
          </a:xfrm>
        </p:spPr>
        <p:txBody>
          <a:bodyPr>
            <a:normAutofit/>
          </a:bodyPr>
          <a:lstStyle/>
          <a:p>
            <a:pPr algn="ctr"/>
            <a:r>
              <a:rPr lang="en-IN" sz="2800" dirty="0">
                <a:solidFill>
                  <a:srgbClr val="FF0000"/>
                </a:solidFill>
              </a:rPr>
              <a:t>Minimum Cost Spanning Tree: Prim’s Algorithm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299C23-0A3F-42CA-8CA2-C64AC140E42A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0" y="892386"/>
            <a:ext cx="10515600" cy="2932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IN" sz="2400" dirty="0"/>
              <a:t>Remove loops and parallel edges [Keep min weight ] </a:t>
            </a:r>
          </a:p>
          <a:p>
            <a:pPr marL="342900" indent="-342900">
              <a:buAutoNum type="arabicPeriod"/>
            </a:pPr>
            <a:r>
              <a:rPr lang="en-IN" sz="2400" dirty="0"/>
              <a:t>Maintain two disjoint sets of vertices. One containing vertices that are in the growing spanning tree and other that are not in the growing spanning tree. </a:t>
            </a:r>
          </a:p>
          <a:p>
            <a:pPr marL="342900" indent="-342900">
              <a:buAutoNum type="arabicPeriod"/>
            </a:pPr>
            <a:r>
              <a:rPr lang="en-IN" sz="2400" dirty="0"/>
              <a:t>While adding new edge , select edge with minimum weight out of edges from already visited vertices ( no cycle allowed). </a:t>
            </a:r>
          </a:p>
          <a:p>
            <a:pPr marL="0" indent="0">
              <a:buNone/>
            </a:pPr>
            <a:r>
              <a:rPr lang="en-IN" sz="2400" dirty="0"/>
              <a:t>4. Stop at [n-1] edges. </a:t>
            </a:r>
          </a:p>
          <a:p>
            <a:pPr marL="0" indent="0">
              <a:buNone/>
            </a:pPr>
            <a:r>
              <a:rPr lang="en-IN" sz="2400" dirty="0"/>
              <a:t>Note: Step 3 can be Implemented using priority queue.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D9601C6-97D0-4A2F-9D1C-15895B2604AC}"/>
              </a:ext>
            </a:extLst>
          </p:cNvPr>
          <p:cNvSpPr txBox="1"/>
          <p:nvPr/>
        </p:nvSpPr>
        <p:spPr>
          <a:xfrm>
            <a:off x="1011576" y="4910902"/>
            <a:ext cx="9422083" cy="1200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n-IN" sz="2400" b="1" dirty="0"/>
              <a:t>The time complexity of the Prim’s Algorithm is O((V+E)* log V) because each vertex is inserted in the priority queue only once and insertion in priority queue take logarithmic time.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6DDA51B-44F5-4917-AB15-EF19B3A360FF}"/>
              </a:ext>
            </a:extLst>
          </p:cNvPr>
          <p:cNvSpPr txBox="1"/>
          <p:nvPr/>
        </p:nvSpPr>
        <p:spPr>
          <a:xfrm>
            <a:off x="1005922" y="4435451"/>
            <a:ext cx="3559949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IN" b="1" dirty="0"/>
              <a:t>Timing Analysis of Prim’s Algorithm</a:t>
            </a:r>
          </a:p>
        </p:txBody>
      </p:sp>
    </p:spTree>
    <p:extLst>
      <p:ext uri="{BB962C8B-B14F-4D97-AF65-F5344CB8AC3E}">
        <p14:creationId xmlns:p14="http://schemas.microsoft.com/office/powerpoint/2010/main" val="19684633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42BB39-3998-4577-9A34-4949CE066E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7356" y="154110"/>
            <a:ext cx="10190872" cy="535207"/>
          </a:xfrm>
        </p:spPr>
        <p:txBody>
          <a:bodyPr>
            <a:normAutofit fontScale="90000"/>
          </a:bodyPr>
          <a:lstStyle/>
          <a:p>
            <a:pPr algn="ctr"/>
            <a:r>
              <a:rPr lang="en-IN" dirty="0">
                <a:solidFill>
                  <a:srgbClr val="FF0000"/>
                </a:solidFill>
              </a:rPr>
              <a:t>Minimum Cost Spanning Tree-Prim’s Algorithm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16F7B629-371D-49EB-9A8F-277E8504A484}"/>
              </a:ext>
            </a:extLst>
          </p:cNvPr>
          <p:cNvGrpSpPr/>
          <p:nvPr/>
        </p:nvGrpSpPr>
        <p:grpSpPr>
          <a:xfrm>
            <a:off x="255795" y="1079102"/>
            <a:ext cx="6420239" cy="2185939"/>
            <a:chOff x="2763871" y="3371762"/>
            <a:chExt cx="6327650" cy="2185939"/>
          </a:xfrm>
        </p:grpSpPr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CA27C984-43A5-485D-80E8-878778A8F556}"/>
                </a:ext>
              </a:extLst>
            </p:cNvPr>
            <p:cNvGrpSpPr/>
            <p:nvPr/>
          </p:nvGrpSpPr>
          <p:grpSpPr>
            <a:xfrm>
              <a:off x="2763871" y="3429000"/>
              <a:ext cx="4414910" cy="1856934"/>
              <a:chOff x="6428936" y="1266094"/>
              <a:chExt cx="4414910" cy="1856934"/>
            </a:xfrm>
          </p:grpSpPr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214887D1-203A-49D3-8004-0B77F7CFEC26}"/>
                  </a:ext>
                </a:extLst>
              </p:cNvPr>
              <p:cNvSpPr/>
              <p:nvPr/>
            </p:nvSpPr>
            <p:spPr>
              <a:xfrm>
                <a:off x="6428936" y="1885072"/>
                <a:ext cx="801858" cy="61897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sz="3200" dirty="0">
                    <a:solidFill>
                      <a:srgbClr val="FF0000"/>
                    </a:solidFill>
                  </a:rPr>
                  <a:t>A</a:t>
                </a:r>
              </a:p>
            </p:txBody>
          </p:sp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E458152A-CA8F-4243-A4ED-0004E973E31F}"/>
                  </a:ext>
                </a:extLst>
              </p:cNvPr>
              <p:cNvSpPr/>
              <p:nvPr/>
            </p:nvSpPr>
            <p:spPr>
              <a:xfrm>
                <a:off x="8100646" y="1266094"/>
                <a:ext cx="801858" cy="61897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sz="2800" dirty="0">
                    <a:solidFill>
                      <a:srgbClr val="FF0000"/>
                    </a:solidFill>
                  </a:rPr>
                  <a:t>B</a:t>
                </a:r>
              </a:p>
            </p:txBody>
          </p:sp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583383B4-7025-4D2F-8F9D-39EABCB679CD}"/>
                  </a:ext>
                </a:extLst>
              </p:cNvPr>
              <p:cNvSpPr/>
              <p:nvPr/>
            </p:nvSpPr>
            <p:spPr>
              <a:xfrm>
                <a:off x="10041988" y="1266094"/>
                <a:ext cx="801858" cy="61897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sz="2800" dirty="0">
                    <a:solidFill>
                      <a:srgbClr val="FF0000"/>
                    </a:solidFill>
                  </a:rPr>
                  <a:t>D</a:t>
                </a:r>
              </a:p>
            </p:txBody>
          </p:sp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B516BFDE-C555-4FB7-93C3-3549139FAF56}"/>
                  </a:ext>
                </a:extLst>
              </p:cNvPr>
              <p:cNvSpPr/>
              <p:nvPr/>
            </p:nvSpPr>
            <p:spPr>
              <a:xfrm>
                <a:off x="8100646" y="2504050"/>
                <a:ext cx="801858" cy="61897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sz="2800" dirty="0">
                    <a:solidFill>
                      <a:srgbClr val="FF0000"/>
                    </a:solidFill>
                  </a:rPr>
                  <a:t>C</a:t>
                </a:r>
                <a:endParaRPr lang="en-IN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3B263F29-FE61-43AB-83AF-2FBE1A8D7F70}"/>
                  </a:ext>
                </a:extLst>
              </p:cNvPr>
              <p:cNvSpPr/>
              <p:nvPr/>
            </p:nvSpPr>
            <p:spPr>
              <a:xfrm>
                <a:off x="10041988" y="2504050"/>
                <a:ext cx="801858" cy="61897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sz="2800" dirty="0">
                    <a:solidFill>
                      <a:srgbClr val="FF0000"/>
                    </a:solidFill>
                  </a:rPr>
                  <a:t>E</a:t>
                </a:r>
              </a:p>
            </p:txBody>
          </p:sp>
        </p:grp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F10DB2C0-E65F-4E93-88D6-44118F11C35E}"/>
                </a:ext>
              </a:extLst>
            </p:cNvPr>
            <p:cNvSpPr txBox="1"/>
            <p:nvPr/>
          </p:nvSpPr>
          <p:spPr>
            <a:xfrm>
              <a:off x="3669311" y="3371762"/>
              <a:ext cx="393056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3200" dirty="0">
                  <a:solidFill>
                    <a:srgbClr val="7030A0"/>
                  </a:solidFill>
                </a:rPr>
                <a:t>7</a:t>
              </a:r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19EBD2E5-CEB1-4A80-8744-73F04DD091BA}"/>
                </a:ext>
              </a:extLst>
            </p:cNvPr>
            <p:cNvSpPr/>
            <p:nvPr/>
          </p:nvSpPr>
          <p:spPr>
            <a:xfrm>
              <a:off x="7679357" y="4047978"/>
              <a:ext cx="801858" cy="618978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2800" dirty="0">
                  <a:solidFill>
                    <a:srgbClr val="FF0000"/>
                  </a:solidFill>
                </a:rPr>
                <a:t>F</a:t>
              </a:r>
            </a:p>
          </p:txBody>
        </p: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1C655650-D2CB-4EA2-8ACD-BC81E6B667BC}"/>
                </a:ext>
              </a:extLst>
            </p:cNvPr>
            <p:cNvCxnSpPr>
              <a:stCxn id="4" idx="6"/>
              <a:endCxn id="5" idx="3"/>
            </p:cNvCxnSpPr>
            <p:nvPr/>
          </p:nvCxnSpPr>
          <p:spPr>
            <a:xfrm flipV="1">
              <a:off x="3565729" y="3957331"/>
              <a:ext cx="987281" cy="40013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C7751380-775D-41F6-8A13-CB6E638E35C3}"/>
                </a:ext>
              </a:extLst>
            </p:cNvPr>
            <p:cNvCxnSpPr>
              <a:cxnSpLocks/>
              <a:stCxn id="4" idx="5"/>
              <a:endCxn id="7" idx="2"/>
            </p:cNvCxnSpPr>
            <p:nvPr/>
          </p:nvCxnSpPr>
          <p:spPr>
            <a:xfrm>
              <a:off x="3448300" y="4576309"/>
              <a:ext cx="987281" cy="40013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1A67C2DB-2566-4C03-9C42-B136BB2FE487}"/>
                </a:ext>
              </a:extLst>
            </p:cNvPr>
            <p:cNvCxnSpPr>
              <a:cxnSpLocks/>
              <a:stCxn id="7" idx="7"/>
              <a:endCxn id="6" idx="3"/>
            </p:cNvCxnSpPr>
            <p:nvPr/>
          </p:nvCxnSpPr>
          <p:spPr>
            <a:xfrm flipV="1">
              <a:off x="5120010" y="3957331"/>
              <a:ext cx="1374342" cy="80027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FB878550-1BF7-4E95-A378-DEABCA85625D}"/>
                </a:ext>
              </a:extLst>
            </p:cNvPr>
            <p:cNvCxnSpPr>
              <a:cxnSpLocks/>
              <a:stCxn id="5" idx="6"/>
              <a:endCxn id="6" idx="2"/>
            </p:cNvCxnSpPr>
            <p:nvPr/>
          </p:nvCxnSpPr>
          <p:spPr>
            <a:xfrm>
              <a:off x="5237439" y="3738489"/>
              <a:ext cx="11394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9DD92CEA-D567-49F8-8B3D-1FE245C970C1}"/>
                </a:ext>
              </a:extLst>
            </p:cNvPr>
            <p:cNvCxnSpPr>
              <a:cxnSpLocks/>
              <a:stCxn id="7" idx="6"/>
              <a:endCxn id="8" idx="2"/>
            </p:cNvCxnSpPr>
            <p:nvPr/>
          </p:nvCxnSpPr>
          <p:spPr>
            <a:xfrm>
              <a:off x="5237439" y="4976445"/>
              <a:ext cx="11394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01420444-771A-4A8F-B524-8D8B4A20C14D}"/>
                </a:ext>
              </a:extLst>
            </p:cNvPr>
            <p:cNvCxnSpPr>
              <a:cxnSpLocks/>
              <a:stCxn id="8" idx="0"/>
              <a:endCxn id="6" idx="4"/>
            </p:cNvCxnSpPr>
            <p:nvPr/>
          </p:nvCxnSpPr>
          <p:spPr>
            <a:xfrm flipV="1">
              <a:off x="6777852" y="4047978"/>
              <a:ext cx="0" cy="61897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01AF8BA8-643E-44B5-869F-97A82B591EF3}"/>
                </a:ext>
              </a:extLst>
            </p:cNvPr>
            <p:cNvCxnSpPr>
              <a:cxnSpLocks/>
              <a:stCxn id="6" idx="6"/>
              <a:endCxn id="19" idx="1"/>
            </p:cNvCxnSpPr>
            <p:nvPr/>
          </p:nvCxnSpPr>
          <p:spPr>
            <a:xfrm>
              <a:off x="7178781" y="3738489"/>
              <a:ext cx="618005" cy="40013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1107AE80-7FD7-4214-98F3-0F8F8D4869A6}"/>
                </a:ext>
              </a:extLst>
            </p:cNvPr>
            <p:cNvCxnSpPr>
              <a:cxnSpLocks/>
              <a:stCxn id="8" idx="6"/>
              <a:endCxn id="19" idx="3"/>
            </p:cNvCxnSpPr>
            <p:nvPr/>
          </p:nvCxnSpPr>
          <p:spPr>
            <a:xfrm flipV="1">
              <a:off x="7178781" y="4576309"/>
              <a:ext cx="618005" cy="40013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2DAC4D9C-8B64-4E89-B042-A12B16F95D85}"/>
                </a:ext>
              </a:extLst>
            </p:cNvPr>
            <p:cNvSpPr txBox="1"/>
            <p:nvPr/>
          </p:nvSpPr>
          <p:spPr>
            <a:xfrm>
              <a:off x="5483291" y="3644622"/>
              <a:ext cx="393056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3200" dirty="0">
                  <a:solidFill>
                    <a:srgbClr val="7030A0"/>
                  </a:solidFill>
                </a:rPr>
                <a:t>6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E1B65AEE-77FE-46C8-96B9-FCFA7ED67126}"/>
                </a:ext>
              </a:extLst>
            </p:cNvPr>
            <p:cNvSpPr txBox="1"/>
            <p:nvPr/>
          </p:nvSpPr>
          <p:spPr>
            <a:xfrm>
              <a:off x="7383181" y="3416207"/>
              <a:ext cx="393056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3200" dirty="0">
                  <a:solidFill>
                    <a:srgbClr val="7030A0"/>
                  </a:solidFill>
                </a:rPr>
                <a:t>5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233A57D4-7136-4F97-A558-ED649ADA8F09}"/>
                </a:ext>
              </a:extLst>
            </p:cNvPr>
            <p:cNvSpPr txBox="1"/>
            <p:nvPr/>
          </p:nvSpPr>
          <p:spPr>
            <a:xfrm>
              <a:off x="7403730" y="4666956"/>
              <a:ext cx="393056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3200" dirty="0">
                  <a:solidFill>
                    <a:srgbClr val="7030A0"/>
                  </a:solidFill>
                </a:rPr>
                <a:t>2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A23BF585-585C-4094-89B0-8D4C77398296}"/>
                </a:ext>
              </a:extLst>
            </p:cNvPr>
            <p:cNvSpPr txBox="1"/>
            <p:nvPr/>
          </p:nvSpPr>
          <p:spPr>
            <a:xfrm>
              <a:off x="5638367" y="4972926"/>
              <a:ext cx="393056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3200" dirty="0">
                  <a:solidFill>
                    <a:srgbClr val="7030A0"/>
                  </a:solidFill>
                </a:rPr>
                <a:t>3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FD3CEC12-6322-4E0A-B0B0-6308CA3AAC86}"/>
                </a:ext>
              </a:extLst>
            </p:cNvPr>
            <p:cNvSpPr txBox="1"/>
            <p:nvPr/>
          </p:nvSpPr>
          <p:spPr>
            <a:xfrm>
              <a:off x="3675778" y="4776377"/>
              <a:ext cx="393056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3200" dirty="0">
                  <a:solidFill>
                    <a:srgbClr val="7030A0"/>
                  </a:solidFill>
                </a:rPr>
                <a:t>8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6664CF73-B7C0-47C5-B326-957154B2E8AE}"/>
                </a:ext>
              </a:extLst>
            </p:cNvPr>
            <p:cNvSpPr txBox="1"/>
            <p:nvPr/>
          </p:nvSpPr>
          <p:spPr>
            <a:xfrm>
              <a:off x="5453031" y="4324843"/>
              <a:ext cx="393056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3200" dirty="0">
                  <a:solidFill>
                    <a:srgbClr val="7030A0"/>
                  </a:solidFill>
                </a:rPr>
                <a:t>4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B4671187-7EA0-4210-B6B3-3D448C71FDCB}"/>
                </a:ext>
              </a:extLst>
            </p:cNvPr>
            <p:cNvSpPr txBox="1"/>
            <p:nvPr/>
          </p:nvSpPr>
          <p:spPr>
            <a:xfrm>
              <a:off x="6418008" y="4116073"/>
              <a:ext cx="393056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3200" dirty="0">
                  <a:solidFill>
                    <a:srgbClr val="7030A0"/>
                  </a:solidFill>
                </a:rPr>
                <a:t>2</a:t>
              </a: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056F3EA0-A1E8-49D7-AE63-AACDDBB57AD2}"/>
                </a:ext>
              </a:extLst>
            </p:cNvPr>
            <p:cNvSpPr txBox="1"/>
            <p:nvPr/>
          </p:nvSpPr>
          <p:spPr>
            <a:xfrm>
              <a:off x="4413157" y="4128208"/>
              <a:ext cx="393056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3200" dirty="0">
                  <a:solidFill>
                    <a:srgbClr val="7030A0"/>
                  </a:solidFill>
                </a:rPr>
                <a:t>3</a:t>
              </a:r>
            </a:p>
          </p:txBody>
        </p:sp>
        <p:sp>
          <p:nvSpPr>
            <p:cNvPr id="55" name="Arrow: Curved Left 54">
              <a:extLst>
                <a:ext uri="{FF2B5EF4-FFF2-40B4-BE49-F238E27FC236}">
                  <a16:creationId xmlns:a16="http://schemas.microsoft.com/office/drawing/2014/main" id="{C2196A84-3828-4152-91E5-0294BD1FF215}"/>
                </a:ext>
              </a:extLst>
            </p:cNvPr>
            <p:cNvSpPr/>
            <p:nvPr/>
          </p:nvSpPr>
          <p:spPr>
            <a:xfrm rot="18867224">
              <a:off x="8176674" y="3515247"/>
              <a:ext cx="836559" cy="993135"/>
            </a:xfrm>
            <a:prstGeom prst="curvedLeftArrow">
              <a:avLst/>
            </a:prstGeom>
            <a:noFill/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chemeClr val="tx1"/>
                </a:solidFill>
              </a:endParaRPr>
            </a:p>
          </p:txBody>
        </p: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40DB7075-5F1F-4C35-846F-A7041FD64A2D}"/>
                </a:ext>
              </a:extLst>
            </p:cNvPr>
            <p:cNvCxnSpPr>
              <a:cxnSpLocks/>
              <a:stCxn id="5" idx="7"/>
              <a:endCxn id="6" idx="1"/>
            </p:cNvCxnSpPr>
            <p:nvPr/>
          </p:nvCxnSpPr>
          <p:spPr>
            <a:xfrm>
              <a:off x="5120010" y="3519647"/>
              <a:ext cx="1374342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7" name="TextBox 56">
            <a:extLst>
              <a:ext uri="{FF2B5EF4-FFF2-40B4-BE49-F238E27FC236}">
                <a16:creationId xmlns:a16="http://schemas.microsoft.com/office/drawing/2014/main" id="{6EBC4130-ED2B-4C9E-AEBE-D782CC405879}"/>
              </a:ext>
            </a:extLst>
          </p:cNvPr>
          <p:cNvSpPr txBox="1"/>
          <p:nvPr/>
        </p:nvSpPr>
        <p:spPr>
          <a:xfrm>
            <a:off x="3074348" y="875819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dirty="0">
                <a:solidFill>
                  <a:srgbClr val="7030A0"/>
                </a:solidFill>
              </a:rPr>
              <a:t>9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54250107-B6DA-4125-8C2C-77B4AF216588}"/>
              </a:ext>
            </a:extLst>
          </p:cNvPr>
          <p:cNvCxnSpPr>
            <a:cxnSpLocks/>
            <a:stCxn id="7" idx="0"/>
            <a:endCxn id="5" idx="4"/>
          </p:cNvCxnSpPr>
          <p:nvPr/>
        </p:nvCxnSpPr>
        <p:spPr>
          <a:xfrm flipV="1">
            <a:off x="2358762" y="1755318"/>
            <a:ext cx="0" cy="61897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4" name="Group 33">
            <a:extLst>
              <a:ext uri="{FF2B5EF4-FFF2-40B4-BE49-F238E27FC236}">
                <a16:creationId xmlns:a16="http://schemas.microsoft.com/office/drawing/2014/main" id="{F3732087-91CC-41CE-8FFA-0DE6B0A9DED3}"/>
              </a:ext>
            </a:extLst>
          </p:cNvPr>
          <p:cNvGrpSpPr/>
          <p:nvPr/>
        </p:nvGrpSpPr>
        <p:grpSpPr>
          <a:xfrm>
            <a:off x="1346982" y="4273804"/>
            <a:ext cx="5717344" cy="1856934"/>
            <a:chOff x="2763871" y="3429000"/>
            <a:chExt cx="5717344" cy="1856934"/>
          </a:xfrm>
        </p:grpSpPr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EF220F8E-49D1-4C87-B98D-20D7BEAA1BFA}"/>
                </a:ext>
              </a:extLst>
            </p:cNvPr>
            <p:cNvGrpSpPr/>
            <p:nvPr/>
          </p:nvGrpSpPr>
          <p:grpSpPr>
            <a:xfrm>
              <a:off x="2763871" y="3429000"/>
              <a:ext cx="4414910" cy="1856934"/>
              <a:chOff x="6428936" y="1266094"/>
              <a:chExt cx="4414910" cy="1856934"/>
            </a:xfrm>
          </p:grpSpPr>
          <p:sp>
            <p:nvSpPr>
              <p:cNvPr id="70" name="Oval 69">
                <a:extLst>
                  <a:ext uri="{FF2B5EF4-FFF2-40B4-BE49-F238E27FC236}">
                    <a16:creationId xmlns:a16="http://schemas.microsoft.com/office/drawing/2014/main" id="{EEC08F5C-78CE-4469-AA6B-286651C237A1}"/>
                  </a:ext>
                </a:extLst>
              </p:cNvPr>
              <p:cNvSpPr/>
              <p:nvPr/>
            </p:nvSpPr>
            <p:spPr>
              <a:xfrm>
                <a:off x="6428936" y="1885072"/>
                <a:ext cx="801858" cy="61897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sz="3200" dirty="0">
                    <a:solidFill>
                      <a:srgbClr val="FF0000"/>
                    </a:solidFill>
                  </a:rPr>
                  <a:t>A</a:t>
                </a:r>
              </a:p>
            </p:txBody>
          </p:sp>
          <p:sp>
            <p:nvSpPr>
              <p:cNvPr id="71" name="Oval 70">
                <a:extLst>
                  <a:ext uri="{FF2B5EF4-FFF2-40B4-BE49-F238E27FC236}">
                    <a16:creationId xmlns:a16="http://schemas.microsoft.com/office/drawing/2014/main" id="{F8BFCABB-7EA8-46A1-9DB0-81D0080FC334}"/>
                  </a:ext>
                </a:extLst>
              </p:cNvPr>
              <p:cNvSpPr/>
              <p:nvPr/>
            </p:nvSpPr>
            <p:spPr>
              <a:xfrm>
                <a:off x="8100646" y="1266094"/>
                <a:ext cx="801858" cy="61897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sz="2800" dirty="0">
                    <a:solidFill>
                      <a:srgbClr val="FF0000"/>
                    </a:solidFill>
                  </a:rPr>
                  <a:t>B</a:t>
                </a:r>
              </a:p>
            </p:txBody>
          </p:sp>
          <p:sp>
            <p:nvSpPr>
              <p:cNvPr id="72" name="Oval 71">
                <a:extLst>
                  <a:ext uri="{FF2B5EF4-FFF2-40B4-BE49-F238E27FC236}">
                    <a16:creationId xmlns:a16="http://schemas.microsoft.com/office/drawing/2014/main" id="{B1EE699A-DFC5-44F3-8081-7345CFFACB75}"/>
                  </a:ext>
                </a:extLst>
              </p:cNvPr>
              <p:cNvSpPr/>
              <p:nvPr/>
            </p:nvSpPr>
            <p:spPr>
              <a:xfrm>
                <a:off x="10041988" y="1266094"/>
                <a:ext cx="801858" cy="61897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sz="2800" dirty="0">
                    <a:solidFill>
                      <a:srgbClr val="FF0000"/>
                    </a:solidFill>
                  </a:rPr>
                  <a:t>D</a:t>
                </a:r>
              </a:p>
            </p:txBody>
          </p:sp>
          <p:sp>
            <p:nvSpPr>
              <p:cNvPr id="73" name="Oval 72">
                <a:extLst>
                  <a:ext uri="{FF2B5EF4-FFF2-40B4-BE49-F238E27FC236}">
                    <a16:creationId xmlns:a16="http://schemas.microsoft.com/office/drawing/2014/main" id="{6207C85A-BFBA-436F-A6D6-B5037E8F88F3}"/>
                  </a:ext>
                </a:extLst>
              </p:cNvPr>
              <p:cNvSpPr/>
              <p:nvPr/>
            </p:nvSpPr>
            <p:spPr>
              <a:xfrm>
                <a:off x="8100646" y="2504050"/>
                <a:ext cx="801858" cy="61897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sz="2800" dirty="0">
                    <a:solidFill>
                      <a:srgbClr val="FF0000"/>
                    </a:solidFill>
                  </a:rPr>
                  <a:t>C</a:t>
                </a:r>
                <a:endParaRPr lang="en-IN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74" name="Oval 73">
                <a:extLst>
                  <a:ext uri="{FF2B5EF4-FFF2-40B4-BE49-F238E27FC236}">
                    <a16:creationId xmlns:a16="http://schemas.microsoft.com/office/drawing/2014/main" id="{A2A8194D-1E67-4095-B33F-930C706551A2}"/>
                  </a:ext>
                </a:extLst>
              </p:cNvPr>
              <p:cNvSpPr/>
              <p:nvPr/>
            </p:nvSpPr>
            <p:spPr>
              <a:xfrm>
                <a:off x="10041988" y="2504050"/>
                <a:ext cx="801858" cy="61897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sz="2800" dirty="0">
                    <a:solidFill>
                      <a:srgbClr val="FF0000"/>
                    </a:solidFill>
                  </a:rPr>
                  <a:t>E</a:t>
                </a:r>
              </a:p>
            </p:txBody>
          </p:sp>
        </p:grp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45F5C592-EFD5-4359-ABBC-A4248D3B36B4}"/>
                </a:ext>
              </a:extLst>
            </p:cNvPr>
            <p:cNvSpPr/>
            <p:nvPr/>
          </p:nvSpPr>
          <p:spPr>
            <a:xfrm>
              <a:off x="7679357" y="4047978"/>
              <a:ext cx="801858" cy="618978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2800" dirty="0">
                  <a:solidFill>
                    <a:srgbClr val="FF0000"/>
                  </a:solidFill>
                </a:rPr>
                <a:t>F</a:t>
              </a:r>
            </a:p>
          </p:txBody>
        </p:sp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C267670E-DD57-4C07-926D-7F0331389149}"/>
              </a:ext>
            </a:extLst>
          </p:cNvPr>
          <p:cNvGrpSpPr/>
          <p:nvPr/>
        </p:nvGrpSpPr>
        <p:grpSpPr>
          <a:xfrm>
            <a:off x="6441177" y="1091301"/>
            <a:ext cx="5717344" cy="2185939"/>
            <a:chOff x="2763871" y="3371762"/>
            <a:chExt cx="5717344" cy="2185939"/>
          </a:xfrm>
        </p:grpSpPr>
        <p:grpSp>
          <p:nvGrpSpPr>
            <p:cNvPr id="76" name="Group 75">
              <a:extLst>
                <a:ext uri="{FF2B5EF4-FFF2-40B4-BE49-F238E27FC236}">
                  <a16:creationId xmlns:a16="http://schemas.microsoft.com/office/drawing/2014/main" id="{343A7AD2-4F39-49E0-883F-F9960A295615}"/>
                </a:ext>
              </a:extLst>
            </p:cNvPr>
            <p:cNvGrpSpPr/>
            <p:nvPr/>
          </p:nvGrpSpPr>
          <p:grpSpPr>
            <a:xfrm>
              <a:off x="2763871" y="3429000"/>
              <a:ext cx="4414910" cy="1856934"/>
              <a:chOff x="6428936" y="1266094"/>
              <a:chExt cx="4414910" cy="1856934"/>
            </a:xfrm>
          </p:grpSpPr>
          <p:sp>
            <p:nvSpPr>
              <p:cNvPr id="97" name="Oval 96">
                <a:extLst>
                  <a:ext uri="{FF2B5EF4-FFF2-40B4-BE49-F238E27FC236}">
                    <a16:creationId xmlns:a16="http://schemas.microsoft.com/office/drawing/2014/main" id="{BD0B6964-53BA-4CE1-8F89-91251D8E9F25}"/>
                  </a:ext>
                </a:extLst>
              </p:cNvPr>
              <p:cNvSpPr/>
              <p:nvPr/>
            </p:nvSpPr>
            <p:spPr>
              <a:xfrm>
                <a:off x="6428936" y="1885072"/>
                <a:ext cx="801858" cy="61897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sz="3200" dirty="0">
                    <a:solidFill>
                      <a:srgbClr val="FF0000"/>
                    </a:solidFill>
                  </a:rPr>
                  <a:t>A</a:t>
                </a:r>
              </a:p>
            </p:txBody>
          </p:sp>
          <p:sp>
            <p:nvSpPr>
              <p:cNvPr id="98" name="Oval 97">
                <a:extLst>
                  <a:ext uri="{FF2B5EF4-FFF2-40B4-BE49-F238E27FC236}">
                    <a16:creationId xmlns:a16="http://schemas.microsoft.com/office/drawing/2014/main" id="{FA330919-5EAE-4D1C-A370-43827A3FE60C}"/>
                  </a:ext>
                </a:extLst>
              </p:cNvPr>
              <p:cNvSpPr/>
              <p:nvPr/>
            </p:nvSpPr>
            <p:spPr>
              <a:xfrm>
                <a:off x="8100646" y="1266094"/>
                <a:ext cx="801858" cy="61897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sz="2800" dirty="0">
                    <a:solidFill>
                      <a:srgbClr val="FF0000"/>
                    </a:solidFill>
                  </a:rPr>
                  <a:t>B</a:t>
                </a:r>
              </a:p>
            </p:txBody>
          </p:sp>
          <p:sp>
            <p:nvSpPr>
              <p:cNvPr id="99" name="Oval 98">
                <a:extLst>
                  <a:ext uri="{FF2B5EF4-FFF2-40B4-BE49-F238E27FC236}">
                    <a16:creationId xmlns:a16="http://schemas.microsoft.com/office/drawing/2014/main" id="{A9A6557E-8B05-42A5-BB7D-7BB80F631419}"/>
                  </a:ext>
                </a:extLst>
              </p:cNvPr>
              <p:cNvSpPr/>
              <p:nvPr/>
            </p:nvSpPr>
            <p:spPr>
              <a:xfrm>
                <a:off x="10041988" y="1266094"/>
                <a:ext cx="801858" cy="61897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sz="2800" dirty="0">
                    <a:solidFill>
                      <a:srgbClr val="FF0000"/>
                    </a:solidFill>
                  </a:rPr>
                  <a:t>D</a:t>
                </a:r>
              </a:p>
            </p:txBody>
          </p:sp>
          <p:sp>
            <p:nvSpPr>
              <p:cNvPr id="100" name="Oval 99">
                <a:extLst>
                  <a:ext uri="{FF2B5EF4-FFF2-40B4-BE49-F238E27FC236}">
                    <a16:creationId xmlns:a16="http://schemas.microsoft.com/office/drawing/2014/main" id="{CC4D439D-1A31-4B96-A3A7-B8647B2D1CF9}"/>
                  </a:ext>
                </a:extLst>
              </p:cNvPr>
              <p:cNvSpPr/>
              <p:nvPr/>
            </p:nvSpPr>
            <p:spPr>
              <a:xfrm>
                <a:off x="8100646" y="2504050"/>
                <a:ext cx="801858" cy="61897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sz="2800" dirty="0">
                    <a:solidFill>
                      <a:srgbClr val="FF0000"/>
                    </a:solidFill>
                  </a:rPr>
                  <a:t>C</a:t>
                </a:r>
                <a:endParaRPr lang="en-IN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101" name="Oval 100">
                <a:extLst>
                  <a:ext uri="{FF2B5EF4-FFF2-40B4-BE49-F238E27FC236}">
                    <a16:creationId xmlns:a16="http://schemas.microsoft.com/office/drawing/2014/main" id="{424D665C-3CAB-432D-9BAF-4F0E334A6BCA}"/>
                  </a:ext>
                </a:extLst>
              </p:cNvPr>
              <p:cNvSpPr/>
              <p:nvPr/>
            </p:nvSpPr>
            <p:spPr>
              <a:xfrm>
                <a:off x="10041988" y="2504050"/>
                <a:ext cx="801858" cy="61897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sz="2800" dirty="0">
                    <a:solidFill>
                      <a:srgbClr val="FF0000"/>
                    </a:solidFill>
                  </a:rPr>
                  <a:t>E</a:t>
                </a:r>
              </a:p>
            </p:txBody>
          </p:sp>
        </p:grp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3AB3A0AC-CEA9-4E8D-BB8F-905CB05B8F6A}"/>
                </a:ext>
              </a:extLst>
            </p:cNvPr>
            <p:cNvSpPr txBox="1"/>
            <p:nvPr/>
          </p:nvSpPr>
          <p:spPr>
            <a:xfrm>
              <a:off x="3669311" y="3371762"/>
              <a:ext cx="393056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3200" dirty="0">
                  <a:solidFill>
                    <a:srgbClr val="7030A0"/>
                  </a:solidFill>
                </a:rPr>
                <a:t>7</a:t>
              </a:r>
            </a:p>
          </p:txBody>
        </p:sp>
        <p:sp>
          <p:nvSpPr>
            <p:cNvPr id="78" name="Oval 77">
              <a:extLst>
                <a:ext uri="{FF2B5EF4-FFF2-40B4-BE49-F238E27FC236}">
                  <a16:creationId xmlns:a16="http://schemas.microsoft.com/office/drawing/2014/main" id="{1965709E-AA74-4944-B776-022594D54B4C}"/>
                </a:ext>
              </a:extLst>
            </p:cNvPr>
            <p:cNvSpPr/>
            <p:nvPr/>
          </p:nvSpPr>
          <p:spPr>
            <a:xfrm>
              <a:off x="7679357" y="4047978"/>
              <a:ext cx="801858" cy="618978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2800" dirty="0">
                  <a:solidFill>
                    <a:srgbClr val="FF0000"/>
                  </a:solidFill>
                </a:rPr>
                <a:t>F</a:t>
              </a:r>
            </a:p>
          </p:txBody>
        </p: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7F40EB6B-76B5-4989-BF13-AF895CA9E2EF}"/>
                </a:ext>
              </a:extLst>
            </p:cNvPr>
            <p:cNvCxnSpPr>
              <a:stCxn id="97" idx="6"/>
              <a:endCxn id="98" idx="3"/>
            </p:cNvCxnSpPr>
            <p:nvPr/>
          </p:nvCxnSpPr>
          <p:spPr>
            <a:xfrm flipV="1">
              <a:off x="3565729" y="3957331"/>
              <a:ext cx="987281" cy="40013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72A32781-2BAB-4CF4-8767-183EE00D984B}"/>
                </a:ext>
              </a:extLst>
            </p:cNvPr>
            <p:cNvCxnSpPr>
              <a:cxnSpLocks/>
              <a:stCxn id="97" idx="5"/>
              <a:endCxn id="100" idx="2"/>
            </p:cNvCxnSpPr>
            <p:nvPr/>
          </p:nvCxnSpPr>
          <p:spPr>
            <a:xfrm>
              <a:off x="3448300" y="4576309"/>
              <a:ext cx="987281" cy="40013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60BD9314-27CB-4119-8A8B-11747D0575A0}"/>
                </a:ext>
              </a:extLst>
            </p:cNvPr>
            <p:cNvCxnSpPr>
              <a:cxnSpLocks/>
              <a:stCxn id="100" idx="7"/>
              <a:endCxn id="99" idx="3"/>
            </p:cNvCxnSpPr>
            <p:nvPr/>
          </p:nvCxnSpPr>
          <p:spPr>
            <a:xfrm flipV="1">
              <a:off x="5120010" y="3957331"/>
              <a:ext cx="1374342" cy="80027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2C6D1466-4828-41B1-A271-7733D7506C6B}"/>
                </a:ext>
              </a:extLst>
            </p:cNvPr>
            <p:cNvCxnSpPr>
              <a:cxnSpLocks/>
              <a:stCxn id="98" idx="6"/>
              <a:endCxn id="99" idx="2"/>
            </p:cNvCxnSpPr>
            <p:nvPr/>
          </p:nvCxnSpPr>
          <p:spPr>
            <a:xfrm>
              <a:off x="5237439" y="3738489"/>
              <a:ext cx="11394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5FC61548-E6D6-4D96-B67F-D469AABC386F}"/>
                </a:ext>
              </a:extLst>
            </p:cNvPr>
            <p:cNvCxnSpPr>
              <a:cxnSpLocks/>
              <a:stCxn id="100" idx="6"/>
              <a:endCxn id="101" idx="2"/>
            </p:cNvCxnSpPr>
            <p:nvPr/>
          </p:nvCxnSpPr>
          <p:spPr>
            <a:xfrm>
              <a:off x="5237439" y="4976445"/>
              <a:ext cx="11394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4FE8411A-8B77-4E9A-A595-BB2D70331E40}"/>
                </a:ext>
              </a:extLst>
            </p:cNvPr>
            <p:cNvCxnSpPr>
              <a:cxnSpLocks/>
              <a:stCxn id="101" idx="0"/>
              <a:endCxn id="99" idx="4"/>
            </p:cNvCxnSpPr>
            <p:nvPr/>
          </p:nvCxnSpPr>
          <p:spPr>
            <a:xfrm flipV="1">
              <a:off x="6777852" y="4047978"/>
              <a:ext cx="0" cy="61897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CBB48E39-0862-4210-A68B-4D80B46D7D24}"/>
                </a:ext>
              </a:extLst>
            </p:cNvPr>
            <p:cNvCxnSpPr>
              <a:cxnSpLocks/>
              <a:stCxn id="99" idx="6"/>
              <a:endCxn id="78" idx="1"/>
            </p:cNvCxnSpPr>
            <p:nvPr/>
          </p:nvCxnSpPr>
          <p:spPr>
            <a:xfrm>
              <a:off x="7178781" y="3738489"/>
              <a:ext cx="618005" cy="40013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C98504DE-0EE8-4563-86A0-9623925E568D}"/>
                </a:ext>
              </a:extLst>
            </p:cNvPr>
            <p:cNvCxnSpPr>
              <a:cxnSpLocks/>
              <a:stCxn id="101" idx="6"/>
              <a:endCxn id="78" idx="3"/>
            </p:cNvCxnSpPr>
            <p:nvPr/>
          </p:nvCxnSpPr>
          <p:spPr>
            <a:xfrm flipV="1">
              <a:off x="7178781" y="4576309"/>
              <a:ext cx="618005" cy="40013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71D8EC4C-7603-448C-B80C-C450C12357A1}"/>
                </a:ext>
              </a:extLst>
            </p:cNvPr>
            <p:cNvSpPr txBox="1"/>
            <p:nvPr/>
          </p:nvSpPr>
          <p:spPr>
            <a:xfrm>
              <a:off x="5483291" y="3644622"/>
              <a:ext cx="393056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3200" dirty="0">
                  <a:solidFill>
                    <a:srgbClr val="7030A0"/>
                  </a:solidFill>
                </a:rPr>
                <a:t>6</a:t>
              </a:r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1C8662BB-D149-4CC9-936A-92B4F0A59F3E}"/>
                </a:ext>
              </a:extLst>
            </p:cNvPr>
            <p:cNvSpPr txBox="1"/>
            <p:nvPr/>
          </p:nvSpPr>
          <p:spPr>
            <a:xfrm>
              <a:off x="7383181" y="3416207"/>
              <a:ext cx="393056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3200" dirty="0">
                  <a:solidFill>
                    <a:srgbClr val="7030A0"/>
                  </a:solidFill>
                </a:rPr>
                <a:t>5</a:t>
              </a:r>
            </a:p>
          </p:txBody>
        </p: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2BD12E58-8B45-4C83-A913-834167D484CD}"/>
                </a:ext>
              </a:extLst>
            </p:cNvPr>
            <p:cNvSpPr txBox="1"/>
            <p:nvPr/>
          </p:nvSpPr>
          <p:spPr>
            <a:xfrm>
              <a:off x="7403730" y="4666956"/>
              <a:ext cx="393056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3200" dirty="0">
                  <a:solidFill>
                    <a:srgbClr val="7030A0"/>
                  </a:solidFill>
                </a:rPr>
                <a:t>2</a:t>
              </a:r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0C7CEDAB-FD56-4A28-9C1B-29776E4E9B7B}"/>
                </a:ext>
              </a:extLst>
            </p:cNvPr>
            <p:cNvSpPr txBox="1"/>
            <p:nvPr/>
          </p:nvSpPr>
          <p:spPr>
            <a:xfrm>
              <a:off x="5638367" y="4972926"/>
              <a:ext cx="393056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3200" dirty="0">
                  <a:solidFill>
                    <a:srgbClr val="7030A0"/>
                  </a:solidFill>
                </a:rPr>
                <a:t>3</a:t>
              </a:r>
            </a:p>
          </p:txBody>
        </p: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8B324A12-7A72-4E53-B832-7B4B94979F42}"/>
                </a:ext>
              </a:extLst>
            </p:cNvPr>
            <p:cNvSpPr txBox="1"/>
            <p:nvPr/>
          </p:nvSpPr>
          <p:spPr>
            <a:xfrm>
              <a:off x="3675778" y="4776377"/>
              <a:ext cx="393056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3200" dirty="0">
                  <a:solidFill>
                    <a:srgbClr val="7030A0"/>
                  </a:solidFill>
                </a:rPr>
                <a:t>8</a:t>
              </a:r>
            </a:p>
          </p:txBody>
        </p: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2C8E1035-D16B-4001-AC7F-20DDCA8FD6A9}"/>
                </a:ext>
              </a:extLst>
            </p:cNvPr>
            <p:cNvSpPr txBox="1"/>
            <p:nvPr/>
          </p:nvSpPr>
          <p:spPr>
            <a:xfrm>
              <a:off x="5453031" y="4324843"/>
              <a:ext cx="393056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3200" dirty="0">
                  <a:solidFill>
                    <a:srgbClr val="7030A0"/>
                  </a:solidFill>
                </a:rPr>
                <a:t>4</a:t>
              </a:r>
            </a:p>
          </p:txBody>
        </p: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51A01BC4-7D48-4AED-A3C1-7AE870BCBC61}"/>
                </a:ext>
              </a:extLst>
            </p:cNvPr>
            <p:cNvSpPr txBox="1"/>
            <p:nvPr/>
          </p:nvSpPr>
          <p:spPr>
            <a:xfrm>
              <a:off x="6418008" y="4116073"/>
              <a:ext cx="393056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3200" dirty="0">
                  <a:solidFill>
                    <a:srgbClr val="7030A0"/>
                  </a:solidFill>
                </a:rPr>
                <a:t>2</a:t>
              </a:r>
            </a:p>
          </p:txBody>
        </p: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CF786385-2E06-436B-A900-11C3AB9D841A}"/>
                </a:ext>
              </a:extLst>
            </p:cNvPr>
            <p:cNvSpPr txBox="1"/>
            <p:nvPr/>
          </p:nvSpPr>
          <p:spPr>
            <a:xfrm>
              <a:off x="4413157" y="4128208"/>
              <a:ext cx="393056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3200" dirty="0">
                  <a:solidFill>
                    <a:srgbClr val="7030A0"/>
                  </a:solidFill>
                </a:rPr>
                <a:t>3</a:t>
              </a:r>
            </a:p>
          </p:txBody>
        </p:sp>
      </p:grpSp>
      <p:sp>
        <p:nvSpPr>
          <p:cNvPr id="9" name="Arrow: Right 8">
            <a:extLst>
              <a:ext uri="{FF2B5EF4-FFF2-40B4-BE49-F238E27FC236}">
                <a16:creationId xmlns:a16="http://schemas.microsoft.com/office/drawing/2014/main" id="{C4EDB8A5-D8D3-4260-9E2B-3297E5A3FA55}"/>
              </a:ext>
            </a:extLst>
          </p:cNvPr>
          <p:cNvSpPr/>
          <p:nvPr/>
        </p:nvSpPr>
        <p:spPr>
          <a:xfrm>
            <a:off x="5761892" y="2515113"/>
            <a:ext cx="1067756" cy="32991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2" name="Arrow: Right 101">
            <a:extLst>
              <a:ext uri="{FF2B5EF4-FFF2-40B4-BE49-F238E27FC236}">
                <a16:creationId xmlns:a16="http://schemas.microsoft.com/office/drawing/2014/main" id="{D34B9295-630E-4A84-8341-D0D12A8D5A31}"/>
              </a:ext>
            </a:extLst>
          </p:cNvPr>
          <p:cNvSpPr/>
          <p:nvPr/>
        </p:nvSpPr>
        <p:spPr>
          <a:xfrm rot="8394663">
            <a:off x="6152162" y="3959652"/>
            <a:ext cx="1067756" cy="29960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9292FCAF-6EAD-44BD-8C8B-797C8600F08D}"/>
              </a:ext>
            </a:extLst>
          </p:cNvPr>
          <p:cNvCxnSpPr>
            <a:cxnSpLocks/>
            <a:stCxn id="70" idx="6"/>
            <a:endCxn id="71" idx="3"/>
          </p:cNvCxnSpPr>
          <p:nvPr/>
        </p:nvCxnSpPr>
        <p:spPr>
          <a:xfrm flipV="1">
            <a:off x="2148840" y="4802135"/>
            <a:ext cx="987281" cy="40013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TextBox 103">
            <a:extLst>
              <a:ext uri="{FF2B5EF4-FFF2-40B4-BE49-F238E27FC236}">
                <a16:creationId xmlns:a16="http://schemas.microsoft.com/office/drawing/2014/main" id="{622048DB-0D79-425F-8094-F2E3AD38D35D}"/>
              </a:ext>
            </a:extLst>
          </p:cNvPr>
          <p:cNvSpPr txBox="1"/>
          <p:nvPr/>
        </p:nvSpPr>
        <p:spPr>
          <a:xfrm>
            <a:off x="2471212" y="4414424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dirty="0">
                <a:solidFill>
                  <a:srgbClr val="7030A0"/>
                </a:solidFill>
              </a:rPr>
              <a:t>7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94B01933-E01A-4C28-BFBA-69774A479904}"/>
              </a:ext>
            </a:extLst>
          </p:cNvPr>
          <p:cNvSpPr txBox="1"/>
          <p:nvPr/>
        </p:nvSpPr>
        <p:spPr>
          <a:xfrm>
            <a:off x="7857704" y="3106373"/>
            <a:ext cx="4300817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IN" sz="2400" dirty="0"/>
              <a:t>Remove loops and parallel edges [Keep min weight ]</a:t>
            </a:r>
          </a:p>
          <a:p>
            <a:pPr marL="342900" indent="-342900">
              <a:buAutoNum type="arabicPeriod"/>
            </a:pPr>
            <a:r>
              <a:rPr lang="en-IN" sz="2400" dirty="0"/>
              <a:t>While adding new edge , select edge with minimum weight </a:t>
            </a:r>
            <a:r>
              <a:rPr lang="en-IN" sz="2400" dirty="0" smtClean="0"/>
              <a:t>out of edges from already visited vertices ( no cycle allowed).</a:t>
            </a:r>
          </a:p>
          <a:p>
            <a:r>
              <a:rPr lang="en-IN" sz="2400" dirty="0" smtClean="0"/>
              <a:t>3</a:t>
            </a:r>
            <a:r>
              <a:rPr lang="en-IN" sz="2400" dirty="0"/>
              <a:t>. Stop at [n-1] edges. </a:t>
            </a:r>
          </a:p>
          <a:p>
            <a:endParaRPr lang="en-IN" sz="2400" dirty="0"/>
          </a:p>
        </p:txBody>
      </p: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4F7BA8F4-8EF5-4457-9CBC-302D973E0878}"/>
              </a:ext>
            </a:extLst>
          </p:cNvPr>
          <p:cNvCxnSpPr>
            <a:cxnSpLocks/>
            <a:endCxn id="98" idx="4"/>
          </p:cNvCxnSpPr>
          <p:nvPr/>
        </p:nvCxnSpPr>
        <p:spPr>
          <a:xfrm flipV="1">
            <a:off x="8512332" y="1767517"/>
            <a:ext cx="1484" cy="6911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Connector 110">
            <a:extLst>
              <a:ext uri="{FF2B5EF4-FFF2-40B4-BE49-F238E27FC236}">
                <a16:creationId xmlns:a16="http://schemas.microsoft.com/office/drawing/2014/main" id="{302EC378-A4FB-4347-AB3B-C71C2B546F8E}"/>
              </a:ext>
            </a:extLst>
          </p:cNvPr>
          <p:cNvCxnSpPr>
            <a:cxnSpLocks/>
          </p:cNvCxnSpPr>
          <p:nvPr/>
        </p:nvCxnSpPr>
        <p:spPr>
          <a:xfrm flipV="1">
            <a:off x="3416731" y="4858772"/>
            <a:ext cx="1484" cy="6911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TextBox 111">
            <a:extLst>
              <a:ext uri="{FF2B5EF4-FFF2-40B4-BE49-F238E27FC236}">
                <a16:creationId xmlns:a16="http://schemas.microsoft.com/office/drawing/2014/main" id="{D225F681-81CE-474A-BD0F-F53C0D5E5C68}"/>
              </a:ext>
            </a:extLst>
          </p:cNvPr>
          <p:cNvSpPr txBox="1"/>
          <p:nvPr/>
        </p:nvSpPr>
        <p:spPr>
          <a:xfrm>
            <a:off x="3022248" y="4900941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dirty="0">
                <a:solidFill>
                  <a:srgbClr val="7030A0"/>
                </a:solidFill>
              </a:rPr>
              <a:t>3</a:t>
            </a:r>
          </a:p>
        </p:txBody>
      </p:sp>
      <p:cxnSp>
        <p:nvCxnSpPr>
          <p:cNvPr id="113" name="Straight Connector 112">
            <a:extLst>
              <a:ext uri="{FF2B5EF4-FFF2-40B4-BE49-F238E27FC236}">
                <a16:creationId xmlns:a16="http://schemas.microsoft.com/office/drawing/2014/main" id="{8D01ADB5-2916-488D-9AD7-B1F1A13BD9A4}"/>
              </a:ext>
            </a:extLst>
          </p:cNvPr>
          <p:cNvCxnSpPr>
            <a:cxnSpLocks/>
            <a:stCxn id="73" idx="6"/>
            <a:endCxn id="74" idx="2"/>
          </p:cNvCxnSpPr>
          <p:nvPr/>
        </p:nvCxnSpPr>
        <p:spPr>
          <a:xfrm>
            <a:off x="3820550" y="5821249"/>
            <a:ext cx="11394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TextBox 113">
            <a:extLst>
              <a:ext uri="{FF2B5EF4-FFF2-40B4-BE49-F238E27FC236}">
                <a16:creationId xmlns:a16="http://schemas.microsoft.com/office/drawing/2014/main" id="{B9A2869B-F2F3-4DD6-BBAB-7698A10DBA1E}"/>
              </a:ext>
            </a:extLst>
          </p:cNvPr>
          <p:cNvSpPr txBox="1"/>
          <p:nvPr/>
        </p:nvSpPr>
        <p:spPr>
          <a:xfrm>
            <a:off x="4208682" y="5381006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dirty="0">
                <a:solidFill>
                  <a:srgbClr val="7030A0"/>
                </a:solidFill>
              </a:rPr>
              <a:t>3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980F63D1-072F-4E23-A7CD-440B3F94E93F}"/>
              </a:ext>
            </a:extLst>
          </p:cNvPr>
          <p:cNvSpPr txBox="1"/>
          <p:nvPr/>
        </p:nvSpPr>
        <p:spPr>
          <a:xfrm>
            <a:off x="5795801" y="4950389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dirty="0">
                <a:solidFill>
                  <a:srgbClr val="7030A0"/>
                </a:solidFill>
              </a:rPr>
              <a:t>2</a:t>
            </a:r>
          </a:p>
        </p:txBody>
      </p:sp>
      <p:cxnSp>
        <p:nvCxnSpPr>
          <p:cNvPr id="116" name="Straight Connector 115">
            <a:extLst>
              <a:ext uri="{FF2B5EF4-FFF2-40B4-BE49-F238E27FC236}">
                <a16:creationId xmlns:a16="http://schemas.microsoft.com/office/drawing/2014/main" id="{386BCE5B-62FF-4DDC-BFCB-D8CCE6AD38A1}"/>
              </a:ext>
            </a:extLst>
          </p:cNvPr>
          <p:cNvCxnSpPr>
            <a:cxnSpLocks/>
            <a:stCxn id="74" idx="6"/>
            <a:endCxn id="39" idx="3"/>
          </p:cNvCxnSpPr>
          <p:nvPr/>
        </p:nvCxnSpPr>
        <p:spPr>
          <a:xfrm flipV="1">
            <a:off x="5761892" y="5421113"/>
            <a:ext cx="618005" cy="40013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" name="TextBox 116">
            <a:extLst>
              <a:ext uri="{FF2B5EF4-FFF2-40B4-BE49-F238E27FC236}">
                <a16:creationId xmlns:a16="http://schemas.microsoft.com/office/drawing/2014/main" id="{21CB8CA3-D65F-4794-A961-8C5EB197552F}"/>
              </a:ext>
            </a:extLst>
          </p:cNvPr>
          <p:cNvSpPr txBox="1"/>
          <p:nvPr/>
        </p:nvSpPr>
        <p:spPr>
          <a:xfrm>
            <a:off x="4635647" y="478934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dirty="0">
                <a:solidFill>
                  <a:srgbClr val="7030A0"/>
                </a:solidFill>
              </a:rPr>
              <a:t>2</a:t>
            </a:r>
          </a:p>
        </p:txBody>
      </p:sp>
      <p:cxnSp>
        <p:nvCxnSpPr>
          <p:cNvPr id="118" name="Straight Connector 117">
            <a:extLst>
              <a:ext uri="{FF2B5EF4-FFF2-40B4-BE49-F238E27FC236}">
                <a16:creationId xmlns:a16="http://schemas.microsoft.com/office/drawing/2014/main" id="{B88FB8F7-B49D-49BF-8756-A618FF73DFBE}"/>
              </a:ext>
            </a:extLst>
          </p:cNvPr>
          <p:cNvCxnSpPr>
            <a:cxnSpLocks/>
            <a:stCxn id="72" idx="4"/>
            <a:endCxn id="74" idx="0"/>
          </p:cNvCxnSpPr>
          <p:nvPr/>
        </p:nvCxnSpPr>
        <p:spPr>
          <a:xfrm>
            <a:off x="5360963" y="4892782"/>
            <a:ext cx="0" cy="61897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794382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73272" y="175025"/>
            <a:ext cx="10432610" cy="629018"/>
          </a:xfrm>
          <a:prstGeom prst="rect">
            <a:avLst/>
          </a:prstGeom>
        </p:spPr>
        <p:txBody>
          <a:bodyPr vert="horz" wrap="square" lIns="0" tIns="13335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000" dirty="0">
                <a:solidFill>
                  <a:srgbClr val="FF0000"/>
                </a:solidFill>
              </a:rPr>
              <a:t>MST using Prim’s algorithm after each stage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0729" y="945775"/>
            <a:ext cx="4105835" cy="132229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389" y="2523565"/>
            <a:ext cx="9889586" cy="3733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610600" y="6400800"/>
            <a:ext cx="1981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Cost</a:t>
            </a:r>
            <a:r>
              <a:rPr lang="en-US" dirty="0"/>
              <a:t>=3+4+9+11=27</a:t>
            </a:r>
          </a:p>
        </p:txBody>
      </p:sp>
    </p:spTree>
    <p:extLst>
      <p:ext uri="{BB962C8B-B14F-4D97-AF65-F5344CB8AC3E}">
        <p14:creationId xmlns:p14="http://schemas.microsoft.com/office/powerpoint/2010/main" val="16950200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2" name="Picture 8" descr="Creating minimum spanning tree from Prim's algorithm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000" y="1"/>
            <a:ext cx="79248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657188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42BB39-3998-4577-9A34-4949CE066E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7355" y="154110"/>
            <a:ext cx="11808657" cy="535207"/>
          </a:xfrm>
        </p:spPr>
        <p:txBody>
          <a:bodyPr>
            <a:normAutofit fontScale="90000"/>
          </a:bodyPr>
          <a:lstStyle/>
          <a:p>
            <a:pPr algn="ctr"/>
            <a:r>
              <a:rPr lang="en-IN" dirty="0">
                <a:solidFill>
                  <a:srgbClr val="FF0000"/>
                </a:solidFill>
              </a:rPr>
              <a:t>Minimum Spanning Trees Algorithm- Prim’s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CBC9AE8D-8086-41F9-BB1C-26102C062448}"/>
              </a:ext>
            </a:extLst>
          </p:cNvPr>
          <p:cNvSpPr/>
          <p:nvPr/>
        </p:nvSpPr>
        <p:spPr>
          <a:xfrm>
            <a:off x="364419" y="3458701"/>
            <a:ext cx="665492" cy="502346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dirty="0">
                <a:solidFill>
                  <a:srgbClr val="FF0000"/>
                </a:solidFill>
              </a:rPr>
              <a:t>a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D74F2FE9-BCE1-496C-91B2-06ABF2E94617}"/>
              </a:ext>
            </a:extLst>
          </p:cNvPr>
          <p:cNvSpPr/>
          <p:nvPr/>
        </p:nvSpPr>
        <p:spPr>
          <a:xfrm>
            <a:off x="4064328" y="3190065"/>
            <a:ext cx="665492" cy="502346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dirty="0">
                <a:solidFill>
                  <a:srgbClr val="FF0000"/>
                </a:solidFill>
              </a:rPr>
              <a:t>d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75CE69B6-42BC-4C19-ABDC-16CC328AF484}"/>
              </a:ext>
            </a:extLst>
          </p:cNvPr>
          <p:cNvSpPr/>
          <p:nvPr/>
        </p:nvSpPr>
        <p:spPr>
          <a:xfrm>
            <a:off x="2845961" y="2301300"/>
            <a:ext cx="665492" cy="502346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dirty="0">
                <a:solidFill>
                  <a:srgbClr val="FF0000"/>
                </a:solidFill>
              </a:rPr>
              <a:t>C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02112A38-98D1-4DC0-8BD4-C155BBC04A80}"/>
              </a:ext>
            </a:extLst>
          </p:cNvPr>
          <p:cNvSpPr/>
          <p:nvPr/>
        </p:nvSpPr>
        <p:spPr>
          <a:xfrm>
            <a:off x="1417518" y="2435305"/>
            <a:ext cx="665492" cy="502346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dirty="0">
                <a:solidFill>
                  <a:srgbClr val="FF0000"/>
                </a:solidFill>
              </a:rPr>
              <a:t>b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30C4F28B-3823-43E6-BE21-18C2849CBD26}"/>
              </a:ext>
            </a:extLst>
          </p:cNvPr>
          <p:cNvCxnSpPr>
            <a:cxnSpLocks/>
            <a:stCxn id="19" idx="7"/>
            <a:endCxn id="22" idx="3"/>
          </p:cNvCxnSpPr>
          <p:nvPr/>
        </p:nvCxnSpPr>
        <p:spPr>
          <a:xfrm flipV="1">
            <a:off x="932452" y="2864084"/>
            <a:ext cx="582525" cy="66818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B090CCF0-3737-4DA4-9628-FA105379D55A}"/>
              </a:ext>
            </a:extLst>
          </p:cNvPr>
          <p:cNvCxnSpPr>
            <a:cxnSpLocks/>
            <a:stCxn id="22" idx="6"/>
            <a:endCxn id="21" idx="2"/>
          </p:cNvCxnSpPr>
          <p:nvPr/>
        </p:nvCxnSpPr>
        <p:spPr>
          <a:xfrm flipV="1">
            <a:off x="2083010" y="2552473"/>
            <a:ext cx="762951" cy="13400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1916EA96-AD8A-4540-B85A-E5CEBF7FDACA}"/>
              </a:ext>
            </a:extLst>
          </p:cNvPr>
          <p:cNvCxnSpPr>
            <a:cxnSpLocks/>
            <a:stCxn id="19" idx="5"/>
            <a:endCxn id="34" idx="2"/>
          </p:cNvCxnSpPr>
          <p:nvPr/>
        </p:nvCxnSpPr>
        <p:spPr>
          <a:xfrm>
            <a:off x="932452" y="3887480"/>
            <a:ext cx="1233192" cy="84893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83E028C8-42EA-402F-A337-46DE7AE788F6}"/>
              </a:ext>
            </a:extLst>
          </p:cNvPr>
          <p:cNvCxnSpPr>
            <a:cxnSpLocks/>
            <a:stCxn id="20" idx="1"/>
            <a:endCxn id="21" idx="6"/>
          </p:cNvCxnSpPr>
          <p:nvPr/>
        </p:nvCxnSpPr>
        <p:spPr>
          <a:xfrm flipH="1" flipV="1">
            <a:off x="3511453" y="2552473"/>
            <a:ext cx="650334" cy="71115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76E32150-5DAC-4897-B868-5120CE98B39A}"/>
              </a:ext>
            </a:extLst>
          </p:cNvPr>
          <p:cNvSpPr txBox="1"/>
          <p:nvPr/>
        </p:nvSpPr>
        <p:spPr>
          <a:xfrm>
            <a:off x="4119229" y="686672"/>
            <a:ext cx="789321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IN" sz="2400" dirty="0"/>
              <a:t>Remove loops and parallel edges [Keep min weight ]</a:t>
            </a:r>
          </a:p>
          <a:p>
            <a:pPr marL="342900" indent="-342900">
              <a:buAutoNum type="arabicPeriod"/>
            </a:pPr>
            <a:r>
              <a:rPr lang="en-IN" sz="2400" dirty="0"/>
              <a:t>While adding new edge , select edge with minimum weight </a:t>
            </a:r>
          </a:p>
          <a:p>
            <a:r>
              <a:rPr lang="en-IN" sz="2400" dirty="0"/>
              <a:t>       out of edges from already visited vertices ( no cycle allowed).</a:t>
            </a:r>
          </a:p>
          <a:p>
            <a:r>
              <a:rPr lang="en-IN" sz="2400" dirty="0"/>
              <a:t>3. Stop at [n-1] edges. </a:t>
            </a:r>
          </a:p>
          <a:p>
            <a:endParaRPr lang="en-IN" sz="2400" dirty="0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B387AFD2-E688-4D8D-A465-47749E929173}"/>
              </a:ext>
            </a:extLst>
          </p:cNvPr>
          <p:cNvSpPr/>
          <p:nvPr/>
        </p:nvSpPr>
        <p:spPr>
          <a:xfrm>
            <a:off x="3679988" y="4234067"/>
            <a:ext cx="665492" cy="502346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dirty="0">
                <a:solidFill>
                  <a:srgbClr val="FF0000"/>
                </a:solidFill>
              </a:rPr>
              <a:t>e</a:t>
            </a: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C7BDADF6-187F-466C-BE39-96B8797B014A}"/>
              </a:ext>
            </a:extLst>
          </p:cNvPr>
          <p:cNvSpPr/>
          <p:nvPr/>
        </p:nvSpPr>
        <p:spPr>
          <a:xfrm>
            <a:off x="2165644" y="4485240"/>
            <a:ext cx="665492" cy="502346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dirty="0">
                <a:solidFill>
                  <a:srgbClr val="FF0000"/>
                </a:solidFill>
              </a:rPr>
              <a:t>f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FAB01262-0688-435E-9551-EA3B7A43D171}"/>
              </a:ext>
            </a:extLst>
          </p:cNvPr>
          <p:cNvCxnSpPr>
            <a:cxnSpLocks/>
            <a:stCxn id="34" idx="6"/>
            <a:endCxn id="33" idx="2"/>
          </p:cNvCxnSpPr>
          <p:nvPr/>
        </p:nvCxnSpPr>
        <p:spPr>
          <a:xfrm flipV="1">
            <a:off x="2831136" y="4485240"/>
            <a:ext cx="848852" cy="25117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CEF86CC0-C243-477D-B233-131BD6B059BA}"/>
              </a:ext>
            </a:extLst>
          </p:cNvPr>
          <p:cNvCxnSpPr>
            <a:cxnSpLocks/>
            <a:stCxn id="33" idx="7"/>
            <a:endCxn id="20" idx="4"/>
          </p:cNvCxnSpPr>
          <p:nvPr/>
        </p:nvCxnSpPr>
        <p:spPr>
          <a:xfrm flipV="1">
            <a:off x="4248021" y="3692411"/>
            <a:ext cx="149053" cy="6152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F33562EE-ECA7-4B2E-9E36-D4039B9EDDF2}"/>
              </a:ext>
            </a:extLst>
          </p:cNvPr>
          <p:cNvCxnSpPr>
            <a:cxnSpLocks/>
            <a:stCxn id="34" idx="1"/>
            <a:endCxn id="22" idx="4"/>
          </p:cNvCxnSpPr>
          <p:nvPr/>
        </p:nvCxnSpPr>
        <p:spPr>
          <a:xfrm flipH="1" flipV="1">
            <a:off x="1750264" y="2937651"/>
            <a:ext cx="512839" cy="16211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AD4FD52F-178C-49C5-BCE4-DF27FB9C1B61}"/>
              </a:ext>
            </a:extLst>
          </p:cNvPr>
          <p:cNvCxnSpPr>
            <a:cxnSpLocks/>
            <a:stCxn id="34" idx="0"/>
            <a:endCxn id="21" idx="3"/>
          </p:cNvCxnSpPr>
          <p:nvPr/>
        </p:nvCxnSpPr>
        <p:spPr>
          <a:xfrm flipV="1">
            <a:off x="2498390" y="2730079"/>
            <a:ext cx="445030" cy="175516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2FEF84F5-FF37-4250-8DC2-318DAB95B6FE}"/>
              </a:ext>
            </a:extLst>
          </p:cNvPr>
          <p:cNvSpPr txBox="1"/>
          <p:nvPr/>
        </p:nvSpPr>
        <p:spPr>
          <a:xfrm>
            <a:off x="818249" y="2549370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dirty="0">
                <a:solidFill>
                  <a:srgbClr val="7030A0"/>
                </a:solidFill>
              </a:rPr>
              <a:t>4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EECF0C9-F07A-441E-9DDF-84F7D7FC4EE2}"/>
              </a:ext>
            </a:extLst>
          </p:cNvPr>
          <p:cNvSpPr txBox="1"/>
          <p:nvPr/>
        </p:nvSpPr>
        <p:spPr>
          <a:xfrm>
            <a:off x="2165644" y="2163258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dirty="0">
                <a:solidFill>
                  <a:srgbClr val="7030A0"/>
                </a:solidFill>
              </a:rPr>
              <a:t>6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78C2B6EF-4003-4FA0-810C-FA6C6906ECE3}"/>
              </a:ext>
            </a:extLst>
          </p:cNvPr>
          <p:cNvSpPr txBox="1"/>
          <p:nvPr/>
        </p:nvSpPr>
        <p:spPr>
          <a:xfrm>
            <a:off x="3836620" y="2453117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dirty="0">
                <a:solidFill>
                  <a:srgbClr val="7030A0"/>
                </a:solidFill>
              </a:rPr>
              <a:t>3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9DE901E-299C-419D-BB0E-0A2D1850C3E9}"/>
              </a:ext>
            </a:extLst>
          </p:cNvPr>
          <p:cNvSpPr txBox="1"/>
          <p:nvPr/>
        </p:nvSpPr>
        <p:spPr>
          <a:xfrm>
            <a:off x="4408892" y="3859008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dirty="0">
                <a:solidFill>
                  <a:srgbClr val="7030A0"/>
                </a:solidFill>
              </a:rPr>
              <a:t>2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A0A4A12-806D-4BB4-A65C-9DE204161ABE}"/>
              </a:ext>
            </a:extLst>
          </p:cNvPr>
          <p:cNvSpPr txBox="1"/>
          <p:nvPr/>
        </p:nvSpPr>
        <p:spPr>
          <a:xfrm>
            <a:off x="2999671" y="4154019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dirty="0">
                <a:solidFill>
                  <a:srgbClr val="7030A0"/>
                </a:solidFill>
              </a:rPr>
              <a:t>4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D01C31F3-C93B-472C-9623-DEDDBA57C0B9}"/>
              </a:ext>
            </a:extLst>
          </p:cNvPr>
          <p:cNvSpPr txBox="1"/>
          <p:nvPr/>
        </p:nvSpPr>
        <p:spPr>
          <a:xfrm>
            <a:off x="1478682" y="3859008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dirty="0">
                <a:solidFill>
                  <a:srgbClr val="7030A0"/>
                </a:solidFill>
              </a:rPr>
              <a:t>2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E497404-FB67-42D0-8CB3-0AA761EFC7E8}"/>
              </a:ext>
            </a:extLst>
          </p:cNvPr>
          <p:cNvSpPr txBox="1"/>
          <p:nvPr/>
        </p:nvSpPr>
        <p:spPr>
          <a:xfrm>
            <a:off x="1926157" y="3323369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dirty="0">
                <a:solidFill>
                  <a:srgbClr val="7030A0"/>
                </a:solidFill>
              </a:rPr>
              <a:t>3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A921D6EA-4D0F-4488-AB5D-5D3D5AE8D210}"/>
              </a:ext>
            </a:extLst>
          </p:cNvPr>
          <p:cNvSpPr txBox="1"/>
          <p:nvPr/>
        </p:nvSpPr>
        <p:spPr>
          <a:xfrm>
            <a:off x="2725599" y="3416410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dirty="0">
                <a:solidFill>
                  <a:srgbClr val="7030A0"/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8697944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42BB39-3998-4577-9A34-4949CE066E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7355" y="154110"/>
            <a:ext cx="11808657" cy="535207"/>
          </a:xfrm>
        </p:spPr>
        <p:txBody>
          <a:bodyPr>
            <a:normAutofit fontScale="90000"/>
          </a:bodyPr>
          <a:lstStyle/>
          <a:p>
            <a:pPr algn="ctr"/>
            <a:r>
              <a:rPr lang="en-IN" dirty="0">
                <a:solidFill>
                  <a:srgbClr val="FF0000"/>
                </a:solidFill>
              </a:rPr>
              <a:t>Minimum Spanning Trees Algorithm- Prim’s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CBC9AE8D-8086-41F9-BB1C-26102C062448}"/>
              </a:ext>
            </a:extLst>
          </p:cNvPr>
          <p:cNvSpPr/>
          <p:nvPr/>
        </p:nvSpPr>
        <p:spPr>
          <a:xfrm>
            <a:off x="364419" y="3458701"/>
            <a:ext cx="665492" cy="502346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dirty="0">
                <a:solidFill>
                  <a:srgbClr val="FF0000"/>
                </a:solidFill>
              </a:rPr>
              <a:t>a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D74F2FE9-BCE1-496C-91B2-06ABF2E94617}"/>
              </a:ext>
            </a:extLst>
          </p:cNvPr>
          <p:cNvSpPr/>
          <p:nvPr/>
        </p:nvSpPr>
        <p:spPr>
          <a:xfrm>
            <a:off x="4064328" y="3190065"/>
            <a:ext cx="665492" cy="502346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dirty="0">
                <a:solidFill>
                  <a:srgbClr val="FF0000"/>
                </a:solidFill>
              </a:rPr>
              <a:t>d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75CE69B6-42BC-4C19-ABDC-16CC328AF484}"/>
              </a:ext>
            </a:extLst>
          </p:cNvPr>
          <p:cNvSpPr/>
          <p:nvPr/>
        </p:nvSpPr>
        <p:spPr>
          <a:xfrm>
            <a:off x="2845961" y="2301300"/>
            <a:ext cx="665492" cy="502346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dirty="0">
                <a:solidFill>
                  <a:srgbClr val="FF0000"/>
                </a:solidFill>
              </a:rPr>
              <a:t>C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02112A38-98D1-4DC0-8BD4-C155BBC04A80}"/>
              </a:ext>
            </a:extLst>
          </p:cNvPr>
          <p:cNvSpPr/>
          <p:nvPr/>
        </p:nvSpPr>
        <p:spPr>
          <a:xfrm>
            <a:off x="1417518" y="2435305"/>
            <a:ext cx="665492" cy="502346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dirty="0">
                <a:solidFill>
                  <a:srgbClr val="FF0000"/>
                </a:solidFill>
              </a:rPr>
              <a:t>b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30C4F28B-3823-43E6-BE21-18C2849CBD26}"/>
              </a:ext>
            </a:extLst>
          </p:cNvPr>
          <p:cNvCxnSpPr>
            <a:cxnSpLocks/>
            <a:stCxn id="19" idx="7"/>
            <a:endCxn id="22" idx="3"/>
          </p:cNvCxnSpPr>
          <p:nvPr/>
        </p:nvCxnSpPr>
        <p:spPr>
          <a:xfrm flipV="1">
            <a:off x="932452" y="2864084"/>
            <a:ext cx="582525" cy="66818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B090CCF0-3737-4DA4-9628-FA105379D55A}"/>
              </a:ext>
            </a:extLst>
          </p:cNvPr>
          <p:cNvCxnSpPr>
            <a:cxnSpLocks/>
            <a:stCxn id="22" idx="6"/>
            <a:endCxn id="21" idx="2"/>
          </p:cNvCxnSpPr>
          <p:nvPr/>
        </p:nvCxnSpPr>
        <p:spPr>
          <a:xfrm flipV="1">
            <a:off x="2083010" y="2552473"/>
            <a:ext cx="762951" cy="13400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1916EA96-AD8A-4540-B85A-E5CEBF7FDACA}"/>
              </a:ext>
            </a:extLst>
          </p:cNvPr>
          <p:cNvCxnSpPr>
            <a:cxnSpLocks/>
            <a:stCxn id="19" idx="5"/>
            <a:endCxn id="34" idx="2"/>
          </p:cNvCxnSpPr>
          <p:nvPr/>
        </p:nvCxnSpPr>
        <p:spPr>
          <a:xfrm>
            <a:off x="932452" y="3887480"/>
            <a:ext cx="1233192" cy="84893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83E028C8-42EA-402F-A337-46DE7AE788F6}"/>
              </a:ext>
            </a:extLst>
          </p:cNvPr>
          <p:cNvCxnSpPr>
            <a:cxnSpLocks/>
            <a:stCxn id="20" idx="1"/>
            <a:endCxn id="21" idx="6"/>
          </p:cNvCxnSpPr>
          <p:nvPr/>
        </p:nvCxnSpPr>
        <p:spPr>
          <a:xfrm flipH="1" flipV="1">
            <a:off x="3511453" y="2552473"/>
            <a:ext cx="650334" cy="71115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76E32150-5DAC-4897-B868-5120CE98B39A}"/>
              </a:ext>
            </a:extLst>
          </p:cNvPr>
          <p:cNvSpPr txBox="1"/>
          <p:nvPr/>
        </p:nvSpPr>
        <p:spPr>
          <a:xfrm>
            <a:off x="4119229" y="686672"/>
            <a:ext cx="789321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IN" sz="2400" dirty="0"/>
              <a:t>Remove loops and parallel edges [Keep min weight ]</a:t>
            </a:r>
          </a:p>
          <a:p>
            <a:pPr marL="342900" indent="-342900">
              <a:buAutoNum type="arabicPeriod"/>
            </a:pPr>
            <a:r>
              <a:rPr lang="en-IN" sz="2400" dirty="0"/>
              <a:t>While adding new edge , select edge with minimum weight </a:t>
            </a:r>
          </a:p>
          <a:p>
            <a:r>
              <a:rPr lang="en-IN" sz="2400" dirty="0"/>
              <a:t>       out of edges from already visited vertices ( no cycle allowed).</a:t>
            </a:r>
          </a:p>
          <a:p>
            <a:r>
              <a:rPr lang="en-IN" sz="2400" dirty="0"/>
              <a:t>3. Stop at [n-1] edges. </a:t>
            </a:r>
          </a:p>
          <a:p>
            <a:endParaRPr lang="en-IN" sz="2400" dirty="0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B387AFD2-E688-4D8D-A465-47749E929173}"/>
              </a:ext>
            </a:extLst>
          </p:cNvPr>
          <p:cNvSpPr/>
          <p:nvPr/>
        </p:nvSpPr>
        <p:spPr>
          <a:xfrm>
            <a:off x="3679988" y="4234067"/>
            <a:ext cx="665492" cy="502346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dirty="0">
                <a:solidFill>
                  <a:srgbClr val="FF0000"/>
                </a:solidFill>
              </a:rPr>
              <a:t>e</a:t>
            </a: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C7BDADF6-187F-466C-BE39-96B8797B014A}"/>
              </a:ext>
            </a:extLst>
          </p:cNvPr>
          <p:cNvSpPr/>
          <p:nvPr/>
        </p:nvSpPr>
        <p:spPr>
          <a:xfrm>
            <a:off x="2165644" y="4485240"/>
            <a:ext cx="665492" cy="502346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dirty="0">
                <a:solidFill>
                  <a:srgbClr val="FF0000"/>
                </a:solidFill>
              </a:rPr>
              <a:t>f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FAB01262-0688-435E-9551-EA3B7A43D171}"/>
              </a:ext>
            </a:extLst>
          </p:cNvPr>
          <p:cNvCxnSpPr>
            <a:cxnSpLocks/>
            <a:stCxn id="34" idx="6"/>
            <a:endCxn id="33" idx="2"/>
          </p:cNvCxnSpPr>
          <p:nvPr/>
        </p:nvCxnSpPr>
        <p:spPr>
          <a:xfrm flipV="1">
            <a:off x="2831136" y="4485240"/>
            <a:ext cx="848852" cy="25117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CEF86CC0-C243-477D-B233-131BD6B059BA}"/>
              </a:ext>
            </a:extLst>
          </p:cNvPr>
          <p:cNvCxnSpPr>
            <a:cxnSpLocks/>
            <a:stCxn id="33" idx="7"/>
            <a:endCxn id="20" idx="4"/>
          </p:cNvCxnSpPr>
          <p:nvPr/>
        </p:nvCxnSpPr>
        <p:spPr>
          <a:xfrm flipV="1">
            <a:off x="4248021" y="3692411"/>
            <a:ext cx="149053" cy="6152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F33562EE-ECA7-4B2E-9E36-D4039B9EDDF2}"/>
              </a:ext>
            </a:extLst>
          </p:cNvPr>
          <p:cNvCxnSpPr>
            <a:cxnSpLocks/>
            <a:stCxn id="34" idx="1"/>
            <a:endCxn id="22" idx="4"/>
          </p:cNvCxnSpPr>
          <p:nvPr/>
        </p:nvCxnSpPr>
        <p:spPr>
          <a:xfrm flipH="1" flipV="1">
            <a:off x="1750264" y="2937651"/>
            <a:ext cx="512839" cy="16211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AD4FD52F-178C-49C5-BCE4-DF27FB9C1B61}"/>
              </a:ext>
            </a:extLst>
          </p:cNvPr>
          <p:cNvCxnSpPr>
            <a:cxnSpLocks/>
            <a:stCxn id="34" idx="0"/>
            <a:endCxn id="21" idx="3"/>
          </p:cNvCxnSpPr>
          <p:nvPr/>
        </p:nvCxnSpPr>
        <p:spPr>
          <a:xfrm flipV="1">
            <a:off x="2498390" y="2730079"/>
            <a:ext cx="445030" cy="175516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2FEF84F5-FF37-4250-8DC2-318DAB95B6FE}"/>
              </a:ext>
            </a:extLst>
          </p:cNvPr>
          <p:cNvSpPr txBox="1"/>
          <p:nvPr/>
        </p:nvSpPr>
        <p:spPr>
          <a:xfrm>
            <a:off x="818249" y="2549370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dirty="0">
                <a:solidFill>
                  <a:srgbClr val="7030A0"/>
                </a:solidFill>
              </a:rPr>
              <a:t>4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EECF0C9-F07A-441E-9DDF-84F7D7FC4EE2}"/>
              </a:ext>
            </a:extLst>
          </p:cNvPr>
          <p:cNvSpPr txBox="1"/>
          <p:nvPr/>
        </p:nvSpPr>
        <p:spPr>
          <a:xfrm>
            <a:off x="2165644" y="2163258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dirty="0">
                <a:solidFill>
                  <a:srgbClr val="7030A0"/>
                </a:solidFill>
              </a:rPr>
              <a:t>6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78C2B6EF-4003-4FA0-810C-FA6C6906ECE3}"/>
              </a:ext>
            </a:extLst>
          </p:cNvPr>
          <p:cNvSpPr txBox="1"/>
          <p:nvPr/>
        </p:nvSpPr>
        <p:spPr>
          <a:xfrm>
            <a:off x="3836620" y="2453117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dirty="0">
                <a:solidFill>
                  <a:srgbClr val="7030A0"/>
                </a:solidFill>
              </a:rPr>
              <a:t>3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9DE901E-299C-419D-BB0E-0A2D1850C3E9}"/>
              </a:ext>
            </a:extLst>
          </p:cNvPr>
          <p:cNvSpPr txBox="1"/>
          <p:nvPr/>
        </p:nvSpPr>
        <p:spPr>
          <a:xfrm>
            <a:off x="4408892" y="3859008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dirty="0">
                <a:solidFill>
                  <a:srgbClr val="7030A0"/>
                </a:solidFill>
              </a:rPr>
              <a:t>2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A0A4A12-806D-4BB4-A65C-9DE204161ABE}"/>
              </a:ext>
            </a:extLst>
          </p:cNvPr>
          <p:cNvSpPr txBox="1"/>
          <p:nvPr/>
        </p:nvSpPr>
        <p:spPr>
          <a:xfrm>
            <a:off x="2999671" y="4154019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dirty="0">
                <a:solidFill>
                  <a:srgbClr val="7030A0"/>
                </a:solidFill>
              </a:rPr>
              <a:t>4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D01C31F3-C93B-472C-9623-DEDDBA57C0B9}"/>
              </a:ext>
            </a:extLst>
          </p:cNvPr>
          <p:cNvSpPr txBox="1"/>
          <p:nvPr/>
        </p:nvSpPr>
        <p:spPr>
          <a:xfrm>
            <a:off x="1478682" y="3859008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dirty="0">
                <a:solidFill>
                  <a:srgbClr val="7030A0"/>
                </a:solidFill>
              </a:rPr>
              <a:t>2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E497404-FB67-42D0-8CB3-0AA761EFC7E8}"/>
              </a:ext>
            </a:extLst>
          </p:cNvPr>
          <p:cNvSpPr txBox="1"/>
          <p:nvPr/>
        </p:nvSpPr>
        <p:spPr>
          <a:xfrm>
            <a:off x="1926157" y="3323369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dirty="0">
                <a:solidFill>
                  <a:srgbClr val="7030A0"/>
                </a:solidFill>
              </a:rPr>
              <a:t>3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A921D6EA-4D0F-4488-AB5D-5D3D5AE8D210}"/>
              </a:ext>
            </a:extLst>
          </p:cNvPr>
          <p:cNvSpPr txBox="1"/>
          <p:nvPr/>
        </p:nvSpPr>
        <p:spPr>
          <a:xfrm>
            <a:off x="2725599" y="3416410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dirty="0">
                <a:solidFill>
                  <a:srgbClr val="7030A0"/>
                </a:solidFill>
              </a:rPr>
              <a:t>1</a:t>
            </a:r>
          </a:p>
        </p:txBody>
      </p:sp>
      <p:pic>
        <p:nvPicPr>
          <p:cNvPr id="60" name="Picture 59" descr="Diagram, schematic&#10;&#10;Description automatically generated">
            <a:extLst>
              <a:ext uri="{FF2B5EF4-FFF2-40B4-BE49-F238E27FC236}">
                <a16:creationId xmlns:a16="http://schemas.microsoft.com/office/drawing/2014/main" id="{4F048BEF-A625-4B6A-BB18-30754E529F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3327" y="2011680"/>
            <a:ext cx="38576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14226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5345</TotalTime>
  <Words>1085</Words>
  <Application>Microsoft Office PowerPoint</Application>
  <PresentationFormat>Widescreen</PresentationFormat>
  <Paragraphs>339</Paragraphs>
  <Slides>21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8" baseType="lpstr">
      <vt:lpstr>Arial</vt:lpstr>
      <vt:lpstr>Calibri</vt:lpstr>
      <vt:lpstr>Calibri Light</vt:lpstr>
      <vt:lpstr>Segoe UI Symbol</vt:lpstr>
      <vt:lpstr>Tahoma</vt:lpstr>
      <vt:lpstr>Trebuchet MS</vt:lpstr>
      <vt:lpstr>Office Theme</vt:lpstr>
      <vt:lpstr>BCS202L- Data Structures and  Algorithms</vt:lpstr>
      <vt:lpstr>BCS202L- Data Structures and  Algorithms</vt:lpstr>
      <vt:lpstr>PowerPoint Presentation</vt:lpstr>
      <vt:lpstr>BCS202L- Data Structures and  Algorithms</vt:lpstr>
      <vt:lpstr>Introduction to Spanning Trees</vt:lpstr>
      <vt:lpstr>Examples</vt:lpstr>
      <vt:lpstr> </vt:lpstr>
      <vt:lpstr>Examples</vt:lpstr>
      <vt:lpstr>Properties of spanning trees</vt:lpstr>
      <vt:lpstr>Applications of spanning trees</vt:lpstr>
      <vt:lpstr>Minimum Cost Spanning Trees-Krushkal’s Algorithm</vt:lpstr>
      <vt:lpstr>Minimum Spanning Trees-Krushkal’s Algorithm </vt:lpstr>
      <vt:lpstr>Minimum Spanning Tree Krushkal’s Algorithm Example</vt:lpstr>
      <vt:lpstr>Minimum Cost Spanning Tree Krushkal’s Algorithm</vt:lpstr>
      <vt:lpstr>PowerPoint Presentation</vt:lpstr>
      <vt:lpstr>Minimum Cost Spanning Tree: Prim’s Algorithm</vt:lpstr>
      <vt:lpstr>Minimum Cost Spanning Tree-Prim’s Algorithm</vt:lpstr>
      <vt:lpstr>MST using Prim’s algorithm after each stage</vt:lpstr>
      <vt:lpstr>PowerPoint Presentation</vt:lpstr>
      <vt:lpstr>Minimum Spanning Trees Algorithm- Prim’s</vt:lpstr>
      <vt:lpstr>Minimum Spanning Trees Algorithm- Prim’s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Greedy method</dc:title>
  <dc:creator>S.M. Farooq</dc:creator>
  <cp:lastModifiedBy>Windows User</cp:lastModifiedBy>
  <cp:revision>430</cp:revision>
  <dcterms:created xsi:type="dcterms:W3CDTF">2021-04-22T08:29:10Z</dcterms:created>
  <dcterms:modified xsi:type="dcterms:W3CDTF">2023-05-24T12:23:52Z</dcterms:modified>
</cp:coreProperties>
</file>