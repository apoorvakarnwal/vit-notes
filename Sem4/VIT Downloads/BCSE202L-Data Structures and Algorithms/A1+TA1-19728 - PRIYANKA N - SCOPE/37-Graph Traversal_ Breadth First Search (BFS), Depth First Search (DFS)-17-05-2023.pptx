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96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7" r:id="rId35"/>
    <p:sldId id="290" r:id="rId36"/>
    <p:sldId id="295" r:id="rId3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30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18-May-23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18-May-23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18-May-23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18-May-23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506" y="0"/>
                </a:lnTo>
                <a:lnTo>
                  <a:pt x="0" y="819404"/>
                </a:lnTo>
                <a:lnTo>
                  <a:pt x="48653" y="818012"/>
                </a:lnTo>
                <a:lnTo>
                  <a:pt x="96069" y="813890"/>
                </a:lnTo>
                <a:lnTo>
                  <a:pt x="142676" y="807114"/>
                </a:lnTo>
                <a:lnTo>
                  <a:pt x="188396" y="797760"/>
                </a:lnTo>
                <a:lnTo>
                  <a:pt x="233153" y="785906"/>
                </a:lnTo>
                <a:lnTo>
                  <a:pt x="276870" y="771629"/>
                </a:lnTo>
                <a:lnTo>
                  <a:pt x="319469" y="755005"/>
                </a:lnTo>
                <a:lnTo>
                  <a:pt x="360876" y="736111"/>
                </a:lnTo>
                <a:lnTo>
                  <a:pt x="401011" y="715024"/>
                </a:lnTo>
                <a:lnTo>
                  <a:pt x="439799" y="691821"/>
                </a:lnTo>
                <a:lnTo>
                  <a:pt x="477163" y="666580"/>
                </a:lnTo>
                <a:lnTo>
                  <a:pt x="513025" y="639376"/>
                </a:lnTo>
                <a:lnTo>
                  <a:pt x="547310" y="610287"/>
                </a:lnTo>
                <a:lnTo>
                  <a:pt x="579939" y="579389"/>
                </a:lnTo>
                <a:lnTo>
                  <a:pt x="610837" y="546760"/>
                </a:lnTo>
                <a:lnTo>
                  <a:pt x="639926" y="512477"/>
                </a:lnTo>
                <a:lnTo>
                  <a:pt x="667130" y="476615"/>
                </a:lnTo>
                <a:lnTo>
                  <a:pt x="692371" y="439253"/>
                </a:lnTo>
                <a:lnTo>
                  <a:pt x="715574" y="400467"/>
                </a:lnTo>
                <a:lnTo>
                  <a:pt x="736660" y="360334"/>
                </a:lnTo>
                <a:lnTo>
                  <a:pt x="755553" y="318930"/>
                </a:lnTo>
                <a:lnTo>
                  <a:pt x="772177" y="276333"/>
                </a:lnTo>
                <a:lnTo>
                  <a:pt x="786453" y="232620"/>
                </a:lnTo>
                <a:lnTo>
                  <a:pt x="798307" y="187868"/>
                </a:lnTo>
                <a:lnTo>
                  <a:pt x="807660" y="142152"/>
                </a:lnTo>
                <a:lnTo>
                  <a:pt x="814436" y="95551"/>
                </a:lnTo>
                <a:lnTo>
                  <a:pt x="818558" y="48141"/>
                </a:lnTo>
                <a:lnTo>
                  <a:pt x="819949" y="0"/>
                </a:lnTo>
                <a:close/>
              </a:path>
            </a:pathLst>
          </a:custGeom>
          <a:solidFill>
            <a:srgbClr val="FDF9F4">
              <a:alpha val="3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818558" y="48141"/>
                </a:lnTo>
                <a:lnTo>
                  <a:pt x="814436" y="95551"/>
                </a:lnTo>
                <a:lnTo>
                  <a:pt x="807660" y="142152"/>
                </a:lnTo>
                <a:lnTo>
                  <a:pt x="798307" y="187868"/>
                </a:lnTo>
                <a:lnTo>
                  <a:pt x="786453" y="232620"/>
                </a:lnTo>
                <a:lnTo>
                  <a:pt x="772177" y="276333"/>
                </a:lnTo>
                <a:lnTo>
                  <a:pt x="755553" y="318930"/>
                </a:lnTo>
                <a:lnTo>
                  <a:pt x="736660" y="360334"/>
                </a:lnTo>
                <a:lnTo>
                  <a:pt x="715574" y="400467"/>
                </a:lnTo>
                <a:lnTo>
                  <a:pt x="692371" y="439253"/>
                </a:lnTo>
                <a:lnTo>
                  <a:pt x="667130" y="476615"/>
                </a:lnTo>
                <a:lnTo>
                  <a:pt x="639926" y="512477"/>
                </a:lnTo>
                <a:lnTo>
                  <a:pt x="610837" y="546760"/>
                </a:lnTo>
                <a:lnTo>
                  <a:pt x="579939" y="579389"/>
                </a:lnTo>
                <a:lnTo>
                  <a:pt x="547310" y="610287"/>
                </a:lnTo>
                <a:lnTo>
                  <a:pt x="513025" y="639376"/>
                </a:lnTo>
                <a:lnTo>
                  <a:pt x="477163" y="666580"/>
                </a:lnTo>
                <a:lnTo>
                  <a:pt x="439799" y="691821"/>
                </a:lnTo>
                <a:lnTo>
                  <a:pt x="401011" y="715024"/>
                </a:lnTo>
                <a:lnTo>
                  <a:pt x="360876" y="736111"/>
                </a:lnTo>
                <a:lnTo>
                  <a:pt x="319469" y="755005"/>
                </a:lnTo>
                <a:lnTo>
                  <a:pt x="276870" y="771629"/>
                </a:lnTo>
                <a:lnTo>
                  <a:pt x="233153" y="785906"/>
                </a:lnTo>
                <a:lnTo>
                  <a:pt x="188396" y="797760"/>
                </a:lnTo>
                <a:lnTo>
                  <a:pt x="142676" y="807114"/>
                </a:lnTo>
                <a:lnTo>
                  <a:pt x="96069" y="813890"/>
                </a:lnTo>
                <a:lnTo>
                  <a:pt x="48653" y="818012"/>
                </a:lnTo>
                <a:lnTo>
                  <a:pt x="505" y="819404"/>
                </a:lnTo>
                <a:lnTo>
                  <a:pt x="336" y="819404"/>
                </a:lnTo>
                <a:lnTo>
                  <a:pt x="168" y="819404"/>
                </a:lnTo>
                <a:lnTo>
                  <a:pt x="0" y="819404"/>
                </a:lnTo>
                <a:lnTo>
                  <a:pt x="506" y="0"/>
                </a:lnTo>
                <a:lnTo>
                  <a:pt x="819949" y="0"/>
                </a:lnTo>
                <a:close/>
              </a:path>
            </a:pathLst>
          </a:custGeom>
          <a:ln w="3175">
            <a:solidFill>
              <a:srgbClr val="D2C3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015" y="6095"/>
            <a:ext cx="1784604" cy="17830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68821" y="21081"/>
            <a:ext cx="1702435" cy="1702435"/>
          </a:xfrm>
          <a:custGeom>
            <a:avLst/>
            <a:gdLst/>
            <a:ahLst/>
            <a:cxnLst/>
            <a:rect l="l" t="t" r="r" b="b"/>
            <a:pathLst>
              <a:path w="1702435" h="1702435">
                <a:moveTo>
                  <a:pt x="0" y="851154"/>
                </a:moveTo>
                <a:lnTo>
                  <a:pt x="1347" y="802859"/>
                </a:lnTo>
                <a:lnTo>
                  <a:pt x="5341" y="755271"/>
                </a:lnTo>
                <a:lnTo>
                  <a:pt x="11909" y="708461"/>
                </a:lnTo>
                <a:lnTo>
                  <a:pt x="20981" y="662500"/>
                </a:lnTo>
                <a:lnTo>
                  <a:pt x="32484" y="617462"/>
                </a:lnTo>
                <a:lnTo>
                  <a:pt x="46346" y="573417"/>
                </a:lnTo>
                <a:lnTo>
                  <a:pt x="62495" y="530438"/>
                </a:lnTo>
                <a:lnTo>
                  <a:pt x="80860" y="488596"/>
                </a:lnTo>
                <a:lnTo>
                  <a:pt x="101369" y="447964"/>
                </a:lnTo>
                <a:lnTo>
                  <a:pt x="123949" y="408613"/>
                </a:lnTo>
                <a:lnTo>
                  <a:pt x="148530" y="370615"/>
                </a:lnTo>
                <a:lnTo>
                  <a:pt x="175039" y="334042"/>
                </a:lnTo>
                <a:lnTo>
                  <a:pt x="203404" y="298966"/>
                </a:lnTo>
                <a:lnTo>
                  <a:pt x="233553" y="265459"/>
                </a:lnTo>
                <a:lnTo>
                  <a:pt x="265416" y="233593"/>
                </a:lnTo>
                <a:lnTo>
                  <a:pt x="298919" y="203439"/>
                </a:lnTo>
                <a:lnTo>
                  <a:pt x="333991" y="175070"/>
                </a:lnTo>
                <a:lnTo>
                  <a:pt x="370561" y="148557"/>
                </a:lnTo>
                <a:lnTo>
                  <a:pt x="408556" y="123973"/>
                </a:lnTo>
                <a:lnTo>
                  <a:pt x="447904" y="101388"/>
                </a:lnTo>
                <a:lnTo>
                  <a:pt x="488534" y="80876"/>
                </a:lnTo>
                <a:lnTo>
                  <a:pt x="530373" y="62508"/>
                </a:lnTo>
                <a:lnTo>
                  <a:pt x="573351" y="46355"/>
                </a:lnTo>
                <a:lnTo>
                  <a:pt x="617394" y="32490"/>
                </a:lnTo>
                <a:lnTo>
                  <a:pt x="662432" y="20985"/>
                </a:lnTo>
                <a:lnTo>
                  <a:pt x="708393" y="11912"/>
                </a:lnTo>
                <a:lnTo>
                  <a:pt x="755204" y="5342"/>
                </a:lnTo>
                <a:lnTo>
                  <a:pt x="802793" y="1347"/>
                </a:lnTo>
                <a:lnTo>
                  <a:pt x="851090" y="0"/>
                </a:lnTo>
                <a:lnTo>
                  <a:pt x="899386" y="1347"/>
                </a:lnTo>
                <a:lnTo>
                  <a:pt x="946976" y="5342"/>
                </a:lnTo>
                <a:lnTo>
                  <a:pt x="993786" y="11912"/>
                </a:lnTo>
                <a:lnTo>
                  <a:pt x="1039746" y="20985"/>
                </a:lnTo>
                <a:lnTo>
                  <a:pt x="1084783" y="32490"/>
                </a:lnTo>
                <a:lnTo>
                  <a:pt x="1128825" y="46355"/>
                </a:lnTo>
                <a:lnTo>
                  <a:pt x="1171801" y="62508"/>
                </a:lnTo>
                <a:lnTo>
                  <a:pt x="1213639" y="80876"/>
                </a:lnTo>
                <a:lnTo>
                  <a:pt x="1254268" y="101388"/>
                </a:lnTo>
                <a:lnTo>
                  <a:pt x="1293614" y="123973"/>
                </a:lnTo>
                <a:lnTo>
                  <a:pt x="1331607" y="148557"/>
                </a:lnTo>
                <a:lnTo>
                  <a:pt x="1368174" y="175070"/>
                </a:lnTo>
                <a:lnTo>
                  <a:pt x="1403245" y="203439"/>
                </a:lnTo>
                <a:lnTo>
                  <a:pt x="1436746" y="233593"/>
                </a:lnTo>
                <a:lnTo>
                  <a:pt x="1468606" y="265459"/>
                </a:lnTo>
                <a:lnTo>
                  <a:pt x="1498754" y="298966"/>
                </a:lnTo>
                <a:lnTo>
                  <a:pt x="1527117" y="334042"/>
                </a:lnTo>
                <a:lnTo>
                  <a:pt x="1553624" y="370615"/>
                </a:lnTo>
                <a:lnTo>
                  <a:pt x="1578203" y="408613"/>
                </a:lnTo>
                <a:lnTo>
                  <a:pt x="1600782" y="447964"/>
                </a:lnTo>
                <a:lnTo>
                  <a:pt x="1621289" y="488596"/>
                </a:lnTo>
                <a:lnTo>
                  <a:pt x="1639653" y="530438"/>
                </a:lnTo>
                <a:lnTo>
                  <a:pt x="1655801" y="573417"/>
                </a:lnTo>
                <a:lnTo>
                  <a:pt x="1669661" y="617462"/>
                </a:lnTo>
                <a:lnTo>
                  <a:pt x="1681163" y="662500"/>
                </a:lnTo>
                <a:lnTo>
                  <a:pt x="1690234" y="708461"/>
                </a:lnTo>
                <a:lnTo>
                  <a:pt x="1696802" y="755271"/>
                </a:lnTo>
                <a:lnTo>
                  <a:pt x="1700795" y="802859"/>
                </a:lnTo>
                <a:lnTo>
                  <a:pt x="1702142" y="851154"/>
                </a:lnTo>
                <a:lnTo>
                  <a:pt x="1700795" y="899447"/>
                </a:lnTo>
                <a:lnTo>
                  <a:pt x="1696802" y="947034"/>
                </a:lnTo>
                <a:lnTo>
                  <a:pt x="1690234" y="993843"/>
                </a:lnTo>
                <a:lnTo>
                  <a:pt x="1681163" y="1039800"/>
                </a:lnTo>
                <a:lnTo>
                  <a:pt x="1669661" y="1084835"/>
                </a:lnTo>
                <a:lnTo>
                  <a:pt x="1655801" y="1128876"/>
                </a:lnTo>
                <a:lnTo>
                  <a:pt x="1639653" y="1171850"/>
                </a:lnTo>
                <a:lnTo>
                  <a:pt x="1621289" y="1213687"/>
                </a:lnTo>
                <a:lnTo>
                  <a:pt x="1600782" y="1254314"/>
                </a:lnTo>
                <a:lnTo>
                  <a:pt x="1578203" y="1293659"/>
                </a:lnTo>
                <a:lnTo>
                  <a:pt x="1553624" y="1331651"/>
                </a:lnTo>
                <a:lnTo>
                  <a:pt x="1527117" y="1368218"/>
                </a:lnTo>
                <a:lnTo>
                  <a:pt x="1498754" y="1403287"/>
                </a:lnTo>
                <a:lnTo>
                  <a:pt x="1468606" y="1436788"/>
                </a:lnTo>
                <a:lnTo>
                  <a:pt x="1436746" y="1468647"/>
                </a:lnTo>
                <a:lnTo>
                  <a:pt x="1403245" y="1498795"/>
                </a:lnTo>
                <a:lnTo>
                  <a:pt x="1368174" y="1527157"/>
                </a:lnTo>
                <a:lnTo>
                  <a:pt x="1331607" y="1553664"/>
                </a:lnTo>
                <a:lnTo>
                  <a:pt x="1293614" y="1578242"/>
                </a:lnTo>
                <a:lnTo>
                  <a:pt x="1254268" y="1600821"/>
                </a:lnTo>
                <a:lnTo>
                  <a:pt x="1213639" y="1621328"/>
                </a:lnTo>
                <a:lnTo>
                  <a:pt x="1171801" y="1639691"/>
                </a:lnTo>
                <a:lnTo>
                  <a:pt x="1128825" y="1655839"/>
                </a:lnTo>
                <a:lnTo>
                  <a:pt x="1084783" y="1669700"/>
                </a:lnTo>
                <a:lnTo>
                  <a:pt x="1039746" y="1681201"/>
                </a:lnTo>
                <a:lnTo>
                  <a:pt x="993786" y="1690272"/>
                </a:lnTo>
                <a:lnTo>
                  <a:pt x="946976" y="1696840"/>
                </a:lnTo>
                <a:lnTo>
                  <a:pt x="899386" y="1700833"/>
                </a:lnTo>
                <a:lnTo>
                  <a:pt x="851090" y="1702181"/>
                </a:lnTo>
                <a:lnTo>
                  <a:pt x="802793" y="1700833"/>
                </a:lnTo>
                <a:lnTo>
                  <a:pt x="755204" y="1696840"/>
                </a:lnTo>
                <a:lnTo>
                  <a:pt x="708393" y="1690272"/>
                </a:lnTo>
                <a:lnTo>
                  <a:pt x="662432" y="1681201"/>
                </a:lnTo>
                <a:lnTo>
                  <a:pt x="617394" y="1669700"/>
                </a:lnTo>
                <a:lnTo>
                  <a:pt x="573351" y="1655839"/>
                </a:lnTo>
                <a:lnTo>
                  <a:pt x="530373" y="1639691"/>
                </a:lnTo>
                <a:lnTo>
                  <a:pt x="488534" y="1621328"/>
                </a:lnTo>
                <a:lnTo>
                  <a:pt x="447904" y="1600821"/>
                </a:lnTo>
                <a:lnTo>
                  <a:pt x="408556" y="1578242"/>
                </a:lnTo>
                <a:lnTo>
                  <a:pt x="370561" y="1553664"/>
                </a:lnTo>
                <a:lnTo>
                  <a:pt x="333991" y="1527157"/>
                </a:lnTo>
                <a:lnTo>
                  <a:pt x="298919" y="1498795"/>
                </a:lnTo>
                <a:lnTo>
                  <a:pt x="265416" y="1468647"/>
                </a:lnTo>
                <a:lnTo>
                  <a:pt x="233553" y="1436788"/>
                </a:lnTo>
                <a:lnTo>
                  <a:pt x="203404" y="1403287"/>
                </a:lnTo>
                <a:lnTo>
                  <a:pt x="175039" y="1368218"/>
                </a:lnTo>
                <a:lnTo>
                  <a:pt x="148530" y="1331651"/>
                </a:lnTo>
                <a:lnTo>
                  <a:pt x="123949" y="1293659"/>
                </a:lnTo>
                <a:lnTo>
                  <a:pt x="101369" y="1254314"/>
                </a:lnTo>
                <a:lnTo>
                  <a:pt x="80860" y="1213687"/>
                </a:lnTo>
                <a:lnTo>
                  <a:pt x="62495" y="1171850"/>
                </a:lnTo>
                <a:lnTo>
                  <a:pt x="46346" y="1128876"/>
                </a:lnTo>
                <a:lnTo>
                  <a:pt x="32484" y="1084835"/>
                </a:lnTo>
                <a:lnTo>
                  <a:pt x="20981" y="1039800"/>
                </a:lnTo>
                <a:lnTo>
                  <a:pt x="11909" y="993843"/>
                </a:lnTo>
                <a:lnTo>
                  <a:pt x="5341" y="947034"/>
                </a:lnTo>
                <a:lnTo>
                  <a:pt x="1347" y="899447"/>
                </a:lnTo>
                <a:lnTo>
                  <a:pt x="0" y="851154"/>
                </a:lnTo>
                <a:close/>
              </a:path>
            </a:pathLst>
          </a:custGeom>
          <a:ln w="27305">
            <a:solidFill>
              <a:srgbClr val="FFF6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2212" y="1045464"/>
            <a:ext cx="1155192" cy="115061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7319" y="1050633"/>
            <a:ext cx="1116813" cy="111147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87319" y="1050633"/>
            <a:ext cx="1116965" cy="1111885"/>
          </a:xfrm>
          <a:custGeom>
            <a:avLst/>
            <a:gdLst/>
            <a:ahLst/>
            <a:cxnLst/>
            <a:rect l="l" t="t" r="r" b="b"/>
            <a:pathLst>
              <a:path w="1116965" h="1111885">
                <a:moveTo>
                  <a:pt x="118496" y="204634"/>
                </a:moveTo>
                <a:lnTo>
                  <a:pt x="149785" y="168741"/>
                </a:lnTo>
                <a:lnTo>
                  <a:pt x="183515" y="136234"/>
                </a:lnTo>
                <a:lnTo>
                  <a:pt x="219451" y="107137"/>
                </a:lnTo>
                <a:lnTo>
                  <a:pt x="257356" y="81474"/>
                </a:lnTo>
                <a:lnTo>
                  <a:pt x="296996" y="59270"/>
                </a:lnTo>
                <a:lnTo>
                  <a:pt x="338135" y="40547"/>
                </a:lnTo>
                <a:lnTo>
                  <a:pt x="380538" y="25331"/>
                </a:lnTo>
                <a:lnTo>
                  <a:pt x="423971" y="13644"/>
                </a:lnTo>
                <a:lnTo>
                  <a:pt x="468196" y="5510"/>
                </a:lnTo>
                <a:lnTo>
                  <a:pt x="512980" y="954"/>
                </a:lnTo>
                <a:lnTo>
                  <a:pt x="558087" y="0"/>
                </a:lnTo>
                <a:lnTo>
                  <a:pt x="603281" y="2670"/>
                </a:lnTo>
                <a:lnTo>
                  <a:pt x="648327" y="8990"/>
                </a:lnTo>
                <a:lnTo>
                  <a:pt x="692991" y="18983"/>
                </a:lnTo>
                <a:lnTo>
                  <a:pt x="737036" y="32672"/>
                </a:lnTo>
                <a:lnTo>
                  <a:pt x="780227" y="50083"/>
                </a:lnTo>
                <a:lnTo>
                  <a:pt x="822330" y="71238"/>
                </a:lnTo>
                <a:lnTo>
                  <a:pt x="863108" y="96162"/>
                </a:lnTo>
                <a:lnTo>
                  <a:pt x="902327" y="124878"/>
                </a:lnTo>
                <a:lnTo>
                  <a:pt x="939023" y="156757"/>
                </a:lnTo>
                <a:lnTo>
                  <a:pt x="972365" y="190998"/>
                </a:lnTo>
                <a:lnTo>
                  <a:pt x="1002325" y="227366"/>
                </a:lnTo>
                <a:lnTo>
                  <a:pt x="1028874" y="265625"/>
                </a:lnTo>
                <a:lnTo>
                  <a:pt x="1051985" y="305541"/>
                </a:lnTo>
                <a:lnTo>
                  <a:pt x="1071626" y="346879"/>
                </a:lnTo>
                <a:lnTo>
                  <a:pt x="1087772" y="389404"/>
                </a:lnTo>
                <a:lnTo>
                  <a:pt x="1100392" y="432881"/>
                </a:lnTo>
                <a:lnTo>
                  <a:pt x="1109458" y="477076"/>
                </a:lnTo>
                <a:lnTo>
                  <a:pt x="1114941" y="521754"/>
                </a:lnTo>
                <a:lnTo>
                  <a:pt x="1116813" y="566679"/>
                </a:lnTo>
                <a:lnTo>
                  <a:pt x="1115044" y="611617"/>
                </a:lnTo>
                <a:lnTo>
                  <a:pt x="1109608" y="656333"/>
                </a:lnTo>
                <a:lnTo>
                  <a:pt x="1100473" y="700593"/>
                </a:lnTo>
                <a:lnTo>
                  <a:pt x="1087613" y="744160"/>
                </a:lnTo>
                <a:lnTo>
                  <a:pt x="1070998" y="786801"/>
                </a:lnTo>
                <a:lnTo>
                  <a:pt x="1050600" y="828281"/>
                </a:lnTo>
                <a:lnTo>
                  <a:pt x="1026390" y="868365"/>
                </a:lnTo>
                <a:lnTo>
                  <a:pt x="998339" y="906817"/>
                </a:lnTo>
                <a:lnTo>
                  <a:pt x="967050" y="942710"/>
                </a:lnTo>
                <a:lnTo>
                  <a:pt x="933320" y="975218"/>
                </a:lnTo>
                <a:lnTo>
                  <a:pt x="897385" y="1004315"/>
                </a:lnTo>
                <a:lnTo>
                  <a:pt x="859481" y="1029978"/>
                </a:lnTo>
                <a:lnTo>
                  <a:pt x="819841" y="1052184"/>
                </a:lnTo>
                <a:lnTo>
                  <a:pt x="778703" y="1070908"/>
                </a:lnTo>
                <a:lnTo>
                  <a:pt x="736300" y="1086127"/>
                </a:lnTo>
                <a:lnTo>
                  <a:pt x="692869" y="1097817"/>
                </a:lnTo>
                <a:lnTo>
                  <a:pt x="648644" y="1105954"/>
                </a:lnTo>
                <a:lnTo>
                  <a:pt x="603860" y="1110515"/>
                </a:lnTo>
                <a:lnTo>
                  <a:pt x="558754" y="1111476"/>
                </a:lnTo>
                <a:lnTo>
                  <a:pt x="513560" y="1108813"/>
                </a:lnTo>
                <a:lnTo>
                  <a:pt x="468514" y="1102502"/>
                </a:lnTo>
                <a:lnTo>
                  <a:pt x="423850" y="1092519"/>
                </a:lnTo>
                <a:lnTo>
                  <a:pt x="379804" y="1078841"/>
                </a:lnTo>
                <a:lnTo>
                  <a:pt x="336612" y="1061444"/>
                </a:lnTo>
                <a:lnTo>
                  <a:pt x="294508" y="1040304"/>
                </a:lnTo>
                <a:lnTo>
                  <a:pt x="253729" y="1015397"/>
                </a:lnTo>
                <a:lnTo>
                  <a:pt x="214508" y="986700"/>
                </a:lnTo>
                <a:lnTo>
                  <a:pt x="177812" y="954821"/>
                </a:lnTo>
                <a:lnTo>
                  <a:pt x="144469" y="920580"/>
                </a:lnTo>
                <a:lnTo>
                  <a:pt x="114507" y="884212"/>
                </a:lnTo>
                <a:lnTo>
                  <a:pt x="87955" y="845952"/>
                </a:lnTo>
                <a:lnTo>
                  <a:pt x="64842" y="806035"/>
                </a:lnTo>
                <a:lnTo>
                  <a:pt x="45198" y="764695"/>
                </a:lnTo>
                <a:lnTo>
                  <a:pt x="29049" y="722168"/>
                </a:lnTo>
                <a:lnTo>
                  <a:pt x="16427" y="678687"/>
                </a:lnTo>
                <a:lnTo>
                  <a:pt x="7358" y="634488"/>
                </a:lnTo>
                <a:lnTo>
                  <a:pt x="1873" y="589806"/>
                </a:lnTo>
                <a:lnTo>
                  <a:pt x="0" y="544874"/>
                </a:lnTo>
                <a:lnTo>
                  <a:pt x="1767" y="499929"/>
                </a:lnTo>
                <a:lnTo>
                  <a:pt x="7203" y="455204"/>
                </a:lnTo>
                <a:lnTo>
                  <a:pt x="16338" y="410935"/>
                </a:lnTo>
                <a:lnTo>
                  <a:pt x="29200" y="367355"/>
                </a:lnTo>
                <a:lnTo>
                  <a:pt x="45818" y="324701"/>
                </a:lnTo>
                <a:lnTo>
                  <a:pt x="66221" y="283206"/>
                </a:lnTo>
                <a:lnTo>
                  <a:pt x="90437" y="243105"/>
                </a:lnTo>
                <a:lnTo>
                  <a:pt x="118496" y="204634"/>
                </a:lnTo>
              </a:path>
              <a:path w="1116965" h="1111885">
                <a:moveTo>
                  <a:pt x="220477" y="286041"/>
                </a:moveTo>
                <a:lnTo>
                  <a:pt x="193856" y="323455"/>
                </a:lnTo>
                <a:lnTo>
                  <a:pt x="171955" y="362810"/>
                </a:lnTo>
                <a:lnTo>
                  <a:pt x="154729" y="403741"/>
                </a:lnTo>
                <a:lnTo>
                  <a:pt x="142131" y="445881"/>
                </a:lnTo>
                <a:lnTo>
                  <a:pt x="134116" y="488865"/>
                </a:lnTo>
                <a:lnTo>
                  <a:pt x="130638" y="532328"/>
                </a:lnTo>
                <a:lnTo>
                  <a:pt x="131651" y="575903"/>
                </a:lnTo>
                <a:lnTo>
                  <a:pt x="137108" y="619227"/>
                </a:lnTo>
                <a:lnTo>
                  <a:pt x="146964" y="661933"/>
                </a:lnTo>
                <a:lnTo>
                  <a:pt x="161173" y="703655"/>
                </a:lnTo>
                <a:lnTo>
                  <a:pt x="179689" y="744028"/>
                </a:lnTo>
                <a:lnTo>
                  <a:pt x="202465" y="782686"/>
                </a:lnTo>
                <a:lnTo>
                  <a:pt x="229457" y="819265"/>
                </a:lnTo>
                <a:lnTo>
                  <a:pt x="260618" y="853397"/>
                </a:lnTo>
                <a:lnTo>
                  <a:pt x="295902" y="884719"/>
                </a:lnTo>
                <a:lnTo>
                  <a:pt x="334265" y="912179"/>
                </a:lnTo>
                <a:lnTo>
                  <a:pt x="374453" y="934995"/>
                </a:lnTo>
                <a:lnTo>
                  <a:pt x="416101" y="953204"/>
                </a:lnTo>
                <a:lnTo>
                  <a:pt x="458841" y="966841"/>
                </a:lnTo>
                <a:lnTo>
                  <a:pt x="502308" y="975943"/>
                </a:lnTo>
                <a:lnTo>
                  <a:pt x="546136" y="980546"/>
                </a:lnTo>
                <a:lnTo>
                  <a:pt x="589957" y="980687"/>
                </a:lnTo>
                <a:lnTo>
                  <a:pt x="633406" y="976403"/>
                </a:lnTo>
                <a:lnTo>
                  <a:pt x="676117" y="967728"/>
                </a:lnTo>
                <a:lnTo>
                  <a:pt x="717723" y="954701"/>
                </a:lnTo>
                <a:lnTo>
                  <a:pt x="757858" y="937356"/>
                </a:lnTo>
                <a:lnTo>
                  <a:pt x="796155" y="915731"/>
                </a:lnTo>
                <a:lnTo>
                  <a:pt x="832248" y="889862"/>
                </a:lnTo>
                <a:lnTo>
                  <a:pt x="865771" y="859785"/>
                </a:lnTo>
                <a:lnTo>
                  <a:pt x="896358" y="825537"/>
                </a:lnTo>
                <a:lnTo>
                  <a:pt x="922982" y="788101"/>
                </a:lnTo>
                <a:lnTo>
                  <a:pt x="944884" y="748730"/>
                </a:lnTo>
                <a:lnTo>
                  <a:pt x="962111" y="707789"/>
                </a:lnTo>
                <a:lnTo>
                  <a:pt x="974709" y="665643"/>
                </a:lnTo>
                <a:lnTo>
                  <a:pt x="982725" y="622657"/>
                </a:lnTo>
                <a:lnTo>
                  <a:pt x="986203" y="579196"/>
                </a:lnTo>
                <a:lnTo>
                  <a:pt x="985191" y="535624"/>
                </a:lnTo>
                <a:lnTo>
                  <a:pt x="979734" y="492307"/>
                </a:lnTo>
                <a:lnTo>
                  <a:pt x="969878" y="449609"/>
                </a:lnTo>
                <a:lnTo>
                  <a:pt x="955669" y="407895"/>
                </a:lnTo>
                <a:lnTo>
                  <a:pt x="937154" y="367530"/>
                </a:lnTo>
                <a:lnTo>
                  <a:pt x="914378" y="328880"/>
                </a:lnTo>
                <a:lnTo>
                  <a:pt x="887387" y="292308"/>
                </a:lnTo>
                <a:lnTo>
                  <a:pt x="856228" y="258179"/>
                </a:lnTo>
                <a:lnTo>
                  <a:pt x="820946" y="226859"/>
                </a:lnTo>
                <a:lnTo>
                  <a:pt x="782581" y="199399"/>
                </a:lnTo>
                <a:lnTo>
                  <a:pt x="742390" y="176583"/>
                </a:lnTo>
                <a:lnTo>
                  <a:pt x="700741" y="158375"/>
                </a:lnTo>
                <a:lnTo>
                  <a:pt x="657999" y="144737"/>
                </a:lnTo>
                <a:lnTo>
                  <a:pt x="614531" y="135635"/>
                </a:lnTo>
                <a:lnTo>
                  <a:pt x="570702" y="131032"/>
                </a:lnTo>
                <a:lnTo>
                  <a:pt x="526880" y="130891"/>
                </a:lnTo>
                <a:lnTo>
                  <a:pt x="483430" y="135175"/>
                </a:lnTo>
                <a:lnTo>
                  <a:pt x="440719" y="143850"/>
                </a:lnTo>
                <a:lnTo>
                  <a:pt x="399113" y="156877"/>
                </a:lnTo>
                <a:lnTo>
                  <a:pt x="358978" y="174222"/>
                </a:lnTo>
                <a:lnTo>
                  <a:pt x="320681" y="195847"/>
                </a:lnTo>
                <a:lnTo>
                  <a:pt x="284587" y="221716"/>
                </a:lnTo>
                <a:lnTo>
                  <a:pt x="251064" y="251793"/>
                </a:lnTo>
                <a:lnTo>
                  <a:pt x="220477" y="286041"/>
                </a:lnTo>
              </a:path>
            </a:pathLst>
          </a:custGeom>
          <a:ln w="7349">
            <a:solidFill>
              <a:srgbClr val="C6B7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12875" y="0"/>
            <a:ext cx="8131175" cy="6858000"/>
          </a:xfrm>
          <a:custGeom>
            <a:avLst/>
            <a:gdLst/>
            <a:ahLst/>
            <a:cxnLst/>
            <a:rect l="l" t="t" r="r" b="b"/>
            <a:pathLst>
              <a:path w="8131175" h="6858000">
                <a:moveTo>
                  <a:pt x="8131175" y="0"/>
                </a:moveTo>
                <a:lnTo>
                  <a:pt x="0" y="0"/>
                </a:lnTo>
                <a:lnTo>
                  <a:pt x="0" y="6858000"/>
                </a:lnTo>
                <a:lnTo>
                  <a:pt x="8131175" y="6858000"/>
                </a:lnTo>
                <a:lnTo>
                  <a:pt x="81311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5736" y="0"/>
            <a:ext cx="155447" cy="685799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1014983" y="0"/>
            <a:ext cx="73660" cy="6858000"/>
          </a:xfrm>
          <a:custGeom>
            <a:avLst/>
            <a:gdLst/>
            <a:ahLst/>
            <a:cxnLst/>
            <a:rect l="l" t="t" r="r" b="b"/>
            <a:pathLst>
              <a:path w="73659" h="6858000">
                <a:moveTo>
                  <a:pt x="73152" y="0"/>
                </a:moveTo>
                <a:lnTo>
                  <a:pt x="0" y="0"/>
                </a:lnTo>
                <a:lnTo>
                  <a:pt x="0" y="6858000"/>
                </a:lnTo>
                <a:lnTo>
                  <a:pt x="73152" y="6858000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18-May-23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506" y="0"/>
                </a:lnTo>
                <a:lnTo>
                  <a:pt x="0" y="819404"/>
                </a:lnTo>
                <a:lnTo>
                  <a:pt x="48653" y="818012"/>
                </a:lnTo>
                <a:lnTo>
                  <a:pt x="96069" y="813890"/>
                </a:lnTo>
                <a:lnTo>
                  <a:pt x="142676" y="807114"/>
                </a:lnTo>
                <a:lnTo>
                  <a:pt x="188396" y="797760"/>
                </a:lnTo>
                <a:lnTo>
                  <a:pt x="233153" y="785906"/>
                </a:lnTo>
                <a:lnTo>
                  <a:pt x="276870" y="771629"/>
                </a:lnTo>
                <a:lnTo>
                  <a:pt x="319469" y="755005"/>
                </a:lnTo>
                <a:lnTo>
                  <a:pt x="360876" y="736111"/>
                </a:lnTo>
                <a:lnTo>
                  <a:pt x="401011" y="715024"/>
                </a:lnTo>
                <a:lnTo>
                  <a:pt x="439799" y="691821"/>
                </a:lnTo>
                <a:lnTo>
                  <a:pt x="477163" y="666580"/>
                </a:lnTo>
                <a:lnTo>
                  <a:pt x="513025" y="639376"/>
                </a:lnTo>
                <a:lnTo>
                  <a:pt x="547310" y="610287"/>
                </a:lnTo>
                <a:lnTo>
                  <a:pt x="579939" y="579389"/>
                </a:lnTo>
                <a:lnTo>
                  <a:pt x="610837" y="546760"/>
                </a:lnTo>
                <a:lnTo>
                  <a:pt x="639926" y="512477"/>
                </a:lnTo>
                <a:lnTo>
                  <a:pt x="667130" y="476615"/>
                </a:lnTo>
                <a:lnTo>
                  <a:pt x="692371" y="439253"/>
                </a:lnTo>
                <a:lnTo>
                  <a:pt x="715574" y="400467"/>
                </a:lnTo>
                <a:lnTo>
                  <a:pt x="736660" y="360334"/>
                </a:lnTo>
                <a:lnTo>
                  <a:pt x="755553" y="318930"/>
                </a:lnTo>
                <a:lnTo>
                  <a:pt x="772177" y="276333"/>
                </a:lnTo>
                <a:lnTo>
                  <a:pt x="786453" y="232620"/>
                </a:lnTo>
                <a:lnTo>
                  <a:pt x="798307" y="187868"/>
                </a:lnTo>
                <a:lnTo>
                  <a:pt x="807660" y="142152"/>
                </a:lnTo>
                <a:lnTo>
                  <a:pt x="814436" y="95551"/>
                </a:lnTo>
                <a:lnTo>
                  <a:pt x="818558" y="48141"/>
                </a:lnTo>
                <a:lnTo>
                  <a:pt x="819949" y="0"/>
                </a:lnTo>
                <a:close/>
              </a:path>
            </a:pathLst>
          </a:custGeom>
          <a:solidFill>
            <a:srgbClr val="FDF9F4">
              <a:alpha val="3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010" y="3556"/>
            <a:ext cx="820419" cy="819785"/>
          </a:xfrm>
          <a:custGeom>
            <a:avLst/>
            <a:gdLst/>
            <a:ahLst/>
            <a:cxnLst/>
            <a:rect l="l" t="t" r="r" b="b"/>
            <a:pathLst>
              <a:path w="820419" h="819785">
                <a:moveTo>
                  <a:pt x="819949" y="0"/>
                </a:moveTo>
                <a:lnTo>
                  <a:pt x="818558" y="48141"/>
                </a:lnTo>
                <a:lnTo>
                  <a:pt x="814436" y="95551"/>
                </a:lnTo>
                <a:lnTo>
                  <a:pt x="807660" y="142152"/>
                </a:lnTo>
                <a:lnTo>
                  <a:pt x="798307" y="187868"/>
                </a:lnTo>
                <a:lnTo>
                  <a:pt x="786453" y="232620"/>
                </a:lnTo>
                <a:lnTo>
                  <a:pt x="772177" y="276333"/>
                </a:lnTo>
                <a:lnTo>
                  <a:pt x="755553" y="318930"/>
                </a:lnTo>
                <a:lnTo>
                  <a:pt x="736660" y="360334"/>
                </a:lnTo>
                <a:lnTo>
                  <a:pt x="715574" y="400467"/>
                </a:lnTo>
                <a:lnTo>
                  <a:pt x="692371" y="439253"/>
                </a:lnTo>
                <a:lnTo>
                  <a:pt x="667130" y="476615"/>
                </a:lnTo>
                <a:lnTo>
                  <a:pt x="639926" y="512477"/>
                </a:lnTo>
                <a:lnTo>
                  <a:pt x="610837" y="546760"/>
                </a:lnTo>
                <a:lnTo>
                  <a:pt x="579939" y="579389"/>
                </a:lnTo>
                <a:lnTo>
                  <a:pt x="547310" y="610287"/>
                </a:lnTo>
                <a:lnTo>
                  <a:pt x="513025" y="639376"/>
                </a:lnTo>
                <a:lnTo>
                  <a:pt x="477163" y="666580"/>
                </a:lnTo>
                <a:lnTo>
                  <a:pt x="439799" y="691821"/>
                </a:lnTo>
                <a:lnTo>
                  <a:pt x="401011" y="715024"/>
                </a:lnTo>
                <a:lnTo>
                  <a:pt x="360876" y="736111"/>
                </a:lnTo>
                <a:lnTo>
                  <a:pt x="319469" y="755005"/>
                </a:lnTo>
                <a:lnTo>
                  <a:pt x="276870" y="771629"/>
                </a:lnTo>
                <a:lnTo>
                  <a:pt x="233153" y="785906"/>
                </a:lnTo>
                <a:lnTo>
                  <a:pt x="188396" y="797760"/>
                </a:lnTo>
                <a:lnTo>
                  <a:pt x="142676" y="807114"/>
                </a:lnTo>
                <a:lnTo>
                  <a:pt x="96069" y="813890"/>
                </a:lnTo>
                <a:lnTo>
                  <a:pt x="48653" y="818012"/>
                </a:lnTo>
                <a:lnTo>
                  <a:pt x="505" y="819404"/>
                </a:lnTo>
                <a:lnTo>
                  <a:pt x="336" y="819404"/>
                </a:lnTo>
                <a:lnTo>
                  <a:pt x="168" y="819404"/>
                </a:lnTo>
                <a:lnTo>
                  <a:pt x="0" y="819404"/>
                </a:lnTo>
                <a:lnTo>
                  <a:pt x="506" y="0"/>
                </a:lnTo>
                <a:lnTo>
                  <a:pt x="819949" y="0"/>
                </a:lnTo>
                <a:close/>
              </a:path>
            </a:pathLst>
          </a:custGeom>
          <a:ln w="3175">
            <a:solidFill>
              <a:srgbClr val="D2C39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015" y="6095"/>
            <a:ext cx="1784604" cy="17830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68821" y="21081"/>
            <a:ext cx="1702435" cy="1702435"/>
          </a:xfrm>
          <a:custGeom>
            <a:avLst/>
            <a:gdLst/>
            <a:ahLst/>
            <a:cxnLst/>
            <a:rect l="l" t="t" r="r" b="b"/>
            <a:pathLst>
              <a:path w="1702435" h="1702435">
                <a:moveTo>
                  <a:pt x="0" y="851154"/>
                </a:moveTo>
                <a:lnTo>
                  <a:pt x="1347" y="802859"/>
                </a:lnTo>
                <a:lnTo>
                  <a:pt x="5341" y="755271"/>
                </a:lnTo>
                <a:lnTo>
                  <a:pt x="11909" y="708461"/>
                </a:lnTo>
                <a:lnTo>
                  <a:pt x="20981" y="662500"/>
                </a:lnTo>
                <a:lnTo>
                  <a:pt x="32484" y="617462"/>
                </a:lnTo>
                <a:lnTo>
                  <a:pt x="46346" y="573417"/>
                </a:lnTo>
                <a:lnTo>
                  <a:pt x="62495" y="530438"/>
                </a:lnTo>
                <a:lnTo>
                  <a:pt x="80860" y="488596"/>
                </a:lnTo>
                <a:lnTo>
                  <a:pt x="101369" y="447964"/>
                </a:lnTo>
                <a:lnTo>
                  <a:pt x="123949" y="408613"/>
                </a:lnTo>
                <a:lnTo>
                  <a:pt x="148530" y="370615"/>
                </a:lnTo>
                <a:lnTo>
                  <a:pt x="175039" y="334042"/>
                </a:lnTo>
                <a:lnTo>
                  <a:pt x="203404" y="298966"/>
                </a:lnTo>
                <a:lnTo>
                  <a:pt x="233553" y="265459"/>
                </a:lnTo>
                <a:lnTo>
                  <a:pt x="265416" y="233593"/>
                </a:lnTo>
                <a:lnTo>
                  <a:pt x="298919" y="203439"/>
                </a:lnTo>
                <a:lnTo>
                  <a:pt x="333991" y="175070"/>
                </a:lnTo>
                <a:lnTo>
                  <a:pt x="370561" y="148557"/>
                </a:lnTo>
                <a:lnTo>
                  <a:pt x="408556" y="123973"/>
                </a:lnTo>
                <a:lnTo>
                  <a:pt x="447904" y="101388"/>
                </a:lnTo>
                <a:lnTo>
                  <a:pt x="488534" y="80876"/>
                </a:lnTo>
                <a:lnTo>
                  <a:pt x="530373" y="62508"/>
                </a:lnTo>
                <a:lnTo>
                  <a:pt x="573351" y="46355"/>
                </a:lnTo>
                <a:lnTo>
                  <a:pt x="617394" y="32490"/>
                </a:lnTo>
                <a:lnTo>
                  <a:pt x="662432" y="20985"/>
                </a:lnTo>
                <a:lnTo>
                  <a:pt x="708393" y="11912"/>
                </a:lnTo>
                <a:lnTo>
                  <a:pt x="755204" y="5342"/>
                </a:lnTo>
                <a:lnTo>
                  <a:pt x="802793" y="1347"/>
                </a:lnTo>
                <a:lnTo>
                  <a:pt x="851090" y="0"/>
                </a:lnTo>
                <a:lnTo>
                  <a:pt x="899386" y="1347"/>
                </a:lnTo>
                <a:lnTo>
                  <a:pt x="946976" y="5342"/>
                </a:lnTo>
                <a:lnTo>
                  <a:pt x="993786" y="11912"/>
                </a:lnTo>
                <a:lnTo>
                  <a:pt x="1039746" y="20985"/>
                </a:lnTo>
                <a:lnTo>
                  <a:pt x="1084783" y="32490"/>
                </a:lnTo>
                <a:lnTo>
                  <a:pt x="1128825" y="46355"/>
                </a:lnTo>
                <a:lnTo>
                  <a:pt x="1171801" y="62508"/>
                </a:lnTo>
                <a:lnTo>
                  <a:pt x="1213639" y="80876"/>
                </a:lnTo>
                <a:lnTo>
                  <a:pt x="1254268" y="101388"/>
                </a:lnTo>
                <a:lnTo>
                  <a:pt x="1293614" y="123973"/>
                </a:lnTo>
                <a:lnTo>
                  <a:pt x="1331607" y="148557"/>
                </a:lnTo>
                <a:lnTo>
                  <a:pt x="1368174" y="175070"/>
                </a:lnTo>
                <a:lnTo>
                  <a:pt x="1403245" y="203439"/>
                </a:lnTo>
                <a:lnTo>
                  <a:pt x="1436746" y="233593"/>
                </a:lnTo>
                <a:lnTo>
                  <a:pt x="1468606" y="265459"/>
                </a:lnTo>
                <a:lnTo>
                  <a:pt x="1498754" y="298966"/>
                </a:lnTo>
                <a:lnTo>
                  <a:pt x="1527117" y="334042"/>
                </a:lnTo>
                <a:lnTo>
                  <a:pt x="1553624" y="370615"/>
                </a:lnTo>
                <a:lnTo>
                  <a:pt x="1578203" y="408613"/>
                </a:lnTo>
                <a:lnTo>
                  <a:pt x="1600782" y="447964"/>
                </a:lnTo>
                <a:lnTo>
                  <a:pt x="1621289" y="488596"/>
                </a:lnTo>
                <a:lnTo>
                  <a:pt x="1639653" y="530438"/>
                </a:lnTo>
                <a:lnTo>
                  <a:pt x="1655801" y="573417"/>
                </a:lnTo>
                <a:lnTo>
                  <a:pt x="1669661" y="617462"/>
                </a:lnTo>
                <a:lnTo>
                  <a:pt x="1681163" y="662500"/>
                </a:lnTo>
                <a:lnTo>
                  <a:pt x="1690234" y="708461"/>
                </a:lnTo>
                <a:lnTo>
                  <a:pt x="1696802" y="755271"/>
                </a:lnTo>
                <a:lnTo>
                  <a:pt x="1700795" y="802859"/>
                </a:lnTo>
                <a:lnTo>
                  <a:pt x="1702142" y="851154"/>
                </a:lnTo>
                <a:lnTo>
                  <a:pt x="1700795" y="899447"/>
                </a:lnTo>
                <a:lnTo>
                  <a:pt x="1696802" y="947034"/>
                </a:lnTo>
                <a:lnTo>
                  <a:pt x="1690234" y="993843"/>
                </a:lnTo>
                <a:lnTo>
                  <a:pt x="1681163" y="1039800"/>
                </a:lnTo>
                <a:lnTo>
                  <a:pt x="1669661" y="1084835"/>
                </a:lnTo>
                <a:lnTo>
                  <a:pt x="1655801" y="1128876"/>
                </a:lnTo>
                <a:lnTo>
                  <a:pt x="1639653" y="1171850"/>
                </a:lnTo>
                <a:lnTo>
                  <a:pt x="1621289" y="1213687"/>
                </a:lnTo>
                <a:lnTo>
                  <a:pt x="1600782" y="1254314"/>
                </a:lnTo>
                <a:lnTo>
                  <a:pt x="1578203" y="1293659"/>
                </a:lnTo>
                <a:lnTo>
                  <a:pt x="1553624" y="1331651"/>
                </a:lnTo>
                <a:lnTo>
                  <a:pt x="1527117" y="1368218"/>
                </a:lnTo>
                <a:lnTo>
                  <a:pt x="1498754" y="1403287"/>
                </a:lnTo>
                <a:lnTo>
                  <a:pt x="1468606" y="1436788"/>
                </a:lnTo>
                <a:lnTo>
                  <a:pt x="1436746" y="1468647"/>
                </a:lnTo>
                <a:lnTo>
                  <a:pt x="1403245" y="1498795"/>
                </a:lnTo>
                <a:lnTo>
                  <a:pt x="1368174" y="1527157"/>
                </a:lnTo>
                <a:lnTo>
                  <a:pt x="1331607" y="1553664"/>
                </a:lnTo>
                <a:lnTo>
                  <a:pt x="1293614" y="1578242"/>
                </a:lnTo>
                <a:lnTo>
                  <a:pt x="1254268" y="1600821"/>
                </a:lnTo>
                <a:lnTo>
                  <a:pt x="1213639" y="1621328"/>
                </a:lnTo>
                <a:lnTo>
                  <a:pt x="1171801" y="1639691"/>
                </a:lnTo>
                <a:lnTo>
                  <a:pt x="1128825" y="1655839"/>
                </a:lnTo>
                <a:lnTo>
                  <a:pt x="1084783" y="1669700"/>
                </a:lnTo>
                <a:lnTo>
                  <a:pt x="1039746" y="1681201"/>
                </a:lnTo>
                <a:lnTo>
                  <a:pt x="993786" y="1690272"/>
                </a:lnTo>
                <a:lnTo>
                  <a:pt x="946976" y="1696840"/>
                </a:lnTo>
                <a:lnTo>
                  <a:pt x="899386" y="1700833"/>
                </a:lnTo>
                <a:lnTo>
                  <a:pt x="851090" y="1702181"/>
                </a:lnTo>
                <a:lnTo>
                  <a:pt x="802793" y="1700833"/>
                </a:lnTo>
                <a:lnTo>
                  <a:pt x="755204" y="1696840"/>
                </a:lnTo>
                <a:lnTo>
                  <a:pt x="708393" y="1690272"/>
                </a:lnTo>
                <a:lnTo>
                  <a:pt x="662432" y="1681201"/>
                </a:lnTo>
                <a:lnTo>
                  <a:pt x="617394" y="1669700"/>
                </a:lnTo>
                <a:lnTo>
                  <a:pt x="573351" y="1655839"/>
                </a:lnTo>
                <a:lnTo>
                  <a:pt x="530373" y="1639691"/>
                </a:lnTo>
                <a:lnTo>
                  <a:pt x="488534" y="1621328"/>
                </a:lnTo>
                <a:lnTo>
                  <a:pt x="447904" y="1600821"/>
                </a:lnTo>
                <a:lnTo>
                  <a:pt x="408556" y="1578242"/>
                </a:lnTo>
                <a:lnTo>
                  <a:pt x="370561" y="1553664"/>
                </a:lnTo>
                <a:lnTo>
                  <a:pt x="333991" y="1527157"/>
                </a:lnTo>
                <a:lnTo>
                  <a:pt x="298919" y="1498795"/>
                </a:lnTo>
                <a:lnTo>
                  <a:pt x="265416" y="1468647"/>
                </a:lnTo>
                <a:lnTo>
                  <a:pt x="233553" y="1436788"/>
                </a:lnTo>
                <a:lnTo>
                  <a:pt x="203404" y="1403287"/>
                </a:lnTo>
                <a:lnTo>
                  <a:pt x="175039" y="1368218"/>
                </a:lnTo>
                <a:lnTo>
                  <a:pt x="148530" y="1331651"/>
                </a:lnTo>
                <a:lnTo>
                  <a:pt x="123949" y="1293659"/>
                </a:lnTo>
                <a:lnTo>
                  <a:pt x="101369" y="1254314"/>
                </a:lnTo>
                <a:lnTo>
                  <a:pt x="80860" y="1213687"/>
                </a:lnTo>
                <a:lnTo>
                  <a:pt x="62495" y="1171850"/>
                </a:lnTo>
                <a:lnTo>
                  <a:pt x="46346" y="1128876"/>
                </a:lnTo>
                <a:lnTo>
                  <a:pt x="32484" y="1084835"/>
                </a:lnTo>
                <a:lnTo>
                  <a:pt x="20981" y="1039800"/>
                </a:lnTo>
                <a:lnTo>
                  <a:pt x="11909" y="993843"/>
                </a:lnTo>
                <a:lnTo>
                  <a:pt x="5341" y="947034"/>
                </a:lnTo>
                <a:lnTo>
                  <a:pt x="1347" y="899447"/>
                </a:lnTo>
                <a:lnTo>
                  <a:pt x="0" y="851154"/>
                </a:lnTo>
                <a:close/>
              </a:path>
            </a:pathLst>
          </a:custGeom>
          <a:ln w="27305">
            <a:solidFill>
              <a:srgbClr val="FFF6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2212" y="1045464"/>
            <a:ext cx="1155192" cy="115061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7319" y="1050633"/>
            <a:ext cx="1116813" cy="1111476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87319" y="1050633"/>
            <a:ext cx="1116965" cy="1111885"/>
          </a:xfrm>
          <a:custGeom>
            <a:avLst/>
            <a:gdLst/>
            <a:ahLst/>
            <a:cxnLst/>
            <a:rect l="l" t="t" r="r" b="b"/>
            <a:pathLst>
              <a:path w="1116965" h="1111885">
                <a:moveTo>
                  <a:pt x="118496" y="204634"/>
                </a:moveTo>
                <a:lnTo>
                  <a:pt x="149785" y="168741"/>
                </a:lnTo>
                <a:lnTo>
                  <a:pt x="183515" y="136234"/>
                </a:lnTo>
                <a:lnTo>
                  <a:pt x="219451" y="107137"/>
                </a:lnTo>
                <a:lnTo>
                  <a:pt x="257356" y="81474"/>
                </a:lnTo>
                <a:lnTo>
                  <a:pt x="296996" y="59270"/>
                </a:lnTo>
                <a:lnTo>
                  <a:pt x="338135" y="40547"/>
                </a:lnTo>
                <a:lnTo>
                  <a:pt x="380538" y="25331"/>
                </a:lnTo>
                <a:lnTo>
                  <a:pt x="423971" y="13644"/>
                </a:lnTo>
                <a:lnTo>
                  <a:pt x="468196" y="5510"/>
                </a:lnTo>
                <a:lnTo>
                  <a:pt x="512980" y="954"/>
                </a:lnTo>
                <a:lnTo>
                  <a:pt x="558087" y="0"/>
                </a:lnTo>
                <a:lnTo>
                  <a:pt x="603281" y="2670"/>
                </a:lnTo>
                <a:lnTo>
                  <a:pt x="648327" y="8990"/>
                </a:lnTo>
                <a:lnTo>
                  <a:pt x="692991" y="18983"/>
                </a:lnTo>
                <a:lnTo>
                  <a:pt x="737036" y="32672"/>
                </a:lnTo>
                <a:lnTo>
                  <a:pt x="780227" y="50083"/>
                </a:lnTo>
                <a:lnTo>
                  <a:pt x="822330" y="71238"/>
                </a:lnTo>
                <a:lnTo>
                  <a:pt x="863108" y="96162"/>
                </a:lnTo>
                <a:lnTo>
                  <a:pt x="902327" y="124878"/>
                </a:lnTo>
                <a:lnTo>
                  <a:pt x="939023" y="156757"/>
                </a:lnTo>
                <a:lnTo>
                  <a:pt x="972365" y="190998"/>
                </a:lnTo>
                <a:lnTo>
                  <a:pt x="1002325" y="227366"/>
                </a:lnTo>
                <a:lnTo>
                  <a:pt x="1028874" y="265625"/>
                </a:lnTo>
                <a:lnTo>
                  <a:pt x="1051985" y="305541"/>
                </a:lnTo>
                <a:lnTo>
                  <a:pt x="1071626" y="346879"/>
                </a:lnTo>
                <a:lnTo>
                  <a:pt x="1087772" y="389404"/>
                </a:lnTo>
                <a:lnTo>
                  <a:pt x="1100392" y="432881"/>
                </a:lnTo>
                <a:lnTo>
                  <a:pt x="1109458" y="477076"/>
                </a:lnTo>
                <a:lnTo>
                  <a:pt x="1114941" y="521754"/>
                </a:lnTo>
                <a:lnTo>
                  <a:pt x="1116813" y="566679"/>
                </a:lnTo>
                <a:lnTo>
                  <a:pt x="1115044" y="611617"/>
                </a:lnTo>
                <a:lnTo>
                  <a:pt x="1109608" y="656333"/>
                </a:lnTo>
                <a:lnTo>
                  <a:pt x="1100473" y="700593"/>
                </a:lnTo>
                <a:lnTo>
                  <a:pt x="1087613" y="744160"/>
                </a:lnTo>
                <a:lnTo>
                  <a:pt x="1070998" y="786801"/>
                </a:lnTo>
                <a:lnTo>
                  <a:pt x="1050600" y="828281"/>
                </a:lnTo>
                <a:lnTo>
                  <a:pt x="1026390" y="868365"/>
                </a:lnTo>
                <a:lnTo>
                  <a:pt x="998339" y="906817"/>
                </a:lnTo>
                <a:lnTo>
                  <a:pt x="967050" y="942710"/>
                </a:lnTo>
                <a:lnTo>
                  <a:pt x="933320" y="975218"/>
                </a:lnTo>
                <a:lnTo>
                  <a:pt x="897385" y="1004315"/>
                </a:lnTo>
                <a:lnTo>
                  <a:pt x="859481" y="1029978"/>
                </a:lnTo>
                <a:lnTo>
                  <a:pt x="819841" y="1052184"/>
                </a:lnTo>
                <a:lnTo>
                  <a:pt x="778703" y="1070908"/>
                </a:lnTo>
                <a:lnTo>
                  <a:pt x="736300" y="1086127"/>
                </a:lnTo>
                <a:lnTo>
                  <a:pt x="692869" y="1097817"/>
                </a:lnTo>
                <a:lnTo>
                  <a:pt x="648644" y="1105954"/>
                </a:lnTo>
                <a:lnTo>
                  <a:pt x="603860" y="1110515"/>
                </a:lnTo>
                <a:lnTo>
                  <a:pt x="558754" y="1111476"/>
                </a:lnTo>
                <a:lnTo>
                  <a:pt x="513560" y="1108813"/>
                </a:lnTo>
                <a:lnTo>
                  <a:pt x="468514" y="1102502"/>
                </a:lnTo>
                <a:lnTo>
                  <a:pt x="423850" y="1092519"/>
                </a:lnTo>
                <a:lnTo>
                  <a:pt x="379804" y="1078841"/>
                </a:lnTo>
                <a:lnTo>
                  <a:pt x="336612" y="1061444"/>
                </a:lnTo>
                <a:lnTo>
                  <a:pt x="294508" y="1040304"/>
                </a:lnTo>
                <a:lnTo>
                  <a:pt x="253729" y="1015397"/>
                </a:lnTo>
                <a:lnTo>
                  <a:pt x="214508" y="986700"/>
                </a:lnTo>
                <a:lnTo>
                  <a:pt x="177812" y="954821"/>
                </a:lnTo>
                <a:lnTo>
                  <a:pt x="144469" y="920580"/>
                </a:lnTo>
                <a:lnTo>
                  <a:pt x="114507" y="884212"/>
                </a:lnTo>
                <a:lnTo>
                  <a:pt x="87955" y="845952"/>
                </a:lnTo>
                <a:lnTo>
                  <a:pt x="64842" y="806035"/>
                </a:lnTo>
                <a:lnTo>
                  <a:pt x="45198" y="764695"/>
                </a:lnTo>
                <a:lnTo>
                  <a:pt x="29049" y="722168"/>
                </a:lnTo>
                <a:lnTo>
                  <a:pt x="16427" y="678687"/>
                </a:lnTo>
                <a:lnTo>
                  <a:pt x="7358" y="634488"/>
                </a:lnTo>
                <a:lnTo>
                  <a:pt x="1873" y="589806"/>
                </a:lnTo>
                <a:lnTo>
                  <a:pt x="0" y="544874"/>
                </a:lnTo>
                <a:lnTo>
                  <a:pt x="1767" y="499929"/>
                </a:lnTo>
                <a:lnTo>
                  <a:pt x="7203" y="455204"/>
                </a:lnTo>
                <a:lnTo>
                  <a:pt x="16338" y="410935"/>
                </a:lnTo>
                <a:lnTo>
                  <a:pt x="29200" y="367355"/>
                </a:lnTo>
                <a:lnTo>
                  <a:pt x="45818" y="324701"/>
                </a:lnTo>
                <a:lnTo>
                  <a:pt x="66221" y="283206"/>
                </a:lnTo>
                <a:lnTo>
                  <a:pt x="90437" y="243105"/>
                </a:lnTo>
                <a:lnTo>
                  <a:pt x="118496" y="204634"/>
                </a:lnTo>
              </a:path>
              <a:path w="1116965" h="1111885">
                <a:moveTo>
                  <a:pt x="220477" y="286041"/>
                </a:moveTo>
                <a:lnTo>
                  <a:pt x="193856" y="323455"/>
                </a:lnTo>
                <a:lnTo>
                  <a:pt x="171955" y="362810"/>
                </a:lnTo>
                <a:lnTo>
                  <a:pt x="154729" y="403741"/>
                </a:lnTo>
                <a:lnTo>
                  <a:pt x="142131" y="445881"/>
                </a:lnTo>
                <a:lnTo>
                  <a:pt x="134116" y="488865"/>
                </a:lnTo>
                <a:lnTo>
                  <a:pt x="130638" y="532328"/>
                </a:lnTo>
                <a:lnTo>
                  <a:pt x="131651" y="575903"/>
                </a:lnTo>
                <a:lnTo>
                  <a:pt x="137108" y="619227"/>
                </a:lnTo>
                <a:lnTo>
                  <a:pt x="146964" y="661933"/>
                </a:lnTo>
                <a:lnTo>
                  <a:pt x="161173" y="703655"/>
                </a:lnTo>
                <a:lnTo>
                  <a:pt x="179689" y="744028"/>
                </a:lnTo>
                <a:lnTo>
                  <a:pt x="202465" y="782686"/>
                </a:lnTo>
                <a:lnTo>
                  <a:pt x="229457" y="819265"/>
                </a:lnTo>
                <a:lnTo>
                  <a:pt x="260618" y="853397"/>
                </a:lnTo>
                <a:lnTo>
                  <a:pt x="295902" y="884719"/>
                </a:lnTo>
                <a:lnTo>
                  <a:pt x="334265" y="912179"/>
                </a:lnTo>
                <a:lnTo>
                  <a:pt x="374453" y="934995"/>
                </a:lnTo>
                <a:lnTo>
                  <a:pt x="416101" y="953204"/>
                </a:lnTo>
                <a:lnTo>
                  <a:pt x="458841" y="966841"/>
                </a:lnTo>
                <a:lnTo>
                  <a:pt x="502308" y="975943"/>
                </a:lnTo>
                <a:lnTo>
                  <a:pt x="546136" y="980546"/>
                </a:lnTo>
                <a:lnTo>
                  <a:pt x="589957" y="980687"/>
                </a:lnTo>
                <a:lnTo>
                  <a:pt x="633406" y="976403"/>
                </a:lnTo>
                <a:lnTo>
                  <a:pt x="676117" y="967728"/>
                </a:lnTo>
                <a:lnTo>
                  <a:pt x="717723" y="954701"/>
                </a:lnTo>
                <a:lnTo>
                  <a:pt x="757858" y="937356"/>
                </a:lnTo>
                <a:lnTo>
                  <a:pt x="796155" y="915731"/>
                </a:lnTo>
                <a:lnTo>
                  <a:pt x="832248" y="889862"/>
                </a:lnTo>
                <a:lnTo>
                  <a:pt x="865771" y="859785"/>
                </a:lnTo>
                <a:lnTo>
                  <a:pt x="896358" y="825537"/>
                </a:lnTo>
                <a:lnTo>
                  <a:pt x="922982" y="788101"/>
                </a:lnTo>
                <a:lnTo>
                  <a:pt x="944884" y="748730"/>
                </a:lnTo>
                <a:lnTo>
                  <a:pt x="962111" y="707789"/>
                </a:lnTo>
                <a:lnTo>
                  <a:pt x="974709" y="665643"/>
                </a:lnTo>
                <a:lnTo>
                  <a:pt x="982725" y="622657"/>
                </a:lnTo>
                <a:lnTo>
                  <a:pt x="986203" y="579196"/>
                </a:lnTo>
                <a:lnTo>
                  <a:pt x="985191" y="535624"/>
                </a:lnTo>
                <a:lnTo>
                  <a:pt x="979734" y="492307"/>
                </a:lnTo>
                <a:lnTo>
                  <a:pt x="969878" y="449609"/>
                </a:lnTo>
                <a:lnTo>
                  <a:pt x="955669" y="407895"/>
                </a:lnTo>
                <a:lnTo>
                  <a:pt x="937154" y="367530"/>
                </a:lnTo>
                <a:lnTo>
                  <a:pt x="914378" y="328880"/>
                </a:lnTo>
                <a:lnTo>
                  <a:pt x="887387" y="292308"/>
                </a:lnTo>
                <a:lnTo>
                  <a:pt x="856228" y="258179"/>
                </a:lnTo>
                <a:lnTo>
                  <a:pt x="820946" y="226859"/>
                </a:lnTo>
                <a:lnTo>
                  <a:pt x="782581" y="199399"/>
                </a:lnTo>
                <a:lnTo>
                  <a:pt x="742390" y="176583"/>
                </a:lnTo>
                <a:lnTo>
                  <a:pt x="700741" y="158375"/>
                </a:lnTo>
                <a:lnTo>
                  <a:pt x="657999" y="144737"/>
                </a:lnTo>
                <a:lnTo>
                  <a:pt x="614531" y="135635"/>
                </a:lnTo>
                <a:lnTo>
                  <a:pt x="570702" y="131032"/>
                </a:lnTo>
                <a:lnTo>
                  <a:pt x="526880" y="130891"/>
                </a:lnTo>
                <a:lnTo>
                  <a:pt x="483430" y="135175"/>
                </a:lnTo>
                <a:lnTo>
                  <a:pt x="440719" y="143850"/>
                </a:lnTo>
                <a:lnTo>
                  <a:pt x="399113" y="156877"/>
                </a:lnTo>
                <a:lnTo>
                  <a:pt x="358978" y="174222"/>
                </a:lnTo>
                <a:lnTo>
                  <a:pt x="320681" y="195847"/>
                </a:lnTo>
                <a:lnTo>
                  <a:pt x="284587" y="221716"/>
                </a:lnTo>
                <a:lnTo>
                  <a:pt x="251064" y="251793"/>
                </a:lnTo>
                <a:lnTo>
                  <a:pt x="220477" y="286041"/>
                </a:lnTo>
              </a:path>
            </a:pathLst>
          </a:custGeom>
          <a:ln w="7349">
            <a:solidFill>
              <a:srgbClr val="C6B7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12875" y="0"/>
            <a:ext cx="8131175" cy="6858000"/>
          </a:xfrm>
          <a:custGeom>
            <a:avLst/>
            <a:gdLst/>
            <a:ahLst/>
            <a:cxnLst/>
            <a:rect l="l" t="t" r="r" b="b"/>
            <a:pathLst>
              <a:path w="8131175" h="6858000">
                <a:moveTo>
                  <a:pt x="8131175" y="0"/>
                </a:moveTo>
                <a:lnTo>
                  <a:pt x="0" y="0"/>
                </a:lnTo>
                <a:lnTo>
                  <a:pt x="0" y="6858000"/>
                </a:lnTo>
                <a:lnTo>
                  <a:pt x="8131175" y="6858000"/>
                </a:lnTo>
                <a:lnTo>
                  <a:pt x="81311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35736" y="0"/>
            <a:ext cx="155447" cy="685799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1014983" y="0"/>
            <a:ext cx="73660" cy="6858000"/>
          </a:xfrm>
          <a:custGeom>
            <a:avLst/>
            <a:gdLst/>
            <a:ahLst/>
            <a:cxnLst/>
            <a:rect l="l" t="t" r="r" b="b"/>
            <a:pathLst>
              <a:path w="73659" h="6858000">
                <a:moveTo>
                  <a:pt x="73152" y="0"/>
                </a:moveTo>
                <a:lnTo>
                  <a:pt x="0" y="0"/>
                </a:lnTo>
                <a:lnTo>
                  <a:pt x="0" y="6858000"/>
                </a:lnTo>
                <a:lnTo>
                  <a:pt x="73152" y="6858000"/>
                </a:lnTo>
                <a:lnTo>
                  <a:pt x="731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7618" y="244805"/>
            <a:ext cx="7128763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48866" y="1413438"/>
            <a:ext cx="6446266" cy="1718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18-May-23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920435" y="233172"/>
            <a:ext cx="8207375" cy="1701164"/>
            <a:chOff x="920435" y="233172"/>
            <a:chExt cx="8207375" cy="1701164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1435" y="1413763"/>
              <a:ext cx="210312" cy="2103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0435" y="1338707"/>
              <a:ext cx="307095" cy="28636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34439" y="233172"/>
              <a:ext cx="2811780" cy="11064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84803" y="233172"/>
              <a:ext cx="826008" cy="11064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88080" y="233172"/>
              <a:ext cx="5439156" cy="110642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99103" y="827531"/>
              <a:ext cx="3272028" cy="1106424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553083" y="363473"/>
            <a:ext cx="7167880" cy="1214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7110" marR="5080" indent="-2265045">
              <a:lnSpc>
                <a:spcPct val="100000"/>
              </a:lnSpc>
              <a:spcBef>
                <a:spcPts val="100"/>
              </a:spcBef>
            </a:pPr>
            <a:r>
              <a:rPr sz="3900" spc="130" dirty="0">
                <a:solidFill>
                  <a:srgbClr val="562213"/>
                </a:solidFill>
              </a:rPr>
              <a:t>BCS202L-</a:t>
            </a:r>
            <a:r>
              <a:rPr sz="3900" spc="-110" dirty="0">
                <a:solidFill>
                  <a:srgbClr val="562213"/>
                </a:solidFill>
              </a:rPr>
              <a:t> </a:t>
            </a:r>
            <a:r>
              <a:rPr sz="3900" spc="160" dirty="0">
                <a:solidFill>
                  <a:srgbClr val="562213"/>
                </a:solidFill>
              </a:rPr>
              <a:t>Data</a:t>
            </a:r>
            <a:r>
              <a:rPr sz="3900" spc="-90" dirty="0">
                <a:solidFill>
                  <a:srgbClr val="562213"/>
                </a:solidFill>
              </a:rPr>
              <a:t> </a:t>
            </a:r>
            <a:r>
              <a:rPr sz="3900" spc="30" dirty="0">
                <a:solidFill>
                  <a:srgbClr val="562213"/>
                </a:solidFill>
              </a:rPr>
              <a:t>Structures</a:t>
            </a:r>
            <a:r>
              <a:rPr sz="3900" spc="-110" dirty="0">
                <a:solidFill>
                  <a:srgbClr val="562213"/>
                </a:solidFill>
              </a:rPr>
              <a:t> </a:t>
            </a:r>
            <a:r>
              <a:rPr sz="3900" spc="-20" dirty="0">
                <a:solidFill>
                  <a:srgbClr val="562213"/>
                </a:solidFill>
              </a:rPr>
              <a:t>and </a:t>
            </a:r>
            <a:r>
              <a:rPr sz="3900" spc="-1160" dirty="0">
                <a:solidFill>
                  <a:srgbClr val="562213"/>
                </a:solidFill>
              </a:rPr>
              <a:t> </a:t>
            </a:r>
            <a:r>
              <a:rPr sz="3900" spc="100" dirty="0">
                <a:solidFill>
                  <a:srgbClr val="562213"/>
                </a:solidFill>
              </a:rPr>
              <a:t>Algorithms</a:t>
            </a:r>
            <a:endParaRPr sz="3900"/>
          </a:p>
        </p:txBody>
      </p:sp>
      <p:sp>
        <p:nvSpPr>
          <p:cNvPr id="22" name="object 22"/>
          <p:cNvSpPr txBox="1"/>
          <p:nvPr/>
        </p:nvSpPr>
        <p:spPr>
          <a:xfrm>
            <a:off x="1097076" y="3765359"/>
            <a:ext cx="5790565" cy="193548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Dr. Priyanka N</a:t>
            </a: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600" spc="-100" dirty="0">
                <a:solidFill>
                  <a:srgbClr val="310D04"/>
                </a:solidFill>
                <a:latin typeface="Trebuchet MS"/>
                <a:cs typeface="Trebuchet MS"/>
              </a:rPr>
              <a:t>Assistant</a:t>
            </a:r>
            <a:r>
              <a:rPr sz="2600" spc="-6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Professor</a:t>
            </a:r>
            <a:r>
              <a:rPr sz="2600" spc="-7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Senior</a:t>
            </a:r>
            <a:r>
              <a:rPr sz="2600" spc="-7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75" dirty="0">
                <a:solidFill>
                  <a:srgbClr val="310D04"/>
                </a:solidFill>
                <a:latin typeface="Trebuchet MS"/>
                <a:cs typeface="Trebuchet MS"/>
              </a:rPr>
              <a:t>Grade</a:t>
            </a:r>
            <a:r>
              <a:rPr sz="2600" spc="-55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415" dirty="0">
                <a:solidFill>
                  <a:srgbClr val="310D04"/>
                </a:solidFill>
                <a:latin typeface="Trebuchet MS"/>
                <a:cs typeface="Trebuchet MS"/>
              </a:rPr>
              <a:t>1</a:t>
            </a:r>
            <a:endParaRPr sz="2600" dirty="0">
              <a:latin typeface="Trebuchet MS"/>
              <a:cs typeface="Trebuchet MS"/>
            </a:endParaRPr>
          </a:p>
          <a:p>
            <a:pPr marL="12700" marR="5080">
              <a:lnSpc>
                <a:spcPct val="111700"/>
              </a:lnSpc>
              <a:spcBef>
                <a:spcPts val="340"/>
              </a:spcBef>
            </a:pPr>
            <a:r>
              <a:rPr sz="2600" spc="-75" dirty="0">
                <a:solidFill>
                  <a:srgbClr val="310D04"/>
                </a:solidFill>
                <a:latin typeface="Trebuchet MS"/>
                <a:cs typeface="Trebuchet MS"/>
              </a:rPr>
              <a:t>School</a:t>
            </a:r>
            <a:r>
              <a:rPr sz="2600" spc="-65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310D04"/>
                </a:solidFill>
                <a:latin typeface="Trebuchet MS"/>
                <a:cs typeface="Trebuchet MS"/>
              </a:rPr>
              <a:t>of</a:t>
            </a:r>
            <a:r>
              <a:rPr sz="2600" spc="-6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20" dirty="0">
                <a:solidFill>
                  <a:srgbClr val="310D04"/>
                </a:solidFill>
                <a:latin typeface="Trebuchet MS"/>
                <a:cs typeface="Trebuchet MS"/>
              </a:rPr>
              <a:t>Comp</a:t>
            </a:r>
            <a:r>
              <a:rPr sz="2600" spc="-15" dirty="0">
                <a:solidFill>
                  <a:srgbClr val="310D04"/>
                </a:solidFill>
                <a:latin typeface="Trebuchet MS"/>
                <a:cs typeface="Trebuchet MS"/>
              </a:rPr>
              <a:t>u</a:t>
            </a:r>
            <a:r>
              <a:rPr sz="2600" spc="-105" dirty="0">
                <a:solidFill>
                  <a:srgbClr val="310D04"/>
                </a:solidFill>
                <a:latin typeface="Trebuchet MS"/>
                <a:cs typeface="Trebuchet MS"/>
              </a:rPr>
              <a:t>ter</a:t>
            </a:r>
            <a:r>
              <a:rPr sz="2600" spc="-9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140" dirty="0">
                <a:solidFill>
                  <a:srgbClr val="310D04"/>
                </a:solidFill>
                <a:latin typeface="Trebuchet MS"/>
                <a:cs typeface="Trebuchet MS"/>
              </a:rPr>
              <a:t>Scienc</a:t>
            </a:r>
            <a:r>
              <a:rPr sz="2600" spc="-175" dirty="0">
                <a:solidFill>
                  <a:srgbClr val="310D04"/>
                </a:solidFill>
                <a:latin typeface="Trebuchet MS"/>
                <a:cs typeface="Trebuchet MS"/>
              </a:rPr>
              <a:t>e</a:t>
            </a:r>
            <a:r>
              <a:rPr sz="2600" spc="-7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210" dirty="0">
                <a:solidFill>
                  <a:srgbClr val="310D04"/>
                </a:solidFill>
                <a:latin typeface="Trebuchet MS"/>
                <a:cs typeface="Trebuchet MS"/>
              </a:rPr>
              <a:t>&amp;</a:t>
            </a:r>
            <a:r>
              <a:rPr sz="2600" spc="-60" dirty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95" dirty="0">
                <a:solidFill>
                  <a:srgbClr val="310D04"/>
                </a:solidFill>
                <a:latin typeface="Trebuchet MS"/>
                <a:cs typeface="Trebuchet MS"/>
              </a:rPr>
              <a:t>E</a:t>
            </a:r>
            <a:r>
              <a:rPr sz="2600" spc="-110" dirty="0">
                <a:solidFill>
                  <a:srgbClr val="310D04"/>
                </a:solidFill>
                <a:latin typeface="Trebuchet MS"/>
                <a:cs typeface="Trebuchet MS"/>
              </a:rPr>
              <a:t>n</a:t>
            </a:r>
            <a:r>
              <a:rPr sz="2600" spc="-235" dirty="0">
                <a:solidFill>
                  <a:srgbClr val="310D04"/>
                </a:solidFill>
                <a:latin typeface="Trebuchet MS"/>
                <a:cs typeface="Trebuchet MS"/>
              </a:rPr>
              <a:t>g</a:t>
            </a:r>
            <a:r>
              <a:rPr sz="2600" spc="-130" dirty="0">
                <a:solidFill>
                  <a:srgbClr val="310D04"/>
                </a:solidFill>
                <a:latin typeface="Trebuchet MS"/>
                <a:cs typeface="Trebuchet MS"/>
              </a:rPr>
              <a:t>i</a:t>
            </a:r>
            <a:r>
              <a:rPr sz="2600" spc="-120" dirty="0">
                <a:solidFill>
                  <a:srgbClr val="310D04"/>
                </a:solidFill>
                <a:latin typeface="Trebuchet MS"/>
                <a:cs typeface="Trebuchet MS"/>
              </a:rPr>
              <a:t>nee</a:t>
            </a:r>
            <a:r>
              <a:rPr sz="2600" spc="-80" dirty="0">
                <a:solidFill>
                  <a:srgbClr val="310D04"/>
                </a:solidFill>
                <a:latin typeface="Trebuchet MS"/>
                <a:cs typeface="Trebuchet MS"/>
              </a:rPr>
              <a:t>r</a:t>
            </a:r>
            <a:r>
              <a:rPr sz="2600" spc="-105" dirty="0">
                <a:solidFill>
                  <a:srgbClr val="310D04"/>
                </a:solidFill>
                <a:latin typeface="Trebuchet MS"/>
                <a:cs typeface="Trebuchet MS"/>
              </a:rPr>
              <a:t>i</a:t>
            </a:r>
            <a:r>
              <a:rPr sz="2600" spc="-185" dirty="0">
                <a:solidFill>
                  <a:srgbClr val="310D04"/>
                </a:solidFill>
                <a:latin typeface="Trebuchet MS"/>
                <a:cs typeface="Trebuchet MS"/>
              </a:rPr>
              <a:t>n</a:t>
            </a:r>
            <a:r>
              <a:rPr sz="2600" spc="-145" dirty="0">
                <a:solidFill>
                  <a:srgbClr val="310D04"/>
                </a:solidFill>
                <a:latin typeface="Trebuchet MS"/>
                <a:cs typeface="Trebuchet MS"/>
              </a:rPr>
              <a:t>g  </a:t>
            </a:r>
            <a:r>
              <a:rPr sz="3900" spc="-232" baseline="-5341" dirty="0">
                <a:solidFill>
                  <a:srgbClr val="310D04"/>
                </a:solidFill>
                <a:latin typeface="Trebuchet MS"/>
                <a:cs typeface="Trebuchet MS"/>
              </a:rPr>
              <a:t>VIT</a:t>
            </a:r>
            <a:r>
              <a:rPr sz="3900" spc="-232" baseline="-5341" dirty="0" smtClean="0">
                <a:solidFill>
                  <a:srgbClr val="310D04"/>
                </a:solidFill>
                <a:latin typeface="Trebuchet MS"/>
                <a:cs typeface="Trebuchet MS"/>
              </a:rPr>
              <a:t>,</a:t>
            </a:r>
            <a:r>
              <a:rPr lang="en-US" sz="3900" spc="-232" baseline="-5341" dirty="0" smtClean="0">
                <a:solidFill>
                  <a:srgbClr val="310D04"/>
                </a:solidFill>
                <a:latin typeface="Trebuchet MS"/>
                <a:cs typeface="Trebuchet MS"/>
              </a:rPr>
              <a:t> </a:t>
            </a:r>
            <a:r>
              <a:rPr sz="2600" spc="-155" dirty="0" smtClean="0">
                <a:solidFill>
                  <a:srgbClr val="310D04"/>
                </a:solidFill>
                <a:latin typeface="Trebuchet MS"/>
                <a:cs typeface="Trebuchet MS"/>
              </a:rPr>
              <a:t>Vellore</a:t>
            </a:r>
            <a:r>
              <a:rPr sz="2600" spc="-155" dirty="0">
                <a:solidFill>
                  <a:srgbClr val="310D04"/>
                </a:solidFill>
                <a:latin typeface="Trebuchet MS"/>
                <a:cs typeface="Trebuchet MS"/>
              </a:rPr>
              <a:t>.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581911" y="144779"/>
            <a:ext cx="7286625" cy="1572895"/>
            <a:chOff x="1581911" y="144779"/>
            <a:chExt cx="7286625" cy="157289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81911" y="144779"/>
              <a:ext cx="2599943" cy="102412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69207" y="144779"/>
              <a:ext cx="765048" cy="102412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46576" y="144779"/>
              <a:ext cx="5021580" cy="102412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74363" y="693420"/>
              <a:ext cx="3020567" cy="1024127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875789" y="266522"/>
            <a:ext cx="6617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5025" marR="5080" indent="-2092960">
              <a:lnSpc>
                <a:spcPct val="100000"/>
              </a:lnSpc>
              <a:spcBef>
                <a:spcPts val="100"/>
              </a:spcBef>
            </a:pPr>
            <a:r>
              <a:rPr spc="125" dirty="0">
                <a:solidFill>
                  <a:srgbClr val="562213"/>
                </a:solidFill>
              </a:rPr>
              <a:t>BCS202L-</a:t>
            </a:r>
            <a:r>
              <a:rPr spc="-114" dirty="0">
                <a:solidFill>
                  <a:srgbClr val="562213"/>
                </a:solidFill>
              </a:rPr>
              <a:t> </a:t>
            </a:r>
            <a:r>
              <a:rPr spc="145" dirty="0">
                <a:solidFill>
                  <a:srgbClr val="562213"/>
                </a:solidFill>
              </a:rPr>
              <a:t>Data</a:t>
            </a:r>
            <a:r>
              <a:rPr spc="-95" dirty="0">
                <a:solidFill>
                  <a:srgbClr val="562213"/>
                </a:solidFill>
              </a:rPr>
              <a:t> </a:t>
            </a:r>
            <a:r>
              <a:rPr spc="25" dirty="0">
                <a:solidFill>
                  <a:srgbClr val="562213"/>
                </a:solidFill>
              </a:rPr>
              <a:t>Structures</a:t>
            </a:r>
            <a:r>
              <a:rPr spc="-95" dirty="0">
                <a:solidFill>
                  <a:srgbClr val="562213"/>
                </a:solidFill>
              </a:rPr>
              <a:t> </a:t>
            </a:r>
            <a:r>
              <a:rPr spc="-10" dirty="0">
                <a:solidFill>
                  <a:srgbClr val="562213"/>
                </a:solidFill>
              </a:rPr>
              <a:t>and </a:t>
            </a:r>
            <a:r>
              <a:rPr spc="-1070" dirty="0">
                <a:solidFill>
                  <a:srgbClr val="562213"/>
                </a:solidFill>
              </a:rPr>
              <a:t> </a:t>
            </a:r>
            <a:r>
              <a:rPr spc="90" dirty="0">
                <a:solidFill>
                  <a:srgbClr val="562213"/>
                </a:solidFill>
              </a:rPr>
              <a:t>Algorithms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204975" y="1712442"/>
            <a:ext cx="6291580" cy="42938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95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0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5" dirty="0">
                <a:solidFill>
                  <a:srgbClr val="006FC0"/>
                </a:solidFill>
                <a:latin typeface="Trebuchet MS"/>
                <a:cs typeface="Trebuchet MS"/>
              </a:rPr>
              <a:t>1:</a:t>
            </a:r>
            <a:r>
              <a:rPr sz="3500" spc="-8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27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spc="-200" dirty="0">
                <a:solidFill>
                  <a:srgbClr val="006FC0"/>
                </a:solidFill>
                <a:latin typeface="Trebuchet MS"/>
                <a:cs typeface="Trebuchet MS"/>
              </a:rPr>
              <a:t>l</a:t>
            </a:r>
            <a:r>
              <a:rPr sz="3500" spc="-370" dirty="0">
                <a:solidFill>
                  <a:srgbClr val="006FC0"/>
                </a:solidFill>
                <a:latin typeface="Trebuchet MS"/>
                <a:cs typeface="Trebuchet MS"/>
              </a:rPr>
              <a:t>g</a:t>
            </a:r>
            <a:r>
              <a:rPr sz="3500" spc="-125" dirty="0">
                <a:solidFill>
                  <a:srgbClr val="006FC0"/>
                </a:solidFill>
                <a:latin typeface="Trebuchet MS"/>
                <a:cs typeface="Trebuchet MS"/>
              </a:rPr>
              <a:t>orithm</a:t>
            </a:r>
            <a:r>
              <a:rPr sz="3500" spc="-47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45" dirty="0">
                <a:solidFill>
                  <a:srgbClr val="006FC0"/>
                </a:solidFill>
                <a:latin typeface="Trebuchet MS"/>
                <a:cs typeface="Trebuchet MS"/>
              </a:rPr>
              <a:t>Ana</a:t>
            </a:r>
            <a:r>
              <a:rPr sz="3500" spc="-105" dirty="0">
                <a:solidFill>
                  <a:srgbClr val="006FC0"/>
                </a:solidFill>
                <a:latin typeface="Trebuchet MS"/>
                <a:cs typeface="Trebuchet MS"/>
              </a:rPr>
              <a:t>l</a:t>
            </a:r>
            <a:r>
              <a:rPr sz="3500" spc="-140" dirty="0">
                <a:solidFill>
                  <a:srgbClr val="006FC0"/>
                </a:solidFill>
                <a:latin typeface="Trebuchet MS"/>
                <a:cs typeface="Trebuchet MS"/>
              </a:rPr>
              <a:t>ysis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95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0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5" dirty="0">
                <a:solidFill>
                  <a:srgbClr val="006FC0"/>
                </a:solidFill>
                <a:latin typeface="Trebuchet MS"/>
                <a:cs typeface="Trebuchet MS"/>
              </a:rPr>
              <a:t>2: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80" dirty="0">
                <a:solidFill>
                  <a:srgbClr val="006FC0"/>
                </a:solidFill>
                <a:latin typeface="Trebuchet MS"/>
                <a:cs typeface="Trebuchet MS"/>
              </a:rPr>
              <a:t>Linea</a:t>
            </a:r>
            <a:r>
              <a:rPr sz="3500" spc="-140" dirty="0">
                <a:solidFill>
                  <a:srgbClr val="006FC0"/>
                </a:solidFill>
                <a:latin typeface="Trebuchet MS"/>
                <a:cs typeface="Trebuchet MS"/>
              </a:rPr>
              <a:t>r</a:t>
            </a:r>
            <a:r>
              <a:rPr sz="3500" spc="-110" dirty="0">
                <a:solidFill>
                  <a:srgbClr val="006FC0"/>
                </a:solidFill>
                <a:latin typeface="Trebuchet MS"/>
                <a:cs typeface="Trebuchet MS"/>
              </a:rPr>
              <a:t> Data</a:t>
            </a:r>
            <a:r>
              <a:rPr sz="3500" spc="-10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30" dirty="0">
                <a:solidFill>
                  <a:srgbClr val="006FC0"/>
                </a:solidFill>
                <a:latin typeface="Trebuchet MS"/>
                <a:cs typeface="Trebuchet MS"/>
              </a:rPr>
              <a:t>Structu</a:t>
            </a:r>
            <a:r>
              <a:rPr sz="3500" spc="-175" dirty="0">
                <a:solidFill>
                  <a:srgbClr val="006FC0"/>
                </a:solidFill>
                <a:latin typeface="Trebuchet MS"/>
                <a:cs typeface="Trebuchet MS"/>
              </a:rPr>
              <a:t>r</a:t>
            </a:r>
            <a:r>
              <a:rPr sz="3500" spc="-150" dirty="0">
                <a:solidFill>
                  <a:srgbClr val="006FC0"/>
                </a:solidFill>
                <a:latin typeface="Trebuchet MS"/>
                <a:cs typeface="Trebuchet MS"/>
              </a:rPr>
              <a:t>es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145" dirty="0">
                <a:solidFill>
                  <a:srgbClr val="006FC0"/>
                </a:solidFill>
                <a:latin typeface="Trebuchet MS"/>
                <a:cs typeface="Trebuchet MS"/>
              </a:rPr>
              <a:t>Module-3: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95" dirty="0">
                <a:solidFill>
                  <a:srgbClr val="006FC0"/>
                </a:solidFill>
                <a:latin typeface="Trebuchet MS"/>
                <a:cs typeface="Trebuchet MS"/>
              </a:rPr>
              <a:t>Searching</a:t>
            </a:r>
            <a:r>
              <a:rPr sz="3500" spc="-13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225" dirty="0">
                <a:solidFill>
                  <a:srgbClr val="006FC0"/>
                </a:solidFill>
                <a:latin typeface="Trebuchet MS"/>
                <a:cs typeface="Trebuchet MS"/>
              </a:rPr>
              <a:t>and</a:t>
            </a:r>
            <a:r>
              <a:rPr sz="3500" spc="-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20" dirty="0">
                <a:solidFill>
                  <a:srgbClr val="006FC0"/>
                </a:solidFill>
                <a:latin typeface="Trebuchet MS"/>
                <a:cs typeface="Trebuchet MS"/>
              </a:rPr>
              <a:t>Sorting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150" dirty="0">
                <a:solidFill>
                  <a:srgbClr val="006FC0"/>
                </a:solidFill>
                <a:latin typeface="Trebuchet MS"/>
                <a:cs typeface="Trebuchet MS"/>
              </a:rPr>
              <a:t>Module-4:Trees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100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5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0" dirty="0">
                <a:solidFill>
                  <a:srgbClr val="006FC0"/>
                </a:solidFill>
                <a:latin typeface="Trebuchet MS"/>
                <a:cs typeface="Trebuchet MS"/>
              </a:rPr>
              <a:t>5: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35" dirty="0">
                <a:solidFill>
                  <a:srgbClr val="006FC0"/>
                </a:solidFill>
                <a:latin typeface="Trebuchet MS"/>
                <a:cs typeface="Trebuchet MS"/>
              </a:rPr>
              <a:t>Gr</a:t>
            </a:r>
            <a:r>
              <a:rPr sz="3500" spc="-65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spc="-145" dirty="0">
                <a:solidFill>
                  <a:srgbClr val="006FC0"/>
                </a:solidFill>
                <a:latin typeface="Trebuchet MS"/>
                <a:cs typeface="Trebuchet MS"/>
              </a:rPr>
              <a:t>phs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95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0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5" dirty="0">
                <a:solidFill>
                  <a:srgbClr val="006FC0"/>
                </a:solidFill>
                <a:latin typeface="Trebuchet MS"/>
                <a:cs typeface="Trebuchet MS"/>
              </a:rPr>
              <a:t>6: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40" dirty="0">
                <a:solidFill>
                  <a:srgbClr val="006FC0"/>
                </a:solidFill>
                <a:latin typeface="Trebuchet MS"/>
                <a:cs typeface="Trebuchet MS"/>
              </a:rPr>
              <a:t>Hashing</a:t>
            </a:r>
            <a:endParaRPr sz="35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Segoe UI Symbol"/>
              <a:buChar char="⚫"/>
              <a:tabLst>
                <a:tab pos="296545" algn="l"/>
              </a:tabLst>
            </a:pPr>
            <a:r>
              <a:rPr sz="3500" spc="-85" dirty="0">
                <a:solidFill>
                  <a:srgbClr val="006FC0"/>
                </a:solidFill>
                <a:latin typeface="Trebuchet MS"/>
                <a:cs typeface="Trebuchet MS"/>
              </a:rPr>
              <a:t>Modul</a:t>
            </a:r>
            <a:r>
              <a:rPr sz="3500" spc="-100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500" spc="-165" dirty="0">
                <a:solidFill>
                  <a:srgbClr val="006FC0"/>
                </a:solidFill>
                <a:latin typeface="Trebuchet MS"/>
                <a:cs typeface="Trebuchet MS"/>
              </a:rPr>
              <a:t>-</a:t>
            </a:r>
            <a:r>
              <a:rPr sz="3500" spc="-300" dirty="0">
                <a:solidFill>
                  <a:srgbClr val="006FC0"/>
                </a:solidFill>
                <a:latin typeface="Trebuchet MS"/>
                <a:cs typeface="Trebuchet MS"/>
              </a:rPr>
              <a:t>7:</a:t>
            </a:r>
            <a:r>
              <a:rPr sz="3500" spc="-44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110" dirty="0">
                <a:solidFill>
                  <a:srgbClr val="006FC0"/>
                </a:solidFill>
                <a:latin typeface="Trebuchet MS"/>
                <a:cs typeface="Trebuchet MS"/>
              </a:rPr>
              <a:t>He</a:t>
            </a:r>
            <a:r>
              <a:rPr sz="3500" spc="-13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spc="-135" dirty="0">
                <a:solidFill>
                  <a:srgbClr val="006FC0"/>
                </a:solidFill>
                <a:latin typeface="Trebuchet MS"/>
                <a:cs typeface="Trebuchet MS"/>
              </a:rPr>
              <a:t>ps</a:t>
            </a:r>
            <a:r>
              <a:rPr sz="3500" spc="-114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225" dirty="0">
                <a:solidFill>
                  <a:srgbClr val="006FC0"/>
                </a:solidFill>
                <a:latin typeface="Trebuchet MS"/>
                <a:cs typeface="Trebuchet MS"/>
              </a:rPr>
              <a:t>and</a:t>
            </a:r>
            <a:r>
              <a:rPr sz="3500" spc="-4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5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500" dirty="0">
                <a:solidFill>
                  <a:srgbClr val="006FC0"/>
                </a:solidFill>
                <a:latin typeface="Trebuchet MS"/>
                <a:cs typeface="Trebuchet MS"/>
              </a:rPr>
              <a:t>VL</a:t>
            </a:r>
            <a:r>
              <a:rPr sz="3500" spc="-54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500" spc="-355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3500" spc="-50" dirty="0">
                <a:solidFill>
                  <a:srgbClr val="006FC0"/>
                </a:solidFill>
                <a:latin typeface="Trebuchet MS"/>
                <a:cs typeface="Trebuchet MS"/>
              </a:rPr>
              <a:t>r</a:t>
            </a:r>
            <a:r>
              <a:rPr sz="3500" spc="-180" dirty="0">
                <a:solidFill>
                  <a:srgbClr val="006FC0"/>
                </a:solidFill>
                <a:latin typeface="Trebuchet MS"/>
                <a:cs typeface="Trebuchet MS"/>
              </a:rPr>
              <a:t>ees</a:t>
            </a:r>
            <a:endParaRPr sz="35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609" y="116662"/>
            <a:ext cx="7992872" cy="6552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1911" y="144779"/>
            <a:ext cx="7286625" cy="1572895"/>
            <a:chOff x="1581911" y="144779"/>
            <a:chExt cx="7286625" cy="1572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1911" y="144779"/>
              <a:ext cx="2599943" cy="10241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9207" y="144779"/>
              <a:ext cx="765048" cy="10241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6576" y="144779"/>
              <a:ext cx="5021580" cy="10241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74363" y="693420"/>
              <a:ext cx="3020567" cy="102412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75789" y="266522"/>
            <a:ext cx="66179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5025" marR="5080" indent="-2092960">
              <a:lnSpc>
                <a:spcPct val="100000"/>
              </a:lnSpc>
              <a:spcBef>
                <a:spcPts val="100"/>
              </a:spcBef>
            </a:pPr>
            <a:r>
              <a:rPr spc="125" dirty="0">
                <a:solidFill>
                  <a:srgbClr val="562213"/>
                </a:solidFill>
              </a:rPr>
              <a:t>BCS202L-</a:t>
            </a:r>
            <a:r>
              <a:rPr spc="-114" dirty="0">
                <a:solidFill>
                  <a:srgbClr val="562213"/>
                </a:solidFill>
              </a:rPr>
              <a:t> </a:t>
            </a:r>
            <a:r>
              <a:rPr spc="145" dirty="0">
                <a:solidFill>
                  <a:srgbClr val="562213"/>
                </a:solidFill>
              </a:rPr>
              <a:t>Data</a:t>
            </a:r>
            <a:r>
              <a:rPr spc="-95" dirty="0">
                <a:solidFill>
                  <a:srgbClr val="562213"/>
                </a:solidFill>
              </a:rPr>
              <a:t> </a:t>
            </a:r>
            <a:r>
              <a:rPr spc="25" dirty="0">
                <a:solidFill>
                  <a:srgbClr val="562213"/>
                </a:solidFill>
              </a:rPr>
              <a:t>Structures</a:t>
            </a:r>
            <a:r>
              <a:rPr spc="-95" dirty="0">
                <a:solidFill>
                  <a:srgbClr val="562213"/>
                </a:solidFill>
              </a:rPr>
              <a:t> </a:t>
            </a:r>
            <a:r>
              <a:rPr spc="-10" dirty="0">
                <a:solidFill>
                  <a:srgbClr val="562213"/>
                </a:solidFill>
              </a:rPr>
              <a:t>and </a:t>
            </a:r>
            <a:r>
              <a:rPr spc="-1070" dirty="0">
                <a:solidFill>
                  <a:srgbClr val="562213"/>
                </a:solidFill>
              </a:rPr>
              <a:t> </a:t>
            </a:r>
            <a:r>
              <a:rPr spc="90" dirty="0">
                <a:solidFill>
                  <a:srgbClr val="562213"/>
                </a:solidFill>
              </a:rPr>
              <a:t>Algorithms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04975" y="1645412"/>
            <a:ext cx="22485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70" dirty="0">
                <a:solidFill>
                  <a:srgbClr val="006FC0"/>
                </a:solidFill>
                <a:latin typeface="Trebuchet MS"/>
                <a:cs typeface="Trebuchet MS"/>
              </a:rPr>
              <a:t>Text</a:t>
            </a:r>
            <a:r>
              <a:rPr sz="3200" b="1" spc="-150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200" b="1" spc="30" dirty="0">
                <a:solidFill>
                  <a:srgbClr val="006FC0"/>
                </a:solidFill>
                <a:latin typeface="Trebuchet MS"/>
                <a:cs typeface="Trebuchet MS"/>
              </a:rPr>
              <a:t>Books: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880" y="2215337"/>
            <a:ext cx="720470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sz="2000" spc="-175" dirty="0">
                <a:solidFill>
                  <a:srgbClr val="3891A7"/>
                </a:solidFill>
                <a:latin typeface="Trebuchet MS"/>
                <a:cs typeface="Trebuchet MS"/>
              </a:rPr>
              <a:t>1.	</a:t>
            </a:r>
            <a:r>
              <a:rPr sz="2000" spc="135" dirty="0">
                <a:latin typeface="Trebuchet MS"/>
                <a:cs typeface="Trebuchet MS"/>
              </a:rPr>
              <a:t>M</a:t>
            </a:r>
            <a:r>
              <a:rPr sz="2000" spc="-105" dirty="0">
                <a:latin typeface="Trebuchet MS"/>
                <a:cs typeface="Trebuchet MS"/>
              </a:rPr>
              <a:t>a</a:t>
            </a:r>
            <a:r>
              <a:rPr sz="2000" spc="-90" dirty="0">
                <a:latin typeface="Trebuchet MS"/>
                <a:cs typeface="Trebuchet MS"/>
              </a:rPr>
              <a:t>r</a:t>
            </a:r>
            <a:r>
              <a:rPr sz="2000" spc="-50" dirty="0">
                <a:latin typeface="Trebuchet MS"/>
                <a:cs typeface="Trebuchet MS"/>
              </a:rPr>
              <a:t>k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145" dirty="0">
                <a:latin typeface="Trebuchet MS"/>
                <a:cs typeface="Trebuchet MS"/>
              </a:rPr>
              <a:t>A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r>
              <a:rPr sz="2000" spc="-265" dirty="0">
                <a:latin typeface="Trebuchet MS"/>
                <a:cs typeface="Trebuchet MS"/>
              </a:rPr>
              <a:t> </a:t>
            </a:r>
            <a:r>
              <a:rPr sz="2000" spc="200" dirty="0">
                <a:latin typeface="Trebuchet MS"/>
                <a:cs typeface="Trebuchet MS"/>
              </a:rPr>
              <a:t>W</a:t>
            </a:r>
            <a:r>
              <a:rPr sz="2000" spc="-130" dirty="0">
                <a:latin typeface="Trebuchet MS"/>
                <a:cs typeface="Trebuchet MS"/>
              </a:rPr>
              <a:t>eiss,</a:t>
            </a:r>
            <a:r>
              <a:rPr sz="2000" spc="-254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D</a:t>
            </a:r>
            <a:r>
              <a:rPr sz="2000" spc="25" dirty="0">
                <a:latin typeface="Trebuchet MS"/>
                <a:cs typeface="Trebuchet MS"/>
              </a:rPr>
              <a:t>a</a:t>
            </a:r>
            <a:r>
              <a:rPr sz="2000" spc="-160" dirty="0">
                <a:latin typeface="Trebuchet MS"/>
                <a:cs typeface="Trebuchet MS"/>
              </a:rPr>
              <a:t>ta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S</a:t>
            </a:r>
            <a:r>
              <a:rPr sz="2000" spc="-135" dirty="0">
                <a:latin typeface="Trebuchet MS"/>
                <a:cs typeface="Trebuchet MS"/>
              </a:rPr>
              <a:t>t</a:t>
            </a:r>
            <a:r>
              <a:rPr sz="2000" spc="-65" dirty="0">
                <a:latin typeface="Trebuchet MS"/>
                <a:cs typeface="Trebuchet MS"/>
              </a:rPr>
              <a:t>ru</a:t>
            </a:r>
            <a:r>
              <a:rPr sz="2000" spc="-80" dirty="0">
                <a:latin typeface="Trebuchet MS"/>
                <a:cs typeface="Trebuchet MS"/>
              </a:rPr>
              <a:t>c</a:t>
            </a:r>
            <a:r>
              <a:rPr sz="2000" spc="-135" dirty="0">
                <a:latin typeface="Trebuchet MS"/>
                <a:cs typeface="Trebuchet MS"/>
              </a:rPr>
              <a:t>t</a:t>
            </a:r>
            <a:r>
              <a:rPr sz="2000" spc="-100" dirty="0">
                <a:latin typeface="Trebuchet MS"/>
                <a:cs typeface="Trebuchet MS"/>
              </a:rPr>
              <a:t>u</a:t>
            </a:r>
            <a:r>
              <a:rPr sz="2000" spc="-40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&amp;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145" dirty="0">
                <a:latin typeface="Trebuchet MS"/>
                <a:cs typeface="Trebuchet MS"/>
              </a:rPr>
              <a:t>A</a:t>
            </a:r>
            <a:r>
              <a:rPr sz="2000" spc="-120" dirty="0">
                <a:latin typeface="Trebuchet MS"/>
                <a:cs typeface="Trebuchet MS"/>
              </a:rPr>
              <a:t>l</a:t>
            </a:r>
            <a:r>
              <a:rPr sz="2000" spc="-215" dirty="0">
                <a:latin typeface="Trebuchet MS"/>
                <a:cs typeface="Trebuchet MS"/>
              </a:rPr>
              <a:t>g</a:t>
            </a:r>
            <a:r>
              <a:rPr sz="2000" spc="25" dirty="0">
                <a:latin typeface="Trebuchet MS"/>
                <a:cs typeface="Trebuchet MS"/>
              </a:rPr>
              <a:t>o</a:t>
            </a:r>
            <a:r>
              <a:rPr sz="2000" spc="10" dirty="0">
                <a:latin typeface="Trebuchet MS"/>
                <a:cs typeface="Trebuchet MS"/>
              </a:rPr>
              <a:t>r</a:t>
            </a:r>
            <a:r>
              <a:rPr sz="2000" spc="-105" dirty="0">
                <a:latin typeface="Trebuchet MS"/>
                <a:cs typeface="Trebuchet MS"/>
              </a:rPr>
              <a:t>it</a:t>
            </a:r>
            <a:r>
              <a:rPr sz="2000" spc="-170" dirty="0">
                <a:latin typeface="Trebuchet MS"/>
                <a:cs typeface="Trebuchet MS"/>
              </a:rPr>
              <a:t>h</a:t>
            </a:r>
            <a:r>
              <a:rPr sz="2000" spc="-114" dirty="0">
                <a:latin typeface="Trebuchet MS"/>
                <a:cs typeface="Trebuchet MS"/>
              </a:rPr>
              <a:t>m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145" dirty="0">
                <a:latin typeface="Trebuchet MS"/>
                <a:cs typeface="Trebuchet MS"/>
              </a:rPr>
              <a:t>A</a:t>
            </a:r>
            <a:r>
              <a:rPr sz="2000" spc="-175" dirty="0">
                <a:latin typeface="Trebuchet MS"/>
                <a:cs typeface="Trebuchet MS"/>
              </a:rPr>
              <a:t>na</a:t>
            </a:r>
            <a:r>
              <a:rPr sz="2000" spc="-120" dirty="0">
                <a:latin typeface="Trebuchet MS"/>
                <a:cs typeface="Trebuchet MS"/>
              </a:rPr>
              <a:t>l</a:t>
            </a:r>
            <a:r>
              <a:rPr sz="2000" spc="-80" dirty="0">
                <a:latin typeface="Trebuchet MS"/>
                <a:cs typeface="Trebuchet MS"/>
              </a:rPr>
              <a:t>ys</a:t>
            </a:r>
            <a:r>
              <a:rPr sz="2000" spc="-75" dirty="0">
                <a:latin typeface="Trebuchet MS"/>
                <a:cs typeface="Trebuchet MS"/>
              </a:rPr>
              <a:t>i</a:t>
            </a:r>
            <a:r>
              <a:rPr sz="2000" spc="-100" dirty="0">
                <a:latin typeface="Trebuchet MS"/>
                <a:cs typeface="Trebuchet MS"/>
              </a:rPr>
              <a:t>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200" dirty="0">
                <a:latin typeface="Trebuchet MS"/>
                <a:cs typeface="Trebuchet MS"/>
              </a:rPr>
              <a:t>C</a:t>
            </a:r>
            <a:r>
              <a:rPr sz="2000" spc="110" dirty="0">
                <a:latin typeface="Trebuchet MS"/>
                <a:cs typeface="Trebuchet MS"/>
              </a:rPr>
              <a:t>++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7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4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th</a:t>
            </a:r>
            <a:endParaRPr sz="20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2000" spc="-114" dirty="0">
                <a:latin typeface="Trebuchet MS"/>
                <a:cs typeface="Trebuchet MS"/>
              </a:rPr>
              <a:t>Edition,</a:t>
            </a:r>
            <a:r>
              <a:rPr sz="2000" spc="-295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2013,Pearson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Education.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04975" y="2895345"/>
            <a:ext cx="331660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45" dirty="0">
                <a:solidFill>
                  <a:srgbClr val="006FC0"/>
                </a:solidFill>
                <a:latin typeface="Trebuchet MS"/>
                <a:cs typeface="Trebuchet MS"/>
              </a:rPr>
              <a:t>Reference</a:t>
            </a:r>
            <a:r>
              <a:rPr sz="3200" b="1" spc="-175" dirty="0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sz="3200" b="1" spc="30" dirty="0">
                <a:solidFill>
                  <a:srgbClr val="006FC0"/>
                </a:solidFill>
                <a:latin typeface="Trebuchet MS"/>
                <a:cs typeface="Trebuchet MS"/>
              </a:rPr>
              <a:t>Books: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9080" y="3465398"/>
            <a:ext cx="7345680" cy="2007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8485" indent="-515620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AutoNum type="arabicPeriod"/>
              <a:tabLst>
                <a:tab pos="578485" algn="l"/>
                <a:tab pos="579120" algn="l"/>
                <a:tab pos="1358265" algn="l"/>
                <a:tab pos="3025775" algn="l"/>
                <a:tab pos="4234815" algn="l"/>
                <a:tab pos="4742180" algn="l"/>
                <a:tab pos="5335270" algn="l"/>
              </a:tabLst>
            </a:pPr>
            <a:r>
              <a:rPr sz="2000" spc="-85" dirty="0">
                <a:latin typeface="Trebuchet MS"/>
                <a:cs typeface="Trebuchet MS"/>
              </a:rPr>
              <a:t>Alfred	</a:t>
            </a:r>
            <a:r>
              <a:rPr sz="2000" spc="-265" dirty="0">
                <a:latin typeface="Trebuchet MS"/>
                <a:cs typeface="Trebuchet MS"/>
              </a:rPr>
              <a:t>V.</a:t>
            </a:r>
            <a:r>
              <a:rPr sz="2000" spc="330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Aho,</a:t>
            </a:r>
            <a:r>
              <a:rPr sz="2000" spc="315" dirty="0">
                <a:latin typeface="Trebuchet MS"/>
                <a:cs typeface="Trebuchet MS"/>
              </a:rPr>
              <a:t> </a:t>
            </a:r>
            <a:r>
              <a:rPr sz="2000" spc="-204" dirty="0">
                <a:latin typeface="Trebuchet MS"/>
                <a:cs typeface="Trebuchet MS"/>
              </a:rPr>
              <a:t>Jeffrey	</a:t>
            </a:r>
            <a:r>
              <a:rPr sz="2000" spc="-95" dirty="0">
                <a:latin typeface="Trebuchet MS"/>
                <a:cs typeface="Trebuchet MS"/>
              </a:rPr>
              <a:t>D.</a:t>
            </a:r>
            <a:r>
              <a:rPr sz="2000" spc="325" dirty="0">
                <a:latin typeface="Trebuchet MS"/>
                <a:cs typeface="Trebuchet MS"/>
              </a:rPr>
              <a:t> </a:t>
            </a:r>
            <a:r>
              <a:rPr sz="2000" spc="-100" dirty="0">
                <a:latin typeface="Trebuchet MS"/>
                <a:cs typeface="Trebuchet MS"/>
              </a:rPr>
              <a:t>Ullman	</a:t>
            </a:r>
            <a:r>
              <a:rPr sz="2000" spc="-130" dirty="0">
                <a:latin typeface="Trebuchet MS"/>
                <a:cs typeface="Trebuchet MS"/>
              </a:rPr>
              <a:t>and	</a:t>
            </a:r>
            <a:r>
              <a:rPr sz="2000" spc="-170" dirty="0">
                <a:latin typeface="Trebuchet MS"/>
                <a:cs typeface="Trebuchet MS"/>
              </a:rPr>
              <a:t>John	</a:t>
            </a:r>
            <a:r>
              <a:rPr sz="2000" spc="-185" dirty="0">
                <a:latin typeface="Trebuchet MS"/>
                <a:cs typeface="Trebuchet MS"/>
              </a:rPr>
              <a:t>E.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Hopcroft,</a:t>
            </a:r>
            <a:r>
              <a:rPr sz="2000" spc="285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  <a:p>
            <a:pPr marL="578485">
              <a:lnSpc>
                <a:spcPct val="100000"/>
              </a:lnSpc>
            </a:pPr>
            <a:r>
              <a:rPr sz="2000" spc="-80" dirty="0">
                <a:latin typeface="Trebuchet MS"/>
                <a:cs typeface="Trebuchet MS"/>
              </a:rPr>
              <a:t>Structures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130" dirty="0">
                <a:latin typeface="Trebuchet MS"/>
                <a:cs typeface="Trebuchet MS"/>
              </a:rPr>
              <a:t>and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Algorithms,1983,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Pearson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20" dirty="0">
                <a:latin typeface="Trebuchet MS"/>
                <a:cs typeface="Trebuchet MS"/>
              </a:rPr>
              <a:t>Education.</a:t>
            </a:r>
            <a:endParaRPr sz="2000">
              <a:latin typeface="Trebuchet MS"/>
              <a:cs typeface="Trebuchet MS"/>
            </a:endParaRPr>
          </a:p>
          <a:p>
            <a:pPr marL="578485" marR="93345" indent="-515620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AutoNum type="arabicPeriod" startAt="2"/>
              <a:tabLst>
                <a:tab pos="578485" algn="l"/>
                <a:tab pos="579120" algn="l"/>
                <a:tab pos="3295650" algn="l"/>
              </a:tabLst>
            </a:pPr>
            <a:r>
              <a:rPr sz="2000" spc="-65" dirty="0">
                <a:latin typeface="Trebuchet MS"/>
                <a:cs typeface="Trebuchet MS"/>
              </a:rPr>
              <a:t>Horowitz,</a:t>
            </a:r>
            <a:r>
              <a:rPr sz="2000" spc="8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Sahni</a:t>
            </a:r>
            <a:r>
              <a:rPr sz="2000" spc="29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and</a:t>
            </a:r>
            <a:r>
              <a:rPr sz="2000" spc="290" dirty="0">
                <a:latin typeface="Trebuchet MS"/>
                <a:cs typeface="Trebuchet MS"/>
              </a:rPr>
              <a:t> </a:t>
            </a:r>
            <a:r>
              <a:rPr sz="2000" spc="-175" dirty="0">
                <a:latin typeface="Trebuchet MS"/>
                <a:cs typeface="Trebuchet MS"/>
              </a:rPr>
              <a:t>S.</a:t>
            </a:r>
            <a:r>
              <a:rPr sz="2000" spc="8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rebuchet MS"/>
                <a:cs typeface="Trebuchet MS"/>
              </a:rPr>
              <a:t>Anderson-Freed,</a:t>
            </a:r>
            <a:r>
              <a:rPr sz="2000" spc="80" dirty="0">
                <a:latin typeface="Trebuchet MS"/>
                <a:cs typeface="Trebuchet MS"/>
              </a:rPr>
              <a:t> </a:t>
            </a:r>
            <a:r>
              <a:rPr sz="2000" spc="-125" dirty="0">
                <a:latin typeface="Trebuchet MS"/>
                <a:cs typeface="Trebuchet MS"/>
              </a:rPr>
              <a:t>Fundamentals</a:t>
            </a:r>
            <a:r>
              <a:rPr sz="2000" spc="29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of</a:t>
            </a:r>
            <a:r>
              <a:rPr sz="2000" spc="285" dirty="0">
                <a:latin typeface="Trebuchet MS"/>
                <a:cs typeface="Trebuchet MS"/>
              </a:rPr>
              <a:t> </a:t>
            </a:r>
            <a:r>
              <a:rPr sz="2000" spc="-70" dirty="0">
                <a:latin typeface="Trebuchet MS"/>
                <a:cs typeface="Trebuchet MS"/>
              </a:rPr>
              <a:t>Data </a:t>
            </a:r>
            <a:r>
              <a:rPr sz="2000" spc="-590" dirty="0">
                <a:latin typeface="Trebuchet MS"/>
                <a:cs typeface="Trebuchet MS"/>
              </a:rPr>
              <a:t> </a:t>
            </a:r>
            <a:r>
              <a:rPr sz="2000" spc="-85" dirty="0">
                <a:latin typeface="Trebuchet MS"/>
                <a:cs typeface="Trebuchet MS"/>
              </a:rPr>
              <a:t>Struct</a:t>
            </a:r>
            <a:r>
              <a:rPr sz="2000" spc="-45" dirty="0">
                <a:latin typeface="Trebuchet MS"/>
                <a:cs typeface="Trebuchet MS"/>
              </a:rPr>
              <a:t>u</a:t>
            </a:r>
            <a:r>
              <a:rPr sz="2000" spc="-80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es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rebuchet MS"/>
                <a:cs typeface="Trebuchet MS"/>
              </a:rPr>
              <a:t>in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</a:t>
            </a:r>
            <a:r>
              <a:rPr sz="2000" spc="-30" dirty="0">
                <a:latin typeface="Trebuchet MS"/>
                <a:cs typeface="Trebuchet MS"/>
              </a:rPr>
              <a:t>,</a:t>
            </a:r>
            <a:r>
              <a:rPr sz="2000" spc="-25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2008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9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2</a:t>
            </a:r>
            <a:r>
              <a:rPr sz="1950" spc="-60" baseline="25641" dirty="0">
                <a:latin typeface="Trebuchet MS"/>
                <a:cs typeface="Trebuchet MS"/>
              </a:rPr>
              <a:t>n</a:t>
            </a:r>
            <a:r>
              <a:rPr sz="1950" spc="-75" baseline="25641" dirty="0">
                <a:latin typeface="Trebuchet MS"/>
                <a:cs typeface="Trebuchet MS"/>
              </a:rPr>
              <a:t>d</a:t>
            </a:r>
            <a:r>
              <a:rPr sz="1950" baseline="25641" dirty="0">
                <a:latin typeface="Trebuchet MS"/>
                <a:cs typeface="Trebuchet MS"/>
              </a:rPr>
              <a:t>	</a:t>
            </a:r>
            <a:r>
              <a:rPr sz="2000" spc="-120" dirty="0">
                <a:latin typeface="Trebuchet MS"/>
                <a:cs typeface="Trebuchet MS"/>
              </a:rPr>
              <a:t>Ed</a:t>
            </a:r>
            <a:r>
              <a:rPr sz="2000" spc="-60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120" dirty="0">
                <a:latin typeface="Trebuchet MS"/>
                <a:cs typeface="Trebuchet MS"/>
              </a:rPr>
              <a:t>on,</a:t>
            </a:r>
            <a:r>
              <a:rPr sz="2000" spc="-28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Un</a:t>
            </a:r>
            <a:r>
              <a:rPr sz="2000" spc="-15" dirty="0">
                <a:latin typeface="Trebuchet MS"/>
                <a:cs typeface="Trebuchet MS"/>
              </a:rPr>
              <a:t>i</a:t>
            </a:r>
            <a:r>
              <a:rPr sz="2000" spc="-145" dirty="0">
                <a:latin typeface="Trebuchet MS"/>
                <a:cs typeface="Trebuchet MS"/>
              </a:rPr>
              <a:t>v</a:t>
            </a:r>
            <a:r>
              <a:rPr sz="2000" spc="-90" dirty="0">
                <a:latin typeface="Trebuchet MS"/>
                <a:cs typeface="Trebuchet MS"/>
              </a:rPr>
              <a:t>ersities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</a:t>
            </a:r>
            <a:r>
              <a:rPr sz="2000" spc="-75" dirty="0">
                <a:latin typeface="Trebuchet MS"/>
                <a:cs typeface="Trebuchet MS"/>
              </a:rPr>
              <a:t>ress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  <a:p>
            <a:pPr marL="578485" indent="-515620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AutoNum type="arabicPeriod" startAt="2"/>
              <a:tabLst>
                <a:tab pos="578485" algn="l"/>
                <a:tab pos="579120" algn="l"/>
                <a:tab pos="1529715" algn="l"/>
                <a:tab pos="5873750" algn="l"/>
                <a:tab pos="6365875" algn="l"/>
              </a:tabLst>
            </a:pPr>
            <a:r>
              <a:rPr sz="2000" spc="-65" dirty="0">
                <a:latin typeface="Trebuchet MS"/>
                <a:cs typeface="Trebuchet MS"/>
              </a:rPr>
              <a:t>Thomas	</a:t>
            </a:r>
            <a:r>
              <a:rPr sz="2000" spc="-75" dirty="0">
                <a:latin typeface="Trebuchet MS"/>
                <a:cs typeface="Trebuchet MS"/>
              </a:rPr>
              <a:t>H.</a:t>
            </a:r>
            <a:r>
              <a:rPr sz="2000" spc="204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Cormen,</a:t>
            </a:r>
            <a:r>
              <a:rPr sz="2000" spc="210" dirty="0">
                <a:latin typeface="Trebuchet MS"/>
                <a:cs typeface="Trebuchet MS"/>
              </a:rPr>
              <a:t> </a:t>
            </a:r>
            <a:r>
              <a:rPr sz="2000" spc="-105" dirty="0">
                <a:latin typeface="Trebuchet MS"/>
                <a:cs typeface="Trebuchet MS"/>
              </a:rPr>
              <a:t>C.E.</a:t>
            </a:r>
            <a:r>
              <a:rPr sz="2000" spc="200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Leiserson,</a:t>
            </a:r>
            <a:r>
              <a:rPr sz="2000" spc="220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R</a:t>
            </a:r>
            <a:r>
              <a:rPr sz="2000" spc="400" dirty="0">
                <a:latin typeface="Trebuchet MS"/>
                <a:cs typeface="Trebuchet MS"/>
              </a:rPr>
              <a:t> </a:t>
            </a:r>
            <a:r>
              <a:rPr sz="2000" spc="-165" dirty="0">
                <a:latin typeface="Trebuchet MS"/>
                <a:cs typeface="Trebuchet MS"/>
              </a:rPr>
              <a:t>L.</a:t>
            </a:r>
            <a:r>
              <a:rPr sz="2000" spc="204" dirty="0">
                <a:latin typeface="Trebuchet MS"/>
                <a:cs typeface="Trebuchet MS"/>
              </a:rPr>
              <a:t> </a:t>
            </a:r>
            <a:r>
              <a:rPr sz="2000" spc="-90" dirty="0">
                <a:latin typeface="Trebuchet MS"/>
                <a:cs typeface="Trebuchet MS"/>
              </a:rPr>
              <a:t>Rivest	</a:t>
            </a:r>
            <a:r>
              <a:rPr sz="2000" spc="-135" dirty="0">
                <a:latin typeface="Trebuchet MS"/>
                <a:cs typeface="Trebuchet MS"/>
              </a:rPr>
              <a:t>and	</a:t>
            </a:r>
            <a:r>
              <a:rPr sz="2000" spc="-25" dirty="0">
                <a:latin typeface="Trebuchet MS"/>
                <a:cs typeface="Trebuchet MS"/>
              </a:rPr>
              <a:t>C.</a:t>
            </a:r>
            <a:r>
              <a:rPr sz="2000" spc="155" dirty="0">
                <a:latin typeface="Trebuchet MS"/>
                <a:cs typeface="Trebuchet MS"/>
              </a:rPr>
              <a:t> </a:t>
            </a:r>
            <a:r>
              <a:rPr sz="2000" spc="-140" dirty="0">
                <a:latin typeface="Trebuchet MS"/>
                <a:cs typeface="Trebuchet MS"/>
              </a:rPr>
              <a:t>Stein,</a:t>
            </a:r>
            <a:endParaRPr sz="2000">
              <a:latin typeface="Trebuchet MS"/>
              <a:cs typeface="Trebuchet MS"/>
            </a:endParaRPr>
          </a:p>
          <a:p>
            <a:pPr marL="578485">
              <a:lnSpc>
                <a:spcPct val="100000"/>
              </a:lnSpc>
              <a:tabLst>
                <a:tab pos="4455795" algn="l"/>
              </a:tabLst>
            </a:pPr>
            <a:r>
              <a:rPr sz="2000" spc="-50" dirty="0">
                <a:latin typeface="Trebuchet MS"/>
                <a:cs typeface="Trebuchet MS"/>
              </a:rPr>
              <a:t>I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60" dirty="0">
                <a:latin typeface="Trebuchet MS"/>
                <a:cs typeface="Trebuchet MS"/>
              </a:rPr>
              <a:t>t</a:t>
            </a:r>
            <a:r>
              <a:rPr sz="2000" spc="-100" dirty="0">
                <a:latin typeface="Trebuchet MS"/>
                <a:cs typeface="Trebuchet MS"/>
              </a:rPr>
              <a:t>r</a:t>
            </a:r>
            <a:r>
              <a:rPr sz="2000" spc="-85" dirty="0">
                <a:latin typeface="Trebuchet MS"/>
                <a:cs typeface="Trebuchet MS"/>
              </a:rPr>
              <a:t>oduc</a:t>
            </a:r>
            <a:r>
              <a:rPr sz="2000" spc="-75" dirty="0">
                <a:latin typeface="Trebuchet MS"/>
                <a:cs typeface="Trebuchet MS"/>
              </a:rPr>
              <a:t>t</a:t>
            </a:r>
            <a:r>
              <a:rPr sz="2000" spc="-40" dirty="0">
                <a:latin typeface="Trebuchet MS"/>
                <a:cs typeface="Trebuchet MS"/>
              </a:rPr>
              <a:t>i</a:t>
            </a:r>
            <a:r>
              <a:rPr sz="2000" spc="-80" dirty="0">
                <a:latin typeface="Trebuchet MS"/>
                <a:cs typeface="Trebuchet MS"/>
              </a:rPr>
              <a:t>o</a:t>
            </a:r>
            <a:r>
              <a:rPr sz="2000" spc="-95" dirty="0">
                <a:latin typeface="Trebuchet MS"/>
                <a:cs typeface="Trebuchet MS"/>
              </a:rPr>
              <a:t>n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to</a:t>
            </a:r>
            <a:r>
              <a:rPr sz="2000" spc="-260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Al</a:t>
            </a:r>
            <a:r>
              <a:rPr sz="2000" spc="-85" dirty="0">
                <a:latin typeface="Trebuchet MS"/>
                <a:cs typeface="Trebuchet MS"/>
              </a:rPr>
              <a:t>g</a:t>
            </a:r>
            <a:r>
              <a:rPr sz="2000" spc="-60" dirty="0">
                <a:latin typeface="Trebuchet MS"/>
                <a:cs typeface="Trebuchet MS"/>
              </a:rPr>
              <a:t>orit</a:t>
            </a:r>
            <a:r>
              <a:rPr sz="2000" spc="-70" dirty="0">
                <a:latin typeface="Trebuchet MS"/>
                <a:cs typeface="Trebuchet MS"/>
              </a:rPr>
              <a:t>h</a:t>
            </a:r>
            <a:r>
              <a:rPr sz="2000" spc="-130" dirty="0">
                <a:latin typeface="Trebuchet MS"/>
                <a:cs typeface="Trebuchet MS"/>
              </a:rPr>
              <a:t>m</a:t>
            </a:r>
            <a:r>
              <a:rPr sz="2000" spc="-45" dirty="0">
                <a:latin typeface="Trebuchet MS"/>
                <a:cs typeface="Trebuchet MS"/>
              </a:rPr>
              <a:t>s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2009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90" dirty="0">
                <a:latin typeface="Trebuchet MS"/>
                <a:cs typeface="Trebuchet MS"/>
              </a:rPr>
              <a:t> </a:t>
            </a:r>
            <a:r>
              <a:rPr sz="2000" spc="-45" dirty="0">
                <a:latin typeface="Trebuchet MS"/>
                <a:cs typeface="Trebuchet MS"/>
              </a:rPr>
              <a:t>3</a:t>
            </a:r>
            <a:r>
              <a:rPr sz="1950" spc="-52" baseline="25641" dirty="0">
                <a:latin typeface="Trebuchet MS"/>
                <a:cs typeface="Trebuchet MS"/>
              </a:rPr>
              <a:t>r</a:t>
            </a:r>
            <a:r>
              <a:rPr sz="1950" spc="-22" baseline="25641" dirty="0">
                <a:latin typeface="Trebuchet MS"/>
                <a:cs typeface="Trebuchet MS"/>
              </a:rPr>
              <a:t>d</a:t>
            </a:r>
            <a:r>
              <a:rPr sz="1950" baseline="25641" dirty="0">
                <a:latin typeface="Trebuchet MS"/>
                <a:cs typeface="Trebuchet MS"/>
              </a:rPr>
              <a:t>	</a:t>
            </a:r>
            <a:r>
              <a:rPr sz="2000" spc="-120" dirty="0">
                <a:latin typeface="Trebuchet MS"/>
                <a:cs typeface="Trebuchet MS"/>
              </a:rPr>
              <a:t>Ed</a:t>
            </a:r>
            <a:r>
              <a:rPr sz="2000" spc="-60" dirty="0">
                <a:latin typeface="Trebuchet MS"/>
                <a:cs typeface="Trebuchet MS"/>
              </a:rPr>
              <a:t>i</a:t>
            </a:r>
            <a:r>
              <a:rPr sz="2000" spc="-150" dirty="0">
                <a:latin typeface="Trebuchet MS"/>
                <a:cs typeface="Trebuchet MS"/>
              </a:rPr>
              <a:t>t</a:t>
            </a:r>
            <a:r>
              <a:rPr sz="2000" spc="-105" dirty="0">
                <a:latin typeface="Trebuchet MS"/>
                <a:cs typeface="Trebuchet MS"/>
              </a:rPr>
              <a:t>i</a:t>
            </a:r>
            <a:r>
              <a:rPr sz="2000" spc="-30" dirty="0">
                <a:latin typeface="Trebuchet MS"/>
                <a:cs typeface="Trebuchet MS"/>
              </a:rPr>
              <a:t>o</a:t>
            </a:r>
            <a:r>
              <a:rPr sz="2000" spc="-40" dirty="0">
                <a:latin typeface="Trebuchet MS"/>
                <a:cs typeface="Trebuchet MS"/>
              </a:rPr>
              <a:t>n</a:t>
            </a:r>
            <a:r>
              <a:rPr sz="2000" spc="-295" dirty="0">
                <a:latin typeface="Trebuchet MS"/>
                <a:cs typeface="Trebuchet MS"/>
              </a:rPr>
              <a:t>,</a:t>
            </a:r>
            <a:r>
              <a:rPr sz="2000" spc="-285" dirty="0">
                <a:latin typeface="Trebuchet MS"/>
                <a:cs typeface="Trebuchet MS"/>
              </a:rPr>
              <a:t> </a:t>
            </a:r>
            <a:r>
              <a:rPr sz="2000" spc="45" dirty="0">
                <a:latin typeface="Trebuchet MS"/>
                <a:cs typeface="Trebuchet MS"/>
              </a:rPr>
              <a:t>MIT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50" dirty="0">
                <a:latin typeface="Trebuchet MS"/>
                <a:cs typeface="Trebuchet MS"/>
              </a:rPr>
              <a:t>P</a:t>
            </a:r>
            <a:r>
              <a:rPr sz="2000" spc="-75" dirty="0">
                <a:latin typeface="Trebuchet MS"/>
                <a:cs typeface="Trebuchet MS"/>
              </a:rPr>
              <a:t>ress</a:t>
            </a:r>
            <a:r>
              <a:rPr sz="2000" spc="-295" dirty="0">
                <a:latin typeface="Trebuchet MS"/>
                <a:cs typeface="Trebuchet MS"/>
              </a:rPr>
              <a:t>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65960" y="374904"/>
            <a:ext cx="6079490" cy="1137285"/>
            <a:chOff x="1965960" y="374904"/>
            <a:chExt cx="6079490" cy="11372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5960" y="374904"/>
              <a:ext cx="5015484" cy="11369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0319" y="518160"/>
              <a:ext cx="1674876" cy="89611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93366" y="510362"/>
            <a:ext cx="5496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105" dirty="0">
                <a:solidFill>
                  <a:srgbClr val="562213"/>
                </a:solidFill>
                <a:latin typeface="Trebuchet MS"/>
                <a:cs typeface="Trebuchet MS"/>
              </a:rPr>
              <a:t>Module</a:t>
            </a:r>
            <a:r>
              <a:rPr sz="4000" b="0" spc="-95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4000" b="0" spc="-350" dirty="0">
                <a:solidFill>
                  <a:srgbClr val="562213"/>
                </a:solidFill>
                <a:latin typeface="Trebuchet MS"/>
                <a:cs typeface="Trebuchet MS"/>
              </a:rPr>
              <a:t>5:</a:t>
            </a:r>
            <a:r>
              <a:rPr sz="4000" b="0" spc="-484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4000" b="0" spc="229" dirty="0">
                <a:solidFill>
                  <a:srgbClr val="562213"/>
                </a:solidFill>
                <a:latin typeface="Trebuchet MS"/>
                <a:cs typeface="Trebuchet MS"/>
              </a:rPr>
              <a:t>G</a:t>
            </a:r>
            <a:r>
              <a:rPr sz="4000" b="0" spc="-160" dirty="0">
                <a:solidFill>
                  <a:srgbClr val="562213"/>
                </a:solidFill>
                <a:latin typeface="Trebuchet MS"/>
                <a:cs typeface="Trebuchet MS"/>
              </a:rPr>
              <a:t>r</a:t>
            </a:r>
            <a:r>
              <a:rPr sz="4000" b="0" spc="-254" dirty="0">
                <a:solidFill>
                  <a:srgbClr val="562213"/>
                </a:solidFill>
                <a:latin typeface="Trebuchet MS"/>
                <a:cs typeface="Trebuchet MS"/>
              </a:rPr>
              <a:t>a</a:t>
            </a:r>
            <a:r>
              <a:rPr sz="4000" b="0" spc="-170" dirty="0">
                <a:solidFill>
                  <a:srgbClr val="562213"/>
                </a:solidFill>
                <a:latin typeface="Trebuchet MS"/>
                <a:cs typeface="Trebuchet MS"/>
              </a:rPr>
              <a:t>phs(</a:t>
            </a:r>
            <a:r>
              <a:rPr sz="4000" b="0" spc="-85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4000" b="0" spc="-100" dirty="0">
                <a:solidFill>
                  <a:srgbClr val="562213"/>
                </a:solidFill>
                <a:latin typeface="Trebuchet MS"/>
                <a:cs typeface="Trebuchet MS"/>
              </a:rPr>
              <a:t>6</a:t>
            </a:r>
            <a:r>
              <a:rPr sz="4000" b="0" spc="-85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3100" b="0" spc="45" dirty="0">
                <a:solidFill>
                  <a:srgbClr val="562213"/>
                </a:solidFill>
                <a:latin typeface="Trebuchet MS"/>
                <a:cs typeface="Trebuchet MS"/>
              </a:rPr>
              <a:t>Ho</a:t>
            </a:r>
            <a:r>
              <a:rPr sz="3100" b="0" spc="30" dirty="0">
                <a:solidFill>
                  <a:srgbClr val="562213"/>
                </a:solidFill>
                <a:latin typeface="Trebuchet MS"/>
                <a:cs typeface="Trebuchet MS"/>
              </a:rPr>
              <a:t>u</a:t>
            </a:r>
            <a:r>
              <a:rPr sz="3100" b="0" spc="-60" dirty="0">
                <a:solidFill>
                  <a:srgbClr val="562213"/>
                </a:solidFill>
                <a:latin typeface="Trebuchet MS"/>
                <a:cs typeface="Trebuchet MS"/>
              </a:rPr>
              <a:t>rs)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6858" y="1388338"/>
            <a:ext cx="5671185" cy="47993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409" dirty="0">
                <a:latin typeface="Trebuchet MS"/>
                <a:cs typeface="Trebuchet MS"/>
              </a:rPr>
              <a:t>T</a:t>
            </a:r>
            <a:r>
              <a:rPr sz="3200" spc="-170" dirty="0">
                <a:latin typeface="Trebuchet MS"/>
                <a:cs typeface="Trebuchet MS"/>
              </a:rPr>
              <a:t>erm</a:t>
            </a:r>
            <a:r>
              <a:rPr sz="3200" spc="-80" dirty="0">
                <a:latin typeface="Trebuchet MS"/>
                <a:cs typeface="Trebuchet MS"/>
              </a:rPr>
              <a:t>i</a:t>
            </a:r>
            <a:r>
              <a:rPr sz="3200" spc="-105" dirty="0">
                <a:latin typeface="Trebuchet MS"/>
                <a:cs typeface="Trebuchet MS"/>
              </a:rPr>
              <a:t>nolo</a:t>
            </a:r>
            <a:r>
              <a:rPr sz="3200" spc="-50" dirty="0">
                <a:latin typeface="Trebuchet MS"/>
                <a:cs typeface="Trebuchet MS"/>
              </a:rPr>
              <a:t>g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and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Rep</a:t>
            </a:r>
            <a:r>
              <a:rPr sz="3200" spc="-110" dirty="0">
                <a:latin typeface="Trebuchet MS"/>
                <a:cs typeface="Trebuchet MS"/>
              </a:rPr>
              <a:t>r</a:t>
            </a:r>
            <a:r>
              <a:rPr sz="3200" spc="-155" dirty="0">
                <a:latin typeface="Trebuchet MS"/>
                <a:cs typeface="Trebuchet MS"/>
              </a:rPr>
              <a:t>ese</a:t>
            </a:r>
            <a:r>
              <a:rPr sz="3200" spc="-165" dirty="0">
                <a:latin typeface="Trebuchet MS"/>
                <a:cs typeface="Trebuchet MS"/>
              </a:rPr>
              <a:t>n</a:t>
            </a:r>
            <a:r>
              <a:rPr sz="3200" spc="-175" dirty="0">
                <a:latin typeface="Trebuchet MS"/>
                <a:cs typeface="Trebuchet MS"/>
              </a:rPr>
              <a:t>tation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b="1" spc="175" dirty="0">
                <a:solidFill>
                  <a:srgbClr val="00AF50"/>
                </a:solidFill>
                <a:latin typeface="Trebuchet MS"/>
                <a:cs typeface="Trebuchet MS"/>
              </a:rPr>
              <a:t>Gr</a:t>
            </a:r>
            <a:r>
              <a:rPr sz="3200" b="1" spc="140" dirty="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r>
              <a:rPr sz="3200" b="1" spc="-20" dirty="0">
                <a:solidFill>
                  <a:srgbClr val="00AF50"/>
                </a:solidFill>
                <a:latin typeface="Trebuchet MS"/>
                <a:cs typeface="Trebuchet MS"/>
              </a:rPr>
              <a:t>p</a:t>
            </a:r>
            <a:r>
              <a:rPr sz="3200" b="1" spc="-15" dirty="0">
                <a:solidFill>
                  <a:srgbClr val="00AF50"/>
                </a:solidFill>
                <a:latin typeface="Trebuchet MS"/>
                <a:cs typeface="Trebuchet MS"/>
              </a:rPr>
              <a:t>h</a:t>
            </a:r>
            <a:r>
              <a:rPr sz="3200" b="1" spc="-575" dirty="0">
                <a:solidFill>
                  <a:srgbClr val="00AF50"/>
                </a:solidFill>
                <a:latin typeface="Trebuchet MS"/>
                <a:cs typeface="Trebuchet MS"/>
              </a:rPr>
              <a:t> </a:t>
            </a:r>
            <a:r>
              <a:rPr sz="3200" b="1" spc="-50" dirty="0">
                <a:solidFill>
                  <a:srgbClr val="00AF50"/>
                </a:solidFill>
                <a:latin typeface="Trebuchet MS"/>
                <a:cs typeface="Trebuchet MS"/>
              </a:rPr>
              <a:t>T</a:t>
            </a:r>
            <a:r>
              <a:rPr sz="3200" b="1" spc="20" dirty="0">
                <a:solidFill>
                  <a:srgbClr val="00AF50"/>
                </a:solidFill>
                <a:latin typeface="Trebuchet MS"/>
                <a:cs typeface="Trebuchet MS"/>
              </a:rPr>
              <a:t>r</a:t>
            </a:r>
            <a:r>
              <a:rPr sz="3200" b="1" spc="-70" dirty="0">
                <a:solidFill>
                  <a:srgbClr val="00AF50"/>
                </a:solidFill>
                <a:latin typeface="Trebuchet MS"/>
                <a:cs typeface="Trebuchet MS"/>
              </a:rPr>
              <a:t>a</a:t>
            </a:r>
            <a:r>
              <a:rPr sz="3200" b="1" spc="-120" dirty="0">
                <a:solidFill>
                  <a:srgbClr val="00AF50"/>
                </a:solidFill>
                <a:latin typeface="Trebuchet MS"/>
                <a:cs typeface="Trebuchet MS"/>
              </a:rPr>
              <a:t>v</a:t>
            </a:r>
            <a:r>
              <a:rPr sz="3200" b="1" spc="-20" dirty="0">
                <a:solidFill>
                  <a:srgbClr val="00AF50"/>
                </a:solidFill>
                <a:latin typeface="Trebuchet MS"/>
                <a:cs typeface="Trebuchet MS"/>
              </a:rPr>
              <a:t>ersal</a:t>
            </a:r>
            <a:endParaRPr sz="320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615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b="1" spc="250" dirty="0">
                <a:solidFill>
                  <a:srgbClr val="00AF50"/>
                </a:solidFill>
                <a:latin typeface="Trebuchet MS"/>
                <a:cs typeface="Trebuchet MS"/>
              </a:rPr>
              <a:t>DFS</a:t>
            </a:r>
            <a:endParaRPr sz="280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b="1" spc="200" dirty="0">
                <a:solidFill>
                  <a:srgbClr val="00AF50"/>
                </a:solidFill>
                <a:latin typeface="Trebuchet MS"/>
                <a:cs typeface="Trebuchet MS"/>
              </a:rPr>
              <a:t>BFS</a:t>
            </a:r>
            <a:endParaRPr sz="28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58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95" dirty="0">
                <a:latin typeface="Trebuchet MS"/>
                <a:cs typeface="Trebuchet MS"/>
              </a:rPr>
              <a:t>Min</a:t>
            </a:r>
            <a:r>
              <a:rPr sz="3200" spc="-45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m</a:t>
            </a:r>
            <a:r>
              <a:rPr sz="3200" spc="-170" dirty="0">
                <a:latin typeface="Trebuchet MS"/>
                <a:cs typeface="Trebuchet MS"/>
              </a:rPr>
              <a:t>um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Span</a:t>
            </a:r>
            <a:r>
              <a:rPr sz="3200" spc="-170" dirty="0">
                <a:latin typeface="Trebuchet MS"/>
                <a:cs typeface="Trebuchet MS"/>
              </a:rPr>
              <a:t>n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</a:t>
            </a:r>
            <a:r>
              <a:rPr sz="3200" spc="-525" dirty="0">
                <a:latin typeface="Trebuchet MS"/>
                <a:cs typeface="Trebuchet MS"/>
              </a:rPr>
              <a:t> </a:t>
            </a:r>
            <a:r>
              <a:rPr sz="3200" spc="-330" dirty="0">
                <a:latin typeface="Trebuchet MS"/>
                <a:cs typeface="Trebuchet MS"/>
              </a:rPr>
              <a:t>T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ee</a:t>
            </a:r>
            <a:endParaRPr sz="320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615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-120" dirty="0">
                <a:latin typeface="Trebuchet MS"/>
                <a:cs typeface="Trebuchet MS"/>
              </a:rPr>
              <a:t>Prim</a:t>
            </a:r>
            <a:r>
              <a:rPr sz="2800" spc="-650" dirty="0">
                <a:latin typeface="Trebuchet MS"/>
                <a:cs typeface="Trebuchet MS"/>
              </a:rPr>
              <a:t>’</a:t>
            </a:r>
            <a:r>
              <a:rPr sz="2800" spc="-60" dirty="0">
                <a:latin typeface="Trebuchet MS"/>
                <a:cs typeface="Trebuchet MS"/>
              </a:rPr>
              <a:t>s</a:t>
            </a:r>
            <a:r>
              <a:rPr sz="2800" spc="-335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Al</a:t>
            </a:r>
            <a:r>
              <a:rPr sz="2800" spc="-120" dirty="0">
                <a:latin typeface="Trebuchet MS"/>
                <a:cs typeface="Trebuchet MS"/>
              </a:rPr>
              <a:t>g</a:t>
            </a:r>
            <a:r>
              <a:rPr sz="2800" spc="-85" dirty="0">
                <a:latin typeface="Trebuchet MS"/>
                <a:cs typeface="Trebuchet MS"/>
              </a:rPr>
              <a:t>orit</a:t>
            </a:r>
            <a:r>
              <a:rPr sz="2800" spc="-110" dirty="0">
                <a:latin typeface="Trebuchet MS"/>
                <a:cs typeface="Trebuchet MS"/>
              </a:rPr>
              <a:t>h</a:t>
            </a:r>
            <a:r>
              <a:rPr sz="2800" spc="-170" dirty="0">
                <a:latin typeface="Trebuchet MS"/>
                <a:cs typeface="Trebuchet MS"/>
              </a:rPr>
              <a:t>m</a:t>
            </a:r>
            <a:endParaRPr sz="280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-75" dirty="0">
                <a:latin typeface="Trebuchet MS"/>
                <a:cs typeface="Trebuchet MS"/>
              </a:rPr>
              <a:t>Kruskal</a:t>
            </a:r>
            <a:r>
              <a:rPr sz="2800" spc="-645" dirty="0">
                <a:latin typeface="Trebuchet MS"/>
                <a:cs typeface="Trebuchet MS"/>
              </a:rPr>
              <a:t>’</a:t>
            </a:r>
            <a:r>
              <a:rPr sz="2800" spc="-60" dirty="0">
                <a:latin typeface="Trebuchet MS"/>
                <a:cs typeface="Trebuchet MS"/>
              </a:rPr>
              <a:t>s</a:t>
            </a:r>
            <a:r>
              <a:rPr sz="2800" spc="-3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Al</a:t>
            </a:r>
            <a:r>
              <a:rPr sz="2800" spc="-120" dirty="0">
                <a:latin typeface="Trebuchet MS"/>
                <a:cs typeface="Trebuchet MS"/>
              </a:rPr>
              <a:t>g</a:t>
            </a:r>
            <a:r>
              <a:rPr sz="2800" spc="-100" dirty="0">
                <a:latin typeface="Trebuchet MS"/>
                <a:cs typeface="Trebuchet MS"/>
              </a:rPr>
              <a:t>orithm</a:t>
            </a:r>
            <a:endParaRPr sz="28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58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00" dirty="0">
                <a:latin typeface="Trebuchet MS"/>
                <a:cs typeface="Trebuchet MS"/>
              </a:rPr>
              <a:t>Sing</a:t>
            </a:r>
            <a:r>
              <a:rPr sz="3200" spc="-120" dirty="0">
                <a:latin typeface="Trebuchet MS"/>
                <a:cs typeface="Trebuchet MS"/>
              </a:rPr>
              <a:t>l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40" dirty="0">
                <a:latin typeface="Trebuchet MS"/>
                <a:cs typeface="Trebuchet MS"/>
              </a:rPr>
              <a:t>Sou</a:t>
            </a:r>
            <a:r>
              <a:rPr sz="3200" spc="-114" dirty="0">
                <a:latin typeface="Trebuchet MS"/>
                <a:cs typeface="Trebuchet MS"/>
              </a:rPr>
              <a:t>r</a:t>
            </a:r>
            <a:r>
              <a:rPr sz="3200" spc="-200" dirty="0">
                <a:latin typeface="Trebuchet MS"/>
                <a:cs typeface="Trebuchet MS"/>
              </a:rPr>
              <a:t>ce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40" dirty="0">
                <a:latin typeface="Trebuchet MS"/>
                <a:cs typeface="Trebuchet MS"/>
              </a:rPr>
              <a:t>Sho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180" dirty="0">
                <a:latin typeface="Trebuchet MS"/>
                <a:cs typeface="Trebuchet MS"/>
              </a:rPr>
              <a:t>tes</a:t>
            </a:r>
            <a:r>
              <a:rPr sz="3200" spc="-155" dirty="0">
                <a:latin typeface="Trebuchet MS"/>
                <a:cs typeface="Trebuchet MS"/>
              </a:rPr>
              <a:t>t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Path</a:t>
            </a:r>
            <a:endParaRPr sz="3200">
              <a:latin typeface="Trebuchet MS"/>
              <a:cs typeface="Trebuchet MS"/>
            </a:endParaRPr>
          </a:p>
          <a:p>
            <a:pPr marL="570230" lvl="1" indent="-238760">
              <a:lnSpc>
                <a:spcPct val="100000"/>
              </a:lnSpc>
              <a:spcBef>
                <a:spcPts val="615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spc="-90" dirty="0">
                <a:latin typeface="Trebuchet MS"/>
                <a:cs typeface="Trebuchet MS"/>
              </a:rPr>
              <a:t>Dijks</a:t>
            </a:r>
            <a:r>
              <a:rPr sz="2800" spc="-80" dirty="0">
                <a:latin typeface="Trebuchet MS"/>
                <a:cs typeface="Trebuchet MS"/>
              </a:rPr>
              <a:t>t</a:t>
            </a:r>
            <a:r>
              <a:rPr sz="2800" spc="-110" dirty="0">
                <a:latin typeface="Trebuchet MS"/>
                <a:cs typeface="Trebuchet MS"/>
              </a:rPr>
              <a:t>r</a:t>
            </a:r>
            <a:r>
              <a:rPr sz="2800" spc="-165" dirty="0">
                <a:latin typeface="Trebuchet MS"/>
                <a:cs typeface="Trebuchet MS"/>
              </a:rPr>
              <a:t>a</a:t>
            </a:r>
            <a:r>
              <a:rPr sz="2800" spc="-650" dirty="0">
                <a:latin typeface="Trebuchet MS"/>
                <a:cs typeface="Trebuchet MS"/>
              </a:rPr>
              <a:t>’</a:t>
            </a:r>
            <a:r>
              <a:rPr sz="2800" spc="-60" dirty="0">
                <a:latin typeface="Trebuchet MS"/>
                <a:cs typeface="Trebuchet MS"/>
              </a:rPr>
              <a:t>s</a:t>
            </a:r>
            <a:r>
              <a:rPr sz="2800" spc="-340" dirty="0">
                <a:latin typeface="Trebuchet MS"/>
                <a:cs typeface="Trebuchet MS"/>
              </a:rPr>
              <a:t> </a:t>
            </a:r>
            <a:r>
              <a:rPr sz="2800" spc="-70" dirty="0">
                <a:latin typeface="Trebuchet MS"/>
                <a:cs typeface="Trebuchet MS"/>
              </a:rPr>
              <a:t>Al</a:t>
            </a:r>
            <a:r>
              <a:rPr sz="2800" spc="-120" dirty="0">
                <a:latin typeface="Trebuchet MS"/>
                <a:cs typeface="Trebuchet MS"/>
              </a:rPr>
              <a:t>g</a:t>
            </a:r>
            <a:r>
              <a:rPr sz="2800" spc="-100" dirty="0">
                <a:latin typeface="Trebuchet MS"/>
                <a:cs typeface="Trebuchet MS"/>
              </a:rPr>
              <a:t>orithm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2551" y="0"/>
            <a:ext cx="4296156" cy="900684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210305" y="0"/>
            <a:ext cx="366141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210" dirty="0">
                <a:solidFill>
                  <a:srgbClr val="00AF50"/>
                </a:solidFill>
              </a:rPr>
              <a:t>Gr</a:t>
            </a:r>
            <a:r>
              <a:rPr sz="3900" spc="160" dirty="0">
                <a:solidFill>
                  <a:srgbClr val="00AF50"/>
                </a:solidFill>
              </a:rPr>
              <a:t>a</a:t>
            </a:r>
            <a:r>
              <a:rPr sz="3900" spc="-25" dirty="0">
                <a:solidFill>
                  <a:srgbClr val="00AF50"/>
                </a:solidFill>
              </a:rPr>
              <a:t>p</a:t>
            </a:r>
            <a:r>
              <a:rPr sz="3900" spc="-20" dirty="0">
                <a:solidFill>
                  <a:srgbClr val="00AF50"/>
                </a:solidFill>
              </a:rPr>
              <a:t>h</a:t>
            </a:r>
            <a:r>
              <a:rPr sz="3900" spc="-665" dirty="0">
                <a:solidFill>
                  <a:srgbClr val="00AF50"/>
                </a:solidFill>
              </a:rPr>
              <a:t> </a:t>
            </a:r>
            <a:r>
              <a:rPr sz="3900" spc="-75" dirty="0">
                <a:solidFill>
                  <a:srgbClr val="00AF50"/>
                </a:solidFill>
              </a:rPr>
              <a:t>T</a:t>
            </a:r>
            <a:r>
              <a:rPr sz="3900" spc="75" dirty="0">
                <a:solidFill>
                  <a:srgbClr val="00AF50"/>
                </a:solidFill>
              </a:rPr>
              <a:t>r</a:t>
            </a:r>
            <a:r>
              <a:rPr sz="3900" spc="-145" dirty="0">
                <a:solidFill>
                  <a:srgbClr val="00AF50"/>
                </a:solidFill>
              </a:rPr>
              <a:t>a</a:t>
            </a:r>
            <a:r>
              <a:rPr sz="3900" spc="-140" dirty="0">
                <a:solidFill>
                  <a:srgbClr val="00AF50"/>
                </a:solidFill>
              </a:rPr>
              <a:t>v</a:t>
            </a:r>
            <a:r>
              <a:rPr sz="3900" spc="-25" dirty="0">
                <a:solidFill>
                  <a:srgbClr val="00AF50"/>
                </a:solidFill>
              </a:rPr>
              <a:t>ersal</a:t>
            </a:r>
            <a:endParaRPr sz="3900"/>
          </a:p>
        </p:txBody>
      </p:sp>
      <p:sp>
        <p:nvSpPr>
          <p:cNvPr id="16" name="object 16"/>
          <p:cNvSpPr txBox="1"/>
          <p:nvPr/>
        </p:nvSpPr>
        <p:spPr>
          <a:xfrm>
            <a:off x="1348866" y="709040"/>
            <a:ext cx="7510145" cy="5576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6985" indent="-283845" algn="just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95" dirty="0">
                <a:latin typeface="Trebuchet MS"/>
                <a:cs typeface="Trebuchet MS"/>
              </a:rPr>
              <a:t>Graph </a:t>
            </a:r>
            <a:r>
              <a:rPr sz="3200" spc="-185" dirty="0">
                <a:latin typeface="Trebuchet MS"/>
                <a:cs typeface="Trebuchet MS"/>
              </a:rPr>
              <a:t>traversal </a:t>
            </a:r>
            <a:r>
              <a:rPr sz="3200" spc="-135" dirty="0">
                <a:latin typeface="Trebuchet MS"/>
                <a:cs typeface="Trebuchet MS"/>
              </a:rPr>
              <a:t>is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-310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technique </a:t>
            </a:r>
            <a:r>
              <a:rPr sz="3200" spc="-145" dirty="0">
                <a:latin typeface="Trebuchet MS"/>
                <a:cs typeface="Trebuchet MS"/>
              </a:rPr>
              <a:t>used </a:t>
            </a:r>
            <a:r>
              <a:rPr sz="3200" spc="-114" dirty="0">
                <a:latin typeface="Trebuchet MS"/>
                <a:cs typeface="Trebuchet MS"/>
              </a:rPr>
              <a:t>for </a:t>
            </a:r>
            <a:r>
              <a:rPr sz="3200" spc="-315" dirty="0">
                <a:latin typeface="Trebuchet MS"/>
                <a:cs typeface="Trebuchet MS"/>
              </a:rPr>
              <a:t>a </a:t>
            </a:r>
            <a:r>
              <a:rPr sz="3200" spc="-310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sea</a:t>
            </a:r>
            <a:r>
              <a:rPr sz="3200" spc="-200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ch</a:t>
            </a:r>
            <a:r>
              <a:rPr sz="3200" spc="-114" dirty="0">
                <a:latin typeface="Trebuchet MS"/>
                <a:cs typeface="Trebuchet MS"/>
              </a:rPr>
              <a:t>i</a:t>
            </a:r>
            <a:r>
              <a:rPr sz="3200" spc="-195" dirty="0">
                <a:latin typeface="Trebuchet MS"/>
                <a:cs typeface="Trebuchet MS"/>
              </a:rPr>
              <a:t>ng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gr</a:t>
            </a:r>
            <a:r>
              <a:rPr sz="3200" spc="-235" dirty="0">
                <a:latin typeface="Trebuchet MS"/>
                <a:cs typeface="Trebuchet MS"/>
              </a:rPr>
              <a:t>a</a:t>
            </a:r>
            <a:r>
              <a:rPr sz="3200" spc="-170" dirty="0">
                <a:latin typeface="Trebuchet MS"/>
                <a:cs typeface="Trebuchet MS"/>
              </a:rPr>
              <a:t>p</a:t>
            </a:r>
            <a:r>
              <a:rPr sz="3200" spc="-155" dirty="0">
                <a:latin typeface="Trebuchet MS"/>
                <a:cs typeface="Trebuchet MS"/>
              </a:rPr>
              <a:t>h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endParaRPr sz="3200">
              <a:latin typeface="Trebuchet MS"/>
              <a:cs typeface="Trebuchet MS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60" dirty="0">
                <a:latin typeface="Trebuchet MS"/>
                <a:cs typeface="Trebuchet MS"/>
              </a:rPr>
              <a:t>Used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decide</a:t>
            </a:r>
            <a:r>
              <a:rPr sz="3200" spc="-18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185" dirty="0">
                <a:latin typeface="Trebuchet MS"/>
                <a:cs typeface="Trebuchet MS"/>
              </a:rPr>
              <a:t> </a:t>
            </a:r>
            <a:r>
              <a:rPr sz="3200" spc="-65" dirty="0">
                <a:latin typeface="Trebuchet MS"/>
                <a:cs typeface="Trebuchet MS"/>
              </a:rPr>
              <a:t>order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-165" dirty="0">
                <a:latin typeface="Trebuchet MS"/>
                <a:cs typeface="Trebuchet MS"/>
              </a:rPr>
              <a:t> </a:t>
            </a:r>
            <a:r>
              <a:rPr sz="3200" spc="-155" dirty="0">
                <a:latin typeface="Trebuchet MS"/>
                <a:cs typeface="Trebuchet MS"/>
              </a:rPr>
              <a:t>vertices</a:t>
            </a:r>
            <a:r>
              <a:rPr sz="3200" spc="-15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sea</a:t>
            </a:r>
            <a:r>
              <a:rPr sz="3200" spc="-200" dirty="0">
                <a:latin typeface="Trebuchet MS"/>
                <a:cs typeface="Trebuchet MS"/>
              </a:rPr>
              <a:t>r</a:t>
            </a:r>
            <a:r>
              <a:rPr sz="3200" spc="-165" dirty="0">
                <a:latin typeface="Trebuchet MS"/>
                <a:cs typeface="Trebuchet MS"/>
              </a:rPr>
              <a:t>ch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p</a:t>
            </a:r>
            <a:r>
              <a:rPr sz="3200" spc="-145" dirty="0">
                <a:latin typeface="Trebuchet MS"/>
                <a:cs typeface="Trebuchet MS"/>
              </a:rPr>
              <a:t>r</a:t>
            </a:r>
            <a:r>
              <a:rPr sz="3200" spc="-100" dirty="0">
                <a:latin typeface="Trebuchet MS"/>
                <a:cs typeface="Trebuchet MS"/>
              </a:rPr>
              <a:t>oces</a:t>
            </a:r>
            <a:r>
              <a:rPr sz="3200" spc="-85" dirty="0">
                <a:latin typeface="Trebuchet MS"/>
                <a:cs typeface="Trebuchet MS"/>
              </a:rPr>
              <a:t>s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endParaRPr sz="3200">
              <a:latin typeface="Trebuchet MS"/>
              <a:cs typeface="Trebuchet MS"/>
            </a:endParaRPr>
          </a:p>
          <a:p>
            <a:pPr marL="295910" marR="5080" indent="-28384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245" dirty="0">
                <a:latin typeface="Trebuchet MS"/>
                <a:cs typeface="Trebuchet MS"/>
              </a:rPr>
              <a:t>A </a:t>
            </a:r>
            <a:r>
              <a:rPr sz="3200" spc="-180" dirty="0">
                <a:latin typeface="Trebuchet MS"/>
                <a:cs typeface="Trebuchet MS"/>
              </a:rPr>
              <a:t>graph</a:t>
            </a:r>
            <a:r>
              <a:rPr sz="3200" spc="-17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traversal</a:t>
            </a:r>
            <a:r>
              <a:rPr sz="3200" spc="-180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finds</a:t>
            </a:r>
            <a:r>
              <a:rPr sz="3200" spc="-190" dirty="0">
                <a:latin typeface="Trebuchet MS"/>
                <a:cs typeface="Trebuchet MS"/>
              </a:rPr>
              <a:t> the</a:t>
            </a:r>
            <a:r>
              <a:rPr sz="3200" spc="-18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edges</a:t>
            </a:r>
            <a:r>
              <a:rPr sz="3200" spc="600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spc="80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be </a:t>
            </a:r>
            <a:r>
              <a:rPr sz="3200" spc="-19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used </a:t>
            </a:r>
            <a:r>
              <a:rPr sz="3200" spc="-180" dirty="0">
                <a:latin typeface="Trebuchet MS"/>
                <a:cs typeface="Trebuchet MS"/>
              </a:rPr>
              <a:t>in </a:t>
            </a:r>
            <a:r>
              <a:rPr sz="3200" spc="-190" dirty="0">
                <a:latin typeface="Trebuchet MS"/>
                <a:cs typeface="Trebuchet MS"/>
              </a:rPr>
              <a:t>the </a:t>
            </a:r>
            <a:r>
              <a:rPr sz="3200" spc="-165" dirty="0">
                <a:latin typeface="Trebuchet MS"/>
                <a:cs typeface="Trebuchet MS"/>
              </a:rPr>
              <a:t>search </a:t>
            </a:r>
            <a:r>
              <a:rPr sz="3200" spc="-105" dirty="0">
                <a:latin typeface="Trebuchet MS"/>
                <a:cs typeface="Trebuchet MS"/>
              </a:rPr>
              <a:t>process </a:t>
            </a:r>
            <a:r>
              <a:rPr sz="3200" spc="-140" dirty="0">
                <a:latin typeface="Trebuchet MS"/>
                <a:cs typeface="Trebuchet MS"/>
              </a:rPr>
              <a:t>without </a:t>
            </a:r>
            <a:r>
              <a:rPr sz="3200" spc="-200" dirty="0">
                <a:latin typeface="Trebuchet MS"/>
                <a:cs typeface="Trebuchet MS"/>
              </a:rPr>
              <a:t>creating </a:t>
            </a:r>
            <a:r>
              <a:rPr sz="3200" spc="-195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lo</a:t>
            </a:r>
            <a:r>
              <a:rPr sz="3200" spc="-75" dirty="0">
                <a:latin typeface="Trebuchet MS"/>
                <a:cs typeface="Trebuchet MS"/>
              </a:rPr>
              <a:t>o</a:t>
            </a:r>
            <a:r>
              <a:rPr sz="3200" spc="-140" dirty="0">
                <a:latin typeface="Trebuchet MS"/>
                <a:cs typeface="Trebuchet MS"/>
              </a:rPr>
              <a:t>p</a:t>
            </a:r>
            <a:r>
              <a:rPr sz="3200" spc="-95" dirty="0">
                <a:latin typeface="Trebuchet MS"/>
                <a:cs typeface="Trebuchet MS"/>
              </a:rPr>
              <a:t>s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r>
              <a:rPr sz="3200" spc="-180" dirty="0">
                <a:latin typeface="Trebuchet MS"/>
                <a:cs typeface="Trebuchet MS"/>
              </a:rPr>
              <a:t> </a:t>
            </a:r>
            <a:r>
              <a:rPr sz="3200" spc="-35" dirty="0">
                <a:latin typeface="Trebuchet MS"/>
                <a:cs typeface="Trebuchet MS"/>
              </a:rPr>
              <a:t>T</a:t>
            </a:r>
            <a:r>
              <a:rPr sz="3200" spc="-50" dirty="0">
                <a:latin typeface="Trebuchet MS"/>
                <a:cs typeface="Trebuchet MS"/>
              </a:rPr>
              <a:t>h</a:t>
            </a:r>
            <a:r>
              <a:rPr sz="3200" spc="-260" dirty="0">
                <a:latin typeface="Trebuchet MS"/>
                <a:cs typeface="Trebuchet MS"/>
              </a:rPr>
              <a:t>at</a:t>
            </a:r>
            <a:r>
              <a:rPr sz="3200" spc="125" dirty="0">
                <a:latin typeface="Trebuchet MS"/>
                <a:cs typeface="Trebuchet MS"/>
              </a:rPr>
              <a:t> </a:t>
            </a:r>
            <a:r>
              <a:rPr sz="3200" spc="-260" dirty="0">
                <a:latin typeface="Trebuchet MS"/>
                <a:cs typeface="Trebuchet MS"/>
              </a:rPr>
              <a:t>me</a:t>
            </a:r>
            <a:r>
              <a:rPr sz="3200" spc="-215" dirty="0">
                <a:latin typeface="Trebuchet MS"/>
                <a:cs typeface="Trebuchet MS"/>
              </a:rPr>
              <a:t>a</a:t>
            </a:r>
            <a:r>
              <a:rPr sz="3200" spc="-105" dirty="0">
                <a:latin typeface="Trebuchet MS"/>
                <a:cs typeface="Trebuchet MS"/>
              </a:rPr>
              <a:t>ns</a:t>
            </a:r>
            <a:r>
              <a:rPr sz="3200" spc="135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using</a:t>
            </a:r>
            <a:r>
              <a:rPr sz="3200" spc="130" dirty="0">
                <a:latin typeface="Trebuchet MS"/>
                <a:cs typeface="Trebuchet MS"/>
              </a:rPr>
              <a:t> </a:t>
            </a:r>
            <a:r>
              <a:rPr sz="3200" spc="-254" dirty="0">
                <a:latin typeface="Trebuchet MS"/>
                <a:cs typeface="Trebuchet MS"/>
              </a:rPr>
              <a:t>g</a:t>
            </a:r>
            <a:r>
              <a:rPr sz="3200" spc="15" dirty="0">
                <a:latin typeface="Trebuchet MS"/>
                <a:cs typeface="Trebuchet MS"/>
              </a:rPr>
              <a:t>r</a:t>
            </a:r>
            <a:r>
              <a:rPr sz="3200" spc="-355" dirty="0">
                <a:latin typeface="Trebuchet MS"/>
                <a:cs typeface="Trebuchet MS"/>
              </a:rPr>
              <a:t>a</a:t>
            </a:r>
            <a:r>
              <a:rPr sz="3200" spc="-165" dirty="0">
                <a:latin typeface="Trebuchet MS"/>
                <a:cs typeface="Trebuchet MS"/>
              </a:rPr>
              <a:t>ph</a:t>
            </a:r>
            <a:r>
              <a:rPr sz="3200" spc="140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t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434" dirty="0">
                <a:latin typeface="Trebuchet MS"/>
                <a:cs typeface="Trebuchet MS"/>
              </a:rPr>
              <a:t>a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225" dirty="0">
                <a:latin typeface="Trebuchet MS"/>
                <a:cs typeface="Trebuchet MS"/>
              </a:rPr>
              <a:t>e</a:t>
            </a:r>
            <a:r>
              <a:rPr sz="3200" spc="-150" dirty="0">
                <a:latin typeface="Trebuchet MS"/>
                <a:cs typeface="Trebuchet MS"/>
              </a:rPr>
              <a:t>rsal</a:t>
            </a:r>
            <a:r>
              <a:rPr sz="3200" spc="14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we  visit </a:t>
            </a:r>
            <a:r>
              <a:rPr sz="3200" spc="-275" dirty="0">
                <a:latin typeface="Trebuchet MS"/>
                <a:cs typeface="Trebuchet MS"/>
              </a:rPr>
              <a:t>all</a:t>
            </a:r>
            <a:r>
              <a:rPr sz="3200" spc="-27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 </a:t>
            </a:r>
            <a:r>
              <a:rPr sz="3200" spc="-160" dirty="0">
                <a:latin typeface="Trebuchet MS"/>
                <a:cs typeface="Trebuchet MS"/>
              </a:rPr>
              <a:t>vertices </a:t>
            </a:r>
            <a:r>
              <a:rPr sz="3200" spc="-170" dirty="0">
                <a:latin typeface="Trebuchet MS"/>
                <a:cs typeface="Trebuchet MS"/>
              </a:rPr>
              <a:t>of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185" dirty="0">
                <a:latin typeface="Trebuchet MS"/>
                <a:cs typeface="Trebuchet MS"/>
              </a:rPr>
              <a:t> graph </a:t>
            </a:r>
            <a:r>
              <a:rPr sz="3200" spc="-140" dirty="0">
                <a:latin typeface="Trebuchet MS"/>
                <a:cs typeface="Trebuchet MS"/>
              </a:rPr>
              <a:t>without 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gett</a:t>
            </a:r>
            <a:r>
              <a:rPr sz="3200" spc="-140" dirty="0">
                <a:latin typeface="Trebuchet MS"/>
                <a:cs typeface="Trebuchet MS"/>
              </a:rPr>
              <a:t>i</a:t>
            </a:r>
            <a:r>
              <a:rPr sz="3200" spc="-195" dirty="0">
                <a:latin typeface="Trebuchet MS"/>
                <a:cs typeface="Trebuchet MS"/>
              </a:rPr>
              <a:t>ng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n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loopi</a:t>
            </a:r>
            <a:r>
              <a:rPr sz="3200" spc="-125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10" dirty="0">
                <a:latin typeface="Trebuchet MS"/>
                <a:cs typeface="Trebuchet MS"/>
              </a:rPr>
              <a:t>pat</a:t>
            </a:r>
            <a:r>
              <a:rPr sz="3200" spc="-220" dirty="0">
                <a:latin typeface="Trebuchet MS"/>
                <a:cs typeface="Trebuchet MS"/>
              </a:rPr>
              <a:t>h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endParaRPr sz="3200">
              <a:latin typeface="Trebuchet MS"/>
              <a:cs typeface="Trebuchet MS"/>
            </a:endParaRPr>
          </a:p>
          <a:p>
            <a:pPr marL="570230" lvl="1" indent="-238125" algn="just">
              <a:lnSpc>
                <a:spcPct val="100000"/>
              </a:lnSpc>
              <a:spcBef>
                <a:spcPts val="625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b="1" spc="75" dirty="0">
                <a:solidFill>
                  <a:srgbClr val="FF0000"/>
                </a:solidFill>
                <a:latin typeface="Trebuchet MS"/>
                <a:cs typeface="Trebuchet MS"/>
              </a:rPr>
              <a:t>Depth</a:t>
            </a:r>
            <a:r>
              <a:rPr sz="2800" b="1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5" dirty="0">
                <a:solidFill>
                  <a:srgbClr val="FF0000"/>
                </a:solidFill>
                <a:latin typeface="Trebuchet MS"/>
                <a:cs typeface="Trebuchet MS"/>
              </a:rPr>
              <a:t>First</a:t>
            </a:r>
            <a:r>
              <a:rPr sz="2800" b="1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15" dirty="0">
                <a:solidFill>
                  <a:srgbClr val="FF0000"/>
                </a:solidFill>
                <a:latin typeface="Trebuchet MS"/>
                <a:cs typeface="Trebuchet MS"/>
              </a:rPr>
              <a:t>Search</a:t>
            </a:r>
            <a:endParaRPr sz="2800">
              <a:latin typeface="Trebuchet MS"/>
              <a:cs typeface="Trebuchet MS"/>
            </a:endParaRPr>
          </a:p>
          <a:p>
            <a:pPr marL="570230" lvl="1" indent="-238125" algn="just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Font typeface="Verdana"/>
              <a:buChar char="◦"/>
              <a:tabLst>
                <a:tab pos="570865" algn="l"/>
              </a:tabLst>
            </a:pPr>
            <a:r>
              <a:rPr sz="2800" b="1" spc="25" dirty="0">
                <a:solidFill>
                  <a:srgbClr val="FF0000"/>
                </a:solidFill>
                <a:latin typeface="Trebuchet MS"/>
                <a:cs typeface="Trebuchet MS"/>
              </a:rPr>
              <a:t>Breadth</a:t>
            </a:r>
            <a:r>
              <a:rPr sz="2800" b="1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5" dirty="0">
                <a:solidFill>
                  <a:srgbClr val="FF0000"/>
                </a:solidFill>
                <a:latin typeface="Trebuchet MS"/>
                <a:cs typeface="Trebuchet MS"/>
              </a:rPr>
              <a:t>First</a:t>
            </a:r>
            <a:r>
              <a:rPr sz="2800" b="1" spc="-6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b="1" spc="15" dirty="0">
                <a:solidFill>
                  <a:srgbClr val="FF0000"/>
                </a:solidFill>
                <a:latin typeface="Trebuchet MS"/>
                <a:cs typeface="Trebuchet MS"/>
              </a:rPr>
              <a:t>Search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3042" y="243281"/>
            <a:ext cx="40792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114" dirty="0"/>
              <a:t> </a:t>
            </a:r>
            <a:r>
              <a:rPr spc="10" dirty="0"/>
              <a:t>First</a:t>
            </a:r>
            <a:r>
              <a:rPr spc="-90" dirty="0"/>
              <a:t> </a:t>
            </a:r>
            <a:r>
              <a:rPr spc="4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866" y="925195"/>
            <a:ext cx="7185534" cy="20088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1416050" algn="l"/>
                <a:tab pos="3251200" algn="l"/>
              </a:tabLst>
            </a:pPr>
            <a:r>
              <a:rPr sz="3200" spc="60" dirty="0" smtClean="0">
                <a:latin typeface="Trebuchet MS"/>
                <a:cs typeface="Trebuchet MS"/>
              </a:rPr>
              <a:t>DF</a:t>
            </a:r>
            <a:r>
              <a:rPr sz="3200" spc="55" dirty="0" smtClean="0">
                <a:latin typeface="Trebuchet MS"/>
                <a:cs typeface="Trebuchet MS"/>
              </a:rPr>
              <a:t>S</a:t>
            </a:r>
            <a:r>
              <a:rPr lang="en-US" sz="3200" dirty="0">
                <a:latin typeface="Trebuchet MS"/>
                <a:cs typeface="Trebuchet MS"/>
              </a:rPr>
              <a:t> </a:t>
            </a:r>
            <a:r>
              <a:rPr sz="3200" spc="-215" dirty="0" smtClean="0">
                <a:latin typeface="Trebuchet MS"/>
                <a:cs typeface="Trebuchet MS"/>
              </a:rPr>
              <a:t>t</a:t>
            </a:r>
            <a:r>
              <a:rPr sz="3200" spc="25" dirty="0" smtClean="0">
                <a:latin typeface="Trebuchet MS"/>
                <a:cs typeface="Trebuchet MS"/>
              </a:rPr>
              <a:t>r</a:t>
            </a:r>
            <a:r>
              <a:rPr sz="3200" spc="-445" dirty="0" smtClean="0">
                <a:latin typeface="Trebuchet MS"/>
                <a:cs typeface="Trebuchet MS"/>
              </a:rPr>
              <a:t>a</a:t>
            </a:r>
            <a:r>
              <a:rPr sz="3200" spc="-229" dirty="0" smtClean="0">
                <a:latin typeface="Trebuchet MS"/>
                <a:cs typeface="Trebuchet MS"/>
              </a:rPr>
              <a:t>v</a:t>
            </a:r>
            <a:r>
              <a:rPr sz="3200" spc="-165" dirty="0" smtClean="0">
                <a:latin typeface="Trebuchet MS"/>
                <a:cs typeface="Trebuchet MS"/>
              </a:rPr>
              <a:t>ersal</a:t>
            </a:r>
            <a:r>
              <a:rPr lang="en-US" sz="3200" dirty="0">
                <a:latin typeface="Trebuchet MS"/>
                <a:cs typeface="Trebuchet MS"/>
              </a:rPr>
              <a:t> </a:t>
            </a:r>
            <a:r>
              <a:rPr sz="3200" spc="-175" dirty="0" smtClean="0">
                <a:latin typeface="Trebuchet MS"/>
                <a:cs typeface="Trebuchet MS"/>
              </a:rPr>
              <a:t>of</a:t>
            </a:r>
            <a:r>
              <a:rPr lang="en-US" sz="3200" spc="-175" dirty="0" smtClean="0">
                <a:latin typeface="Trebuchet MS"/>
                <a:cs typeface="Trebuchet MS"/>
              </a:rPr>
              <a:t> </a:t>
            </a:r>
            <a:r>
              <a:rPr lang="en-US" sz="3200" spc="-315" dirty="0" smtClean="0">
                <a:latin typeface="Trebuchet MS"/>
                <a:cs typeface="Trebuchet MS"/>
              </a:rPr>
              <a:t>a</a:t>
            </a:r>
            <a:r>
              <a:rPr lang="en-US" sz="3200" spc="-315" dirty="0">
                <a:latin typeface="Trebuchet MS"/>
                <a:cs typeface="Trebuchet MS"/>
              </a:rPr>
              <a:t> </a:t>
            </a:r>
            <a:r>
              <a:rPr lang="en-US" sz="3200" spc="-315" dirty="0" smtClean="0">
                <a:latin typeface="Trebuchet MS"/>
                <a:cs typeface="Trebuchet MS"/>
              </a:rPr>
              <a:t> </a:t>
            </a:r>
            <a:r>
              <a:rPr lang="en-US" sz="3200" spc="-254" dirty="0" smtClean="0">
                <a:latin typeface="Trebuchet MS"/>
                <a:cs typeface="Trebuchet MS"/>
              </a:rPr>
              <a:t>g</a:t>
            </a:r>
            <a:r>
              <a:rPr lang="en-US" sz="3200" spc="-125" dirty="0" smtClean="0">
                <a:latin typeface="Trebuchet MS"/>
                <a:cs typeface="Trebuchet MS"/>
              </a:rPr>
              <a:t>r</a:t>
            </a:r>
            <a:r>
              <a:rPr lang="en-US" sz="3200" spc="-215" dirty="0" smtClean="0">
                <a:latin typeface="Trebuchet MS"/>
                <a:cs typeface="Trebuchet MS"/>
              </a:rPr>
              <a:t>a</a:t>
            </a:r>
            <a:r>
              <a:rPr lang="en-US" sz="3200" spc="-165" dirty="0" smtClean="0">
                <a:latin typeface="Trebuchet MS"/>
                <a:cs typeface="Trebuchet MS"/>
              </a:rPr>
              <a:t>ph </a:t>
            </a:r>
            <a:r>
              <a:rPr lang="en-US" sz="3200" spc="-95" dirty="0" smtClean="0">
                <a:latin typeface="Trebuchet MS"/>
                <a:cs typeface="Trebuchet MS"/>
              </a:rPr>
              <a:t>p</a:t>
            </a:r>
            <a:r>
              <a:rPr lang="en-US" sz="3200" spc="-165" dirty="0" smtClean="0">
                <a:latin typeface="Trebuchet MS"/>
                <a:cs typeface="Trebuchet MS"/>
              </a:rPr>
              <a:t>r</a:t>
            </a:r>
            <a:r>
              <a:rPr lang="en-US" sz="3200" spc="-105" dirty="0" smtClean="0">
                <a:latin typeface="Trebuchet MS"/>
                <a:cs typeface="Trebuchet MS"/>
              </a:rPr>
              <a:t>oduces </a:t>
            </a:r>
            <a:r>
              <a:rPr lang="en-US" sz="3200" spc="-315" dirty="0" smtClean="0">
                <a:latin typeface="Trebuchet MS"/>
                <a:cs typeface="Trebuchet MS"/>
              </a:rPr>
              <a:t>a </a:t>
            </a:r>
            <a:r>
              <a:rPr lang="en-US" sz="3200" b="1" spc="-25" dirty="0" smtClean="0">
                <a:solidFill>
                  <a:srgbClr val="00AFEF"/>
                </a:solidFill>
                <a:latin typeface="Trebuchet MS"/>
                <a:cs typeface="Trebuchet MS"/>
              </a:rPr>
              <a:t>s</a:t>
            </a:r>
            <a:r>
              <a:rPr lang="en-US" sz="3200" b="1" spc="-10" dirty="0" smtClean="0">
                <a:solidFill>
                  <a:srgbClr val="00AFEF"/>
                </a:solidFill>
                <a:latin typeface="Trebuchet MS"/>
                <a:cs typeface="Trebuchet MS"/>
              </a:rPr>
              <a:t>pa</a:t>
            </a:r>
            <a:r>
              <a:rPr lang="en-US" sz="3200" b="1" spc="-30" dirty="0" smtClean="0">
                <a:solidFill>
                  <a:srgbClr val="00AFEF"/>
                </a:solidFill>
                <a:latin typeface="Trebuchet MS"/>
                <a:cs typeface="Trebuchet MS"/>
              </a:rPr>
              <a:t>n</a:t>
            </a:r>
            <a:r>
              <a:rPr lang="en-US" sz="3200" b="1" spc="-75" dirty="0" smtClean="0">
                <a:solidFill>
                  <a:srgbClr val="00AFEF"/>
                </a:solidFill>
                <a:latin typeface="Trebuchet MS"/>
                <a:cs typeface="Trebuchet MS"/>
              </a:rPr>
              <a:t>n</a:t>
            </a:r>
            <a:r>
              <a:rPr lang="en-US" sz="3200" b="1" spc="-55" dirty="0" smtClean="0">
                <a:solidFill>
                  <a:srgbClr val="00AFEF"/>
                </a:solidFill>
                <a:latin typeface="Trebuchet MS"/>
                <a:cs typeface="Trebuchet MS"/>
              </a:rPr>
              <a:t>i</a:t>
            </a:r>
            <a:r>
              <a:rPr lang="en-US" sz="3200" b="1" spc="55" dirty="0" smtClean="0">
                <a:solidFill>
                  <a:srgbClr val="00AFEF"/>
                </a:solidFill>
                <a:latin typeface="Trebuchet MS"/>
                <a:cs typeface="Trebuchet MS"/>
              </a:rPr>
              <a:t>ng</a:t>
            </a:r>
            <a:r>
              <a:rPr lang="en-US" sz="3200" b="1" dirty="0" smtClean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lang="en-US" sz="3200" b="1" spc="45" dirty="0" smtClean="0">
                <a:solidFill>
                  <a:srgbClr val="00AFEF"/>
                </a:solidFill>
                <a:latin typeface="Trebuchet MS"/>
                <a:cs typeface="Trebuchet MS"/>
              </a:rPr>
              <a:t>t</a:t>
            </a:r>
            <a:r>
              <a:rPr lang="en-US" sz="3200" b="1" spc="-25" dirty="0" smtClean="0">
                <a:solidFill>
                  <a:srgbClr val="00AFEF"/>
                </a:solidFill>
                <a:latin typeface="Trebuchet MS"/>
                <a:cs typeface="Trebuchet MS"/>
              </a:rPr>
              <a:t>r</a:t>
            </a:r>
            <a:r>
              <a:rPr lang="en-US" sz="3200" b="1" spc="-70" dirty="0" smtClean="0">
                <a:solidFill>
                  <a:srgbClr val="00AFEF"/>
                </a:solidFill>
                <a:latin typeface="Trebuchet MS"/>
                <a:cs typeface="Trebuchet MS"/>
              </a:rPr>
              <a:t>ee as a result</a:t>
            </a:r>
          </a:p>
          <a:p>
            <a:pPr marL="295910" indent="-283845"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1416050" algn="l"/>
                <a:tab pos="3251200" algn="l"/>
              </a:tabLst>
            </a:pPr>
            <a:r>
              <a:rPr lang="en-US" sz="3200" b="1" spc="-50" dirty="0" smtClean="0">
                <a:solidFill>
                  <a:srgbClr val="00AFEF"/>
                </a:solidFill>
                <a:latin typeface="Trebuchet MS"/>
                <a:cs typeface="Trebuchet MS"/>
              </a:rPr>
              <a:t>Spanning T</a:t>
            </a:r>
            <a:r>
              <a:rPr lang="en-US" sz="3200" b="1" spc="5" dirty="0" smtClean="0">
                <a:solidFill>
                  <a:srgbClr val="00AFEF"/>
                </a:solidFill>
                <a:latin typeface="Trebuchet MS"/>
                <a:cs typeface="Trebuchet MS"/>
              </a:rPr>
              <a:t>r</a:t>
            </a:r>
            <a:r>
              <a:rPr lang="en-US" sz="3200" b="1" spc="-75" dirty="0" smtClean="0">
                <a:solidFill>
                  <a:srgbClr val="00AFEF"/>
                </a:solidFill>
                <a:latin typeface="Trebuchet MS"/>
                <a:cs typeface="Trebuchet MS"/>
              </a:rPr>
              <a:t>ee</a:t>
            </a:r>
            <a:r>
              <a:rPr lang="en-US" sz="3200" b="1" spc="-110" dirty="0" smtClean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lang="en-US" sz="3200" spc="-110" dirty="0" smtClean="0">
                <a:latin typeface="Trebuchet MS"/>
                <a:cs typeface="Trebuchet MS"/>
              </a:rPr>
              <a:t>i</a:t>
            </a:r>
            <a:r>
              <a:rPr lang="en-US" sz="3200" spc="-160" dirty="0" smtClean="0">
                <a:latin typeface="Trebuchet MS"/>
                <a:cs typeface="Trebuchet MS"/>
              </a:rPr>
              <a:t>s</a:t>
            </a:r>
            <a:r>
              <a:rPr lang="en-US" sz="3200" spc="-75" dirty="0" smtClean="0">
                <a:latin typeface="Trebuchet MS"/>
                <a:cs typeface="Trebuchet MS"/>
              </a:rPr>
              <a:t> </a:t>
            </a:r>
            <a:r>
              <a:rPr lang="en-US" sz="3200" spc="-315" dirty="0" smtClean="0">
                <a:latin typeface="Trebuchet MS"/>
                <a:cs typeface="Trebuchet MS"/>
              </a:rPr>
              <a:t>a</a:t>
            </a:r>
            <a:r>
              <a:rPr lang="en-US" sz="3200" spc="-90" dirty="0" smtClean="0">
                <a:latin typeface="Trebuchet MS"/>
                <a:cs typeface="Trebuchet MS"/>
              </a:rPr>
              <a:t> </a:t>
            </a:r>
            <a:r>
              <a:rPr lang="en-US" sz="3200" spc="-170" dirty="0" smtClean="0">
                <a:latin typeface="Trebuchet MS"/>
                <a:cs typeface="Trebuchet MS"/>
              </a:rPr>
              <a:t>gr</a:t>
            </a:r>
            <a:r>
              <a:rPr lang="en-US" sz="3200" spc="-235" dirty="0" smtClean="0">
                <a:latin typeface="Trebuchet MS"/>
                <a:cs typeface="Trebuchet MS"/>
              </a:rPr>
              <a:t>a</a:t>
            </a:r>
            <a:r>
              <a:rPr lang="en-US" sz="3200" spc="-165" dirty="0" smtClean="0">
                <a:latin typeface="Trebuchet MS"/>
                <a:cs typeface="Trebuchet MS"/>
              </a:rPr>
              <a:t>ph</a:t>
            </a:r>
            <a:r>
              <a:rPr lang="en-US" sz="3200" spc="-90" dirty="0" smtClean="0">
                <a:latin typeface="Trebuchet MS"/>
                <a:cs typeface="Trebuchet MS"/>
              </a:rPr>
              <a:t> </a:t>
            </a:r>
            <a:r>
              <a:rPr lang="en-US" sz="3200" spc="-160" dirty="0" smtClean="0">
                <a:latin typeface="Trebuchet MS"/>
                <a:cs typeface="Trebuchet MS"/>
              </a:rPr>
              <a:t>wit</a:t>
            </a:r>
            <a:r>
              <a:rPr lang="en-US" sz="3200" spc="-175" dirty="0" smtClean="0">
                <a:latin typeface="Trebuchet MS"/>
                <a:cs typeface="Trebuchet MS"/>
              </a:rPr>
              <a:t>h</a:t>
            </a:r>
            <a:r>
              <a:rPr lang="en-US" sz="3200" spc="-100" dirty="0" smtClean="0">
                <a:latin typeface="Trebuchet MS"/>
                <a:cs typeface="Trebuchet MS"/>
              </a:rPr>
              <a:t>out</a:t>
            </a:r>
            <a:r>
              <a:rPr lang="en-US" sz="3200" spc="-120" dirty="0" smtClean="0">
                <a:latin typeface="Trebuchet MS"/>
                <a:cs typeface="Trebuchet MS"/>
              </a:rPr>
              <a:t> </a:t>
            </a:r>
            <a:r>
              <a:rPr lang="en-US" sz="3200" spc="-85" dirty="0" smtClean="0">
                <a:latin typeface="Trebuchet MS"/>
                <a:cs typeface="Trebuchet MS"/>
              </a:rPr>
              <a:t>loop</a:t>
            </a:r>
            <a:r>
              <a:rPr lang="en-US" sz="3200" spc="-60" dirty="0" smtClean="0">
                <a:latin typeface="Trebuchet MS"/>
                <a:cs typeface="Trebuchet MS"/>
              </a:rPr>
              <a:t>s</a:t>
            </a:r>
            <a:endParaRPr lang="en-US" sz="3200" dirty="0" smtClean="0">
              <a:latin typeface="Trebuchet MS"/>
              <a:cs typeface="Trebuchet MS"/>
            </a:endParaRPr>
          </a:p>
          <a:p>
            <a:pPr marL="295910" indent="-283845"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1416050" algn="l"/>
                <a:tab pos="3251200" algn="l"/>
              </a:tabLst>
            </a:pPr>
            <a:endParaRPr lang="en-US" sz="3200" dirty="0" smtClean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4000" y="2971800"/>
            <a:ext cx="6455410" cy="58221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b="1" spc="60" dirty="0" smtClean="0">
                <a:solidFill>
                  <a:srgbClr val="FF0000"/>
                </a:solidFill>
                <a:latin typeface="Trebuchet MS"/>
                <a:cs typeface="Trebuchet MS"/>
              </a:rPr>
              <a:t>Consider</a:t>
            </a:r>
            <a:r>
              <a:rPr sz="3200" b="1" spc="-125" dirty="0" smtClean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-2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3200" b="1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-15" dirty="0">
                <a:solidFill>
                  <a:srgbClr val="FF0000"/>
                </a:solidFill>
                <a:latin typeface="Trebuchet MS"/>
                <a:cs typeface="Trebuchet MS"/>
              </a:rPr>
              <a:t>Following</a:t>
            </a:r>
            <a:r>
              <a:rPr sz="3200" b="1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50" dirty="0">
                <a:solidFill>
                  <a:srgbClr val="FF0000"/>
                </a:solidFill>
                <a:latin typeface="Trebuchet MS"/>
                <a:cs typeface="Trebuchet MS"/>
              </a:rPr>
              <a:t>Example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9720" y="3573005"/>
            <a:ext cx="5294249" cy="23582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138933" y="243281"/>
            <a:ext cx="58039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5" dirty="0"/>
              <a:t> </a:t>
            </a:r>
            <a:r>
              <a:rPr spc="10" dirty="0"/>
              <a:t>First</a:t>
            </a:r>
            <a:r>
              <a:rPr spc="-70" dirty="0"/>
              <a:t> </a:t>
            </a:r>
            <a:r>
              <a:rPr spc="10" dirty="0"/>
              <a:t>Search-</a:t>
            </a:r>
            <a:r>
              <a:rPr spc="-90" dirty="0"/>
              <a:t> </a:t>
            </a:r>
            <a:r>
              <a:rPr spc="215" dirty="0"/>
              <a:t>STEP1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8866" y="1413438"/>
            <a:ext cx="5561965" cy="17183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5" dirty="0">
                <a:latin typeface="Trebuchet MS"/>
                <a:cs typeface="Trebuchet MS"/>
              </a:rPr>
              <a:t>Choose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Sta</a:t>
            </a:r>
            <a:r>
              <a:rPr sz="3200" spc="-75" dirty="0">
                <a:latin typeface="Trebuchet MS"/>
                <a:cs typeface="Trebuchet MS"/>
              </a:rPr>
              <a:t>r</a:t>
            </a:r>
            <a:r>
              <a:rPr sz="3200" spc="-155" dirty="0">
                <a:latin typeface="Trebuchet MS"/>
                <a:cs typeface="Trebuchet MS"/>
              </a:rPr>
              <a:t>ti</a:t>
            </a:r>
            <a:r>
              <a:rPr sz="3200" spc="-245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</a:t>
            </a:r>
            <a:r>
              <a:rPr sz="3200" spc="-595" dirty="0">
                <a:latin typeface="Trebuchet MS"/>
                <a:cs typeface="Trebuchet MS"/>
              </a:rPr>
              <a:t> </a:t>
            </a:r>
            <a:r>
              <a:rPr sz="3200" spc="-280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5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a</a:t>
            </a:r>
            <a:r>
              <a:rPr sz="3200" spc="-165" dirty="0">
                <a:latin typeface="Trebuchet MS"/>
                <a:cs typeface="Trebuchet MS"/>
              </a:rPr>
              <a:t>s</a:t>
            </a:r>
            <a:r>
              <a:rPr sz="3200" spc="-400" dirty="0">
                <a:latin typeface="Trebuchet MS"/>
                <a:cs typeface="Trebuchet MS"/>
              </a:rPr>
              <a:t> </a:t>
            </a:r>
            <a:r>
              <a:rPr sz="3200" spc="250" dirty="0">
                <a:latin typeface="Trebuchet MS"/>
                <a:cs typeface="Trebuchet MS"/>
              </a:rPr>
              <a:t>A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5" dirty="0">
                <a:latin typeface="Trebuchet MS"/>
                <a:cs typeface="Trebuchet MS"/>
              </a:rPr>
              <a:t>VISIT</a:t>
            </a:r>
            <a:r>
              <a:rPr sz="3200" spc="-405" dirty="0">
                <a:latin typeface="Trebuchet MS"/>
                <a:cs typeface="Trebuchet MS"/>
              </a:rPr>
              <a:t> </a:t>
            </a:r>
            <a:r>
              <a:rPr sz="3200" spc="245" dirty="0">
                <a:latin typeface="Trebuchet MS"/>
                <a:cs typeface="Trebuchet MS"/>
              </a:rPr>
              <a:t>A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30" dirty="0">
                <a:latin typeface="Trebuchet MS"/>
                <a:cs typeface="Trebuchet MS"/>
              </a:rPr>
              <a:t>Push</a:t>
            </a:r>
            <a:r>
              <a:rPr sz="3200" spc="-405" dirty="0">
                <a:latin typeface="Trebuchet MS"/>
                <a:cs typeface="Trebuchet MS"/>
              </a:rPr>
              <a:t> </a:t>
            </a:r>
            <a:r>
              <a:rPr sz="3200" spc="250" dirty="0">
                <a:latin typeface="Trebuchet MS"/>
                <a:cs typeface="Trebuchet MS"/>
              </a:rPr>
              <a:t>A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n</a:t>
            </a:r>
            <a:r>
              <a:rPr sz="3200" spc="-75" dirty="0">
                <a:latin typeface="Trebuchet MS"/>
                <a:cs typeface="Trebuchet MS"/>
              </a:rPr>
              <a:t>to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Stack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374001" y="3368421"/>
          <a:ext cx="1176020" cy="2595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63648" y="3861041"/>
            <a:ext cx="4273550" cy="177165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40587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52600" y="6096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4926" y="243281"/>
            <a:ext cx="59315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5" dirty="0"/>
              <a:t> </a:t>
            </a:r>
            <a:r>
              <a:rPr spc="10" dirty="0"/>
              <a:t>First</a:t>
            </a:r>
            <a:r>
              <a:rPr spc="-65" dirty="0"/>
              <a:t> </a:t>
            </a:r>
            <a:r>
              <a:rPr spc="10" dirty="0"/>
              <a:t>Search-</a:t>
            </a:r>
            <a:r>
              <a:rPr spc="-90" dirty="0"/>
              <a:t> </a:t>
            </a:r>
            <a:r>
              <a:rPr spc="300" dirty="0"/>
              <a:t>STEP</a:t>
            </a:r>
            <a:r>
              <a:rPr spc="-90" dirty="0"/>
              <a:t> </a:t>
            </a:r>
            <a:r>
              <a:rPr spc="-125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866" y="925195"/>
            <a:ext cx="7508240" cy="2130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25" dirty="0">
                <a:latin typeface="Trebuchet MS"/>
                <a:cs typeface="Trebuchet MS"/>
              </a:rPr>
              <a:t>Visit</a:t>
            </a:r>
            <a:r>
              <a:rPr sz="3200" spc="150" dirty="0">
                <a:latin typeface="Trebuchet MS"/>
                <a:cs typeface="Trebuchet MS"/>
              </a:rPr>
              <a:t> </a:t>
            </a:r>
            <a:r>
              <a:rPr sz="3200" spc="-240" dirty="0">
                <a:latin typeface="Trebuchet MS"/>
                <a:cs typeface="Trebuchet MS"/>
              </a:rPr>
              <a:t>any</a:t>
            </a:r>
            <a:r>
              <a:rPr sz="3200" spc="145" dirty="0">
                <a:latin typeface="Trebuchet MS"/>
                <a:cs typeface="Trebuchet MS"/>
              </a:rPr>
              <a:t> </a:t>
            </a:r>
            <a:r>
              <a:rPr sz="3200" spc="-250" dirty="0">
                <a:latin typeface="Trebuchet MS"/>
                <a:cs typeface="Trebuchet MS"/>
              </a:rPr>
              <a:t>adjacent</a:t>
            </a:r>
            <a:r>
              <a:rPr sz="3200" spc="13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vertex</a:t>
            </a:r>
            <a:r>
              <a:rPr sz="3200" spc="17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of</a:t>
            </a:r>
            <a:r>
              <a:rPr sz="3200" spc="145" dirty="0">
                <a:latin typeface="Trebuchet MS"/>
                <a:cs typeface="Trebuchet MS"/>
              </a:rPr>
              <a:t> </a:t>
            </a:r>
            <a:r>
              <a:rPr sz="3200" spc="245" dirty="0">
                <a:latin typeface="Trebuchet MS"/>
                <a:cs typeface="Trebuchet MS"/>
              </a:rPr>
              <a:t>A</a:t>
            </a:r>
            <a:r>
              <a:rPr sz="3200" spc="155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which</a:t>
            </a:r>
            <a:r>
              <a:rPr sz="3200" spc="15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</a:t>
            </a:r>
            <a:r>
              <a:rPr sz="3200" spc="160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not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(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ta</a:t>
            </a:r>
            <a:r>
              <a:rPr sz="3200" spc="-310" dirty="0">
                <a:latin typeface="Trebuchet MS"/>
                <a:cs typeface="Trebuchet MS"/>
              </a:rPr>
              <a:t>k</a:t>
            </a:r>
            <a:r>
              <a:rPr sz="3200" spc="-180" dirty="0">
                <a:latin typeface="Trebuchet MS"/>
                <a:cs typeface="Trebuchet MS"/>
              </a:rPr>
              <a:t>en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B)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5" dirty="0">
                <a:latin typeface="Trebuchet MS"/>
                <a:cs typeface="Trebuchet MS"/>
              </a:rPr>
              <a:t>VISIT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B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30" dirty="0">
                <a:latin typeface="Trebuchet MS"/>
                <a:cs typeface="Trebuchet MS"/>
              </a:rPr>
              <a:t>Push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newly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visited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B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into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Stack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374001" y="3368421"/>
          <a:ext cx="1176020" cy="2595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0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5657" y="3716997"/>
            <a:ext cx="4425950" cy="20162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0587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52600" y="6096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B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074926" y="243281"/>
            <a:ext cx="59315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5" dirty="0"/>
              <a:t> </a:t>
            </a:r>
            <a:r>
              <a:rPr spc="10" dirty="0"/>
              <a:t>First</a:t>
            </a:r>
            <a:r>
              <a:rPr spc="-65" dirty="0"/>
              <a:t> </a:t>
            </a:r>
            <a:r>
              <a:rPr spc="10" dirty="0"/>
              <a:t>Search-</a:t>
            </a:r>
            <a:r>
              <a:rPr spc="-90" dirty="0"/>
              <a:t> </a:t>
            </a:r>
            <a:r>
              <a:rPr spc="300" dirty="0"/>
              <a:t>STEP</a:t>
            </a:r>
            <a:r>
              <a:rPr spc="-90" dirty="0"/>
              <a:t> </a:t>
            </a:r>
            <a:r>
              <a:rPr spc="-125" dirty="0"/>
              <a:t>3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8866" y="925195"/>
            <a:ext cx="7509509" cy="2130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25" dirty="0">
                <a:latin typeface="Trebuchet MS"/>
                <a:cs typeface="Trebuchet MS"/>
              </a:rPr>
              <a:t>Visit</a:t>
            </a:r>
            <a:r>
              <a:rPr sz="3200" spc="195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any</a:t>
            </a:r>
            <a:r>
              <a:rPr sz="3200" spc="195" dirty="0">
                <a:latin typeface="Trebuchet MS"/>
                <a:cs typeface="Trebuchet MS"/>
              </a:rPr>
              <a:t> </a:t>
            </a:r>
            <a:r>
              <a:rPr sz="3200" spc="-250" dirty="0">
                <a:latin typeface="Trebuchet MS"/>
                <a:cs typeface="Trebuchet MS"/>
              </a:rPr>
              <a:t>adjacent</a:t>
            </a:r>
            <a:r>
              <a:rPr sz="3200" spc="180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vertex</a:t>
            </a:r>
            <a:r>
              <a:rPr sz="3200" spc="204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18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B</a:t>
            </a:r>
            <a:r>
              <a:rPr sz="3200" spc="19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which</a:t>
            </a:r>
            <a:r>
              <a:rPr sz="3200" spc="19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</a:t>
            </a:r>
            <a:r>
              <a:rPr sz="3200" spc="195" dirty="0">
                <a:latin typeface="Trebuchet MS"/>
                <a:cs typeface="Trebuchet MS"/>
              </a:rPr>
              <a:t> </a:t>
            </a:r>
            <a:r>
              <a:rPr sz="3200" spc="-100" dirty="0">
                <a:latin typeface="Trebuchet MS"/>
                <a:cs typeface="Trebuchet MS"/>
              </a:rPr>
              <a:t>not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(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ta</a:t>
            </a:r>
            <a:r>
              <a:rPr sz="3200" spc="-310" dirty="0">
                <a:latin typeface="Trebuchet MS"/>
                <a:cs typeface="Trebuchet MS"/>
              </a:rPr>
              <a:t>k</a:t>
            </a:r>
            <a:r>
              <a:rPr sz="3200" spc="-180" dirty="0">
                <a:latin typeface="Trebuchet MS"/>
                <a:cs typeface="Trebuchet MS"/>
              </a:rPr>
              <a:t>en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C)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5" dirty="0">
                <a:latin typeface="Trebuchet MS"/>
                <a:cs typeface="Trebuchet MS"/>
              </a:rPr>
              <a:t>VISIT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350" dirty="0">
                <a:latin typeface="Trebuchet MS"/>
                <a:cs typeface="Trebuchet MS"/>
              </a:rPr>
              <a:t>C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30" dirty="0">
                <a:latin typeface="Trebuchet MS"/>
                <a:cs typeface="Trebuchet MS"/>
              </a:rPr>
              <a:t>Push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newly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visited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355" dirty="0">
                <a:latin typeface="Trebuchet MS"/>
                <a:cs typeface="Trebuchet MS"/>
              </a:rPr>
              <a:t>C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into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Stack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590028" y="3422650"/>
          <a:ext cx="1176020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5073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C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8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180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51685" y="3717023"/>
            <a:ext cx="4368800" cy="216776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64755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52600" y="6096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B C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4926" y="243281"/>
            <a:ext cx="59315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5" dirty="0"/>
              <a:t> </a:t>
            </a:r>
            <a:r>
              <a:rPr spc="10" dirty="0"/>
              <a:t>First</a:t>
            </a:r>
            <a:r>
              <a:rPr spc="-65" dirty="0"/>
              <a:t> </a:t>
            </a:r>
            <a:r>
              <a:rPr spc="10" dirty="0"/>
              <a:t>Search-</a:t>
            </a:r>
            <a:r>
              <a:rPr spc="-90" dirty="0"/>
              <a:t> </a:t>
            </a:r>
            <a:r>
              <a:rPr spc="300" dirty="0"/>
              <a:t>STEP</a:t>
            </a:r>
            <a:r>
              <a:rPr spc="-90" dirty="0"/>
              <a:t> </a:t>
            </a:r>
            <a:r>
              <a:rPr spc="-125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866" y="925195"/>
            <a:ext cx="7508240" cy="2130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25" dirty="0">
                <a:latin typeface="Trebuchet MS"/>
                <a:cs typeface="Trebuchet MS"/>
              </a:rPr>
              <a:t>Visit</a:t>
            </a:r>
            <a:r>
              <a:rPr sz="3200" spc="130" dirty="0">
                <a:latin typeface="Trebuchet MS"/>
                <a:cs typeface="Trebuchet MS"/>
              </a:rPr>
              <a:t> </a:t>
            </a:r>
            <a:r>
              <a:rPr sz="3200" spc="-240" dirty="0">
                <a:latin typeface="Trebuchet MS"/>
                <a:cs typeface="Trebuchet MS"/>
              </a:rPr>
              <a:t>any</a:t>
            </a:r>
            <a:r>
              <a:rPr sz="3200" spc="120" dirty="0">
                <a:latin typeface="Trebuchet MS"/>
                <a:cs typeface="Trebuchet MS"/>
              </a:rPr>
              <a:t> </a:t>
            </a:r>
            <a:r>
              <a:rPr sz="3200" spc="-250" dirty="0">
                <a:latin typeface="Trebuchet MS"/>
                <a:cs typeface="Trebuchet MS"/>
              </a:rPr>
              <a:t>adjacent</a:t>
            </a:r>
            <a:r>
              <a:rPr sz="3200" spc="120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vertex</a:t>
            </a:r>
            <a:r>
              <a:rPr sz="3200" spc="14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135" dirty="0">
                <a:latin typeface="Trebuchet MS"/>
                <a:cs typeface="Trebuchet MS"/>
              </a:rPr>
              <a:t> </a:t>
            </a:r>
            <a:r>
              <a:rPr sz="3200" spc="350" dirty="0">
                <a:latin typeface="Trebuchet MS"/>
                <a:cs typeface="Trebuchet MS"/>
              </a:rPr>
              <a:t>C</a:t>
            </a:r>
            <a:r>
              <a:rPr sz="3200" spc="13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which</a:t>
            </a:r>
            <a:r>
              <a:rPr sz="3200" spc="14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</a:t>
            </a:r>
            <a:r>
              <a:rPr sz="3200" spc="135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not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(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ta</a:t>
            </a:r>
            <a:r>
              <a:rPr sz="3200" spc="-310" dirty="0">
                <a:latin typeface="Trebuchet MS"/>
                <a:cs typeface="Trebuchet MS"/>
              </a:rPr>
              <a:t>k</a:t>
            </a:r>
            <a:r>
              <a:rPr sz="3200" spc="-180" dirty="0">
                <a:latin typeface="Trebuchet MS"/>
                <a:cs typeface="Trebuchet MS"/>
              </a:rPr>
              <a:t>en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25" dirty="0">
                <a:latin typeface="Trebuchet MS"/>
                <a:cs typeface="Trebuchet MS"/>
              </a:rPr>
              <a:t>E)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5" dirty="0">
                <a:latin typeface="Trebuchet MS"/>
                <a:cs typeface="Trebuchet MS"/>
              </a:rPr>
              <a:t>VISIT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E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30" dirty="0">
                <a:latin typeface="Trebuchet MS"/>
                <a:cs typeface="Trebuchet MS"/>
              </a:rPr>
              <a:t>Push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newly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visited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into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Stack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90028" y="3422650"/>
          <a:ext cx="1176020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314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5073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C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8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180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3694" y="3645014"/>
            <a:ext cx="4476750" cy="231381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64755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52600" y="6096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B C E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074926" y="243281"/>
            <a:ext cx="59315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5" dirty="0"/>
              <a:t> </a:t>
            </a:r>
            <a:r>
              <a:rPr spc="10" dirty="0"/>
              <a:t>First</a:t>
            </a:r>
            <a:r>
              <a:rPr spc="-65" dirty="0"/>
              <a:t> </a:t>
            </a:r>
            <a:r>
              <a:rPr spc="10" dirty="0"/>
              <a:t>Search-</a:t>
            </a:r>
            <a:r>
              <a:rPr spc="-90" dirty="0"/>
              <a:t> </a:t>
            </a:r>
            <a:r>
              <a:rPr spc="300" dirty="0"/>
              <a:t>STEP</a:t>
            </a:r>
            <a:r>
              <a:rPr spc="-90" dirty="0"/>
              <a:t> </a:t>
            </a:r>
            <a:r>
              <a:rPr spc="-125" dirty="0"/>
              <a:t>5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8866" y="925195"/>
            <a:ext cx="7508240" cy="2130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25" dirty="0">
                <a:latin typeface="Trebuchet MS"/>
                <a:cs typeface="Trebuchet MS"/>
              </a:rPr>
              <a:t>Visit</a:t>
            </a:r>
            <a:r>
              <a:rPr sz="3200" spc="220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any</a:t>
            </a:r>
            <a:r>
              <a:rPr sz="3200" spc="204" dirty="0">
                <a:latin typeface="Trebuchet MS"/>
                <a:cs typeface="Trebuchet MS"/>
              </a:rPr>
              <a:t> </a:t>
            </a:r>
            <a:r>
              <a:rPr sz="3200" spc="-250" dirty="0">
                <a:latin typeface="Trebuchet MS"/>
                <a:cs typeface="Trebuchet MS"/>
              </a:rPr>
              <a:t>adjacent</a:t>
            </a:r>
            <a:r>
              <a:rPr sz="3200" spc="204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vertex</a:t>
            </a:r>
            <a:r>
              <a:rPr sz="3200" spc="229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22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E</a:t>
            </a:r>
            <a:r>
              <a:rPr sz="3200" spc="22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which</a:t>
            </a:r>
            <a:r>
              <a:rPr sz="3200" spc="22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</a:t>
            </a:r>
            <a:r>
              <a:rPr sz="3200" spc="220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not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(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ta</a:t>
            </a:r>
            <a:r>
              <a:rPr sz="3200" spc="-310" dirty="0">
                <a:latin typeface="Trebuchet MS"/>
                <a:cs typeface="Trebuchet MS"/>
              </a:rPr>
              <a:t>k</a:t>
            </a:r>
            <a:r>
              <a:rPr sz="3200" spc="-180" dirty="0">
                <a:latin typeface="Trebuchet MS"/>
                <a:cs typeface="Trebuchet MS"/>
              </a:rPr>
              <a:t>en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45" dirty="0">
                <a:latin typeface="Trebuchet MS"/>
                <a:cs typeface="Trebuchet MS"/>
              </a:rPr>
              <a:t>D)</a:t>
            </a:r>
            <a:endParaRPr sz="3200" dirty="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5" dirty="0">
                <a:latin typeface="Trebuchet MS"/>
                <a:cs typeface="Trebuchet MS"/>
              </a:rPr>
              <a:t>VISIT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440" dirty="0">
                <a:latin typeface="Trebuchet MS"/>
                <a:cs typeface="Trebuchet MS"/>
              </a:rPr>
              <a:t>D</a:t>
            </a:r>
            <a:endParaRPr sz="3200" dirty="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30" dirty="0">
                <a:latin typeface="Trebuchet MS"/>
                <a:cs typeface="Trebuchet MS"/>
              </a:rPr>
              <a:t>Push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newly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visited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440" dirty="0">
                <a:latin typeface="Trebuchet MS"/>
                <a:cs typeface="Trebuchet MS"/>
              </a:rPr>
              <a:t>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into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Stack</a:t>
            </a:r>
            <a:endParaRPr sz="3200" dirty="0">
              <a:latin typeface="Trebuchet MS"/>
              <a:cs typeface="Trebuchet MS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590028" y="3422650"/>
          <a:ext cx="1176020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49339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521334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49847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C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514984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50355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67711" y="3572979"/>
            <a:ext cx="4305299" cy="244830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64755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52600" y="6096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B C E D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4926" y="243281"/>
            <a:ext cx="59315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5" dirty="0"/>
              <a:t> </a:t>
            </a:r>
            <a:r>
              <a:rPr spc="10" dirty="0"/>
              <a:t>First</a:t>
            </a:r>
            <a:r>
              <a:rPr spc="-65" dirty="0"/>
              <a:t> </a:t>
            </a:r>
            <a:r>
              <a:rPr spc="10" dirty="0"/>
              <a:t>Search-</a:t>
            </a:r>
            <a:r>
              <a:rPr spc="-90" dirty="0"/>
              <a:t> </a:t>
            </a:r>
            <a:r>
              <a:rPr spc="300" dirty="0"/>
              <a:t>STEP</a:t>
            </a:r>
            <a:r>
              <a:rPr spc="-90" dirty="0"/>
              <a:t> </a:t>
            </a:r>
            <a:r>
              <a:rPr spc="-125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866" y="1413438"/>
            <a:ext cx="6294120" cy="11537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265" dirty="0">
                <a:latin typeface="Trebuchet MS"/>
                <a:cs typeface="Trebuchet MS"/>
              </a:rPr>
              <a:t>N</a:t>
            </a:r>
            <a:r>
              <a:rPr sz="3200" spc="229" dirty="0">
                <a:latin typeface="Trebuchet MS"/>
                <a:cs typeface="Trebuchet MS"/>
              </a:rPr>
              <a:t>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n</a:t>
            </a:r>
            <a:r>
              <a:rPr sz="3200" spc="-225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w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5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to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be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70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440" dirty="0">
                <a:latin typeface="Trebuchet MS"/>
                <a:cs typeface="Trebuchet MS"/>
              </a:rPr>
              <a:t>D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55" dirty="0">
                <a:latin typeface="Trebuchet MS"/>
                <a:cs typeface="Trebuchet MS"/>
              </a:rPr>
              <a:t>POP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440" dirty="0">
                <a:latin typeface="Trebuchet MS"/>
                <a:cs typeface="Trebuchet MS"/>
              </a:rPr>
              <a:t>D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90028" y="3422650"/>
          <a:ext cx="1176020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314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5073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C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8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180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676" y="3284969"/>
            <a:ext cx="4305300" cy="24683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64755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52600" y="6096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B C E D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074926" y="243281"/>
            <a:ext cx="59315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5" dirty="0"/>
              <a:t> </a:t>
            </a:r>
            <a:r>
              <a:rPr spc="10" dirty="0"/>
              <a:t>First</a:t>
            </a:r>
            <a:r>
              <a:rPr spc="-65" dirty="0"/>
              <a:t> </a:t>
            </a:r>
            <a:r>
              <a:rPr spc="10" dirty="0"/>
              <a:t>Search-</a:t>
            </a:r>
            <a:r>
              <a:rPr spc="-90" dirty="0"/>
              <a:t> </a:t>
            </a:r>
            <a:r>
              <a:rPr spc="300" dirty="0"/>
              <a:t>STEP</a:t>
            </a:r>
            <a:r>
              <a:rPr spc="-90" dirty="0"/>
              <a:t> </a:t>
            </a:r>
            <a:r>
              <a:rPr spc="-125" dirty="0"/>
              <a:t>7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8866" y="925195"/>
            <a:ext cx="7508240" cy="2130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25" dirty="0">
                <a:latin typeface="Trebuchet MS"/>
                <a:cs typeface="Trebuchet MS"/>
              </a:rPr>
              <a:t>Visit</a:t>
            </a:r>
            <a:r>
              <a:rPr sz="3200" spc="220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any</a:t>
            </a:r>
            <a:r>
              <a:rPr sz="3200" spc="204" dirty="0">
                <a:latin typeface="Trebuchet MS"/>
                <a:cs typeface="Trebuchet MS"/>
              </a:rPr>
              <a:t> </a:t>
            </a:r>
            <a:r>
              <a:rPr sz="3200" spc="-250" dirty="0">
                <a:latin typeface="Trebuchet MS"/>
                <a:cs typeface="Trebuchet MS"/>
              </a:rPr>
              <a:t>adjacent</a:t>
            </a:r>
            <a:r>
              <a:rPr sz="3200" spc="204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vertex</a:t>
            </a:r>
            <a:r>
              <a:rPr sz="3200" spc="229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22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E</a:t>
            </a:r>
            <a:r>
              <a:rPr sz="3200" spc="22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which</a:t>
            </a:r>
            <a:r>
              <a:rPr sz="3200" spc="22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</a:t>
            </a:r>
            <a:r>
              <a:rPr sz="3200" spc="220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not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(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ta</a:t>
            </a:r>
            <a:r>
              <a:rPr sz="3200" spc="-310" dirty="0">
                <a:latin typeface="Trebuchet MS"/>
                <a:cs typeface="Trebuchet MS"/>
              </a:rPr>
              <a:t>k</a:t>
            </a:r>
            <a:r>
              <a:rPr sz="3200" spc="-180" dirty="0">
                <a:latin typeface="Trebuchet MS"/>
                <a:cs typeface="Trebuchet MS"/>
              </a:rPr>
              <a:t>en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F</a:t>
            </a:r>
            <a:r>
              <a:rPr sz="3200" spc="-140" dirty="0">
                <a:latin typeface="Trebuchet MS"/>
                <a:cs typeface="Trebuchet MS"/>
              </a:rPr>
              <a:t>)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5" dirty="0">
                <a:latin typeface="Trebuchet MS"/>
                <a:cs typeface="Trebuchet MS"/>
              </a:rPr>
              <a:t>VISIT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F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30" dirty="0">
                <a:latin typeface="Trebuchet MS"/>
                <a:cs typeface="Trebuchet MS"/>
              </a:rPr>
              <a:t>Push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newly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visited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F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into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Stack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590028" y="3422650"/>
          <a:ext cx="1176020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5346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F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314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5073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C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8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180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79676" y="3350285"/>
            <a:ext cx="4324350" cy="277025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64755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52600" y="6096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B C E D F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074926" y="243281"/>
            <a:ext cx="59315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5" dirty="0"/>
              <a:t> </a:t>
            </a:r>
            <a:r>
              <a:rPr spc="10" dirty="0"/>
              <a:t>First</a:t>
            </a:r>
            <a:r>
              <a:rPr spc="-65" dirty="0"/>
              <a:t> </a:t>
            </a:r>
            <a:r>
              <a:rPr spc="10" dirty="0"/>
              <a:t>Search-</a:t>
            </a:r>
            <a:r>
              <a:rPr spc="-90" dirty="0"/>
              <a:t> </a:t>
            </a:r>
            <a:r>
              <a:rPr spc="300" dirty="0"/>
              <a:t>STEP</a:t>
            </a:r>
            <a:r>
              <a:rPr spc="-90" dirty="0"/>
              <a:t> </a:t>
            </a:r>
            <a:r>
              <a:rPr spc="-125" dirty="0"/>
              <a:t>8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8866" y="925195"/>
            <a:ext cx="7508240" cy="2130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25" dirty="0">
                <a:latin typeface="Trebuchet MS"/>
                <a:cs typeface="Trebuchet MS"/>
              </a:rPr>
              <a:t>Visit</a:t>
            </a:r>
            <a:r>
              <a:rPr sz="3200" spc="235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any</a:t>
            </a:r>
            <a:r>
              <a:rPr sz="3200" spc="220" dirty="0">
                <a:latin typeface="Trebuchet MS"/>
                <a:cs typeface="Trebuchet MS"/>
              </a:rPr>
              <a:t> </a:t>
            </a:r>
            <a:r>
              <a:rPr sz="3200" spc="-250" dirty="0">
                <a:latin typeface="Trebuchet MS"/>
                <a:cs typeface="Trebuchet MS"/>
              </a:rPr>
              <a:t>adjacent</a:t>
            </a:r>
            <a:r>
              <a:rPr sz="3200" spc="21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vertex</a:t>
            </a:r>
            <a:r>
              <a:rPr sz="3200" spc="24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24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F</a:t>
            </a:r>
            <a:r>
              <a:rPr sz="3200" spc="225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which</a:t>
            </a:r>
            <a:r>
              <a:rPr sz="3200" spc="240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is</a:t>
            </a:r>
            <a:r>
              <a:rPr sz="3200" spc="229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not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(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ta</a:t>
            </a:r>
            <a:r>
              <a:rPr sz="3200" spc="-310" dirty="0">
                <a:latin typeface="Trebuchet MS"/>
                <a:cs typeface="Trebuchet MS"/>
              </a:rPr>
              <a:t>k</a:t>
            </a:r>
            <a:r>
              <a:rPr sz="3200" spc="-180" dirty="0">
                <a:latin typeface="Trebuchet MS"/>
                <a:cs typeface="Trebuchet MS"/>
              </a:rPr>
              <a:t>en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35" dirty="0">
                <a:latin typeface="Trebuchet MS"/>
                <a:cs typeface="Trebuchet MS"/>
              </a:rPr>
              <a:t>G)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5" dirty="0">
                <a:latin typeface="Trebuchet MS"/>
                <a:cs typeface="Trebuchet MS"/>
              </a:rPr>
              <a:t>VISIT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204" dirty="0">
                <a:latin typeface="Trebuchet MS"/>
                <a:cs typeface="Trebuchet MS"/>
              </a:rPr>
              <a:t>G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30" dirty="0">
                <a:latin typeface="Trebuchet MS"/>
                <a:cs typeface="Trebuchet MS"/>
              </a:rPr>
              <a:t>Push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newly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visited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204" dirty="0">
                <a:latin typeface="Trebuchet MS"/>
                <a:cs typeface="Trebuchet MS"/>
              </a:rPr>
              <a:t>G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into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Stack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590028" y="3422650"/>
          <a:ext cx="1176020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9403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G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52578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F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521334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49847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C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514984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503555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7667" y="3645014"/>
            <a:ext cx="4597400" cy="24765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64755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52600" y="6096000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B C E D F G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074926" y="243281"/>
            <a:ext cx="59315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5" dirty="0"/>
              <a:t> </a:t>
            </a:r>
            <a:r>
              <a:rPr spc="10" dirty="0"/>
              <a:t>First</a:t>
            </a:r>
            <a:r>
              <a:rPr spc="-65" dirty="0"/>
              <a:t> </a:t>
            </a:r>
            <a:r>
              <a:rPr spc="10" dirty="0"/>
              <a:t>Search-</a:t>
            </a:r>
            <a:r>
              <a:rPr spc="-90" dirty="0"/>
              <a:t> </a:t>
            </a:r>
            <a:r>
              <a:rPr spc="300" dirty="0"/>
              <a:t>STEP</a:t>
            </a:r>
            <a:r>
              <a:rPr spc="-90" dirty="0"/>
              <a:t> </a:t>
            </a:r>
            <a:r>
              <a:rPr spc="-125" dirty="0"/>
              <a:t>9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8866" y="849712"/>
            <a:ext cx="6289675" cy="11537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9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265" dirty="0">
                <a:latin typeface="Trebuchet MS"/>
                <a:cs typeface="Trebuchet MS"/>
              </a:rPr>
              <a:t>N</a:t>
            </a:r>
            <a:r>
              <a:rPr sz="3200" spc="229" dirty="0">
                <a:latin typeface="Trebuchet MS"/>
                <a:cs typeface="Trebuchet MS"/>
              </a:rPr>
              <a:t>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n</a:t>
            </a:r>
            <a:r>
              <a:rPr sz="3200" spc="-225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w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 </a:t>
            </a:r>
            <a:r>
              <a:rPr sz="3200" spc="-195" dirty="0">
                <a:latin typeface="Trebuchet MS"/>
                <a:cs typeface="Trebuchet MS"/>
              </a:rPr>
              <a:t>be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65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204" dirty="0">
                <a:latin typeface="Trebuchet MS"/>
                <a:cs typeface="Trebuchet MS"/>
              </a:rPr>
              <a:t>G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60" dirty="0">
                <a:latin typeface="Trebuchet MS"/>
                <a:cs typeface="Trebuchet MS"/>
              </a:rPr>
              <a:t>POP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204" dirty="0">
                <a:latin typeface="Trebuchet MS"/>
                <a:cs typeface="Trebuchet MS"/>
              </a:rPr>
              <a:t>G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590028" y="3422650"/>
          <a:ext cx="1176020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5346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F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314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5073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C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8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180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19630" y="2708910"/>
            <a:ext cx="4387850" cy="275221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64755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52600" y="6096000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B C E D F G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8433" y="243281"/>
            <a:ext cx="61823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0" dirty="0"/>
              <a:t> </a:t>
            </a:r>
            <a:r>
              <a:rPr spc="5" dirty="0"/>
              <a:t>First</a:t>
            </a:r>
            <a:r>
              <a:rPr spc="-65" dirty="0"/>
              <a:t> </a:t>
            </a:r>
            <a:r>
              <a:rPr spc="10" dirty="0"/>
              <a:t>Search-</a:t>
            </a:r>
            <a:r>
              <a:rPr spc="-80" dirty="0"/>
              <a:t> </a:t>
            </a:r>
            <a:r>
              <a:rPr spc="300" dirty="0"/>
              <a:t>STEP</a:t>
            </a:r>
            <a:r>
              <a:rPr spc="-105" dirty="0"/>
              <a:t> </a:t>
            </a:r>
            <a:r>
              <a:rPr spc="-125" dirty="0"/>
              <a:t>10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866" y="849712"/>
            <a:ext cx="6179185" cy="11537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9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265" dirty="0">
                <a:latin typeface="Trebuchet MS"/>
                <a:cs typeface="Trebuchet MS"/>
              </a:rPr>
              <a:t>N</a:t>
            </a:r>
            <a:r>
              <a:rPr sz="3200" spc="229" dirty="0">
                <a:latin typeface="Trebuchet MS"/>
                <a:cs typeface="Trebuchet MS"/>
              </a:rPr>
              <a:t>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n</a:t>
            </a:r>
            <a:r>
              <a:rPr sz="3200" spc="-225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w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 </a:t>
            </a:r>
            <a:r>
              <a:rPr sz="3200" spc="-195" dirty="0">
                <a:latin typeface="Trebuchet MS"/>
                <a:cs typeface="Trebuchet MS"/>
              </a:rPr>
              <a:t>be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65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F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60" dirty="0">
                <a:latin typeface="Trebuchet MS"/>
                <a:cs typeface="Trebuchet MS"/>
              </a:rPr>
              <a:t>POP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F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90028" y="3422650"/>
          <a:ext cx="1176020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314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5073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C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8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180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9676" y="3140951"/>
            <a:ext cx="4311650" cy="2658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64755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52600" y="6096000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B C E D F G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948433" y="243281"/>
            <a:ext cx="61823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0" dirty="0"/>
              <a:t> </a:t>
            </a:r>
            <a:r>
              <a:rPr spc="5" dirty="0"/>
              <a:t>First</a:t>
            </a:r>
            <a:r>
              <a:rPr spc="-65" dirty="0"/>
              <a:t> </a:t>
            </a:r>
            <a:r>
              <a:rPr spc="10" dirty="0"/>
              <a:t>Search-</a:t>
            </a:r>
            <a:r>
              <a:rPr spc="-80" dirty="0"/>
              <a:t> </a:t>
            </a:r>
            <a:r>
              <a:rPr spc="300" dirty="0"/>
              <a:t>STEP</a:t>
            </a:r>
            <a:r>
              <a:rPr spc="-105" dirty="0"/>
              <a:t> </a:t>
            </a:r>
            <a:r>
              <a:rPr spc="-125" dirty="0"/>
              <a:t>11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8866" y="849712"/>
            <a:ext cx="6191885" cy="11537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9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265" dirty="0">
                <a:latin typeface="Trebuchet MS"/>
                <a:cs typeface="Trebuchet MS"/>
              </a:rPr>
              <a:t>N</a:t>
            </a:r>
            <a:r>
              <a:rPr sz="3200" spc="229" dirty="0">
                <a:latin typeface="Trebuchet MS"/>
                <a:cs typeface="Trebuchet MS"/>
              </a:rPr>
              <a:t>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n</a:t>
            </a:r>
            <a:r>
              <a:rPr sz="3200" spc="-225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w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 </a:t>
            </a:r>
            <a:r>
              <a:rPr sz="3200" spc="-195" dirty="0">
                <a:latin typeface="Trebuchet MS"/>
                <a:cs typeface="Trebuchet MS"/>
              </a:rPr>
              <a:t>be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65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E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60" dirty="0">
                <a:latin typeface="Trebuchet MS"/>
                <a:cs typeface="Trebuchet MS"/>
              </a:rPr>
              <a:t>POP</a:t>
            </a:r>
            <a:r>
              <a:rPr sz="3200" spc="-114" dirty="0">
                <a:latin typeface="Trebuchet MS"/>
                <a:cs typeface="Trebuchet MS"/>
              </a:rPr>
              <a:t> E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590028" y="3422650"/>
          <a:ext cx="1176020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50736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C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8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180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63648" y="2564892"/>
            <a:ext cx="4419600" cy="249173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64755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52600" y="6096000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B C E D F G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8433" y="243281"/>
            <a:ext cx="61823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0" dirty="0"/>
              <a:t> </a:t>
            </a:r>
            <a:r>
              <a:rPr spc="5" dirty="0"/>
              <a:t>First</a:t>
            </a:r>
            <a:r>
              <a:rPr spc="-65" dirty="0"/>
              <a:t> </a:t>
            </a:r>
            <a:r>
              <a:rPr spc="10" dirty="0"/>
              <a:t>Search-</a:t>
            </a:r>
            <a:r>
              <a:rPr spc="-80" dirty="0"/>
              <a:t> </a:t>
            </a:r>
            <a:r>
              <a:rPr spc="300" dirty="0"/>
              <a:t>STEP</a:t>
            </a:r>
            <a:r>
              <a:rPr spc="-105" dirty="0"/>
              <a:t> </a:t>
            </a:r>
            <a:r>
              <a:rPr spc="-125" dirty="0"/>
              <a:t>12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866" y="849712"/>
            <a:ext cx="6276340" cy="11537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9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265" dirty="0">
                <a:latin typeface="Trebuchet MS"/>
                <a:cs typeface="Trebuchet MS"/>
              </a:rPr>
              <a:t>N</a:t>
            </a:r>
            <a:r>
              <a:rPr sz="3200" spc="229" dirty="0">
                <a:latin typeface="Trebuchet MS"/>
                <a:cs typeface="Trebuchet MS"/>
              </a:rPr>
              <a:t>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n</a:t>
            </a:r>
            <a:r>
              <a:rPr sz="3200" spc="-225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w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 </a:t>
            </a:r>
            <a:r>
              <a:rPr sz="3200" spc="-195" dirty="0">
                <a:latin typeface="Trebuchet MS"/>
                <a:cs typeface="Trebuchet MS"/>
              </a:rPr>
              <a:t>be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65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350" dirty="0">
                <a:latin typeface="Trebuchet MS"/>
                <a:cs typeface="Trebuchet MS"/>
              </a:rPr>
              <a:t>C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60" dirty="0">
                <a:latin typeface="Trebuchet MS"/>
                <a:cs typeface="Trebuchet MS"/>
              </a:rPr>
              <a:t>POP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355" dirty="0">
                <a:latin typeface="Trebuchet MS"/>
                <a:cs typeface="Trebuchet MS"/>
              </a:rPr>
              <a:t>C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90028" y="3422650"/>
          <a:ext cx="1176020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8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180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7622" y="2708897"/>
            <a:ext cx="4692650" cy="30190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64755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52600" y="6096000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B C E D F G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948433" y="243281"/>
            <a:ext cx="61823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0" dirty="0"/>
              <a:t> </a:t>
            </a:r>
            <a:r>
              <a:rPr spc="5" dirty="0"/>
              <a:t>First</a:t>
            </a:r>
            <a:r>
              <a:rPr spc="-65" dirty="0"/>
              <a:t> </a:t>
            </a:r>
            <a:r>
              <a:rPr spc="10" dirty="0"/>
              <a:t>Search-</a:t>
            </a:r>
            <a:r>
              <a:rPr spc="-80" dirty="0"/>
              <a:t> </a:t>
            </a:r>
            <a:r>
              <a:rPr spc="300" dirty="0"/>
              <a:t>STEP</a:t>
            </a:r>
            <a:r>
              <a:rPr spc="-105" dirty="0"/>
              <a:t> </a:t>
            </a:r>
            <a:r>
              <a:rPr spc="-125" dirty="0"/>
              <a:t>13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8866" y="849712"/>
            <a:ext cx="6217285" cy="11537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9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265" dirty="0">
                <a:latin typeface="Trebuchet MS"/>
                <a:cs typeface="Trebuchet MS"/>
              </a:rPr>
              <a:t>N</a:t>
            </a:r>
            <a:r>
              <a:rPr sz="3200" spc="229" dirty="0">
                <a:latin typeface="Trebuchet MS"/>
                <a:cs typeface="Trebuchet MS"/>
              </a:rPr>
              <a:t>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n</a:t>
            </a:r>
            <a:r>
              <a:rPr sz="3200" spc="-225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w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 </a:t>
            </a:r>
            <a:r>
              <a:rPr sz="3200" spc="-195" dirty="0">
                <a:latin typeface="Trebuchet MS"/>
                <a:cs typeface="Trebuchet MS"/>
              </a:rPr>
              <a:t>be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65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B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60" dirty="0">
                <a:latin typeface="Trebuchet MS"/>
                <a:cs typeface="Trebuchet MS"/>
              </a:rPr>
              <a:t>POP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B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590028" y="3422650"/>
          <a:ext cx="1176020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dirty="0"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3603" y="3069018"/>
            <a:ext cx="4616450" cy="302856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64755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52600" y="6096000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B C E D F G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948433" y="243281"/>
            <a:ext cx="61823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Depth</a:t>
            </a:r>
            <a:r>
              <a:rPr spc="-90" dirty="0"/>
              <a:t> </a:t>
            </a:r>
            <a:r>
              <a:rPr spc="5" dirty="0"/>
              <a:t>First</a:t>
            </a:r>
            <a:r>
              <a:rPr spc="-65" dirty="0"/>
              <a:t> </a:t>
            </a:r>
            <a:r>
              <a:rPr spc="10" dirty="0"/>
              <a:t>Search-</a:t>
            </a:r>
            <a:r>
              <a:rPr spc="-80" dirty="0"/>
              <a:t> </a:t>
            </a:r>
            <a:r>
              <a:rPr spc="300" dirty="0"/>
              <a:t>STEP</a:t>
            </a:r>
            <a:r>
              <a:rPr spc="-105" dirty="0"/>
              <a:t> </a:t>
            </a:r>
            <a:r>
              <a:rPr spc="-125" dirty="0"/>
              <a:t>14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8866" y="849712"/>
            <a:ext cx="6218555" cy="11537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69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265" dirty="0">
                <a:latin typeface="Trebuchet MS"/>
                <a:cs typeface="Trebuchet MS"/>
              </a:rPr>
              <a:t>N</a:t>
            </a:r>
            <a:r>
              <a:rPr sz="3200" spc="229" dirty="0">
                <a:latin typeface="Trebuchet MS"/>
                <a:cs typeface="Trebuchet MS"/>
              </a:rPr>
              <a:t>o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n</a:t>
            </a:r>
            <a:r>
              <a:rPr sz="3200" spc="-225" dirty="0">
                <a:latin typeface="Trebuchet MS"/>
                <a:cs typeface="Trebuchet MS"/>
              </a:rPr>
              <a:t>e</a:t>
            </a:r>
            <a:r>
              <a:rPr sz="3200" spc="-80" dirty="0">
                <a:latin typeface="Trebuchet MS"/>
                <a:cs typeface="Trebuchet MS"/>
              </a:rPr>
              <a:t>w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 </a:t>
            </a:r>
            <a:r>
              <a:rPr sz="3200" spc="-195" dirty="0">
                <a:latin typeface="Trebuchet MS"/>
                <a:cs typeface="Trebuchet MS"/>
              </a:rPr>
              <a:t>be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190" dirty="0">
                <a:latin typeface="Trebuchet MS"/>
                <a:cs typeface="Trebuchet MS"/>
              </a:rPr>
              <a:t>ted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65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430" dirty="0">
                <a:latin typeface="Trebuchet MS"/>
                <a:cs typeface="Trebuchet MS"/>
              </a:rPr>
              <a:t> </a:t>
            </a:r>
            <a:r>
              <a:rPr sz="3200" spc="245" dirty="0">
                <a:latin typeface="Trebuchet MS"/>
                <a:cs typeface="Trebuchet MS"/>
              </a:rPr>
              <a:t>A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60" dirty="0">
                <a:latin typeface="Trebuchet MS"/>
                <a:cs typeface="Trebuchet MS"/>
              </a:rPr>
              <a:t>POP</a:t>
            </a:r>
            <a:r>
              <a:rPr sz="3200" spc="-395" dirty="0">
                <a:latin typeface="Trebuchet MS"/>
                <a:cs typeface="Trebuchet MS"/>
              </a:rPr>
              <a:t> </a:t>
            </a:r>
            <a:r>
              <a:rPr sz="3200" spc="250" dirty="0">
                <a:latin typeface="Trebuchet MS"/>
                <a:cs typeface="Trebuchet MS"/>
              </a:rPr>
              <a:t>A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590028" y="3422650"/>
          <a:ext cx="1176020" cy="2595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5613" y="2996945"/>
            <a:ext cx="4292600" cy="23042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66571" y="6162883"/>
            <a:ext cx="329946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110" dirty="0">
                <a:latin typeface="Trebuchet MS"/>
                <a:cs typeface="Trebuchet MS"/>
              </a:rPr>
              <a:t>Stac</a:t>
            </a:r>
            <a:r>
              <a:rPr sz="1800" spc="-50" dirty="0">
                <a:latin typeface="Trebuchet MS"/>
                <a:cs typeface="Trebuchet MS"/>
              </a:rPr>
              <a:t>k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Empt</a:t>
            </a:r>
            <a:r>
              <a:rPr sz="1800" spc="-235" dirty="0">
                <a:latin typeface="Trebuchet MS"/>
                <a:cs typeface="Trebuchet MS"/>
              </a:rPr>
              <a:t>y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dirty="0">
                <a:latin typeface="Trebuchet MS"/>
                <a:cs typeface="Trebuchet MS"/>
              </a:rPr>
              <a:t> </a:t>
            </a:r>
            <a:r>
              <a:rPr sz="1800" spc="-26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End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250" dirty="0">
                <a:latin typeface="Trebuchet MS"/>
                <a:cs typeface="Trebuchet MS"/>
              </a:rPr>
              <a:t>D</a:t>
            </a:r>
            <a:r>
              <a:rPr sz="1800" spc="-80" dirty="0">
                <a:latin typeface="Trebuchet MS"/>
                <a:cs typeface="Trebuchet MS"/>
              </a:rPr>
              <a:t>F</a:t>
            </a:r>
            <a:r>
              <a:rPr sz="1800" spc="-70" dirty="0">
                <a:latin typeface="Trebuchet MS"/>
                <a:cs typeface="Trebuchet MS"/>
              </a:rPr>
              <a:t>S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85" dirty="0">
                <a:latin typeface="Trebuchet MS"/>
                <a:cs typeface="Trebuchet MS"/>
              </a:rPr>
              <a:t>tr</a:t>
            </a:r>
            <a:r>
              <a:rPr sz="1800" spc="-180" dirty="0">
                <a:latin typeface="Trebuchet MS"/>
                <a:cs typeface="Trebuchet MS"/>
              </a:rPr>
              <a:t>a</a:t>
            </a:r>
            <a:r>
              <a:rPr sz="1800" spc="-130" dirty="0">
                <a:latin typeface="Trebuchet MS"/>
                <a:cs typeface="Trebuchet MS"/>
              </a:rPr>
              <a:t>v</a:t>
            </a:r>
            <a:r>
              <a:rPr sz="1800" spc="-95" dirty="0">
                <a:latin typeface="Trebuchet MS"/>
                <a:cs typeface="Trebuchet MS"/>
              </a:rPr>
              <a:t>ersal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47558" y="6167288"/>
            <a:ext cx="1247140" cy="438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254" dirty="0">
                <a:solidFill>
                  <a:srgbClr val="006FC0"/>
                </a:solidFill>
                <a:latin typeface="Trebuchet MS"/>
                <a:cs typeface="Trebuchet MS"/>
              </a:rPr>
              <a:t>S</a:t>
            </a:r>
            <a:r>
              <a:rPr sz="2800" b="1" spc="-40" dirty="0">
                <a:solidFill>
                  <a:srgbClr val="006FC0"/>
                </a:solidFill>
                <a:latin typeface="Trebuchet MS"/>
                <a:cs typeface="Trebuchet MS"/>
              </a:rPr>
              <a:t>T</a:t>
            </a:r>
            <a:r>
              <a:rPr sz="2800" b="1" spc="300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2800" b="1" spc="360" dirty="0">
                <a:solidFill>
                  <a:srgbClr val="006FC0"/>
                </a:solidFill>
                <a:latin typeface="Trebuchet MS"/>
                <a:cs typeface="Trebuchet MS"/>
              </a:rPr>
              <a:t>CK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24000" y="5410200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B C E D F G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0517" y="243281"/>
            <a:ext cx="48412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25" dirty="0"/>
              <a:t>DFS</a:t>
            </a:r>
            <a:r>
              <a:rPr spc="-105" dirty="0"/>
              <a:t> </a:t>
            </a:r>
            <a:r>
              <a:rPr spc="25" dirty="0"/>
              <a:t>Traversal</a:t>
            </a:r>
            <a:r>
              <a:rPr spc="-105" dirty="0"/>
              <a:t> </a:t>
            </a:r>
            <a:r>
              <a:rPr spc="-125" dirty="0"/>
              <a:t>-</a:t>
            </a:r>
            <a:r>
              <a:rPr spc="-105" dirty="0"/>
              <a:t> </a:t>
            </a:r>
            <a:r>
              <a:rPr spc="10" dirty="0"/>
              <a:t>Result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5748" y="1412747"/>
            <a:ext cx="4502404" cy="17590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899917" y="3879544"/>
            <a:ext cx="44983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465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200" spc="20" dirty="0">
                <a:solidFill>
                  <a:srgbClr val="006FC0"/>
                </a:solidFill>
                <a:latin typeface="Wingdings"/>
                <a:cs typeface="Wingdings"/>
              </a:rPr>
              <a:t></a:t>
            </a:r>
            <a:r>
              <a:rPr sz="3200" b="1" spc="325" dirty="0">
                <a:solidFill>
                  <a:srgbClr val="006FC0"/>
                </a:solidFill>
                <a:latin typeface="Trebuchet MS"/>
                <a:cs typeface="Trebuchet MS"/>
              </a:rPr>
              <a:t>B</a:t>
            </a:r>
            <a:r>
              <a:rPr sz="3200" spc="20" dirty="0">
                <a:solidFill>
                  <a:srgbClr val="006FC0"/>
                </a:solidFill>
                <a:latin typeface="Wingdings"/>
                <a:cs typeface="Wingdings"/>
              </a:rPr>
              <a:t></a:t>
            </a:r>
            <a:r>
              <a:rPr sz="3200" b="1" spc="495" dirty="0">
                <a:solidFill>
                  <a:srgbClr val="006FC0"/>
                </a:solidFill>
                <a:latin typeface="Trebuchet MS"/>
                <a:cs typeface="Trebuchet MS"/>
              </a:rPr>
              <a:t>C</a:t>
            </a:r>
            <a:r>
              <a:rPr sz="3200" spc="5" dirty="0">
                <a:solidFill>
                  <a:srgbClr val="006FC0"/>
                </a:solidFill>
                <a:latin typeface="Wingdings"/>
                <a:cs typeface="Wingdings"/>
              </a:rPr>
              <a:t></a:t>
            </a:r>
            <a:r>
              <a:rPr sz="3200" b="1" spc="204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200" spc="20" dirty="0">
                <a:solidFill>
                  <a:srgbClr val="006FC0"/>
                </a:solidFill>
                <a:latin typeface="Wingdings"/>
                <a:cs typeface="Wingdings"/>
              </a:rPr>
              <a:t></a:t>
            </a:r>
            <a:r>
              <a:rPr sz="3200" b="1" spc="495" dirty="0">
                <a:solidFill>
                  <a:srgbClr val="006FC0"/>
                </a:solidFill>
                <a:latin typeface="Trebuchet MS"/>
                <a:cs typeface="Trebuchet MS"/>
              </a:rPr>
              <a:t>D</a:t>
            </a:r>
            <a:r>
              <a:rPr sz="3200" spc="5" dirty="0">
                <a:solidFill>
                  <a:srgbClr val="006FC0"/>
                </a:solidFill>
                <a:latin typeface="Wingdings"/>
                <a:cs typeface="Wingdings"/>
              </a:rPr>
              <a:t></a:t>
            </a:r>
            <a:r>
              <a:rPr sz="3200" b="1" spc="60" dirty="0">
                <a:solidFill>
                  <a:srgbClr val="006FC0"/>
                </a:solidFill>
                <a:latin typeface="Trebuchet MS"/>
                <a:cs typeface="Trebuchet MS"/>
              </a:rPr>
              <a:t>F</a:t>
            </a:r>
            <a:r>
              <a:rPr sz="3200" spc="5" dirty="0">
                <a:solidFill>
                  <a:srgbClr val="006FC0"/>
                </a:solidFill>
                <a:latin typeface="Wingdings"/>
                <a:cs typeface="Wingdings"/>
              </a:rPr>
              <a:t></a:t>
            </a:r>
            <a:r>
              <a:rPr sz="3200" b="1" spc="455" dirty="0">
                <a:solidFill>
                  <a:srgbClr val="006FC0"/>
                </a:solidFill>
                <a:latin typeface="Trebuchet MS"/>
                <a:cs typeface="Trebuchet MS"/>
              </a:rPr>
              <a:t>G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0" y="240804"/>
            <a:ext cx="7010400" cy="7186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100" b="0" i="0" u="none" strike="noStrike" baseline="0" dirty="0" smtClean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r>
              <a:rPr lang="en-US" sz="2400" b="1" dirty="0">
                <a:solidFill>
                  <a:srgbClr val="00AFEF"/>
                </a:solidFill>
                <a:latin typeface="Gill Sans MT" panose="020B0502020104020203" pitchFamily="34" charset="0"/>
              </a:rPr>
              <a:t>Algorithm DFS(V) // n- number of vertices </a:t>
            </a:r>
            <a:endParaRPr lang="en-US" sz="2400" dirty="0">
              <a:solidFill>
                <a:srgbClr val="00AFEF"/>
              </a:solidFill>
              <a:latin typeface="Gill Sans MT" panose="020B0502020104020203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{ 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Gill Sans MT" panose="020B0502020104020203" pitchFamily="34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Gill Sans MT" panose="020B0502020104020203" pitchFamily="34" charset="0"/>
              </a:rPr>
              <a:t>adj</a:t>
            </a:r>
            <a:r>
              <a:rPr 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; </a:t>
            </a:r>
          </a:p>
          <a:p>
            <a:r>
              <a:rPr 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vis[v]=1; </a:t>
            </a:r>
            <a:r>
              <a:rPr lang="en-US" sz="2400" b="1" dirty="0" smtClean="0">
                <a:solidFill>
                  <a:srgbClr val="C00000"/>
                </a:solidFill>
              </a:rPr>
              <a:t>// Array to track the visited node</a:t>
            </a:r>
            <a:endParaRPr lang="en-US" sz="2400" dirty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r>
              <a:rPr lang="en-US" sz="2400" b="1" dirty="0" err="1">
                <a:solidFill>
                  <a:srgbClr val="00AF50"/>
                </a:solidFill>
                <a:latin typeface="Gill Sans MT" panose="020B0502020104020203" pitchFamily="34" charset="0"/>
              </a:rPr>
              <a:t>printf</a:t>
            </a:r>
            <a:r>
              <a:rPr lang="en-US" sz="2400" b="1" dirty="0">
                <a:solidFill>
                  <a:srgbClr val="00AF50"/>
                </a:solidFill>
                <a:latin typeface="Gill Sans MT" panose="020B0502020104020203" pitchFamily="34" charset="0"/>
              </a:rPr>
              <a:t>("%d", v); </a:t>
            </a:r>
            <a:endParaRPr lang="en-US" sz="2400" dirty="0">
              <a:solidFill>
                <a:srgbClr val="00AF50"/>
              </a:solidFill>
              <a:latin typeface="Gill Sans MT" panose="020B0502020104020203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for(</a:t>
            </a:r>
            <a:r>
              <a:rPr lang="en-US" sz="2400" dirty="0" err="1">
                <a:solidFill>
                  <a:srgbClr val="000000"/>
                </a:solidFill>
                <a:latin typeface="Gill Sans MT" panose="020B0502020104020203" pitchFamily="34" charset="0"/>
              </a:rPr>
              <a:t>adj</a:t>
            </a:r>
            <a:r>
              <a:rPr 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=1;adj&lt;=</a:t>
            </a:r>
            <a:r>
              <a:rPr lang="en-US" sz="2400" dirty="0" err="1">
                <a:solidFill>
                  <a:srgbClr val="000000"/>
                </a:solidFill>
                <a:latin typeface="Gill Sans MT" panose="020B0502020104020203" pitchFamily="34" charset="0"/>
              </a:rPr>
              <a:t>n;adj</a:t>
            </a:r>
            <a:r>
              <a:rPr 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++) </a:t>
            </a:r>
            <a:r>
              <a:rPr lang="en-US" sz="2400" b="1" dirty="0" smtClean="0">
                <a:solidFill>
                  <a:srgbClr val="C00000"/>
                </a:solidFill>
              </a:rPr>
              <a:t>// Iterating adjacent vertices of “v” </a:t>
            </a:r>
            <a:endParaRPr lang="en-US" sz="2400" dirty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{ 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Gill Sans MT" panose="020B0502020104020203" pitchFamily="34" charset="0"/>
              </a:rPr>
              <a:t>	if(vis[</a:t>
            </a:r>
            <a:r>
              <a:rPr lang="en-US" sz="2400" dirty="0" err="1" smtClean="0">
                <a:solidFill>
                  <a:srgbClr val="000000"/>
                </a:solidFill>
                <a:latin typeface="Gill Sans MT" panose="020B0502020104020203" pitchFamily="34" charset="0"/>
              </a:rPr>
              <a:t>adj</a:t>
            </a:r>
            <a:r>
              <a:rPr 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]==0) </a:t>
            </a:r>
            <a:r>
              <a:rPr lang="en-US" sz="2400" b="1" dirty="0" smtClean="0">
                <a:solidFill>
                  <a:srgbClr val="C00000"/>
                </a:solidFill>
              </a:rPr>
              <a:t>// Adjacent node is not visited </a:t>
            </a:r>
          </a:p>
          <a:p>
            <a:endParaRPr lang="en-US" sz="2400" dirty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Gill Sans MT" panose="020B0502020104020203" pitchFamily="34" charset="0"/>
              </a:rPr>
              <a:t>	   { </a:t>
            </a:r>
            <a:endParaRPr lang="en-US" sz="2400" dirty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Gill Sans MT" panose="020B0502020104020203" pitchFamily="34" charset="0"/>
              </a:rPr>
              <a:t>                 if(</a:t>
            </a:r>
            <a:r>
              <a:rPr lang="en-US" sz="2400" dirty="0" err="1" smtClean="0">
                <a:solidFill>
                  <a:srgbClr val="000000"/>
                </a:solidFill>
                <a:latin typeface="Gill Sans MT" panose="020B0502020104020203" pitchFamily="34" charset="0"/>
              </a:rPr>
              <a:t>adj</a:t>
            </a:r>
            <a:r>
              <a:rPr lang="en-US" sz="2400" dirty="0" smtClean="0">
                <a:solidFill>
                  <a:srgbClr val="000000"/>
                </a:solidFill>
                <a:latin typeface="Gill Sans MT" panose="020B0502020104020203" pitchFamily="34" charset="0"/>
              </a:rPr>
              <a:t>[v</a:t>
            </a:r>
            <a:r>
              <a:rPr 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][</a:t>
            </a:r>
            <a:r>
              <a:rPr lang="en-US" sz="2400" dirty="0" err="1">
                <a:solidFill>
                  <a:srgbClr val="000000"/>
                </a:solidFill>
                <a:latin typeface="Gill Sans MT" panose="020B0502020104020203" pitchFamily="34" charset="0"/>
              </a:rPr>
              <a:t>adj</a:t>
            </a:r>
            <a:r>
              <a:rPr 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]==1) 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Gill Sans MT" panose="020B0502020104020203" pitchFamily="34" charset="0"/>
              </a:rPr>
              <a:t>                    { </a:t>
            </a:r>
            <a:endParaRPr lang="en-US" sz="2400" dirty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r>
              <a:rPr lang="en-US" sz="2400" b="1" dirty="0" smtClean="0">
                <a:solidFill>
                  <a:srgbClr val="00AF50"/>
                </a:solidFill>
                <a:latin typeface="Gill Sans MT" panose="020B0502020104020203" pitchFamily="34" charset="0"/>
              </a:rPr>
              <a:t>                           </a:t>
            </a:r>
            <a:r>
              <a:rPr lang="en-US" sz="2400" b="1" dirty="0" err="1" smtClean="0">
                <a:solidFill>
                  <a:srgbClr val="00AF50"/>
                </a:solidFill>
                <a:latin typeface="Gill Sans MT" panose="020B0502020104020203" pitchFamily="34" charset="0"/>
              </a:rPr>
              <a:t>dfs</a:t>
            </a:r>
            <a:r>
              <a:rPr lang="en-US" sz="2400" b="1" dirty="0" smtClean="0">
                <a:solidFill>
                  <a:srgbClr val="00AF50"/>
                </a:solidFill>
                <a:latin typeface="Gill Sans MT" panose="020B0502020104020203" pitchFamily="34" charset="0"/>
              </a:rPr>
              <a:t>(</a:t>
            </a:r>
            <a:r>
              <a:rPr lang="en-US" sz="2400" b="1" dirty="0" err="1" smtClean="0">
                <a:solidFill>
                  <a:srgbClr val="00AF50"/>
                </a:solidFill>
                <a:latin typeface="Gill Sans MT" panose="020B0502020104020203" pitchFamily="34" charset="0"/>
              </a:rPr>
              <a:t>adj</a:t>
            </a:r>
            <a:r>
              <a:rPr lang="en-US" sz="2400" b="1" dirty="0">
                <a:solidFill>
                  <a:srgbClr val="00AF50"/>
                </a:solidFill>
                <a:latin typeface="Gill Sans MT" panose="020B0502020104020203" pitchFamily="34" charset="0"/>
              </a:rPr>
              <a:t>); </a:t>
            </a:r>
            <a:endParaRPr lang="en-US" sz="2400" dirty="0">
              <a:solidFill>
                <a:srgbClr val="00AF50"/>
              </a:solidFill>
              <a:latin typeface="Gill Sans MT" panose="020B0502020104020203" pitchFamily="34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Gill Sans MT" panose="020B0502020104020203" pitchFamily="34" charset="0"/>
              </a:rPr>
              <a:t>                     } </a:t>
            </a:r>
            <a:endParaRPr lang="en-US" sz="2400" dirty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Gill Sans MT" panose="020B0502020104020203" pitchFamily="34" charset="0"/>
              </a:rPr>
              <a:t>               } </a:t>
            </a:r>
            <a:endParaRPr lang="en-US" sz="2400" dirty="0">
              <a:solidFill>
                <a:srgbClr val="000000"/>
              </a:solidFill>
              <a:latin typeface="Gill Sans MT" panose="020B0502020104020203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} </a:t>
            </a:r>
          </a:p>
          <a:p>
            <a:r>
              <a:rPr lang="en-US" sz="2400" dirty="0">
                <a:solidFill>
                  <a:srgbClr val="000000"/>
                </a:solidFill>
                <a:latin typeface="Gill Sans MT" panose="020B0502020104020203" pitchFamily="34" charset="0"/>
              </a:rPr>
              <a:t>} </a:t>
            </a:r>
            <a:endParaRPr lang="en-US" sz="2400" dirty="0"/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1699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803398" y="243281"/>
            <a:ext cx="44773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Breadth</a:t>
            </a:r>
            <a:r>
              <a:rPr spc="-105" dirty="0"/>
              <a:t> </a:t>
            </a:r>
            <a:r>
              <a:rPr spc="15" dirty="0"/>
              <a:t>First</a:t>
            </a:r>
            <a:r>
              <a:rPr spc="-114" dirty="0"/>
              <a:t> </a:t>
            </a:r>
            <a:r>
              <a:rPr spc="40" dirty="0"/>
              <a:t>Search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8866" y="925195"/>
            <a:ext cx="35445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1355090" algn="l"/>
                <a:tab pos="3205480" algn="l"/>
              </a:tabLst>
            </a:pPr>
            <a:r>
              <a:rPr sz="3200" spc="-15" dirty="0">
                <a:latin typeface="Trebuchet MS"/>
                <a:cs typeface="Trebuchet MS"/>
              </a:rPr>
              <a:t>B</a:t>
            </a:r>
            <a:r>
              <a:rPr sz="3200" spc="-135" dirty="0">
                <a:latin typeface="Trebuchet MS"/>
                <a:cs typeface="Trebuchet MS"/>
              </a:rPr>
              <a:t>F</a:t>
            </a:r>
            <a:r>
              <a:rPr sz="3200" spc="-120" dirty="0">
                <a:latin typeface="Trebuchet MS"/>
                <a:cs typeface="Trebuchet MS"/>
              </a:rPr>
              <a:t>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445" dirty="0">
                <a:latin typeface="Trebuchet MS"/>
                <a:cs typeface="Trebuchet MS"/>
              </a:rPr>
              <a:t>a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65" dirty="0">
                <a:latin typeface="Trebuchet MS"/>
                <a:cs typeface="Trebuchet MS"/>
              </a:rPr>
              <a:t>ersal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75" dirty="0">
                <a:latin typeface="Trebuchet MS"/>
                <a:cs typeface="Trebuchet MS"/>
              </a:rPr>
              <a:t>of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32330" y="1412824"/>
            <a:ext cx="326326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90855" algn="l"/>
                <a:tab pos="2461895" algn="l"/>
              </a:tabLst>
            </a:pPr>
            <a:r>
              <a:rPr sz="3200" spc="-315" dirty="0">
                <a:latin typeface="Trebuchet MS"/>
                <a:cs typeface="Trebuchet MS"/>
              </a:rPr>
              <a:t>a	</a:t>
            </a:r>
            <a:r>
              <a:rPr sz="3200" b="1" spc="-25" dirty="0">
                <a:solidFill>
                  <a:srgbClr val="00AFEF"/>
                </a:solidFill>
                <a:latin typeface="Trebuchet MS"/>
                <a:cs typeface="Trebuchet MS"/>
              </a:rPr>
              <a:t>s</a:t>
            </a:r>
            <a:r>
              <a:rPr sz="3200" b="1" spc="-10" dirty="0">
                <a:solidFill>
                  <a:srgbClr val="00AFEF"/>
                </a:solidFill>
                <a:latin typeface="Trebuchet MS"/>
                <a:cs typeface="Trebuchet MS"/>
              </a:rPr>
              <a:t>pa</a:t>
            </a:r>
            <a:r>
              <a:rPr sz="3200" b="1" spc="-30" dirty="0">
                <a:solidFill>
                  <a:srgbClr val="00AFEF"/>
                </a:solidFill>
                <a:latin typeface="Trebuchet MS"/>
                <a:cs typeface="Trebuchet MS"/>
              </a:rPr>
              <a:t>n</a:t>
            </a:r>
            <a:r>
              <a:rPr sz="3200" b="1" spc="-75" dirty="0">
                <a:solidFill>
                  <a:srgbClr val="00AFEF"/>
                </a:solidFill>
                <a:latin typeface="Trebuchet MS"/>
                <a:cs typeface="Trebuchet MS"/>
              </a:rPr>
              <a:t>n</a:t>
            </a:r>
            <a:r>
              <a:rPr sz="3200" b="1" spc="-55" dirty="0">
                <a:solidFill>
                  <a:srgbClr val="00AFEF"/>
                </a:solidFill>
                <a:latin typeface="Trebuchet MS"/>
                <a:cs typeface="Trebuchet MS"/>
              </a:rPr>
              <a:t>i</a:t>
            </a:r>
            <a:r>
              <a:rPr sz="3200" b="1" spc="55" dirty="0">
                <a:solidFill>
                  <a:srgbClr val="00AFEF"/>
                </a:solidFill>
                <a:latin typeface="Trebuchet MS"/>
                <a:cs typeface="Trebuchet MS"/>
              </a:rPr>
              <a:t>ng</a:t>
            </a:r>
            <a:r>
              <a:rPr sz="3200" b="1" dirty="0">
                <a:solidFill>
                  <a:srgbClr val="00AFEF"/>
                </a:solidFill>
                <a:latin typeface="Trebuchet MS"/>
                <a:cs typeface="Trebuchet MS"/>
              </a:rPr>
              <a:t>	</a:t>
            </a:r>
            <a:r>
              <a:rPr sz="3200" b="1" spc="45" dirty="0">
                <a:solidFill>
                  <a:srgbClr val="00AFEF"/>
                </a:solidFill>
                <a:latin typeface="Trebuchet MS"/>
                <a:cs typeface="Trebuchet MS"/>
              </a:rPr>
              <a:t>t</a:t>
            </a:r>
            <a:r>
              <a:rPr sz="3200" b="1" spc="-25" dirty="0">
                <a:solidFill>
                  <a:srgbClr val="00AFEF"/>
                </a:solidFill>
                <a:latin typeface="Trebuchet MS"/>
                <a:cs typeface="Trebuchet MS"/>
              </a:rPr>
              <a:t>r</a:t>
            </a:r>
            <a:r>
              <a:rPr sz="3200" b="1" spc="-70" dirty="0">
                <a:solidFill>
                  <a:srgbClr val="00AFEF"/>
                </a:solidFill>
                <a:latin typeface="Trebuchet MS"/>
                <a:cs typeface="Trebuchet MS"/>
              </a:rPr>
              <a:t>ee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73217" y="925195"/>
            <a:ext cx="368300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49225">
              <a:lnSpc>
                <a:spcPct val="100000"/>
              </a:lnSpc>
              <a:spcBef>
                <a:spcPts val="105"/>
              </a:spcBef>
              <a:tabLst>
                <a:tab pos="646430" algn="l"/>
                <a:tab pos="786765" algn="l"/>
                <a:tab pos="1932939" algn="l"/>
                <a:tab pos="2149475" algn="l"/>
              </a:tabLst>
            </a:pPr>
            <a:r>
              <a:rPr sz="3200" spc="-315" dirty="0">
                <a:latin typeface="Trebuchet MS"/>
                <a:cs typeface="Trebuchet MS"/>
              </a:rPr>
              <a:t>a		</a:t>
            </a:r>
            <a:r>
              <a:rPr sz="3200" spc="-170" dirty="0">
                <a:latin typeface="Trebuchet MS"/>
                <a:cs typeface="Trebuchet MS"/>
              </a:rPr>
              <a:t>gr</a:t>
            </a:r>
            <a:r>
              <a:rPr sz="3200" spc="-245" dirty="0">
                <a:latin typeface="Trebuchet MS"/>
                <a:cs typeface="Trebuchet MS"/>
              </a:rPr>
              <a:t>a</a:t>
            </a:r>
            <a:r>
              <a:rPr sz="3200" spc="-165" dirty="0">
                <a:latin typeface="Trebuchet MS"/>
                <a:cs typeface="Trebuchet MS"/>
              </a:rPr>
              <a:t>ph</a:t>
            </a:r>
            <a:r>
              <a:rPr sz="3200" dirty="0">
                <a:latin typeface="Trebuchet MS"/>
                <a:cs typeface="Trebuchet MS"/>
              </a:rPr>
              <a:t>		</a:t>
            </a:r>
            <a:r>
              <a:rPr sz="3200" spc="-95" dirty="0">
                <a:latin typeface="Trebuchet MS"/>
                <a:cs typeface="Trebuchet MS"/>
              </a:rPr>
              <a:t>p</a:t>
            </a:r>
            <a:r>
              <a:rPr sz="3200" spc="-140" dirty="0">
                <a:latin typeface="Trebuchet MS"/>
                <a:cs typeface="Trebuchet MS"/>
              </a:rPr>
              <a:t>r</a:t>
            </a:r>
            <a:r>
              <a:rPr sz="3200" spc="-85" dirty="0">
                <a:latin typeface="Trebuchet MS"/>
                <a:cs typeface="Trebuchet MS"/>
              </a:rPr>
              <a:t>od</a:t>
            </a:r>
            <a:r>
              <a:rPr sz="3200" spc="-100" dirty="0">
                <a:latin typeface="Trebuchet MS"/>
                <a:cs typeface="Trebuchet MS"/>
              </a:rPr>
              <a:t>u</a:t>
            </a:r>
            <a:r>
              <a:rPr sz="3200" spc="-190" dirty="0">
                <a:latin typeface="Trebuchet MS"/>
                <a:cs typeface="Trebuchet MS"/>
              </a:rPr>
              <a:t>c</a:t>
            </a:r>
            <a:r>
              <a:rPr sz="3200" spc="-204" dirty="0">
                <a:latin typeface="Trebuchet MS"/>
                <a:cs typeface="Trebuchet MS"/>
              </a:rPr>
              <a:t>e</a:t>
            </a:r>
            <a:r>
              <a:rPr sz="3200" spc="-55" dirty="0">
                <a:latin typeface="Trebuchet MS"/>
                <a:cs typeface="Trebuchet MS"/>
              </a:rPr>
              <a:t>s  </a:t>
            </a:r>
            <a:r>
              <a:rPr sz="3200" spc="-220" dirty="0">
                <a:latin typeface="Trebuchet MS"/>
                <a:cs typeface="Trebuchet MS"/>
              </a:rPr>
              <a:t>a</a:t>
            </a:r>
            <a:r>
              <a:rPr sz="3200" spc="-165" dirty="0">
                <a:latin typeface="Trebuchet MS"/>
                <a:cs typeface="Trebuchet MS"/>
              </a:rPr>
              <a:t>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50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esult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b="1" spc="280" dirty="0">
                <a:solidFill>
                  <a:srgbClr val="00AFEF"/>
                </a:solidFill>
                <a:latin typeface="Trebuchet MS"/>
                <a:cs typeface="Trebuchet MS"/>
              </a:rPr>
              <a:t>S</a:t>
            </a:r>
            <a:r>
              <a:rPr sz="3200" b="1" spc="-10" dirty="0">
                <a:solidFill>
                  <a:srgbClr val="00AFEF"/>
                </a:solidFill>
                <a:latin typeface="Trebuchet MS"/>
                <a:cs typeface="Trebuchet MS"/>
              </a:rPr>
              <a:t>pa</a:t>
            </a:r>
            <a:r>
              <a:rPr sz="3200" b="1" spc="-30" dirty="0">
                <a:solidFill>
                  <a:srgbClr val="00AFEF"/>
                </a:solidFill>
                <a:latin typeface="Trebuchet MS"/>
                <a:cs typeface="Trebuchet MS"/>
              </a:rPr>
              <a:t>n</a:t>
            </a:r>
            <a:r>
              <a:rPr sz="3200" b="1" spc="-75" dirty="0">
                <a:solidFill>
                  <a:srgbClr val="00AFEF"/>
                </a:solidFill>
                <a:latin typeface="Trebuchet MS"/>
                <a:cs typeface="Trebuchet MS"/>
              </a:rPr>
              <a:t>n</a:t>
            </a:r>
            <a:r>
              <a:rPr sz="3200" b="1" spc="-55" dirty="0">
                <a:solidFill>
                  <a:srgbClr val="00AFEF"/>
                </a:solidFill>
                <a:latin typeface="Trebuchet MS"/>
                <a:cs typeface="Trebuchet MS"/>
              </a:rPr>
              <a:t>i</a:t>
            </a:r>
            <a:r>
              <a:rPr sz="3200" b="1" spc="55" dirty="0">
                <a:solidFill>
                  <a:srgbClr val="00AFEF"/>
                </a:solidFill>
                <a:latin typeface="Trebuchet MS"/>
                <a:cs typeface="Trebuchet MS"/>
              </a:rPr>
              <a:t>ng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48866" y="1824837"/>
            <a:ext cx="6455410" cy="11544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700"/>
              </a:spcBef>
            </a:pPr>
            <a:r>
              <a:rPr sz="3200" b="1" spc="-50" dirty="0">
                <a:solidFill>
                  <a:srgbClr val="00AFEF"/>
                </a:solidFill>
                <a:latin typeface="Trebuchet MS"/>
                <a:cs typeface="Trebuchet MS"/>
              </a:rPr>
              <a:t>T</a:t>
            </a:r>
            <a:r>
              <a:rPr sz="3200" b="1" spc="5" dirty="0">
                <a:solidFill>
                  <a:srgbClr val="00AFEF"/>
                </a:solidFill>
                <a:latin typeface="Trebuchet MS"/>
                <a:cs typeface="Trebuchet MS"/>
              </a:rPr>
              <a:t>r</a:t>
            </a:r>
            <a:r>
              <a:rPr sz="3200" b="1" spc="-75" dirty="0">
                <a:solidFill>
                  <a:srgbClr val="00AFEF"/>
                </a:solidFill>
                <a:latin typeface="Trebuchet MS"/>
                <a:cs typeface="Trebuchet MS"/>
              </a:rPr>
              <a:t>ee</a:t>
            </a:r>
            <a:r>
              <a:rPr sz="3200" b="1" spc="-110" dirty="0">
                <a:solidFill>
                  <a:srgbClr val="00AFEF"/>
                </a:solidFill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gr</a:t>
            </a:r>
            <a:r>
              <a:rPr sz="3200" spc="-235" dirty="0">
                <a:latin typeface="Trebuchet MS"/>
                <a:cs typeface="Trebuchet MS"/>
              </a:rPr>
              <a:t>a</a:t>
            </a:r>
            <a:r>
              <a:rPr sz="3200" spc="-165" dirty="0">
                <a:latin typeface="Trebuchet MS"/>
                <a:cs typeface="Trebuchet MS"/>
              </a:rPr>
              <a:t>ph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wit</a:t>
            </a:r>
            <a:r>
              <a:rPr sz="3200" spc="-175" dirty="0">
                <a:latin typeface="Trebuchet MS"/>
                <a:cs typeface="Trebuchet MS"/>
              </a:rPr>
              <a:t>h</a:t>
            </a:r>
            <a:r>
              <a:rPr sz="3200" spc="-100" dirty="0">
                <a:latin typeface="Trebuchet MS"/>
                <a:cs typeface="Trebuchet MS"/>
              </a:rPr>
              <a:t>out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loop</a:t>
            </a:r>
            <a:r>
              <a:rPr sz="3200" spc="-60" dirty="0">
                <a:latin typeface="Trebuchet MS"/>
                <a:cs typeface="Trebuchet MS"/>
              </a:rPr>
              <a:t>s</a:t>
            </a:r>
            <a:r>
              <a:rPr sz="3200" spc="-475" dirty="0">
                <a:latin typeface="Trebuchet MS"/>
                <a:cs typeface="Trebuchet MS"/>
              </a:rPr>
              <a:t>.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b="1" spc="60" dirty="0">
                <a:solidFill>
                  <a:srgbClr val="FF0000"/>
                </a:solidFill>
                <a:latin typeface="Trebuchet MS"/>
                <a:cs typeface="Trebuchet MS"/>
              </a:rPr>
              <a:t>Consider</a:t>
            </a:r>
            <a:r>
              <a:rPr sz="3200" b="1" spc="-12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-25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3200" b="1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-15" dirty="0">
                <a:solidFill>
                  <a:srgbClr val="FF0000"/>
                </a:solidFill>
                <a:latin typeface="Trebuchet MS"/>
                <a:cs typeface="Trebuchet MS"/>
              </a:rPr>
              <a:t>Following</a:t>
            </a:r>
            <a:r>
              <a:rPr sz="3200" b="1" spc="-1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200" b="1" spc="50" dirty="0">
                <a:solidFill>
                  <a:srgbClr val="FF0000"/>
                </a:solidFill>
                <a:latin typeface="Trebuchet MS"/>
                <a:cs typeface="Trebuchet MS"/>
              </a:rPr>
              <a:t>Example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39720" y="3573005"/>
            <a:ext cx="5294249" cy="23582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69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Breadth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10" dirty="0"/>
              <a:t>First</a:t>
            </a:r>
            <a:r>
              <a:rPr spc="-100" dirty="0"/>
              <a:t> </a:t>
            </a:r>
            <a:r>
              <a:rPr spc="15" dirty="0"/>
              <a:t>Search-</a:t>
            </a:r>
            <a:r>
              <a:rPr spc="-100" dirty="0"/>
              <a:t> </a:t>
            </a:r>
            <a:r>
              <a:rPr spc="215" dirty="0"/>
              <a:t>STEP1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866" y="1413438"/>
            <a:ext cx="5561965" cy="17183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7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5" dirty="0">
                <a:latin typeface="Trebuchet MS"/>
                <a:cs typeface="Trebuchet MS"/>
              </a:rPr>
              <a:t>Choose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Sta</a:t>
            </a:r>
            <a:r>
              <a:rPr sz="3200" spc="-75" dirty="0">
                <a:latin typeface="Trebuchet MS"/>
                <a:cs typeface="Trebuchet MS"/>
              </a:rPr>
              <a:t>r</a:t>
            </a:r>
            <a:r>
              <a:rPr sz="3200" spc="-155" dirty="0">
                <a:latin typeface="Trebuchet MS"/>
                <a:cs typeface="Trebuchet MS"/>
              </a:rPr>
              <a:t>ti</a:t>
            </a:r>
            <a:r>
              <a:rPr sz="3200" spc="-245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</a:t>
            </a:r>
            <a:r>
              <a:rPr sz="3200" spc="-595" dirty="0">
                <a:latin typeface="Trebuchet MS"/>
                <a:cs typeface="Trebuchet MS"/>
              </a:rPr>
              <a:t> </a:t>
            </a:r>
            <a:r>
              <a:rPr sz="3200" spc="-280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5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a</a:t>
            </a:r>
            <a:r>
              <a:rPr sz="3200" spc="-165" dirty="0">
                <a:latin typeface="Trebuchet MS"/>
                <a:cs typeface="Trebuchet MS"/>
              </a:rPr>
              <a:t>s</a:t>
            </a:r>
            <a:r>
              <a:rPr sz="3200" spc="-400" dirty="0">
                <a:latin typeface="Trebuchet MS"/>
                <a:cs typeface="Trebuchet MS"/>
              </a:rPr>
              <a:t> </a:t>
            </a:r>
            <a:r>
              <a:rPr sz="3200" spc="250" dirty="0">
                <a:latin typeface="Trebuchet MS"/>
                <a:cs typeface="Trebuchet MS"/>
              </a:rPr>
              <a:t>A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25" dirty="0">
                <a:latin typeface="Trebuchet MS"/>
                <a:cs typeface="Trebuchet MS"/>
              </a:rPr>
              <a:t>VISIT</a:t>
            </a:r>
            <a:r>
              <a:rPr sz="3200" spc="-405" dirty="0">
                <a:latin typeface="Trebuchet MS"/>
                <a:cs typeface="Trebuchet MS"/>
              </a:rPr>
              <a:t> </a:t>
            </a:r>
            <a:r>
              <a:rPr sz="3200" spc="245" dirty="0">
                <a:latin typeface="Trebuchet MS"/>
                <a:cs typeface="Trebuchet MS"/>
              </a:rPr>
              <a:t>A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00" dirty="0">
                <a:latin typeface="Trebuchet MS"/>
                <a:cs typeface="Trebuchet MS"/>
              </a:rPr>
              <a:t>Inse</a:t>
            </a:r>
            <a:r>
              <a:rPr sz="3200" spc="-25" dirty="0">
                <a:latin typeface="Trebuchet MS"/>
                <a:cs typeface="Trebuchet MS"/>
              </a:rPr>
              <a:t>r</a:t>
            </a:r>
            <a:r>
              <a:rPr sz="3200" spc="-204" dirty="0">
                <a:latin typeface="Trebuchet MS"/>
                <a:cs typeface="Trebuchet MS"/>
              </a:rPr>
              <a:t>t</a:t>
            </a:r>
            <a:r>
              <a:rPr sz="3200" spc="-409" dirty="0">
                <a:latin typeface="Trebuchet MS"/>
                <a:cs typeface="Trebuchet MS"/>
              </a:rPr>
              <a:t> </a:t>
            </a:r>
            <a:r>
              <a:rPr sz="3200" spc="250" dirty="0">
                <a:latin typeface="Trebuchet MS"/>
                <a:cs typeface="Trebuchet MS"/>
              </a:rPr>
              <a:t>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n</a:t>
            </a:r>
            <a:r>
              <a:rPr sz="3200" spc="-75" dirty="0">
                <a:latin typeface="Trebuchet MS"/>
                <a:cs typeface="Trebuchet MS"/>
              </a:rPr>
              <a:t>to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5" dirty="0">
                <a:latin typeface="Trebuchet MS"/>
                <a:cs typeface="Trebuchet MS"/>
              </a:rPr>
              <a:t>Que</a:t>
            </a:r>
            <a:r>
              <a:rPr sz="3200" spc="-5" dirty="0">
                <a:latin typeface="Trebuchet MS"/>
                <a:cs typeface="Trebuchet MS"/>
              </a:rPr>
              <a:t>u</a:t>
            </a:r>
            <a:r>
              <a:rPr sz="3200" spc="-210" dirty="0">
                <a:latin typeface="Trebuchet MS"/>
                <a:cs typeface="Trebuchet MS"/>
              </a:rPr>
              <a:t>e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7667" y="3501009"/>
            <a:ext cx="4273550" cy="177165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64526"/>
              </p:ext>
            </p:extLst>
          </p:nvPr>
        </p:nvGraphicFramePr>
        <p:xfrm>
          <a:off x="2743200" y="5486400"/>
          <a:ext cx="6096000" cy="370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143000" y="5410200"/>
            <a:ext cx="1676400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QUEUE</a:t>
            </a:r>
            <a:r>
              <a:rPr lang="en-US"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: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69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Breadth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10" dirty="0"/>
              <a:t>First</a:t>
            </a:r>
            <a:r>
              <a:rPr spc="-100" dirty="0"/>
              <a:t> </a:t>
            </a:r>
            <a:r>
              <a:rPr spc="15" dirty="0"/>
              <a:t>Search-</a:t>
            </a:r>
            <a:r>
              <a:rPr spc="-100" dirty="0"/>
              <a:t> </a:t>
            </a:r>
            <a:r>
              <a:rPr spc="215" dirty="0"/>
              <a:t>STEP2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866" y="925195"/>
            <a:ext cx="7509509" cy="2054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1213485" algn="l"/>
                <a:tab pos="1765300" algn="l"/>
                <a:tab pos="3319779" algn="l"/>
                <a:tab pos="4809490" algn="l"/>
                <a:tab pos="5336540" algn="l"/>
                <a:tab pos="5808980" algn="l"/>
                <a:tab pos="6974840" algn="l"/>
              </a:tabLst>
            </a:pPr>
            <a:r>
              <a:rPr sz="3200" spc="-120" dirty="0">
                <a:latin typeface="Trebuchet MS"/>
                <a:cs typeface="Trebuchet MS"/>
              </a:rPr>
              <a:t>Vis</a:t>
            </a:r>
            <a:r>
              <a:rPr sz="3200" spc="-75" dirty="0">
                <a:latin typeface="Trebuchet MS"/>
                <a:cs typeface="Trebuchet MS"/>
              </a:rPr>
              <a:t>i</a:t>
            </a:r>
            <a:r>
              <a:rPr sz="3200" spc="-204" dirty="0">
                <a:latin typeface="Trebuchet MS"/>
                <a:cs typeface="Trebuchet MS"/>
              </a:rPr>
              <a:t>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250" dirty="0">
                <a:latin typeface="Trebuchet MS"/>
                <a:cs typeface="Trebuchet MS"/>
              </a:rPr>
              <a:t>l</a:t>
            </a:r>
            <a:r>
              <a:rPr sz="3200" spc="-245" dirty="0">
                <a:latin typeface="Trebuchet MS"/>
                <a:cs typeface="Trebuchet MS"/>
              </a:rPr>
              <a:t>l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50" dirty="0">
                <a:latin typeface="Trebuchet MS"/>
                <a:cs typeface="Trebuchet MS"/>
              </a:rPr>
              <a:t>adjacent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-175" dirty="0">
                <a:latin typeface="Trebuchet MS"/>
                <a:cs typeface="Trebuchet MS"/>
              </a:rPr>
              <a:t>ice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04" dirty="0">
                <a:latin typeface="Trebuchet MS"/>
                <a:cs typeface="Trebuchet MS"/>
              </a:rPr>
              <a:t>o</a:t>
            </a:r>
            <a:r>
              <a:rPr sz="3200" spc="-140" dirty="0">
                <a:latin typeface="Trebuchet MS"/>
                <a:cs typeface="Trebuchet MS"/>
              </a:rPr>
              <a:t>f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245" dirty="0">
                <a:latin typeface="Trebuchet MS"/>
                <a:cs typeface="Trebuchet MS"/>
              </a:rPr>
              <a:t>A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95" dirty="0">
                <a:latin typeface="Trebuchet MS"/>
                <a:cs typeface="Trebuchet MS"/>
              </a:rPr>
              <a:t>w</a:t>
            </a:r>
            <a:r>
              <a:rPr sz="3200" spc="-170" dirty="0">
                <a:latin typeface="Trebuchet MS"/>
                <a:cs typeface="Trebuchet MS"/>
              </a:rPr>
              <a:t>hi</a:t>
            </a:r>
            <a:r>
              <a:rPr sz="3200" spc="-215" dirty="0">
                <a:latin typeface="Trebuchet MS"/>
                <a:cs typeface="Trebuchet MS"/>
              </a:rPr>
              <a:t>c</a:t>
            </a:r>
            <a:r>
              <a:rPr sz="3200" spc="-150" dirty="0">
                <a:latin typeface="Trebuchet MS"/>
                <a:cs typeface="Trebuchet MS"/>
              </a:rPr>
              <a:t>h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50" dirty="0">
                <a:latin typeface="Trebuchet MS"/>
                <a:cs typeface="Trebuchet MS"/>
              </a:rPr>
              <a:t>e  </a:t>
            </a:r>
            <a:r>
              <a:rPr sz="3200" spc="-100" dirty="0">
                <a:latin typeface="Trebuchet MS"/>
                <a:cs typeface="Trebuchet MS"/>
              </a:rPr>
              <a:t>not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95" dirty="0">
                <a:latin typeface="Trebuchet MS"/>
                <a:cs typeface="Trebuchet MS"/>
              </a:rPr>
              <a:t>ted(He</a:t>
            </a:r>
            <a:r>
              <a:rPr sz="3200" spc="-140" dirty="0">
                <a:latin typeface="Trebuchet MS"/>
                <a:cs typeface="Trebuchet MS"/>
              </a:rPr>
              <a:t>r</a:t>
            </a:r>
            <a:r>
              <a:rPr sz="3200" spc="-210" dirty="0">
                <a:latin typeface="Trebuchet MS"/>
                <a:cs typeface="Trebuchet MS"/>
              </a:rPr>
              <a:t>e</a:t>
            </a:r>
            <a:r>
              <a:rPr sz="3200" spc="-475" dirty="0">
                <a:latin typeface="Trebuchet MS"/>
                <a:cs typeface="Trebuchet MS"/>
              </a:rPr>
              <a:t>:</a:t>
            </a:r>
            <a:r>
              <a:rPr sz="3200" spc="-434" dirty="0">
                <a:latin typeface="Trebuchet MS"/>
                <a:cs typeface="Trebuchet MS"/>
              </a:rPr>
              <a:t> </a:t>
            </a:r>
            <a:r>
              <a:rPr sz="3200" spc="195" dirty="0">
                <a:latin typeface="Trebuchet MS"/>
                <a:cs typeface="Trebuchet MS"/>
              </a:rPr>
              <a:t>D</a:t>
            </a:r>
            <a:r>
              <a:rPr sz="3200" spc="-245" dirty="0">
                <a:latin typeface="Trebuchet MS"/>
                <a:cs typeface="Trebuchet MS"/>
              </a:rPr>
              <a:t>,</a:t>
            </a:r>
            <a:r>
              <a:rPr sz="3200" spc="-345" dirty="0">
                <a:latin typeface="Trebuchet MS"/>
                <a:cs typeface="Trebuchet MS"/>
              </a:rPr>
              <a:t>E</a:t>
            </a:r>
            <a:r>
              <a:rPr sz="3200" spc="-215" dirty="0">
                <a:latin typeface="Trebuchet MS"/>
                <a:cs typeface="Trebuchet MS"/>
              </a:rPr>
              <a:t>,B)</a:t>
            </a:r>
            <a:endParaRPr sz="3200">
              <a:latin typeface="Trebuchet MS"/>
              <a:cs typeface="Trebuchet MS"/>
            </a:endParaRPr>
          </a:p>
          <a:p>
            <a:pPr marL="295910" marR="5715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0" dirty="0">
                <a:latin typeface="Trebuchet MS"/>
                <a:cs typeface="Trebuchet MS"/>
              </a:rPr>
              <a:t>Insert</a:t>
            </a:r>
            <a:r>
              <a:rPr sz="3200" spc="4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newly</a:t>
            </a:r>
            <a:r>
              <a:rPr sz="3200" spc="5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visited</a:t>
            </a:r>
            <a:r>
              <a:rPr sz="3200" spc="4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vertices</a:t>
            </a:r>
            <a:r>
              <a:rPr sz="3200" spc="5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into</a:t>
            </a:r>
            <a:r>
              <a:rPr sz="3200" spc="3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4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queue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and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delete</a:t>
            </a:r>
            <a:r>
              <a:rPr sz="3200" spc="-405" dirty="0">
                <a:latin typeface="Trebuchet MS"/>
                <a:cs typeface="Trebuchet MS"/>
              </a:rPr>
              <a:t> </a:t>
            </a:r>
            <a:r>
              <a:rPr sz="3200" spc="250" dirty="0">
                <a:latin typeface="Trebuchet MS"/>
                <a:cs typeface="Trebuchet MS"/>
              </a:rPr>
              <a:t>A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70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5" dirty="0">
                <a:latin typeface="Trebuchet MS"/>
                <a:cs typeface="Trebuchet MS"/>
              </a:rPr>
              <a:t>Que</a:t>
            </a:r>
            <a:r>
              <a:rPr sz="3200" spc="-5" dirty="0">
                <a:latin typeface="Trebuchet MS"/>
                <a:cs typeface="Trebuchet MS"/>
              </a:rPr>
              <a:t>u</a:t>
            </a:r>
            <a:r>
              <a:rPr sz="3200" spc="-210" dirty="0">
                <a:latin typeface="Trebuchet MS"/>
                <a:cs typeface="Trebuchet MS"/>
              </a:rPr>
              <a:t>e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773914"/>
              </p:ext>
            </p:extLst>
          </p:nvPr>
        </p:nvGraphicFramePr>
        <p:xfrm>
          <a:off x="2743200" y="5638800"/>
          <a:ext cx="6096000" cy="370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</a:t>
                      </a:r>
                      <a:endParaRPr sz="1800" dirty="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7711" y="3356990"/>
            <a:ext cx="4324349" cy="16763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43000" y="5562600"/>
            <a:ext cx="1600200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QUEUE</a:t>
            </a:r>
            <a:r>
              <a:rPr lang="en-US"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: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52600" y="6096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69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Breadth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10" dirty="0"/>
              <a:t>First</a:t>
            </a:r>
            <a:r>
              <a:rPr spc="-100" dirty="0"/>
              <a:t> </a:t>
            </a:r>
            <a:r>
              <a:rPr spc="15" dirty="0"/>
              <a:t>Search-</a:t>
            </a:r>
            <a:r>
              <a:rPr spc="-100" dirty="0"/>
              <a:t> </a:t>
            </a:r>
            <a:r>
              <a:rPr spc="215" dirty="0"/>
              <a:t>STEP3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866" y="925195"/>
            <a:ext cx="7507605" cy="1565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1209040" algn="l"/>
                <a:tab pos="1754505" algn="l"/>
                <a:tab pos="3304540" algn="l"/>
                <a:tab pos="4787900" algn="l"/>
                <a:tab pos="5310505" algn="l"/>
                <a:tab pos="5812155" algn="l"/>
                <a:tab pos="6973570" algn="l"/>
              </a:tabLst>
            </a:pPr>
            <a:r>
              <a:rPr sz="3200" spc="-120" dirty="0">
                <a:latin typeface="Trebuchet MS"/>
                <a:cs typeface="Trebuchet MS"/>
              </a:rPr>
              <a:t>Vis</a:t>
            </a:r>
            <a:r>
              <a:rPr sz="3200" spc="-75" dirty="0">
                <a:latin typeface="Trebuchet MS"/>
                <a:cs typeface="Trebuchet MS"/>
              </a:rPr>
              <a:t>i</a:t>
            </a:r>
            <a:r>
              <a:rPr sz="3200" spc="-204" dirty="0">
                <a:latin typeface="Trebuchet MS"/>
                <a:cs typeface="Trebuchet MS"/>
              </a:rPr>
              <a:t>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250" dirty="0">
                <a:latin typeface="Trebuchet MS"/>
                <a:cs typeface="Trebuchet MS"/>
              </a:rPr>
              <a:t>l</a:t>
            </a:r>
            <a:r>
              <a:rPr sz="3200" spc="-245" dirty="0">
                <a:latin typeface="Trebuchet MS"/>
                <a:cs typeface="Trebuchet MS"/>
              </a:rPr>
              <a:t>l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50" dirty="0">
                <a:latin typeface="Trebuchet MS"/>
                <a:cs typeface="Trebuchet MS"/>
              </a:rPr>
              <a:t>adjacent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-175" dirty="0">
                <a:latin typeface="Trebuchet MS"/>
                <a:cs typeface="Trebuchet MS"/>
              </a:rPr>
              <a:t>ice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04" dirty="0">
                <a:latin typeface="Trebuchet MS"/>
                <a:cs typeface="Trebuchet MS"/>
              </a:rPr>
              <a:t>o</a:t>
            </a:r>
            <a:r>
              <a:rPr sz="3200" spc="-140" dirty="0">
                <a:latin typeface="Trebuchet MS"/>
                <a:cs typeface="Trebuchet MS"/>
              </a:rPr>
              <a:t>f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440" dirty="0">
                <a:latin typeface="Trebuchet MS"/>
                <a:cs typeface="Trebuchet MS"/>
              </a:rPr>
              <a:t>D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95" dirty="0">
                <a:latin typeface="Trebuchet MS"/>
                <a:cs typeface="Trebuchet MS"/>
              </a:rPr>
              <a:t>w</a:t>
            </a:r>
            <a:r>
              <a:rPr sz="3200" spc="-170" dirty="0">
                <a:latin typeface="Trebuchet MS"/>
                <a:cs typeface="Trebuchet MS"/>
              </a:rPr>
              <a:t>hi</a:t>
            </a:r>
            <a:r>
              <a:rPr sz="3200" spc="-215" dirty="0">
                <a:latin typeface="Trebuchet MS"/>
                <a:cs typeface="Trebuchet MS"/>
              </a:rPr>
              <a:t>c</a:t>
            </a:r>
            <a:r>
              <a:rPr sz="3200" spc="-150" dirty="0">
                <a:latin typeface="Trebuchet MS"/>
                <a:cs typeface="Trebuchet MS"/>
              </a:rPr>
              <a:t>h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50" dirty="0">
                <a:latin typeface="Trebuchet MS"/>
                <a:cs typeface="Trebuchet MS"/>
              </a:rPr>
              <a:t>e  </a:t>
            </a:r>
            <a:r>
              <a:rPr sz="3200" spc="-100" dirty="0">
                <a:latin typeface="Trebuchet MS"/>
                <a:cs typeface="Trebuchet MS"/>
              </a:rPr>
              <a:t>not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45" dirty="0">
                <a:latin typeface="Trebuchet MS"/>
                <a:cs typeface="Trebuchet MS"/>
              </a:rPr>
              <a:t>ted(</a:t>
            </a:r>
            <a:r>
              <a:rPr sz="3200" spc="-85" dirty="0">
                <a:latin typeface="Trebuchet MS"/>
                <a:cs typeface="Trebuchet MS"/>
              </a:rPr>
              <a:t>N</a:t>
            </a:r>
            <a:r>
              <a:rPr sz="3200" spc="50" dirty="0">
                <a:latin typeface="Trebuchet MS"/>
                <a:cs typeface="Trebuchet MS"/>
              </a:rPr>
              <a:t>o</a:t>
            </a:r>
            <a:r>
              <a:rPr sz="3200" spc="-570" dirty="0">
                <a:latin typeface="Trebuchet MS"/>
                <a:cs typeface="Trebuchet MS"/>
              </a:rPr>
              <a:t> </a:t>
            </a:r>
            <a:r>
              <a:rPr sz="3200" spc="-280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5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tex)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0" dirty="0">
                <a:latin typeface="Trebuchet MS"/>
                <a:cs typeface="Trebuchet MS"/>
              </a:rPr>
              <a:t>Delete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440" dirty="0">
                <a:latin typeface="Trebuchet MS"/>
                <a:cs typeface="Trebuchet MS"/>
              </a:rPr>
              <a:t>D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65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35" dirty="0">
                <a:latin typeface="Trebuchet MS"/>
                <a:cs typeface="Trebuchet MS"/>
              </a:rPr>
              <a:t>Qu</a:t>
            </a:r>
            <a:r>
              <a:rPr sz="3200" spc="40" dirty="0">
                <a:latin typeface="Trebuchet MS"/>
                <a:cs typeface="Trebuchet MS"/>
              </a:rPr>
              <a:t>e</a:t>
            </a:r>
            <a:r>
              <a:rPr sz="3200" spc="-180" dirty="0">
                <a:latin typeface="Trebuchet MS"/>
                <a:cs typeface="Trebuchet MS"/>
              </a:rPr>
              <a:t>ue</a:t>
            </a:r>
            <a:endParaRPr sz="32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50501"/>
              </p:ext>
            </p:extLst>
          </p:nvPr>
        </p:nvGraphicFramePr>
        <p:xfrm>
          <a:off x="2743200" y="5486400"/>
          <a:ext cx="6096000" cy="370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B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91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6376" y="2996945"/>
            <a:ext cx="4324350" cy="16763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19200" y="5486400"/>
            <a:ext cx="1600200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QUEUE</a:t>
            </a:r>
            <a:r>
              <a:rPr lang="en-US"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: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52600" y="6096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D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69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Breadth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10" dirty="0"/>
              <a:t>First</a:t>
            </a:r>
            <a:r>
              <a:rPr spc="-100" dirty="0"/>
              <a:t> </a:t>
            </a:r>
            <a:r>
              <a:rPr spc="15" dirty="0"/>
              <a:t>Search-</a:t>
            </a:r>
            <a:r>
              <a:rPr spc="-100" dirty="0"/>
              <a:t> </a:t>
            </a:r>
            <a:r>
              <a:rPr spc="215" dirty="0"/>
              <a:t>STEP4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866" y="925195"/>
            <a:ext cx="7508875" cy="2054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20" dirty="0">
                <a:latin typeface="Trebuchet MS"/>
                <a:cs typeface="Trebuchet MS"/>
              </a:rPr>
              <a:t>Vis</a:t>
            </a:r>
            <a:r>
              <a:rPr sz="3200" spc="-75" dirty="0">
                <a:latin typeface="Trebuchet MS"/>
                <a:cs typeface="Trebuchet MS"/>
              </a:rPr>
              <a:t>i</a:t>
            </a:r>
            <a:r>
              <a:rPr sz="3200" spc="-204" dirty="0">
                <a:latin typeface="Trebuchet MS"/>
                <a:cs typeface="Trebuchet MS"/>
              </a:rPr>
              <a:t>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250" dirty="0">
                <a:latin typeface="Trebuchet MS"/>
                <a:cs typeface="Trebuchet MS"/>
              </a:rPr>
              <a:t>l</a:t>
            </a:r>
            <a:r>
              <a:rPr sz="3200" spc="-245" dirty="0">
                <a:latin typeface="Trebuchet MS"/>
                <a:cs typeface="Trebuchet MS"/>
              </a:rPr>
              <a:t>l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240" dirty="0">
                <a:latin typeface="Trebuchet MS"/>
                <a:cs typeface="Trebuchet MS"/>
              </a:rPr>
              <a:t>djacent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40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tices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o</a:t>
            </a:r>
            <a:r>
              <a:rPr sz="3200" spc="-140" dirty="0">
                <a:latin typeface="Trebuchet MS"/>
                <a:cs typeface="Trebuchet MS"/>
              </a:rPr>
              <a:t>f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w</a:t>
            </a:r>
            <a:r>
              <a:rPr sz="3200" spc="-170" dirty="0">
                <a:latin typeface="Trebuchet MS"/>
                <a:cs typeface="Trebuchet MS"/>
              </a:rPr>
              <a:t>hi</a:t>
            </a:r>
            <a:r>
              <a:rPr sz="3200" spc="-215" dirty="0">
                <a:latin typeface="Trebuchet MS"/>
                <a:cs typeface="Trebuchet MS"/>
              </a:rPr>
              <a:t>c</a:t>
            </a:r>
            <a:r>
              <a:rPr sz="3200" spc="-150" dirty="0">
                <a:latin typeface="Trebuchet MS"/>
                <a:cs typeface="Trebuchet MS"/>
              </a:rPr>
              <a:t>h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n</a:t>
            </a:r>
            <a:r>
              <a:rPr sz="3200" spc="-60" dirty="0">
                <a:latin typeface="Trebuchet MS"/>
                <a:cs typeface="Trebuchet MS"/>
              </a:rPr>
              <a:t>o</a:t>
            </a:r>
            <a:r>
              <a:rPr sz="3200" spc="-170" dirty="0">
                <a:latin typeface="Trebuchet MS"/>
                <a:cs typeface="Trebuchet MS"/>
              </a:rPr>
              <a:t>t 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95" dirty="0">
                <a:latin typeface="Trebuchet MS"/>
                <a:cs typeface="Trebuchet MS"/>
              </a:rPr>
              <a:t>ted(He</a:t>
            </a:r>
            <a:r>
              <a:rPr sz="3200" spc="-140" dirty="0">
                <a:latin typeface="Trebuchet MS"/>
                <a:cs typeface="Trebuchet MS"/>
              </a:rPr>
              <a:t>r</a:t>
            </a:r>
            <a:r>
              <a:rPr sz="3200" spc="-210" dirty="0">
                <a:latin typeface="Trebuchet MS"/>
                <a:cs typeface="Trebuchet MS"/>
              </a:rPr>
              <a:t>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5" dirty="0">
                <a:latin typeface="Trebuchet MS"/>
                <a:cs typeface="Trebuchet MS"/>
              </a:rPr>
              <a:t>C</a:t>
            </a:r>
            <a:r>
              <a:rPr sz="3200" spc="-45" dirty="0">
                <a:latin typeface="Trebuchet MS"/>
                <a:cs typeface="Trebuchet MS"/>
              </a:rPr>
              <a:t>,</a:t>
            </a:r>
            <a:r>
              <a:rPr sz="3200" spc="-405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F)</a:t>
            </a:r>
            <a:endParaRPr sz="3200">
              <a:latin typeface="Trebuchet MS"/>
              <a:cs typeface="Trebuchet MS"/>
            </a:endParaRPr>
          </a:p>
          <a:p>
            <a:pPr marL="295910" marR="508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0" dirty="0">
                <a:latin typeface="Trebuchet MS"/>
                <a:cs typeface="Trebuchet MS"/>
              </a:rPr>
              <a:t>Insert</a:t>
            </a:r>
            <a:r>
              <a:rPr sz="3200" spc="4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newly</a:t>
            </a:r>
            <a:r>
              <a:rPr sz="3200" spc="5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visited</a:t>
            </a:r>
            <a:r>
              <a:rPr sz="3200" spc="4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vertices</a:t>
            </a:r>
            <a:r>
              <a:rPr sz="3200" spc="5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into</a:t>
            </a:r>
            <a:r>
              <a:rPr sz="3200" spc="3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4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queue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and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delete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70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5" dirty="0">
                <a:latin typeface="Trebuchet MS"/>
                <a:cs typeface="Trebuchet MS"/>
              </a:rPr>
              <a:t>Que</a:t>
            </a:r>
            <a:r>
              <a:rPr sz="3200" spc="-5" dirty="0">
                <a:latin typeface="Trebuchet MS"/>
                <a:cs typeface="Trebuchet MS"/>
              </a:rPr>
              <a:t>u</a:t>
            </a:r>
            <a:r>
              <a:rPr sz="3200" spc="-210" dirty="0">
                <a:latin typeface="Trebuchet MS"/>
                <a:cs typeface="Trebuchet MS"/>
              </a:rPr>
              <a:t>e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09800" y="5486400"/>
            <a:ext cx="6108700" cy="396240"/>
            <a:chOff x="1926082" y="5510910"/>
            <a:chExt cx="6108700" cy="396240"/>
          </a:xfrm>
        </p:grpSpPr>
        <p:sp>
          <p:nvSpPr>
            <p:cNvPr id="5" name="object 5"/>
            <p:cNvSpPr/>
            <p:nvPr/>
          </p:nvSpPr>
          <p:spPr>
            <a:xfrm>
              <a:off x="1932432" y="5517235"/>
              <a:ext cx="6096000" cy="370840"/>
            </a:xfrm>
            <a:custGeom>
              <a:avLst/>
              <a:gdLst/>
              <a:ahLst/>
              <a:cxnLst/>
              <a:rect l="l" t="t" r="r" b="b"/>
              <a:pathLst>
                <a:path w="6096000" h="370839">
                  <a:moveTo>
                    <a:pt x="6095885" y="0"/>
                  </a:moveTo>
                  <a:lnTo>
                    <a:pt x="6095885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6095885" y="370840"/>
                  </a:lnTo>
                  <a:lnTo>
                    <a:pt x="6095885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6082" y="5510910"/>
              <a:ext cx="6108700" cy="396240"/>
            </a:xfrm>
            <a:custGeom>
              <a:avLst/>
              <a:gdLst/>
              <a:ahLst/>
              <a:cxnLst/>
              <a:rect l="l" t="t" r="r" b="b"/>
              <a:pathLst>
                <a:path w="6108700" h="396239">
                  <a:moveTo>
                    <a:pt x="877188" y="0"/>
                  </a:moveTo>
                  <a:lnTo>
                    <a:pt x="877188" y="396214"/>
                  </a:lnTo>
                </a:path>
                <a:path w="6108700" h="396239">
                  <a:moveTo>
                    <a:pt x="1748028" y="0"/>
                  </a:moveTo>
                  <a:lnTo>
                    <a:pt x="1748028" y="396214"/>
                  </a:lnTo>
                </a:path>
                <a:path w="6108700" h="396239">
                  <a:moveTo>
                    <a:pt x="2618867" y="0"/>
                  </a:moveTo>
                  <a:lnTo>
                    <a:pt x="2618867" y="396214"/>
                  </a:lnTo>
                </a:path>
                <a:path w="6108700" h="396239">
                  <a:moveTo>
                    <a:pt x="3489705" y="0"/>
                  </a:moveTo>
                  <a:lnTo>
                    <a:pt x="3489705" y="396214"/>
                  </a:lnTo>
                </a:path>
                <a:path w="6108700" h="396239">
                  <a:moveTo>
                    <a:pt x="4360545" y="0"/>
                  </a:moveTo>
                  <a:lnTo>
                    <a:pt x="4360545" y="396214"/>
                  </a:lnTo>
                </a:path>
                <a:path w="6108700" h="396239">
                  <a:moveTo>
                    <a:pt x="5231384" y="0"/>
                  </a:moveTo>
                  <a:lnTo>
                    <a:pt x="5231384" y="396214"/>
                  </a:lnTo>
                </a:path>
                <a:path w="6108700" h="396239">
                  <a:moveTo>
                    <a:pt x="6350" y="0"/>
                  </a:moveTo>
                  <a:lnTo>
                    <a:pt x="6350" y="396214"/>
                  </a:lnTo>
                </a:path>
                <a:path w="6108700" h="396239">
                  <a:moveTo>
                    <a:pt x="6102350" y="0"/>
                  </a:moveTo>
                  <a:lnTo>
                    <a:pt x="6102350" y="396214"/>
                  </a:lnTo>
                </a:path>
                <a:path w="6108700" h="396239">
                  <a:moveTo>
                    <a:pt x="0" y="6350"/>
                  </a:moveTo>
                  <a:lnTo>
                    <a:pt x="6108700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6082" y="5888075"/>
              <a:ext cx="6108700" cy="0"/>
            </a:xfrm>
            <a:custGeom>
              <a:avLst/>
              <a:gdLst/>
              <a:ahLst/>
              <a:cxnLst/>
              <a:rect l="l" t="t" r="r" b="b"/>
              <a:pathLst>
                <a:path w="6108700">
                  <a:moveTo>
                    <a:pt x="0" y="0"/>
                  </a:moveTo>
                  <a:lnTo>
                    <a:pt x="61087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88229" y="5542279"/>
            <a:ext cx="185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85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50178" y="5542279"/>
            <a:ext cx="20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8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41083" y="554227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6650" y="3430523"/>
            <a:ext cx="4349750" cy="16446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85800" y="5486400"/>
            <a:ext cx="1600200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QUEUE</a:t>
            </a:r>
            <a:r>
              <a:rPr lang="en-US"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: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52600" y="6096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D E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69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Breadth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10" dirty="0"/>
              <a:t>First</a:t>
            </a:r>
            <a:r>
              <a:rPr spc="-100" dirty="0"/>
              <a:t> </a:t>
            </a:r>
            <a:r>
              <a:rPr spc="15" dirty="0"/>
              <a:t>Search-</a:t>
            </a:r>
            <a:r>
              <a:rPr spc="-100" dirty="0"/>
              <a:t> </a:t>
            </a:r>
            <a:r>
              <a:rPr spc="215" dirty="0"/>
              <a:t>STEP5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8866" y="925195"/>
            <a:ext cx="7509509" cy="1565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1219835" algn="l"/>
                <a:tab pos="1777364" algn="l"/>
                <a:tab pos="3340100" algn="l"/>
                <a:tab pos="4834890" algn="l"/>
                <a:tab pos="5368290" algn="l"/>
                <a:tab pos="5804535" algn="l"/>
                <a:tab pos="6976745" algn="l"/>
              </a:tabLst>
            </a:pPr>
            <a:r>
              <a:rPr sz="3200" spc="-120" dirty="0">
                <a:latin typeface="Trebuchet MS"/>
                <a:cs typeface="Trebuchet MS"/>
              </a:rPr>
              <a:t>Vis</a:t>
            </a:r>
            <a:r>
              <a:rPr sz="3200" spc="-75" dirty="0">
                <a:latin typeface="Trebuchet MS"/>
                <a:cs typeface="Trebuchet MS"/>
              </a:rPr>
              <a:t>i</a:t>
            </a:r>
            <a:r>
              <a:rPr sz="3200" spc="-204" dirty="0">
                <a:latin typeface="Trebuchet MS"/>
                <a:cs typeface="Trebuchet MS"/>
              </a:rPr>
              <a:t>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250" dirty="0">
                <a:latin typeface="Trebuchet MS"/>
                <a:cs typeface="Trebuchet MS"/>
              </a:rPr>
              <a:t>l</a:t>
            </a:r>
            <a:r>
              <a:rPr sz="3200" spc="-245" dirty="0">
                <a:latin typeface="Trebuchet MS"/>
                <a:cs typeface="Trebuchet MS"/>
              </a:rPr>
              <a:t>l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50" dirty="0">
                <a:latin typeface="Trebuchet MS"/>
                <a:cs typeface="Trebuchet MS"/>
              </a:rPr>
              <a:t>adjacent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tices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04" dirty="0">
                <a:latin typeface="Trebuchet MS"/>
                <a:cs typeface="Trebuchet MS"/>
              </a:rPr>
              <a:t>o</a:t>
            </a:r>
            <a:r>
              <a:rPr sz="3200" spc="-140" dirty="0">
                <a:latin typeface="Trebuchet MS"/>
                <a:cs typeface="Trebuchet MS"/>
              </a:rPr>
              <a:t>f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0" dirty="0">
                <a:latin typeface="Trebuchet MS"/>
                <a:cs typeface="Trebuchet MS"/>
              </a:rPr>
              <a:t>B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95" dirty="0">
                <a:latin typeface="Trebuchet MS"/>
                <a:cs typeface="Trebuchet MS"/>
              </a:rPr>
              <a:t>w</a:t>
            </a:r>
            <a:r>
              <a:rPr sz="3200" spc="-175" dirty="0">
                <a:latin typeface="Trebuchet MS"/>
                <a:cs typeface="Trebuchet MS"/>
              </a:rPr>
              <a:t>hich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45" dirty="0">
                <a:latin typeface="Trebuchet MS"/>
                <a:cs typeface="Trebuchet MS"/>
              </a:rPr>
              <a:t>r</a:t>
            </a:r>
            <a:r>
              <a:rPr sz="3200" spc="-150" dirty="0">
                <a:latin typeface="Trebuchet MS"/>
                <a:cs typeface="Trebuchet MS"/>
              </a:rPr>
              <a:t>e  </a:t>
            </a:r>
            <a:r>
              <a:rPr sz="3200" spc="-100" dirty="0">
                <a:latin typeface="Trebuchet MS"/>
                <a:cs typeface="Trebuchet MS"/>
              </a:rPr>
              <a:t>not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45" dirty="0">
                <a:latin typeface="Trebuchet MS"/>
                <a:cs typeface="Trebuchet MS"/>
              </a:rPr>
              <a:t>ted(</a:t>
            </a:r>
            <a:r>
              <a:rPr sz="3200" spc="-85" dirty="0">
                <a:latin typeface="Trebuchet MS"/>
                <a:cs typeface="Trebuchet MS"/>
              </a:rPr>
              <a:t>N</a:t>
            </a:r>
            <a:r>
              <a:rPr sz="3200" spc="50" dirty="0">
                <a:latin typeface="Trebuchet MS"/>
                <a:cs typeface="Trebuchet MS"/>
              </a:rPr>
              <a:t>o</a:t>
            </a:r>
            <a:r>
              <a:rPr sz="3200" spc="-570" dirty="0">
                <a:latin typeface="Trebuchet MS"/>
                <a:cs typeface="Trebuchet MS"/>
              </a:rPr>
              <a:t> </a:t>
            </a:r>
            <a:r>
              <a:rPr sz="3200" spc="-280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5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tex)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0" dirty="0">
                <a:latin typeface="Trebuchet MS"/>
                <a:cs typeface="Trebuchet MS"/>
              </a:rPr>
              <a:t>Delete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B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65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35" dirty="0">
                <a:latin typeface="Trebuchet MS"/>
                <a:cs typeface="Trebuchet MS"/>
              </a:rPr>
              <a:t>Qu</a:t>
            </a:r>
            <a:r>
              <a:rPr sz="3200" spc="40" dirty="0">
                <a:latin typeface="Trebuchet MS"/>
                <a:cs typeface="Trebuchet MS"/>
              </a:rPr>
              <a:t>e</a:t>
            </a:r>
            <a:r>
              <a:rPr sz="3200" spc="-180" dirty="0">
                <a:latin typeface="Trebuchet MS"/>
                <a:cs typeface="Trebuchet MS"/>
              </a:rPr>
              <a:t>ue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26082" y="5510910"/>
            <a:ext cx="6108700" cy="396240"/>
            <a:chOff x="1926082" y="5510910"/>
            <a:chExt cx="6108700" cy="396240"/>
          </a:xfrm>
        </p:grpSpPr>
        <p:sp>
          <p:nvSpPr>
            <p:cNvPr id="5" name="object 5"/>
            <p:cNvSpPr/>
            <p:nvPr/>
          </p:nvSpPr>
          <p:spPr>
            <a:xfrm>
              <a:off x="1932432" y="5517235"/>
              <a:ext cx="6096000" cy="370840"/>
            </a:xfrm>
            <a:custGeom>
              <a:avLst/>
              <a:gdLst/>
              <a:ahLst/>
              <a:cxnLst/>
              <a:rect l="l" t="t" r="r" b="b"/>
              <a:pathLst>
                <a:path w="6096000" h="370839">
                  <a:moveTo>
                    <a:pt x="6095885" y="0"/>
                  </a:moveTo>
                  <a:lnTo>
                    <a:pt x="6095885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6095885" y="370840"/>
                  </a:lnTo>
                  <a:lnTo>
                    <a:pt x="6095885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6082" y="5510910"/>
              <a:ext cx="6108700" cy="396240"/>
            </a:xfrm>
            <a:custGeom>
              <a:avLst/>
              <a:gdLst/>
              <a:ahLst/>
              <a:cxnLst/>
              <a:rect l="l" t="t" r="r" b="b"/>
              <a:pathLst>
                <a:path w="6108700" h="396239">
                  <a:moveTo>
                    <a:pt x="877188" y="0"/>
                  </a:moveTo>
                  <a:lnTo>
                    <a:pt x="877188" y="396214"/>
                  </a:lnTo>
                </a:path>
                <a:path w="6108700" h="396239">
                  <a:moveTo>
                    <a:pt x="1748028" y="0"/>
                  </a:moveTo>
                  <a:lnTo>
                    <a:pt x="1748028" y="396214"/>
                  </a:lnTo>
                </a:path>
                <a:path w="6108700" h="396239">
                  <a:moveTo>
                    <a:pt x="2618867" y="0"/>
                  </a:moveTo>
                  <a:lnTo>
                    <a:pt x="2618867" y="396214"/>
                  </a:lnTo>
                </a:path>
                <a:path w="6108700" h="396239">
                  <a:moveTo>
                    <a:pt x="3489705" y="0"/>
                  </a:moveTo>
                  <a:lnTo>
                    <a:pt x="3489705" y="396214"/>
                  </a:lnTo>
                </a:path>
                <a:path w="6108700" h="396239">
                  <a:moveTo>
                    <a:pt x="4360545" y="0"/>
                  </a:moveTo>
                  <a:lnTo>
                    <a:pt x="4360545" y="396214"/>
                  </a:lnTo>
                </a:path>
                <a:path w="6108700" h="396239">
                  <a:moveTo>
                    <a:pt x="5231384" y="0"/>
                  </a:moveTo>
                  <a:lnTo>
                    <a:pt x="5231384" y="396214"/>
                  </a:lnTo>
                </a:path>
                <a:path w="6108700" h="396239">
                  <a:moveTo>
                    <a:pt x="6350" y="0"/>
                  </a:moveTo>
                  <a:lnTo>
                    <a:pt x="6350" y="396214"/>
                  </a:lnTo>
                </a:path>
                <a:path w="6108700" h="396239">
                  <a:moveTo>
                    <a:pt x="6102350" y="0"/>
                  </a:moveTo>
                  <a:lnTo>
                    <a:pt x="6102350" y="396214"/>
                  </a:lnTo>
                </a:path>
                <a:path w="6108700" h="396239">
                  <a:moveTo>
                    <a:pt x="0" y="6350"/>
                  </a:moveTo>
                  <a:lnTo>
                    <a:pt x="6108700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26082" y="5888075"/>
              <a:ext cx="6108700" cy="0"/>
            </a:xfrm>
            <a:custGeom>
              <a:avLst/>
              <a:gdLst/>
              <a:ahLst/>
              <a:cxnLst/>
              <a:rect l="l" t="t" r="r" b="b"/>
              <a:pathLst>
                <a:path w="6108700">
                  <a:moveTo>
                    <a:pt x="0" y="0"/>
                  </a:moveTo>
                  <a:lnTo>
                    <a:pt x="61087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750178" y="5542279"/>
            <a:ext cx="20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8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41083" y="554227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6650" y="3430523"/>
            <a:ext cx="4349750" cy="16446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04800" y="5486400"/>
            <a:ext cx="1601470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QUEUE</a:t>
            </a:r>
            <a:r>
              <a:rPr lang="en-US"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: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52600" y="6096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D E B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69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Breadth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10" dirty="0"/>
              <a:t>First</a:t>
            </a:r>
            <a:r>
              <a:rPr spc="-100" dirty="0"/>
              <a:t> </a:t>
            </a:r>
            <a:r>
              <a:rPr spc="15" dirty="0"/>
              <a:t>Search-</a:t>
            </a:r>
            <a:r>
              <a:rPr spc="-100" dirty="0"/>
              <a:t> </a:t>
            </a:r>
            <a:r>
              <a:rPr spc="215" dirty="0"/>
              <a:t>STEP6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8866" y="925195"/>
            <a:ext cx="7509509" cy="2054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1212215" algn="l"/>
                <a:tab pos="1760855" algn="l"/>
                <a:tab pos="3314065" algn="l"/>
                <a:tab pos="4799965" algn="l"/>
                <a:tab pos="5324475" algn="l"/>
                <a:tab pos="5810250" algn="l"/>
                <a:tab pos="6974840" algn="l"/>
              </a:tabLst>
            </a:pPr>
            <a:r>
              <a:rPr sz="3200" spc="-120" dirty="0">
                <a:latin typeface="Trebuchet MS"/>
                <a:cs typeface="Trebuchet MS"/>
              </a:rPr>
              <a:t>Vis</a:t>
            </a:r>
            <a:r>
              <a:rPr sz="3200" spc="-75" dirty="0">
                <a:latin typeface="Trebuchet MS"/>
                <a:cs typeface="Trebuchet MS"/>
              </a:rPr>
              <a:t>i</a:t>
            </a:r>
            <a:r>
              <a:rPr sz="3200" spc="-204" dirty="0">
                <a:latin typeface="Trebuchet MS"/>
                <a:cs typeface="Trebuchet MS"/>
              </a:rPr>
              <a:t>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250" dirty="0">
                <a:latin typeface="Trebuchet MS"/>
                <a:cs typeface="Trebuchet MS"/>
              </a:rPr>
              <a:t>l</a:t>
            </a:r>
            <a:r>
              <a:rPr sz="3200" spc="-245" dirty="0">
                <a:latin typeface="Trebuchet MS"/>
                <a:cs typeface="Trebuchet MS"/>
              </a:rPr>
              <a:t>l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50" dirty="0">
                <a:latin typeface="Trebuchet MS"/>
                <a:cs typeface="Trebuchet MS"/>
              </a:rPr>
              <a:t>adjacent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-175" dirty="0">
                <a:latin typeface="Trebuchet MS"/>
                <a:cs typeface="Trebuchet MS"/>
              </a:rPr>
              <a:t>ice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04" dirty="0">
                <a:latin typeface="Trebuchet MS"/>
                <a:cs typeface="Trebuchet MS"/>
              </a:rPr>
              <a:t>o</a:t>
            </a:r>
            <a:r>
              <a:rPr sz="3200" spc="-140" dirty="0">
                <a:latin typeface="Trebuchet MS"/>
                <a:cs typeface="Trebuchet MS"/>
              </a:rPr>
              <a:t>f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350" dirty="0">
                <a:latin typeface="Trebuchet MS"/>
                <a:cs typeface="Trebuchet MS"/>
              </a:rPr>
              <a:t>C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165" dirty="0">
                <a:latin typeface="Trebuchet MS"/>
                <a:cs typeface="Trebuchet MS"/>
              </a:rPr>
              <a:t>whic</a:t>
            </a:r>
            <a:r>
              <a:rPr sz="3200" spc="-150" dirty="0">
                <a:latin typeface="Trebuchet MS"/>
                <a:cs typeface="Trebuchet MS"/>
              </a:rPr>
              <a:t>h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50" dirty="0">
                <a:latin typeface="Trebuchet MS"/>
                <a:cs typeface="Trebuchet MS"/>
              </a:rPr>
              <a:t>e  </a:t>
            </a:r>
            <a:r>
              <a:rPr sz="3200" spc="-100" dirty="0">
                <a:latin typeface="Trebuchet MS"/>
                <a:cs typeface="Trebuchet MS"/>
              </a:rPr>
              <a:t>not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visited(Here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35" dirty="0">
                <a:latin typeface="Trebuchet MS"/>
                <a:cs typeface="Trebuchet MS"/>
              </a:rPr>
              <a:t>G)</a:t>
            </a:r>
            <a:endParaRPr sz="3200">
              <a:latin typeface="Trebuchet MS"/>
              <a:cs typeface="Trebuchet MS"/>
            </a:endParaRPr>
          </a:p>
          <a:p>
            <a:pPr marL="295910" marR="5715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0" dirty="0">
                <a:latin typeface="Trebuchet MS"/>
                <a:cs typeface="Trebuchet MS"/>
              </a:rPr>
              <a:t>Insert</a:t>
            </a:r>
            <a:r>
              <a:rPr sz="3200" spc="4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newly</a:t>
            </a:r>
            <a:r>
              <a:rPr sz="3200" spc="5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visited</a:t>
            </a:r>
            <a:r>
              <a:rPr sz="3200" spc="4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vertices</a:t>
            </a:r>
            <a:r>
              <a:rPr sz="3200" spc="55" dirty="0">
                <a:latin typeface="Trebuchet MS"/>
                <a:cs typeface="Trebuchet MS"/>
              </a:rPr>
              <a:t> </a:t>
            </a:r>
            <a:r>
              <a:rPr sz="3200" spc="-135" dirty="0">
                <a:latin typeface="Trebuchet MS"/>
                <a:cs typeface="Trebuchet MS"/>
              </a:rPr>
              <a:t>into</a:t>
            </a:r>
            <a:r>
              <a:rPr sz="3200" spc="3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4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queue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and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delete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355" dirty="0">
                <a:latin typeface="Trebuchet MS"/>
                <a:cs typeface="Trebuchet MS"/>
              </a:rPr>
              <a:t>C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70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5" dirty="0">
                <a:latin typeface="Trebuchet MS"/>
                <a:cs typeface="Trebuchet MS"/>
              </a:rPr>
              <a:t>Que</a:t>
            </a:r>
            <a:r>
              <a:rPr sz="3200" spc="-5" dirty="0">
                <a:latin typeface="Trebuchet MS"/>
                <a:cs typeface="Trebuchet MS"/>
              </a:rPr>
              <a:t>u</a:t>
            </a:r>
            <a:r>
              <a:rPr sz="3200" spc="-210" dirty="0">
                <a:latin typeface="Trebuchet MS"/>
                <a:cs typeface="Trebuchet MS"/>
              </a:rPr>
              <a:t>e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133600" y="5486400"/>
            <a:ext cx="6108700" cy="396240"/>
            <a:chOff x="1926082" y="5510910"/>
            <a:chExt cx="6108700" cy="396240"/>
          </a:xfrm>
        </p:grpSpPr>
        <p:sp>
          <p:nvSpPr>
            <p:cNvPr id="17" name="object 17"/>
            <p:cNvSpPr/>
            <p:nvPr/>
          </p:nvSpPr>
          <p:spPr>
            <a:xfrm>
              <a:off x="1932432" y="5517235"/>
              <a:ext cx="6096000" cy="370840"/>
            </a:xfrm>
            <a:custGeom>
              <a:avLst/>
              <a:gdLst/>
              <a:ahLst/>
              <a:cxnLst/>
              <a:rect l="l" t="t" r="r" b="b"/>
              <a:pathLst>
                <a:path w="6096000" h="370839">
                  <a:moveTo>
                    <a:pt x="6095885" y="0"/>
                  </a:moveTo>
                  <a:lnTo>
                    <a:pt x="6095885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6095885" y="370840"/>
                  </a:lnTo>
                  <a:lnTo>
                    <a:pt x="6095885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6082" y="5510910"/>
              <a:ext cx="6108700" cy="396240"/>
            </a:xfrm>
            <a:custGeom>
              <a:avLst/>
              <a:gdLst/>
              <a:ahLst/>
              <a:cxnLst/>
              <a:rect l="l" t="t" r="r" b="b"/>
              <a:pathLst>
                <a:path w="6108700" h="396239">
                  <a:moveTo>
                    <a:pt x="877188" y="0"/>
                  </a:moveTo>
                  <a:lnTo>
                    <a:pt x="877188" y="396214"/>
                  </a:lnTo>
                </a:path>
                <a:path w="6108700" h="396239">
                  <a:moveTo>
                    <a:pt x="1748028" y="0"/>
                  </a:moveTo>
                  <a:lnTo>
                    <a:pt x="1748028" y="396214"/>
                  </a:lnTo>
                </a:path>
                <a:path w="6108700" h="396239">
                  <a:moveTo>
                    <a:pt x="2618867" y="0"/>
                  </a:moveTo>
                  <a:lnTo>
                    <a:pt x="2618867" y="396214"/>
                  </a:lnTo>
                </a:path>
                <a:path w="6108700" h="396239">
                  <a:moveTo>
                    <a:pt x="3489705" y="0"/>
                  </a:moveTo>
                  <a:lnTo>
                    <a:pt x="3489705" y="396214"/>
                  </a:lnTo>
                </a:path>
                <a:path w="6108700" h="396239">
                  <a:moveTo>
                    <a:pt x="4360545" y="0"/>
                  </a:moveTo>
                  <a:lnTo>
                    <a:pt x="4360545" y="396214"/>
                  </a:lnTo>
                </a:path>
                <a:path w="6108700" h="396239">
                  <a:moveTo>
                    <a:pt x="5231384" y="0"/>
                  </a:moveTo>
                  <a:lnTo>
                    <a:pt x="5231384" y="396214"/>
                  </a:lnTo>
                </a:path>
                <a:path w="6108700" h="396239">
                  <a:moveTo>
                    <a:pt x="6350" y="0"/>
                  </a:moveTo>
                  <a:lnTo>
                    <a:pt x="6350" y="396214"/>
                  </a:lnTo>
                </a:path>
                <a:path w="6108700" h="396239">
                  <a:moveTo>
                    <a:pt x="6102350" y="0"/>
                  </a:moveTo>
                  <a:lnTo>
                    <a:pt x="6102350" y="396214"/>
                  </a:lnTo>
                </a:path>
                <a:path w="6108700" h="396239">
                  <a:moveTo>
                    <a:pt x="0" y="6350"/>
                  </a:moveTo>
                  <a:lnTo>
                    <a:pt x="6108700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6082" y="5888075"/>
              <a:ext cx="6108700" cy="0"/>
            </a:xfrm>
            <a:custGeom>
              <a:avLst/>
              <a:gdLst/>
              <a:ahLst/>
              <a:cxnLst/>
              <a:rect l="l" t="t" r="r" b="b"/>
              <a:pathLst>
                <a:path w="6108700">
                  <a:moveTo>
                    <a:pt x="0" y="0"/>
                  </a:moveTo>
                  <a:lnTo>
                    <a:pt x="61087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641083" y="554227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87539" y="5542279"/>
            <a:ext cx="2114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250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75026" y="3440176"/>
            <a:ext cx="4330700" cy="166370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57200" y="5410200"/>
            <a:ext cx="1601470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QUEUE</a:t>
            </a:r>
            <a:r>
              <a:rPr lang="en-US"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: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52600" y="6096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D E B C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69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Breadth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10" dirty="0"/>
              <a:t>First</a:t>
            </a:r>
            <a:r>
              <a:rPr spc="-100" dirty="0"/>
              <a:t> </a:t>
            </a:r>
            <a:r>
              <a:rPr spc="15" dirty="0"/>
              <a:t>Search-</a:t>
            </a:r>
            <a:r>
              <a:rPr spc="-100" dirty="0"/>
              <a:t> </a:t>
            </a:r>
            <a:r>
              <a:rPr spc="215" dirty="0"/>
              <a:t>STEP7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8866" y="925195"/>
            <a:ext cx="7508240" cy="1565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20" dirty="0">
                <a:latin typeface="Trebuchet MS"/>
                <a:cs typeface="Trebuchet MS"/>
              </a:rPr>
              <a:t>Vis</a:t>
            </a:r>
            <a:r>
              <a:rPr sz="3200" spc="-75" dirty="0">
                <a:latin typeface="Trebuchet MS"/>
                <a:cs typeface="Trebuchet MS"/>
              </a:rPr>
              <a:t>i</a:t>
            </a:r>
            <a:r>
              <a:rPr sz="3200" spc="-204" dirty="0">
                <a:latin typeface="Trebuchet MS"/>
                <a:cs typeface="Trebuchet MS"/>
              </a:rPr>
              <a:t>t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270" dirty="0">
                <a:latin typeface="Trebuchet MS"/>
                <a:cs typeface="Trebuchet MS"/>
              </a:rPr>
              <a:t>all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240" dirty="0">
                <a:latin typeface="Trebuchet MS"/>
                <a:cs typeface="Trebuchet MS"/>
              </a:rPr>
              <a:t>djacent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40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tices</a:t>
            </a:r>
            <a:r>
              <a:rPr sz="3200" spc="-5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o</a:t>
            </a:r>
            <a:r>
              <a:rPr sz="3200" spc="-140" dirty="0">
                <a:latin typeface="Trebuchet MS"/>
                <a:cs typeface="Trebuchet MS"/>
              </a:rPr>
              <a:t>f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F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whic</a:t>
            </a:r>
            <a:r>
              <a:rPr sz="3200" spc="-150" dirty="0">
                <a:latin typeface="Trebuchet MS"/>
                <a:cs typeface="Trebuchet MS"/>
              </a:rPr>
              <a:t>h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50" dirty="0">
                <a:latin typeface="Trebuchet MS"/>
                <a:cs typeface="Trebuchet MS"/>
              </a:rPr>
              <a:t> n</a:t>
            </a:r>
            <a:r>
              <a:rPr sz="3200" spc="-60" dirty="0">
                <a:latin typeface="Trebuchet MS"/>
                <a:cs typeface="Trebuchet MS"/>
              </a:rPr>
              <a:t>o</a:t>
            </a:r>
            <a:r>
              <a:rPr sz="3200" spc="-170" dirty="0">
                <a:latin typeface="Trebuchet MS"/>
                <a:cs typeface="Trebuchet MS"/>
              </a:rPr>
              <a:t>t 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95" dirty="0">
                <a:latin typeface="Trebuchet MS"/>
                <a:cs typeface="Trebuchet MS"/>
              </a:rPr>
              <a:t>ted(He</a:t>
            </a:r>
            <a:r>
              <a:rPr sz="3200" spc="-140" dirty="0">
                <a:latin typeface="Trebuchet MS"/>
                <a:cs typeface="Trebuchet MS"/>
              </a:rPr>
              <a:t>r</a:t>
            </a:r>
            <a:r>
              <a:rPr sz="3200" spc="-210" dirty="0">
                <a:latin typeface="Trebuchet MS"/>
                <a:cs typeface="Trebuchet MS"/>
              </a:rPr>
              <a:t>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265" dirty="0">
                <a:latin typeface="Trebuchet MS"/>
                <a:cs typeface="Trebuchet MS"/>
              </a:rPr>
              <a:t>N</a:t>
            </a:r>
            <a:r>
              <a:rPr sz="3200" spc="229" dirty="0">
                <a:latin typeface="Trebuchet MS"/>
                <a:cs typeface="Trebuchet MS"/>
              </a:rPr>
              <a:t>o</a:t>
            </a:r>
            <a:r>
              <a:rPr sz="3200" spc="-560" dirty="0">
                <a:latin typeface="Trebuchet MS"/>
                <a:cs typeface="Trebuchet MS"/>
              </a:rPr>
              <a:t> </a:t>
            </a:r>
            <a:r>
              <a:rPr sz="3200" spc="-280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5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tex)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0" dirty="0">
                <a:latin typeface="Trebuchet MS"/>
                <a:cs typeface="Trebuchet MS"/>
              </a:rPr>
              <a:t>Delete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F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65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35" dirty="0">
                <a:latin typeface="Trebuchet MS"/>
                <a:cs typeface="Trebuchet MS"/>
              </a:rPr>
              <a:t>Qu</a:t>
            </a:r>
            <a:r>
              <a:rPr sz="3200" spc="40" dirty="0">
                <a:latin typeface="Trebuchet MS"/>
                <a:cs typeface="Trebuchet MS"/>
              </a:rPr>
              <a:t>e</a:t>
            </a:r>
            <a:r>
              <a:rPr sz="3200" spc="-180" dirty="0">
                <a:latin typeface="Trebuchet MS"/>
                <a:cs typeface="Trebuchet MS"/>
              </a:rPr>
              <a:t>ue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926082" y="5510910"/>
            <a:ext cx="6108700" cy="396240"/>
            <a:chOff x="1926082" y="5510910"/>
            <a:chExt cx="6108700" cy="396240"/>
          </a:xfrm>
        </p:grpSpPr>
        <p:sp>
          <p:nvSpPr>
            <p:cNvPr id="17" name="object 17"/>
            <p:cNvSpPr/>
            <p:nvPr/>
          </p:nvSpPr>
          <p:spPr>
            <a:xfrm>
              <a:off x="1932432" y="5517235"/>
              <a:ext cx="6096000" cy="370840"/>
            </a:xfrm>
            <a:custGeom>
              <a:avLst/>
              <a:gdLst/>
              <a:ahLst/>
              <a:cxnLst/>
              <a:rect l="l" t="t" r="r" b="b"/>
              <a:pathLst>
                <a:path w="6096000" h="370839">
                  <a:moveTo>
                    <a:pt x="6095885" y="0"/>
                  </a:moveTo>
                  <a:lnTo>
                    <a:pt x="6095885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6095885" y="370840"/>
                  </a:lnTo>
                  <a:lnTo>
                    <a:pt x="6095885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26082" y="5510910"/>
              <a:ext cx="6108700" cy="396240"/>
            </a:xfrm>
            <a:custGeom>
              <a:avLst/>
              <a:gdLst/>
              <a:ahLst/>
              <a:cxnLst/>
              <a:rect l="l" t="t" r="r" b="b"/>
              <a:pathLst>
                <a:path w="6108700" h="396239">
                  <a:moveTo>
                    <a:pt x="877188" y="0"/>
                  </a:moveTo>
                  <a:lnTo>
                    <a:pt x="877188" y="396214"/>
                  </a:lnTo>
                </a:path>
                <a:path w="6108700" h="396239">
                  <a:moveTo>
                    <a:pt x="1748028" y="0"/>
                  </a:moveTo>
                  <a:lnTo>
                    <a:pt x="1748028" y="396214"/>
                  </a:lnTo>
                </a:path>
                <a:path w="6108700" h="396239">
                  <a:moveTo>
                    <a:pt x="2618867" y="0"/>
                  </a:moveTo>
                  <a:lnTo>
                    <a:pt x="2618867" y="396214"/>
                  </a:lnTo>
                </a:path>
                <a:path w="6108700" h="396239">
                  <a:moveTo>
                    <a:pt x="3489705" y="0"/>
                  </a:moveTo>
                  <a:lnTo>
                    <a:pt x="3489705" y="396214"/>
                  </a:lnTo>
                </a:path>
                <a:path w="6108700" h="396239">
                  <a:moveTo>
                    <a:pt x="4360545" y="0"/>
                  </a:moveTo>
                  <a:lnTo>
                    <a:pt x="4360545" y="396214"/>
                  </a:lnTo>
                </a:path>
                <a:path w="6108700" h="396239">
                  <a:moveTo>
                    <a:pt x="5231384" y="0"/>
                  </a:moveTo>
                  <a:lnTo>
                    <a:pt x="5231384" y="396214"/>
                  </a:lnTo>
                </a:path>
                <a:path w="6108700" h="396239">
                  <a:moveTo>
                    <a:pt x="6350" y="0"/>
                  </a:moveTo>
                  <a:lnTo>
                    <a:pt x="6350" y="396214"/>
                  </a:lnTo>
                </a:path>
                <a:path w="6108700" h="396239">
                  <a:moveTo>
                    <a:pt x="6102350" y="0"/>
                  </a:moveTo>
                  <a:lnTo>
                    <a:pt x="6102350" y="396214"/>
                  </a:lnTo>
                </a:path>
                <a:path w="6108700" h="396239">
                  <a:moveTo>
                    <a:pt x="0" y="6350"/>
                  </a:moveTo>
                  <a:lnTo>
                    <a:pt x="6108700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6082" y="5888075"/>
              <a:ext cx="6108700" cy="0"/>
            </a:xfrm>
            <a:custGeom>
              <a:avLst/>
              <a:gdLst/>
              <a:ahLst/>
              <a:cxnLst/>
              <a:rect l="l" t="t" r="r" b="b"/>
              <a:pathLst>
                <a:path w="6108700">
                  <a:moveTo>
                    <a:pt x="0" y="0"/>
                  </a:moveTo>
                  <a:lnTo>
                    <a:pt x="61087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932432" y="5517235"/>
            <a:ext cx="6096000" cy="37084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R="334010" algn="r">
              <a:lnSpc>
                <a:spcPct val="100000"/>
              </a:lnSpc>
              <a:spcBef>
                <a:spcPts val="295"/>
              </a:spcBef>
            </a:pPr>
            <a:r>
              <a:rPr sz="1800" b="1" spc="250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75026" y="3440176"/>
            <a:ext cx="4330700" cy="166370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04800" y="5410200"/>
            <a:ext cx="1601470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0"/>
              </a:lnSpc>
            </a:pPr>
            <a:r>
              <a:rPr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QUEUE</a:t>
            </a:r>
            <a:r>
              <a:rPr lang="en-US"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: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52600" y="60960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D E B C F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635" cy="6858000"/>
            <a:chOff x="0" y="0"/>
            <a:chExt cx="91446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506" y="0"/>
                  </a:lnTo>
                  <a:lnTo>
                    <a:pt x="0" y="819404"/>
                  </a:lnTo>
                  <a:lnTo>
                    <a:pt x="48653" y="818012"/>
                  </a:lnTo>
                  <a:lnTo>
                    <a:pt x="96069" y="813890"/>
                  </a:lnTo>
                  <a:lnTo>
                    <a:pt x="142676" y="807114"/>
                  </a:lnTo>
                  <a:lnTo>
                    <a:pt x="188396" y="797760"/>
                  </a:lnTo>
                  <a:lnTo>
                    <a:pt x="233153" y="785906"/>
                  </a:lnTo>
                  <a:lnTo>
                    <a:pt x="276870" y="771629"/>
                  </a:lnTo>
                  <a:lnTo>
                    <a:pt x="319469" y="755005"/>
                  </a:lnTo>
                  <a:lnTo>
                    <a:pt x="360876" y="736111"/>
                  </a:lnTo>
                  <a:lnTo>
                    <a:pt x="401011" y="715024"/>
                  </a:lnTo>
                  <a:lnTo>
                    <a:pt x="439799" y="691821"/>
                  </a:lnTo>
                  <a:lnTo>
                    <a:pt x="477163" y="666580"/>
                  </a:lnTo>
                  <a:lnTo>
                    <a:pt x="513025" y="639376"/>
                  </a:lnTo>
                  <a:lnTo>
                    <a:pt x="547310" y="610287"/>
                  </a:lnTo>
                  <a:lnTo>
                    <a:pt x="579939" y="579389"/>
                  </a:lnTo>
                  <a:lnTo>
                    <a:pt x="610837" y="546760"/>
                  </a:lnTo>
                  <a:lnTo>
                    <a:pt x="639926" y="512477"/>
                  </a:lnTo>
                  <a:lnTo>
                    <a:pt x="667130" y="476615"/>
                  </a:lnTo>
                  <a:lnTo>
                    <a:pt x="692371" y="439253"/>
                  </a:lnTo>
                  <a:lnTo>
                    <a:pt x="715574" y="400467"/>
                  </a:lnTo>
                  <a:lnTo>
                    <a:pt x="736660" y="360334"/>
                  </a:lnTo>
                  <a:lnTo>
                    <a:pt x="755553" y="318930"/>
                  </a:lnTo>
                  <a:lnTo>
                    <a:pt x="772177" y="276333"/>
                  </a:lnTo>
                  <a:lnTo>
                    <a:pt x="786453" y="232620"/>
                  </a:lnTo>
                  <a:lnTo>
                    <a:pt x="798307" y="187868"/>
                  </a:lnTo>
                  <a:lnTo>
                    <a:pt x="807660" y="142152"/>
                  </a:lnTo>
                  <a:lnTo>
                    <a:pt x="814436" y="95551"/>
                  </a:lnTo>
                  <a:lnTo>
                    <a:pt x="818558" y="48141"/>
                  </a:lnTo>
                  <a:lnTo>
                    <a:pt x="819949" y="0"/>
                  </a:lnTo>
                  <a:close/>
                </a:path>
              </a:pathLst>
            </a:custGeom>
            <a:solidFill>
              <a:srgbClr val="FDF9F4">
                <a:alpha val="3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10" y="3556"/>
              <a:ext cx="820419" cy="819785"/>
            </a:xfrm>
            <a:custGeom>
              <a:avLst/>
              <a:gdLst/>
              <a:ahLst/>
              <a:cxnLst/>
              <a:rect l="l" t="t" r="r" b="b"/>
              <a:pathLst>
                <a:path w="820419" h="819785">
                  <a:moveTo>
                    <a:pt x="819949" y="0"/>
                  </a:moveTo>
                  <a:lnTo>
                    <a:pt x="818558" y="48141"/>
                  </a:lnTo>
                  <a:lnTo>
                    <a:pt x="814436" y="95551"/>
                  </a:lnTo>
                  <a:lnTo>
                    <a:pt x="807660" y="142152"/>
                  </a:lnTo>
                  <a:lnTo>
                    <a:pt x="798307" y="187868"/>
                  </a:lnTo>
                  <a:lnTo>
                    <a:pt x="786453" y="232620"/>
                  </a:lnTo>
                  <a:lnTo>
                    <a:pt x="772177" y="276333"/>
                  </a:lnTo>
                  <a:lnTo>
                    <a:pt x="755553" y="318930"/>
                  </a:lnTo>
                  <a:lnTo>
                    <a:pt x="736660" y="360334"/>
                  </a:lnTo>
                  <a:lnTo>
                    <a:pt x="715574" y="400467"/>
                  </a:lnTo>
                  <a:lnTo>
                    <a:pt x="692371" y="439253"/>
                  </a:lnTo>
                  <a:lnTo>
                    <a:pt x="667130" y="476615"/>
                  </a:lnTo>
                  <a:lnTo>
                    <a:pt x="639926" y="512477"/>
                  </a:lnTo>
                  <a:lnTo>
                    <a:pt x="610837" y="546760"/>
                  </a:lnTo>
                  <a:lnTo>
                    <a:pt x="579939" y="579389"/>
                  </a:lnTo>
                  <a:lnTo>
                    <a:pt x="547310" y="610287"/>
                  </a:lnTo>
                  <a:lnTo>
                    <a:pt x="513025" y="639376"/>
                  </a:lnTo>
                  <a:lnTo>
                    <a:pt x="477163" y="666580"/>
                  </a:lnTo>
                  <a:lnTo>
                    <a:pt x="439799" y="691821"/>
                  </a:lnTo>
                  <a:lnTo>
                    <a:pt x="401011" y="715024"/>
                  </a:lnTo>
                  <a:lnTo>
                    <a:pt x="360876" y="736111"/>
                  </a:lnTo>
                  <a:lnTo>
                    <a:pt x="319469" y="755005"/>
                  </a:lnTo>
                  <a:lnTo>
                    <a:pt x="276870" y="771629"/>
                  </a:lnTo>
                  <a:lnTo>
                    <a:pt x="233153" y="785906"/>
                  </a:lnTo>
                  <a:lnTo>
                    <a:pt x="188396" y="797760"/>
                  </a:lnTo>
                  <a:lnTo>
                    <a:pt x="142676" y="807114"/>
                  </a:lnTo>
                  <a:lnTo>
                    <a:pt x="96069" y="813890"/>
                  </a:lnTo>
                  <a:lnTo>
                    <a:pt x="48653" y="818012"/>
                  </a:lnTo>
                  <a:lnTo>
                    <a:pt x="505" y="819404"/>
                  </a:lnTo>
                  <a:lnTo>
                    <a:pt x="336" y="819404"/>
                  </a:lnTo>
                  <a:lnTo>
                    <a:pt x="168" y="819404"/>
                  </a:lnTo>
                  <a:lnTo>
                    <a:pt x="0" y="819404"/>
                  </a:lnTo>
                  <a:lnTo>
                    <a:pt x="506" y="0"/>
                  </a:lnTo>
                  <a:lnTo>
                    <a:pt x="819949" y="0"/>
                  </a:lnTo>
                  <a:close/>
                </a:path>
              </a:pathLst>
            </a:custGeom>
            <a:ln w="3175">
              <a:solidFill>
                <a:srgbClr val="D2C39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015" y="6095"/>
              <a:ext cx="1784604" cy="1783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8821" y="21081"/>
              <a:ext cx="1702435" cy="1702435"/>
            </a:xfrm>
            <a:custGeom>
              <a:avLst/>
              <a:gdLst/>
              <a:ahLst/>
              <a:cxnLst/>
              <a:rect l="l" t="t" r="r" b="b"/>
              <a:pathLst>
                <a:path w="1702435" h="1702435">
                  <a:moveTo>
                    <a:pt x="0" y="851154"/>
                  </a:moveTo>
                  <a:lnTo>
                    <a:pt x="1347" y="802859"/>
                  </a:lnTo>
                  <a:lnTo>
                    <a:pt x="5341" y="755271"/>
                  </a:lnTo>
                  <a:lnTo>
                    <a:pt x="11909" y="708461"/>
                  </a:lnTo>
                  <a:lnTo>
                    <a:pt x="20981" y="662500"/>
                  </a:lnTo>
                  <a:lnTo>
                    <a:pt x="32484" y="617462"/>
                  </a:lnTo>
                  <a:lnTo>
                    <a:pt x="46346" y="573417"/>
                  </a:lnTo>
                  <a:lnTo>
                    <a:pt x="62495" y="530438"/>
                  </a:lnTo>
                  <a:lnTo>
                    <a:pt x="80860" y="488596"/>
                  </a:lnTo>
                  <a:lnTo>
                    <a:pt x="101369" y="447964"/>
                  </a:lnTo>
                  <a:lnTo>
                    <a:pt x="123949" y="408613"/>
                  </a:lnTo>
                  <a:lnTo>
                    <a:pt x="148530" y="370615"/>
                  </a:lnTo>
                  <a:lnTo>
                    <a:pt x="175039" y="334042"/>
                  </a:lnTo>
                  <a:lnTo>
                    <a:pt x="203404" y="298966"/>
                  </a:lnTo>
                  <a:lnTo>
                    <a:pt x="233553" y="265459"/>
                  </a:lnTo>
                  <a:lnTo>
                    <a:pt x="265416" y="233593"/>
                  </a:lnTo>
                  <a:lnTo>
                    <a:pt x="298919" y="203439"/>
                  </a:lnTo>
                  <a:lnTo>
                    <a:pt x="333991" y="175070"/>
                  </a:lnTo>
                  <a:lnTo>
                    <a:pt x="370561" y="148557"/>
                  </a:lnTo>
                  <a:lnTo>
                    <a:pt x="408556" y="123973"/>
                  </a:lnTo>
                  <a:lnTo>
                    <a:pt x="447904" y="101388"/>
                  </a:lnTo>
                  <a:lnTo>
                    <a:pt x="488534" y="80876"/>
                  </a:lnTo>
                  <a:lnTo>
                    <a:pt x="530373" y="62508"/>
                  </a:lnTo>
                  <a:lnTo>
                    <a:pt x="573351" y="46355"/>
                  </a:lnTo>
                  <a:lnTo>
                    <a:pt x="617394" y="32490"/>
                  </a:lnTo>
                  <a:lnTo>
                    <a:pt x="662432" y="20985"/>
                  </a:lnTo>
                  <a:lnTo>
                    <a:pt x="708393" y="11912"/>
                  </a:lnTo>
                  <a:lnTo>
                    <a:pt x="755204" y="5342"/>
                  </a:lnTo>
                  <a:lnTo>
                    <a:pt x="802793" y="1347"/>
                  </a:lnTo>
                  <a:lnTo>
                    <a:pt x="851090" y="0"/>
                  </a:lnTo>
                  <a:lnTo>
                    <a:pt x="899386" y="1347"/>
                  </a:lnTo>
                  <a:lnTo>
                    <a:pt x="946976" y="5342"/>
                  </a:lnTo>
                  <a:lnTo>
                    <a:pt x="993786" y="11912"/>
                  </a:lnTo>
                  <a:lnTo>
                    <a:pt x="1039746" y="20985"/>
                  </a:lnTo>
                  <a:lnTo>
                    <a:pt x="1084783" y="32490"/>
                  </a:lnTo>
                  <a:lnTo>
                    <a:pt x="1128825" y="46355"/>
                  </a:lnTo>
                  <a:lnTo>
                    <a:pt x="1171801" y="62508"/>
                  </a:lnTo>
                  <a:lnTo>
                    <a:pt x="1213639" y="80876"/>
                  </a:lnTo>
                  <a:lnTo>
                    <a:pt x="1254268" y="101388"/>
                  </a:lnTo>
                  <a:lnTo>
                    <a:pt x="1293614" y="123973"/>
                  </a:lnTo>
                  <a:lnTo>
                    <a:pt x="1331607" y="148557"/>
                  </a:lnTo>
                  <a:lnTo>
                    <a:pt x="1368174" y="175070"/>
                  </a:lnTo>
                  <a:lnTo>
                    <a:pt x="1403245" y="203439"/>
                  </a:lnTo>
                  <a:lnTo>
                    <a:pt x="1436746" y="233593"/>
                  </a:lnTo>
                  <a:lnTo>
                    <a:pt x="1468606" y="265459"/>
                  </a:lnTo>
                  <a:lnTo>
                    <a:pt x="1498754" y="298966"/>
                  </a:lnTo>
                  <a:lnTo>
                    <a:pt x="1527117" y="334042"/>
                  </a:lnTo>
                  <a:lnTo>
                    <a:pt x="1553624" y="370615"/>
                  </a:lnTo>
                  <a:lnTo>
                    <a:pt x="1578203" y="408613"/>
                  </a:lnTo>
                  <a:lnTo>
                    <a:pt x="1600782" y="447964"/>
                  </a:lnTo>
                  <a:lnTo>
                    <a:pt x="1621289" y="488596"/>
                  </a:lnTo>
                  <a:lnTo>
                    <a:pt x="1639653" y="530438"/>
                  </a:lnTo>
                  <a:lnTo>
                    <a:pt x="1655801" y="573417"/>
                  </a:lnTo>
                  <a:lnTo>
                    <a:pt x="1669661" y="617462"/>
                  </a:lnTo>
                  <a:lnTo>
                    <a:pt x="1681163" y="662500"/>
                  </a:lnTo>
                  <a:lnTo>
                    <a:pt x="1690234" y="708461"/>
                  </a:lnTo>
                  <a:lnTo>
                    <a:pt x="1696802" y="755271"/>
                  </a:lnTo>
                  <a:lnTo>
                    <a:pt x="1700795" y="802859"/>
                  </a:lnTo>
                  <a:lnTo>
                    <a:pt x="1702142" y="851154"/>
                  </a:lnTo>
                  <a:lnTo>
                    <a:pt x="1700795" y="899447"/>
                  </a:lnTo>
                  <a:lnTo>
                    <a:pt x="1696802" y="947034"/>
                  </a:lnTo>
                  <a:lnTo>
                    <a:pt x="1690234" y="993843"/>
                  </a:lnTo>
                  <a:lnTo>
                    <a:pt x="1681163" y="1039800"/>
                  </a:lnTo>
                  <a:lnTo>
                    <a:pt x="1669661" y="1084835"/>
                  </a:lnTo>
                  <a:lnTo>
                    <a:pt x="1655801" y="1128876"/>
                  </a:lnTo>
                  <a:lnTo>
                    <a:pt x="1639653" y="1171850"/>
                  </a:lnTo>
                  <a:lnTo>
                    <a:pt x="1621289" y="1213687"/>
                  </a:lnTo>
                  <a:lnTo>
                    <a:pt x="1600782" y="1254314"/>
                  </a:lnTo>
                  <a:lnTo>
                    <a:pt x="1578203" y="1293659"/>
                  </a:lnTo>
                  <a:lnTo>
                    <a:pt x="1553624" y="1331651"/>
                  </a:lnTo>
                  <a:lnTo>
                    <a:pt x="1527117" y="1368218"/>
                  </a:lnTo>
                  <a:lnTo>
                    <a:pt x="1498754" y="1403287"/>
                  </a:lnTo>
                  <a:lnTo>
                    <a:pt x="1468606" y="1436788"/>
                  </a:lnTo>
                  <a:lnTo>
                    <a:pt x="1436746" y="1468647"/>
                  </a:lnTo>
                  <a:lnTo>
                    <a:pt x="1403245" y="1498795"/>
                  </a:lnTo>
                  <a:lnTo>
                    <a:pt x="1368174" y="1527157"/>
                  </a:lnTo>
                  <a:lnTo>
                    <a:pt x="1331607" y="1553664"/>
                  </a:lnTo>
                  <a:lnTo>
                    <a:pt x="1293614" y="1578242"/>
                  </a:lnTo>
                  <a:lnTo>
                    <a:pt x="1254268" y="1600821"/>
                  </a:lnTo>
                  <a:lnTo>
                    <a:pt x="1213639" y="1621328"/>
                  </a:lnTo>
                  <a:lnTo>
                    <a:pt x="1171801" y="1639691"/>
                  </a:lnTo>
                  <a:lnTo>
                    <a:pt x="1128825" y="1655839"/>
                  </a:lnTo>
                  <a:lnTo>
                    <a:pt x="1084783" y="1669700"/>
                  </a:lnTo>
                  <a:lnTo>
                    <a:pt x="1039746" y="1681201"/>
                  </a:lnTo>
                  <a:lnTo>
                    <a:pt x="993786" y="1690272"/>
                  </a:lnTo>
                  <a:lnTo>
                    <a:pt x="946976" y="1696840"/>
                  </a:lnTo>
                  <a:lnTo>
                    <a:pt x="899386" y="1700833"/>
                  </a:lnTo>
                  <a:lnTo>
                    <a:pt x="851090" y="1702181"/>
                  </a:lnTo>
                  <a:lnTo>
                    <a:pt x="802793" y="1700833"/>
                  </a:lnTo>
                  <a:lnTo>
                    <a:pt x="755204" y="1696840"/>
                  </a:lnTo>
                  <a:lnTo>
                    <a:pt x="708393" y="1690272"/>
                  </a:lnTo>
                  <a:lnTo>
                    <a:pt x="662432" y="1681201"/>
                  </a:lnTo>
                  <a:lnTo>
                    <a:pt x="617394" y="1669700"/>
                  </a:lnTo>
                  <a:lnTo>
                    <a:pt x="573351" y="1655839"/>
                  </a:lnTo>
                  <a:lnTo>
                    <a:pt x="530373" y="1639691"/>
                  </a:lnTo>
                  <a:lnTo>
                    <a:pt x="488534" y="1621328"/>
                  </a:lnTo>
                  <a:lnTo>
                    <a:pt x="447904" y="1600821"/>
                  </a:lnTo>
                  <a:lnTo>
                    <a:pt x="408556" y="1578242"/>
                  </a:lnTo>
                  <a:lnTo>
                    <a:pt x="370561" y="1553664"/>
                  </a:lnTo>
                  <a:lnTo>
                    <a:pt x="333991" y="1527157"/>
                  </a:lnTo>
                  <a:lnTo>
                    <a:pt x="298919" y="1498795"/>
                  </a:lnTo>
                  <a:lnTo>
                    <a:pt x="265416" y="1468647"/>
                  </a:lnTo>
                  <a:lnTo>
                    <a:pt x="233553" y="1436788"/>
                  </a:lnTo>
                  <a:lnTo>
                    <a:pt x="203404" y="1403287"/>
                  </a:lnTo>
                  <a:lnTo>
                    <a:pt x="175039" y="1368218"/>
                  </a:lnTo>
                  <a:lnTo>
                    <a:pt x="148530" y="1331651"/>
                  </a:lnTo>
                  <a:lnTo>
                    <a:pt x="123949" y="1293659"/>
                  </a:lnTo>
                  <a:lnTo>
                    <a:pt x="101369" y="1254314"/>
                  </a:lnTo>
                  <a:lnTo>
                    <a:pt x="80860" y="1213687"/>
                  </a:lnTo>
                  <a:lnTo>
                    <a:pt x="62495" y="1171850"/>
                  </a:lnTo>
                  <a:lnTo>
                    <a:pt x="46346" y="1128876"/>
                  </a:lnTo>
                  <a:lnTo>
                    <a:pt x="32484" y="1084835"/>
                  </a:lnTo>
                  <a:lnTo>
                    <a:pt x="20981" y="1039800"/>
                  </a:lnTo>
                  <a:lnTo>
                    <a:pt x="11909" y="993843"/>
                  </a:lnTo>
                  <a:lnTo>
                    <a:pt x="5341" y="947034"/>
                  </a:lnTo>
                  <a:lnTo>
                    <a:pt x="1347" y="899447"/>
                  </a:lnTo>
                  <a:lnTo>
                    <a:pt x="0" y="851154"/>
                  </a:lnTo>
                  <a:close/>
                </a:path>
              </a:pathLst>
            </a:custGeom>
            <a:ln w="27305">
              <a:solidFill>
                <a:srgbClr val="FFF6D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212" y="1045464"/>
              <a:ext cx="1155192" cy="1150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319" y="1050633"/>
              <a:ext cx="1116813" cy="11114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7319" y="1050633"/>
              <a:ext cx="1116965" cy="1111885"/>
            </a:xfrm>
            <a:custGeom>
              <a:avLst/>
              <a:gdLst/>
              <a:ahLst/>
              <a:cxnLst/>
              <a:rect l="l" t="t" r="r" b="b"/>
              <a:pathLst>
                <a:path w="1116965" h="1111885">
                  <a:moveTo>
                    <a:pt x="118496" y="204634"/>
                  </a:moveTo>
                  <a:lnTo>
                    <a:pt x="149785" y="168741"/>
                  </a:lnTo>
                  <a:lnTo>
                    <a:pt x="183515" y="136234"/>
                  </a:lnTo>
                  <a:lnTo>
                    <a:pt x="219451" y="107137"/>
                  </a:lnTo>
                  <a:lnTo>
                    <a:pt x="257356" y="81474"/>
                  </a:lnTo>
                  <a:lnTo>
                    <a:pt x="296996" y="59270"/>
                  </a:lnTo>
                  <a:lnTo>
                    <a:pt x="338135" y="40547"/>
                  </a:lnTo>
                  <a:lnTo>
                    <a:pt x="380538" y="25331"/>
                  </a:lnTo>
                  <a:lnTo>
                    <a:pt x="423971" y="13644"/>
                  </a:lnTo>
                  <a:lnTo>
                    <a:pt x="468196" y="5510"/>
                  </a:lnTo>
                  <a:lnTo>
                    <a:pt x="512980" y="954"/>
                  </a:lnTo>
                  <a:lnTo>
                    <a:pt x="558087" y="0"/>
                  </a:lnTo>
                  <a:lnTo>
                    <a:pt x="603281" y="2670"/>
                  </a:lnTo>
                  <a:lnTo>
                    <a:pt x="648327" y="8990"/>
                  </a:lnTo>
                  <a:lnTo>
                    <a:pt x="692991" y="18983"/>
                  </a:lnTo>
                  <a:lnTo>
                    <a:pt x="737036" y="32672"/>
                  </a:lnTo>
                  <a:lnTo>
                    <a:pt x="780227" y="50083"/>
                  </a:lnTo>
                  <a:lnTo>
                    <a:pt x="822330" y="71238"/>
                  </a:lnTo>
                  <a:lnTo>
                    <a:pt x="863108" y="96162"/>
                  </a:lnTo>
                  <a:lnTo>
                    <a:pt x="902327" y="124878"/>
                  </a:lnTo>
                  <a:lnTo>
                    <a:pt x="939023" y="156757"/>
                  </a:lnTo>
                  <a:lnTo>
                    <a:pt x="972365" y="190998"/>
                  </a:lnTo>
                  <a:lnTo>
                    <a:pt x="1002325" y="227366"/>
                  </a:lnTo>
                  <a:lnTo>
                    <a:pt x="1028874" y="265625"/>
                  </a:lnTo>
                  <a:lnTo>
                    <a:pt x="1051985" y="305541"/>
                  </a:lnTo>
                  <a:lnTo>
                    <a:pt x="1071626" y="346879"/>
                  </a:lnTo>
                  <a:lnTo>
                    <a:pt x="1087772" y="389404"/>
                  </a:lnTo>
                  <a:lnTo>
                    <a:pt x="1100392" y="432881"/>
                  </a:lnTo>
                  <a:lnTo>
                    <a:pt x="1109458" y="477076"/>
                  </a:lnTo>
                  <a:lnTo>
                    <a:pt x="1114941" y="521754"/>
                  </a:lnTo>
                  <a:lnTo>
                    <a:pt x="1116813" y="566679"/>
                  </a:lnTo>
                  <a:lnTo>
                    <a:pt x="1115044" y="611617"/>
                  </a:lnTo>
                  <a:lnTo>
                    <a:pt x="1109608" y="656333"/>
                  </a:lnTo>
                  <a:lnTo>
                    <a:pt x="1100473" y="700593"/>
                  </a:lnTo>
                  <a:lnTo>
                    <a:pt x="1087613" y="744160"/>
                  </a:lnTo>
                  <a:lnTo>
                    <a:pt x="1070998" y="786801"/>
                  </a:lnTo>
                  <a:lnTo>
                    <a:pt x="1050600" y="828281"/>
                  </a:lnTo>
                  <a:lnTo>
                    <a:pt x="1026390" y="868365"/>
                  </a:lnTo>
                  <a:lnTo>
                    <a:pt x="998339" y="906817"/>
                  </a:lnTo>
                  <a:lnTo>
                    <a:pt x="967050" y="942710"/>
                  </a:lnTo>
                  <a:lnTo>
                    <a:pt x="933320" y="975218"/>
                  </a:lnTo>
                  <a:lnTo>
                    <a:pt x="897385" y="1004315"/>
                  </a:lnTo>
                  <a:lnTo>
                    <a:pt x="859481" y="1029978"/>
                  </a:lnTo>
                  <a:lnTo>
                    <a:pt x="819841" y="1052184"/>
                  </a:lnTo>
                  <a:lnTo>
                    <a:pt x="778703" y="1070908"/>
                  </a:lnTo>
                  <a:lnTo>
                    <a:pt x="736300" y="1086127"/>
                  </a:lnTo>
                  <a:lnTo>
                    <a:pt x="692869" y="1097817"/>
                  </a:lnTo>
                  <a:lnTo>
                    <a:pt x="648644" y="1105954"/>
                  </a:lnTo>
                  <a:lnTo>
                    <a:pt x="603860" y="1110515"/>
                  </a:lnTo>
                  <a:lnTo>
                    <a:pt x="558754" y="1111476"/>
                  </a:lnTo>
                  <a:lnTo>
                    <a:pt x="513560" y="1108813"/>
                  </a:lnTo>
                  <a:lnTo>
                    <a:pt x="468514" y="1102502"/>
                  </a:lnTo>
                  <a:lnTo>
                    <a:pt x="423850" y="1092519"/>
                  </a:lnTo>
                  <a:lnTo>
                    <a:pt x="379804" y="1078841"/>
                  </a:lnTo>
                  <a:lnTo>
                    <a:pt x="336612" y="1061444"/>
                  </a:lnTo>
                  <a:lnTo>
                    <a:pt x="294508" y="1040304"/>
                  </a:lnTo>
                  <a:lnTo>
                    <a:pt x="253729" y="1015397"/>
                  </a:lnTo>
                  <a:lnTo>
                    <a:pt x="214508" y="986700"/>
                  </a:lnTo>
                  <a:lnTo>
                    <a:pt x="177812" y="954821"/>
                  </a:lnTo>
                  <a:lnTo>
                    <a:pt x="144469" y="920580"/>
                  </a:lnTo>
                  <a:lnTo>
                    <a:pt x="114507" y="884212"/>
                  </a:lnTo>
                  <a:lnTo>
                    <a:pt x="87955" y="845952"/>
                  </a:lnTo>
                  <a:lnTo>
                    <a:pt x="64842" y="806035"/>
                  </a:lnTo>
                  <a:lnTo>
                    <a:pt x="45198" y="764695"/>
                  </a:lnTo>
                  <a:lnTo>
                    <a:pt x="29049" y="722168"/>
                  </a:lnTo>
                  <a:lnTo>
                    <a:pt x="16427" y="678687"/>
                  </a:lnTo>
                  <a:lnTo>
                    <a:pt x="7358" y="634488"/>
                  </a:lnTo>
                  <a:lnTo>
                    <a:pt x="1873" y="589806"/>
                  </a:lnTo>
                  <a:lnTo>
                    <a:pt x="0" y="544874"/>
                  </a:lnTo>
                  <a:lnTo>
                    <a:pt x="1767" y="499929"/>
                  </a:lnTo>
                  <a:lnTo>
                    <a:pt x="7203" y="455204"/>
                  </a:lnTo>
                  <a:lnTo>
                    <a:pt x="16338" y="410935"/>
                  </a:lnTo>
                  <a:lnTo>
                    <a:pt x="29200" y="367355"/>
                  </a:lnTo>
                  <a:lnTo>
                    <a:pt x="45818" y="324701"/>
                  </a:lnTo>
                  <a:lnTo>
                    <a:pt x="66221" y="283206"/>
                  </a:lnTo>
                  <a:lnTo>
                    <a:pt x="90437" y="243105"/>
                  </a:lnTo>
                  <a:lnTo>
                    <a:pt x="118496" y="204634"/>
                  </a:lnTo>
                </a:path>
                <a:path w="1116965" h="1111885">
                  <a:moveTo>
                    <a:pt x="220477" y="286041"/>
                  </a:moveTo>
                  <a:lnTo>
                    <a:pt x="193856" y="323455"/>
                  </a:lnTo>
                  <a:lnTo>
                    <a:pt x="171955" y="362810"/>
                  </a:lnTo>
                  <a:lnTo>
                    <a:pt x="154729" y="403741"/>
                  </a:lnTo>
                  <a:lnTo>
                    <a:pt x="142131" y="445881"/>
                  </a:lnTo>
                  <a:lnTo>
                    <a:pt x="134116" y="488865"/>
                  </a:lnTo>
                  <a:lnTo>
                    <a:pt x="130638" y="532328"/>
                  </a:lnTo>
                  <a:lnTo>
                    <a:pt x="131651" y="575903"/>
                  </a:lnTo>
                  <a:lnTo>
                    <a:pt x="137108" y="619227"/>
                  </a:lnTo>
                  <a:lnTo>
                    <a:pt x="146964" y="661933"/>
                  </a:lnTo>
                  <a:lnTo>
                    <a:pt x="161173" y="703655"/>
                  </a:lnTo>
                  <a:lnTo>
                    <a:pt x="179689" y="744028"/>
                  </a:lnTo>
                  <a:lnTo>
                    <a:pt x="202465" y="782686"/>
                  </a:lnTo>
                  <a:lnTo>
                    <a:pt x="229457" y="819265"/>
                  </a:lnTo>
                  <a:lnTo>
                    <a:pt x="260618" y="853397"/>
                  </a:lnTo>
                  <a:lnTo>
                    <a:pt x="295902" y="884719"/>
                  </a:lnTo>
                  <a:lnTo>
                    <a:pt x="334265" y="912179"/>
                  </a:lnTo>
                  <a:lnTo>
                    <a:pt x="374453" y="934995"/>
                  </a:lnTo>
                  <a:lnTo>
                    <a:pt x="416101" y="953204"/>
                  </a:lnTo>
                  <a:lnTo>
                    <a:pt x="458841" y="966841"/>
                  </a:lnTo>
                  <a:lnTo>
                    <a:pt x="502308" y="975943"/>
                  </a:lnTo>
                  <a:lnTo>
                    <a:pt x="546136" y="980546"/>
                  </a:lnTo>
                  <a:lnTo>
                    <a:pt x="589957" y="980687"/>
                  </a:lnTo>
                  <a:lnTo>
                    <a:pt x="633406" y="976403"/>
                  </a:lnTo>
                  <a:lnTo>
                    <a:pt x="676117" y="967728"/>
                  </a:lnTo>
                  <a:lnTo>
                    <a:pt x="717723" y="954701"/>
                  </a:lnTo>
                  <a:lnTo>
                    <a:pt x="757858" y="937356"/>
                  </a:lnTo>
                  <a:lnTo>
                    <a:pt x="796155" y="915731"/>
                  </a:lnTo>
                  <a:lnTo>
                    <a:pt x="832248" y="889862"/>
                  </a:lnTo>
                  <a:lnTo>
                    <a:pt x="865771" y="859785"/>
                  </a:lnTo>
                  <a:lnTo>
                    <a:pt x="896358" y="825537"/>
                  </a:lnTo>
                  <a:lnTo>
                    <a:pt x="922982" y="788101"/>
                  </a:lnTo>
                  <a:lnTo>
                    <a:pt x="944884" y="748730"/>
                  </a:lnTo>
                  <a:lnTo>
                    <a:pt x="962111" y="707789"/>
                  </a:lnTo>
                  <a:lnTo>
                    <a:pt x="974709" y="665643"/>
                  </a:lnTo>
                  <a:lnTo>
                    <a:pt x="982725" y="622657"/>
                  </a:lnTo>
                  <a:lnTo>
                    <a:pt x="986203" y="579196"/>
                  </a:lnTo>
                  <a:lnTo>
                    <a:pt x="985191" y="535624"/>
                  </a:lnTo>
                  <a:lnTo>
                    <a:pt x="979734" y="492307"/>
                  </a:lnTo>
                  <a:lnTo>
                    <a:pt x="969878" y="449609"/>
                  </a:lnTo>
                  <a:lnTo>
                    <a:pt x="955669" y="407895"/>
                  </a:lnTo>
                  <a:lnTo>
                    <a:pt x="937154" y="367530"/>
                  </a:lnTo>
                  <a:lnTo>
                    <a:pt x="914378" y="328880"/>
                  </a:lnTo>
                  <a:lnTo>
                    <a:pt x="887387" y="292308"/>
                  </a:lnTo>
                  <a:lnTo>
                    <a:pt x="856228" y="258179"/>
                  </a:lnTo>
                  <a:lnTo>
                    <a:pt x="820946" y="226859"/>
                  </a:lnTo>
                  <a:lnTo>
                    <a:pt x="782581" y="199399"/>
                  </a:lnTo>
                  <a:lnTo>
                    <a:pt x="742390" y="176583"/>
                  </a:lnTo>
                  <a:lnTo>
                    <a:pt x="700741" y="158375"/>
                  </a:lnTo>
                  <a:lnTo>
                    <a:pt x="657999" y="144737"/>
                  </a:lnTo>
                  <a:lnTo>
                    <a:pt x="614531" y="135635"/>
                  </a:lnTo>
                  <a:lnTo>
                    <a:pt x="570702" y="131032"/>
                  </a:lnTo>
                  <a:lnTo>
                    <a:pt x="526880" y="130891"/>
                  </a:lnTo>
                  <a:lnTo>
                    <a:pt x="483430" y="135175"/>
                  </a:lnTo>
                  <a:lnTo>
                    <a:pt x="440719" y="143850"/>
                  </a:lnTo>
                  <a:lnTo>
                    <a:pt x="399113" y="156877"/>
                  </a:lnTo>
                  <a:lnTo>
                    <a:pt x="358978" y="174222"/>
                  </a:lnTo>
                  <a:lnTo>
                    <a:pt x="320681" y="195847"/>
                  </a:lnTo>
                  <a:lnTo>
                    <a:pt x="284587" y="221716"/>
                  </a:lnTo>
                  <a:lnTo>
                    <a:pt x="251064" y="251793"/>
                  </a:lnTo>
                  <a:lnTo>
                    <a:pt x="220477" y="286041"/>
                  </a:lnTo>
                </a:path>
              </a:pathLst>
            </a:custGeom>
            <a:ln w="7349">
              <a:solidFill>
                <a:srgbClr val="C6B7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12875" y="0"/>
              <a:ext cx="8131175" cy="6858000"/>
            </a:xfrm>
            <a:custGeom>
              <a:avLst/>
              <a:gdLst/>
              <a:ahLst/>
              <a:cxnLst/>
              <a:rect l="l" t="t" r="r" b="b"/>
              <a:pathLst>
                <a:path w="8131175" h="6858000">
                  <a:moveTo>
                    <a:pt x="813117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8131175" y="6858000"/>
                  </a:lnTo>
                  <a:lnTo>
                    <a:pt x="81311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5736" y="0"/>
              <a:ext cx="155447" cy="6857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14983" y="0"/>
              <a:ext cx="73660" cy="6858000"/>
            </a:xfrm>
            <a:custGeom>
              <a:avLst/>
              <a:gdLst/>
              <a:ahLst/>
              <a:cxnLst/>
              <a:rect l="l" t="t" r="r" b="b"/>
              <a:pathLst>
                <a:path w="73659" h="6858000">
                  <a:moveTo>
                    <a:pt x="731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3152" y="6858000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869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Breadth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10" dirty="0"/>
              <a:t>First</a:t>
            </a:r>
            <a:r>
              <a:rPr spc="-100" dirty="0"/>
              <a:t> </a:t>
            </a:r>
            <a:r>
              <a:rPr spc="15" dirty="0"/>
              <a:t>Search-</a:t>
            </a:r>
            <a:r>
              <a:rPr spc="-100" dirty="0"/>
              <a:t> </a:t>
            </a:r>
            <a:r>
              <a:rPr spc="215" dirty="0"/>
              <a:t>STEP8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48866" y="925195"/>
            <a:ext cx="7507605" cy="1565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  <a:tab pos="1209040" algn="l"/>
                <a:tab pos="1755775" algn="l"/>
                <a:tab pos="3306445" algn="l"/>
                <a:tab pos="4791075" algn="l"/>
                <a:tab pos="5313680" algn="l"/>
                <a:tab pos="5812155" algn="l"/>
                <a:tab pos="6973570" algn="l"/>
              </a:tabLst>
            </a:pPr>
            <a:r>
              <a:rPr sz="3200" spc="-120" dirty="0">
                <a:latin typeface="Trebuchet MS"/>
                <a:cs typeface="Trebuchet MS"/>
              </a:rPr>
              <a:t>Vis</a:t>
            </a:r>
            <a:r>
              <a:rPr sz="3200" spc="-75" dirty="0">
                <a:latin typeface="Trebuchet MS"/>
                <a:cs typeface="Trebuchet MS"/>
              </a:rPr>
              <a:t>i</a:t>
            </a:r>
            <a:r>
              <a:rPr sz="3200" spc="-204" dirty="0">
                <a:latin typeface="Trebuchet MS"/>
                <a:cs typeface="Trebuchet MS"/>
              </a:rPr>
              <a:t>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70" dirty="0">
                <a:latin typeface="Trebuchet MS"/>
                <a:cs typeface="Trebuchet MS"/>
              </a:rPr>
              <a:t>all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50" dirty="0">
                <a:latin typeface="Trebuchet MS"/>
                <a:cs typeface="Trebuchet MS"/>
              </a:rPr>
              <a:t>adjacent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t</a:t>
            </a:r>
            <a:r>
              <a:rPr sz="3200" spc="-175" dirty="0">
                <a:latin typeface="Trebuchet MS"/>
                <a:cs typeface="Trebuchet MS"/>
              </a:rPr>
              <a:t>ice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204" dirty="0">
                <a:latin typeface="Trebuchet MS"/>
                <a:cs typeface="Trebuchet MS"/>
              </a:rPr>
              <a:t>o</a:t>
            </a:r>
            <a:r>
              <a:rPr sz="3200" spc="-140" dirty="0">
                <a:latin typeface="Trebuchet MS"/>
                <a:cs typeface="Trebuchet MS"/>
              </a:rPr>
              <a:t>f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204" dirty="0">
                <a:latin typeface="Trebuchet MS"/>
                <a:cs typeface="Trebuchet MS"/>
              </a:rPr>
              <a:t>G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95" dirty="0">
                <a:latin typeface="Trebuchet MS"/>
                <a:cs typeface="Trebuchet MS"/>
              </a:rPr>
              <a:t>w</a:t>
            </a:r>
            <a:r>
              <a:rPr sz="3200" spc="-170" dirty="0">
                <a:latin typeface="Trebuchet MS"/>
                <a:cs typeface="Trebuchet MS"/>
              </a:rPr>
              <a:t>hi</a:t>
            </a:r>
            <a:r>
              <a:rPr sz="3200" spc="-215" dirty="0">
                <a:latin typeface="Trebuchet MS"/>
                <a:cs typeface="Trebuchet MS"/>
              </a:rPr>
              <a:t>c</a:t>
            </a:r>
            <a:r>
              <a:rPr sz="3200" spc="-150" dirty="0">
                <a:latin typeface="Trebuchet MS"/>
                <a:cs typeface="Trebuchet MS"/>
              </a:rPr>
              <a:t>h</a:t>
            </a:r>
            <a:r>
              <a:rPr sz="3200" dirty="0">
                <a:latin typeface="Trebuchet MS"/>
                <a:cs typeface="Trebuchet MS"/>
              </a:rPr>
              <a:t>	</a:t>
            </a:r>
            <a:r>
              <a:rPr sz="3200" spc="-330" dirty="0">
                <a:latin typeface="Trebuchet MS"/>
                <a:cs typeface="Trebuchet MS"/>
              </a:rPr>
              <a:t>a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50" dirty="0">
                <a:latin typeface="Trebuchet MS"/>
                <a:cs typeface="Trebuchet MS"/>
              </a:rPr>
              <a:t>e  </a:t>
            </a:r>
            <a:r>
              <a:rPr sz="3200" spc="-100" dirty="0">
                <a:latin typeface="Trebuchet MS"/>
                <a:cs typeface="Trebuchet MS"/>
              </a:rPr>
              <a:t>not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vis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95" dirty="0">
                <a:latin typeface="Trebuchet MS"/>
                <a:cs typeface="Trebuchet MS"/>
              </a:rPr>
              <a:t>ted(He</a:t>
            </a:r>
            <a:r>
              <a:rPr sz="3200" spc="-140" dirty="0">
                <a:latin typeface="Trebuchet MS"/>
                <a:cs typeface="Trebuchet MS"/>
              </a:rPr>
              <a:t>r</a:t>
            </a:r>
            <a:r>
              <a:rPr sz="3200" spc="-210" dirty="0">
                <a:latin typeface="Trebuchet MS"/>
                <a:cs typeface="Trebuchet MS"/>
              </a:rPr>
              <a:t>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265" dirty="0">
                <a:latin typeface="Trebuchet MS"/>
                <a:cs typeface="Trebuchet MS"/>
              </a:rPr>
              <a:t>N</a:t>
            </a:r>
            <a:r>
              <a:rPr sz="3200" spc="229" dirty="0">
                <a:latin typeface="Trebuchet MS"/>
                <a:cs typeface="Trebuchet MS"/>
              </a:rPr>
              <a:t>o</a:t>
            </a:r>
            <a:r>
              <a:rPr sz="3200" spc="-565" dirty="0">
                <a:latin typeface="Trebuchet MS"/>
                <a:cs typeface="Trebuchet MS"/>
              </a:rPr>
              <a:t> </a:t>
            </a:r>
            <a:r>
              <a:rPr sz="3200" spc="-280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25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tex)</a:t>
            </a:r>
            <a:endParaRPr sz="3200">
              <a:latin typeface="Trebuchet MS"/>
              <a:cs typeface="Trebuchet MS"/>
            </a:endParaRPr>
          </a:p>
          <a:p>
            <a:pPr marL="295910" indent="-283845">
              <a:lnSpc>
                <a:spcPct val="100000"/>
              </a:lnSpc>
              <a:spcBef>
                <a:spcPts val="6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110" dirty="0">
                <a:latin typeface="Trebuchet MS"/>
                <a:cs typeface="Trebuchet MS"/>
              </a:rPr>
              <a:t>Delete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204" dirty="0">
                <a:latin typeface="Trebuchet MS"/>
                <a:cs typeface="Trebuchet MS"/>
              </a:rPr>
              <a:t>G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65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35" dirty="0">
                <a:latin typeface="Trebuchet MS"/>
                <a:cs typeface="Trebuchet MS"/>
              </a:rPr>
              <a:t>Qu</a:t>
            </a:r>
            <a:r>
              <a:rPr sz="3200" spc="40" dirty="0">
                <a:latin typeface="Trebuchet MS"/>
                <a:cs typeface="Trebuchet MS"/>
              </a:rPr>
              <a:t>e</a:t>
            </a:r>
            <a:r>
              <a:rPr sz="3200" spc="-180" dirty="0">
                <a:latin typeface="Trebuchet MS"/>
                <a:cs typeface="Trebuchet MS"/>
              </a:rPr>
              <a:t>ue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6800" y="5410200"/>
            <a:ext cx="160147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QUEUE</a:t>
            </a:r>
            <a:r>
              <a:rPr lang="en-US" sz="2800" b="1" spc="325" dirty="0" smtClean="0">
                <a:solidFill>
                  <a:srgbClr val="006FC0"/>
                </a:solidFill>
                <a:latin typeface="Trebuchet MS"/>
                <a:cs typeface="Trebuchet MS"/>
              </a:rPr>
              <a:t>: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743200" y="5410200"/>
            <a:ext cx="6108700" cy="396240"/>
            <a:chOff x="1926082" y="5510910"/>
            <a:chExt cx="6108700" cy="396240"/>
          </a:xfrm>
        </p:grpSpPr>
        <p:sp>
          <p:nvSpPr>
            <p:cNvPr id="18" name="object 18"/>
            <p:cNvSpPr/>
            <p:nvPr/>
          </p:nvSpPr>
          <p:spPr>
            <a:xfrm>
              <a:off x="1932432" y="5517235"/>
              <a:ext cx="6096000" cy="370840"/>
            </a:xfrm>
            <a:custGeom>
              <a:avLst/>
              <a:gdLst/>
              <a:ahLst/>
              <a:cxnLst/>
              <a:rect l="l" t="t" r="r" b="b"/>
              <a:pathLst>
                <a:path w="6096000" h="370839">
                  <a:moveTo>
                    <a:pt x="6095885" y="0"/>
                  </a:moveTo>
                  <a:lnTo>
                    <a:pt x="6095885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6095885" y="370840"/>
                  </a:lnTo>
                  <a:lnTo>
                    <a:pt x="6095885" y="0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26082" y="5510910"/>
              <a:ext cx="6108700" cy="396240"/>
            </a:xfrm>
            <a:custGeom>
              <a:avLst/>
              <a:gdLst/>
              <a:ahLst/>
              <a:cxnLst/>
              <a:rect l="l" t="t" r="r" b="b"/>
              <a:pathLst>
                <a:path w="6108700" h="396239">
                  <a:moveTo>
                    <a:pt x="877188" y="0"/>
                  </a:moveTo>
                  <a:lnTo>
                    <a:pt x="877188" y="396214"/>
                  </a:lnTo>
                </a:path>
                <a:path w="6108700" h="396239">
                  <a:moveTo>
                    <a:pt x="1748028" y="0"/>
                  </a:moveTo>
                  <a:lnTo>
                    <a:pt x="1748028" y="396214"/>
                  </a:lnTo>
                </a:path>
                <a:path w="6108700" h="396239">
                  <a:moveTo>
                    <a:pt x="2618867" y="0"/>
                  </a:moveTo>
                  <a:lnTo>
                    <a:pt x="2618867" y="396214"/>
                  </a:lnTo>
                </a:path>
                <a:path w="6108700" h="396239">
                  <a:moveTo>
                    <a:pt x="3489705" y="0"/>
                  </a:moveTo>
                  <a:lnTo>
                    <a:pt x="3489705" y="396214"/>
                  </a:lnTo>
                </a:path>
                <a:path w="6108700" h="396239">
                  <a:moveTo>
                    <a:pt x="4360545" y="0"/>
                  </a:moveTo>
                  <a:lnTo>
                    <a:pt x="4360545" y="396214"/>
                  </a:lnTo>
                </a:path>
                <a:path w="6108700" h="396239">
                  <a:moveTo>
                    <a:pt x="5231384" y="0"/>
                  </a:moveTo>
                  <a:lnTo>
                    <a:pt x="5231384" y="396214"/>
                  </a:lnTo>
                </a:path>
                <a:path w="6108700" h="396239">
                  <a:moveTo>
                    <a:pt x="6350" y="0"/>
                  </a:moveTo>
                  <a:lnTo>
                    <a:pt x="6350" y="396214"/>
                  </a:lnTo>
                </a:path>
                <a:path w="6108700" h="396239">
                  <a:moveTo>
                    <a:pt x="6102350" y="0"/>
                  </a:moveTo>
                  <a:lnTo>
                    <a:pt x="6102350" y="396214"/>
                  </a:lnTo>
                </a:path>
                <a:path w="6108700" h="396239">
                  <a:moveTo>
                    <a:pt x="0" y="6350"/>
                  </a:moveTo>
                  <a:lnTo>
                    <a:pt x="6108700" y="635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26082" y="5888075"/>
              <a:ext cx="6108700" cy="0"/>
            </a:xfrm>
            <a:custGeom>
              <a:avLst/>
              <a:gdLst/>
              <a:ahLst/>
              <a:cxnLst/>
              <a:rect l="l" t="t" r="r" b="b"/>
              <a:pathLst>
                <a:path w="6108700">
                  <a:moveTo>
                    <a:pt x="0" y="0"/>
                  </a:moveTo>
                  <a:lnTo>
                    <a:pt x="610870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75026" y="3440176"/>
            <a:ext cx="4330700" cy="166370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5791200" y="6248400"/>
            <a:ext cx="2863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54" dirty="0">
                <a:latin typeface="Trebuchet MS"/>
                <a:cs typeface="Trebuchet MS"/>
              </a:rPr>
              <a:t>Q</a:t>
            </a:r>
            <a:r>
              <a:rPr sz="1800" spc="-105" dirty="0">
                <a:latin typeface="Trebuchet MS"/>
                <a:cs typeface="Trebuchet MS"/>
              </a:rPr>
              <a:t>ueue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0" dirty="0">
                <a:latin typeface="Trebuchet MS"/>
                <a:cs typeface="Trebuchet MS"/>
              </a:rPr>
              <a:t>Empt</a:t>
            </a:r>
            <a:r>
              <a:rPr sz="1800" spc="-235" dirty="0">
                <a:latin typeface="Trebuchet MS"/>
                <a:cs typeface="Trebuchet MS"/>
              </a:rPr>
              <a:t>y</a:t>
            </a:r>
            <a:r>
              <a:rPr sz="1800" spc="-270" dirty="0">
                <a:latin typeface="Trebuchet MS"/>
                <a:cs typeface="Trebuchet MS"/>
              </a:rPr>
              <a:t>,</a:t>
            </a:r>
            <a:r>
              <a:rPr sz="1800" spc="-225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End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10" dirty="0">
                <a:latin typeface="Trebuchet MS"/>
                <a:cs typeface="Trebuchet MS"/>
              </a:rPr>
              <a:t>the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95" dirty="0">
                <a:latin typeface="Trebuchet MS"/>
                <a:cs typeface="Trebuchet MS"/>
              </a:rPr>
              <a:t>P</a:t>
            </a:r>
            <a:r>
              <a:rPr sz="1800" spc="-45" dirty="0">
                <a:latin typeface="Trebuchet MS"/>
                <a:cs typeface="Trebuchet MS"/>
              </a:rPr>
              <a:t>r</a:t>
            </a:r>
            <a:r>
              <a:rPr sz="1800" spc="-40" dirty="0">
                <a:latin typeface="Trebuchet MS"/>
                <a:cs typeface="Trebuchet MS"/>
              </a:rPr>
              <a:t>oc</a:t>
            </a:r>
            <a:r>
              <a:rPr sz="1800" spc="-65" dirty="0">
                <a:latin typeface="Trebuchet MS"/>
                <a:cs typeface="Trebuchet MS"/>
              </a:rPr>
              <a:t>ess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47800" y="6019800"/>
            <a:ext cx="358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</a:rPr>
              <a:t>RESULT: </a:t>
            </a:r>
            <a:r>
              <a:rPr lang="en-US" sz="2800" b="1" dirty="0" smtClean="0"/>
              <a:t>A D E B C F G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3377" y="243281"/>
            <a:ext cx="47942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4" dirty="0"/>
              <a:t>BFS</a:t>
            </a:r>
            <a:r>
              <a:rPr spc="-105" dirty="0"/>
              <a:t> </a:t>
            </a:r>
            <a:r>
              <a:rPr spc="25" dirty="0"/>
              <a:t>Traversal</a:t>
            </a:r>
            <a:r>
              <a:rPr spc="-100" dirty="0"/>
              <a:t> </a:t>
            </a:r>
            <a:r>
              <a:rPr spc="-125" dirty="0"/>
              <a:t>-</a:t>
            </a:r>
            <a:r>
              <a:rPr spc="-105" dirty="0"/>
              <a:t> </a:t>
            </a:r>
            <a:r>
              <a:rPr spc="10" dirty="0"/>
              <a:t>Result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9917" y="3879544"/>
            <a:ext cx="44983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465" dirty="0">
                <a:solidFill>
                  <a:srgbClr val="006FC0"/>
                </a:solidFill>
                <a:latin typeface="Trebuchet MS"/>
                <a:cs typeface="Trebuchet MS"/>
              </a:rPr>
              <a:t>A</a:t>
            </a:r>
            <a:r>
              <a:rPr sz="3200" spc="20" dirty="0">
                <a:solidFill>
                  <a:srgbClr val="006FC0"/>
                </a:solidFill>
                <a:latin typeface="Wingdings"/>
                <a:cs typeface="Wingdings"/>
              </a:rPr>
              <a:t></a:t>
            </a:r>
            <a:r>
              <a:rPr sz="3200" b="1" spc="509" dirty="0">
                <a:solidFill>
                  <a:srgbClr val="006FC0"/>
                </a:solidFill>
                <a:latin typeface="Trebuchet MS"/>
                <a:cs typeface="Trebuchet MS"/>
              </a:rPr>
              <a:t>D</a:t>
            </a:r>
            <a:r>
              <a:rPr sz="3200" spc="20" dirty="0">
                <a:solidFill>
                  <a:srgbClr val="006FC0"/>
                </a:solidFill>
                <a:latin typeface="Wingdings"/>
                <a:cs typeface="Wingdings"/>
              </a:rPr>
              <a:t></a:t>
            </a:r>
            <a:r>
              <a:rPr sz="3200" b="1" spc="204" dirty="0">
                <a:solidFill>
                  <a:srgbClr val="006FC0"/>
                </a:solidFill>
                <a:latin typeface="Trebuchet MS"/>
                <a:cs typeface="Trebuchet MS"/>
              </a:rPr>
              <a:t>E</a:t>
            </a:r>
            <a:r>
              <a:rPr sz="3200" spc="5" dirty="0">
                <a:solidFill>
                  <a:srgbClr val="006FC0"/>
                </a:solidFill>
                <a:latin typeface="Wingdings"/>
                <a:cs typeface="Wingdings"/>
              </a:rPr>
              <a:t></a:t>
            </a:r>
            <a:r>
              <a:rPr sz="3200" b="1" spc="320" dirty="0">
                <a:solidFill>
                  <a:srgbClr val="006FC0"/>
                </a:solidFill>
                <a:latin typeface="Trebuchet MS"/>
                <a:cs typeface="Trebuchet MS"/>
              </a:rPr>
              <a:t>B</a:t>
            </a:r>
            <a:r>
              <a:rPr sz="3200" spc="5" dirty="0" smtClean="0">
                <a:solidFill>
                  <a:srgbClr val="006FC0"/>
                </a:solidFill>
                <a:latin typeface="Wingdings"/>
                <a:cs typeface="Wingdings"/>
              </a:rPr>
              <a:t></a:t>
            </a:r>
            <a:r>
              <a:rPr lang="en-US" sz="3200" b="1" spc="60" dirty="0">
                <a:solidFill>
                  <a:srgbClr val="006FC0"/>
                </a:solidFill>
                <a:latin typeface="Trebuchet MS"/>
                <a:cs typeface="Wingdings"/>
              </a:rPr>
              <a:t>C</a:t>
            </a:r>
            <a:r>
              <a:rPr sz="3200" spc="5" dirty="0" smtClean="0">
                <a:solidFill>
                  <a:srgbClr val="006FC0"/>
                </a:solidFill>
                <a:latin typeface="Wingdings"/>
                <a:cs typeface="Wingdings"/>
              </a:rPr>
              <a:t></a:t>
            </a:r>
            <a:r>
              <a:rPr lang="en-US" sz="3200" b="1" spc="495" dirty="0">
                <a:solidFill>
                  <a:srgbClr val="006FC0"/>
                </a:solidFill>
                <a:latin typeface="Trebuchet MS"/>
                <a:cs typeface="Wingdings"/>
              </a:rPr>
              <a:t>F</a:t>
            </a:r>
            <a:r>
              <a:rPr sz="3200" spc="5" dirty="0" smtClean="0">
                <a:solidFill>
                  <a:srgbClr val="006FC0"/>
                </a:solidFill>
                <a:latin typeface="Wingdings"/>
                <a:cs typeface="Wingdings"/>
              </a:rPr>
              <a:t></a:t>
            </a:r>
            <a:r>
              <a:rPr sz="3200" b="1" spc="455" dirty="0">
                <a:solidFill>
                  <a:srgbClr val="006FC0"/>
                </a:solidFill>
                <a:latin typeface="Trebuchet MS"/>
                <a:cs typeface="Trebuchet MS"/>
              </a:rPr>
              <a:t>G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5748" y="1412747"/>
            <a:ext cx="4824476" cy="19442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152400"/>
            <a:ext cx="7239000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/>
              <a:t>Breadth </a:t>
            </a:r>
            <a:r>
              <a:rPr lang="en-US" sz="2200" dirty="0"/>
              <a:t>First </a:t>
            </a:r>
            <a:r>
              <a:rPr lang="en-US" sz="2200" dirty="0" smtClean="0"/>
              <a:t>Search(v) </a:t>
            </a:r>
            <a:endParaRPr lang="en-US" sz="2200" dirty="0"/>
          </a:p>
          <a:p>
            <a:r>
              <a:rPr lang="en-US" sz="2200" dirty="0"/>
              <a:t>{ </a:t>
            </a:r>
          </a:p>
          <a:p>
            <a:r>
              <a:rPr lang="en-US" sz="2200" dirty="0"/>
              <a:t>U=v; </a:t>
            </a:r>
            <a:r>
              <a:rPr lang="en-US" sz="2200" b="1" dirty="0">
                <a:solidFill>
                  <a:srgbClr val="C00000"/>
                </a:solidFill>
              </a:rPr>
              <a:t>// Maintaining a queue of </a:t>
            </a:r>
            <a:r>
              <a:rPr lang="en-US" sz="2200" b="1" dirty="0" smtClean="0">
                <a:solidFill>
                  <a:srgbClr val="C00000"/>
                </a:solidFill>
              </a:rPr>
              <a:t>adjacent vertices for “v” </a:t>
            </a:r>
            <a:endParaRPr lang="en-US" sz="2200" b="1" dirty="0">
              <a:solidFill>
                <a:srgbClr val="C00000"/>
              </a:solidFill>
            </a:endParaRPr>
          </a:p>
          <a:p>
            <a:r>
              <a:rPr lang="en-US" sz="2200" dirty="0"/>
              <a:t>visited[v]=1; </a:t>
            </a:r>
            <a:r>
              <a:rPr lang="en-US" sz="2200" b="1" dirty="0">
                <a:solidFill>
                  <a:srgbClr val="C00000"/>
                </a:solidFill>
              </a:rPr>
              <a:t>// </a:t>
            </a:r>
            <a:r>
              <a:rPr lang="en-US" sz="2200" b="1" dirty="0" smtClean="0">
                <a:solidFill>
                  <a:srgbClr val="C00000"/>
                </a:solidFill>
              </a:rPr>
              <a:t>Array to </a:t>
            </a:r>
            <a:r>
              <a:rPr lang="en-US" sz="2200" b="1" dirty="0">
                <a:solidFill>
                  <a:srgbClr val="C00000"/>
                </a:solidFill>
              </a:rPr>
              <a:t>track the visited node</a:t>
            </a:r>
          </a:p>
          <a:p>
            <a:endParaRPr lang="en-US" sz="2200" dirty="0" smtClean="0"/>
          </a:p>
          <a:p>
            <a:r>
              <a:rPr lang="en-US" sz="2200" dirty="0" smtClean="0"/>
              <a:t>while U is not empty</a:t>
            </a:r>
          </a:p>
          <a:p>
            <a:r>
              <a:rPr lang="en-US" sz="2200" dirty="0" smtClean="0"/>
              <a:t>{</a:t>
            </a:r>
          </a:p>
          <a:p>
            <a:r>
              <a:rPr lang="en-US" sz="2200" dirty="0" smtClean="0"/>
              <a:t>	v&lt;-</a:t>
            </a:r>
            <a:r>
              <a:rPr lang="en-US" sz="2200" dirty="0" err="1" smtClean="0"/>
              <a:t>dequeue</a:t>
            </a:r>
            <a:r>
              <a:rPr lang="en-US" sz="2200" dirty="0" smtClean="0"/>
              <a:t> from U</a:t>
            </a:r>
            <a:endParaRPr lang="en-US" sz="2200" dirty="0"/>
          </a:p>
          <a:p>
            <a:r>
              <a:rPr lang="en-US" sz="2200" dirty="0" smtClean="0"/>
              <a:t>	for each </a:t>
            </a:r>
            <a:r>
              <a:rPr lang="en-US" sz="2200" dirty="0"/>
              <a:t>vertices ‘W’ adjacent from U do </a:t>
            </a:r>
          </a:p>
          <a:p>
            <a:r>
              <a:rPr lang="en-US" sz="2200" dirty="0" smtClean="0"/>
              <a:t>                 { </a:t>
            </a:r>
            <a:endParaRPr lang="en-US" sz="2200" dirty="0"/>
          </a:p>
          <a:p>
            <a:r>
              <a:rPr lang="en-US" sz="2200" dirty="0" smtClean="0"/>
              <a:t>	    if(visited[W]=</a:t>
            </a:r>
            <a:r>
              <a:rPr lang="en-US" sz="2200" dirty="0"/>
              <a:t>0) then </a:t>
            </a:r>
          </a:p>
          <a:p>
            <a:r>
              <a:rPr lang="en-US" sz="2200" dirty="0" smtClean="0"/>
              <a:t>	        { </a:t>
            </a:r>
            <a:endParaRPr lang="en-US" sz="2200" dirty="0"/>
          </a:p>
          <a:p>
            <a:r>
              <a:rPr lang="en-US" sz="2200" dirty="0" smtClean="0"/>
              <a:t>	         Add </a:t>
            </a:r>
            <a:r>
              <a:rPr lang="en-US" sz="2200" dirty="0"/>
              <a:t>‘W’ to the Queue; </a:t>
            </a:r>
            <a:r>
              <a:rPr lang="en-US" sz="1700" b="1" dirty="0">
                <a:solidFill>
                  <a:srgbClr val="C00000"/>
                </a:solidFill>
              </a:rPr>
              <a:t>// </a:t>
            </a:r>
            <a:r>
              <a:rPr lang="en-US" sz="1700" b="1" dirty="0" smtClean="0">
                <a:solidFill>
                  <a:srgbClr val="C00000"/>
                </a:solidFill>
              </a:rPr>
              <a:t>W </a:t>
            </a:r>
            <a:r>
              <a:rPr lang="en-US" sz="1700" b="1" dirty="0">
                <a:solidFill>
                  <a:srgbClr val="C00000"/>
                </a:solidFill>
              </a:rPr>
              <a:t>is also unexplored vertices </a:t>
            </a:r>
          </a:p>
          <a:p>
            <a:r>
              <a:rPr lang="en-US" sz="2200" dirty="0" smtClean="0"/>
              <a:t>                         visited[W]=</a:t>
            </a:r>
            <a:r>
              <a:rPr lang="en-US" sz="2200" dirty="0"/>
              <a:t>1; </a:t>
            </a:r>
          </a:p>
          <a:p>
            <a:r>
              <a:rPr lang="en-US" sz="2200" dirty="0" smtClean="0"/>
              <a:t>                        } </a:t>
            </a:r>
            <a:endParaRPr lang="en-US" sz="2200" dirty="0"/>
          </a:p>
          <a:p>
            <a:r>
              <a:rPr lang="en-US" sz="2200" dirty="0" smtClean="0"/>
              <a:t>                  } </a:t>
            </a:r>
            <a:r>
              <a:rPr lang="en-US" sz="2200" b="1" dirty="0">
                <a:solidFill>
                  <a:srgbClr val="C00000"/>
                </a:solidFill>
              </a:rPr>
              <a:t>// end of for loop </a:t>
            </a:r>
          </a:p>
          <a:p>
            <a:r>
              <a:rPr lang="en-US" sz="2200" dirty="0" smtClean="0"/>
              <a:t>}</a:t>
            </a:r>
          </a:p>
          <a:p>
            <a:r>
              <a:rPr lang="en-US" sz="2200" dirty="0" smtClean="0"/>
              <a:t>}</a:t>
            </a:r>
            <a:endParaRPr lang="en-US" sz="2200" dirty="0"/>
          </a:p>
          <a:p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31253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811" y="158495"/>
            <a:ext cx="4471416" cy="1219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14602" y="303656"/>
            <a:ext cx="376809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0" spc="-280" dirty="0">
                <a:solidFill>
                  <a:srgbClr val="562213"/>
                </a:solidFill>
                <a:latin typeface="Trebuchet MS"/>
                <a:cs typeface="Trebuchet MS"/>
              </a:rPr>
              <a:t>Sample</a:t>
            </a:r>
            <a:r>
              <a:rPr sz="4300" b="0" spc="-85" dirty="0">
                <a:solidFill>
                  <a:srgbClr val="562213"/>
                </a:solidFill>
                <a:latin typeface="Trebuchet MS"/>
                <a:cs typeface="Trebuchet MS"/>
              </a:rPr>
              <a:t> </a:t>
            </a:r>
            <a:r>
              <a:rPr sz="4300" b="0" spc="-160" dirty="0">
                <a:solidFill>
                  <a:srgbClr val="562213"/>
                </a:solidFill>
                <a:latin typeface="Trebuchet MS"/>
                <a:cs typeface="Trebuchet MS"/>
              </a:rPr>
              <a:t>E</a:t>
            </a:r>
            <a:r>
              <a:rPr sz="4300" b="0" spc="-145" dirty="0">
                <a:solidFill>
                  <a:srgbClr val="562213"/>
                </a:solidFill>
                <a:latin typeface="Trebuchet MS"/>
                <a:cs typeface="Trebuchet MS"/>
              </a:rPr>
              <a:t>x</a:t>
            </a:r>
            <a:r>
              <a:rPr sz="4300" b="0" spc="-290" dirty="0">
                <a:solidFill>
                  <a:srgbClr val="562213"/>
                </a:solidFill>
                <a:latin typeface="Trebuchet MS"/>
                <a:cs typeface="Trebuchet MS"/>
              </a:rPr>
              <a:t>e</a:t>
            </a:r>
            <a:r>
              <a:rPr sz="4300" b="0" spc="-90" dirty="0">
                <a:solidFill>
                  <a:srgbClr val="562213"/>
                </a:solidFill>
                <a:latin typeface="Trebuchet MS"/>
                <a:cs typeface="Trebuchet MS"/>
              </a:rPr>
              <a:t>r</a:t>
            </a:r>
            <a:r>
              <a:rPr sz="4300" b="0" spc="-200" dirty="0">
                <a:solidFill>
                  <a:srgbClr val="562213"/>
                </a:solidFill>
                <a:latin typeface="Trebuchet MS"/>
                <a:cs typeface="Trebuchet MS"/>
              </a:rPr>
              <a:t>cises</a:t>
            </a:r>
            <a:endParaRPr sz="4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6897" y="1464309"/>
            <a:ext cx="20078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5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75" dirty="0">
                <a:latin typeface="Trebuchet MS"/>
                <a:cs typeface="Trebuchet MS"/>
              </a:rPr>
              <a:t>P</a:t>
            </a:r>
            <a:r>
              <a:rPr sz="3200" spc="-140" dirty="0">
                <a:latin typeface="Trebuchet MS"/>
                <a:cs typeface="Trebuchet MS"/>
              </a:rPr>
              <a:t>r</a:t>
            </a:r>
            <a:r>
              <a:rPr sz="3200" spc="-155" dirty="0">
                <a:latin typeface="Trebuchet MS"/>
                <a:cs typeface="Trebuchet MS"/>
              </a:rPr>
              <a:t>oblem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1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96897" y="3720465"/>
            <a:ext cx="20078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910" indent="-28384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79687"/>
              <a:buFont typeface="Segoe UI Symbol"/>
              <a:buChar char="⚫"/>
              <a:tabLst>
                <a:tab pos="296545" algn="l"/>
              </a:tabLst>
            </a:pPr>
            <a:r>
              <a:rPr sz="3200" spc="-75" dirty="0">
                <a:latin typeface="Trebuchet MS"/>
                <a:cs typeface="Trebuchet MS"/>
              </a:rPr>
              <a:t>P</a:t>
            </a:r>
            <a:r>
              <a:rPr sz="3200" spc="-140" dirty="0">
                <a:latin typeface="Trebuchet MS"/>
                <a:cs typeface="Trebuchet MS"/>
              </a:rPr>
              <a:t>r</a:t>
            </a:r>
            <a:r>
              <a:rPr sz="3200" spc="-155" dirty="0">
                <a:latin typeface="Trebuchet MS"/>
                <a:cs typeface="Trebuchet MS"/>
              </a:rPr>
              <a:t>oblem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2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1392174"/>
            <a:ext cx="3168396" cy="1892808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572000" y="3861053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89" h="504189">
                <a:moveTo>
                  <a:pt x="0" y="251968"/>
                </a:moveTo>
                <a:lnTo>
                  <a:pt x="4058" y="206667"/>
                </a:lnTo>
                <a:lnTo>
                  <a:pt x="15759" y="164034"/>
                </a:lnTo>
                <a:lnTo>
                  <a:pt x="34393" y="124779"/>
                </a:lnTo>
                <a:lnTo>
                  <a:pt x="59248" y="89614"/>
                </a:lnTo>
                <a:lnTo>
                  <a:pt x="89614" y="59248"/>
                </a:lnTo>
                <a:lnTo>
                  <a:pt x="124779" y="34393"/>
                </a:lnTo>
                <a:lnTo>
                  <a:pt x="164034" y="15759"/>
                </a:lnTo>
                <a:lnTo>
                  <a:pt x="206667" y="4058"/>
                </a:lnTo>
                <a:lnTo>
                  <a:pt x="251967" y="0"/>
                </a:lnTo>
                <a:lnTo>
                  <a:pt x="297272" y="4058"/>
                </a:lnTo>
                <a:lnTo>
                  <a:pt x="339917" y="15759"/>
                </a:lnTo>
                <a:lnTo>
                  <a:pt x="379189" y="34393"/>
                </a:lnTo>
                <a:lnTo>
                  <a:pt x="414374" y="59248"/>
                </a:lnTo>
                <a:lnTo>
                  <a:pt x="444761" y="89614"/>
                </a:lnTo>
                <a:lnTo>
                  <a:pt x="469636" y="124779"/>
                </a:lnTo>
                <a:lnTo>
                  <a:pt x="488287" y="164034"/>
                </a:lnTo>
                <a:lnTo>
                  <a:pt x="500000" y="206667"/>
                </a:lnTo>
                <a:lnTo>
                  <a:pt x="504063" y="251968"/>
                </a:lnTo>
                <a:lnTo>
                  <a:pt x="500000" y="297272"/>
                </a:lnTo>
                <a:lnTo>
                  <a:pt x="488287" y="339917"/>
                </a:lnTo>
                <a:lnTo>
                  <a:pt x="469636" y="379189"/>
                </a:lnTo>
                <a:lnTo>
                  <a:pt x="444761" y="414374"/>
                </a:lnTo>
                <a:lnTo>
                  <a:pt x="414374" y="444761"/>
                </a:lnTo>
                <a:lnTo>
                  <a:pt x="379189" y="469636"/>
                </a:lnTo>
                <a:lnTo>
                  <a:pt x="339917" y="488287"/>
                </a:lnTo>
                <a:lnTo>
                  <a:pt x="297272" y="500000"/>
                </a:lnTo>
                <a:lnTo>
                  <a:pt x="251967" y="504063"/>
                </a:lnTo>
                <a:lnTo>
                  <a:pt x="206667" y="500000"/>
                </a:lnTo>
                <a:lnTo>
                  <a:pt x="164034" y="488287"/>
                </a:lnTo>
                <a:lnTo>
                  <a:pt x="124779" y="469636"/>
                </a:lnTo>
                <a:lnTo>
                  <a:pt x="89614" y="444761"/>
                </a:lnTo>
                <a:lnTo>
                  <a:pt x="59248" y="414374"/>
                </a:lnTo>
                <a:lnTo>
                  <a:pt x="34393" y="379189"/>
                </a:lnTo>
                <a:lnTo>
                  <a:pt x="15759" y="339917"/>
                </a:lnTo>
                <a:lnTo>
                  <a:pt x="4058" y="297272"/>
                </a:lnTo>
                <a:lnTo>
                  <a:pt x="0" y="251968"/>
                </a:lnTo>
                <a:close/>
              </a:path>
            </a:pathLst>
          </a:custGeom>
          <a:ln w="25400">
            <a:solidFill>
              <a:srgbClr val="25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54371" y="3954907"/>
            <a:ext cx="142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90" dirty="0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72000" y="5213603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89" h="504189">
                <a:moveTo>
                  <a:pt x="0" y="252095"/>
                </a:moveTo>
                <a:lnTo>
                  <a:pt x="4058" y="206790"/>
                </a:lnTo>
                <a:lnTo>
                  <a:pt x="15759" y="164145"/>
                </a:lnTo>
                <a:lnTo>
                  <a:pt x="34393" y="124873"/>
                </a:lnTo>
                <a:lnTo>
                  <a:pt x="59248" y="89688"/>
                </a:lnTo>
                <a:lnTo>
                  <a:pt x="89614" y="59301"/>
                </a:lnTo>
                <a:lnTo>
                  <a:pt x="124779" y="34426"/>
                </a:lnTo>
                <a:lnTo>
                  <a:pt x="164034" y="15775"/>
                </a:lnTo>
                <a:lnTo>
                  <a:pt x="206667" y="4062"/>
                </a:lnTo>
                <a:lnTo>
                  <a:pt x="251967" y="0"/>
                </a:lnTo>
                <a:lnTo>
                  <a:pt x="297272" y="4062"/>
                </a:lnTo>
                <a:lnTo>
                  <a:pt x="339917" y="15775"/>
                </a:lnTo>
                <a:lnTo>
                  <a:pt x="379189" y="34426"/>
                </a:lnTo>
                <a:lnTo>
                  <a:pt x="414374" y="59301"/>
                </a:lnTo>
                <a:lnTo>
                  <a:pt x="444761" y="89688"/>
                </a:lnTo>
                <a:lnTo>
                  <a:pt x="469636" y="124873"/>
                </a:lnTo>
                <a:lnTo>
                  <a:pt x="488287" y="164145"/>
                </a:lnTo>
                <a:lnTo>
                  <a:pt x="500000" y="206790"/>
                </a:lnTo>
                <a:lnTo>
                  <a:pt x="504063" y="252095"/>
                </a:lnTo>
                <a:lnTo>
                  <a:pt x="500000" y="297382"/>
                </a:lnTo>
                <a:lnTo>
                  <a:pt x="488287" y="340009"/>
                </a:lnTo>
                <a:lnTo>
                  <a:pt x="469636" y="379263"/>
                </a:lnTo>
                <a:lnTo>
                  <a:pt x="444761" y="414433"/>
                </a:lnTo>
                <a:lnTo>
                  <a:pt x="414374" y="444805"/>
                </a:lnTo>
                <a:lnTo>
                  <a:pt x="379189" y="469667"/>
                </a:lnTo>
                <a:lnTo>
                  <a:pt x="339917" y="488308"/>
                </a:lnTo>
                <a:lnTo>
                  <a:pt x="297272" y="500015"/>
                </a:lnTo>
                <a:lnTo>
                  <a:pt x="251967" y="504075"/>
                </a:lnTo>
                <a:lnTo>
                  <a:pt x="206667" y="500015"/>
                </a:lnTo>
                <a:lnTo>
                  <a:pt x="164034" y="488308"/>
                </a:lnTo>
                <a:lnTo>
                  <a:pt x="124779" y="469667"/>
                </a:lnTo>
                <a:lnTo>
                  <a:pt x="89614" y="444805"/>
                </a:lnTo>
                <a:lnTo>
                  <a:pt x="59248" y="414433"/>
                </a:lnTo>
                <a:lnTo>
                  <a:pt x="34393" y="379263"/>
                </a:lnTo>
                <a:lnTo>
                  <a:pt x="15759" y="340009"/>
                </a:lnTo>
                <a:lnTo>
                  <a:pt x="4058" y="297382"/>
                </a:lnTo>
                <a:lnTo>
                  <a:pt x="0" y="252095"/>
                </a:lnTo>
                <a:close/>
              </a:path>
            </a:pathLst>
          </a:custGeom>
          <a:ln w="25400">
            <a:solidFill>
              <a:srgbClr val="25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757420" y="5307838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95289" y="4562221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89" h="504189">
                <a:moveTo>
                  <a:pt x="0" y="251967"/>
                </a:moveTo>
                <a:lnTo>
                  <a:pt x="4058" y="206667"/>
                </a:lnTo>
                <a:lnTo>
                  <a:pt x="15759" y="164034"/>
                </a:lnTo>
                <a:lnTo>
                  <a:pt x="34393" y="124779"/>
                </a:lnTo>
                <a:lnTo>
                  <a:pt x="59248" y="89614"/>
                </a:lnTo>
                <a:lnTo>
                  <a:pt x="89614" y="59248"/>
                </a:lnTo>
                <a:lnTo>
                  <a:pt x="124779" y="34393"/>
                </a:lnTo>
                <a:lnTo>
                  <a:pt x="164034" y="15759"/>
                </a:lnTo>
                <a:lnTo>
                  <a:pt x="206667" y="4058"/>
                </a:lnTo>
                <a:lnTo>
                  <a:pt x="251968" y="0"/>
                </a:lnTo>
                <a:lnTo>
                  <a:pt x="297272" y="4058"/>
                </a:lnTo>
                <a:lnTo>
                  <a:pt x="339917" y="15759"/>
                </a:lnTo>
                <a:lnTo>
                  <a:pt x="379189" y="34393"/>
                </a:lnTo>
                <a:lnTo>
                  <a:pt x="414374" y="59248"/>
                </a:lnTo>
                <a:lnTo>
                  <a:pt x="444761" y="89614"/>
                </a:lnTo>
                <a:lnTo>
                  <a:pt x="469636" y="124779"/>
                </a:lnTo>
                <a:lnTo>
                  <a:pt x="488287" y="164034"/>
                </a:lnTo>
                <a:lnTo>
                  <a:pt x="500000" y="206667"/>
                </a:lnTo>
                <a:lnTo>
                  <a:pt x="504063" y="251967"/>
                </a:lnTo>
                <a:lnTo>
                  <a:pt x="500000" y="297272"/>
                </a:lnTo>
                <a:lnTo>
                  <a:pt x="488287" y="339917"/>
                </a:lnTo>
                <a:lnTo>
                  <a:pt x="469636" y="379189"/>
                </a:lnTo>
                <a:lnTo>
                  <a:pt x="444761" y="414374"/>
                </a:lnTo>
                <a:lnTo>
                  <a:pt x="414374" y="444761"/>
                </a:lnTo>
                <a:lnTo>
                  <a:pt x="379189" y="469636"/>
                </a:lnTo>
                <a:lnTo>
                  <a:pt x="339917" y="488287"/>
                </a:lnTo>
                <a:lnTo>
                  <a:pt x="297272" y="500000"/>
                </a:lnTo>
                <a:lnTo>
                  <a:pt x="251968" y="504062"/>
                </a:lnTo>
                <a:lnTo>
                  <a:pt x="206667" y="500000"/>
                </a:lnTo>
                <a:lnTo>
                  <a:pt x="164034" y="488287"/>
                </a:lnTo>
                <a:lnTo>
                  <a:pt x="124779" y="469636"/>
                </a:lnTo>
                <a:lnTo>
                  <a:pt x="89614" y="444761"/>
                </a:lnTo>
                <a:lnTo>
                  <a:pt x="59248" y="414374"/>
                </a:lnTo>
                <a:lnTo>
                  <a:pt x="34393" y="379189"/>
                </a:lnTo>
                <a:lnTo>
                  <a:pt x="15759" y="339917"/>
                </a:lnTo>
                <a:lnTo>
                  <a:pt x="4058" y="297272"/>
                </a:lnTo>
                <a:lnTo>
                  <a:pt x="0" y="251967"/>
                </a:lnTo>
                <a:close/>
              </a:path>
            </a:pathLst>
          </a:custGeom>
          <a:ln w="25400">
            <a:solidFill>
              <a:srgbClr val="25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177788" y="4656201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b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72832" y="4567046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89">
                <a:moveTo>
                  <a:pt x="0" y="252094"/>
                </a:moveTo>
                <a:lnTo>
                  <a:pt x="4062" y="206790"/>
                </a:lnTo>
                <a:lnTo>
                  <a:pt x="15775" y="164145"/>
                </a:lnTo>
                <a:lnTo>
                  <a:pt x="34426" y="124873"/>
                </a:lnTo>
                <a:lnTo>
                  <a:pt x="59301" y="89688"/>
                </a:lnTo>
                <a:lnTo>
                  <a:pt x="89688" y="59301"/>
                </a:lnTo>
                <a:lnTo>
                  <a:pt x="124873" y="34426"/>
                </a:lnTo>
                <a:lnTo>
                  <a:pt x="164145" y="15775"/>
                </a:lnTo>
                <a:lnTo>
                  <a:pt x="206790" y="4062"/>
                </a:lnTo>
                <a:lnTo>
                  <a:pt x="252095" y="0"/>
                </a:lnTo>
                <a:lnTo>
                  <a:pt x="297395" y="4062"/>
                </a:lnTo>
                <a:lnTo>
                  <a:pt x="340028" y="15775"/>
                </a:lnTo>
                <a:lnTo>
                  <a:pt x="379283" y="34426"/>
                </a:lnTo>
                <a:lnTo>
                  <a:pt x="414448" y="59301"/>
                </a:lnTo>
                <a:lnTo>
                  <a:pt x="444814" y="89688"/>
                </a:lnTo>
                <a:lnTo>
                  <a:pt x="469669" y="124873"/>
                </a:lnTo>
                <a:lnTo>
                  <a:pt x="488303" y="164145"/>
                </a:lnTo>
                <a:lnTo>
                  <a:pt x="500004" y="206790"/>
                </a:lnTo>
                <a:lnTo>
                  <a:pt x="504063" y="252094"/>
                </a:lnTo>
                <a:lnTo>
                  <a:pt x="500004" y="297395"/>
                </a:lnTo>
                <a:lnTo>
                  <a:pt x="488303" y="340028"/>
                </a:lnTo>
                <a:lnTo>
                  <a:pt x="469669" y="379283"/>
                </a:lnTo>
                <a:lnTo>
                  <a:pt x="444814" y="414448"/>
                </a:lnTo>
                <a:lnTo>
                  <a:pt x="414448" y="444814"/>
                </a:lnTo>
                <a:lnTo>
                  <a:pt x="379283" y="469669"/>
                </a:lnTo>
                <a:lnTo>
                  <a:pt x="340028" y="488303"/>
                </a:lnTo>
                <a:lnTo>
                  <a:pt x="297395" y="500004"/>
                </a:lnTo>
                <a:lnTo>
                  <a:pt x="252095" y="504063"/>
                </a:lnTo>
                <a:lnTo>
                  <a:pt x="206790" y="500004"/>
                </a:lnTo>
                <a:lnTo>
                  <a:pt x="164145" y="488303"/>
                </a:lnTo>
                <a:lnTo>
                  <a:pt x="124873" y="469669"/>
                </a:lnTo>
                <a:lnTo>
                  <a:pt x="89688" y="444814"/>
                </a:lnTo>
                <a:lnTo>
                  <a:pt x="59301" y="414448"/>
                </a:lnTo>
                <a:lnTo>
                  <a:pt x="34426" y="379283"/>
                </a:lnTo>
                <a:lnTo>
                  <a:pt x="15775" y="340028"/>
                </a:lnTo>
                <a:lnTo>
                  <a:pt x="4062" y="297395"/>
                </a:lnTo>
                <a:lnTo>
                  <a:pt x="0" y="252094"/>
                </a:lnTo>
                <a:close/>
              </a:path>
            </a:pathLst>
          </a:custGeom>
          <a:ln w="25400">
            <a:solidFill>
              <a:srgbClr val="25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364730" y="4661154"/>
            <a:ext cx="1231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solidFill>
                  <a:srgbClr val="252525"/>
                </a:solidFill>
                <a:latin typeface="Trebuchet MS"/>
                <a:cs typeface="Trebuchet MS"/>
              </a:rPr>
              <a:t>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16243" y="3964813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89">
                <a:moveTo>
                  <a:pt x="0" y="252094"/>
                </a:moveTo>
                <a:lnTo>
                  <a:pt x="4058" y="206790"/>
                </a:lnTo>
                <a:lnTo>
                  <a:pt x="15759" y="164145"/>
                </a:lnTo>
                <a:lnTo>
                  <a:pt x="34393" y="124873"/>
                </a:lnTo>
                <a:lnTo>
                  <a:pt x="59248" y="89688"/>
                </a:lnTo>
                <a:lnTo>
                  <a:pt x="89614" y="59301"/>
                </a:lnTo>
                <a:lnTo>
                  <a:pt x="124779" y="34426"/>
                </a:lnTo>
                <a:lnTo>
                  <a:pt x="164034" y="15775"/>
                </a:lnTo>
                <a:lnTo>
                  <a:pt x="206667" y="4062"/>
                </a:lnTo>
                <a:lnTo>
                  <a:pt x="251967" y="0"/>
                </a:lnTo>
                <a:lnTo>
                  <a:pt x="297272" y="4062"/>
                </a:lnTo>
                <a:lnTo>
                  <a:pt x="339917" y="15775"/>
                </a:lnTo>
                <a:lnTo>
                  <a:pt x="379189" y="34426"/>
                </a:lnTo>
                <a:lnTo>
                  <a:pt x="414374" y="59301"/>
                </a:lnTo>
                <a:lnTo>
                  <a:pt x="444761" y="89688"/>
                </a:lnTo>
                <a:lnTo>
                  <a:pt x="469636" y="124873"/>
                </a:lnTo>
                <a:lnTo>
                  <a:pt x="488287" y="164145"/>
                </a:lnTo>
                <a:lnTo>
                  <a:pt x="500000" y="206790"/>
                </a:lnTo>
                <a:lnTo>
                  <a:pt x="504062" y="252094"/>
                </a:lnTo>
                <a:lnTo>
                  <a:pt x="500000" y="297395"/>
                </a:lnTo>
                <a:lnTo>
                  <a:pt x="488287" y="340028"/>
                </a:lnTo>
                <a:lnTo>
                  <a:pt x="469636" y="379283"/>
                </a:lnTo>
                <a:lnTo>
                  <a:pt x="444761" y="414448"/>
                </a:lnTo>
                <a:lnTo>
                  <a:pt x="414374" y="444814"/>
                </a:lnTo>
                <a:lnTo>
                  <a:pt x="379189" y="469669"/>
                </a:lnTo>
                <a:lnTo>
                  <a:pt x="339917" y="488303"/>
                </a:lnTo>
                <a:lnTo>
                  <a:pt x="297272" y="500004"/>
                </a:lnTo>
                <a:lnTo>
                  <a:pt x="251967" y="504063"/>
                </a:lnTo>
                <a:lnTo>
                  <a:pt x="206667" y="500004"/>
                </a:lnTo>
                <a:lnTo>
                  <a:pt x="164034" y="488303"/>
                </a:lnTo>
                <a:lnTo>
                  <a:pt x="124779" y="469669"/>
                </a:lnTo>
                <a:lnTo>
                  <a:pt x="89614" y="444814"/>
                </a:lnTo>
                <a:lnTo>
                  <a:pt x="59248" y="414448"/>
                </a:lnTo>
                <a:lnTo>
                  <a:pt x="34393" y="379283"/>
                </a:lnTo>
                <a:lnTo>
                  <a:pt x="15759" y="340028"/>
                </a:lnTo>
                <a:lnTo>
                  <a:pt x="4058" y="297395"/>
                </a:lnTo>
                <a:lnTo>
                  <a:pt x="0" y="252094"/>
                </a:lnTo>
                <a:close/>
              </a:path>
            </a:pathLst>
          </a:custGeom>
          <a:ln w="25400">
            <a:solidFill>
              <a:srgbClr val="25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08140" y="4058792"/>
            <a:ext cx="1231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80" dirty="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17893" y="5190744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89">
                <a:moveTo>
                  <a:pt x="0" y="252094"/>
                </a:moveTo>
                <a:lnTo>
                  <a:pt x="4062" y="206790"/>
                </a:lnTo>
                <a:lnTo>
                  <a:pt x="15775" y="164145"/>
                </a:lnTo>
                <a:lnTo>
                  <a:pt x="34426" y="124873"/>
                </a:lnTo>
                <a:lnTo>
                  <a:pt x="59301" y="89688"/>
                </a:lnTo>
                <a:lnTo>
                  <a:pt x="89688" y="59301"/>
                </a:lnTo>
                <a:lnTo>
                  <a:pt x="124873" y="34426"/>
                </a:lnTo>
                <a:lnTo>
                  <a:pt x="164145" y="15775"/>
                </a:lnTo>
                <a:lnTo>
                  <a:pt x="206790" y="4062"/>
                </a:lnTo>
                <a:lnTo>
                  <a:pt x="252095" y="0"/>
                </a:lnTo>
                <a:lnTo>
                  <a:pt x="297395" y="4062"/>
                </a:lnTo>
                <a:lnTo>
                  <a:pt x="340028" y="15775"/>
                </a:lnTo>
                <a:lnTo>
                  <a:pt x="379283" y="34426"/>
                </a:lnTo>
                <a:lnTo>
                  <a:pt x="414448" y="59301"/>
                </a:lnTo>
                <a:lnTo>
                  <a:pt x="444814" y="89688"/>
                </a:lnTo>
                <a:lnTo>
                  <a:pt x="469669" y="124873"/>
                </a:lnTo>
                <a:lnTo>
                  <a:pt x="488303" y="164145"/>
                </a:lnTo>
                <a:lnTo>
                  <a:pt x="500004" y="206790"/>
                </a:lnTo>
                <a:lnTo>
                  <a:pt x="504062" y="252094"/>
                </a:lnTo>
                <a:lnTo>
                  <a:pt x="500004" y="297395"/>
                </a:lnTo>
                <a:lnTo>
                  <a:pt x="488303" y="340030"/>
                </a:lnTo>
                <a:lnTo>
                  <a:pt x="469669" y="379286"/>
                </a:lnTo>
                <a:lnTo>
                  <a:pt x="444814" y="414454"/>
                </a:lnTo>
                <a:lnTo>
                  <a:pt x="414448" y="444821"/>
                </a:lnTo>
                <a:lnTo>
                  <a:pt x="379283" y="469678"/>
                </a:lnTo>
                <a:lnTo>
                  <a:pt x="340028" y="488314"/>
                </a:lnTo>
                <a:lnTo>
                  <a:pt x="297395" y="500016"/>
                </a:lnTo>
                <a:lnTo>
                  <a:pt x="252095" y="504075"/>
                </a:lnTo>
                <a:lnTo>
                  <a:pt x="206790" y="500016"/>
                </a:lnTo>
                <a:lnTo>
                  <a:pt x="164145" y="488314"/>
                </a:lnTo>
                <a:lnTo>
                  <a:pt x="124873" y="469678"/>
                </a:lnTo>
                <a:lnTo>
                  <a:pt x="89688" y="444821"/>
                </a:lnTo>
                <a:lnTo>
                  <a:pt x="59301" y="414454"/>
                </a:lnTo>
                <a:lnTo>
                  <a:pt x="34426" y="379286"/>
                </a:lnTo>
                <a:lnTo>
                  <a:pt x="15775" y="340030"/>
                </a:lnTo>
                <a:lnTo>
                  <a:pt x="4062" y="297395"/>
                </a:lnTo>
                <a:lnTo>
                  <a:pt x="0" y="252094"/>
                </a:lnTo>
                <a:close/>
              </a:path>
            </a:pathLst>
          </a:custGeom>
          <a:ln w="25400">
            <a:solidFill>
              <a:srgbClr val="25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729476" y="5284978"/>
            <a:ext cx="825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20" dirty="0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884414" y="4486021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89">
                <a:moveTo>
                  <a:pt x="0" y="252094"/>
                </a:moveTo>
                <a:lnTo>
                  <a:pt x="4058" y="206790"/>
                </a:lnTo>
                <a:lnTo>
                  <a:pt x="15759" y="164145"/>
                </a:lnTo>
                <a:lnTo>
                  <a:pt x="34393" y="124873"/>
                </a:lnTo>
                <a:lnTo>
                  <a:pt x="59248" y="89688"/>
                </a:lnTo>
                <a:lnTo>
                  <a:pt x="89614" y="59301"/>
                </a:lnTo>
                <a:lnTo>
                  <a:pt x="124779" y="34426"/>
                </a:lnTo>
                <a:lnTo>
                  <a:pt x="164034" y="15775"/>
                </a:lnTo>
                <a:lnTo>
                  <a:pt x="206667" y="4062"/>
                </a:lnTo>
                <a:lnTo>
                  <a:pt x="251967" y="0"/>
                </a:lnTo>
                <a:lnTo>
                  <a:pt x="297272" y="4062"/>
                </a:lnTo>
                <a:lnTo>
                  <a:pt x="339917" y="15775"/>
                </a:lnTo>
                <a:lnTo>
                  <a:pt x="379189" y="34426"/>
                </a:lnTo>
                <a:lnTo>
                  <a:pt x="414374" y="59301"/>
                </a:lnTo>
                <a:lnTo>
                  <a:pt x="444761" y="89688"/>
                </a:lnTo>
                <a:lnTo>
                  <a:pt x="469636" y="124873"/>
                </a:lnTo>
                <a:lnTo>
                  <a:pt x="488287" y="164145"/>
                </a:lnTo>
                <a:lnTo>
                  <a:pt x="500000" y="206790"/>
                </a:lnTo>
                <a:lnTo>
                  <a:pt x="504062" y="252094"/>
                </a:lnTo>
                <a:lnTo>
                  <a:pt x="500000" y="297395"/>
                </a:lnTo>
                <a:lnTo>
                  <a:pt x="488287" y="340028"/>
                </a:lnTo>
                <a:lnTo>
                  <a:pt x="469636" y="379283"/>
                </a:lnTo>
                <a:lnTo>
                  <a:pt x="444761" y="414448"/>
                </a:lnTo>
                <a:lnTo>
                  <a:pt x="414374" y="444814"/>
                </a:lnTo>
                <a:lnTo>
                  <a:pt x="379189" y="469669"/>
                </a:lnTo>
                <a:lnTo>
                  <a:pt x="339917" y="488303"/>
                </a:lnTo>
                <a:lnTo>
                  <a:pt x="297272" y="500004"/>
                </a:lnTo>
                <a:lnTo>
                  <a:pt x="251967" y="504062"/>
                </a:lnTo>
                <a:lnTo>
                  <a:pt x="206667" y="500004"/>
                </a:lnTo>
                <a:lnTo>
                  <a:pt x="164034" y="488303"/>
                </a:lnTo>
                <a:lnTo>
                  <a:pt x="124779" y="469669"/>
                </a:lnTo>
                <a:lnTo>
                  <a:pt x="89614" y="444814"/>
                </a:lnTo>
                <a:lnTo>
                  <a:pt x="59248" y="414448"/>
                </a:lnTo>
                <a:lnTo>
                  <a:pt x="34393" y="379283"/>
                </a:lnTo>
                <a:lnTo>
                  <a:pt x="15759" y="340028"/>
                </a:lnTo>
                <a:lnTo>
                  <a:pt x="4058" y="297395"/>
                </a:lnTo>
                <a:lnTo>
                  <a:pt x="0" y="252094"/>
                </a:lnTo>
                <a:close/>
              </a:path>
            </a:pathLst>
          </a:custGeom>
          <a:ln w="25400">
            <a:solidFill>
              <a:srgbClr val="25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067293" y="4580001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85" dirty="0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532494" y="5190744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89">
                <a:moveTo>
                  <a:pt x="0" y="252094"/>
                </a:moveTo>
                <a:lnTo>
                  <a:pt x="4058" y="206790"/>
                </a:lnTo>
                <a:lnTo>
                  <a:pt x="15759" y="164145"/>
                </a:lnTo>
                <a:lnTo>
                  <a:pt x="34393" y="124873"/>
                </a:lnTo>
                <a:lnTo>
                  <a:pt x="59248" y="89688"/>
                </a:lnTo>
                <a:lnTo>
                  <a:pt x="89614" y="59301"/>
                </a:lnTo>
                <a:lnTo>
                  <a:pt x="124779" y="34426"/>
                </a:lnTo>
                <a:lnTo>
                  <a:pt x="164034" y="15775"/>
                </a:lnTo>
                <a:lnTo>
                  <a:pt x="206667" y="4062"/>
                </a:lnTo>
                <a:lnTo>
                  <a:pt x="251968" y="0"/>
                </a:lnTo>
                <a:lnTo>
                  <a:pt x="297272" y="4062"/>
                </a:lnTo>
                <a:lnTo>
                  <a:pt x="339917" y="15775"/>
                </a:lnTo>
                <a:lnTo>
                  <a:pt x="379189" y="34426"/>
                </a:lnTo>
                <a:lnTo>
                  <a:pt x="414374" y="59301"/>
                </a:lnTo>
                <a:lnTo>
                  <a:pt x="444761" y="89688"/>
                </a:lnTo>
                <a:lnTo>
                  <a:pt x="469636" y="124873"/>
                </a:lnTo>
                <a:lnTo>
                  <a:pt x="488287" y="164145"/>
                </a:lnTo>
                <a:lnTo>
                  <a:pt x="500000" y="206790"/>
                </a:lnTo>
                <a:lnTo>
                  <a:pt x="504062" y="252094"/>
                </a:lnTo>
                <a:lnTo>
                  <a:pt x="500000" y="297395"/>
                </a:lnTo>
                <a:lnTo>
                  <a:pt x="488287" y="340030"/>
                </a:lnTo>
                <a:lnTo>
                  <a:pt x="469636" y="379286"/>
                </a:lnTo>
                <a:lnTo>
                  <a:pt x="444761" y="414454"/>
                </a:lnTo>
                <a:lnTo>
                  <a:pt x="414374" y="444821"/>
                </a:lnTo>
                <a:lnTo>
                  <a:pt x="379189" y="469678"/>
                </a:lnTo>
                <a:lnTo>
                  <a:pt x="339917" y="488314"/>
                </a:lnTo>
                <a:lnTo>
                  <a:pt x="297272" y="500016"/>
                </a:lnTo>
                <a:lnTo>
                  <a:pt x="251968" y="504075"/>
                </a:lnTo>
                <a:lnTo>
                  <a:pt x="206667" y="500016"/>
                </a:lnTo>
                <a:lnTo>
                  <a:pt x="164034" y="488314"/>
                </a:lnTo>
                <a:lnTo>
                  <a:pt x="124779" y="469678"/>
                </a:lnTo>
                <a:lnTo>
                  <a:pt x="89614" y="444821"/>
                </a:lnTo>
                <a:lnTo>
                  <a:pt x="59248" y="414454"/>
                </a:lnTo>
                <a:lnTo>
                  <a:pt x="34393" y="379286"/>
                </a:lnTo>
                <a:lnTo>
                  <a:pt x="15759" y="340030"/>
                </a:lnTo>
                <a:lnTo>
                  <a:pt x="4058" y="297395"/>
                </a:lnTo>
                <a:lnTo>
                  <a:pt x="0" y="252094"/>
                </a:lnTo>
                <a:close/>
              </a:path>
            </a:pathLst>
          </a:custGeom>
          <a:ln w="25400">
            <a:solidFill>
              <a:srgbClr val="25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747506" y="5284978"/>
            <a:ext cx="75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70" dirty="0">
                <a:solidFill>
                  <a:srgbClr val="252525"/>
                </a:solidFill>
                <a:latin typeface="Trebuchet MS"/>
                <a:cs typeface="Trebuchet MS"/>
              </a:rPr>
              <a:t>j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532494" y="3861053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90" h="504189">
                <a:moveTo>
                  <a:pt x="0" y="251968"/>
                </a:moveTo>
                <a:lnTo>
                  <a:pt x="4058" y="206667"/>
                </a:lnTo>
                <a:lnTo>
                  <a:pt x="15759" y="164034"/>
                </a:lnTo>
                <a:lnTo>
                  <a:pt x="34393" y="124779"/>
                </a:lnTo>
                <a:lnTo>
                  <a:pt x="59248" y="89614"/>
                </a:lnTo>
                <a:lnTo>
                  <a:pt x="89614" y="59248"/>
                </a:lnTo>
                <a:lnTo>
                  <a:pt x="124779" y="34393"/>
                </a:lnTo>
                <a:lnTo>
                  <a:pt x="164034" y="15759"/>
                </a:lnTo>
                <a:lnTo>
                  <a:pt x="206667" y="4058"/>
                </a:lnTo>
                <a:lnTo>
                  <a:pt x="251968" y="0"/>
                </a:lnTo>
                <a:lnTo>
                  <a:pt x="297272" y="4058"/>
                </a:lnTo>
                <a:lnTo>
                  <a:pt x="339917" y="15759"/>
                </a:lnTo>
                <a:lnTo>
                  <a:pt x="379189" y="34393"/>
                </a:lnTo>
                <a:lnTo>
                  <a:pt x="414374" y="59248"/>
                </a:lnTo>
                <a:lnTo>
                  <a:pt x="444761" y="89614"/>
                </a:lnTo>
                <a:lnTo>
                  <a:pt x="469636" y="124779"/>
                </a:lnTo>
                <a:lnTo>
                  <a:pt x="488287" y="164034"/>
                </a:lnTo>
                <a:lnTo>
                  <a:pt x="500000" y="206667"/>
                </a:lnTo>
                <a:lnTo>
                  <a:pt x="504062" y="251968"/>
                </a:lnTo>
                <a:lnTo>
                  <a:pt x="500000" y="297272"/>
                </a:lnTo>
                <a:lnTo>
                  <a:pt x="488287" y="339917"/>
                </a:lnTo>
                <a:lnTo>
                  <a:pt x="469636" y="379189"/>
                </a:lnTo>
                <a:lnTo>
                  <a:pt x="444761" y="414374"/>
                </a:lnTo>
                <a:lnTo>
                  <a:pt x="414374" y="444761"/>
                </a:lnTo>
                <a:lnTo>
                  <a:pt x="379189" y="469636"/>
                </a:lnTo>
                <a:lnTo>
                  <a:pt x="339917" y="488287"/>
                </a:lnTo>
                <a:lnTo>
                  <a:pt x="297272" y="500000"/>
                </a:lnTo>
                <a:lnTo>
                  <a:pt x="251968" y="504063"/>
                </a:lnTo>
                <a:lnTo>
                  <a:pt x="206667" y="500000"/>
                </a:lnTo>
                <a:lnTo>
                  <a:pt x="164034" y="488287"/>
                </a:lnTo>
                <a:lnTo>
                  <a:pt x="124779" y="469636"/>
                </a:lnTo>
                <a:lnTo>
                  <a:pt x="89614" y="444761"/>
                </a:lnTo>
                <a:lnTo>
                  <a:pt x="59248" y="414374"/>
                </a:lnTo>
                <a:lnTo>
                  <a:pt x="34393" y="379189"/>
                </a:lnTo>
                <a:lnTo>
                  <a:pt x="15759" y="339917"/>
                </a:lnTo>
                <a:lnTo>
                  <a:pt x="4058" y="297272"/>
                </a:lnTo>
                <a:lnTo>
                  <a:pt x="0" y="251968"/>
                </a:lnTo>
                <a:close/>
              </a:path>
            </a:pathLst>
          </a:custGeom>
          <a:ln w="25400">
            <a:solidFill>
              <a:srgbClr val="25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747506" y="3954907"/>
            <a:ext cx="75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20" dirty="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220080" y="4567046"/>
            <a:ext cx="504190" cy="504190"/>
          </a:xfrm>
          <a:custGeom>
            <a:avLst/>
            <a:gdLst/>
            <a:ahLst/>
            <a:cxnLst/>
            <a:rect l="l" t="t" r="r" b="b"/>
            <a:pathLst>
              <a:path w="504189" h="504189">
                <a:moveTo>
                  <a:pt x="0" y="252094"/>
                </a:moveTo>
                <a:lnTo>
                  <a:pt x="4058" y="206790"/>
                </a:lnTo>
                <a:lnTo>
                  <a:pt x="15759" y="164145"/>
                </a:lnTo>
                <a:lnTo>
                  <a:pt x="34393" y="124873"/>
                </a:lnTo>
                <a:lnTo>
                  <a:pt x="59248" y="89688"/>
                </a:lnTo>
                <a:lnTo>
                  <a:pt x="89614" y="59301"/>
                </a:lnTo>
                <a:lnTo>
                  <a:pt x="124779" y="34426"/>
                </a:lnTo>
                <a:lnTo>
                  <a:pt x="164034" y="15775"/>
                </a:lnTo>
                <a:lnTo>
                  <a:pt x="206667" y="4062"/>
                </a:lnTo>
                <a:lnTo>
                  <a:pt x="251968" y="0"/>
                </a:lnTo>
                <a:lnTo>
                  <a:pt x="297272" y="4062"/>
                </a:lnTo>
                <a:lnTo>
                  <a:pt x="339917" y="15775"/>
                </a:lnTo>
                <a:lnTo>
                  <a:pt x="379189" y="34426"/>
                </a:lnTo>
                <a:lnTo>
                  <a:pt x="414374" y="59301"/>
                </a:lnTo>
                <a:lnTo>
                  <a:pt x="444761" y="89688"/>
                </a:lnTo>
                <a:lnTo>
                  <a:pt x="469636" y="124873"/>
                </a:lnTo>
                <a:lnTo>
                  <a:pt x="488287" y="164145"/>
                </a:lnTo>
                <a:lnTo>
                  <a:pt x="500000" y="206790"/>
                </a:lnTo>
                <a:lnTo>
                  <a:pt x="504063" y="252094"/>
                </a:lnTo>
                <a:lnTo>
                  <a:pt x="500000" y="297395"/>
                </a:lnTo>
                <a:lnTo>
                  <a:pt x="488287" y="340028"/>
                </a:lnTo>
                <a:lnTo>
                  <a:pt x="469636" y="379283"/>
                </a:lnTo>
                <a:lnTo>
                  <a:pt x="444761" y="414448"/>
                </a:lnTo>
                <a:lnTo>
                  <a:pt x="414374" y="444814"/>
                </a:lnTo>
                <a:lnTo>
                  <a:pt x="379189" y="469669"/>
                </a:lnTo>
                <a:lnTo>
                  <a:pt x="339917" y="488303"/>
                </a:lnTo>
                <a:lnTo>
                  <a:pt x="297272" y="500004"/>
                </a:lnTo>
                <a:lnTo>
                  <a:pt x="251968" y="504063"/>
                </a:lnTo>
                <a:lnTo>
                  <a:pt x="206667" y="500004"/>
                </a:lnTo>
                <a:lnTo>
                  <a:pt x="164034" y="488303"/>
                </a:lnTo>
                <a:lnTo>
                  <a:pt x="124779" y="469669"/>
                </a:lnTo>
                <a:lnTo>
                  <a:pt x="89614" y="444814"/>
                </a:lnTo>
                <a:lnTo>
                  <a:pt x="59248" y="414448"/>
                </a:lnTo>
                <a:lnTo>
                  <a:pt x="34393" y="379283"/>
                </a:lnTo>
                <a:lnTo>
                  <a:pt x="15759" y="340028"/>
                </a:lnTo>
                <a:lnTo>
                  <a:pt x="4058" y="297395"/>
                </a:lnTo>
                <a:lnTo>
                  <a:pt x="0" y="252094"/>
                </a:lnTo>
                <a:close/>
              </a:path>
            </a:pathLst>
          </a:custGeom>
          <a:ln w="25400">
            <a:solidFill>
              <a:srgbClr val="2569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410327" y="4661154"/>
            <a:ext cx="125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823967" y="4291329"/>
            <a:ext cx="3960495" cy="996315"/>
          </a:xfrm>
          <a:custGeom>
            <a:avLst/>
            <a:gdLst/>
            <a:ahLst/>
            <a:cxnLst/>
            <a:rect l="l" t="t" r="r" b="b"/>
            <a:pathLst>
              <a:path w="3960495" h="996314">
                <a:moveTo>
                  <a:pt x="0" y="73787"/>
                </a:moveTo>
                <a:lnTo>
                  <a:pt x="0" y="922274"/>
                </a:lnTo>
              </a:path>
              <a:path w="3960495" h="996314">
                <a:moveTo>
                  <a:pt x="178308" y="0"/>
                </a:moveTo>
                <a:lnTo>
                  <a:pt x="469900" y="349631"/>
                </a:lnTo>
              </a:path>
              <a:path w="3960495" h="996314">
                <a:moveTo>
                  <a:pt x="178308" y="996061"/>
                </a:moveTo>
                <a:lnTo>
                  <a:pt x="469900" y="705993"/>
                </a:lnTo>
              </a:path>
              <a:path w="3960495" h="996314">
                <a:moveTo>
                  <a:pt x="900176" y="527812"/>
                </a:moveTo>
                <a:lnTo>
                  <a:pt x="1171321" y="522859"/>
                </a:lnTo>
              </a:path>
              <a:path w="3960495" h="996314">
                <a:moveTo>
                  <a:pt x="1601470" y="344678"/>
                </a:moveTo>
                <a:lnTo>
                  <a:pt x="1766062" y="103759"/>
                </a:lnTo>
              </a:path>
              <a:path w="3960495" h="996314">
                <a:moveTo>
                  <a:pt x="2122424" y="103759"/>
                </a:moveTo>
                <a:lnTo>
                  <a:pt x="2422652" y="349631"/>
                </a:lnTo>
              </a:path>
              <a:path w="3960495" h="996314">
                <a:moveTo>
                  <a:pt x="1601470" y="701040"/>
                </a:moveTo>
                <a:lnTo>
                  <a:pt x="1767713" y="973201"/>
                </a:lnTo>
              </a:path>
              <a:path w="3960495" h="996314">
                <a:moveTo>
                  <a:pt x="2422652" y="705993"/>
                </a:moveTo>
                <a:lnTo>
                  <a:pt x="2124202" y="973201"/>
                </a:lnTo>
              </a:path>
              <a:path w="3960495" h="996314">
                <a:moveTo>
                  <a:pt x="2852928" y="527812"/>
                </a:moveTo>
                <a:lnTo>
                  <a:pt x="3060446" y="446786"/>
                </a:lnTo>
              </a:path>
              <a:path w="3960495" h="996314">
                <a:moveTo>
                  <a:pt x="3490595" y="268478"/>
                </a:moveTo>
                <a:lnTo>
                  <a:pt x="3782314" y="0"/>
                </a:lnTo>
              </a:path>
              <a:path w="3960495" h="996314">
                <a:moveTo>
                  <a:pt x="3960495" y="73787"/>
                </a:moveTo>
                <a:lnTo>
                  <a:pt x="3960495" y="899414"/>
                </a:lnTo>
              </a:path>
              <a:path w="3960495" h="996314">
                <a:moveTo>
                  <a:pt x="3490595" y="624967"/>
                </a:moveTo>
                <a:lnTo>
                  <a:pt x="3782314" y="973201"/>
                </a:lnTo>
              </a:path>
            </a:pathLst>
          </a:custGeom>
          <a:ln w="9525">
            <a:solidFill>
              <a:srgbClr val="3891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7"/>
          <p:cNvSpPr>
            <a:spLocks noGrp="1"/>
          </p:cNvSpPr>
          <p:nvPr>
            <p:ph type="title"/>
          </p:nvPr>
        </p:nvSpPr>
        <p:spPr>
          <a:xfrm>
            <a:off x="1295400" y="381000"/>
            <a:ext cx="7620000" cy="523220"/>
          </a:xfrm>
        </p:spPr>
        <p:txBody>
          <a:bodyPr/>
          <a:lstStyle/>
          <a:p>
            <a:r>
              <a:rPr lang="en-US" sz="3400" b="0" dirty="0"/>
              <a:t>Key Differences Between BFS and DFS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19200" y="1295400"/>
            <a:ext cx="77724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800" b="0" i="0" dirty="0" smtClean="0">
                <a:solidFill>
                  <a:srgbClr val="222222"/>
                </a:solidFill>
                <a:effectLst/>
                <a:latin typeface="Lato"/>
              </a:rPr>
              <a:t>BFS is a vertex-based algorithm while DFS is an edge-based algorithm.</a:t>
            </a:r>
          </a:p>
          <a:p>
            <a:pPr>
              <a:buFont typeface="+mj-lt"/>
              <a:buAutoNum type="arabicPeriod"/>
            </a:pPr>
            <a:r>
              <a:rPr lang="en-US" sz="2800" b="0" i="0" dirty="0" smtClean="0">
                <a:solidFill>
                  <a:srgbClr val="222222"/>
                </a:solidFill>
                <a:effectLst/>
                <a:latin typeface="Lato"/>
              </a:rPr>
              <a:t>The queue data structure is used in BFS. On the other hand, DFS uses stack or recursion.</a:t>
            </a:r>
          </a:p>
          <a:p>
            <a:pPr>
              <a:buFont typeface="+mj-lt"/>
              <a:buAutoNum type="arabicPeriod"/>
            </a:pPr>
            <a:r>
              <a:rPr lang="en-US" sz="2800" b="0" i="0" dirty="0" smtClean="0">
                <a:solidFill>
                  <a:srgbClr val="222222"/>
                </a:solidFill>
                <a:effectLst/>
                <a:latin typeface="Lato"/>
              </a:rPr>
              <a:t>Memory space is efficiently utilized in DFS while space utilization in BFS is not effective.</a:t>
            </a:r>
          </a:p>
          <a:p>
            <a:pPr>
              <a:buFont typeface="+mj-lt"/>
              <a:buAutoNum type="arabicPeriod"/>
            </a:pPr>
            <a:r>
              <a:rPr lang="en-US" sz="2800" b="0" i="0" dirty="0" smtClean="0">
                <a:solidFill>
                  <a:srgbClr val="222222"/>
                </a:solidFill>
                <a:effectLst/>
                <a:latin typeface="Lato"/>
              </a:rPr>
              <a:t>BFS is the optimal algorithm while DFS is not optimal.</a:t>
            </a:r>
          </a:p>
          <a:p>
            <a:pPr>
              <a:buFont typeface="+mj-lt"/>
              <a:buAutoNum type="arabicPeriod"/>
            </a:pPr>
            <a:r>
              <a:rPr lang="en-US" sz="2800" b="0" i="0" dirty="0" smtClean="0">
                <a:solidFill>
                  <a:srgbClr val="222222"/>
                </a:solidFill>
                <a:effectLst/>
                <a:latin typeface="Lato"/>
              </a:rPr>
              <a:t>DFS constructs narrow and long trees. As against, BFS constructs wide and short trees.</a:t>
            </a:r>
            <a:endParaRPr lang="en-US" sz="2800" b="0" i="0" dirty="0">
              <a:solidFill>
                <a:srgbClr val="222222"/>
              </a:solidFill>
              <a:effectLst/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392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2911</TotalTime>
  <Words>1054</Words>
  <Application>Microsoft Office PowerPoint</Application>
  <PresentationFormat>On-screen Show (4:3)</PresentationFormat>
  <Paragraphs>285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Calibri</vt:lpstr>
      <vt:lpstr>Gill Sans MT</vt:lpstr>
      <vt:lpstr>Lato</vt:lpstr>
      <vt:lpstr>Segoe UI Symbol</vt:lpstr>
      <vt:lpstr>Times New Roman</vt:lpstr>
      <vt:lpstr>Trebuchet MS</vt:lpstr>
      <vt:lpstr>Verdana</vt:lpstr>
      <vt:lpstr>Wingdings</vt:lpstr>
      <vt:lpstr>Office Theme</vt:lpstr>
      <vt:lpstr>BCS202L- Data Structures and  Algorithms</vt:lpstr>
      <vt:lpstr>BCS202L- Data Structures and  Algorithms</vt:lpstr>
      <vt:lpstr>PowerPoint Presentation</vt:lpstr>
      <vt:lpstr>BCS202L- Data Structures and  Algorithms</vt:lpstr>
      <vt:lpstr>Module 5: Graphs( 6 Hours)</vt:lpstr>
      <vt:lpstr>Graph Traversal</vt:lpstr>
      <vt:lpstr>Depth First Search</vt:lpstr>
      <vt:lpstr>Depth First Search- STEP1</vt:lpstr>
      <vt:lpstr>Depth First Search- STEP 2</vt:lpstr>
      <vt:lpstr>Depth First Search- STEP 3</vt:lpstr>
      <vt:lpstr>Depth First Search- STEP 4</vt:lpstr>
      <vt:lpstr>Depth First Search- STEP 5</vt:lpstr>
      <vt:lpstr>Depth First Search- STEP 6</vt:lpstr>
      <vt:lpstr>Depth First Search- STEP 7</vt:lpstr>
      <vt:lpstr>Depth First Search- STEP 8</vt:lpstr>
      <vt:lpstr>Depth First Search- STEP 9</vt:lpstr>
      <vt:lpstr>Depth First Search- STEP 10</vt:lpstr>
      <vt:lpstr>Depth First Search- STEP 11</vt:lpstr>
      <vt:lpstr>Depth First Search- STEP 12</vt:lpstr>
      <vt:lpstr>Depth First Search- STEP 13</vt:lpstr>
      <vt:lpstr>Depth First Search- STEP 14</vt:lpstr>
      <vt:lpstr>DFS Traversal - Result</vt:lpstr>
      <vt:lpstr>PowerPoint Presentation</vt:lpstr>
      <vt:lpstr>Breadth First Search</vt:lpstr>
      <vt:lpstr>Breadth First Search- STEP1</vt:lpstr>
      <vt:lpstr>Breadth First Search- STEP2</vt:lpstr>
      <vt:lpstr>Breadth First Search- STEP3</vt:lpstr>
      <vt:lpstr>Breadth First Search- STEP4</vt:lpstr>
      <vt:lpstr>Breadth First Search- STEP5</vt:lpstr>
      <vt:lpstr>Breadth First Search- STEP6</vt:lpstr>
      <vt:lpstr>Breadth First Search- STEP7</vt:lpstr>
      <vt:lpstr>Breadth First Search- STEP8</vt:lpstr>
      <vt:lpstr>BFS Traversal - Result</vt:lpstr>
      <vt:lpstr>PowerPoint Presentation</vt:lpstr>
      <vt:lpstr>Sample Exercises</vt:lpstr>
      <vt:lpstr>Key Differences Between BFS and DFS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Introduction to Cryptography             (4 Hours)</dc:title>
  <dc:creator>Jamuna</dc:creator>
  <cp:lastModifiedBy>Windows User</cp:lastModifiedBy>
  <cp:revision>26</cp:revision>
  <dcterms:created xsi:type="dcterms:W3CDTF">2023-05-15T15:35:21Z</dcterms:created>
  <dcterms:modified xsi:type="dcterms:W3CDTF">2023-05-18T10:57:13Z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2023-05-15T00:00:00Z</vt:filetime>
  </property>
</Properties>
</file>