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1344" y="8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30-May-23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00" b="0" i="0">
                <a:solidFill>
                  <a:srgbClr val="562213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30-May-23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010" y="3556"/>
            <a:ext cx="820419" cy="819785"/>
          </a:xfrm>
          <a:custGeom>
            <a:avLst/>
            <a:gdLst/>
            <a:ahLst/>
            <a:cxnLst/>
            <a:rect l="l" t="t" r="r" b="b"/>
            <a:pathLst>
              <a:path w="820419" h="819785">
                <a:moveTo>
                  <a:pt x="819949" y="0"/>
                </a:moveTo>
                <a:lnTo>
                  <a:pt x="506" y="0"/>
                </a:lnTo>
                <a:lnTo>
                  <a:pt x="0" y="819404"/>
                </a:lnTo>
                <a:lnTo>
                  <a:pt x="48653" y="818012"/>
                </a:lnTo>
                <a:lnTo>
                  <a:pt x="96069" y="813890"/>
                </a:lnTo>
                <a:lnTo>
                  <a:pt x="142676" y="807114"/>
                </a:lnTo>
                <a:lnTo>
                  <a:pt x="188396" y="797760"/>
                </a:lnTo>
                <a:lnTo>
                  <a:pt x="233153" y="785906"/>
                </a:lnTo>
                <a:lnTo>
                  <a:pt x="276870" y="771629"/>
                </a:lnTo>
                <a:lnTo>
                  <a:pt x="319469" y="755005"/>
                </a:lnTo>
                <a:lnTo>
                  <a:pt x="360876" y="736111"/>
                </a:lnTo>
                <a:lnTo>
                  <a:pt x="401011" y="715024"/>
                </a:lnTo>
                <a:lnTo>
                  <a:pt x="439799" y="691821"/>
                </a:lnTo>
                <a:lnTo>
                  <a:pt x="477163" y="666580"/>
                </a:lnTo>
                <a:lnTo>
                  <a:pt x="513025" y="639376"/>
                </a:lnTo>
                <a:lnTo>
                  <a:pt x="547310" y="610287"/>
                </a:lnTo>
                <a:lnTo>
                  <a:pt x="579939" y="579389"/>
                </a:lnTo>
                <a:lnTo>
                  <a:pt x="610837" y="546760"/>
                </a:lnTo>
                <a:lnTo>
                  <a:pt x="639926" y="512477"/>
                </a:lnTo>
                <a:lnTo>
                  <a:pt x="667130" y="476615"/>
                </a:lnTo>
                <a:lnTo>
                  <a:pt x="692371" y="439253"/>
                </a:lnTo>
                <a:lnTo>
                  <a:pt x="715574" y="400467"/>
                </a:lnTo>
                <a:lnTo>
                  <a:pt x="736660" y="360334"/>
                </a:lnTo>
                <a:lnTo>
                  <a:pt x="755553" y="318930"/>
                </a:lnTo>
                <a:lnTo>
                  <a:pt x="772177" y="276333"/>
                </a:lnTo>
                <a:lnTo>
                  <a:pt x="786453" y="232620"/>
                </a:lnTo>
                <a:lnTo>
                  <a:pt x="798307" y="187868"/>
                </a:lnTo>
                <a:lnTo>
                  <a:pt x="807660" y="142152"/>
                </a:lnTo>
                <a:lnTo>
                  <a:pt x="814436" y="95551"/>
                </a:lnTo>
                <a:lnTo>
                  <a:pt x="818558" y="48141"/>
                </a:lnTo>
                <a:lnTo>
                  <a:pt x="819949" y="0"/>
                </a:lnTo>
                <a:close/>
              </a:path>
            </a:pathLst>
          </a:custGeom>
          <a:solidFill>
            <a:srgbClr val="FDF9F4">
              <a:alpha val="3294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010" y="3556"/>
            <a:ext cx="820419" cy="819785"/>
          </a:xfrm>
          <a:custGeom>
            <a:avLst/>
            <a:gdLst/>
            <a:ahLst/>
            <a:cxnLst/>
            <a:rect l="l" t="t" r="r" b="b"/>
            <a:pathLst>
              <a:path w="820419" h="819785">
                <a:moveTo>
                  <a:pt x="819949" y="0"/>
                </a:moveTo>
                <a:lnTo>
                  <a:pt x="818558" y="48141"/>
                </a:lnTo>
                <a:lnTo>
                  <a:pt x="814436" y="95551"/>
                </a:lnTo>
                <a:lnTo>
                  <a:pt x="807660" y="142152"/>
                </a:lnTo>
                <a:lnTo>
                  <a:pt x="798307" y="187868"/>
                </a:lnTo>
                <a:lnTo>
                  <a:pt x="786453" y="232620"/>
                </a:lnTo>
                <a:lnTo>
                  <a:pt x="772177" y="276333"/>
                </a:lnTo>
                <a:lnTo>
                  <a:pt x="755553" y="318930"/>
                </a:lnTo>
                <a:lnTo>
                  <a:pt x="736660" y="360334"/>
                </a:lnTo>
                <a:lnTo>
                  <a:pt x="715574" y="400467"/>
                </a:lnTo>
                <a:lnTo>
                  <a:pt x="692371" y="439253"/>
                </a:lnTo>
                <a:lnTo>
                  <a:pt x="667130" y="476615"/>
                </a:lnTo>
                <a:lnTo>
                  <a:pt x="639926" y="512477"/>
                </a:lnTo>
                <a:lnTo>
                  <a:pt x="610837" y="546760"/>
                </a:lnTo>
                <a:lnTo>
                  <a:pt x="579939" y="579389"/>
                </a:lnTo>
                <a:lnTo>
                  <a:pt x="547310" y="610287"/>
                </a:lnTo>
                <a:lnTo>
                  <a:pt x="513025" y="639376"/>
                </a:lnTo>
                <a:lnTo>
                  <a:pt x="477163" y="666580"/>
                </a:lnTo>
                <a:lnTo>
                  <a:pt x="439799" y="691821"/>
                </a:lnTo>
                <a:lnTo>
                  <a:pt x="401011" y="715024"/>
                </a:lnTo>
                <a:lnTo>
                  <a:pt x="360876" y="736111"/>
                </a:lnTo>
                <a:lnTo>
                  <a:pt x="319469" y="755005"/>
                </a:lnTo>
                <a:lnTo>
                  <a:pt x="276870" y="771629"/>
                </a:lnTo>
                <a:lnTo>
                  <a:pt x="233153" y="785906"/>
                </a:lnTo>
                <a:lnTo>
                  <a:pt x="188396" y="797760"/>
                </a:lnTo>
                <a:lnTo>
                  <a:pt x="142676" y="807114"/>
                </a:lnTo>
                <a:lnTo>
                  <a:pt x="96069" y="813890"/>
                </a:lnTo>
                <a:lnTo>
                  <a:pt x="48653" y="818012"/>
                </a:lnTo>
                <a:lnTo>
                  <a:pt x="505" y="819404"/>
                </a:lnTo>
                <a:lnTo>
                  <a:pt x="336" y="819404"/>
                </a:lnTo>
                <a:lnTo>
                  <a:pt x="168" y="819404"/>
                </a:lnTo>
                <a:lnTo>
                  <a:pt x="0" y="819404"/>
                </a:lnTo>
                <a:lnTo>
                  <a:pt x="506" y="0"/>
                </a:lnTo>
                <a:lnTo>
                  <a:pt x="819949" y="0"/>
                </a:lnTo>
                <a:close/>
              </a:path>
            </a:pathLst>
          </a:custGeom>
          <a:ln w="3175">
            <a:solidFill>
              <a:srgbClr val="D2C3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8015" y="6095"/>
            <a:ext cx="1784604" cy="1783079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168821" y="21081"/>
            <a:ext cx="1702435" cy="1702435"/>
          </a:xfrm>
          <a:custGeom>
            <a:avLst/>
            <a:gdLst/>
            <a:ahLst/>
            <a:cxnLst/>
            <a:rect l="l" t="t" r="r" b="b"/>
            <a:pathLst>
              <a:path w="1702435" h="1702435">
                <a:moveTo>
                  <a:pt x="0" y="851154"/>
                </a:moveTo>
                <a:lnTo>
                  <a:pt x="1347" y="802859"/>
                </a:lnTo>
                <a:lnTo>
                  <a:pt x="5341" y="755271"/>
                </a:lnTo>
                <a:lnTo>
                  <a:pt x="11909" y="708461"/>
                </a:lnTo>
                <a:lnTo>
                  <a:pt x="20981" y="662500"/>
                </a:lnTo>
                <a:lnTo>
                  <a:pt x="32484" y="617462"/>
                </a:lnTo>
                <a:lnTo>
                  <a:pt x="46346" y="573417"/>
                </a:lnTo>
                <a:lnTo>
                  <a:pt x="62495" y="530438"/>
                </a:lnTo>
                <a:lnTo>
                  <a:pt x="80860" y="488596"/>
                </a:lnTo>
                <a:lnTo>
                  <a:pt x="101369" y="447964"/>
                </a:lnTo>
                <a:lnTo>
                  <a:pt x="123949" y="408613"/>
                </a:lnTo>
                <a:lnTo>
                  <a:pt x="148530" y="370615"/>
                </a:lnTo>
                <a:lnTo>
                  <a:pt x="175039" y="334042"/>
                </a:lnTo>
                <a:lnTo>
                  <a:pt x="203404" y="298966"/>
                </a:lnTo>
                <a:lnTo>
                  <a:pt x="233553" y="265459"/>
                </a:lnTo>
                <a:lnTo>
                  <a:pt x="265416" y="233593"/>
                </a:lnTo>
                <a:lnTo>
                  <a:pt x="298919" y="203439"/>
                </a:lnTo>
                <a:lnTo>
                  <a:pt x="333991" y="175070"/>
                </a:lnTo>
                <a:lnTo>
                  <a:pt x="370561" y="148557"/>
                </a:lnTo>
                <a:lnTo>
                  <a:pt x="408556" y="123973"/>
                </a:lnTo>
                <a:lnTo>
                  <a:pt x="447904" y="101388"/>
                </a:lnTo>
                <a:lnTo>
                  <a:pt x="488534" y="80876"/>
                </a:lnTo>
                <a:lnTo>
                  <a:pt x="530373" y="62508"/>
                </a:lnTo>
                <a:lnTo>
                  <a:pt x="573351" y="46355"/>
                </a:lnTo>
                <a:lnTo>
                  <a:pt x="617394" y="32490"/>
                </a:lnTo>
                <a:lnTo>
                  <a:pt x="662432" y="20985"/>
                </a:lnTo>
                <a:lnTo>
                  <a:pt x="708393" y="11912"/>
                </a:lnTo>
                <a:lnTo>
                  <a:pt x="755204" y="5342"/>
                </a:lnTo>
                <a:lnTo>
                  <a:pt x="802793" y="1347"/>
                </a:lnTo>
                <a:lnTo>
                  <a:pt x="851090" y="0"/>
                </a:lnTo>
                <a:lnTo>
                  <a:pt x="899386" y="1347"/>
                </a:lnTo>
                <a:lnTo>
                  <a:pt x="946976" y="5342"/>
                </a:lnTo>
                <a:lnTo>
                  <a:pt x="993786" y="11912"/>
                </a:lnTo>
                <a:lnTo>
                  <a:pt x="1039746" y="20985"/>
                </a:lnTo>
                <a:lnTo>
                  <a:pt x="1084783" y="32490"/>
                </a:lnTo>
                <a:lnTo>
                  <a:pt x="1128825" y="46355"/>
                </a:lnTo>
                <a:lnTo>
                  <a:pt x="1171801" y="62508"/>
                </a:lnTo>
                <a:lnTo>
                  <a:pt x="1213639" y="80876"/>
                </a:lnTo>
                <a:lnTo>
                  <a:pt x="1254268" y="101388"/>
                </a:lnTo>
                <a:lnTo>
                  <a:pt x="1293614" y="123973"/>
                </a:lnTo>
                <a:lnTo>
                  <a:pt x="1331607" y="148557"/>
                </a:lnTo>
                <a:lnTo>
                  <a:pt x="1368174" y="175070"/>
                </a:lnTo>
                <a:lnTo>
                  <a:pt x="1403245" y="203439"/>
                </a:lnTo>
                <a:lnTo>
                  <a:pt x="1436746" y="233593"/>
                </a:lnTo>
                <a:lnTo>
                  <a:pt x="1468606" y="265459"/>
                </a:lnTo>
                <a:lnTo>
                  <a:pt x="1498754" y="298966"/>
                </a:lnTo>
                <a:lnTo>
                  <a:pt x="1527117" y="334042"/>
                </a:lnTo>
                <a:lnTo>
                  <a:pt x="1553624" y="370615"/>
                </a:lnTo>
                <a:lnTo>
                  <a:pt x="1578203" y="408613"/>
                </a:lnTo>
                <a:lnTo>
                  <a:pt x="1600782" y="447964"/>
                </a:lnTo>
                <a:lnTo>
                  <a:pt x="1621289" y="488596"/>
                </a:lnTo>
                <a:lnTo>
                  <a:pt x="1639653" y="530438"/>
                </a:lnTo>
                <a:lnTo>
                  <a:pt x="1655801" y="573417"/>
                </a:lnTo>
                <a:lnTo>
                  <a:pt x="1669661" y="617462"/>
                </a:lnTo>
                <a:lnTo>
                  <a:pt x="1681163" y="662500"/>
                </a:lnTo>
                <a:lnTo>
                  <a:pt x="1690234" y="708461"/>
                </a:lnTo>
                <a:lnTo>
                  <a:pt x="1696802" y="755271"/>
                </a:lnTo>
                <a:lnTo>
                  <a:pt x="1700795" y="802859"/>
                </a:lnTo>
                <a:lnTo>
                  <a:pt x="1702142" y="851154"/>
                </a:lnTo>
                <a:lnTo>
                  <a:pt x="1700795" y="899447"/>
                </a:lnTo>
                <a:lnTo>
                  <a:pt x="1696802" y="947034"/>
                </a:lnTo>
                <a:lnTo>
                  <a:pt x="1690234" y="993843"/>
                </a:lnTo>
                <a:lnTo>
                  <a:pt x="1681163" y="1039800"/>
                </a:lnTo>
                <a:lnTo>
                  <a:pt x="1669661" y="1084835"/>
                </a:lnTo>
                <a:lnTo>
                  <a:pt x="1655801" y="1128876"/>
                </a:lnTo>
                <a:lnTo>
                  <a:pt x="1639653" y="1171850"/>
                </a:lnTo>
                <a:lnTo>
                  <a:pt x="1621289" y="1213687"/>
                </a:lnTo>
                <a:lnTo>
                  <a:pt x="1600782" y="1254314"/>
                </a:lnTo>
                <a:lnTo>
                  <a:pt x="1578203" y="1293659"/>
                </a:lnTo>
                <a:lnTo>
                  <a:pt x="1553624" y="1331651"/>
                </a:lnTo>
                <a:lnTo>
                  <a:pt x="1527117" y="1368218"/>
                </a:lnTo>
                <a:lnTo>
                  <a:pt x="1498754" y="1403287"/>
                </a:lnTo>
                <a:lnTo>
                  <a:pt x="1468606" y="1436788"/>
                </a:lnTo>
                <a:lnTo>
                  <a:pt x="1436746" y="1468647"/>
                </a:lnTo>
                <a:lnTo>
                  <a:pt x="1403245" y="1498795"/>
                </a:lnTo>
                <a:lnTo>
                  <a:pt x="1368174" y="1527157"/>
                </a:lnTo>
                <a:lnTo>
                  <a:pt x="1331607" y="1553664"/>
                </a:lnTo>
                <a:lnTo>
                  <a:pt x="1293614" y="1578242"/>
                </a:lnTo>
                <a:lnTo>
                  <a:pt x="1254268" y="1600821"/>
                </a:lnTo>
                <a:lnTo>
                  <a:pt x="1213639" y="1621328"/>
                </a:lnTo>
                <a:lnTo>
                  <a:pt x="1171801" y="1639691"/>
                </a:lnTo>
                <a:lnTo>
                  <a:pt x="1128825" y="1655839"/>
                </a:lnTo>
                <a:lnTo>
                  <a:pt x="1084783" y="1669700"/>
                </a:lnTo>
                <a:lnTo>
                  <a:pt x="1039746" y="1681201"/>
                </a:lnTo>
                <a:lnTo>
                  <a:pt x="993786" y="1690272"/>
                </a:lnTo>
                <a:lnTo>
                  <a:pt x="946976" y="1696840"/>
                </a:lnTo>
                <a:lnTo>
                  <a:pt x="899386" y="1700833"/>
                </a:lnTo>
                <a:lnTo>
                  <a:pt x="851090" y="1702181"/>
                </a:lnTo>
                <a:lnTo>
                  <a:pt x="802793" y="1700833"/>
                </a:lnTo>
                <a:lnTo>
                  <a:pt x="755204" y="1696840"/>
                </a:lnTo>
                <a:lnTo>
                  <a:pt x="708393" y="1690272"/>
                </a:lnTo>
                <a:lnTo>
                  <a:pt x="662432" y="1681201"/>
                </a:lnTo>
                <a:lnTo>
                  <a:pt x="617394" y="1669700"/>
                </a:lnTo>
                <a:lnTo>
                  <a:pt x="573351" y="1655839"/>
                </a:lnTo>
                <a:lnTo>
                  <a:pt x="530373" y="1639691"/>
                </a:lnTo>
                <a:lnTo>
                  <a:pt x="488534" y="1621328"/>
                </a:lnTo>
                <a:lnTo>
                  <a:pt x="447904" y="1600821"/>
                </a:lnTo>
                <a:lnTo>
                  <a:pt x="408556" y="1578242"/>
                </a:lnTo>
                <a:lnTo>
                  <a:pt x="370561" y="1553664"/>
                </a:lnTo>
                <a:lnTo>
                  <a:pt x="333991" y="1527157"/>
                </a:lnTo>
                <a:lnTo>
                  <a:pt x="298919" y="1498795"/>
                </a:lnTo>
                <a:lnTo>
                  <a:pt x="265416" y="1468647"/>
                </a:lnTo>
                <a:lnTo>
                  <a:pt x="233553" y="1436788"/>
                </a:lnTo>
                <a:lnTo>
                  <a:pt x="203404" y="1403287"/>
                </a:lnTo>
                <a:lnTo>
                  <a:pt x="175039" y="1368218"/>
                </a:lnTo>
                <a:lnTo>
                  <a:pt x="148530" y="1331651"/>
                </a:lnTo>
                <a:lnTo>
                  <a:pt x="123949" y="1293659"/>
                </a:lnTo>
                <a:lnTo>
                  <a:pt x="101369" y="1254314"/>
                </a:lnTo>
                <a:lnTo>
                  <a:pt x="80860" y="1213687"/>
                </a:lnTo>
                <a:lnTo>
                  <a:pt x="62495" y="1171850"/>
                </a:lnTo>
                <a:lnTo>
                  <a:pt x="46346" y="1128876"/>
                </a:lnTo>
                <a:lnTo>
                  <a:pt x="32484" y="1084835"/>
                </a:lnTo>
                <a:lnTo>
                  <a:pt x="20981" y="1039800"/>
                </a:lnTo>
                <a:lnTo>
                  <a:pt x="11909" y="993843"/>
                </a:lnTo>
                <a:lnTo>
                  <a:pt x="5341" y="947034"/>
                </a:lnTo>
                <a:lnTo>
                  <a:pt x="1347" y="899447"/>
                </a:lnTo>
                <a:lnTo>
                  <a:pt x="0" y="851154"/>
                </a:lnTo>
                <a:close/>
              </a:path>
            </a:pathLst>
          </a:custGeom>
          <a:ln w="27305">
            <a:solidFill>
              <a:srgbClr val="FFF6D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2212" y="1045464"/>
            <a:ext cx="1155192" cy="1150619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7319" y="1050633"/>
            <a:ext cx="1116813" cy="1111476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187319" y="1050633"/>
            <a:ext cx="1116965" cy="1111885"/>
          </a:xfrm>
          <a:custGeom>
            <a:avLst/>
            <a:gdLst/>
            <a:ahLst/>
            <a:cxnLst/>
            <a:rect l="l" t="t" r="r" b="b"/>
            <a:pathLst>
              <a:path w="1116965" h="1111885">
                <a:moveTo>
                  <a:pt x="118496" y="204634"/>
                </a:moveTo>
                <a:lnTo>
                  <a:pt x="149785" y="168741"/>
                </a:lnTo>
                <a:lnTo>
                  <a:pt x="183515" y="136234"/>
                </a:lnTo>
                <a:lnTo>
                  <a:pt x="219451" y="107137"/>
                </a:lnTo>
                <a:lnTo>
                  <a:pt x="257356" y="81474"/>
                </a:lnTo>
                <a:lnTo>
                  <a:pt x="296996" y="59270"/>
                </a:lnTo>
                <a:lnTo>
                  <a:pt x="338135" y="40547"/>
                </a:lnTo>
                <a:lnTo>
                  <a:pt x="380538" y="25331"/>
                </a:lnTo>
                <a:lnTo>
                  <a:pt x="423971" y="13644"/>
                </a:lnTo>
                <a:lnTo>
                  <a:pt x="468196" y="5510"/>
                </a:lnTo>
                <a:lnTo>
                  <a:pt x="512980" y="954"/>
                </a:lnTo>
                <a:lnTo>
                  <a:pt x="558087" y="0"/>
                </a:lnTo>
                <a:lnTo>
                  <a:pt x="603281" y="2670"/>
                </a:lnTo>
                <a:lnTo>
                  <a:pt x="648327" y="8990"/>
                </a:lnTo>
                <a:lnTo>
                  <a:pt x="692991" y="18983"/>
                </a:lnTo>
                <a:lnTo>
                  <a:pt x="737036" y="32672"/>
                </a:lnTo>
                <a:lnTo>
                  <a:pt x="780227" y="50083"/>
                </a:lnTo>
                <a:lnTo>
                  <a:pt x="822330" y="71238"/>
                </a:lnTo>
                <a:lnTo>
                  <a:pt x="863108" y="96162"/>
                </a:lnTo>
                <a:lnTo>
                  <a:pt x="902327" y="124878"/>
                </a:lnTo>
                <a:lnTo>
                  <a:pt x="939023" y="156757"/>
                </a:lnTo>
                <a:lnTo>
                  <a:pt x="972365" y="190998"/>
                </a:lnTo>
                <a:lnTo>
                  <a:pt x="1002325" y="227366"/>
                </a:lnTo>
                <a:lnTo>
                  <a:pt x="1028874" y="265625"/>
                </a:lnTo>
                <a:lnTo>
                  <a:pt x="1051985" y="305541"/>
                </a:lnTo>
                <a:lnTo>
                  <a:pt x="1071626" y="346879"/>
                </a:lnTo>
                <a:lnTo>
                  <a:pt x="1087772" y="389404"/>
                </a:lnTo>
                <a:lnTo>
                  <a:pt x="1100392" y="432881"/>
                </a:lnTo>
                <a:lnTo>
                  <a:pt x="1109458" y="477076"/>
                </a:lnTo>
                <a:lnTo>
                  <a:pt x="1114941" y="521754"/>
                </a:lnTo>
                <a:lnTo>
                  <a:pt x="1116813" y="566679"/>
                </a:lnTo>
                <a:lnTo>
                  <a:pt x="1115044" y="611617"/>
                </a:lnTo>
                <a:lnTo>
                  <a:pt x="1109608" y="656333"/>
                </a:lnTo>
                <a:lnTo>
                  <a:pt x="1100473" y="700593"/>
                </a:lnTo>
                <a:lnTo>
                  <a:pt x="1087613" y="744160"/>
                </a:lnTo>
                <a:lnTo>
                  <a:pt x="1070998" y="786801"/>
                </a:lnTo>
                <a:lnTo>
                  <a:pt x="1050600" y="828281"/>
                </a:lnTo>
                <a:lnTo>
                  <a:pt x="1026390" y="868365"/>
                </a:lnTo>
                <a:lnTo>
                  <a:pt x="998339" y="906817"/>
                </a:lnTo>
                <a:lnTo>
                  <a:pt x="967050" y="942710"/>
                </a:lnTo>
                <a:lnTo>
                  <a:pt x="933320" y="975218"/>
                </a:lnTo>
                <a:lnTo>
                  <a:pt x="897385" y="1004315"/>
                </a:lnTo>
                <a:lnTo>
                  <a:pt x="859481" y="1029978"/>
                </a:lnTo>
                <a:lnTo>
                  <a:pt x="819841" y="1052184"/>
                </a:lnTo>
                <a:lnTo>
                  <a:pt x="778703" y="1070908"/>
                </a:lnTo>
                <a:lnTo>
                  <a:pt x="736300" y="1086127"/>
                </a:lnTo>
                <a:lnTo>
                  <a:pt x="692869" y="1097817"/>
                </a:lnTo>
                <a:lnTo>
                  <a:pt x="648644" y="1105954"/>
                </a:lnTo>
                <a:lnTo>
                  <a:pt x="603860" y="1110515"/>
                </a:lnTo>
                <a:lnTo>
                  <a:pt x="558754" y="1111476"/>
                </a:lnTo>
                <a:lnTo>
                  <a:pt x="513560" y="1108813"/>
                </a:lnTo>
                <a:lnTo>
                  <a:pt x="468514" y="1102502"/>
                </a:lnTo>
                <a:lnTo>
                  <a:pt x="423850" y="1092519"/>
                </a:lnTo>
                <a:lnTo>
                  <a:pt x="379804" y="1078841"/>
                </a:lnTo>
                <a:lnTo>
                  <a:pt x="336612" y="1061444"/>
                </a:lnTo>
                <a:lnTo>
                  <a:pt x="294508" y="1040304"/>
                </a:lnTo>
                <a:lnTo>
                  <a:pt x="253729" y="1015397"/>
                </a:lnTo>
                <a:lnTo>
                  <a:pt x="214508" y="986700"/>
                </a:lnTo>
                <a:lnTo>
                  <a:pt x="177812" y="954821"/>
                </a:lnTo>
                <a:lnTo>
                  <a:pt x="144469" y="920580"/>
                </a:lnTo>
                <a:lnTo>
                  <a:pt x="114507" y="884212"/>
                </a:lnTo>
                <a:lnTo>
                  <a:pt x="87955" y="845952"/>
                </a:lnTo>
                <a:lnTo>
                  <a:pt x="64842" y="806035"/>
                </a:lnTo>
                <a:lnTo>
                  <a:pt x="45198" y="764695"/>
                </a:lnTo>
                <a:lnTo>
                  <a:pt x="29049" y="722168"/>
                </a:lnTo>
                <a:lnTo>
                  <a:pt x="16427" y="678687"/>
                </a:lnTo>
                <a:lnTo>
                  <a:pt x="7358" y="634488"/>
                </a:lnTo>
                <a:lnTo>
                  <a:pt x="1873" y="589806"/>
                </a:lnTo>
                <a:lnTo>
                  <a:pt x="0" y="544874"/>
                </a:lnTo>
                <a:lnTo>
                  <a:pt x="1767" y="499929"/>
                </a:lnTo>
                <a:lnTo>
                  <a:pt x="7203" y="455204"/>
                </a:lnTo>
                <a:lnTo>
                  <a:pt x="16338" y="410935"/>
                </a:lnTo>
                <a:lnTo>
                  <a:pt x="29200" y="367355"/>
                </a:lnTo>
                <a:lnTo>
                  <a:pt x="45818" y="324701"/>
                </a:lnTo>
                <a:lnTo>
                  <a:pt x="66221" y="283206"/>
                </a:lnTo>
                <a:lnTo>
                  <a:pt x="90437" y="243105"/>
                </a:lnTo>
                <a:lnTo>
                  <a:pt x="118496" y="204634"/>
                </a:lnTo>
              </a:path>
              <a:path w="1116965" h="1111885">
                <a:moveTo>
                  <a:pt x="220477" y="286041"/>
                </a:moveTo>
                <a:lnTo>
                  <a:pt x="193856" y="323455"/>
                </a:lnTo>
                <a:lnTo>
                  <a:pt x="171955" y="362810"/>
                </a:lnTo>
                <a:lnTo>
                  <a:pt x="154729" y="403741"/>
                </a:lnTo>
                <a:lnTo>
                  <a:pt x="142131" y="445881"/>
                </a:lnTo>
                <a:lnTo>
                  <a:pt x="134116" y="488865"/>
                </a:lnTo>
                <a:lnTo>
                  <a:pt x="130638" y="532328"/>
                </a:lnTo>
                <a:lnTo>
                  <a:pt x="131651" y="575903"/>
                </a:lnTo>
                <a:lnTo>
                  <a:pt x="137108" y="619227"/>
                </a:lnTo>
                <a:lnTo>
                  <a:pt x="146964" y="661933"/>
                </a:lnTo>
                <a:lnTo>
                  <a:pt x="161173" y="703655"/>
                </a:lnTo>
                <a:lnTo>
                  <a:pt x="179689" y="744028"/>
                </a:lnTo>
                <a:lnTo>
                  <a:pt x="202465" y="782686"/>
                </a:lnTo>
                <a:lnTo>
                  <a:pt x="229457" y="819265"/>
                </a:lnTo>
                <a:lnTo>
                  <a:pt x="260618" y="853397"/>
                </a:lnTo>
                <a:lnTo>
                  <a:pt x="295902" y="884719"/>
                </a:lnTo>
                <a:lnTo>
                  <a:pt x="334265" y="912179"/>
                </a:lnTo>
                <a:lnTo>
                  <a:pt x="374453" y="934995"/>
                </a:lnTo>
                <a:lnTo>
                  <a:pt x="416101" y="953204"/>
                </a:lnTo>
                <a:lnTo>
                  <a:pt x="458841" y="966841"/>
                </a:lnTo>
                <a:lnTo>
                  <a:pt x="502308" y="975943"/>
                </a:lnTo>
                <a:lnTo>
                  <a:pt x="546136" y="980546"/>
                </a:lnTo>
                <a:lnTo>
                  <a:pt x="589957" y="980687"/>
                </a:lnTo>
                <a:lnTo>
                  <a:pt x="633406" y="976403"/>
                </a:lnTo>
                <a:lnTo>
                  <a:pt x="676117" y="967728"/>
                </a:lnTo>
                <a:lnTo>
                  <a:pt x="717723" y="954701"/>
                </a:lnTo>
                <a:lnTo>
                  <a:pt x="757858" y="937356"/>
                </a:lnTo>
                <a:lnTo>
                  <a:pt x="796155" y="915731"/>
                </a:lnTo>
                <a:lnTo>
                  <a:pt x="832248" y="889862"/>
                </a:lnTo>
                <a:lnTo>
                  <a:pt x="865771" y="859785"/>
                </a:lnTo>
                <a:lnTo>
                  <a:pt x="896358" y="825537"/>
                </a:lnTo>
                <a:lnTo>
                  <a:pt x="922982" y="788101"/>
                </a:lnTo>
                <a:lnTo>
                  <a:pt x="944884" y="748730"/>
                </a:lnTo>
                <a:lnTo>
                  <a:pt x="962111" y="707789"/>
                </a:lnTo>
                <a:lnTo>
                  <a:pt x="974709" y="665643"/>
                </a:lnTo>
                <a:lnTo>
                  <a:pt x="982725" y="622657"/>
                </a:lnTo>
                <a:lnTo>
                  <a:pt x="986203" y="579196"/>
                </a:lnTo>
                <a:lnTo>
                  <a:pt x="985191" y="535624"/>
                </a:lnTo>
                <a:lnTo>
                  <a:pt x="979734" y="492307"/>
                </a:lnTo>
                <a:lnTo>
                  <a:pt x="969878" y="449609"/>
                </a:lnTo>
                <a:lnTo>
                  <a:pt x="955669" y="407895"/>
                </a:lnTo>
                <a:lnTo>
                  <a:pt x="937154" y="367530"/>
                </a:lnTo>
                <a:lnTo>
                  <a:pt x="914378" y="328880"/>
                </a:lnTo>
                <a:lnTo>
                  <a:pt x="887387" y="292308"/>
                </a:lnTo>
                <a:lnTo>
                  <a:pt x="856228" y="258179"/>
                </a:lnTo>
                <a:lnTo>
                  <a:pt x="820946" y="226859"/>
                </a:lnTo>
                <a:lnTo>
                  <a:pt x="782581" y="199399"/>
                </a:lnTo>
                <a:lnTo>
                  <a:pt x="742390" y="176583"/>
                </a:lnTo>
                <a:lnTo>
                  <a:pt x="700741" y="158375"/>
                </a:lnTo>
                <a:lnTo>
                  <a:pt x="657999" y="144737"/>
                </a:lnTo>
                <a:lnTo>
                  <a:pt x="614531" y="135635"/>
                </a:lnTo>
                <a:lnTo>
                  <a:pt x="570702" y="131032"/>
                </a:lnTo>
                <a:lnTo>
                  <a:pt x="526880" y="130891"/>
                </a:lnTo>
                <a:lnTo>
                  <a:pt x="483430" y="135175"/>
                </a:lnTo>
                <a:lnTo>
                  <a:pt x="440719" y="143850"/>
                </a:lnTo>
                <a:lnTo>
                  <a:pt x="399113" y="156877"/>
                </a:lnTo>
                <a:lnTo>
                  <a:pt x="358978" y="174222"/>
                </a:lnTo>
                <a:lnTo>
                  <a:pt x="320681" y="195847"/>
                </a:lnTo>
                <a:lnTo>
                  <a:pt x="284587" y="221716"/>
                </a:lnTo>
                <a:lnTo>
                  <a:pt x="251064" y="251793"/>
                </a:lnTo>
                <a:lnTo>
                  <a:pt x="220477" y="286041"/>
                </a:lnTo>
              </a:path>
            </a:pathLst>
          </a:custGeom>
          <a:ln w="7349">
            <a:solidFill>
              <a:srgbClr val="C6B79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012875" y="0"/>
            <a:ext cx="8131175" cy="6858000"/>
          </a:xfrm>
          <a:custGeom>
            <a:avLst/>
            <a:gdLst/>
            <a:ahLst/>
            <a:cxnLst/>
            <a:rect l="l" t="t" r="r" b="b"/>
            <a:pathLst>
              <a:path w="8131175" h="6858000">
                <a:moveTo>
                  <a:pt x="8131175" y="0"/>
                </a:moveTo>
                <a:lnTo>
                  <a:pt x="0" y="0"/>
                </a:lnTo>
                <a:lnTo>
                  <a:pt x="0" y="6858000"/>
                </a:lnTo>
                <a:lnTo>
                  <a:pt x="8131175" y="6858000"/>
                </a:lnTo>
                <a:lnTo>
                  <a:pt x="81311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" name="bg object 2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35736" y="0"/>
            <a:ext cx="155447" cy="6857999"/>
          </a:xfrm>
          <a:prstGeom prst="rect">
            <a:avLst/>
          </a:prstGeom>
        </p:spPr>
      </p:pic>
      <p:sp>
        <p:nvSpPr>
          <p:cNvPr id="26" name="bg object 26"/>
          <p:cNvSpPr/>
          <p:nvPr/>
        </p:nvSpPr>
        <p:spPr>
          <a:xfrm>
            <a:off x="1014983" y="0"/>
            <a:ext cx="73660" cy="6858000"/>
          </a:xfrm>
          <a:custGeom>
            <a:avLst/>
            <a:gdLst/>
            <a:ahLst/>
            <a:cxnLst/>
            <a:rect l="l" t="t" r="r" b="b"/>
            <a:pathLst>
              <a:path w="73659" h="6858000">
                <a:moveTo>
                  <a:pt x="73152" y="0"/>
                </a:moveTo>
                <a:lnTo>
                  <a:pt x="0" y="0"/>
                </a:lnTo>
                <a:lnTo>
                  <a:pt x="0" y="6858000"/>
                </a:lnTo>
                <a:lnTo>
                  <a:pt x="73152" y="6858000"/>
                </a:lnTo>
                <a:lnTo>
                  <a:pt x="7315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7" name="bg object 2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79932" y="38100"/>
            <a:ext cx="7578852" cy="11064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00" b="0" i="0">
                <a:solidFill>
                  <a:srgbClr val="562213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30-May-23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00" b="0" i="0">
                <a:solidFill>
                  <a:srgbClr val="562213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30-May-23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30-May-23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3350" y="167132"/>
            <a:ext cx="7337298" cy="619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00" b="0" i="0">
                <a:solidFill>
                  <a:srgbClr val="562213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80489" y="1235709"/>
            <a:ext cx="7475855" cy="3181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30-May-23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112264" y="341375"/>
            <a:ext cx="6144768" cy="1219200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2464054" y="485978"/>
            <a:ext cx="5443855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35" dirty="0"/>
              <a:t>HEAPS</a:t>
            </a:r>
            <a:r>
              <a:rPr sz="4300" spc="-530" dirty="0"/>
              <a:t> </a:t>
            </a:r>
            <a:r>
              <a:rPr sz="4300" spc="505" dirty="0"/>
              <a:t>AND</a:t>
            </a:r>
            <a:r>
              <a:rPr sz="4300" spc="-520" dirty="0"/>
              <a:t> </a:t>
            </a:r>
            <a:r>
              <a:rPr sz="4300" spc="-20" dirty="0"/>
              <a:t>A</a:t>
            </a:r>
            <a:r>
              <a:rPr sz="4300" dirty="0"/>
              <a:t>VL</a:t>
            </a:r>
            <a:r>
              <a:rPr sz="4300" spc="-625" dirty="0"/>
              <a:t> </a:t>
            </a:r>
            <a:r>
              <a:rPr sz="4300" spc="-45" dirty="0"/>
              <a:t>TREES</a:t>
            </a:r>
            <a:endParaRPr sz="4300"/>
          </a:p>
        </p:txBody>
      </p:sp>
      <p:sp>
        <p:nvSpPr>
          <p:cNvPr id="16" name="object 16"/>
          <p:cNvSpPr txBox="1"/>
          <p:nvPr/>
        </p:nvSpPr>
        <p:spPr>
          <a:xfrm>
            <a:off x="1571497" y="3631807"/>
            <a:ext cx="6273165" cy="205232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5"/>
              </a:spcBef>
            </a:pPr>
            <a:r>
              <a:rPr sz="2800" spc="-105" dirty="0">
                <a:latin typeface="Trebuchet MS"/>
                <a:cs typeface="Trebuchet MS"/>
              </a:rPr>
              <a:t>Dr. Priyanka N</a:t>
            </a:r>
          </a:p>
          <a:p>
            <a:pPr marL="38100">
              <a:lnSpc>
                <a:spcPct val="100000"/>
              </a:lnSpc>
              <a:spcBef>
                <a:spcPts val="750"/>
              </a:spcBef>
            </a:pPr>
            <a:r>
              <a:rPr sz="2800" spc="-105" dirty="0">
                <a:latin typeface="Trebuchet MS"/>
                <a:cs typeface="Trebuchet MS"/>
              </a:rPr>
              <a:t>Assistant</a:t>
            </a:r>
            <a:r>
              <a:rPr sz="2800" spc="-80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Professor</a:t>
            </a:r>
            <a:r>
              <a:rPr sz="2800" spc="-75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Senior</a:t>
            </a:r>
            <a:r>
              <a:rPr sz="2800" spc="-75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Grade</a:t>
            </a:r>
            <a:r>
              <a:rPr sz="2800" spc="-80" dirty="0">
                <a:latin typeface="Trebuchet MS"/>
                <a:cs typeface="Trebuchet MS"/>
              </a:rPr>
              <a:t> </a:t>
            </a:r>
            <a:r>
              <a:rPr sz="2800" spc="-450" dirty="0">
                <a:latin typeface="Trebuchet MS"/>
                <a:cs typeface="Trebuchet MS"/>
              </a:rPr>
              <a:t>1</a:t>
            </a:r>
            <a:endParaRPr sz="2800" dirty="0">
              <a:latin typeface="Trebuchet MS"/>
              <a:cs typeface="Trebuchet MS"/>
            </a:endParaRPr>
          </a:p>
          <a:p>
            <a:pPr marL="38100" marR="30480">
              <a:lnSpc>
                <a:spcPct val="108900"/>
              </a:lnSpc>
              <a:spcBef>
                <a:spcPts val="415"/>
              </a:spcBef>
            </a:pPr>
            <a:r>
              <a:rPr sz="2800" spc="-120" dirty="0">
                <a:latin typeface="Trebuchet MS"/>
                <a:cs typeface="Trebuchet MS"/>
              </a:rPr>
              <a:t>Sc</a:t>
            </a:r>
            <a:r>
              <a:rPr sz="2800" spc="-125" dirty="0">
                <a:latin typeface="Trebuchet MS"/>
                <a:cs typeface="Trebuchet MS"/>
              </a:rPr>
              <a:t>h</a:t>
            </a:r>
            <a:r>
              <a:rPr sz="2800" spc="40" dirty="0">
                <a:latin typeface="Trebuchet MS"/>
                <a:cs typeface="Trebuchet MS"/>
              </a:rPr>
              <a:t>o</a:t>
            </a:r>
            <a:r>
              <a:rPr sz="2800" spc="45" dirty="0">
                <a:latin typeface="Trebuchet MS"/>
                <a:cs typeface="Trebuchet MS"/>
              </a:rPr>
              <a:t>o</a:t>
            </a:r>
            <a:r>
              <a:rPr sz="2800" spc="-215" dirty="0">
                <a:latin typeface="Trebuchet MS"/>
                <a:cs typeface="Trebuchet MS"/>
              </a:rPr>
              <a:t>l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-150" dirty="0">
                <a:latin typeface="Trebuchet MS"/>
                <a:cs typeface="Trebuchet MS"/>
              </a:rPr>
              <a:t>of</a:t>
            </a:r>
            <a:r>
              <a:rPr sz="2800" spc="-65" dirty="0">
                <a:latin typeface="Trebuchet MS"/>
                <a:cs typeface="Trebuchet MS"/>
              </a:rPr>
              <a:t> </a:t>
            </a:r>
            <a:r>
              <a:rPr sz="2800" spc="180" dirty="0">
                <a:latin typeface="Trebuchet MS"/>
                <a:cs typeface="Trebuchet MS"/>
              </a:rPr>
              <a:t>C</a:t>
            </a:r>
            <a:r>
              <a:rPr sz="2800" spc="165" dirty="0">
                <a:latin typeface="Trebuchet MS"/>
                <a:cs typeface="Trebuchet MS"/>
              </a:rPr>
              <a:t>o</a:t>
            </a:r>
            <a:r>
              <a:rPr sz="2800" spc="-200" dirty="0">
                <a:latin typeface="Trebuchet MS"/>
                <a:cs typeface="Trebuchet MS"/>
              </a:rPr>
              <a:t>m</a:t>
            </a:r>
            <a:r>
              <a:rPr sz="2800" spc="-130" dirty="0">
                <a:latin typeface="Trebuchet MS"/>
                <a:cs typeface="Trebuchet MS"/>
              </a:rPr>
              <a:t>p</a:t>
            </a:r>
            <a:r>
              <a:rPr sz="2800" spc="-185" dirty="0">
                <a:latin typeface="Trebuchet MS"/>
                <a:cs typeface="Trebuchet MS"/>
              </a:rPr>
              <a:t>u</a:t>
            </a:r>
            <a:r>
              <a:rPr sz="2800" spc="-130" dirty="0">
                <a:latin typeface="Trebuchet MS"/>
                <a:cs typeface="Trebuchet MS"/>
              </a:rPr>
              <a:t>t</a:t>
            </a:r>
            <a:r>
              <a:rPr sz="2800" spc="-85" dirty="0">
                <a:latin typeface="Trebuchet MS"/>
                <a:cs typeface="Trebuchet MS"/>
              </a:rPr>
              <a:t>er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Sc</a:t>
            </a:r>
            <a:r>
              <a:rPr sz="2800" spc="-135" dirty="0">
                <a:latin typeface="Trebuchet MS"/>
                <a:cs typeface="Trebuchet MS"/>
              </a:rPr>
              <a:t>i</a:t>
            </a:r>
            <a:r>
              <a:rPr sz="2800" spc="-245" dirty="0">
                <a:latin typeface="Trebuchet MS"/>
                <a:cs typeface="Trebuchet MS"/>
              </a:rPr>
              <a:t>e</a:t>
            </a:r>
            <a:r>
              <a:rPr sz="2800" spc="-150" dirty="0">
                <a:latin typeface="Trebuchet MS"/>
                <a:cs typeface="Trebuchet MS"/>
              </a:rPr>
              <a:t>nc</a:t>
            </a:r>
            <a:r>
              <a:rPr sz="2800" spc="-190" dirty="0">
                <a:latin typeface="Trebuchet MS"/>
                <a:cs typeface="Trebuchet MS"/>
              </a:rPr>
              <a:t>e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-229" dirty="0">
                <a:latin typeface="Trebuchet MS"/>
                <a:cs typeface="Trebuchet MS"/>
              </a:rPr>
              <a:t>&amp;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E</a:t>
            </a:r>
            <a:r>
              <a:rPr sz="2800" spc="-180" dirty="0">
                <a:latin typeface="Trebuchet MS"/>
                <a:cs typeface="Trebuchet MS"/>
              </a:rPr>
              <a:t>ngi</a:t>
            </a:r>
            <a:r>
              <a:rPr sz="2800" spc="-160" dirty="0">
                <a:latin typeface="Trebuchet MS"/>
                <a:cs typeface="Trebuchet MS"/>
              </a:rPr>
              <a:t>n</a:t>
            </a:r>
            <a:r>
              <a:rPr sz="2800" spc="-155" dirty="0">
                <a:latin typeface="Trebuchet MS"/>
                <a:cs typeface="Trebuchet MS"/>
              </a:rPr>
              <a:t>e</a:t>
            </a:r>
            <a:r>
              <a:rPr sz="2800" spc="-130" dirty="0">
                <a:latin typeface="Trebuchet MS"/>
                <a:cs typeface="Trebuchet MS"/>
              </a:rPr>
              <a:t>ering  </a:t>
            </a:r>
            <a:r>
              <a:rPr sz="4200" spc="-262" baseline="-5952" dirty="0">
                <a:latin typeface="Trebuchet MS"/>
                <a:cs typeface="Trebuchet MS"/>
              </a:rPr>
              <a:t>VIT,</a:t>
            </a:r>
            <a:r>
              <a:rPr sz="2800" spc="-175" dirty="0">
                <a:latin typeface="Trebuchet MS"/>
                <a:cs typeface="Trebuchet MS"/>
              </a:rPr>
              <a:t>Vellore.</a:t>
            </a:r>
            <a:endParaRPr sz="2800" dirty="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43609" y="116662"/>
            <a:ext cx="7992872" cy="65526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70203" y="217931"/>
            <a:ext cx="6144768" cy="1219199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222044" y="363677"/>
            <a:ext cx="5443855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35" dirty="0"/>
              <a:t>HEAPS</a:t>
            </a:r>
            <a:r>
              <a:rPr sz="4300" spc="-530" dirty="0"/>
              <a:t> </a:t>
            </a:r>
            <a:r>
              <a:rPr sz="4300" spc="505" dirty="0"/>
              <a:t>AND</a:t>
            </a:r>
            <a:r>
              <a:rPr sz="4300" spc="-520" dirty="0"/>
              <a:t> </a:t>
            </a:r>
            <a:r>
              <a:rPr sz="4300" spc="-20" dirty="0"/>
              <a:t>A</a:t>
            </a:r>
            <a:r>
              <a:rPr sz="4300" dirty="0"/>
              <a:t>VL</a:t>
            </a:r>
            <a:r>
              <a:rPr sz="4300" spc="-625" dirty="0"/>
              <a:t> </a:t>
            </a:r>
            <a:r>
              <a:rPr sz="4300" spc="-45" dirty="0"/>
              <a:t>TREES</a:t>
            </a:r>
            <a:endParaRPr sz="4300"/>
          </a:p>
        </p:txBody>
      </p:sp>
      <p:sp>
        <p:nvSpPr>
          <p:cNvPr id="16" name="object 16"/>
          <p:cNvSpPr txBox="1"/>
          <p:nvPr/>
        </p:nvSpPr>
        <p:spPr>
          <a:xfrm>
            <a:off x="1304289" y="1083900"/>
            <a:ext cx="4869815" cy="460883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700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150" dirty="0">
                <a:latin typeface="Trebuchet MS"/>
                <a:cs typeface="Trebuchet MS"/>
              </a:rPr>
              <a:t>In</a:t>
            </a:r>
            <a:r>
              <a:rPr sz="3200" spc="-140" dirty="0">
                <a:latin typeface="Trebuchet MS"/>
                <a:cs typeface="Trebuchet MS"/>
              </a:rPr>
              <a:t>t</a:t>
            </a:r>
            <a:r>
              <a:rPr sz="3200" spc="-60" dirty="0">
                <a:latin typeface="Trebuchet MS"/>
                <a:cs typeface="Trebuchet MS"/>
              </a:rPr>
              <a:t>r</a:t>
            </a:r>
            <a:r>
              <a:rPr sz="3200" spc="-120" dirty="0">
                <a:latin typeface="Trebuchet MS"/>
                <a:cs typeface="Trebuchet MS"/>
              </a:rPr>
              <a:t>oduction</a:t>
            </a:r>
            <a:r>
              <a:rPr sz="3200" spc="-114" dirty="0">
                <a:latin typeface="Trebuchet MS"/>
                <a:cs typeface="Trebuchet MS"/>
              </a:rPr>
              <a:t> </a:t>
            </a:r>
            <a:r>
              <a:rPr sz="3200" spc="-80" dirty="0">
                <a:latin typeface="Trebuchet MS"/>
                <a:cs typeface="Trebuchet MS"/>
              </a:rPr>
              <a:t>to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100" dirty="0">
                <a:latin typeface="Trebuchet MS"/>
                <a:cs typeface="Trebuchet MS"/>
              </a:rPr>
              <a:t>He</a:t>
            </a:r>
            <a:r>
              <a:rPr sz="3200" spc="-125" dirty="0">
                <a:latin typeface="Trebuchet MS"/>
                <a:cs typeface="Trebuchet MS"/>
              </a:rPr>
              <a:t>aps</a:t>
            </a:r>
            <a:endParaRPr sz="320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100" dirty="0">
                <a:latin typeface="Trebuchet MS"/>
                <a:cs typeface="Trebuchet MS"/>
              </a:rPr>
              <a:t>He</a:t>
            </a:r>
            <a:r>
              <a:rPr sz="3200" spc="-125" dirty="0">
                <a:latin typeface="Trebuchet MS"/>
                <a:cs typeface="Trebuchet MS"/>
              </a:rPr>
              <a:t>a</a:t>
            </a:r>
            <a:r>
              <a:rPr sz="3200" spc="-180" dirty="0">
                <a:latin typeface="Trebuchet MS"/>
                <a:cs typeface="Trebuchet MS"/>
              </a:rPr>
              <a:t>p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S</a:t>
            </a:r>
            <a:r>
              <a:rPr sz="3200" spc="-20" dirty="0">
                <a:latin typeface="Trebuchet MS"/>
                <a:cs typeface="Trebuchet MS"/>
              </a:rPr>
              <a:t>o</a:t>
            </a:r>
            <a:r>
              <a:rPr sz="3200" spc="80" dirty="0">
                <a:latin typeface="Trebuchet MS"/>
                <a:cs typeface="Trebuchet MS"/>
              </a:rPr>
              <a:t>r</a:t>
            </a:r>
            <a:r>
              <a:rPr sz="3200" spc="-204" dirty="0">
                <a:latin typeface="Trebuchet MS"/>
                <a:cs typeface="Trebuchet MS"/>
              </a:rPr>
              <a:t>t</a:t>
            </a:r>
            <a:endParaRPr sz="320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85" dirty="0">
                <a:latin typeface="Trebuchet MS"/>
                <a:cs typeface="Trebuchet MS"/>
              </a:rPr>
              <a:t>Prior</a:t>
            </a:r>
            <a:r>
              <a:rPr sz="3200" spc="-45" dirty="0">
                <a:latin typeface="Trebuchet MS"/>
                <a:cs typeface="Trebuchet MS"/>
              </a:rPr>
              <a:t>i</a:t>
            </a:r>
            <a:r>
              <a:rPr sz="3200" spc="-190" dirty="0">
                <a:latin typeface="Trebuchet MS"/>
                <a:cs typeface="Trebuchet MS"/>
              </a:rPr>
              <a:t>ty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35" dirty="0">
                <a:latin typeface="Trebuchet MS"/>
                <a:cs typeface="Trebuchet MS"/>
              </a:rPr>
              <a:t>Qu</a:t>
            </a:r>
            <a:r>
              <a:rPr sz="3200" spc="40" dirty="0">
                <a:latin typeface="Trebuchet MS"/>
                <a:cs typeface="Trebuchet MS"/>
              </a:rPr>
              <a:t>e</a:t>
            </a:r>
            <a:r>
              <a:rPr sz="3200" spc="-180" dirty="0">
                <a:latin typeface="Trebuchet MS"/>
                <a:cs typeface="Trebuchet MS"/>
              </a:rPr>
              <a:t>ue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165" dirty="0">
                <a:latin typeface="Trebuchet MS"/>
                <a:cs typeface="Trebuchet MS"/>
              </a:rPr>
              <a:t>us</a:t>
            </a:r>
            <a:r>
              <a:rPr sz="3200" spc="-90" dirty="0">
                <a:latin typeface="Trebuchet MS"/>
                <a:cs typeface="Trebuchet MS"/>
              </a:rPr>
              <a:t>i</a:t>
            </a:r>
            <a:r>
              <a:rPr sz="3200" spc="-195" dirty="0">
                <a:latin typeface="Trebuchet MS"/>
                <a:cs typeface="Trebuchet MS"/>
              </a:rPr>
              <a:t>ng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100" dirty="0">
                <a:latin typeface="Trebuchet MS"/>
                <a:cs typeface="Trebuchet MS"/>
              </a:rPr>
              <a:t>He</a:t>
            </a:r>
            <a:r>
              <a:rPr sz="3200" spc="-125" dirty="0">
                <a:latin typeface="Trebuchet MS"/>
                <a:cs typeface="Trebuchet MS"/>
              </a:rPr>
              <a:t>aps</a:t>
            </a:r>
            <a:endParaRPr sz="320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10" dirty="0">
                <a:solidFill>
                  <a:srgbClr val="00AF50"/>
                </a:solidFill>
                <a:latin typeface="Trebuchet MS"/>
                <a:cs typeface="Trebuchet MS"/>
              </a:rPr>
              <a:t>A</a:t>
            </a:r>
            <a:r>
              <a:rPr sz="3200" dirty="0">
                <a:solidFill>
                  <a:srgbClr val="00AF50"/>
                </a:solidFill>
                <a:latin typeface="Trebuchet MS"/>
                <a:cs typeface="Trebuchet MS"/>
              </a:rPr>
              <a:t>VL</a:t>
            </a:r>
            <a:r>
              <a:rPr sz="3200" spc="-47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3200" spc="-330" dirty="0">
                <a:solidFill>
                  <a:srgbClr val="00AF50"/>
                </a:solidFill>
                <a:latin typeface="Trebuchet MS"/>
                <a:cs typeface="Trebuchet MS"/>
              </a:rPr>
              <a:t>T</a:t>
            </a:r>
            <a:r>
              <a:rPr sz="3200" spc="-35" dirty="0">
                <a:solidFill>
                  <a:srgbClr val="00AF50"/>
                </a:solidFill>
                <a:latin typeface="Trebuchet MS"/>
                <a:cs typeface="Trebuchet MS"/>
              </a:rPr>
              <a:t>r</a:t>
            </a:r>
            <a:r>
              <a:rPr sz="3200" spc="-165" dirty="0">
                <a:solidFill>
                  <a:srgbClr val="00AF50"/>
                </a:solidFill>
                <a:latin typeface="Trebuchet MS"/>
                <a:cs typeface="Trebuchet MS"/>
              </a:rPr>
              <a:t>ees</a:t>
            </a:r>
            <a:endParaRPr sz="3200">
              <a:latin typeface="Trebuchet MS"/>
              <a:cs typeface="Trebuchet MS"/>
            </a:endParaRPr>
          </a:p>
          <a:p>
            <a:pPr marL="570230" lvl="1" indent="-238125">
              <a:lnSpc>
                <a:spcPct val="100000"/>
              </a:lnSpc>
              <a:spcBef>
                <a:spcPts val="620"/>
              </a:spcBef>
              <a:buClr>
                <a:srgbClr val="3891A7"/>
              </a:buClr>
              <a:buFont typeface="Verdana"/>
              <a:buChar char="◦"/>
              <a:tabLst>
                <a:tab pos="570865" algn="l"/>
              </a:tabLst>
            </a:pPr>
            <a:r>
              <a:rPr sz="2800" spc="-140" dirty="0">
                <a:solidFill>
                  <a:srgbClr val="00AF50"/>
                </a:solidFill>
                <a:latin typeface="Trebuchet MS"/>
                <a:cs typeface="Trebuchet MS"/>
              </a:rPr>
              <a:t>Terminologies</a:t>
            </a:r>
            <a:endParaRPr sz="2800">
              <a:latin typeface="Trebuchet MS"/>
              <a:cs typeface="Trebuchet MS"/>
            </a:endParaRPr>
          </a:p>
          <a:p>
            <a:pPr marL="570230" lvl="1" indent="-238125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Font typeface="Verdana"/>
              <a:buChar char="◦"/>
              <a:tabLst>
                <a:tab pos="570865" algn="l"/>
              </a:tabLst>
            </a:pPr>
            <a:r>
              <a:rPr sz="2800" spc="-140" dirty="0">
                <a:solidFill>
                  <a:srgbClr val="00AF50"/>
                </a:solidFill>
                <a:latin typeface="Trebuchet MS"/>
                <a:cs typeface="Trebuchet MS"/>
              </a:rPr>
              <a:t>Basic</a:t>
            </a:r>
            <a:r>
              <a:rPr sz="2800" spc="-6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800" spc="130" dirty="0">
                <a:solidFill>
                  <a:srgbClr val="00AF50"/>
                </a:solidFill>
                <a:latin typeface="Trebuchet MS"/>
                <a:cs typeface="Trebuchet MS"/>
              </a:rPr>
              <a:t>O</a:t>
            </a:r>
            <a:r>
              <a:rPr sz="2800" spc="110" dirty="0">
                <a:solidFill>
                  <a:srgbClr val="00AF50"/>
                </a:solidFill>
                <a:latin typeface="Trebuchet MS"/>
                <a:cs typeface="Trebuchet MS"/>
              </a:rPr>
              <a:t>p</a:t>
            </a:r>
            <a:r>
              <a:rPr sz="2800" spc="-125" dirty="0">
                <a:solidFill>
                  <a:srgbClr val="00AF50"/>
                </a:solidFill>
                <a:latin typeface="Trebuchet MS"/>
                <a:cs typeface="Trebuchet MS"/>
              </a:rPr>
              <a:t>eratio</a:t>
            </a:r>
            <a:r>
              <a:rPr sz="2800" spc="-150" dirty="0">
                <a:solidFill>
                  <a:srgbClr val="00AF50"/>
                </a:solidFill>
                <a:latin typeface="Trebuchet MS"/>
                <a:cs typeface="Trebuchet MS"/>
              </a:rPr>
              <a:t>n</a:t>
            </a:r>
            <a:r>
              <a:rPr sz="2800" spc="-60" dirty="0">
                <a:solidFill>
                  <a:srgbClr val="00AF50"/>
                </a:solidFill>
                <a:latin typeface="Trebuchet MS"/>
                <a:cs typeface="Trebuchet MS"/>
              </a:rPr>
              <a:t>s</a:t>
            </a:r>
            <a:endParaRPr sz="2800">
              <a:latin typeface="Trebuchet MS"/>
              <a:cs typeface="Trebuchet MS"/>
            </a:endParaRPr>
          </a:p>
          <a:p>
            <a:pPr marL="588645">
              <a:lnSpc>
                <a:spcPct val="100000"/>
              </a:lnSpc>
              <a:spcBef>
                <a:spcPts val="595"/>
              </a:spcBef>
            </a:pPr>
            <a:r>
              <a:rPr sz="2400" spc="-1535" dirty="0">
                <a:solidFill>
                  <a:srgbClr val="FDB809"/>
                </a:solidFill>
                <a:latin typeface="Segoe UI Symbol"/>
                <a:cs typeface="Segoe UI Symbol"/>
              </a:rPr>
              <a:t>🞄</a:t>
            </a:r>
            <a:r>
              <a:rPr sz="2400" spc="275" dirty="0">
                <a:solidFill>
                  <a:srgbClr val="FDB809"/>
                </a:solidFill>
                <a:latin typeface="Segoe UI Symbol"/>
                <a:cs typeface="Segoe UI Symbol"/>
              </a:rPr>
              <a:t> </a:t>
            </a:r>
            <a:r>
              <a:rPr sz="2400" spc="-90" dirty="0">
                <a:solidFill>
                  <a:srgbClr val="00AF50"/>
                </a:solidFill>
                <a:latin typeface="Trebuchet MS"/>
                <a:cs typeface="Trebuchet MS"/>
              </a:rPr>
              <a:t>Rotation</a:t>
            </a:r>
            <a:endParaRPr sz="2400">
              <a:latin typeface="Trebuchet MS"/>
              <a:cs typeface="Trebuchet MS"/>
            </a:endParaRPr>
          </a:p>
          <a:p>
            <a:pPr marL="588645">
              <a:lnSpc>
                <a:spcPct val="100000"/>
              </a:lnSpc>
              <a:spcBef>
                <a:spcPts val="575"/>
              </a:spcBef>
            </a:pPr>
            <a:r>
              <a:rPr sz="2400" spc="-1535" dirty="0">
                <a:solidFill>
                  <a:srgbClr val="FDB809"/>
                </a:solidFill>
                <a:latin typeface="Segoe UI Symbol"/>
                <a:cs typeface="Segoe UI Symbol"/>
              </a:rPr>
              <a:t>🞄</a:t>
            </a:r>
            <a:r>
              <a:rPr sz="2400" spc="275" dirty="0">
                <a:solidFill>
                  <a:srgbClr val="FDB809"/>
                </a:solidFill>
                <a:latin typeface="Segoe UI Symbol"/>
                <a:cs typeface="Segoe UI Symbol"/>
              </a:rPr>
              <a:t> </a:t>
            </a:r>
            <a:r>
              <a:rPr sz="2400" spc="-80" dirty="0">
                <a:solidFill>
                  <a:srgbClr val="00AF50"/>
                </a:solidFill>
                <a:latin typeface="Trebuchet MS"/>
                <a:cs typeface="Trebuchet MS"/>
              </a:rPr>
              <a:t>Inse</a:t>
            </a:r>
            <a:r>
              <a:rPr sz="2400" spc="-25" dirty="0">
                <a:solidFill>
                  <a:srgbClr val="00AF50"/>
                </a:solidFill>
                <a:latin typeface="Trebuchet MS"/>
                <a:cs typeface="Trebuchet MS"/>
              </a:rPr>
              <a:t>r</a:t>
            </a:r>
            <a:r>
              <a:rPr sz="2400" spc="-160" dirty="0">
                <a:solidFill>
                  <a:srgbClr val="00AF50"/>
                </a:solidFill>
                <a:latin typeface="Trebuchet MS"/>
                <a:cs typeface="Trebuchet MS"/>
              </a:rPr>
              <a:t>ti</a:t>
            </a:r>
            <a:r>
              <a:rPr sz="2400" spc="-40" dirty="0">
                <a:solidFill>
                  <a:srgbClr val="00AF50"/>
                </a:solidFill>
                <a:latin typeface="Trebuchet MS"/>
                <a:cs typeface="Trebuchet MS"/>
              </a:rPr>
              <a:t>on</a:t>
            </a:r>
            <a:endParaRPr sz="2400">
              <a:latin typeface="Trebuchet MS"/>
              <a:cs typeface="Trebuchet MS"/>
            </a:endParaRPr>
          </a:p>
          <a:p>
            <a:pPr marL="588645">
              <a:lnSpc>
                <a:spcPct val="100000"/>
              </a:lnSpc>
              <a:spcBef>
                <a:spcPts val="575"/>
              </a:spcBef>
            </a:pPr>
            <a:r>
              <a:rPr sz="2400" spc="-1535" dirty="0">
                <a:solidFill>
                  <a:srgbClr val="FDB809"/>
                </a:solidFill>
                <a:latin typeface="Segoe UI Symbol"/>
                <a:cs typeface="Segoe UI Symbol"/>
              </a:rPr>
              <a:t>🞄</a:t>
            </a:r>
            <a:r>
              <a:rPr sz="2400" spc="275" dirty="0">
                <a:solidFill>
                  <a:srgbClr val="FDB809"/>
                </a:solidFill>
                <a:latin typeface="Segoe UI Symbol"/>
                <a:cs typeface="Segoe UI Symbol"/>
              </a:rPr>
              <a:t> </a:t>
            </a:r>
            <a:r>
              <a:rPr sz="2400" spc="-45" dirty="0">
                <a:solidFill>
                  <a:srgbClr val="00AF50"/>
                </a:solidFill>
                <a:latin typeface="Trebuchet MS"/>
                <a:cs typeface="Trebuchet MS"/>
              </a:rPr>
              <a:t>Dele</a:t>
            </a:r>
            <a:r>
              <a:rPr sz="2400" spc="-160" dirty="0">
                <a:solidFill>
                  <a:srgbClr val="00AF50"/>
                </a:solidFill>
                <a:latin typeface="Trebuchet MS"/>
                <a:cs typeface="Trebuchet MS"/>
              </a:rPr>
              <a:t>ti</a:t>
            </a:r>
            <a:r>
              <a:rPr sz="2400" spc="-40" dirty="0">
                <a:solidFill>
                  <a:srgbClr val="00AF50"/>
                </a:solidFill>
                <a:latin typeface="Trebuchet MS"/>
                <a:cs typeface="Trebuchet MS"/>
              </a:rPr>
              <a:t>on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6403" y="65531"/>
            <a:ext cx="2929128" cy="1219199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298194" y="211277"/>
            <a:ext cx="2226310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20" dirty="0"/>
              <a:t>A</a:t>
            </a:r>
            <a:r>
              <a:rPr sz="4300" dirty="0"/>
              <a:t>VL</a:t>
            </a:r>
            <a:r>
              <a:rPr sz="4300" spc="-625" dirty="0"/>
              <a:t> </a:t>
            </a:r>
            <a:r>
              <a:rPr sz="4300" spc="-455" dirty="0"/>
              <a:t>T</a:t>
            </a:r>
            <a:r>
              <a:rPr sz="4300" spc="-55" dirty="0"/>
              <a:t>r</a:t>
            </a:r>
            <a:r>
              <a:rPr sz="4300" spc="-290" dirty="0"/>
              <a:t>e</a:t>
            </a:r>
            <a:r>
              <a:rPr sz="4300" spc="-305" dirty="0"/>
              <a:t>e</a:t>
            </a:r>
            <a:r>
              <a:rPr sz="4300" spc="-90" dirty="0"/>
              <a:t>s</a:t>
            </a:r>
            <a:endParaRPr sz="4300"/>
          </a:p>
        </p:txBody>
      </p:sp>
      <p:sp>
        <p:nvSpPr>
          <p:cNvPr id="16" name="object 16"/>
          <p:cNvSpPr txBox="1"/>
          <p:nvPr/>
        </p:nvSpPr>
        <p:spPr>
          <a:xfrm>
            <a:off x="1380489" y="1186941"/>
            <a:ext cx="7511415" cy="498983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295910" marR="39370" indent="-283845">
              <a:lnSpc>
                <a:spcPts val="3460"/>
              </a:lnSpc>
              <a:spcBef>
                <a:spcPts val="53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10" dirty="0">
                <a:latin typeface="Trebuchet MS"/>
                <a:cs typeface="Trebuchet MS"/>
              </a:rPr>
              <a:t>A</a:t>
            </a:r>
            <a:r>
              <a:rPr sz="3200" dirty="0">
                <a:latin typeface="Trebuchet MS"/>
                <a:cs typeface="Trebuchet MS"/>
              </a:rPr>
              <a:t>VL</a:t>
            </a:r>
            <a:r>
              <a:rPr sz="3200" spc="30" dirty="0">
                <a:latin typeface="Trebuchet MS"/>
                <a:cs typeface="Trebuchet MS"/>
              </a:rPr>
              <a:t> </a:t>
            </a:r>
            <a:r>
              <a:rPr sz="3200" spc="-215" dirty="0">
                <a:latin typeface="Trebuchet MS"/>
                <a:cs typeface="Trebuchet MS"/>
              </a:rPr>
              <a:t>t</a:t>
            </a:r>
            <a:r>
              <a:rPr sz="3200" spc="-35" dirty="0">
                <a:latin typeface="Trebuchet MS"/>
                <a:cs typeface="Trebuchet MS"/>
              </a:rPr>
              <a:t>r</a:t>
            </a:r>
            <a:r>
              <a:rPr sz="3200" spc="-215" dirty="0">
                <a:latin typeface="Trebuchet MS"/>
                <a:cs typeface="Trebuchet MS"/>
              </a:rPr>
              <a:t>ee</a:t>
            </a:r>
            <a:r>
              <a:rPr sz="3200" spc="35" dirty="0">
                <a:latin typeface="Trebuchet MS"/>
                <a:cs typeface="Trebuchet MS"/>
              </a:rPr>
              <a:t> </a:t>
            </a:r>
            <a:r>
              <a:rPr sz="3200" spc="-110" dirty="0">
                <a:latin typeface="Trebuchet MS"/>
                <a:cs typeface="Trebuchet MS"/>
              </a:rPr>
              <a:t>i</a:t>
            </a:r>
            <a:r>
              <a:rPr sz="3200" spc="-160" dirty="0">
                <a:latin typeface="Trebuchet MS"/>
                <a:cs typeface="Trebuchet MS"/>
              </a:rPr>
              <a:t>s</a:t>
            </a:r>
            <a:r>
              <a:rPr sz="3200" spc="20" dirty="0">
                <a:latin typeface="Trebuchet MS"/>
                <a:cs typeface="Trebuchet MS"/>
              </a:rPr>
              <a:t> </a:t>
            </a:r>
            <a:r>
              <a:rPr sz="3200" spc="-315" dirty="0">
                <a:latin typeface="Trebuchet MS"/>
                <a:cs typeface="Trebuchet MS"/>
              </a:rPr>
              <a:t>a</a:t>
            </a:r>
            <a:r>
              <a:rPr sz="3200" spc="20" dirty="0">
                <a:latin typeface="Trebuchet MS"/>
                <a:cs typeface="Trebuchet MS"/>
              </a:rPr>
              <a:t> </a:t>
            </a:r>
            <a:r>
              <a:rPr sz="3200" spc="-200" dirty="0">
                <a:latin typeface="Trebuchet MS"/>
                <a:cs typeface="Trebuchet MS"/>
              </a:rPr>
              <a:t>hei</a:t>
            </a:r>
            <a:r>
              <a:rPr sz="3200" spc="-229" dirty="0">
                <a:latin typeface="Trebuchet MS"/>
                <a:cs typeface="Trebuchet MS"/>
              </a:rPr>
              <a:t>g</a:t>
            </a:r>
            <a:r>
              <a:rPr sz="3200" spc="-204" dirty="0">
                <a:latin typeface="Trebuchet MS"/>
                <a:cs typeface="Trebuchet MS"/>
              </a:rPr>
              <a:t>h</a:t>
            </a:r>
            <a:r>
              <a:rPr sz="3200" spc="-145" dirty="0">
                <a:latin typeface="Trebuchet MS"/>
                <a:cs typeface="Trebuchet MS"/>
              </a:rPr>
              <a:t>t-</a:t>
            </a:r>
            <a:r>
              <a:rPr sz="3200" spc="-290" dirty="0">
                <a:latin typeface="Trebuchet MS"/>
                <a:cs typeface="Trebuchet MS"/>
              </a:rPr>
              <a:t>ba</a:t>
            </a:r>
            <a:r>
              <a:rPr sz="3200" spc="-175" dirty="0">
                <a:latin typeface="Trebuchet MS"/>
                <a:cs typeface="Trebuchet MS"/>
              </a:rPr>
              <a:t>l</a:t>
            </a:r>
            <a:r>
              <a:rPr sz="3200" spc="-330" dirty="0">
                <a:latin typeface="Trebuchet MS"/>
                <a:cs typeface="Trebuchet MS"/>
              </a:rPr>
              <a:t>a</a:t>
            </a:r>
            <a:r>
              <a:rPr sz="3200" spc="-175" dirty="0">
                <a:latin typeface="Trebuchet MS"/>
                <a:cs typeface="Trebuchet MS"/>
              </a:rPr>
              <a:t>nced</a:t>
            </a:r>
            <a:r>
              <a:rPr sz="3200" spc="30" dirty="0">
                <a:latin typeface="Trebuchet MS"/>
                <a:cs typeface="Trebuchet MS"/>
              </a:rPr>
              <a:t> </a:t>
            </a:r>
            <a:r>
              <a:rPr sz="3200" spc="-175" dirty="0">
                <a:latin typeface="Trebuchet MS"/>
                <a:cs typeface="Trebuchet MS"/>
              </a:rPr>
              <a:t>bina</a:t>
            </a:r>
            <a:r>
              <a:rPr sz="3200" spc="-55" dirty="0">
                <a:latin typeface="Trebuchet MS"/>
                <a:cs typeface="Trebuchet MS"/>
              </a:rPr>
              <a:t>r</a:t>
            </a:r>
            <a:r>
              <a:rPr sz="3200" spc="-175" dirty="0">
                <a:latin typeface="Trebuchet MS"/>
                <a:cs typeface="Trebuchet MS"/>
              </a:rPr>
              <a:t>y</a:t>
            </a:r>
            <a:r>
              <a:rPr sz="3200" spc="20" dirty="0">
                <a:latin typeface="Trebuchet MS"/>
                <a:cs typeface="Trebuchet MS"/>
              </a:rPr>
              <a:t> </a:t>
            </a:r>
            <a:r>
              <a:rPr sz="3200" spc="-150" dirty="0">
                <a:latin typeface="Trebuchet MS"/>
                <a:cs typeface="Trebuchet MS"/>
              </a:rPr>
              <a:t>sea</a:t>
            </a:r>
            <a:r>
              <a:rPr sz="3200" spc="-200" dirty="0">
                <a:latin typeface="Trebuchet MS"/>
                <a:cs typeface="Trebuchet MS"/>
              </a:rPr>
              <a:t>rc</a:t>
            </a:r>
            <a:r>
              <a:rPr sz="3200" spc="-105" dirty="0">
                <a:latin typeface="Trebuchet MS"/>
                <a:cs typeface="Trebuchet MS"/>
              </a:rPr>
              <a:t>h  </a:t>
            </a:r>
            <a:r>
              <a:rPr sz="3200" spc="-165" dirty="0">
                <a:latin typeface="Trebuchet MS"/>
                <a:cs typeface="Trebuchet MS"/>
              </a:rPr>
              <a:t>tree</a:t>
            </a:r>
            <a:endParaRPr sz="3200">
              <a:latin typeface="Trebuchet MS"/>
              <a:cs typeface="Trebuchet MS"/>
            </a:endParaRPr>
          </a:p>
          <a:p>
            <a:pPr marL="295910" marR="38735" indent="-283845">
              <a:lnSpc>
                <a:spcPts val="3460"/>
              </a:lnSpc>
              <a:spcBef>
                <a:spcPts val="59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  <a:tab pos="725805" algn="l"/>
                <a:tab pos="1164590" algn="l"/>
                <a:tab pos="2001520" algn="l"/>
                <a:tab pos="2367280" algn="l"/>
                <a:tab pos="3578860" algn="l"/>
                <a:tab pos="4828540" algn="l"/>
                <a:tab pos="5699125" algn="l"/>
                <a:tab pos="6433820" algn="l"/>
                <a:tab pos="6851650" algn="l"/>
                <a:tab pos="7290434" algn="l"/>
              </a:tabLst>
            </a:pPr>
            <a:r>
              <a:rPr sz="3200" spc="-150" dirty="0">
                <a:latin typeface="Trebuchet MS"/>
                <a:cs typeface="Trebuchet MS"/>
              </a:rPr>
              <a:t>It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110" dirty="0">
                <a:latin typeface="Trebuchet MS"/>
                <a:cs typeface="Trebuchet MS"/>
              </a:rPr>
              <a:t>i</a:t>
            </a:r>
            <a:r>
              <a:rPr sz="3200" spc="-160" dirty="0">
                <a:latin typeface="Trebuchet MS"/>
                <a:cs typeface="Trebuchet MS"/>
              </a:rPr>
              <a:t>s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145" dirty="0">
                <a:latin typeface="Trebuchet MS"/>
                <a:cs typeface="Trebuchet MS"/>
              </a:rPr>
              <a:t>also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315" dirty="0">
                <a:latin typeface="Trebuchet MS"/>
                <a:cs typeface="Trebuchet MS"/>
              </a:rPr>
              <a:t>a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210" dirty="0">
                <a:latin typeface="Trebuchet MS"/>
                <a:cs typeface="Trebuchet MS"/>
              </a:rPr>
              <a:t>bin</a:t>
            </a:r>
            <a:r>
              <a:rPr sz="3200" spc="-254" dirty="0">
                <a:latin typeface="Trebuchet MS"/>
                <a:cs typeface="Trebuchet MS"/>
              </a:rPr>
              <a:t>a</a:t>
            </a:r>
            <a:r>
              <a:rPr sz="3200" spc="105" dirty="0">
                <a:latin typeface="Trebuchet MS"/>
                <a:cs typeface="Trebuchet MS"/>
              </a:rPr>
              <a:t>r</a:t>
            </a:r>
            <a:r>
              <a:rPr sz="3200" spc="-175" dirty="0">
                <a:latin typeface="Trebuchet MS"/>
                <a:cs typeface="Trebuchet MS"/>
              </a:rPr>
              <a:t>y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150" dirty="0">
                <a:latin typeface="Trebuchet MS"/>
                <a:cs typeface="Trebuchet MS"/>
              </a:rPr>
              <a:t>sea</a:t>
            </a:r>
            <a:r>
              <a:rPr sz="3200" spc="-210" dirty="0">
                <a:latin typeface="Trebuchet MS"/>
                <a:cs typeface="Trebuchet MS"/>
              </a:rPr>
              <a:t>r</a:t>
            </a:r>
            <a:r>
              <a:rPr sz="3200" spc="-165" dirty="0">
                <a:latin typeface="Trebuchet MS"/>
                <a:cs typeface="Trebuchet MS"/>
              </a:rPr>
              <a:t>ch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215" dirty="0">
                <a:latin typeface="Trebuchet MS"/>
                <a:cs typeface="Trebuchet MS"/>
              </a:rPr>
              <a:t>t</a:t>
            </a:r>
            <a:r>
              <a:rPr sz="3200" spc="-35" dirty="0">
                <a:latin typeface="Trebuchet MS"/>
                <a:cs typeface="Trebuchet MS"/>
              </a:rPr>
              <a:t>r</a:t>
            </a:r>
            <a:r>
              <a:rPr sz="3200" spc="-215" dirty="0">
                <a:latin typeface="Trebuchet MS"/>
                <a:cs typeface="Trebuchet MS"/>
              </a:rPr>
              <a:t>ee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180" dirty="0">
                <a:latin typeface="Trebuchet MS"/>
                <a:cs typeface="Trebuchet MS"/>
              </a:rPr>
              <a:t>but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170" dirty="0">
                <a:latin typeface="Trebuchet MS"/>
                <a:cs typeface="Trebuchet MS"/>
              </a:rPr>
              <a:t>i</a:t>
            </a:r>
            <a:r>
              <a:rPr sz="3200" spc="-240" dirty="0">
                <a:latin typeface="Trebuchet MS"/>
                <a:cs typeface="Trebuchet MS"/>
              </a:rPr>
              <a:t>t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110" dirty="0">
                <a:latin typeface="Trebuchet MS"/>
                <a:cs typeface="Trebuchet MS"/>
              </a:rPr>
              <a:t>i</a:t>
            </a:r>
            <a:r>
              <a:rPr sz="3200" spc="-160" dirty="0">
                <a:latin typeface="Trebuchet MS"/>
                <a:cs typeface="Trebuchet MS"/>
              </a:rPr>
              <a:t>s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225" dirty="0">
                <a:latin typeface="Trebuchet MS"/>
                <a:cs typeface="Trebuchet MS"/>
              </a:rPr>
              <a:t>a  </a:t>
            </a:r>
            <a:r>
              <a:rPr sz="3200" spc="-290" dirty="0">
                <a:latin typeface="Trebuchet MS"/>
                <a:cs typeface="Trebuchet MS"/>
              </a:rPr>
              <a:t>ba</a:t>
            </a:r>
            <a:r>
              <a:rPr sz="3200" spc="-155" dirty="0">
                <a:latin typeface="Trebuchet MS"/>
                <a:cs typeface="Trebuchet MS"/>
              </a:rPr>
              <a:t>l</a:t>
            </a:r>
            <a:r>
              <a:rPr sz="3200" spc="-204" dirty="0">
                <a:latin typeface="Trebuchet MS"/>
                <a:cs typeface="Trebuchet MS"/>
              </a:rPr>
              <a:t>anced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spc="-90" dirty="0">
                <a:latin typeface="Trebuchet MS"/>
                <a:cs typeface="Trebuchet MS"/>
              </a:rPr>
              <a:t>t</a:t>
            </a:r>
            <a:r>
              <a:rPr sz="3200" spc="-145" dirty="0">
                <a:latin typeface="Trebuchet MS"/>
                <a:cs typeface="Trebuchet MS"/>
              </a:rPr>
              <a:t>r</a:t>
            </a:r>
            <a:r>
              <a:rPr sz="3200" spc="-215" dirty="0">
                <a:latin typeface="Trebuchet MS"/>
                <a:cs typeface="Trebuchet MS"/>
              </a:rPr>
              <a:t>e</a:t>
            </a:r>
            <a:r>
              <a:rPr sz="3200" spc="-155" dirty="0">
                <a:latin typeface="Trebuchet MS"/>
                <a:cs typeface="Trebuchet MS"/>
              </a:rPr>
              <a:t>e</a:t>
            </a:r>
            <a:r>
              <a:rPr sz="3200" spc="-475" dirty="0">
                <a:latin typeface="Trebuchet MS"/>
                <a:cs typeface="Trebuchet MS"/>
              </a:rPr>
              <a:t>.</a:t>
            </a:r>
            <a:endParaRPr sz="320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160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15" dirty="0">
                <a:solidFill>
                  <a:srgbClr val="FF0000"/>
                </a:solidFill>
                <a:latin typeface="Trebuchet MS"/>
                <a:cs typeface="Trebuchet MS"/>
              </a:rPr>
              <a:t>What</a:t>
            </a:r>
            <a:r>
              <a:rPr sz="3200" spc="-10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110" dirty="0">
                <a:solidFill>
                  <a:srgbClr val="FF0000"/>
                </a:solidFill>
                <a:latin typeface="Trebuchet MS"/>
                <a:cs typeface="Trebuchet MS"/>
              </a:rPr>
              <a:t>i</a:t>
            </a:r>
            <a:r>
              <a:rPr sz="3200" spc="-160" dirty="0">
                <a:solidFill>
                  <a:srgbClr val="FF0000"/>
                </a:solidFill>
                <a:latin typeface="Trebuchet MS"/>
                <a:cs typeface="Trebuchet MS"/>
              </a:rPr>
              <a:t>s</a:t>
            </a:r>
            <a:r>
              <a:rPr sz="3200" spc="-7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195" dirty="0">
                <a:solidFill>
                  <a:srgbClr val="FF0000"/>
                </a:solidFill>
                <a:latin typeface="Trebuchet MS"/>
                <a:cs typeface="Trebuchet MS"/>
              </a:rPr>
              <a:t>Balanced</a:t>
            </a:r>
            <a:r>
              <a:rPr sz="3200" spc="-5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330" dirty="0">
                <a:solidFill>
                  <a:srgbClr val="FF0000"/>
                </a:solidFill>
                <a:latin typeface="Trebuchet MS"/>
                <a:cs typeface="Trebuchet MS"/>
              </a:rPr>
              <a:t>T</a:t>
            </a:r>
            <a:r>
              <a:rPr sz="3200" spc="-35" dirty="0">
                <a:solidFill>
                  <a:srgbClr val="FF0000"/>
                </a:solidFill>
                <a:latin typeface="Trebuchet MS"/>
                <a:cs typeface="Trebuchet MS"/>
              </a:rPr>
              <a:t>r</a:t>
            </a:r>
            <a:r>
              <a:rPr sz="3200" spc="-180" dirty="0">
                <a:solidFill>
                  <a:srgbClr val="FF0000"/>
                </a:solidFill>
                <a:latin typeface="Trebuchet MS"/>
                <a:cs typeface="Trebuchet MS"/>
              </a:rPr>
              <a:t>ee?</a:t>
            </a:r>
            <a:endParaRPr sz="3200">
              <a:latin typeface="Trebuchet MS"/>
              <a:cs typeface="Trebuchet MS"/>
            </a:endParaRPr>
          </a:p>
          <a:p>
            <a:pPr marL="570230" marR="5080" lvl="1" indent="-238125" algn="just">
              <a:lnSpc>
                <a:spcPct val="90000"/>
              </a:lnSpc>
              <a:spcBef>
                <a:spcPts val="620"/>
              </a:spcBef>
              <a:buClr>
                <a:srgbClr val="3891A7"/>
              </a:buClr>
              <a:buFont typeface="Verdana"/>
              <a:buChar char="◦"/>
              <a:tabLst>
                <a:tab pos="570865" algn="l"/>
              </a:tabLst>
            </a:pPr>
            <a:r>
              <a:rPr sz="2800" spc="210" dirty="0">
                <a:latin typeface="Trebuchet MS"/>
                <a:cs typeface="Trebuchet MS"/>
              </a:rPr>
              <a:t>A </a:t>
            </a:r>
            <a:r>
              <a:rPr sz="2800" spc="-140" dirty="0">
                <a:latin typeface="Trebuchet MS"/>
                <a:cs typeface="Trebuchet MS"/>
              </a:rPr>
              <a:t>binary</a:t>
            </a:r>
            <a:r>
              <a:rPr sz="2800" spc="-135" dirty="0">
                <a:latin typeface="Trebuchet MS"/>
                <a:cs typeface="Trebuchet MS"/>
              </a:rPr>
              <a:t> </a:t>
            </a:r>
            <a:r>
              <a:rPr sz="2800" spc="-150" dirty="0">
                <a:latin typeface="Trebuchet MS"/>
                <a:cs typeface="Trebuchet MS"/>
              </a:rPr>
              <a:t>tree</a:t>
            </a:r>
            <a:r>
              <a:rPr sz="2800" spc="-145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is</a:t>
            </a:r>
            <a:r>
              <a:rPr sz="2800" spc="-120" dirty="0">
                <a:latin typeface="Trebuchet MS"/>
                <a:cs typeface="Trebuchet MS"/>
              </a:rPr>
              <a:t> </a:t>
            </a:r>
            <a:r>
              <a:rPr sz="2800" spc="-165" dirty="0">
                <a:latin typeface="Trebuchet MS"/>
                <a:cs typeface="Trebuchet MS"/>
              </a:rPr>
              <a:t>said</a:t>
            </a:r>
            <a:r>
              <a:rPr sz="2800" spc="-160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to</a:t>
            </a:r>
            <a:r>
              <a:rPr sz="2800" spc="-65" dirty="0">
                <a:latin typeface="Trebuchet MS"/>
                <a:cs typeface="Trebuchet MS"/>
              </a:rPr>
              <a:t> </a:t>
            </a:r>
            <a:r>
              <a:rPr sz="2800" spc="-175" dirty="0">
                <a:latin typeface="Trebuchet MS"/>
                <a:cs typeface="Trebuchet MS"/>
              </a:rPr>
              <a:t>be</a:t>
            </a:r>
            <a:r>
              <a:rPr sz="2800" spc="-170" dirty="0">
                <a:latin typeface="Trebuchet MS"/>
                <a:cs typeface="Trebuchet MS"/>
              </a:rPr>
              <a:t> </a:t>
            </a:r>
            <a:r>
              <a:rPr sz="2800" spc="-195" dirty="0">
                <a:latin typeface="Trebuchet MS"/>
                <a:cs typeface="Trebuchet MS"/>
              </a:rPr>
              <a:t>balanced</a:t>
            </a:r>
            <a:r>
              <a:rPr sz="2800" spc="-190" dirty="0">
                <a:latin typeface="Trebuchet MS"/>
                <a:cs typeface="Trebuchet MS"/>
              </a:rPr>
              <a:t> </a:t>
            </a:r>
            <a:r>
              <a:rPr sz="2800" spc="-320" dirty="0">
                <a:latin typeface="Trebuchet MS"/>
                <a:cs typeface="Trebuchet MS"/>
              </a:rPr>
              <a:t>if,</a:t>
            </a:r>
            <a:r>
              <a:rPr sz="2800" spc="-315" dirty="0">
                <a:latin typeface="Trebuchet MS"/>
                <a:cs typeface="Trebuchet MS"/>
              </a:rPr>
              <a:t> </a:t>
            </a:r>
            <a:r>
              <a:rPr sz="2800" spc="-165" dirty="0">
                <a:latin typeface="Trebuchet MS"/>
                <a:cs typeface="Trebuchet MS"/>
              </a:rPr>
              <a:t>the </a:t>
            </a:r>
            <a:r>
              <a:rPr sz="2800" spc="-160" dirty="0">
                <a:latin typeface="Trebuchet MS"/>
                <a:cs typeface="Trebuchet MS"/>
              </a:rPr>
              <a:t> </a:t>
            </a:r>
            <a:r>
              <a:rPr sz="2800" spc="-195" dirty="0">
                <a:latin typeface="Trebuchet MS"/>
                <a:cs typeface="Trebuchet MS"/>
              </a:rPr>
              <a:t>difference </a:t>
            </a:r>
            <a:r>
              <a:rPr sz="2800" spc="-170" dirty="0">
                <a:latin typeface="Trebuchet MS"/>
                <a:cs typeface="Trebuchet MS"/>
              </a:rPr>
              <a:t>between </a:t>
            </a:r>
            <a:r>
              <a:rPr sz="2800" spc="-165" dirty="0">
                <a:latin typeface="Trebuchet MS"/>
                <a:cs typeface="Trebuchet MS"/>
              </a:rPr>
              <a:t>the </a:t>
            </a:r>
            <a:r>
              <a:rPr sz="2800" spc="-160" dirty="0">
                <a:latin typeface="Trebuchet MS"/>
                <a:cs typeface="Trebuchet MS"/>
              </a:rPr>
              <a:t>heights </a:t>
            </a:r>
            <a:r>
              <a:rPr sz="2800" spc="-150" dirty="0">
                <a:latin typeface="Trebuchet MS"/>
                <a:cs typeface="Trebuchet MS"/>
              </a:rPr>
              <a:t>of </a:t>
            </a:r>
            <a:r>
              <a:rPr sz="2800" spc="-235" dirty="0">
                <a:latin typeface="Trebuchet MS"/>
                <a:cs typeface="Trebuchet MS"/>
              </a:rPr>
              <a:t>left </a:t>
            </a:r>
            <a:r>
              <a:rPr sz="2800" spc="-185" dirty="0">
                <a:latin typeface="Trebuchet MS"/>
                <a:cs typeface="Trebuchet MS"/>
              </a:rPr>
              <a:t>and </a:t>
            </a:r>
            <a:r>
              <a:rPr sz="2800" spc="-140" dirty="0">
                <a:latin typeface="Trebuchet MS"/>
                <a:cs typeface="Trebuchet MS"/>
              </a:rPr>
              <a:t>right </a:t>
            </a:r>
            <a:r>
              <a:rPr sz="2800" spc="-135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subtrees </a:t>
            </a:r>
            <a:r>
              <a:rPr sz="2800" spc="-155" dirty="0">
                <a:latin typeface="Trebuchet MS"/>
                <a:cs typeface="Trebuchet MS"/>
              </a:rPr>
              <a:t>of</a:t>
            </a:r>
            <a:r>
              <a:rPr sz="2800" spc="-150" dirty="0">
                <a:latin typeface="Trebuchet MS"/>
                <a:cs typeface="Trebuchet MS"/>
              </a:rPr>
              <a:t> </a:t>
            </a:r>
            <a:r>
              <a:rPr sz="2800" spc="-140" dirty="0">
                <a:latin typeface="Trebuchet MS"/>
                <a:cs typeface="Trebuchet MS"/>
              </a:rPr>
              <a:t>every </a:t>
            </a:r>
            <a:r>
              <a:rPr sz="2800" spc="-105" dirty="0">
                <a:latin typeface="Trebuchet MS"/>
                <a:cs typeface="Trebuchet MS"/>
              </a:rPr>
              <a:t>node </a:t>
            </a:r>
            <a:r>
              <a:rPr sz="2800" spc="-165" dirty="0">
                <a:latin typeface="Trebuchet MS"/>
                <a:cs typeface="Trebuchet MS"/>
              </a:rPr>
              <a:t>in</a:t>
            </a:r>
            <a:r>
              <a:rPr sz="2800" spc="509" dirty="0">
                <a:latin typeface="Trebuchet MS"/>
                <a:cs typeface="Trebuchet MS"/>
              </a:rPr>
              <a:t> </a:t>
            </a:r>
            <a:r>
              <a:rPr sz="2800" spc="-170" dirty="0">
                <a:latin typeface="Trebuchet MS"/>
                <a:cs typeface="Trebuchet MS"/>
              </a:rPr>
              <a:t>the</a:t>
            </a:r>
            <a:r>
              <a:rPr sz="2800" spc="505" dirty="0">
                <a:latin typeface="Trebuchet MS"/>
                <a:cs typeface="Trebuchet MS"/>
              </a:rPr>
              <a:t> </a:t>
            </a:r>
            <a:r>
              <a:rPr sz="2800" spc="-150" dirty="0">
                <a:latin typeface="Trebuchet MS"/>
                <a:cs typeface="Trebuchet MS"/>
              </a:rPr>
              <a:t>tree</a:t>
            </a:r>
            <a:r>
              <a:rPr sz="2800" spc="545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is </a:t>
            </a:r>
            <a:r>
              <a:rPr sz="2800" spc="-145" dirty="0">
                <a:latin typeface="Trebuchet MS"/>
                <a:cs typeface="Trebuchet MS"/>
              </a:rPr>
              <a:t>either </a:t>
            </a:r>
            <a:r>
              <a:rPr sz="2800" spc="-204" dirty="0">
                <a:solidFill>
                  <a:srgbClr val="FF0000"/>
                </a:solidFill>
                <a:latin typeface="Trebuchet MS"/>
                <a:cs typeface="Trebuchet MS"/>
              </a:rPr>
              <a:t>-1, </a:t>
            </a:r>
            <a:r>
              <a:rPr sz="2800" spc="-83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spc="-75" dirty="0">
                <a:solidFill>
                  <a:srgbClr val="FF0000"/>
                </a:solidFill>
                <a:latin typeface="Trebuchet MS"/>
                <a:cs typeface="Trebuchet MS"/>
              </a:rPr>
              <a:t>0 </a:t>
            </a:r>
            <a:r>
              <a:rPr sz="2800" spc="30" dirty="0">
                <a:solidFill>
                  <a:srgbClr val="FF0000"/>
                </a:solidFill>
                <a:latin typeface="Trebuchet MS"/>
                <a:cs typeface="Trebuchet MS"/>
              </a:rPr>
              <a:t>or</a:t>
            </a:r>
            <a:r>
              <a:rPr sz="2800" spc="-5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spc="45" dirty="0">
                <a:solidFill>
                  <a:srgbClr val="FF0000"/>
                </a:solidFill>
                <a:latin typeface="Trebuchet MS"/>
                <a:cs typeface="Trebuchet MS"/>
              </a:rPr>
              <a:t>+1</a:t>
            </a:r>
            <a:endParaRPr sz="2800">
              <a:latin typeface="Trebuchet MS"/>
              <a:cs typeface="Trebuchet MS"/>
            </a:endParaRPr>
          </a:p>
          <a:p>
            <a:pPr marL="295910" marR="40640" indent="-283845" algn="just">
              <a:lnSpc>
                <a:spcPts val="3460"/>
              </a:lnSpc>
              <a:spcBef>
                <a:spcPts val="630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120" dirty="0">
                <a:latin typeface="Trebuchet MS"/>
                <a:cs typeface="Trebuchet MS"/>
              </a:rPr>
              <a:t>In </a:t>
            </a:r>
            <a:r>
              <a:rPr sz="3200" spc="-240" dirty="0">
                <a:latin typeface="Trebuchet MS"/>
                <a:cs typeface="Trebuchet MS"/>
              </a:rPr>
              <a:t>an</a:t>
            </a:r>
            <a:r>
              <a:rPr sz="3200" spc="-235" dirty="0">
                <a:latin typeface="Trebuchet MS"/>
                <a:cs typeface="Trebuchet MS"/>
              </a:rPr>
              <a:t> </a:t>
            </a:r>
            <a:r>
              <a:rPr sz="3200" spc="-5" dirty="0">
                <a:latin typeface="Trebuchet MS"/>
                <a:cs typeface="Trebuchet MS"/>
              </a:rPr>
              <a:t>AVL </a:t>
            </a:r>
            <a:r>
              <a:rPr sz="3200" spc="-215" dirty="0">
                <a:latin typeface="Trebuchet MS"/>
                <a:cs typeface="Trebuchet MS"/>
              </a:rPr>
              <a:t>tree, </a:t>
            </a:r>
            <a:r>
              <a:rPr sz="3200" spc="-155" dirty="0">
                <a:latin typeface="Trebuchet MS"/>
                <a:cs typeface="Trebuchet MS"/>
              </a:rPr>
              <a:t>every</a:t>
            </a:r>
            <a:r>
              <a:rPr sz="3200" spc="-150" dirty="0">
                <a:latin typeface="Trebuchet MS"/>
                <a:cs typeface="Trebuchet MS"/>
              </a:rPr>
              <a:t> </a:t>
            </a:r>
            <a:r>
              <a:rPr sz="3200" spc="-120" dirty="0">
                <a:latin typeface="Trebuchet MS"/>
                <a:cs typeface="Trebuchet MS"/>
              </a:rPr>
              <a:t>node </a:t>
            </a:r>
            <a:r>
              <a:rPr sz="3200" spc="-204" dirty="0">
                <a:latin typeface="Trebuchet MS"/>
                <a:cs typeface="Trebuchet MS"/>
              </a:rPr>
              <a:t>maintains</a:t>
            </a:r>
            <a:r>
              <a:rPr sz="3200" spc="-200" dirty="0">
                <a:latin typeface="Trebuchet MS"/>
                <a:cs typeface="Trebuchet MS"/>
              </a:rPr>
              <a:t> </a:t>
            </a:r>
            <a:r>
              <a:rPr sz="3200" spc="-250" dirty="0">
                <a:latin typeface="Trebuchet MS"/>
                <a:cs typeface="Trebuchet MS"/>
              </a:rPr>
              <a:t>an </a:t>
            </a:r>
            <a:r>
              <a:rPr sz="3200" spc="-245" dirty="0">
                <a:latin typeface="Trebuchet MS"/>
                <a:cs typeface="Trebuchet MS"/>
              </a:rPr>
              <a:t> </a:t>
            </a:r>
            <a:r>
              <a:rPr sz="3200" spc="-140" dirty="0">
                <a:latin typeface="Trebuchet MS"/>
                <a:cs typeface="Trebuchet MS"/>
              </a:rPr>
              <a:t>extra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130" dirty="0">
                <a:latin typeface="Trebuchet MS"/>
                <a:cs typeface="Trebuchet MS"/>
              </a:rPr>
              <a:t>i</a:t>
            </a:r>
            <a:r>
              <a:rPr sz="3200" spc="-229" dirty="0">
                <a:latin typeface="Trebuchet MS"/>
                <a:cs typeface="Trebuchet MS"/>
              </a:rPr>
              <a:t>n</a:t>
            </a:r>
            <a:r>
              <a:rPr sz="3200" spc="-420" dirty="0">
                <a:latin typeface="Trebuchet MS"/>
                <a:cs typeface="Trebuchet MS"/>
              </a:rPr>
              <a:t>f</a:t>
            </a:r>
            <a:r>
              <a:rPr sz="3200" spc="-110" dirty="0">
                <a:latin typeface="Trebuchet MS"/>
                <a:cs typeface="Trebuchet MS"/>
              </a:rPr>
              <a:t>orm</a:t>
            </a:r>
            <a:r>
              <a:rPr sz="3200" spc="-120" dirty="0">
                <a:latin typeface="Trebuchet MS"/>
                <a:cs typeface="Trebuchet MS"/>
              </a:rPr>
              <a:t>a</a:t>
            </a:r>
            <a:r>
              <a:rPr sz="3200" spc="-105" dirty="0">
                <a:latin typeface="Trebuchet MS"/>
                <a:cs typeface="Trebuchet MS"/>
              </a:rPr>
              <a:t>ti</a:t>
            </a:r>
            <a:r>
              <a:rPr sz="3200" spc="-175" dirty="0">
                <a:latin typeface="Trebuchet MS"/>
                <a:cs typeface="Trebuchet MS"/>
              </a:rPr>
              <a:t>o</a:t>
            </a:r>
            <a:r>
              <a:rPr sz="3200" spc="-150" dirty="0">
                <a:latin typeface="Trebuchet MS"/>
                <a:cs typeface="Trebuchet MS"/>
              </a:rPr>
              <a:t>n</a:t>
            </a:r>
            <a:r>
              <a:rPr sz="3200" spc="-114" dirty="0">
                <a:latin typeface="Trebuchet MS"/>
                <a:cs typeface="Trebuchet MS"/>
              </a:rPr>
              <a:t> </a:t>
            </a:r>
            <a:r>
              <a:rPr sz="3200" spc="-60" dirty="0">
                <a:latin typeface="Trebuchet MS"/>
                <a:cs typeface="Trebuchet MS"/>
              </a:rPr>
              <a:t>kn</a:t>
            </a:r>
            <a:r>
              <a:rPr sz="3200" spc="-100" dirty="0">
                <a:latin typeface="Trebuchet MS"/>
                <a:cs typeface="Trebuchet MS"/>
              </a:rPr>
              <a:t>o</a:t>
            </a:r>
            <a:r>
              <a:rPr sz="3200" spc="-135" dirty="0">
                <a:latin typeface="Trebuchet MS"/>
                <a:cs typeface="Trebuchet MS"/>
              </a:rPr>
              <a:t>w</a:t>
            </a:r>
            <a:r>
              <a:rPr sz="3200" spc="-95" dirty="0">
                <a:latin typeface="Trebuchet MS"/>
                <a:cs typeface="Trebuchet MS"/>
              </a:rPr>
              <a:t>n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220" dirty="0">
                <a:latin typeface="Trebuchet MS"/>
                <a:cs typeface="Trebuchet MS"/>
              </a:rPr>
              <a:t>a</a:t>
            </a:r>
            <a:r>
              <a:rPr sz="3200" spc="-165" dirty="0">
                <a:latin typeface="Trebuchet MS"/>
                <a:cs typeface="Trebuchet MS"/>
              </a:rPr>
              <a:t>s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235" dirty="0">
                <a:solidFill>
                  <a:srgbClr val="FF0000"/>
                </a:solidFill>
                <a:latin typeface="Trebuchet MS"/>
                <a:cs typeface="Trebuchet MS"/>
              </a:rPr>
              <a:t>bala</a:t>
            </a:r>
            <a:r>
              <a:rPr sz="3200" spc="-265" dirty="0">
                <a:solidFill>
                  <a:srgbClr val="FF0000"/>
                </a:solidFill>
                <a:latin typeface="Trebuchet MS"/>
                <a:cs typeface="Trebuchet MS"/>
              </a:rPr>
              <a:t>n</a:t>
            </a:r>
            <a:r>
              <a:rPr sz="3200" spc="-195" dirty="0">
                <a:solidFill>
                  <a:srgbClr val="FF0000"/>
                </a:solidFill>
                <a:latin typeface="Trebuchet MS"/>
                <a:cs typeface="Trebuchet MS"/>
              </a:rPr>
              <a:t>c</a:t>
            </a:r>
            <a:r>
              <a:rPr sz="3200" spc="-210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sz="3200" spc="-10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170" dirty="0">
                <a:solidFill>
                  <a:srgbClr val="FF0000"/>
                </a:solidFill>
                <a:latin typeface="Trebuchet MS"/>
                <a:cs typeface="Trebuchet MS"/>
              </a:rPr>
              <a:t>factor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6403" y="65531"/>
            <a:ext cx="2929128" cy="1219199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298194" y="211277"/>
            <a:ext cx="2226310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20" dirty="0"/>
              <a:t>A</a:t>
            </a:r>
            <a:r>
              <a:rPr sz="4300" dirty="0"/>
              <a:t>VL</a:t>
            </a:r>
            <a:r>
              <a:rPr sz="4300" spc="-625" dirty="0"/>
              <a:t> </a:t>
            </a:r>
            <a:r>
              <a:rPr sz="4300" spc="-455" dirty="0"/>
              <a:t>T</a:t>
            </a:r>
            <a:r>
              <a:rPr sz="4300" spc="-55" dirty="0"/>
              <a:t>r</a:t>
            </a:r>
            <a:r>
              <a:rPr sz="4300" spc="-290" dirty="0"/>
              <a:t>e</a:t>
            </a:r>
            <a:r>
              <a:rPr sz="4300" spc="-305" dirty="0"/>
              <a:t>e</a:t>
            </a:r>
            <a:r>
              <a:rPr sz="4300" spc="-90" dirty="0"/>
              <a:t>s</a:t>
            </a:r>
            <a:endParaRPr sz="4300"/>
          </a:p>
        </p:txBody>
      </p:sp>
      <p:sp>
        <p:nvSpPr>
          <p:cNvPr id="16" name="object 16"/>
          <p:cNvSpPr txBox="1"/>
          <p:nvPr/>
        </p:nvSpPr>
        <p:spPr>
          <a:xfrm>
            <a:off x="1380489" y="1235709"/>
            <a:ext cx="7477125" cy="42120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marR="6985" indent="-283845" algn="just">
              <a:lnSpc>
                <a:spcPct val="100000"/>
              </a:lnSpc>
              <a:spcBef>
                <a:spcPts val="1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10" dirty="0">
                <a:latin typeface="Trebuchet MS"/>
                <a:cs typeface="Trebuchet MS"/>
              </a:rPr>
              <a:t>A</a:t>
            </a:r>
            <a:r>
              <a:rPr sz="3200" dirty="0">
                <a:latin typeface="Trebuchet MS"/>
                <a:cs typeface="Trebuchet MS"/>
              </a:rPr>
              <a:t>VL</a:t>
            </a:r>
            <a:r>
              <a:rPr sz="3200" spc="50" dirty="0">
                <a:latin typeface="Trebuchet MS"/>
                <a:cs typeface="Trebuchet MS"/>
              </a:rPr>
              <a:t> </a:t>
            </a:r>
            <a:r>
              <a:rPr sz="3200" spc="-90" dirty="0">
                <a:latin typeface="Trebuchet MS"/>
                <a:cs typeface="Trebuchet MS"/>
              </a:rPr>
              <a:t>t</a:t>
            </a:r>
            <a:r>
              <a:rPr sz="3200" spc="-145" dirty="0">
                <a:latin typeface="Trebuchet MS"/>
                <a:cs typeface="Trebuchet MS"/>
              </a:rPr>
              <a:t>r</a:t>
            </a:r>
            <a:r>
              <a:rPr sz="3200" spc="-215" dirty="0">
                <a:latin typeface="Trebuchet MS"/>
                <a:cs typeface="Trebuchet MS"/>
              </a:rPr>
              <a:t>ee</a:t>
            </a:r>
            <a:r>
              <a:rPr sz="3200" spc="45" dirty="0">
                <a:latin typeface="Trebuchet MS"/>
                <a:cs typeface="Trebuchet MS"/>
              </a:rPr>
              <a:t> </a:t>
            </a:r>
            <a:r>
              <a:rPr sz="3200" spc="-180" dirty="0">
                <a:latin typeface="Trebuchet MS"/>
                <a:cs typeface="Trebuchet MS"/>
              </a:rPr>
              <a:t>wa</a:t>
            </a:r>
            <a:r>
              <a:rPr sz="3200" spc="-110" dirty="0">
                <a:latin typeface="Trebuchet MS"/>
                <a:cs typeface="Trebuchet MS"/>
              </a:rPr>
              <a:t>s</a:t>
            </a:r>
            <a:r>
              <a:rPr sz="3200" spc="45" dirty="0">
                <a:latin typeface="Trebuchet MS"/>
                <a:cs typeface="Trebuchet MS"/>
              </a:rPr>
              <a:t> </a:t>
            </a:r>
            <a:r>
              <a:rPr sz="3200" spc="-195" dirty="0">
                <a:latin typeface="Trebuchet MS"/>
                <a:cs typeface="Trebuchet MS"/>
              </a:rPr>
              <a:t>in</a:t>
            </a:r>
            <a:r>
              <a:rPr sz="3200" spc="-200" dirty="0">
                <a:latin typeface="Trebuchet MS"/>
                <a:cs typeface="Trebuchet MS"/>
              </a:rPr>
              <a:t>t</a:t>
            </a:r>
            <a:r>
              <a:rPr sz="3200" spc="-70" dirty="0">
                <a:latin typeface="Trebuchet MS"/>
                <a:cs typeface="Trebuchet MS"/>
              </a:rPr>
              <a:t>r</a:t>
            </a:r>
            <a:r>
              <a:rPr sz="3200" spc="-135" dirty="0">
                <a:latin typeface="Trebuchet MS"/>
                <a:cs typeface="Trebuchet MS"/>
              </a:rPr>
              <a:t>oduced</a:t>
            </a:r>
            <a:r>
              <a:rPr sz="3200" spc="55" dirty="0">
                <a:latin typeface="Trebuchet MS"/>
                <a:cs typeface="Trebuchet MS"/>
              </a:rPr>
              <a:t> </a:t>
            </a:r>
            <a:r>
              <a:rPr sz="3200" spc="-235" dirty="0">
                <a:latin typeface="Trebuchet MS"/>
                <a:cs typeface="Trebuchet MS"/>
              </a:rPr>
              <a:t>b</a:t>
            </a:r>
            <a:r>
              <a:rPr sz="3200" spc="-170" dirty="0">
                <a:latin typeface="Trebuchet MS"/>
                <a:cs typeface="Trebuchet MS"/>
              </a:rPr>
              <a:t>y</a:t>
            </a:r>
            <a:r>
              <a:rPr sz="3200" spc="55" dirty="0">
                <a:latin typeface="Trebuchet MS"/>
                <a:cs typeface="Trebuchet MS"/>
              </a:rPr>
              <a:t> </a:t>
            </a:r>
            <a:r>
              <a:rPr sz="3200" spc="210" dirty="0">
                <a:latin typeface="Trebuchet MS"/>
                <a:cs typeface="Trebuchet MS"/>
              </a:rPr>
              <a:t>G</a:t>
            </a:r>
            <a:r>
              <a:rPr sz="3200" spc="-470" dirty="0">
                <a:latin typeface="Trebuchet MS"/>
                <a:cs typeface="Trebuchet MS"/>
              </a:rPr>
              <a:t>.</a:t>
            </a:r>
            <a:r>
              <a:rPr sz="3200" spc="220" dirty="0">
                <a:latin typeface="Trebuchet MS"/>
                <a:cs typeface="Trebuchet MS"/>
              </a:rPr>
              <a:t>M</a:t>
            </a:r>
            <a:r>
              <a:rPr sz="3200" spc="-475" dirty="0">
                <a:latin typeface="Trebuchet MS"/>
                <a:cs typeface="Trebuchet MS"/>
              </a:rPr>
              <a:t>.</a:t>
            </a:r>
            <a:r>
              <a:rPr sz="3200" spc="-275" dirty="0">
                <a:latin typeface="Trebuchet MS"/>
                <a:cs typeface="Trebuchet MS"/>
              </a:rPr>
              <a:t> </a:t>
            </a:r>
            <a:r>
              <a:rPr sz="3200" spc="229" dirty="0">
                <a:latin typeface="Trebuchet MS"/>
                <a:cs typeface="Trebuchet MS"/>
              </a:rPr>
              <a:t>A</a:t>
            </a:r>
            <a:r>
              <a:rPr sz="3200" spc="-125" dirty="0">
                <a:latin typeface="Trebuchet MS"/>
                <a:cs typeface="Trebuchet MS"/>
              </a:rPr>
              <a:t>delso</a:t>
            </a:r>
            <a:r>
              <a:rPr sz="3200" spc="-140" dirty="0">
                <a:latin typeface="Trebuchet MS"/>
                <a:cs typeface="Trebuchet MS"/>
              </a:rPr>
              <a:t>n</a:t>
            </a:r>
            <a:r>
              <a:rPr sz="3200" spc="-125" dirty="0">
                <a:latin typeface="Trebuchet MS"/>
                <a:cs typeface="Trebuchet MS"/>
              </a:rPr>
              <a:t>-  </a:t>
            </a:r>
            <a:r>
              <a:rPr sz="3200" spc="-280" dirty="0">
                <a:latin typeface="Trebuchet MS"/>
                <a:cs typeface="Trebuchet MS"/>
              </a:rPr>
              <a:t>V</a:t>
            </a:r>
            <a:r>
              <a:rPr sz="3200" spc="-155" dirty="0">
                <a:latin typeface="Trebuchet MS"/>
                <a:cs typeface="Trebuchet MS"/>
              </a:rPr>
              <a:t>elsky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-204" dirty="0">
                <a:latin typeface="Trebuchet MS"/>
                <a:cs typeface="Trebuchet MS"/>
              </a:rPr>
              <a:t>and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114" dirty="0">
                <a:latin typeface="Trebuchet MS"/>
                <a:cs typeface="Trebuchet MS"/>
              </a:rPr>
              <a:t>E</a:t>
            </a:r>
            <a:r>
              <a:rPr sz="3200" spc="-470" dirty="0">
                <a:latin typeface="Trebuchet MS"/>
                <a:cs typeface="Trebuchet MS"/>
              </a:rPr>
              <a:t>.</a:t>
            </a:r>
            <a:r>
              <a:rPr sz="3200" spc="220" dirty="0">
                <a:latin typeface="Trebuchet MS"/>
                <a:cs typeface="Trebuchet MS"/>
              </a:rPr>
              <a:t>M</a:t>
            </a:r>
            <a:r>
              <a:rPr sz="3200" spc="-475" dirty="0">
                <a:latin typeface="Trebuchet MS"/>
                <a:cs typeface="Trebuchet MS"/>
              </a:rPr>
              <a:t>.</a:t>
            </a:r>
            <a:r>
              <a:rPr sz="3200" spc="-409" dirty="0">
                <a:latin typeface="Trebuchet MS"/>
                <a:cs typeface="Trebuchet MS"/>
              </a:rPr>
              <a:t> </a:t>
            </a:r>
            <a:r>
              <a:rPr sz="3200" spc="-160" dirty="0">
                <a:latin typeface="Trebuchet MS"/>
                <a:cs typeface="Trebuchet MS"/>
              </a:rPr>
              <a:t>Landis</a:t>
            </a:r>
            <a:endParaRPr sz="3200" dirty="0">
              <a:latin typeface="Trebuchet MS"/>
              <a:cs typeface="Trebuchet MS"/>
            </a:endParaRPr>
          </a:p>
          <a:p>
            <a:pPr marL="295910" marR="5715" indent="-283845" algn="just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204" dirty="0">
                <a:latin typeface="Trebuchet MS"/>
                <a:cs typeface="Trebuchet MS"/>
              </a:rPr>
              <a:t>Balance </a:t>
            </a:r>
            <a:r>
              <a:rPr sz="3200" spc="-170" dirty="0">
                <a:latin typeface="Trebuchet MS"/>
                <a:cs typeface="Trebuchet MS"/>
              </a:rPr>
              <a:t>factor of </a:t>
            </a:r>
            <a:r>
              <a:rPr sz="3200" spc="-315" dirty="0">
                <a:latin typeface="Trebuchet MS"/>
                <a:cs typeface="Trebuchet MS"/>
              </a:rPr>
              <a:t>a</a:t>
            </a:r>
            <a:r>
              <a:rPr sz="3200" spc="-310" dirty="0">
                <a:latin typeface="Trebuchet MS"/>
                <a:cs typeface="Trebuchet MS"/>
              </a:rPr>
              <a:t> </a:t>
            </a:r>
            <a:r>
              <a:rPr sz="3200" spc="-114" dirty="0">
                <a:latin typeface="Trebuchet MS"/>
                <a:cs typeface="Trebuchet MS"/>
              </a:rPr>
              <a:t>node </a:t>
            </a:r>
            <a:r>
              <a:rPr sz="3200" spc="-145" dirty="0">
                <a:latin typeface="Trebuchet MS"/>
                <a:cs typeface="Trebuchet MS"/>
              </a:rPr>
              <a:t>is </a:t>
            </a:r>
            <a:r>
              <a:rPr sz="3200" spc="-190" dirty="0">
                <a:latin typeface="Trebuchet MS"/>
                <a:cs typeface="Trebuchet MS"/>
              </a:rPr>
              <a:t>the </a:t>
            </a:r>
            <a:r>
              <a:rPr sz="3200" spc="-220" dirty="0">
                <a:latin typeface="Trebuchet MS"/>
                <a:cs typeface="Trebuchet MS"/>
              </a:rPr>
              <a:t>difference </a:t>
            </a:r>
            <a:r>
              <a:rPr sz="3200" spc="-215" dirty="0">
                <a:latin typeface="Trebuchet MS"/>
                <a:cs typeface="Trebuchet MS"/>
              </a:rPr>
              <a:t> </a:t>
            </a:r>
            <a:r>
              <a:rPr sz="3200" spc="-190" dirty="0">
                <a:latin typeface="Trebuchet MS"/>
                <a:cs typeface="Trebuchet MS"/>
              </a:rPr>
              <a:t>between</a:t>
            </a:r>
            <a:r>
              <a:rPr sz="3200" spc="-185" dirty="0">
                <a:latin typeface="Trebuchet MS"/>
                <a:cs typeface="Trebuchet MS"/>
              </a:rPr>
              <a:t> </a:t>
            </a:r>
            <a:r>
              <a:rPr sz="3200" spc="-190" dirty="0">
                <a:latin typeface="Trebuchet MS"/>
                <a:cs typeface="Trebuchet MS"/>
              </a:rPr>
              <a:t>the</a:t>
            </a:r>
            <a:r>
              <a:rPr sz="3200" spc="-185" dirty="0">
                <a:latin typeface="Trebuchet MS"/>
                <a:cs typeface="Trebuchet MS"/>
              </a:rPr>
              <a:t> </a:t>
            </a:r>
            <a:r>
              <a:rPr sz="3200" spc="-180" dirty="0">
                <a:latin typeface="Trebuchet MS"/>
                <a:cs typeface="Trebuchet MS"/>
              </a:rPr>
              <a:t>heights </a:t>
            </a:r>
            <a:r>
              <a:rPr sz="3200" spc="-170" dirty="0">
                <a:latin typeface="Trebuchet MS"/>
                <a:cs typeface="Trebuchet MS"/>
              </a:rPr>
              <a:t>of </a:t>
            </a:r>
            <a:r>
              <a:rPr sz="3200" spc="-190" dirty="0">
                <a:latin typeface="Trebuchet MS"/>
                <a:cs typeface="Trebuchet MS"/>
              </a:rPr>
              <a:t>the</a:t>
            </a:r>
            <a:r>
              <a:rPr sz="3200" spc="-185" dirty="0">
                <a:latin typeface="Trebuchet MS"/>
                <a:cs typeface="Trebuchet MS"/>
              </a:rPr>
              <a:t> </a:t>
            </a:r>
            <a:r>
              <a:rPr sz="3200" spc="-265" dirty="0">
                <a:latin typeface="Trebuchet MS"/>
                <a:cs typeface="Trebuchet MS"/>
              </a:rPr>
              <a:t>left</a:t>
            </a:r>
            <a:r>
              <a:rPr sz="3200" spc="-260" dirty="0">
                <a:latin typeface="Trebuchet MS"/>
                <a:cs typeface="Trebuchet MS"/>
              </a:rPr>
              <a:t> </a:t>
            </a:r>
            <a:r>
              <a:rPr sz="3200" spc="-210" dirty="0">
                <a:latin typeface="Trebuchet MS"/>
                <a:cs typeface="Trebuchet MS"/>
              </a:rPr>
              <a:t>and</a:t>
            </a:r>
            <a:r>
              <a:rPr sz="3200" spc="-204" dirty="0">
                <a:latin typeface="Trebuchet MS"/>
                <a:cs typeface="Trebuchet MS"/>
              </a:rPr>
              <a:t> </a:t>
            </a:r>
            <a:r>
              <a:rPr sz="3200" spc="-160" dirty="0">
                <a:latin typeface="Trebuchet MS"/>
                <a:cs typeface="Trebuchet MS"/>
              </a:rPr>
              <a:t>right </a:t>
            </a:r>
            <a:r>
              <a:rPr sz="3200" spc="-155" dirty="0">
                <a:latin typeface="Trebuchet MS"/>
                <a:cs typeface="Trebuchet MS"/>
              </a:rPr>
              <a:t> </a:t>
            </a:r>
            <a:r>
              <a:rPr sz="3200" spc="-125" dirty="0">
                <a:latin typeface="Trebuchet MS"/>
                <a:cs typeface="Trebuchet MS"/>
              </a:rPr>
              <a:t>su</a:t>
            </a:r>
            <a:r>
              <a:rPr sz="3200" spc="-140" dirty="0">
                <a:latin typeface="Trebuchet MS"/>
                <a:cs typeface="Trebuchet MS"/>
              </a:rPr>
              <a:t>b</a:t>
            </a:r>
            <a:r>
              <a:rPr sz="3200" spc="-90" dirty="0">
                <a:latin typeface="Trebuchet MS"/>
                <a:cs typeface="Trebuchet MS"/>
              </a:rPr>
              <a:t>t</a:t>
            </a:r>
            <a:r>
              <a:rPr sz="3200" spc="-150" dirty="0">
                <a:latin typeface="Trebuchet MS"/>
                <a:cs typeface="Trebuchet MS"/>
              </a:rPr>
              <a:t>r</a:t>
            </a:r>
            <a:r>
              <a:rPr sz="3200" spc="-165" dirty="0">
                <a:latin typeface="Trebuchet MS"/>
                <a:cs typeface="Trebuchet MS"/>
              </a:rPr>
              <a:t>ees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204" dirty="0">
                <a:latin typeface="Trebuchet MS"/>
                <a:cs typeface="Trebuchet MS"/>
              </a:rPr>
              <a:t>o</a:t>
            </a:r>
            <a:r>
              <a:rPr sz="3200" spc="-135" dirty="0">
                <a:latin typeface="Trebuchet MS"/>
                <a:cs typeface="Trebuchet MS"/>
              </a:rPr>
              <a:t>f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215" dirty="0">
                <a:latin typeface="Trebuchet MS"/>
                <a:cs typeface="Trebuchet MS"/>
              </a:rPr>
              <a:t>that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114" dirty="0">
                <a:latin typeface="Trebuchet MS"/>
                <a:cs typeface="Trebuchet MS"/>
              </a:rPr>
              <a:t>nod</a:t>
            </a:r>
            <a:r>
              <a:rPr sz="3200" spc="-60" dirty="0">
                <a:latin typeface="Trebuchet MS"/>
                <a:cs typeface="Trebuchet MS"/>
              </a:rPr>
              <a:t>e</a:t>
            </a:r>
            <a:r>
              <a:rPr sz="3200" spc="-475" dirty="0">
                <a:latin typeface="Trebuchet MS"/>
                <a:cs typeface="Trebuchet MS"/>
              </a:rPr>
              <a:t>.</a:t>
            </a:r>
            <a:endParaRPr sz="32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3891A7"/>
              </a:buClr>
              <a:buFont typeface="Segoe UI Symbol"/>
              <a:buChar char="⚫"/>
            </a:pPr>
            <a:endParaRPr sz="4300" dirty="0">
              <a:latin typeface="Trebuchet MS"/>
              <a:cs typeface="Trebuchet MS"/>
            </a:endParaRPr>
          </a:p>
          <a:p>
            <a:pPr marL="295910" marR="5080" indent="-283845" algn="just">
              <a:lnSpc>
                <a:spcPct val="100000"/>
              </a:lnSpc>
              <a:spcBef>
                <a:spcPts val="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204" dirty="0">
                <a:latin typeface="Trebuchet MS"/>
                <a:cs typeface="Trebuchet MS"/>
              </a:rPr>
              <a:t>Balance </a:t>
            </a:r>
            <a:r>
              <a:rPr sz="3200" spc="-175" dirty="0">
                <a:latin typeface="Trebuchet MS"/>
                <a:cs typeface="Trebuchet MS"/>
              </a:rPr>
              <a:t>factor </a:t>
            </a:r>
            <a:r>
              <a:rPr sz="3200" spc="190" dirty="0">
                <a:latin typeface="Trebuchet MS"/>
                <a:cs typeface="Trebuchet MS"/>
              </a:rPr>
              <a:t>= </a:t>
            </a:r>
            <a:r>
              <a:rPr sz="3200" b="1" spc="-15" dirty="0">
                <a:solidFill>
                  <a:srgbClr val="FF0000"/>
                </a:solidFill>
                <a:latin typeface="Trebuchet MS"/>
                <a:cs typeface="Trebuchet MS"/>
              </a:rPr>
              <a:t>height </a:t>
            </a:r>
            <a:r>
              <a:rPr sz="3200" b="1" spc="-65" dirty="0">
                <a:solidFill>
                  <a:srgbClr val="FF0000"/>
                </a:solidFill>
                <a:latin typeface="Trebuchet MS"/>
                <a:cs typeface="Trebuchet MS"/>
              </a:rPr>
              <a:t>of </a:t>
            </a:r>
            <a:r>
              <a:rPr sz="3200" b="1" spc="-85" dirty="0">
                <a:solidFill>
                  <a:srgbClr val="FF0000"/>
                </a:solidFill>
                <a:latin typeface="Trebuchet MS"/>
                <a:cs typeface="Trebuchet MS"/>
              </a:rPr>
              <a:t>left </a:t>
            </a:r>
            <a:r>
              <a:rPr sz="3200" b="1" spc="-25" dirty="0">
                <a:solidFill>
                  <a:srgbClr val="FF0000"/>
                </a:solidFill>
                <a:latin typeface="Trebuchet MS"/>
                <a:cs typeface="Trebuchet MS"/>
              </a:rPr>
              <a:t>subtree </a:t>
            </a:r>
            <a:r>
              <a:rPr sz="3200" b="1" spc="-110" dirty="0">
                <a:solidFill>
                  <a:srgbClr val="FF0000"/>
                </a:solidFill>
                <a:latin typeface="Trebuchet MS"/>
                <a:cs typeface="Trebuchet MS"/>
              </a:rPr>
              <a:t>- </a:t>
            </a:r>
            <a:r>
              <a:rPr sz="3200" b="1" spc="-10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b="1" spc="-15" dirty="0">
                <a:solidFill>
                  <a:srgbClr val="FF0000"/>
                </a:solidFill>
                <a:latin typeface="Trebuchet MS"/>
                <a:cs typeface="Trebuchet MS"/>
              </a:rPr>
              <a:t>height </a:t>
            </a:r>
            <a:r>
              <a:rPr sz="3200" b="1" spc="-65" dirty="0">
                <a:solidFill>
                  <a:srgbClr val="FF0000"/>
                </a:solidFill>
                <a:latin typeface="Trebuchet MS"/>
                <a:cs typeface="Trebuchet MS"/>
              </a:rPr>
              <a:t>of </a:t>
            </a:r>
            <a:r>
              <a:rPr sz="3200" b="1" spc="15" dirty="0">
                <a:solidFill>
                  <a:srgbClr val="FF0000"/>
                </a:solidFill>
                <a:latin typeface="Trebuchet MS"/>
                <a:cs typeface="Trebuchet MS"/>
              </a:rPr>
              <a:t>right </a:t>
            </a:r>
            <a:r>
              <a:rPr sz="3200" b="1" spc="-25" dirty="0" smtClean="0">
                <a:solidFill>
                  <a:srgbClr val="FF0000"/>
                </a:solidFill>
                <a:latin typeface="Trebuchet MS"/>
                <a:cs typeface="Trebuchet MS"/>
              </a:rPr>
              <a:t>subtree</a:t>
            </a:r>
            <a:endParaRPr sz="3200" dirty="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6403" y="65531"/>
            <a:ext cx="4270248" cy="1219199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298194" y="211277"/>
            <a:ext cx="3568065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815" dirty="0"/>
              <a:t>W</a:t>
            </a:r>
            <a:r>
              <a:rPr sz="4300" spc="-365" dirty="0"/>
              <a:t>h</a:t>
            </a:r>
            <a:r>
              <a:rPr sz="4300" spc="-240" dirty="0"/>
              <a:t>y</a:t>
            </a:r>
            <a:r>
              <a:rPr sz="4300" spc="-515" dirty="0"/>
              <a:t> </a:t>
            </a:r>
            <a:r>
              <a:rPr sz="4300" spc="-20" dirty="0"/>
              <a:t>A</a:t>
            </a:r>
            <a:r>
              <a:rPr sz="4300" dirty="0"/>
              <a:t>VL</a:t>
            </a:r>
            <a:r>
              <a:rPr sz="4300" spc="-625" dirty="0"/>
              <a:t> </a:t>
            </a:r>
            <a:r>
              <a:rPr sz="4300" spc="-455" dirty="0"/>
              <a:t>T</a:t>
            </a:r>
            <a:r>
              <a:rPr sz="4300" spc="-55" dirty="0"/>
              <a:t>r</a:t>
            </a:r>
            <a:r>
              <a:rPr sz="4300" spc="-290" dirty="0"/>
              <a:t>e</a:t>
            </a:r>
            <a:r>
              <a:rPr sz="4300" spc="-305" dirty="0"/>
              <a:t>e</a:t>
            </a:r>
            <a:r>
              <a:rPr sz="4300" spc="-120" dirty="0"/>
              <a:t>s?</a:t>
            </a:r>
            <a:endParaRPr sz="4300"/>
          </a:p>
        </p:txBody>
      </p:sp>
      <p:sp>
        <p:nvSpPr>
          <p:cNvPr id="16" name="object 1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marR="5080" indent="-283845">
              <a:lnSpc>
                <a:spcPct val="100000"/>
              </a:lnSpc>
              <a:spcBef>
                <a:spcPts val="1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dirty="0"/>
              <a:t>AVL</a:t>
            </a:r>
            <a:r>
              <a:rPr sz="3200" spc="185" dirty="0"/>
              <a:t> </a:t>
            </a:r>
            <a:r>
              <a:rPr sz="3200" spc="-165" dirty="0"/>
              <a:t>tree</a:t>
            </a:r>
            <a:r>
              <a:rPr sz="3200" spc="185" dirty="0"/>
              <a:t> </a:t>
            </a:r>
            <a:r>
              <a:rPr sz="3200" spc="-105" dirty="0"/>
              <a:t>controls</a:t>
            </a:r>
            <a:r>
              <a:rPr sz="3200" spc="185" dirty="0"/>
              <a:t> </a:t>
            </a:r>
            <a:r>
              <a:rPr sz="3200" spc="-190" dirty="0"/>
              <a:t>the</a:t>
            </a:r>
            <a:r>
              <a:rPr sz="3200" spc="190" dirty="0"/>
              <a:t> </a:t>
            </a:r>
            <a:r>
              <a:rPr sz="3200" spc="-195" dirty="0"/>
              <a:t>height</a:t>
            </a:r>
            <a:r>
              <a:rPr sz="3200" spc="200" dirty="0"/>
              <a:t> </a:t>
            </a:r>
            <a:r>
              <a:rPr sz="3200" spc="-180" dirty="0"/>
              <a:t>of</a:t>
            </a:r>
            <a:r>
              <a:rPr sz="3200" spc="190" dirty="0"/>
              <a:t> </a:t>
            </a:r>
            <a:r>
              <a:rPr sz="3200" spc="-190" dirty="0"/>
              <a:t>the</a:t>
            </a:r>
            <a:r>
              <a:rPr sz="3200" spc="185" dirty="0"/>
              <a:t> </a:t>
            </a:r>
            <a:r>
              <a:rPr sz="3200" spc="-155" dirty="0"/>
              <a:t>binary </a:t>
            </a:r>
            <a:r>
              <a:rPr sz="3200" spc="-950" dirty="0"/>
              <a:t> </a:t>
            </a:r>
            <a:r>
              <a:rPr sz="3200" spc="-150" dirty="0"/>
              <a:t>sea</a:t>
            </a:r>
            <a:r>
              <a:rPr sz="3200" spc="-200" dirty="0"/>
              <a:t>r</a:t>
            </a:r>
            <a:r>
              <a:rPr sz="3200" spc="-165" dirty="0"/>
              <a:t>ch</a:t>
            </a:r>
            <a:r>
              <a:rPr sz="3200" spc="-100" dirty="0"/>
              <a:t> </a:t>
            </a:r>
            <a:r>
              <a:rPr sz="3200" spc="-90" dirty="0"/>
              <a:t>t</a:t>
            </a:r>
            <a:r>
              <a:rPr sz="3200" spc="-150" dirty="0"/>
              <a:t>r</a:t>
            </a:r>
            <a:r>
              <a:rPr sz="3200" spc="-210" dirty="0"/>
              <a:t>ee</a:t>
            </a:r>
            <a:r>
              <a:rPr sz="3200" spc="-90" dirty="0"/>
              <a:t> </a:t>
            </a:r>
            <a:r>
              <a:rPr sz="3200" spc="-225" dirty="0"/>
              <a:t>b</a:t>
            </a:r>
            <a:r>
              <a:rPr sz="3200" spc="-170" dirty="0"/>
              <a:t>y</a:t>
            </a:r>
            <a:r>
              <a:rPr sz="3200" spc="-90" dirty="0"/>
              <a:t> </a:t>
            </a:r>
            <a:r>
              <a:rPr sz="3200" spc="-100" dirty="0"/>
              <a:t>not</a:t>
            </a:r>
            <a:r>
              <a:rPr sz="3200" spc="-90" dirty="0"/>
              <a:t> </a:t>
            </a:r>
            <a:r>
              <a:rPr sz="3200" spc="-235" dirty="0"/>
              <a:t>lett</a:t>
            </a:r>
            <a:r>
              <a:rPr sz="3200" spc="-155" dirty="0"/>
              <a:t>i</a:t>
            </a:r>
            <a:r>
              <a:rPr sz="3200" spc="-195" dirty="0"/>
              <a:t>ng</a:t>
            </a:r>
            <a:r>
              <a:rPr sz="3200" spc="-105" dirty="0"/>
              <a:t> </a:t>
            </a:r>
            <a:r>
              <a:rPr sz="3200" spc="-170" dirty="0"/>
              <a:t>i</a:t>
            </a:r>
            <a:r>
              <a:rPr sz="3200" spc="-240" dirty="0"/>
              <a:t>t</a:t>
            </a:r>
            <a:r>
              <a:rPr sz="3200" spc="-90" dirty="0"/>
              <a:t> </a:t>
            </a:r>
            <a:r>
              <a:rPr sz="3200" spc="-75" dirty="0"/>
              <a:t>to</a:t>
            </a:r>
            <a:r>
              <a:rPr sz="3200" spc="-95" dirty="0"/>
              <a:t> </a:t>
            </a:r>
            <a:r>
              <a:rPr sz="3200" spc="-195" dirty="0"/>
              <a:t>be</a:t>
            </a:r>
            <a:r>
              <a:rPr sz="3200" spc="-90" dirty="0"/>
              <a:t> </a:t>
            </a:r>
            <a:r>
              <a:rPr sz="3200" spc="-65" dirty="0"/>
              <a:t>s</a:t>
            </a:r>
            <a:r>
              <a:rPr sz="3200" spc="-175" dirty="0"/>
              <a:t>k</a:t>
            </a:r>
            <a:r>
              <a:rPr sz="3200" spc="-260" dirty="0"/>
              <a:t>e</a:t>
            </a:r>
            <a:r>
              <a:rPr sz="3200" spc="-145" dirty="0"/>
              <a:t>w</a:t>
            </a:r>
            <a:r>
              <a:rPr sz="3200" spc="-180" dirty="0"/>
              <a:t>e</a:t>
            </a:r>
            <a:r>
              <a:rPr sz="3200" spc="-190" dirty="0"/>
              <a:t>d</a:t>
            </a:r>
            <a:r>
              <a:rPr sz="3200" spc="-475" dirty="0"/>
              <a:t>.</a:t>
            </a:r>
            <a:endParaRPr sz="3200"/>
          </a:p>
          <a:p>
            <a:pPr marL="295910" indent="-283845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135" dirty="0">
                <a:solidFill>
                  <a:srgbClr val="FF0000"/>
                </a:solidFill>
              </a:rPr>
              <a:t>Time</a:t>
            </a:r>
            <a:r>
              <a:rPr sz="3200" spc="-85" dirty="0">
                <a:solidFill>
                  <a:srgbClr val="FF0000"/>
                </a:solidFill>
              </a:rPr>
              <a:t> </a:t>
            </a:r>
            <a:r>
              <a:rPr sz="3200" spc="-195" dirty="0">
                <a:solidFill>
                  <a:srgbClr val="FF0000"/>
                </a:solidFill>
              </a:rPr>
              <a:t>ta</a:t>
            </a:r>
            <a:r>
              <a:rPr sz="3200" spc="-310" dirty="0">
                <a:solidFill>
                  <a:srgbClr val="FF0000"/>
                </a:solidFill>
              </a:rPr>
              <a:t>k</a:t>
            </a:r>
            <a:r>
              <a:rPr sz="3200" spc="-180" dirty="0">
                <a:solidFill>
                  <a:srgbClr val="FF0000"/>
                </a:solidFill>
              </a:rPr>
              <a:t>en</a:t>
            </a:r>
            <a:r>
              <a:rPr sz="3200" spc="-80" dirty="0">
                <a:solidFill>
                  <a:srgbClr val="FF0000"/>
                </a:solidFill>
              </a:rPr>
              <a:t> </a:t>
            </a:r>
            <a:r>
              <a:rPr sz="3200" spc="-420" dirty="0">
                <a:solidFill>
                  <a:srgbClr val="FF0000"/>
                </a:solidFill>
              </a:rPr>
              <a:t>f</a:t>
            </a:r>
            <a:r>
              <a:rPr sz="3200" spc="35" dirty="0">
                <a:solidFill>
                  <a:srgbClr val="FF0000"/>
                </a:solidFill>
              </a:rPr>
              <a:t>or</a:t>
            </a:r>
            <a:r>
              <a:rPr sz="3200" spc="-95" dirty="0">
                <a:solidFill>
                  <a:srgbClr val="FF0000"/>
                </a:solidFill>
              </a:rPr>
              <a:t> </a:t>
            </a:r>
            <a:r>
              <a:rPr sz="3200" spc="-270" dirty="0">
                <a:solidFill>
                  <a:srgbClr val="FF0000"/>
                </a:solidFill>
              </a:rPr>
              <a:t>all</a:t>
            </a:r>
            <a:r>
              <a:rPr sz="3200" spc="-90" dirty="0">
                <a:solidFill>
                  <a:srgbClr val="FF0000"/>
                </a:solidFill>
              </a:rPr>
              <a:t> </a:t>
            </a:r>
            <a:r>
              <a:rPr sz="3200" spc="-160" dirty="0">
                <a:solidFill>
                  <a:srgbClr val="FF0000"/>
                </a:solidFill>
              </a:rPr>
              <a:t>operat</a:t>
            </a:r>
            <a:r>
              <a:rPr sz="3200" spc="-85" dirty="0">
                <a:solidFill>
                  <a:srgbClr val="FF0000"/>
                </a:solidFill>
              </a:rPr>
              <a:t>i</a:t>
            </a:r>
            <a:r>
              <a:rPr sz="3200" spc="-50" dirty="0">
                <a:solidFill>
                  <a:srgbClr val="FF0000"/>
                </a:solidFill>
              </a:rPr>
              <a:t>o</a:t>
            </a:r>
            <a:r>
              <a:rPr sz="3200" spc="-60" dirty="0">
                <a:solidFill>
                  <a:srgbClr val="FF0000"/>
                </a:solidFill>
              </a:rPr>
              <a:t>n</a:t>
            </a:r>
            <a:r>
              <a:rPr sz="3200" spc="-65" dirty="0">
                <a:solidFill>
                  <a:srgbClr val="FF0000"/>
                </a:solidFill>
              </a:rPr>
              <a:t>s</a:t>
            </a:r>
            <a:r>
              <a:rPr sz="3200" spc="-110" dirty="0">
                <a:solidFill>
                  <a:srgbClr val="FF0000"/>
                </a:solidFill>
              </a:rPr>
              <a:t> </a:t>
            </a:r>
            <a:r>
              <a:rPr sz="3200" spc="-120" dirty="0">
                <a:solidFill>
                  <a:srgbClr val="FF0000"/>
                </a:solidFill>
              </a:rPr>
              <a:t>i</a:t>
            </a:r>
            <a:r>
              <a:rPr sz="3200" spc="-235" dirty="0">
                <a:solidFill>
                  <a:srgbClr val="FF0000"/>
                </a:solidFill>
              </a:rPr>
              <a:t>n</a:t>
            </a:r>
            <a:r>
              <a:rPr sz="3200" spc="-80" dirty="0">
                <a:solidFill>
                  <a:srgbClr val="FF0000"/>
                </a:solidFill>
              </a:rPr>
              <a:t> </a:t>
            </a:r>
            <a:r>
              <a:rPr sz="3200" spc="40" dirty="0">
                <a:solidFill>
                  <a:srgbClr val="FF0000"/>
                </a:solidFill>
              </a:rPr>
              <a:t>BST</a:t>
            </a:r>
            <a:r>
              <a:rPr sz="3200" spc="45" dirty="0">
                <a:solidFill>
                  <a:srgbClr val="FF0000"/>
                </a:solidFill>
              </a:rPr>
              <a:t>=</a:t>
            </a:r>
            <a:r>
              <a:rPr sz="3200" spc="-75" dirty="0">
                <a:solidFill>
                  <a:srgbClr val="FF0000"/>
                </a:solidFill>
              </a:rPr>
              <a:t> </a:t>
            </a:r>
            <a:r>
              <a:rPr sz="3200" spc="5" dirty="0">
                <a:solidFill>
                  <a:srgbClr val="FF0000"/>
                </a:solidFill>
              </a:rPr>
              <a:t>O(h)</a:t>
            </a:r>
            <a:endParaRPr sz="3200"/>
          </a:p>
          <a:p>
            <a:pPr marL="295910" marR="5080" indent="-283845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25" dirty="0">
                <a:solidFill>
                  <a:srgbClr val="FF0000"/>
                </a:solidFill>
              </a:rPr>
              <a:t>When</a:t>
            </a:r>
            <a:r>
              <a:rPr sz="3200" spc="380" dirty="0">
                <a:solidFill>
                  <a:srgbClr val="FF0000"/>
                </a:solidFill>
              </a:rPr>
              <a:t> </a:t>
            </a:r>
            <a:r>
              <a:rPr sz="3200" spc="-215" dirty="0">
                <a:solidFill>
                  <a:srgbClr val="FF0000"/>
                </a:solidFill>
              </a:rPr>
              <a:t>it</a:t>
            </a:r>
            <a:r>
              <a:rPr sz="3200" spc="355" dirty="0">
                <a:solidFill>
                  <a:srgbClr val="FF0000"/>
                </a:solidFill>
              </a:rPr>
              <a:t> </a:t>
            </a:r>
            <a:r>
              <a:rPr sz="3200" spc="-135" dirty="0">
                <a:solidFill>
                  <a:srgbClr val="FF0000"/>
                </a:solidFill>
              </a:rPr>
              <a:t>is</a:t>
            </a:r>
            <a:r>
              <a:rPr sz="3200" spc="370" dirty="0">
                <a:solidFill>
                  <a:srgbClr val="FF0000"/>
                </a:solidFill>
              </a:rPr>
              <a:t> </a:t>
            </a:r>
            <a:r>
              <a:rPr sz="3200" spc="-175" dirty="0">
                <a:solidFill>
                  <a:srgbClr val="FF0000"/>
                </a:solidFill>
              </a:rPr>
              <a:t>Skewed</a:t>
            </a:r>
            <a:r>
              <a:rPr sz="3200" spc="375" dirty="0">
                <a:solidFill>
                  <a:srgbClr val="FF0000"/>
                </a:solidFill>
              </a:rPr>
              <a:t> </a:t>
            </a:r>
            <a:r>
              <a:rPr sz="3200" spc="-204" dirty="0">
                <a:solidFill>
                  <a:srgbClr val="FF0000"/>
                </a:solidFill>
              </a:rPr>
              <a:t>it</a:t>
            </a:r>
            <a:r>
              <a:rPr sz="3200" spc="365" dirty="0">
                <a:solidFill>
                  <a:srgbClr val="FF0000"/>
                </a:solidFill>
              </a:rPr>
              <a:t> </a:t>
            </a:r>
            <a:r>
              <a:rPr sz="3200" spc="-135" dirty="0">
                <a:solidFill>
                  <a:srgbClr val="FF0000"/>
                </a:solidFill>
              </a:rPr>
              <a:t>is</a:t>
            </a:r>
            <a:r>
              <a:rPr sz="3200" spc="370" dirty="0">
                <a:solidFill>
                  <a:srgbClr val="FF0000"/>
                </a:solidFill>
              </a:rPr>
              <a:t> </a:t>
            </a:r>
            <a:r>
              <a:rPr sz="3200" spc="-90" dirty="0">
                <a:solidFill>
                  <a:srgbClr val="FF0000"/>
                </a:solidFill>
              </a:rPr>
              <a:t>O(n),</a:t>
            </a:r>
            <a:r>
              <a:rPr sz="3200" spc="55" dirty="0">
                <a:solidFill>
                  <a:srgbClr val="FF0000"/>
                </a:solidFill>
              </a:rPr>
              <a:t> </a:t>
            </a:r>
            <a:r>
              <a:rPr sz="3200" spc="-55" dirty="0">
                <a:solidFill>
                  <a:srgbClr val="00AF50"/>
                </a:solidFill>
              </a:rPr>
              <a:t>For</a:t>
            </a:r>
            <a:r>
              <a:rPr sz="3200" spc="365" dirty="0">
                <a:solidFill>
                  <a:srgbClr val="00AF50"/>
                </a:solidFill>
              </a:rPr>
              <a:t> </a:t>
            </a:r>
            <a:r>
              <a:rPr sz="3200" spc="-215" dirty="0">
                <a:solidFill>
                  <a:srgbClr val="00AF50"/>
                </a:solidFill>
              </a:rPr>
              <a:t>limiting </a:t>
            </a:r>
            <a:r>
              <a:rPr sz="3200" spc="-944" dirty="0">
                <a:solidFill>
                  <a:srgbClr val="00AF50"/>
                </a:solidFill>
              </a:rPr>
              <a:t> </a:t>
            </a:r>
            <a:r>
              <a:rPr sz="3200" spc="-215" dirty="0">
                <a:solidFill>
                  <a:srgbClr val="00AF50"/>
                </a:solidFill>
              </a:rPr>
              <a:t>th</a:t>
            </a:r>
            <a:r>
              <a:rPr sz="3200" spc="-125" dirty="0">
                <a:solidFill>
                  <a:srgbClr val="00AF50"/>
                </a:solidFill>
              </a:rPr>
              <a:t>i</a:t>
            </a:r>
            <a:r>
              <a:rPr sz="3200" spc="-285" dirty="0">
                <a:solidFill>
                  <a:srgbClr val="00AF50"/>
                </a:solidFill>
              </a:rPr>
              <a:t>s</a:t>
            </a:r>
            <a:r>
              <a:rPr sz="3200" spc="-30" dirty="0">
                <a:solidFill>
                  <a:srgbClr val="00AF50"/>
                </a:solidFill>
              </a:rPr>
              <a:t>,</a:t>
            </a:r>
            <a:r>
              <a:rPr sz="3200" spc="-10" dirty="0">
                <a:solidFill>
                  <a:srgbClr val="00AF50"/>
                </a:solidFill>
              </a:rPr>
              <a:t>A</a:t>
            </a:r>
            <a:r>
              <a:rPr sz="3200" dirty="0">
                <a:solidFill>
                  <a:srgbClr val="00AF50"/>
                </a:solidFill>
              </a:rPr>
              <a:t>VL</a:t>
            </a:r>
            <a:r>
              <a:rPr sz="3200" spc="-65" dirty="0">
                <a:solidFill>
                  <a:srgbClr val="00AF50"/>
                </a:solidFill>
              </a:rPr>
              <a:t> </a:t>
            </a:r>
            <a:r>
              <a:rPr sz="3200" spc="-90" dirty="0">
                <a:solidFill>
                  <a:srgbClr val="00AF50"/>
                </a:solidFill>
              </a:rPr>
              <a:t>t</a:t>
            </a:r>
            <a:r>
              <a:rPr sz="3200" spc="-145" dirty="0">
                <a:solidFill>
                  <a:srgbClr val="00AF50"/>
                </a:solidFill>
              </a:rPr>
              <a:t>r</a:t>
            </a:r>
            <a:r>
              <a:rPr sz="3200" spc="-215" dirty="0">
                <a:solidFill>
                  <a:srgbClr val="00AF50"/>
                </a:solidFill>
              </a:rPr>
              <a:t>ee</a:t>
            </a:r>
            <a:r>
              <a:rPr sz="3200" spc="-100" dirty="0">
                <a:solidFill>
                  <a:srgbClr val="00AF50"/>
                </a:solidFill>
              </a:rPr>
              <a:t> </a:t>
            </a:r>
            <a:r>
              <a:rPr sz="3200" spc="-110" dirty="0">
                <a:solidFill>
                  <a:srgbClr val="00AF50"/>
                </a:solidFill>
              </a:rPr>
              <a:t>i</a:t>
            </a:r>
            <a:r>
              <a:rPr sz="3200" spc="-160" dirty="0">
                <a:solidFill>
                  <a:srgbClr val="00AF50"/>
                </a:solidFill>
              </a:rPr>
              <a:t>s</a:t>
            </a:r>
            <a:r>
              <a:rPr sz="3200" spc="-75" dirty="0">
                <a:solidFill>
                  <a:srgbClr val="00AF50"/>
                </a:solidFill>
              </a:rPr>
              <a:t> </a:t>
            </a:r>
            <a:r>
              <a:rPr sz="3200" spc="-150" dirty="0">
                <a:solidFill>
                  <a:srgbClr val="00AF50"/>
                </a:solidFill>
              </a:rPr>
              <a:t>In</a:t>
            </a:r>
            <a:r>
              <a:rPr sz="3200" spc="-140" dirty="0">
                <a:solidFill>
                  <a:srgbClr val="00AF50"/>
                </a:solidFill>
              </a:rPr>
              <a:t>t</a:t>
            </a:r>
            <a:r>
              <a:rPr sz="3200" spc="-60" dirty="0">
                <a:solidFill>
                  <a:srgbClr val="00AF50"/>
                </a:solidFill>
              </a:rPr>
              <a:t>r</a:t>
            </a:r>
            <a:r>
              <a:rPr sz="3200" spc="-135" dirty="0">
                <a:solidFill>
                  <a:srgbClr val="00AF50"/>
                </a:solidFill>
              </a:rPr>
              <a:t>oduced</a:t>
            </a:r>
            <a:r>
              <a:rPr sz="3200" spc="-475" dirty="0">
                <a:solidFill>
                  <a:srgbClr val="00AF50"/>
                </a:solidFill>
              </a:rPr>
              <a:t>.</a:t>
            </a:r>
            <a:endParaRPr sz="3200"/>
          </a:p>
          <a:p>
            <a:pPr marL="408940" indent="-396240">
              <a:lnSpc>
                <a:spcPct val="100000"/>
              </a:lnSpc>
              <a:spcBef>
                <a:spcPts val="6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408305" algn="l"/>
                <a:tab pos="408940" algn="l"/>
                <a:tab pos="1214755" algn="l"/>
                <a:tab pos="2823210" algn="l"/>
                <a:tab pos="3107690" algn="l"/>
                <a:tab pos="4892675" algn="l"/>
                <a:tab pos="5376545" algn="l"/>
              </a:tabLst>
            </a:pPr>
            <a:r>
              <a:rPr sz="3200" spc="-55" dirty="0"/>
              <a:t>For	</a:t>
            </a:r>
            <a:r>
              <a:rPr sz="3200" spc="-195" dirty="0"/>
              <a:t>example	</a:t>
            </a:r>
            <a:r>
              <a:rPr sz="3200" spc="-475" dirty="0"/>
              <a:t>:	</a:t>
            </a:r>
            <a:r>
              <a:rPr sz="3200" spc="-180" dirty="0"/>
              <a:t>Searching	</a:t>
            </a:r>
            <a:r>
              <a:rPr sz="3200" spc="-135" dirty="0"/>
              <a:t>is	</a:t>
            </a:r>
            <a:r>
              <a:rPr sz="3200" spc="-240" dirty="0"/>
              <a:t>inefficient(i.e</a:t>
            </a:r>
            <a:endParaRPr sz="3200"/>
          </a:p>
        </p:txBody>
      </p:sp>
      <p:sp>
        <p:nvSpPr>
          <p:cNvPr id="17" name="object 17"/>
          <p:cNvSpPr txBox="1"/>
          <p:nvPr/>
        </p:nvSpPr>
        <p:spPr>
          <a:xfrm>
            <a:off x="1663954" y="4879085"/>
            <a:ext cx="622681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74800" algn="l"/>
                <a:tab pos="2188845" algn="l"/>
                <a:tab pos="3463290" algn="l"/>
                <a:tab pos="5100320" algn="l"/>
                <a:tab pos="5681345" algn="l"/>
              </a:tabLst>
            </a:pPr>
            <a:r>
              <a:rPr sz="3200" spc="-180" dirty="0">
                <a:latin typeface="Trebuchet MS"/>
                <a:cs typeface="Trebuchet MS"/>
              </a:rPr>
              <a:t>n</a:t>
            </a:r>
            <a:r>
              <a:rPr sz="3200" spc="-140" dirty="0">
                <a:latin typeface="Trebuchet MS"/>
                <a:cs typeface="Trebuchet MS"/>
              </a:rPr>
              <a:t>umber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204" dirty="0">
                <a:latin typeface="Trebuchet MS"/>
                <a:cs typeface="Trebuchet MS"/>
              </a:rPr>
              <a:t>o</a:t>
            </a:r>
            <a:r>
              <a:rPr sz="3200" spc="-140" dirty="0">
                <a:latin typeface="Trebuchet MS"/>
                <a:cs typeface="Trebuchet MS"/>
              </a:rPr>
              <a:t>f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85" dirty="0">
                <a:latin typeface="Trebuchet MS"/>
                <a:cs typeface="Trebuchet MS"/>
              </a:rPr>
              <a:t>no</a:t>
            </a:r>
            <a:r>
              <a:rPr sz="3200" spc="-100" dirty="0">
                <a:latin typeface="Trebuchet MS"/>
                <a:cs typeface="Trebuchet MS"/>
              </a:rPr>
              <a:t>d</a:t>
            </a:r>
            <a:r>
              <a:rPr sz="3200" spc="-140" dirty="0">
                <a:latin typeface="Trebuchet MS"/>
                <a:cs typeface="Trebuchet MS"/>
              </a:rPr>
              <a:t>es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425" dirty="0">
                <a:latin typeface="Trebuchet MS"/>
                <a:cs typeface="Trebuchet MS"/>
              </a:rPr>
              <a:t>a</a:t>
            </a:r>
            <a:r>
              <a:rPr sz="3200" spc="-235" dirty="0">
                <a:latin typeface="Trebuchet MS"/>
                <a:cs typeface="Trebuchet MS"/>
              </a:rPr>
              <a:t>v</a:t>
            </a:r>
            <a:r>
              <a:rPr sz="3200" spc="-265" dirty="0">
                <a:latin typeface="Trebuchet MS"/>
                <a:cs typeface="Trebuchet MS"/>
              </a:rPr>
              <a:t>a</a:t>
            </a:r>
            <a:r>
              <a:rPr sz="3200" spc="-210" dirty="0">
                <a:latin typeface="Trebuchet MS"/>
                <a:cs typeface="Trebuchet MS"/>
              </a:rPr>
              <a:t>il</a:t>
            </a:r>
            <a:r>
              <a:rPr sz="3200" spc="-380" dirty="0">
                <a:latin typeface="Trebuchet MS"/>
                <a:cs typeface="Trebuchet MS"/>
              </a:rPr>
              <a:t>a</a:t>
            </a:r>
            <a:r>
              <a:rPr sz="3200" spc="-280" dirty="0">
                <a:latin typeface="Trebuchet MS"/>
                <a:cs typeface="Trebuchet MS"/>
              </a:rPr>
              <a:t>b</a:t>
            </a:r>
            <a:r>
              <a:rPr sz="3200" spc="-145" dirty="0">
                <a:latin typeface="Trebuchet MS"/>
                <a:cs typeface="Trebuchet MS"/>
              </a:rPr>
              <a:t>l</a:t>
            </a:r>
            <a:r>
              <a:rPr sz="3200" spc="-215" dirty="0">
                <a:latin typeface="Trebuchet MS"/>
                <a:cs typeface="Trebuchet MS"/>
              </a:rPr>
              <a:t>e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135" dirty="0">
                <a:latin typeface="Trebuchet MS"/>
                <a:cs typeface="Trebuchet MS"/>
              </a:rPr>
              <a:t>i</a:t>
            </a:r>
            <a:r>
              <a:rPr sz="3200" spc="-235" dirty="0">
                <a:latin typeface="Trebuchet MS"/>
                <a:cs typeface="Trebuchet MS"/>
              </a:rPr>
              <a:t>n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215" dirty="0">
                <a:latin typeface="Trebuchet MS"/>
                <a:cs typeface="Trebuchet MS"/>
              </a:rPr>
              <a:t>t</a:t>
            </a:r>
            <a:r>
              <a:rPr sz="3200" spc="-180" dirty="0">
                <a:latin typeface="Trebuchet MS"/>
                <a:cs typeface="Trebuchet MS"/>
              </a:rPr>
              <a:t>he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63954" y="4391101"/>
            <a:ext cx="7194550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5"/>
              </a:spcBef>
              <a:tabLst>
                <a:tab pos="1144270" algn="l"/>
                <a:tab pos="2330450" algn="l"/>
                <a:tab pos="3495040" algn="l"/>
                <a:tab pos="4090670" algn="l"/>
                <a:tab pos="5049520" algn="l"/>
                <a:tab pos="6375400" algn="l"/>
              </a:tabLst>
            </a:pPr>
            <a:r>
              <a:rPr sz="3200" spc="-195" dirty="0">
                <a:latin typeface="Trebuchet MS"/>
                <a:cs typeface="Trebuchet MS"/>
              </a:rPr>
              <a:t>ta</a:t>
            </a:r>
            <a:r>
              <a:rPr sz="3200" spc="-310" dirty="0">
                <a:latin typeface="Trebuchet MS"/>
                <a:cs typeface="Trebuchet MS"/>
              </a:rPr>
              <a:t>k</a:t>
            </a:r>
            <a:r>
              <a:rPr sz="3200" spc="-140" dirty="0">
                <a:latin typeface="Trebuchet MS"/>
                <a:cs typeface="Trebuchet MS"/>
              </a:rPr>
              <a:t>es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200" dirty="0">
                <a:latin typeface="Trebuchet MS"/>
                <a:cs typeface="Trebuchet MS"/>
              </a:rPr>
              <a:t>m</a:t>
            </a:r>
            <a:r>
              <a:rPr sz="3200" spc="45" dirty="0">
                <a:latin typeface="Trebuchet MS"/>
                <a:cs typeface="Trebuchet MS"/>
              </a:rPr>
              <a:t>o</a:t>
            </a:r>
            <a:r>
              <a:rPr sz="3200" spc="-35" dirty="0">
                <a:latin typeface="Trebuchet MS"/>
                <a:cs typeface="Trebuchet MS"/>
              </a:rPr>
              <a:t>r</a:t>
            </a:r>
            <a:r>
              <a:rPr sz="3200" spc="-210" dirty="0">
                <a:latin typeface="Trebuchet MS"/>
                <a:cs typeface="Trebuchet MS"/>
              </a:rPr>
              <a:t>e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220" dirty="0">
                <a:latin typeface="Trebuchet MS"/>
                <a:cs typeface="Trebuchet MS"/>
              </a:rPr>
              <a:t>t</a:t>
            </a:r>
            <a:r>
              <a:rPr sz="3200" spc="-210" dirty="0">
                <a:latin typeface="Trebuchet MS"/>
                <a:cs typeface="Trebuchet MS"/>
              </a:rPr>
              <a:t>ime</a:t>
            </a:r>
            <a:r>
              <a:rPr sz="3200" spc="-135" dirty="0">
                <a:latin typeface="Trebuchet MS"/>
                <a:cs typeface="Trebuchet MS"/>
              </a:rPr>
              <a:t>)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120" dirty="0">
                <a:latin typeface="Trebuchet MS"/>
                <a:cs typeface="Trebuchet MS"/>
              </a:rPr>
              <a:t>i</a:t>
            </a:r>
            <a:r>
              <a:rPr sz="3200" spc="-235" dirty="0">
                <a:latin typeface="Trebuchet MS"/>
                <a:cs typeface="Trebuchet MS"/>
              </a:rPr>
              <a:t>n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30" dirty="0">
                <a:latin typeface="Trebuchet MS"/>
                <a:cs typeface="Trebuchet MS"/>
              </a:rPr>
              <a:t>B</a:t>
            </a:r>
            <a:r>
              <a:rPr sz="3200" spc="-75" dirty="0">
                <a:latin typeface="Trebuchet MS"/>
                <a:cs typeface="Trebuchet MS"/>
              </a:rPr>
              <a:t>S</a:t>
            </a:r>
            <a:r>
              <a:rPr sz="3200" spc="-330" dirty="0">
                <a:latin typeface="Trebuchet MS"/>
                <a:cs typeface="Trebuchet MS"/>
              </a:rPr>
              <a:t>T</a:t>
            </a:r>
            <a:r>
              <a:rPr sz="3200" spc="-475" dirty="0">
                <a:latin typeface="Trebuchet MS"/>
                <a:cs typeface="Trebuchet MS"/>
              </a:rPr>
              <a:t>,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90" dirty="0">
                <a:latin typeface="Trebuchet MS"/>
                <a:cs typeface="Trebuchet MS"/>
              </a:rPr>
              <a:t>Wh</a:t>
            </a:r>
            <a:r>
              <a:rPr sz="3200" spc="55" dirty="0">
                <a:latin typeface="Trebuchet MS"/>
                <a:cs typeface="Trebuchet MS"/>
              </a:rPr>
              <a:t>e</a:t>
            </a:r>
            <a:r>
              <a:rPr sz="3200" spc="-150" dirty="0">
                <a:latin typeface="Trebuchet MS"/>
                <a:cs typeface="Trebuchet MS"/>
              </a:rPr>
              <a:t>n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200" dirty="0">
                <a:latin typeface="Trebuchet MS"/>
                <a:cs typeface="Trebuchet MS"/>
              </a:rPr>
              <a:t>large</a:t>
            </a:r>
            <a:endParaRPr sz="3200">
              <a:latin typeface="Trebuchet MS"/>
              <a:cs typeface="Trebuchet MS"/>
            </a:endParaRPr>
          </a:p>
          <a:p>
            <a:pPr marR="5080" algn="r">
              <a:lnSpc>
                <a:spcPct val="100000"/>
              </a:lnSpc>
            </a:pPr>
            <a:r>
              <a:rPr sz="3200" spc="-170" dirty="0">
                <a:latin typeface="Trebuchet MS"/>
                <a:cs typeface="Trebuchet MS"/>
              </a:rPr>
              <a:t>tree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63954" y="5366715"/>
            <a:ext cx="460375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55" dirty="0">
                <a:latin typeface="Trebuchet MS"/>
                <a:cs typeface="Trebuchet MS"/>
              </a:rPr>
              <a:t>whe</a:t>
            </a:r>
            <a:r>
              <a:rPr sz="3200" spc="-135" dirty="0">
                <a:latin typeface="Trebuchet MS"/>
                <a:cs typeface="Trebuchet MS"/>
              </a:rPr>
              <a:t>n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225" dirty="0">
                <a:latin typeface="Trebuchet MS"/>
                <a:cs typeface="Trebuchet MS"/>
              </a:rPr>
              <a:t>he</a:t>
            </a:r>
            <a:r>
              <a:rPr sz="3200" spc="-114" dirty="0">
                <a:latin typeface="Trebuchet MS"/>
                <a:cs typeface="Trebuchet MS"/>
              </a:rPr>
              <a:t>i</a:t>
            </a:r>
            <a:r>
              <a:rPr sz="3200" spc="-200" dirty="0">
                <a:latin typeface="Trebuchet MS"/>
                <a:cs typeface="Trebuchet MS"/>
              </a:rPr>
              <a:t>ght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110" dirty="0">
                <a:latin typeface="Trebuchet MS"/>
                <a:cs typeface="Trebuchet MS"/>
              </a:rPr>
              <a:t>i</a:t>
            </a:r>
            <a:r>
              <a:rPr sz="3200" spc="-160" dirty="0">
                <a:latin typeface="Trebuchet MS"/>
                <a:cs typeface="Trebuchet MS"/>
              </a:rPr>
              <a:t>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100" dirty="0">
                <a:latin typeface="Trebuchet MS"/>
                <a:cs typeface="Trebuchet MS"/>
              </a:rPr>
              <a:t>not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290" dirty="0">
                <a:latin typeface="Trebuchet MS"/>
                <a:cs typeface="Trebuchet MS"/>
              </a:rPr>
              <a:t>ba</a:t>
            </a:r>
            <a:r>
              <a:rPr sz="3200" spc="-155" dirty="0">
                <a:latin typeface="Trebuchet MS"/>
                <a:cs typeface="Trebuchet MS"/>
              </a:rPr>
              <a:t>l</a:t>
            </a:r>
            <a:r>
              <a:rPr sz="3200" spc="-204" dirty="0">
                <a:latin typeface="Trebuchet MS"/>
                <a:cs typeface="Trebuchet MS"/>
              </a:rPr>
              <a:t>anced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6403" y="65531"/>
            <a:ext cx="5471160" cy="1219199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298194" y="211277"/>
            <a:ext cx="4768215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245" dirty="0"/>
              <a:t>Example</a:t>
            </a:r>
            <a:r>
              <a:rPr sz="4300" spc="-95" dirty="0"/>
              <a:t> </a:t>
            </a:r>
            <a:r>
              <a:rPr sz="4300" spc="-229" dirty="0"/>
              <a:t>of</a:t>
            </a:r>
            <a:r>
              <a:rPr sz="4300" spc="-530" dirty="0"/>
              <a:t> </a:t>
            </a:r>
            <a:r>
              <a:rPr sz="4300" spc="-20" dirty="0"/>
              <a:t>A</a:t>
            </a:r>
            <a:r>
              <a:rPr sz="4300" dirty="0"/>
              <a:t>VL</a:t>
            </a:r>
            <a:r>
              <a:rPr sz="4300" spc="-625" dirty="0"/>
              <a:t> </a:t>
            </a:r>
            <a:r>
              <a:rPr sz="4300" spc="-455" dirty="0"/>
              <a:t>T</a:t>
            </a:r>
            <a:r>
              <a:rPr sz="4300" spc="-55" dirty="0"/>
              <a:t>r</a:t>
            </a:r>
            <a:r>
              <a:rPr sz="4300" spc="-290" dirty="0"/>
              <a:t>e</a:t>
            </a:r>
            <a:r>
              <a:rPr sz="4300" spc="-305" dirty="0"/>
              <a:t>e</a:t>
            </a:r>
            <a:r>
              <a:rPr sz="4300" spc="-90" dirty="0"/>
              <a:t>s</a:t>
            </a:r>
            <a:endParaRPr sz="4300"/>
          </a:p>
        </p:txBody>
      </p:sp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825625" y="1676400"/>
            <a:ext cx="6502400" cy="3676650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298194" y="5650179"/>
            <a:ext cx="7416800" cy="848994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2700" marR="5080">
              <a:lnSpc>
                <a:spcPts val="2880"/>
              </a:lnSpc>
              <a:spcBef>
                <a:spcPts val="795"/>
              </a:spcBef>
            </a:pPr>
            <a:r>
              <a:rPr sz="3000" spc="-140" dirty="0">
                <a:latin typeface="Trebuchet MS"/>
                <a:cs typeface="Trebuchet MS"/>
              </a:rPr>
              <a:t>E</a:t>
            </a:r>
            <a:r>
              <a:rPr sz="3000" spc="-195" dirty="0">
                <a:latin typeface="Trebuchet MS"/>
                <a:cs typeface="Trebuchet MS"/>
              </a:rPr>
              <a:t>v</a:t>
            </a:r>
            <a:r>
              <a:rPr sz="3000" spc="-105" dirty="0">
                <a:latin typeface="Trebuchet MS"/>
                <a:cs typeface="Trebuchet MS"/>
              </a:rPr>
              <a:t>e</a:t>
            </a:r>
            <a:r>
              <a:rPr sz="3000" spc="5" dirty="0">
                <a:latin typeface="Trebuchet MS"/>
                <a:cs typeface="Trebuchet MS"/>
              </a:rPr>
              <a:t>r</a:t>
            </a:r>
            <a:r>
              <a:rPr sz="3000" spc="-165" dirty="0">
                <a:latin typeface="Trebuchet MS"/>
                <a:cs typeface="Trebuchet MS"/>
              </a:rPr>
              <a:t>y</a:t>
            </a:r>
            <a:r>
              <a:rPr sz="3000" spc="-360" dirty="0">
                <a:latin typeface="Trebuchet MS"/>
                <a:cs typeface="Trebuchet MS"/>
              </a:rPr>
              <a:t> </a:t>
            </a:r>
            <a:r>
              <a:rPr sz="3000" spc="-10" dirty="0">
                <a:latin typeface="Trebuchet MS"/>
                <a:cs typeface="Trebuchet MS"/>
              </a:rPr>
              <a:t>A</a:t>
            </a:r>
            <a:r>
              <a:rPr sz="3000" dirty="0">
                <a:latin typeface="Trebuchet MS"/>
                <a:cs typeface="Trebuchet MS"/>
              </a:rPr>
              <a:t>VL</a:t>
            </a:r>
            <a:r>
              <a:rPr sz="3000" spc="-445" dirty="0">
                <a:latin typeface="Trebuchet MS"/>
                <a:cs typeface="Trebuchet MS"/>
              </a:rPr>
              <a:t> </a:t>
            </a:r>
            <a:r>
              <a:rPr sz="3000" spc="-305" dirty="0">
                <a:latin typeface="Trebuchet MS"/>
                <a:cs typeface="Trebuchet MS"/>
              </a:rPr>
              <a:t>T</a:t>
            </a:r>
            <a:r>
              <a:rPr sz="3000" spc="-40" dirty="0">
                <a:latin typeface="Trebuchet MS"/>
                <a:cs typeface="Trebuchet MS"/>
              </a:rPr>
              <a:t>r</a:t>
            </a:r>
            <a:r>
              <a:rPr sz="3000" spc="-200" dirty="0">
                <a:latin typeface="Trebuchet MS"/>
                <a:cs typeface="Trebuchet MS"/>
              </a:rPr>
              <a:t>ee</a:t>
            </a:r>
            <a:r>
              <a:rPr sz="3000" spc="-70" dirty="0">
                <a:latin typeface="Trebuchet MS"/>
                <a:cs typeface="Trebuchet MS"/>
              </a:rPr>
              <a:t> </a:t>
            </a:r>
            <a:r>
              <a:rPr sz="3000" spc="-114" dirty="0">
                <a:latin typeface="Trebuchet MS"/>
                <a:cs typeface="Trebuchet MS"/>
              </a:rPr>
              <a:t>i</a:t>
            </a:r>
            <a:r>
              <a:rPr sz="3000" spc="-155" dirty="0">
                <a:latin typeface="Trebuchet MS"/>
                <a:cs typeface="Trebuchet MS"/>
              </a:rPr>
              <a:t>s</a:t>
            </a:r>
            <a:r>
              <a:rPr sz="3000" spc="-75" dirty="0">
                <a:latin typeface="Trebuchet MS"/>
                <a:cs typeface="Trebuchet MS"/>
              </a:rPr>
              <a:t> </a:t>
            </a:r>
            <a:r>
              <a:rPr sz="3000" spc="-295" dirty="0">
                <a:latin typeface="Trebuchet MS"/>
                <a:cs typeface="Trebuchet MS"/>
              </a:rPr>
              <a:t>a</a:t>
            </a:r>
            <a:r>
              <a:rPr sz="3000" spc="-70" dirty="0">
                <a:latin typeface="Trebuchet MS"/>
                <a:cs typeface="Trebuchet MS"/>
              </a:rPr>
              <a:t> </a:t>
            </a:r>
            <a:r>
              <a:rPr sz="3000" spc="-165" dirty="0">
                <a:latin typeface="Trebuchet MS"/>
                <a:cs typeface="Trebuchet MS"/>
              </a:rPr>
              <a:t>bina</a:t>
            </a:r>
            <a:r>
              <a:rPr sz="3000" spc="-60" dirty="0">
                <a:latin typeface="Trebuchet MS"/>
                <a:cs typeface="Trebuchet MS"/>
              </a:rPr>
              <a:t>r</a:t>
            </a:r>
            <a:r>
              <a:rPr sz="3000" spc="-165" dirty="0">
                <a:latin typeface="Trebuchet MS"/>
                <a:cs typeface="Trebuchet MS"/>
              </a:rPr>
              <a:t>y</a:t>
            </a:r>
            <a:r>
              <a:rPr sz="3000" spc="-70" dirty="0">
                <a:latin typeface="Trebuchet MS"/>
                <a:cs typeface="Trebuchet MS"/>
              </a:rPr>
              <a:t> </a:t>
            </a:r>
            <a:r>
              <a:rPr sz="3000" spc="-140" dirty="0">
                <a:latin typeface="Trebuchet MS"/>
                <a:cs typeface="Trebuchet MS"/>
              </a:rPr>
              <a:t>sea</a:t>
            </a:r>
            <a:r>
              <a:rPr sz="3000" spc="-190" dirty="0">
                <a:latin typeface="Trebuchet MS"/>
                <a:cs typeface="Trebuchet MS"/>
              </a:rPr>
              <a:t>r</a:t>
            </a:r>
            <a:r>
              <a:rPr sz="3000" spc="-155" dirty="0">
                <a:latin typeface="Trebuchet MS"/>
                <a:cs typeface="Trebuchet MS"/>
              </a:rPr>
              <a:t>ch</a:t>
            </a:r>
            <a:r>
              <a:rPr sz="3000" spc="-85" dirty="0">
                <a:latin typeface="Trebuchet MS"/>
                <a:cs typeface="Trebuchet MS"/>
              </a:rPr>
              <a:t> t</a:t>
            </a:r>
            <a:r>
              <a:rPr sz="3000" spc="-155" dirty="0">
                <a:latin typeface="Trebuchet MS"/>
                <a:cs typeface="Trebuchet MS"/>
              </a:rPr>
              <a:t>r</a:t>
            </a:r>
            <a:r>
              <a:rPr sz="3000" spc="-200" dirty="0">
                <a:latin typeface="Trebuchet MS"/>
                <a:cs typeface="Trebuchet MS"/>
              </a:rPr>
              <a:t>ee</a:t>
            </a:r>
            <a:r>
              <a:rPr sz="3000" spc="-70" dirty="0">
                <a:latin typeface="Trebuchet MS"/>
                <a:cs typeface="Trebuchet MS"/>
              </a:rPr>
              <a:t> </a:t>
            </a:r>
            <a:r>
              <a:rPr sz="3000" spc="-170" dirty="0">
                <a:latin typeface="Trebuchet MS"/>
                <a:cs typeface="Trebuchet MS"/>
              </a:rPr>
              <a:t>but</a:t>
            </a:r>
            <a:r>
              <a:rPr sz="3000" spc="-65" dirty="0">
                <a:latin typeface="Trebuchet MS"/>
                <a:cs typeface="Trebuchet MS"/>
              </a:rPr>
              <a:t> </a:t>
            </a:r>
            <a:r>
              <a:rPr sz="3000" spc="-245" dirty="0">
                <a:latin typeface="Trebuchet MS"/>
                <a:cs typeface="Trebuchet MS"/>
              </a:rPr>
              <a:t>e</a:t>
            </a:r>
            <a:r>
              <a:rPr sz="3000" spc="-225" dirty="0">
                <a:latin typeface="Trebuchet MS"/>
                <a:cs typeface="Trebuchet MS"/>
              </a:rPr>
              <a:t>v</a:t>
            </a:r>
            <a:r>
              <a:rPr sz="3000" spc="-105" dirty="0">
                <a:latin typeface="Trebuchet MS"/>
                <a:cs typeface="Trebuchet MS"/>
              </a:rPr>
              <a:t>e</a:t>
            </a:r>
            <a:r>
              <a:rPr sz="3000" spc="5" dirty="0">
                <a:latin typeface="Trebuchet MS"/>
                <a:cs typeface="Trebuchet MS"/>
              </a:rPr>
              <a:t>r</a:t>
            </a:r>
            <a:r>
              <a:rPr sz="3000" spc="-125" dirty="0">
                <a:latin typeface="Trebuchet MS"/>
                <a:cs typeface="Trebuchet MS"/>
              </a:rPr>
              <a:t>y  </a:t>
            </a:r>
            <a:r>
              <a:rPr sz="3000" spc="-130" dirty="0">
                <a:latin typeface="Trebuchet MS"/>
                <a:cs typeface="Trebuchet MS"/>
              </a:rPr>
              <a:t>Bina</a:t>
            </a:r>
            <a:r>
              <a:rPr sz="3000" spc="-15" dirty="0">
                <a:latin typeface="Trebuchet MS"/>
                <a:cs typeface="Trebuchet MS"/>
              </a:rPr>
              <a:t>r</a:t>
            </a:r>
            <a:r>
              <a:rPr sz="3000" spc="-170" dirty="0">
                <a:latin typeface="Trebuchet MS"/>
                <a:cs typeface="Trebuchet MS"/>
              </a:rPr>
              <a:t>y</a:t>
            </a:r>
            <a:r>
              <a:rPr sz="3000" spc="-70" dirty="0">
                <a:latin typeface="Trebuchet MS"/>
                <a:cs typeface="Trebuchet MS"/>
              </a:rPr>
              <a:t> </a:t>
            </a:r>
            <a:r>
              <a:rPr sz="3000" spc="-130" dirty="0">
                <a:latin typeface="Trebuchet MS"/>
                <a:cs typeface="Trebuchet MS"/>
              </a:rPr>
              <a:t>S</a:t>
            </a:r>
            <a:r>
              <a:rPr sz="3000" spc="-140" dirty="0">
                <a:latin typeface="Trebuchet MS"/>
                <a:cs typeface="Trebuchet MS"/>
              </a:rPr>
              <a:t>e</a:t>
            </a:r>
            <a:r>
              <a:rPr sz="3000" spc="-160" dirty="0">
                <a:latin typeface="Trebuchet MS"/>
                <a:cs typeface="Trebuchet MS"/>
              </a:rPr>
              <a:t>a</a:t>
            </a:r>
            <a:r>
              <a:rPr sz="3000" spc="-190" dirty="0">
                <a:latin typeface="Trebuchet MS"/>
                <a:cs typeface="Trebuchet MS"/>
              </a:rPr>
              <a:t>r</a:t>
            </a:r>
            <a:r>
              <a:rPr sz="3000" spc="-160" dirty="0">
                <a:latin typeface="Trebuchet MS"/>
                <a:cs typeface="Trebuchet MS"/>
              </a:rPr>
              <a:t>ch</a:t>
            </a:r>
            <a:r>
              <a:rPr sz="3000" spc="-470" dirty="0">
                <a:latin typeface="Trebuchet MS"/>
                <a:cs typeface="Trebuchet MS"/>
              </a:rPr>
              <a:t> </a:t>
            </a:r>
            <a:r>
              <a:rPr sz="3000" spc="-305" dirty="0">
                <a:latin typeface="Trebuchet MS"/>
                <a:cs typeface="Trebuchet MS"/>
              </a:rPr>
              <a:t>T</a:t>
            </a:r>
            <a:r>
              <a:rPr sz="3000" spc="-40" dirty="0">
                <a:latin typeface="Trebuchet MS"/>
                <a:cs typeface="Trebuchet MS"/>
              </a:rPr>
              <a:t>r</a:t>
            </a:r>
            <a:r>
              <a:rPr sz="3000" spc="-200" dirty="0">
                <a:latin typeface="Trebuchet MS"/>
                <a:cs typeface="Trebuchet MS"/>
              </a:rPr>
              <a:t>ee</a:t>
            </a:r>
            <a:r>
              <a:rPr sz="3000" spc="-70" dirty="0">
                <a:latin typeface="Trebuchet MS"/>
                <a:cs typeface="Trebuchet MS"/>
              </a:rPr>
              <a:t> </a:t>
            </a:r>
            <a:r>
              <a:rPr sz="3000" spc="-170" dirty="0">
                <a:latin typeface="Trebuchet MS"/>
                <a:cs typeface="Trebuchet MS"/>
              </a:rPr>
              <a:t>need</a:t>
            </a:r>
            <a:r>
              <a:rPr sz="3000" spc="-70" dirty="0">
                <a:latin typeface="Trebuchet MS"/>
                <a:cs typeface="Trebuchet MS"/>
              </a:rPr>
              <a:t> </a:t>
            </a:r>
            <a:r>
              <a:rPr sz="3000" spc="-95" dirty="0">
                <a:latin typeface="Trebuchet MS"/>
                <a:cs typeface="Trebuchet MS"/>
              </a:rPr>
              <a:t>not</a:t>
            </a:r>
            <a:r>
              <a:rPr sz="3000" spc="-70" dirty="0">
                <a:latin typeface="Trebuchet MS"/>
                <a:cs typeface="Trebuchet MS"/>
              </a:rPr>
              <a:t> </a:t>
            </a:r>
            <a:r>
              <a:rPr sz="3000" spc="-190" dirty="0" smtClean="0">
                <a:latin typeface="Trebuchet MS"/>
                <a:cs typeface="Trebuchet MS"/>
              </a:rPr>
              <a:t>be</a:t>
            </a:r>
            <a:r>
              <a:rPr lang="en-US" sz="3000" spc="-365" dirty="0">
                <a:latin typeface="Trebuchet MS"/>
                <a:cs typeface="Trebuchet MS"/>
              </a:rPr>
              <a:t> </a:t>
            </a:r>
            <a:r>
              <a:rPr sz="3000" spc="-10" dirty="0" smtClean="0">
                <a:latin typeface="Trebuchet MS"/>
                <a:cs typeface="Trebuchet MS"/>
              </a:rPr>
              <a:t>A</a:t>
            </a:r>
            <a:r>
              <a:rPr sz="3000" dirty="0" smtClean="0">
                <a:latin typeface="Trebuchet MS"/>
                <a:cs typeface="Trebuchet MS"/>
              </a:rPr>
              <a:t>VL</a:t>
            </a:r>
            <a:r>
              <a:rPr sz="3000" spc="-70" dirty="0" smtClean="0">
                <a:latin typeface="Trebuchet MS"/>
                <a:cs typeface="Trebuchet MS"/>
              </a:rPr>
              <a:t> </a:t>
            </a:r>
            <a:r>
              <a:rPr sz="3000" spc="-90" dirty="0">
                <a:latin typeface="Trebuchet MS"/>
                <a:cs typeface="Trebuchet MS"/>
              </a:rPr>
              <a:t>t</a:t>
            </a:r>
            <a:r>
              <a:rPr sz="3000" spc="-150" dirty="0">
                <a:latin typeface="Trebuchet MS"/>
                <a:cs typeface="Trebuchet MS"/>
              </a:rPr>
              <a:t>r</a:t>
            </a:r>
            <a:r>
              <a:rPr sz="3000" spc="-200" dirty="0">
                <a:latin typeface="Trebuchet MS"/>
                <a:cs typeface="Trebuchet MS"/>
              </a:rPr>
              <a:t>e</a:t>
            </a:r>
            <a:r>
              <a:rPr sz="3000" spc="-140" dirty="0">
                <a:latin typeface="Trebuchet MS"/>
                <a:cs typeface="Trebuchet MS"/>
              </a:rPr>
              <a:t>e</a:t>
            </a:r>
            <a:r>
              <a:rPr sz="3000" spc="-445" dirty="0">
                <a:latin typeface="Trebuchet MS"/>
                <a:cs typeface="Trebuchet MS"/>
              </a:rPr>
              <a:t>.</a:t>
            </a:r>
            <a:endParaRPr sz="3000" dirty="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6403" y="65531"/>
            <a:ext cx="5004816" cy="1219199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298194" y="211277"/>
            <a:ext cx="4302760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20" dirty="0"/>
              <a:t>A</a:t>
            </a:r>
            <a:r>
              <a:rPr sz="4300" dirty="0"/>
              <a:t>VL</a:t>
            </a:r>
            <a:r>
              <a:rPr sz="4300" spc="-625" dirty="0"/>
              <a:t> </a:t>
            </a:r>
            <a:r>
              <a:rPr sz="4300" spc="-455" dirty="0"/>
              <a:t>T</a:t>
            </a:r>
            <a:r>
              <a:rPr sz="4300" spc="-55" dirty="0"/>
              <a:t>r</a:t>
            </a:r>
            <a:r>
              <a:rPr sz="4300" spc="-290" dirty="0"/>
              <a:t>ee</a:t>
            </a:r>
            <a:r>
              <a:rPr sz="4300" spc="-90" dirty="0"/>
              <a:t> </a:t>
            </a:r>
            <a:r>
              <a:rPr sz="4300" spc="-150" dirty="0"/>
              <a:t>Rotations</a:t>
            </a:r>
            <a:endParaRPr sz="4300"/>
          </a:p>
        </p:txBody>
      </p:sp>
      <p:sp>
        <p:nvSpPr>
          <p:cNvPr id="16" name="object 16"/>
          <p:cNvSpPr txBox="1"/>
          <p:nvPr/>
        </p:nvSpPr>
        <p:spPr>
          <a:xfrm>
            <a:off x="1380489" y="1235709"/>
            <a:ext cx="7479030" cy="44792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marR="5080" indent="-283845" algn="just">
              <a:lnSpc>
                <a:spcPct val="100000"/>
              </a:lnSpc>
              <a:spcBef>
                <a:spcPts val="1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25" dirty="0">
                <a:latin typeface="Trebuchet MS"/>
                <a:cs typeface="Trebuchet MS"/>
              </a:rPr>
              <a:t>When </a:t>
            </a:r>
            <a:r>
              <a:rPr sz="3200" spc="-155" dirty="0">
                <a:latin typeface="Trebuchet MS"/>
                <a:cs typeface="Trebuchet MS"/>
              </a:rPr>
              <a:t>performing </a:t>
            </a:r>
            <a:r>
              <a:rPr sz="3200" spc="-125" dirty="0">
                <a:latin typeface="Trebuchet MS"/>
                <a:cs typeface="Trebuchet MS"/>
              </a:rPr>
              <a:t>operations </a:t>
            </a:r>
            <a:r>
              <a:rPr sz="3200" spc="-215" dirty="0">
                <a:latin typeface="Trebuchet MS"/>
                <a:cs typeface="Trebuchet MS"/>
              </a:rPr>
              <a:t>like </a:t>
            </a:r>
            <a:r>
              <a:rPr sz="3200" spc="-120" dirty="0">
                <a:latin typeface="Trebuchet MS"/>
                <a:cs typeface="Trebuchet MS"/>
              </a:rPr>
              <a:t>insertion </a:t>
            </a:r>
            <a:r>
              <a:rPr sz="3200" spc="-114" dirty="0">
                <a:latin typeface="Trebuchet MS"/>
                <a:cs typeface="Trebuchet MS"/>
              </a:rPr>
              <a:t> </a:t>
            </a:r>
            <a:r>
              <a:rPr sz="3200" spc="-204" dirty="0">
                <a:latin typeface="Trebuchet MS"/>
                <a:cs typeface="Trebuchet MS"/>
              </a:rPr>
              <a:t>and</a:t>
            </a:r>
            <a:r>
              <a:rPr sz="3200" spc="555" dirty="0">
                <a:latin typeface="Trebuchet MS"/>
                <a:cs typeface="Trebuchet MS"/>
              </a:rPr>
              <a:t> </a:t>
            </a:r>
            <a:r>
              <a:rPr sz="3200" spc="-170" dirty="0">
                <a:latin typeface="Trebuchet MS"/>
                <a:cs typeface="Trebuchet MS"/>
              </a:rPr>
              <a:t>deletion</a:t>
            </a:r>
            <a:r>
              <a:rPr sz="3200" spc="625" dirty="0">
                <a:latin typeface="Trebuchet MS"/>
                <a:cs typeface="Trebuchet MS"/>
              </a:rPr>
              <a:t> </a:t>
            </a:r>
            <a:r>
              <a:rPr sz="3200" spc="-140" dirty="0">
                <a:latin typeface="Trebuchet MS"/>
                <a:cs typeface="Trebuchet MS"/>
              </a:rPr>
              <a:t>-</a:t>
            </a:r>
            <a:r>
              <a:rPr sz="3200" spc="685" dirty="0">
                <a:latin typeface="Trebuchet MS"/>
                <a:cs typeface="Trebuchet MS"/>
              </a:rPr>
              <a:t> </a:t>
            </a:r>
            <a:r>
              <a:rPr sz="3200" spc="-160" dirty="0">
                <a:latin typeface="Trebuchet MS"/>
                <a:cs typeface="Trebuchet MS"/>
              </a:rPr>
              <a:t>check</a:t>
            </a:r>
            <a:r>
              <a:rPr sz="3200" spc="645" dirty="0">
                <a:latin typeface="Trebuchet MS"/>
                <a:cs typeface="Trebuchet MS"/>
              </a:rPr>
              <a:t> </a:t>
            </a:r>
            <a:r>
              <a:rPr sz="3200" spc="-190" dirty="0">
                <a:latin typeface="Trebuchet MS"/>
                <a:cs typeface="Trebuchet MS"/>
              </a:rPr>
              <a:t>the</a:t>
            </a:r>
            <a:r>
              <a:rPr sz="3200" spc="1360" dirty="0">
                <a:latin typeface="Trebuchet MS"/>
                <a:cs typeface="Trebuchet MS"/>
              </a:rPr>
              <a:t> </a:t>
            </a:r>
            <a:r>
              <a:rPr sz="3200" b="1" spc="-35" dirty="0">
                <a:latin typeface="Trebuchet MS"/>
                <a:cs typeface="Trebuchet MS"/>
              </a:rPr>
              <a:t>balance </a:t>
            </a:r>
            <a:r>
              <a:rPr sz="3200" b="1" spc="-30" dirty="0">
                <a:latin typeface="Trebuchet MS"/>
                <a:cs typeface="Trebuchet MS"/>
              </a:rPr>
              <a:t> </a:t>
            </a:r>
            <a:r>
              <a:rPr sz="3200" b="1" spc="-85" dirty="0">
                <a:latin typeface="Trebuchet MS"/>
                <a:cs typeface="Trebuchet MS"/>
              </a:rPr>
              <a:t>fac</a:t>
            </a:r>
            <a:r>
              <a:rPr sz="3200" b="1" spc="60" dirty="0">
                <a:latin typeface="Trebuchet MS"/>
                <a:cs typeface="Trebuchet MS"/>
              </a:rPr>
              <a:t>tor</a:t>
            </a:r>
            <a:r>
              <a:rPr sz="3200" b="1" spc="-95" dirty="0">
                <a:latin typeface="Trebuchet MS"/>
                <a:cs typeface="Trebuchet MS"/>
              </a:rPr>
              <a:t> </a:t>
            </a:r>
            <a:r>
              <a:rPr sz="3200" spc="-204" dirty="0">
                <a:latin typeface="Trebuchet MS"/>
                <a:cs typeface="Trebuchet MS"/>
              </a:rPr>
              <a:t>o</a:t>
            </a:r>
            <a:r>
              <a:rPr sz="3200" spc="-140" dirty="0">
                <a:latin typeface="Trebuchet MS"/>
                <a:cs typeface="Trebuchet MS"/>
              </a:rPr>
              <a:t>f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265" dirty="0">
                <a:latin typeface="Trebuchet MS"/>
                <a:cs typeface="Trebuchet MS"/>
              </a:rPr>
              <a:t>e</a:t>
            </a:r>
            <a:r>
              <a:rPr sz="3200" spc="-229" dirty="0">
                <a:latin typeface="Trebuchet MS"/>
                <a:cs typeface="Trebuchet MS"/>
              </a:rPr>
              <a:t>v</a:t>
            </a:r>
            <a:r>
              <a:rPr sz="3200" spc="-110" dirty="0">
                <a:latin typeface="Trebuchet MS"/>
                <a:cs typeface="Trebuchet MS"/>
              </a:rPr>
              <a:t>e</a:t>
            </a:r>
            <a:r>
              <a:rPr sz="3200" spc="15" dirty="0">
                <a:latin typeface="Trebuchet MS"/>
                <a:cs typeface="Trebuchet MS"/>
              </a:rPr>
              <a:t>r</a:t>
            </a:r>
            <a:r>
              <a:rPr sz="3200" spc="-175" dirty="0">
                <a:latin typeface="Trebuchet MS"/>
                <a:cs typeface="Trebuchet MS"/>
              </a:rPr>
              <a:t>y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114" dirty="0">
                <a:latin typeface="Trebuchet MS"/>
                <a:cs typeface="Trebuchet MS"/>
              </a:rPr>
              <a:t>node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120" dirty="0">
                <a:latin typeface="Trebuchet MS"/>
                <a:cs typeface="Trebuchet MS"/>
              </a:rPr>
              <a:t>i</a:t>
            </a:r>
            <a:r>
              <a:rPr sz="3200" spc="-235" dirty="0">
                <a:latin typeface="Trebuchet MS"/>
                <a:cs typeface="Trebuchet MS"/>
              </a:rPr>
              <a:t>n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190" dirty="0">
                <a:latin typeface="Trebuchet MS"/>
                <a:cs typeface="Trebuchet MS"/>
              </a:rPr>
              <a:t>the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90" dirty="0">
                <a:latin typeface="Trebuchet MS"/>
                <a:cs typeface="Trebuchet MS"/>
              </a:rPr>
              <a:t>t</a:t>
            </a:r>
            <a:r>
              <a:rPr sz="3200" spc="-145" dirty="0">
                <a:latin typeface="Trebuchet MS"/>
                <a:cs typeface="Trebuchet MS"/>
              </a:rPr>
              <a:t>r</a:t>
            </a:r>
            <a:r>
              <a:rPr sz="3200" spc="-215" dirty="0">
                <a:latin typeface="Trebuchet MS"/>
                <a:cs typeface="Trebuchet MS"/>
              </a:rPr>
              <a:t>e</a:t>
            </a:r>
            <a:r>
              <a:rPr sz="3200" spc="-155" dirty="0">
                <a:latin typeface="Trebuchet MS"/>
                <a:cs typeface="Trebuchet MS"/>
              </a:rPr>
              <a:t>e</a:t>
            </a:r>
            <a:r>
              <a:rPr sz="3200" spc="-475" dirty="0">
                <a:latin typeface="Trebuchet MS"/>
                <a:cs typeface="Trebuchet MS"/>
              </a:rPr>
              <a:t>.</a:t>
            </a:r>
            <a:endParaRPr sz="3200">
              <a:latin typeface="Trebuchet MS"/>
              <a:cs typeface="Trebuchet MS"/>
            </a:endParaRPr>
          </a:p>
          <a:p>
            <a:pPr marL="295910" indent="-283845" algn="just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240" dirty="0">
                <a:solidFill>
                  <a:srgbClr val="FF0000"/>
                </a:solidFill>
                <a:latin typeface="Trebuchet MS"/>
                <a:cs typeface="Trebuchet MS"/>
              </a:rPr>
              <a:t>If</a:t>
            </a:r>
            <a:r>
              <a:rPr sz="3200" spc="-9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100" dirty="0">
                <a:solidFill>
                  <a:srgbClr val="FF0000"/>
                </a:solidFill>
                <a:latin typeface="Trebuchet MS"/>
                <a:cs typeface="Trebuchet MS"/>
              </a:rPr>
              <a:t>not</a:t>
            </a:r>
            <a:r>
              <a:rPr sz="3200" spc="-8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200" dirty="0">
                <a:solidFill>
                  <a:srgbClr val="FF0000"/>
                </a:solidFill>
                <a:latin typeface="Trebuchet MS"/>
                <a:cs typeface="Trebuchet MS"/>
              </a:rPr>
              <a:t>Balanc</a:t>
            </a:r>
            <a:r>
              <a:rPr sz="3200" spc="-220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sz="3200" spc="-375" dirty="0">
                <a:solidFill>
                  <a:srgbClr val="FF0000"/>
                </a:solidFill>
                <a:latin typeface="Trebuchet MS"/>
                <a:cs typeface="Trebuchet MS"/>
              </a:rPr>
              <a:t>d</a:t>
            </a:r>
            <a:r>
              <a:rPr sz="3200" spc="-110" dirty="0">
                <a:solidFill>
                  <a:srgbClr val="FF0000"/>
                </a:solidFill>
                <a:latin typeface="Trebuchet MS"/>
                <a:cs typeface="Trebuchet MS"/>
              </a:rPr>
              <a:t>,</a:t>
            </a:r>
            <a:r>
              <a:rPr sz="3200" spc="-15" dirty="0">
                <a:solidFill>
                  <a:srgbClr val="FF0000"/>
                </a:solidFill>
                <a:latin typeface="Trebuchet MS"/>
                <a:cs typeface="Trebuchet MS"/>
              </a:rPr>
              <a:t>What</a:t>
            </a:r>
            <a:r>
              <a:rPr sz="3200" spc="-8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75" dirty="0">
                <a:solidFill>
                  <a:srgbClr val="FF0000"/>
                </a:solidFill>
                <a:latin typeface="Trebuchet MS"/>
                <a:cs typeface="Trebuchet MS"/>
              </a:rPr>
              <a:t>sho</a:t>
            </a:r>
            <a:r>
              <a:rPr sz="3200" spc="-80" dirty="0">
                <a:solidFill>
                  <a:srgbClr val="FF0000"/>
                </a:solidFill>
                <a:latin typeface="Trebuchet MS"/>
                <a:cs typeface="Trebuchet MS"/>
              </a:rPr>
              <a:t>u</a:t>
            </a:r>
            <a:r>
              <a:rPr sz="3200" spc="-145" dirty="0">
                <a:solidFill>
                  <a:srgbClr val="FF0000"/>
                </a:solidFill>
                <a:latin typeface="Trebuchet MS"/>
                <a:cs typeface="Trebuchet MS"/>
              </a:rPr>
              <a:t>l</a:t>
            </a:r>
            <a:r>
              <a:rPr sz="3200" spc="-260" dirty="0">
                <a:solidFill>
                  <a:srgbClr val="FF0000"/>
                </a:solidFill>
                <a:latin typeface="Trebuchet MS"/>
                <a:cs typeface="Trebuchet MS"/>
              </a:rPr>
              <a:t>d</a:t>
            </a:r>
            <a:r>
              <a:rPr sz="3200" spc="-9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195" dirty="0">
                <a:solidFill>
                  <a:srgbClr val="FF0000"/>
                </a:solidFill>
                <a:latin typeface="Trebuchet MS"/>
                <a:cs typeface="Trebuchet MS"/>
              </a:rPr>
              <a:t>be</a:t>
            </a:r>
            <a:r>
              <a:rPr sz="3200" spc="-7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114" dirty="0">
                <a:solidFill>
                  <a:srgbClr val="FF0000"/>
                </a:solidFill>
                <a:latin typeface="Trebuchet MS"/>
                <a:cs typeface="Trebuchet MS"/>
              </a:rPr>
              <a:t>done??</a:t>
            </a:r>
            <a:endParaRPr sz="3200">
              <a:latin typeface="Trebuchet MS"/>
              <a:cs typeface="Trebuchet MS"/>
            </a:endParaRPr>
          </a:p>
          <a:p>
            <a:pPr marL="570230" marR="8255" lvl="1" indent="-238125" algn="just">
              <a:lnSpc>
                <a:spcPct val="100000"/>
              </a:lnSpc>
              <a:spcBef>
                <a:spcPts val="620"/>
              </a:spcBef>
              <a:buClr>
                <a:srgbClr val="3891A7"/>
              </a:buClr>
              <a:buFont typeface="Verdana"/>
              <a:buChar char="◦"/>
              <a:tabLst>
                <a:tab pos="570865" algn="l"/>
              </a:tabLst>
            </a:pPr>
            <a:r>
              <a:rPr sz="2800" b="1" spc="35" dirty="0">
                <a:solidFill>
                  <a:srgbClr val="00AF50"/>
                </a:solidFill>
                <a:latin typeface="Trebuchet MS"/>
                <a:cs typeface="Trebuchet MS"/>
              </a:rPr>
              <a:t>Rotation </a:t>
            </a:r>
            <a:r>
              <a:rPr sz="2800" spc="-110" dirty="0">
                <a:latin typeface="Trebuchet MS"/>
                <a:cs typeface="Trebuchet MS"/>
              </a:rPr>
              <a:t>operations </a:t>
            </a:r>
            <a:r>
              <a:rPr sz="2800" spc="-125" dirty="0">
                <a:latin typeface="Trebuchet MS"/>
                <a:cs typeface="Trebuchet MS"/>
              </a:rPr>
              <a:t>is </a:t>
            </a:r>
            <a:r>
              <a:rPr sz="2800" spc="-105" dirty="0">
                <a:latin typeface="Trebuchet MS"/>
                <a:cs typeface="Trebuchet MS"/>
              </a:rPr>
              <a:t>done </a:t>
            </a:r>
            <a:r>
              <a:rPr sz="2800" spc="-75" dirty="0">
                <a:latin typeface="Trebuchet MS"/>
                <a:cs typeface="Trebuchet MS"/>
              </a:rPr>
              <a:t>to </a:t>
            </a:r>
            <a:r>
              <a:rPr sz="2800" spc="-200" dirty="0">
                <a:latin typeface="Trebuchet MS"/>
                <a:cs typeface="Trebuchet MS"/>
              </a:rPr>
              <a:t>make </a:t>
            </a:r>
            <a:r>
              <a:rPr sz="2800" spc="-170" dirty="0">
                <a:latin typeface="Trebuchet MS"/>
                <a:cs typeface="Trebuchet MS"/>
              </a:rPr>
              <a:t>the </a:t>
            </a:r>
            <a:r>
              <a:rPr sz="2800" spc="-150" dirty="0">
                <a:latin typeface="Trebuchet MS"/>
                <a:cs typeface="Trebuchet MS"/>
              </a:rPr>
              <a:t>tree </a:t>
            </a:r>
            <a:r>
              <a:rPr sz="2800" spc="-145" dirty="0">
                <a:latin typeface="Trebuchet MS"/>
                <a:cs typeface="Trebuchet MS"/>
              </a:rPr>
              <a:t> </a:t>
            </a:r>
            <a:r>
              <a:rPr sz="2800" spc="-195" dirty="0">
                <a:latin typeface="Trebuchet MS"/>
                <a:cs typeface="Trebuchet MS"/>
              </a:rPr>
              <a:t>balanced</a:t>
            </a:r>
            <a:endParaRPr sz="2800">
              <a:latin typeface="Trebuchet MS"/>
              <a:cs typeface="Trebuchet MS"/>
            </a:endParaRPr>
          </a:p>
          <a:p>
            <a:pPr marL="295910" indent="-283845" algn="just">
              <a:lnSpc>
                <a:spcPct val="100000"/>
              </a:lnSpc>
              <a:spcBef>
                <a:spcPts val="58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15" dirty="0">
                <a:solidFill>
                  <a:srgbClr val="FF0000"/>
                </a:solidFill>
                <a:latin typeface="Trebuchet MS"/>
                <a:cs typeface="Trebuchet MS"/>
              </a:rPr>
              <a:t>What</a:t>
            </a:r>
            <a:r>
              <a:rPr sz="3200" spc="-114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135" dirty="0">
                <a:solidFill>
                  <a:srgbClr val="FF0000"/>
                </a:solidFill>
                <a:latin typeface="Trebuchet MS"/>
                <a:cs typeface="Trebuchet MS"/>
              </a:rPr>
              <a:t>is</a:t>
            </a:r>
            <a:r>
              <a:rPr sz="3200" spc="-8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114" dirty="0">
                <a:solidFill>
                  <a:srgbClr val="FF0000"/>
                </a:solidFill>
                <a:latin typeface="Trebuchet MS"/>
                <a:cs typeface="Trebuchet MS"/>
              </a:rPr>
              <a:t>Rotation??</a:t>
            </a:r>
            <a:endParaRPr sz="3200">
              <a:latin typeface="Trebuchet MS"/>
              <a:cs typeface="Trebuchet MS"/>
            </a:endParaRPr>
          </a:p>
          <a:p>
            <a:pPr marL="570230" marR="8890" lvl="1" indent="-238125" algn="just">
              <a:lnSpc>
                <a:spcPct val="100000"/>
              </a:lnSpc>
              <a:spcBef>
                <a:spcPts val="615"/>
              </a:spcBef>
              <a:buClr>
                <a:srgbClr val="3891A7"/>
              </a:buClr>
              <a:buFont typeface="Verdana"/>
              <a:buChar char="◦"/>
              <a:tabLst>
                <a:tab pos="570865" algn="l"/>
              </a:tabLst>
            </a:pPr>
            <a:r>
              <a:rPr sz="2800" spc="-105" dirty="0">
                <a:latin typeface="Trebuchet MS"/>
                <a:cs typeface="Trebuchet MS"/>
              </a:rPr>
              <a:t>Rotation </a:t>
            </a:r>
            <a:r>
              <a:rPr sz="2800" spc="-125" dirty="0">
                <a:latin typeface="Trebuchet MS"/>
                <a:cs typeface="Trebuchet MS"/>
              </a:rPr>
              <a:t>is </a:t>
            </a:r>
            <a:r>
              <a:rPr sz="2800" spc="-170" dirty="0">
                <a:latin typeface="Trebuchet MS"/>
                <a:cs typeface="Trebuchet MS"/>
              </a:rPr>
              <a:t>the </a:t>
            </a:r>
            <a:r>
              <a:rPr sz="2800" spc="-95" dirty="0">
                <a:latin typeface="Trebuchet MS"/>
                <a:cs typeface="Trebuchet MS"/>
              </a:rPr>
              <a:t>process </a:t>
            </a:r>
            <a:r>
              <a:rPr sz="2800" spc="-150" dirty="0">
                <a:latin typeface="Trebuchet MS"/>
                <a:cs typeface="Trebuchet MS"/>
              </a:rPr>
              <a:t>of </a:t>
            </a:r>
            <a:r>
              <a:rPr sz="2800" spc="-140" dirty="0">
                <a:latin typeface="Trebuchet MS"/>
                <a:cs typeface="Trebuchet MS"/>
              </a:rPr>
              <a:t>moving </a:t>
            </a:r>
            <a:r>
              <a:rPr sz="2800" spc="-95" dirty="0">
                <a:latin typeface="Trebuchet MS"/>
                <a:cs typeface="Trebuchet MS"/>
              </a:rPr>
              <a:t>nodes </a:t>
            </a:r>
            <a:r>
              <a:rPr sz="2800" spc="-145" dirty="0">
                <a:latin typeface="Trebuchet MS"/>
                <a:cs typeface="Trebuchet MS"/>
              </a:rPr>
              <a:t>either </a:t>
            </a:r>
            <a:r>
              <a:rPr sz="2800" spc="-140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to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-235" dirty="0">
                <a:latin typeface="Trebuchet MS"/>
                <a:cs typeface="Trebuchet MS"/>
              </a:rPr>
              <a:t>lef</a:t>
            </a:r>
            <a:r>
              <a:rPr sz="2800" spc="-229" dirty="0">
                <a:latin typeface="Trebuchet MS"/>
                <a:cs typeface="Trebuchet MS"/>
              </a:rPr>
              <a:t>t</a:t>
            </a:r>
            <a:r>
              <a:rPr sz="2800" spc="-65" dirty="0">
                <a:latin typeface="Trebuchet MS"/>
                <a:cs typeface="Trebuchet MS"/>
              </a:rPr>
              <a:t> </a:t>
            </a:r>
            <a:r>
              <a:rPr sz="2800" spc="35" dirty="0">
                <a:latin typeface="Trebuchet MS"/>
                <a:cs typeface="Trebuchet MS"/>
              </a:rPr>
              <a:t>o</a:t>
            </a:r>
            <a:r>
              <a:rPr sz="2800" spc="20" dirty="0">
                <a:latin typeface="Trebuchet MS"/>
                <a:cs typeface="Trebuchet MS"/>
              </a:rPr>
              <a:t>r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to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ri</a:t>
            </a:r>
            <a:r>
              <a:rPr sz="2800" spc="-175" dirty="0">
                <a:latin typeface="Trebuchet MS"/>
                <a:cs typeface="Trebuchet MS"/>
              </a:rPr>
              <a:t>g</a:t>
            </a:r>
            <a:r>
              <a:rPr sz="2800" spc="-160" dirty="0">
                <a:latin typeface="Trebuchet MS"/>
                <a:cs typeface="Trebuchet MS"/>
              </a:rPr>
              <a:t>ht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to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-190" dirty="0">
                <a:latin typeface="Trebuchet MS"/>
                <a:cs typeface="Trebuchet MS"/>
              </a:rPr>
              <a:t>ma</a:t>
            </a:r>
            <a:r>
              <a:rPr sz="2800" spc="-229" dirty="0">
                <a:latin typeface="Trebuchet MS"/>
                <a:cs typeface="Trebuchet MS"/>
              </a:rPr>
              <a:t>k</a:t>
            </a:r>
            <a:r>
              <a:rPr sz="2800" spc="-190" dirty="0">
                <a:latin typeface="Trebuchet MS"/>
                <a:cs typeface="Trebuchet MS"/>
              </a:rPr>
              <a:t>e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-135" dirty="0">
                <a:latin typeface="Trebuchet MS"/>
                <a:cs typeface="Trebuchet MS"/>
              </a:rPr>
              <a:t>t</a:t>
            </a:r>
            <a:r>
              <a:rPr sz="2800" spc="-180" dirty="0">
                <a:latin typeface="Trebuchet MS"/>
                <a:cs typeface="Trebuchet MS"/>
              </a:rPr>
              <a:t>h</a:t>
            </a:r>
            <a:r>
              <a:rPr sz="2800" spc="-190" dirty="0">
                <a:latin typeface="Trebuchet MS"/>
                <a:cs typeface="Trebuchet MS"/>
              </a:rPr>
              <a:t>e</a:t>
            </a:r>
            <a:r>
              <a:rPr sz="2800" spc="-85" dirty="0">
                <a:latin typeface="Trebuchet MS"/>
                <a:cs typeface="Trebuchet MS"/>
              </a:rPr>
              <a:t> t</a:t>
            </a:r>
            <a:r>
              <a:rPr sz="2800" spc="-140" dirty="0">
                <a:latin typeface="Trebuchet MS"/>
                <a:cs typeface="Trebuchet MS"/>
              </a:rPr>
              <a:t>r</a:t>
            </a:r>
            <a:r>
              <a:rPr sz="2800" spc="-190" dirty="0">
                <a:latin typeface="Trebuchet MS"/>
                <a:cs typeface="Trebuchet MS"/>
              </a:rPr>
              <a:t>ee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spc="-195" dirty="0">
                <a:latin typeface="Trebuchet MS"/>
                <a:cs typeface="Trebuchet MS"/>
              </a:rPr>
              <a:t>balance</a:t>
            </a:r>
            <a:r>
              <a:rPr sz="2800" spc="-210" dirty="0">
                <a:latin typeface="Trebuchet MS"/>
                <a:cs typeface="Trebuchet MS"/>
              </a:rPr>
              <a:t>d</a:t>
            </a:r>
            <a:r>
              <a:rPr sz="2800" spc="-420" dirty="0">
                <a:latin typeface="Trebuchet MS"/>
                <a:cs typeface="Trebuchet MS"/>
              </a:rPr>
              <a:t>.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6403" y="65531"/>
            <a:ext cx="6640068" cy="1219199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298194" y="211277"/>
            <a:ext cx="5782310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135" dirty="0"/>
              <a:t>Class</a:t>
            </a:r>
            <a:r>
              <a:rPr sz="4300" spc="-105" dirty="0"/>
              <a:t>i</a:t>
            </a:r>
            <a:r>
              <a:rPr sz="4300" spc="-275" dirty="0"/>
              <a:t>fication</a:t>
            </a:r>
            <a:r>
              <a:rPr sz="4300" spc="-80" dirty="0"/>
              <a:t> </a:t>
            </a:r>
            <a:r>
              <a:rPr sz="4300" spc="-229" dirty="0"/>
              <a:t>of</a:t>
            </a:r>
            <a:r>
              <a:rPr sz="4300" spc="-100" dirty="0"/>
              <a:t> </a:t>
            </a:r>
            <a:r>
              <a:rPr sz="4300" spc="-150" dirty="0"/>
              <a:t>Rotations</a:t>
            </a:r>
            <a:endParaRPr sz="4300"/>
          </a:p>
        </p:txBody>
      </p:sp>
      <p:sp>
        <p:nvSpPr>
          <p:cNvPr id="16" name="object 16"/>
          <p:cNvSpPr txBox="1"/>
          <p:nvPr/>
        </p:nvSpPr>
        <p:spPr>
          <a:xfrm>
            <a:off x="1514602" y="1390538"/>
            <a:ext cx="5537835" cy="354711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00"/>
              </a:spcBef>
              <a:buClr>
                <a:srgbClr val="3891A7"/>
              </a:buClr>
              <a:buSzPct val="80357"/>
              <a:buAutoNum type="arabicPeriod"/>
              <a:tabLst>
                <a:tab pos="355600" algn="l"/>
              </a:tabLst>
            </a:pPr>
            <a:r>
              <a:rPr sz="2800" b="1" spc="20" dirty="0">
                <a:solidFill>
                  <a:srgbClr val="00AF50"/>
                </a:solidFill>
                <a:latin typeface="Trebuchet MS"/>
                <a:cs typeface="Trebuchet MS"/>
              </a:rPr>
              <a:t>Single</a:t>
            </a:r>
            <a:r>
              <a:rPr sz="2800" b="1" spc="-9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800" b="1" spc="35" dirty="0">
                <a:solidFill>
                  <a:srgbClr val="00AF50"/>
                </a:solidFill>
                <a:latin typeface="Trebuchet MS"/>
                <a:cs typeface="Trebuchet MS"/>
              </a:rPr>
              <a:t>Rotation</a:t>
            </a:r>
            <a:endParaRPr sz="2800">
              <a:latin typeface="Trebuchet MS"/>
              <a:cs typeface="Trebuchet MS"/>
            </a:endParaRPr>
          </a:p>
          <a:p>
            <a:pPr marL="812800" lvl="1" indent="-343535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AutoNum type="arabicPeriod"/>
              <a:tabLst>
                <a:tab pos="812800" algn="l"/>
              </a:tabLst>
            </a:pPr>
            <a:r>
              <a:rPr sz="2800" spc="-200" dirty="0">
                <a:latin typeface="Trebuchet MS"/>
                <a:cs typeface="Trebuchet MS"/>
              </a:rPr>
              <a:t>Lef</a:t>
            </a:r>
            <a:r>
              <a:rPr sz="2800" spc="-165" dirty="0">
                <a:latin typeface="Trebuchet MS"/>
                <a:cs typeface="Trebuchet MS"/>
              </a:rPr>
              <a:t>t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Ro</a:t>
            </a:r>
            <a:r>
              <a:rPr sz="2800" spc="-15" dirty="0">
                <a:latin typeface="Trebuchet MS"/>
                <a:cs typeface="Trebuchet MS"/>
              </a:rPr>
              <a:t>t</a:t>
            </a:r>
            <a:r>
              <a:rPr sz="2800" spc="-120" dirty="0">
                <a:latin typeface="Trebuchet MS"/>
                <a:cs typeface="Trebuchet MS"/>
              </a:rPr>
              <a:t>ation(LL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Ro</a:t>
            </a:r>
            <a:r>
              <a:rPr sz="2800" spc="-15" dirty="0">
                <a:latin typeface="Trebuchet MS"/>
                <a:cs typeface="Trebuchet MS"/>
              </a:rPr>
              <a:t>t</a:t>
            </a:r>
            <a:r>
              <a:rPr sz="2800" spc="-145" dirty="0">
                <a:latin typeface="Trebuchet MS"/>
                <a:cs typeface="Trebuchet MS"/>
              </a:rPr>
              <a:t>ation)</a:t>
            </a:r>
            <a:endParaRPr sz="2800">
              <a:latin typeface="Trebuchet MS"/>
              <a:cs typeface="Trebuchet MS"/>
            </a:endParaRPr>
          </a:p>
          <a:p>
            <a:pPr marL="812800" lvl="1" indent="-343535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AutoNum type="arabicPeriod"/>
              <a:tabLst>
                <a:tab pos="812800" algn="l"/>
              </a:tabLst>
            </a:pPr>
            <a:r>
              <a:rPr sz="2800" spc="-130" dirty="0">
                <a:latin typeface="Trebuchet MS"/>
                <a:cs typeface="Trebuchet MS"/>
              </a:rPr>
              <a:t>Right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Ro</a:t>
            </a:r>
            <a:r>
              <a:rPr sz="2800" spc="-15" dirty="0">
                <a:latin typeface="Trebuchet MS"/>
                <a:cs typeface="Trebuchet MS"/>
              </a:rPr>
              <a:t>t</a:t>
            </a:r>
            <a:r>
              <a:rPr sz="2800" spc="-140" dirty="0">
                <a:latin typeface="Trebuchet MS"/>
                <a:cs typeface="Trebuchet MS"/>
              </a:rPr>
              <a:t>atio</a:t>
            </a:r>
            <a:r>
              <a:rPr sz="2800" spc="-175" dirty="0">
                <a:latin typeface="Trebuchet MS"/>
                <a:cs typeface="Trebuchet MS"/>
              </a:rPr>
              <a:t>n</a:t>
            </a:r>
            <a:r>
              <a:rPr sz="2800" spc="-10" dirty="0">
                <a:latin typeface="Trebuchet MS"/>
                <a:cs typeface="Trebuchet MS"/>
              </a:rPr>
              <a:t>(R</a:t>
            </a:r>
            <a:r>
              <a:rPr sz="2800" spc="-5" dirty="0">
                <a:latin typeface="Trebuchet MS"/>
                <a:cs typeface="Trebuchet MS"/>
              </a:rPr>
              <a:t>R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60" dirty="0">
                <a:latin typeface="Trebuchet MS"/>
                <a:cs typeface="Trebuchet MS"/>
              </a:rPr>
              <a:t>R</a:t>
            </a:r>
            <a:r>
              <a:rPr sz="2800" spc="-80" dirty="0">
                <a:latin typeface="Trebuchet MS"/>
                <a:cs typeface="Trebuchet MS"/>
              </a:rPr>
              <a:t>o</a:t>
            </a:r>
            <a:r>
              <a:rPr sz="2800" spc="-55" dirty="0">
                <a:latin typeface="Trebuchet MS"/>
                <a:cs typeface="Trebuchet MS"/>
              </a:rPr>
              <a:t>t</a:t>
            </a:r>
            <a:r>
              <a:rPr sz="2800" spc="-140" dirty="0">
                <a:latin typeface="Trebuchet MS"/>
                <a:cs typeface="Trebuchet MS"/>
              </a:rPr>
              <a:t>atio</a:t>
            </a:r>
            <a:r>
              <a:rPr sz="2800" spc="-175" dirty="0">
                <a:latin typeface="Trebuchet MS"/>
                <a:cs typeface="Trebuchet MS"/>
              </a:rPr>
              <a:t>n</a:t>
            </a:r>
            <a:r>
              <a:rPr sz="2800" spc="-125" dirty="0">
                <a:latin typeface="Trebuchet MS"/>
                <a:cs typeface="Trebuchet MS"/>
              </a:rPr>
              <a:t>)</a:t>
            </a:r>
            <a:endParaRPr sz="28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Clr>
                <a:srgbClr val="3891A7"/>
              </a:buClr>
              <a:buFont typeface="Trebuchet MS"/>
              <a:buAutoNum type="arabicPeriod"/>
            </a:pPr>
            <a:endParaRPr sz="39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Clr>
                <a:srgbClr val="3891A7"/>
              </a:buClr>
              <a:buSzPct val="80357"/>
              <a:buAutoNum type="arabicPeriod"/>
              <a:tabLst>
                <a:tab pos="355600" algn="l"/>
              </a:tabLst>
            </a:pPr>
            <a:r>
              <a:rPr sz="2800" b="1" spc="55" dirty="0">
                <a:solidFill>
                  <a:srgbClr val="00AF50"/>
                </a:solidFill>
                <a:latin typeface="Trebuchet MS"/>
                <a:cs typeface="Trebuchet MS"/>
              </a:rPr>
              <a:t>Double</a:t>
            </a:r>
            <a:r>
              <a:rPr sz="2800" b="1" spc="-8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800" b="1" spc="35" dirty="0">
                <a:solidFill>
                  <a:srgbClr val="00AF50"/>
                </a:solidFill>
                <a:latin typeface="Trebuchet MS"/>
                <a:cs typeface="Trebuchet MS"/>
              </a:rPr>
              <a:t>Rotation</a:t>
            </a:r>
            <a:endParaRPr sz="2800">
              <a:latin typeface="Trebuchet MS"/>
              <a:cs typeface="Trebuchet MS"/>
            </a:endParaRPr>
          </a:p>
          <a:p>
            <a:pPr marL="812800" lvl="1" indent="-343535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AutoNum type="arabicPeriod"/>
              <a:tabLst>
                <a:tab pos="812800" algn="l"/>
              </a:tabLst>
            </a:pPr>
            <a:r>
              <a:rPr sz="2800" spc="-204" dirty="0">
                <a:latin typeface="Trebuchet MS"/>
                <a:cs typeface="Trebuchet MS"/>
              </a:rPr>
              <a:t>Lef</a:t>
            </a:r>
            <a:r>
              <a:rPr sz="2800" spc="-165" dirty="0">
                <a:latin typeface="Trebuchet MS"/>
                <a:cs typeface="Trebuchet MS"/>
              </a:rPr>
              <a:t>t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60" dirty="0">
                <a:latin typeface="Trebuchet MS"/>
                <a:cs typeface="Trebuchet MS"/>
              </a:rPr>
              <a:t>R</a:t>
            </a:r>
            <a:r>
              <a:rPr sz="2800" spc="-190" dirty="0">
                <a:latin typeface="Trebuchet MS"/>
                <a:cs typeface="Trebuchet MS"/>
              </a:rPr>
              <a:t>igh</a:t>
            </a:r>
            <a:r>
              <a:rPr sz="2800" spc="-165" dirty="0">
                <a:latin typeface="Trebuchet MS"/>
                <a:cs typeface="Trebuchet MS"/>
              </a:rPr>
              <a:t>t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60" dirty="0">
                <a:latin typeface="Trebuchet MS"/>
                <a:cs typeface="Trebuchet MS"/>
              </a:rPr>
              <a:t>R</a:t>
            </a:r>
            <a:r>
              <a:rPr sz="2800" spc="-80" dirty="0">
                <a:latin typeface="Trebuchet MS"/>
                <a:cs typeface="Trebuchet MS"/>
              </a:rPr>
              <a:t>o</a:t>
            </a:r>
            <a:r>
              <a:rPr sz="2800" spc="-55" dirty="0">
                <a:latin typeface="Trebuchet MS"/>
                <a:cs typeface="Trebuchet MS"/>
              </a:rPr>
              <a:t>t</a:t>
            </a:r>
            <a:r>
              <a:rPr sz="2800" spc="-140" dirty="0">
                <a:latin typeface="Trebuchet MS"/>
                <a:cs typeface="Trebuchet MS"/>
              </a:rPr>
              <a:t>atio</a:t>
            </a:r>
            <a:r>
              <a:rPr sz="2800" spc="-175" dirty="0">
                <a:latin typeface="Trebuchet MS"/>
                <a:cs typeface="Trebuchet MS"/>
              </a:rPr>
              <a:t>n</a:t>
            </a:r>
            <a:r>
              <a:rPr sz="2800" spc="-40" dirty="0">
                <a:latin typeface="Trebuchet MS"/>
                <a:cs typeface="Trebuchet MS"/>
              </a:rPr>
              <a:t>(L</a:t>
            </a:r>
            <a:r>
              <a:rPr sz="2800" spc="-45" dirty="0">
                <a:latin typeface="Trebuchet MS"/>
                <a:cs typeface="Trebuchet MS"/>
              </a:rPr>
              <a:t>R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Ro</a:t>
            </a:r>
            <a:r>
              <a:rPr sz="2800" spc="-15" dirty="0">
                <a:latin typeface="Trebuchet MS"/>
                <a:cs typeface="Trebuchet MS"/>
              </a:rPr>
              <a:t>t</a:t>
            </a:r>
            <a:r>
              <a:rPr sz="2800" spc="-140" dirty="0">
                <a:latin typeface="Trebuchet MS"/>
                <a:cs typeface="Trebuchet MS"/>
              </a:rPr>
              <a:t>atio</a:t>
            </a:r>
            <a:r>
              <a:rPr sz="2800" spc="-175" dirty="0">
                <a:latin typeface="Trebuchet MS"/>
                <a:cs typeface="Trebuchet MS"/>
              </a:rPr>
              <a:t>n</a:t>
            </a:r>
            <a:r>
              <a:rPr sz="2800" spc="-125" dirty="0">
                <a:latin typeface="Trebuchet MS"/>
                <a:cs typeface="Trebuchet MS"/>
              </a:rPr>
              <a:t>)</a:t>
            </a:r>
            <a:endParaRPr sz="2800">
              <a:latin typeface="Trebuchet MS"/>
              <a:cs typeface="Trebuchet MS"/>
            </a:endParaRPr>
          </a:p>
          <a:p>
            <a:pPr marL="812800" lvl="1" indent="-343535">
              <a:lnSpc>
                <a:spcPct val="100000"/>
              </a:lnSpc>
              <a:spcBef>
                <a:spcPts val="605"/>
              </a:spcBef>
              <a:buClr>
                <a:srgbClr val="3891A7"/>
              </a:buClr>
              <a:buAutoNum type="arabicPeriod"/>
              <a:tabLst>
                <a:tab pos="812800" algn="l"/>
              </a:tabLst>
            </a:pPr>
            <a:r>
              <a:rPr sz="2800" spc="-130" dirty="0">
                <a:latin typeface="Trebuchet MS"/>
                <a:cs typeface="Trebuchet MS"/>
              </a:rPr>
              <a:t>Right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-200" dirty="0">
                <a:latin typeface="Trebuchet MS"/>
                <a:cs typeface="Trebuchet MS"/>
              </a:rPr>
              <a:t>Lef</a:t>
            </a:r>
            <a:r>
              <a:rPr sz="2800" spc="-165" dirty="0">
                <a:latin typeface="Trebuchet MS"/>
                <a:cs typeface="Trebuchet MS"/>
              </a:rPr>
              <a:t>t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65" dirty="0">
                <a:latin typeface="Trebuchet MS"/>
                <a:cs typeface="Trebuchet MS"/>
              </a:rPr>
              <a:t>R</a:t>
            </a:r>
            <a:r>
              <a:rPr sz="2800" spc="-120" dirty="0">
                <a:latin typeface="Trebuchet MS"/>
                <a:cs typeface="Trebuchet MS"/>
              </a:rPr>
              <a:t>otatio</a:t>
            </a:r>
            <a:r>
              <a:rPr sz="2800" spc="-145" dirty="0">
                <a:latin typeface="Trebuchet MS"/>
                <a:cs typeface="Trebuchet MS"/>
              </a:rPr>
              <a:t>n</a:t>
            </a:r>
            <a:r>
              <a:rPr sz="2800" spc="-45" dirty="0">
                <a:latin typeface="Trebuchet MS"/>
                <a:cs typeface="Trebuchet MS"/>
              </a:rPr>
              <a:t>(R</a:t>
            </a:r>
            <a:r>
              <a:rPr sz="2800" spc="-40" dirty="0">
                <a:latin typeface="Trebuchet MS"/>
                <a:cs typeface="Trebuchet MS"/>
              </a:rPr>
              <a:t>L</a:t>
            </a:r>
            <a:r>
              <a:rPr sz="2800" spc="-65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Ro</a:t>
            </a:r>
            <a:r>
              <a:rPr sz="2800" spc="-15" dirty="0">
                <a:latin typeface="Trebuchet MS"/>
                <a:cs typeface="Trebuchet MS"/>
              </a:rPr>
              <a:t>t</a:t>
            </a:r>
            <a:r>
              <a:rPr sz="2800" spc="-145" dirty="0">
                <a:latin typeface="Trebuchet MS"/>
                <a:cs typeface="Trebuchet MS"/>
              </a:rPr>
              <a:t>ation)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298194" y="298145"/>
            <a:ext cx="65036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25" dirty="0">
                <a:latin typeface="Trebuchet MS"/>
                <a:cs typeface="Trebuchet MS"/>
              </a:rPr>
              <a:t>Single</a:t>
            </a:r>
            <a:r>
              <a:rPr sz="3200" b="1" spc="-100" dirty="0">
                <a:latin typeface="Trebuchet MS"/>
                <a:cs typeface="Trebuchet MS"/>
              </a:rPr>
              <a:t> </a:t>
            </a:r>
            <a:r>
              <a:rPr sz="3200" b="1" spc="-20" dirty="0">
                <a:latin typeface="Trebuchet MS"/>
                <a:cs typeface="Trebuchet MS"/>
              </a:rPr>
              <a:t>Left</a:t>
            </a:r>
            <a:r>
              <a:rPr sz="3200" b="1" spc="-75" dirty="0">
                <a:latin typeface="Trebuchet MS"/>
                <a:cs typeface="Trebuchet MS"/>
              </a:rPr>
              <a:t> </a:t>
            </a:r>
            <a:r>
              <a:rPr sz="3200" b="1" spc="40" dirty="0">
                <a:latin typeface="Trebuchet MS"/>
                <a:cs typeface="Trebuchet MS"/>
              </a:rPr>
              <a:t>Rotation</a:t>
            </a:r>
            <a:r>
              <a:rPr sz="3200" b="1" spc="-114" dirty="0">
                <a:latin typeface="Trebuchet MS"/>
                <a:cs typeface="Trebuchet MS"/>
              </a:rPr>
              <a:t> </a:t>
            </a:r>
            <a:r>
              <a:rPr sz="3200" b="1" spc="155" dirty="0">
                <a:latin typeface="Trebuchet MS"/>
                <a:cs typeface="Trebuchet MS"/>
              </a:rPr>
              <a:t>(LL</a:t>
            </a:r>
            <a:r>
              <a:rPr sz="3200" b="1" spc="-65" dirty="0">
                <a:latin typeface="Trebuchet MS"/>
                <a:cs typeface="Trebuchet MS"/>
              </a:rPr>
              <a:t> </a:t>
            </a:r>
            <a:r>
              <a:rPr sz="3200" b="1" spc="40" dirty="0">
                <a:latin typeface="Trebuchet MS"/>
                <a:cs typeface="Trebuchet MS"/>
              </a:rPr>
              <a:t>Rotation)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80489" y="1235709"/>
            <a:ext cx="7475855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marR="5080" indent="-283845">
              <a:lnSpc>
                <a:spcPct val="100000"/>
              </a:lnSpc>
              <a:spcBef>
                <a:spcPts val="1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  <a:tab pos="1471295" algn="l"/>
                <a:tab pos="2556510" algn="l"/>
                <a:tab pos="3868420" algn="l"/>
                <a:tab pos="4746625" algn="l"/>
                <a:tab pos="6327140" algn="l"/>
                <a:tab pos="6941184" algn="l"/>
              </a:tabLst>
            </a:pPr>
            <a:r>
              <a:rPr sz="3200" spc="-110" dirty="0">
                <a:latin typeface="Trebuchet MS"/>
                <a:cs typeface="Trebuchet MS"/>
              </a:rPr>
              <a:t>E</a:t>
            </a:r>
            <a:r>
              <a:rPr sz="3200" spc="-229" dirty="0">
                <a:latin typeface="Trebuchet MS"/>
                <a:cs typeface="Trebuchet MS"/>
              </a:rPr>
              <a:t>v</a:t>
            </a:r>
            <a:r>
              <a:rPr sz="3200" spc="-225" dirty="0">
                <a:latin typeface="Trebuchet MS"/>
                <a:cs typeface="Trebuchet MS"/>
              </a:rPr>
              <a:t>e</a:t>
            </a:r>
            <a:r>
              <a:rPr sz="3200" spc="120" dirty="0">
                <a:latin typeface="Trebuchet MS"/>
                <a:cs typeface="Trebuchet MS"/>
              </a:rPr>
              <a:t>r</a:t>
            </a:r>
            <a:r>
              <a:rPr sz="3200" spc="-175" dirty="0">
                <a:latin typeface="Trebuchet MS"/>
                <a:cs typeface="Trebuchet MS"/>
              </a:rPr>
              <a:t>y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50" dirty="0">
                <a:latin typeface="Trebuchet MS"/>
                <a:cs typeface="Trebuchet MS"/>
              </a:rPr>
              <a:t>n</a:t>
            </a:r>
            <a:r>
              <a:rPr sz="3200" spc="-60" dirty="0">
                <a:latin typeface="Trebuchet MS"/>
                <a:cs typeface="Trebuchet MS"/>
              </a:rPr>
              <a:t>o</a:t>
            </a:r>
            <a:r>
              <a:rPr sz="3200" spc="-185" dirty="0">
                <a:latin typeface="Trebuchet MS"/>
                <a:cs typeface="Trebuchet MS"/>
              </a:rPr>
              <a:t>de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85" dirty="0">
                <a:latin typeface="Trebuchet MS"/>
                <a:cs typeface="Trebuchet MS"/>
              </a:rPr>
              <a:t>m</a:t>
            </a:r>
            <a:r>
              <a:rPr sz="3200" spc="-95" dirty="0">
                <a:latin typeface="Trebuchet MS"/>
                <a:cs typeface="Trebuchet MS"/>
              </a:rPr>
              <a:t>o</a:t>
            </a:r>
            <a:r>
              <a:rPr sz="3200" spc="-229" dirty="0">
                <a:latin typeface="Trebuchet MS"/>
                <a:cs typeface="Trebuchet MS"/>
              </a:rPr>
              <a:t>v</a:t>
            </a:r>
            <a:r>
              <a:rPr sz="3200" spc="-140" dirty="0">
                <a:latin typeface="Trebuchet MS"/>
                <a:cs typeface="Trebuchet MS"/>
              </a:rPr>
              <a:t>es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105" dirty="0">
                <a:latin typeface="Trebuchet MS"/>
                <a:cs typeface="Trebuchet MS"/>
              </a:rPr>
              <a:t>one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105" dirty="0">
                <a:latin typeface="Trebuchet MS"/>
                <a:cs typeface="Trebuchet MS"/>
              </a:rPr>
              <a:t>positi</a:t>
            </a:r>
            <a:r>
              <a:rPr sz="3200" spc="-165" dirty="0">
                <a:latin typeface="Trebuchet MS"/>
                <a:cs typeface="Trebuchet MS"/>
              </a:rPr>
              <a:t>o</a:t>
            </a:r>
            <a:r>
              <a:rPr sz="3200" spc="-150" dirty="0">
                <a:latin typeface="Trebuchet MS"/>
                <a:cs typeface="Trebuchet MS"/>
              </a:rPr>
              <a:t>n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80" dirty="0">
                <a:latin typeface="Trebuchet MS"/>
                <a:cs typeface="Trebuchet MS"/>
              </a:rPr>
              <a:t>to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245" dirty="0">
                <a:latin typeface="Trebuchet MS"/>
                <a:cs typeface="Trebuchet MS"/>
              </a:rPr>
              <a:t>left  </a:t>
            </a:r>
            <a:r>
              <a:rPr sz="3200" spc="-175" dirty="0">
                <a:latin typeface="Trebuchet MS"/>
                <a:cs typeface="Trebuchet MS"/>
              </a:rPr>
              <a:t>f</a:t>
            </a:r>
            <a:r>
              <a:rPr sz="3200" spc="-270" dirty="0">
                <a:latin typeface="Trebuchet MS"/>
                <a:cs typeface="Trebuchet MS"/>
              </a:rPr>
              <a:t>r</a:t>
            </a:r>
            <a:r>
              <a:rPr sz="3200" spc="-70" dirty="0">
                <a:latin typeface="Trebuchet MS"/>
                <a:cs typeface="Trebuchet MS"/>
              </a:rPr>
              <a:t>om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-190" dirty="0">
                <a:latin typeface="Trebuchet MS"/>
                <a:cs typeface="Trebuchet MS"/>
              </a:rPr>
              <a:t>the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110" dirty="0">
                <a:latin typeface="Trebuchet MS"/>
                <a:cs typeface="Trebuchet MS"/>
              </a:rPr>
              <a:t>cu</a:t>
            </a:r>
            <a:r>
              <a:rPr sz="3200" spc="-114" dirty="0">
                <a:latin typeface="Trebuchet MS"/>
                <a:cs typeface="Trebuchet MS"/>
              </a:rPr>
              <a:t>r</a:t>
            </a:r>
            <a:r>
              <a:rPr sz="3200" spc="-35" dirty="0">
                <a:latin typeface="Trebuchet MS"/>
                <a:cs typeface="Trebuchet MS"/>
              </a:rPr>
              <a:t>r</a:t>
            </a:r>
            <a:r>
              <a:rPr sz="3200" spc="-190" dirty="0">
                <a:latin typeface="Trebuchet MS"/>
                <a:cs typeface="Trebuchet MS"/>
              </a:rPr>
              <a:t>ent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-145" dirty="0">
                <a:latin typeface="Trebuchet MS"/>
                <a:cs typeface="Trebuchet MS"/>
              </a:rPr>
              <a:t>posit</a:t>
            </a:r>
            <a:r>
              <a:rPr sz="3200" spc="-90" dirty="0">
                <a:latin typeface="Trebuchet MS"/>
                <a:cs typeface="Trebuchet MS"/>
              </a:rPr>
              <a:t>i</a:t>
            </a:r>
            <a:r>
              <a:rPr sz="3200" spc="-50" dirty="0">
                <a:latin typeface="Trebuchet MS"/>
                <a:cs typeface="Trebuchet MS"/>
              </a:rPr>
              <a:t>on</a:t>
            </a:r>
            <a:endParaRPr sz="3200">
              <a:latin typeface="Trebuchet MS"/>
              <a:cs typeface="Trebuchet MS"/>
            </a:endParaRPr>
          </a:p>
        </p:txBody>
      </p: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47800" y="2514600"/>
            <a:ext cx="7315200" cy="4038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298194" y="298145"/>
            <a:ext cx="6795134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25" dirty="0">
                <a:latin typeface="Trebuchet MS"/>
                <a:cs typeface="Trebuchet MS"/>
              </a:rPr>
              <a:t>Single</a:t>
            </a:r>
            <a:r>
              <a:rPr sz="3200" b="1" spc="-95" dirty="0">
                <a:latin typeface="Trebuchet MS"/>
                <a:cs typeface="Trebuchet MS"/>
              </a:rPr>
              <a:t> </a:t>
            </a:r>
            <a:r>
              <a:rPr sz="3200" b="1" spc="50" dirty="0">
                <a:latin typeface="Trebuchet MS"/>
                <a:cs typeface="Trebuchet MS"/>
              </a:rPr>
              <a:t>Right</a:t>
            </a:r>
            <a:r>
              <a:rPr sz="3200" b="1" spc="-110" dirty="0">
                <a:latin typeface="Trebuchet MS"/>
                <a:cs typeface="Trebuchet MS"/>
              </a:rPr>
              <a:t> </a:t>
            </a:r>
            <a:r>
              <a:rPr sz="3200" b="1" spc="40" dirty="0">
                <a:latin typeface="Trebuchet MS"/>
                <a:cs typeface="Trebuchet MS"/>
              </a:rPr>
              <a:t>Rotation</a:t>
            </a:r>
            <a:r>
              <a:rPr sz="3200" b="1" spc="-95" dirty="0">
                <a:latin typeface="Trebuchet MS"/>
                <a:cs typeface="Trebuchet MS"/>
              </a:rPr>
              <a:t> </a:t>
            </a:r>
            <a:r>
              <a:rPr sz="3200" b="1" spc="160" dirty="0">
                <a:latin typeface="Trebuchet MS"/>
                <a:cs typeface="Trebuchet MS"/>
              </a:rPr>
              <a:t>(RR</a:t>
            </a:r>
            <a:r>
              <a:rPr sz="3200" b="1" spc="-95" dirty="0">
                <a:latin typeface="Trebuchet MS"/>
                <a:cs typeface="Trebuchet MS"/>
              </a:rPr>
              <a:t> </a:t>
            </a:r>
            <a:r>
              <a:rPr sz="3200" b="1" spc="40" dirty="0">
                <a:latin typeface="Trebuchet MS"/>
                <a:cs typeface="Trebuchet MS"/>
              </a:rPr>
              <a:t>Rotation)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80489" y="1235709"/>
            <a:ext cx="7478395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marR="5080" indent="-283845">
              <a:lnSpc>
                <a:spcPct val="100000"/>
              </a:lnSpc>
              <a:spcBef>
                <a:spcPts val="1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  <a:tab pos="1431290" algn="l"/>
                <a:tab pos="2477135" algn="l"/>
                <a:tab pos="3748404" algn="l"/>
                <a:tab pos="4586605" algn="l"/>
                <a:tab pos="6127750" algn="l"/>
                <a:tab pos="6702425" algn="l"/>
              </a:tabLst>
            </a:pPr>
            <a:r>
              <a:rPr sz="3200" spc="-110" dirty="0">
                <a:latin typeface="Trebuchet MS"/>
                <a:cs typeface="Trebuchet MS"/>
              </a:rPr>
              <a:t>E</a:t>
            </a:r>
            <a:r>
              <a:rPr sz="3200" spc="-229" dirty="0">
                <a:latin typeface="Trebuchet MS"/>
                <a:cs typeface="Trebuchet MS"/>
              </a:rPr>
              <a:t>v</a:t>
            </a:r>
            <a:r>
              <a:rPr sz="3200" spc="-225" dirty="0">
                <a:latin typeface="Trebuchet MS"/>
                <a:cs typeface="Trebuchet MS"/>
              </a:rPr>
              <a:t>e</a:t>
            </a:r>
            <a:r>
              <a:rPr sz="3200" spc="120" dirty="0">
                <a:latin typeface="Trebuchet MS"/>
                <a:cs typeface="Trebuchet MS"/>
              </a:rPr>
              <a:t>r</a:t>
            </a:r>
            <a:r>
              <a:rPr sz="3200" spc="-175" dirty="0">
                <a:latin typeface="Trebuchet MS"/>
                <a:cs typeface="Trebuchet MS"/>
              </a:rPr>
              <a:t>y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50" dirty="0">
                <a:latin typeface="Trebuchet MS"/>
                <a:cs typeface="Trebuchet MS"/>
              </a:rPr>
              <a:t>n</a:t>
            </a:r>
            <a:r>
              <a:rPr sz="3200" spc="-60" dirty="0">
                <a:latin typeface="Trebuchet MS"/>
                <a:cs typeface="Trebuchet MS"/>
              </a:rPr>
              <a:t>o</a:t>
            </a:r>
            <a:r>
              <a:rPr sz="3200" spc="-185" dirty="0">
                <a:latin typeface="Trebuchet MS"/>
                <a:cs typeface="Trebuchet MS"/>
              </a:rPr>
              <a:t>de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85" dirty="0">
                <a:latin typeface="Trebuchet MS"/>
                <a:cs typeface="Trebuchet MS"/>
              </a:rPr>
              <a:t>m</a:t>
            </a:r>
            <a:r>
              <a:rPr sz="3200" spc="-95" dirty="0">
                <a:latin typeface="Trebuchet MS"/>
                <a:cs typeface="Trebuchet MS"/>
              </a:rPr>
              <a:t>o</a:t>
            </a:r>
            <a:r>
              <a:rPr sz="3200" spc="-240" dirty="0">
                <a:latin typeface="Trebuchet MS"/>
                <a:cs typeface="Trebuchet MS"/>
              </a:rPr>
              <a:t>v</a:t>
            </a:r>
            <a:r>
              <a:rPr sz="3200" spc="-140" dirty="0">
                <a:latin typeface="Trebuchet MS"/>
                <a:cs typeface="Trebuchet MS"/>
              </a:rPr>
              <a:t>es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105" dirty="0">
                <a:latin typeface="Trebuchet MS"/>
                <a:cs typeface="Trebuchet MS"/>
              </a:rPr>
              <a:t>one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105" dirty="0">
                <a:latin typeface="Trebuchet MS"/>
                <a:cs typeface="Trebuchet MS"/>
              </a:rPr>
              <a:t>positi</a:t>
            </a:r>
            <a:r>
              <a:rPr sz="3200" spc="-150" dirty="0">
                <a:latin typeface="Trebuchet MS"/>
                <a:cs typeface="Trebuchet MS"/>
              </a:rPr>
              <a:t>on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80" dirty="0">
                <a:latin typeface="Trebuchet MS"/>
                <a:cs typeface="Trebuchet MS"/>
              </a:rPr>
              <a:t>to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145" dirty="0">
                <a:latin typeface="Trebuchet MS"/>
                <a:cs typeface="Trebuchet MS"/>
              </a:rPr>
              <a:t>right  </a:t>
            </a:r>
            <a:r>
              <a:rPr sz="3200" spc="-175" dirty="0">
                <a:latin typeface="Trebuchet MS"/>
                <a:cs typeface="Trebuchet MS"/>
              </a:rPr>
              <a:t>f</a:t>
            </a:r>
            <a:r>
              <a:rPr sz="3200" spc="-270" dirty="0">
                <a:latin typeface="Trebuchet MS"/>
                <a:cs typeface="Trebuchet MS"/>
              </a:rPr>
              <a:t>r</a:t>
            </a:r>
            <a:r>
              <a:rPr sz="3200" spc="-70" dirty="0">
                <a:latin typeface="Trebuchet MS"/>
                <a:cs typeface="Trebuchet MS"/>
              </a:rPr>
              <a:t>om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-190" dirty="0">
                <a:latin typeface="Trebuchet MS"/>
                <a:cs typeface="Trebuchet MS"/>
              </a:rPr>
              <a:t>the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110" dirty="0">
                <a:latin typeface="Trebuchet MS"/>
                <a:cs typeface="Trebuchet MS"/>
              </a:rPr>
              <a:t>cu</a:t>
            </a:r>
            <a:r>
              <a:rPr sz="3200" spc="-114" dirty="0">
                <a:latin typeface="Trebuchet MS"/>
                <a:cs typeface="Trebuchet MS"/>
              </a:rPr>
              <a:t>r</a:t>
            </a:r>
            <a:r>
              <a:rPr sz="3200" spc="-35" dirty="0">
                <a:latin typeface="Trebuchet MS"/>
                <a:cs typeface="Trebuchet MS"/>
              </a:rPr>
              <a:t>r</a:t>
            </a:r>
            <a:r>
              <a:rPr sz="3200" spc="-190" dirty="0">
                <a:latin typeface="Trebuchet MS"/>
                <a:cs typeface="Trebuchet MS"/>
              </a:rPr>
              <a:t>ent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-145" dirty="0">
                <a:latin typeface="Trebuchet MS"/>
                <a:cs typeface="Trebuchet MS"/>
              </a:rPr>
              <a:t>posit</a:t>
            </a:r>
            <a:r>
              <a:rPr sz="3200" spc="-90" dirty="0">
                <a:latin typeface="Trebuchet MS"/>
                <a:cs typeface="Trebuchet MS"/>
              </a:rPr>
              <a:t>i</a:t>
            </a:r>
            <a:r>
              <a:rPr sz="3200" spc="-50" dirty="0">
                <a:latin typeface="Trebuchet MS"/>
                <a:cs typeface="Trebuchet MS"/>
              </a:rPr>
              <a:t>on</a:t>
            </a:r>
            <a:endParaRPr sz="3200">
              <a:latin typeface="Trebuchet MS"/>
              <a:cs typeface="Trebuchet MS"/>
            </a:endParaRPr>
          </a:p>
        </p:txBody>
      </p: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71600" y="2590800"/>
            <a:ext cx="7620000" cy="381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298194" y="54356"/>
            <a:ext cx="6710680" cy="1002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65" dirty="0">
                <a:latin typeface="Trebuchet MS"/>
                <a:cs typeface="Trebuchet MS"/>
              </a:rPr>
              <a:t>Double</a:t>
            </a:r>
            <a:r>
              <a:rPr sz="3200" b="1" spc="-125" dirty="0">
                <a:latin typeface="Trebuchet MS"/>
                <a:cs typeface="Trebuchet MS"/>
              </a:rPr>
              <a:t> </a:t>
            </a:r>
            <a:r>
              <a:rPr sz="3200" b="1" spc="25" dirty="0">
                <a:latin typeface="Trebuchet MS"/>
                <a:cs typeface="Trebuchet MS"/>
              </a:rPr>
              <a:t>Rotation-</a:t>
            </a:r>
            <a:r>
              <a:rPr sz="3200" b="1" spc="-110" dirty="0">
                <a:latin typeface="Trebuchet MS"/>
                <a:cs typeface="Trebuchet MS"/>
              </a:rPr>
              <a:t> </a:t>
            </a:r>
            <a:r>
              <a:rPr sz="2900" b="1" spc="-20" dirty="0">
                <a:latin typeface="Trebuchet MS"/>
                <a:cs typeface="Trebuchet MS"/>
              </a:rPr>
              <a:t>Left</a:t>
            </a:r>
            <a:r>
              <a:rPr sz="2900" b="1" spc="-75" dirty="0">
                <a:latin typeface="Trebuchet MS"/>
                <a:cs typeface="Trebuchet MS"/>
              </a:rPr>
              <a:t> </a:t>
            </a:r>
            <a:r>
              <a:rPr sz="2900" b="1" spc="45" dirty="0">
                <a:latin typeface="Trebuchet MS"/>
                <a:cs typeface="Trebuchet MS"/>
              </a:rPr>
              <a:t>Right</a:t>
            </a:r>
            <a:r>
              <a:rPr sz="2900" b="1" spc="-80" dirty="0">
                <a:latin typeface="Trebuchet MS"/>
                <a:cs typeface="Trebuchet MS"/>
              </a:rPr>
              <a:t> </a:t>
            </a:r>
            <a:r>
              <a:rPr sz="2900" b="1" spc="35" dirty="0">
                <a:latin typeface="Trebuchet MS"/>
                <a:cs typeface="Trebuchet MS"/>
              </a:rPr>
              <a:t>Rotation</a:t>
            </a:r>
            <a:endParaRPr sz="2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200" b="1" spc="155" dirty="0">
                <a:latin typeface="Trebuchet MS"/>
                <a:cs typeface="Trebuchet MS"/>
              </a:rPr>
              <a:t>(LR</a:t>
            </a:r>
            <a:r>
              <a:rPr sz="3200" b="1" spc="-105" dirty="0">
                <a:latin typeface="Trebuchet MS"/>
                <a:cs typeface="Trebuchet MS"/>
              </a:rPr>
              <a:t> </a:t>
            </a:r>
            <a:r>
              <a:rPr sz="3200" b="1" spc="40" dirty="0">
                <a:latin typeface="Trebuchet MS"/>
                <a:cs typeface="Trebuchet MS"/>
              </a:rPr>
              <a:t>Rotation)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80489" y="1240282"/>
            <a:ext cx="7477759" cy="1565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910" marR="5080" indent="-283845">
              <a:lnSpc>
                <a:spcPct val="100000"/>
              </a:lnSpc>
              <a:spcBef>
                <a:spcPts val="100"/>
              </a:spcBef>
              <a:buClr>
                <a:srgbClr val="3891A7"/>
              </a:buClr>
              <a:buSzPct val="79166"/>
              <a:buFont typeface="Segoe UI Symbol"/>
              <a:buChar char="⚫"/>
              <a:tabLst>
                <a:tab pos="295910" algn="l"/>
                <a:tab pos="296545" algn="l"/>
              </a:tabLst>
            </a:pPr>
            <a:r>
              <a:rPr sz="2400" spc="-130" dirty="0">
                <a:latin typeface="Trebuchet MS"/>
                <a:cs typeface="Trebuchet MS"/>
              </a:rPr>
              <a:t>Sequence</a:t>
            </a:r>
            <a:r>
              <a:rPr sz="2400" spc="120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of</a:t>
            </a:r>
            <a:r>
              <a:rPr sz="2400" spc="114" dirty="0">
                <a:latin typeface="Trebuchet MS"/>
                <a:cs typeface="Trebuchet MS"/>
              </a:rPr>
              <a:t> </a:t>
            </a:r>
            <a:r>
              <a:rPr sz="2400" spc="-140" dirty="0">
                <a:latin typeface="Trebuchet MS"/>
                <a:cs typeface="Trebuchet MS"/>
              </a:rPr>
              <a:t>single</a:t>
            </a:r>
            <a:r>
              <a:rPr sz="2400" spc="114" dirty="0">
                <a:latin typeface="Trebuchet MS"/>
                <a:cs typeface="Trebuchet MS"/>
              </a:rPr>
              <a:t> </a:t>
            </a:r>
            <a:r>
              <a:rPr sz="2400" spc="-200" dirty="0">
                <a:latin typeface="Trebuchet MS"/>
                <a:cs typeface="Trebuchet MS"/>
              </a:rPr>
              <a:t>left</a:t>
            </a:r>
            <a:r>
              <a:rPr sz="2400" spc="114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rotation</a:t>
            </a:r>
            <a:r>
              <a:rPr sz="2400" spc="125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followed</a:t>
            </a:r>
            <a:r>
              <a:rPr sz="2400" spc="130" dirty="0">
                <a:latin typeface="Trebuchet MS"/>
                <a:cs typeface="Trebuchet MS"/>
              </a:rPr>
              <a:t> </a:t>
            </a:r>
            <a:r>
              <a:rPr sz="2400" spc="-155" dirty="0">
                <a:latin typeface="Trebuchet MS"/>
                <a:cs typeface="Trebuchet MS"/>
              </a:rPr>
              <a:t>by</a:t>
            </a:r>
            <a:r>
              <a:rPr sz="2400" spc="120" dirty="0">
                <a:latin typeface="Trebuchet MS"/>
                <a:cs typeface="Trebuchet MS"/>
              </a:rPr>
              <a:t> </a:t>
            </a:r>
            <a:r>
              <a:rPr sz="2400" spc="-240" dirty="0">
                <a:latin typeface="Trebuchet MS"/>
                <a:cs typeface="Trebuchet MS"/>
              </a:rPr>
              <a:t>a</a:t>
            </a:r>
            <a:r>
              <a:rPr sz="2400" spc="120" dirty="0">
                <a:latin typeface="Trebuchet MS"/>
                <a:cs typeface="Trebuchet MS"/>
              </a:rPr>
              <a:t> </a:t>
            </a:r>
            <a:r>
              <a:rPr sz="2400" spc="-145" dirty="0">
                <a:latin typeface="Trebuchet MS"/>
                <a:cs typeface="Trebuchet MS"/>
              </a:rPr>
              <a:t>single</a:t>
            </a:r>
            <a:r>
              <a:rPr sz="2400" spc="125" dirty="0">
                <a:latin typeface="Trebuchet MS"/>
                <a:cs typeface="Trebuchet MS"/>
              </a:rPr>
              <a:t> </a:t>
            </a:r>
            <a:r>
              <a:rPr sz="2400" spc="-120" dirty="0">
                <a:latin typeface="Trebuchet MS"/>
                <a:cs typeface="Trebuchet MS"/>
              </a:rPr>
              <a:t>right </a:t>
            </a:r>
            <a:r>
              <a:rPr sz="2400" spc="-705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rotation</a:t>
            </a:r>
            <a:endParaRPr sz="2400">
              <a:latin typeface="Trebuchet MS"/>
              <a:cs typeface="Trebuchet MS"/>
            </a:endParaRPr>
          </a:p>
          <a:p>
            <a:pPr marL="295910" marR="5080" indent="-283845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79166"/>
              <a:buFont typeface="Segoe UI Symbol"/>
              <a:buChar char="⚫"/>
              <a:tabLst>
                <a:tab pos="295910" algn="l"/>
                <a:tab pos="296545" algn="l"/>
                <a:tab pos="1167765" algn="l"/>
                <a:tab pos="1972310" algn="l"/>
                <a:tab pos="2946400" algn="l"/>
                <a:tab pos="3594100" algn="l"/>
                <a:tab pos="4769485" algn="l"/>
                <a:tab pos="5222240" algn="l"/>
                <a:tab pos="5804535" algn="l"/>
                <a:tab pos="6377305" algn="l"/>
                <a:tab pos="6997700" algn="l"/>
              </a:tabLst>
            </a:pPr>
            <a:r>
              <a:rPr sz="2400" spc="-90" dirty="0">
                <a:latin typeface="Trebuchet MS"/>
                <a:cs typeface="Trebuchet MS"/>
              </a:rPr>
              <a:t>E</a:t>
            </a:r>
            <a:r>
              <a:rPr sz="2400" spc="-170" dirty="0">
                <a:latin typeface="Trebuchet MS"/>
                <a:cs typeface="Trebuchet MS"/>
              </a:rPr>
              <a:t>v</a:t>
            </a:r>
            <a:r>
              <a:rPr sz="2400" spc="-85" dirty="0">
                <a:latin typeface="Trebuchet MS"/>
                <a:cs typeface="Trebuchet MS"/>
              </a:rPr>
              <a:t>e</a:t>
            </a:r>
            <a:r>
              <a:rPr sz="2400" spc="5" dirty="0">
                <a:latin typeface="Trebuchet MS"/>
                <a:cs typeface="Trebuchet MS"/>
              </a:rPr>
              <a:t>r</a:t>
            </a:r>
            <a:r>
              <a:rPr sz="2400" spc="-135" dirty="0">
                <a:latin typeface="Trebuchet MS"/>
                <a:cs typeface="Trebuchet MS"/>
              </a:rPr>
              <a:t>y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90" dirty="0">
                <a:latin typeface="Trebuchet MS"/>
                <a:cs typeface="Trebuchet MS"/>
              </a:rPr>
              <a:t>node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65" dirty="0">
                <a:latin typeface="Trebuchet MS"/>
                <a:cs typeface="Trebuchet MS"/>
              </a:rPr>
              <a:t>m</a:t>
            </a:r>
            <a:r>
              <a:rPr sz="2400" spc="-80" dirty="0">
                <a:latin typeface="Trebuchet MS"/>
                <a:cs typeface="Trebuchet MS"/>
              </a:rPr>
              <a:t>o</a:t>
            </a:r>
            <a:r>
              <a:rPr sz="2400" spc="-170" dirty="0">
                <a:latin typeface="Trebuchet MS"/>
                <a:cs typeface="Trebuchet MS"/>
              </a:rPr>
              <a:t>v</a:t>
            </a:r>
            <a:r>
              <a:rPr sz="2400" spc="-105" dirty="0">
                <a:latin typeface="Trebuchet MS"/>
                <a:cs typeface="Trebuchet MS"/>
              </a:rPr>
              <a:t>es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40" dirty="0">
                <a:latin typeface="Trebuchet MS"/>
                <a:cs typeface="Trebuchet MS"/>
              </a:rPr>
              <a:t>o</a:t>
            </a:r>
            <a:r>
              <a:rPr sz="2400" spc="-60" dirty="0">
                <a:latin typeface="Trebuchet MS"/>
                <a:cs typeface="Trebuchet MS"/>
              </a:rPr>
              <a:t>n</a:t>
            </a:r>
            <a:r>
              <a:rPr sz="2400" spc="-160" dirty="0">
                <a:latin typeface="Trebuchet MS"/>
                <a:cs typeface="Trebuchet MS"/>
              </a:rPr>
              <a:t>e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90" dirty="0">
                <a:latin typeface="Trebuchet MS"/>
                <a:cs typeface="Trebuchet MS"/>
              </a:rPr>
              <a:t>position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60" dirty="0">
                <a:latin typeface="Trebuchet MS"/>
                <a:cs typeface="Trebuchet MS"/>
              </a:rPr>
              <a:t>to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45" dirty="0">
                <a:latin typeface="Trebuchet MS"/>
                <a:cs typeface="Trebuchet MS"/>
              </a:rPr>
              <a:t>the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04" dirty="0">
                <a:latin typeface="Trebuchet MS"/>
                <a:cs typeface="Trebuchet MS"/>
              </a:rPr>
              <a:t>lef</a:t>
            </a:r>
            <a:r>
              <a:rPr sz="2400" spc="-195" dirty="0">
                <a:latin typeface="Trebuchet MS"/>
                <a:cs typeface="Trebuchet MS"/>
              </a:rPr>
              <a:t>t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55" dirty="0">
                <a:latin typeface="Trebuchet MS"/>
                <a:cs typeface="Trebuchet MS"/>
              </a:rPr>
              <a:t>and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65" dirty="0">
                <a:latin typeface="Trebuchet MS"/>
                <a:cs typeface="Trebuchet MS"/>
              </a:rPr>
              <a:t>one  </a:t>
            </a:r>
            <a:r>
              <a:rPr sz="2400" spc="-90" dirty="0">
                <a:latin typeface="Trebuchet MS"/>
                <a:cs typeface="Trebuchet MS"/>
              </a:rPr>
              <a:t>position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to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120" dirty="0">
                <a:latin typeface="Trebuchet MS"/>
                <a:cs typeface="Trebuchet MS"/>
              </a:rPr>
              <a:t>right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from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45" dirty="0">
                <a:latin typeface="Trebuchet MS"/>
                <a:cs typeface="Trebuchet MS"/>
              </a:rPr>
              <a:t>the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current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position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71600" y="2971800"/>
            <a:ext cx="7391400" cy="3505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298194" y="206756"/>
            <a:ext cx="6711315" cy="1002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65" dirty="0">
                <a:latin typeface="Trebuchet MS"/>
                <a:cs typeface="Trebuchet MS"/>
              </a:rPr>
              <a:t>Double</a:t>
            </a:r>
            <a:r>
              <a:rPr sz="3200" b="1" spc="-125" dirty="0">
                <a:latin typeface="Trebuchet MS"/>
                <a:cs typeface="Trebuchet MS"/>
              </a:rPr>
              <a:t> </a:t>
            </a:r>
            <a:r>
              <a:rPr sz="3200" b="1" spc="25" dirty="0">
                <a:latin typeface="Trebuchet MS"/>
                <a:cs typeface="Trebuchet MS"/>
              </a:rPr>
              <a:t>Rotation-</a:t>
            </a:r>
            <a:r>
              <a:rPr sz="3200" b="1" spc="-110" dirty="0">
                <a:latin typeface="Trebuchet MS"/>
                <a:cs typeface="Trebuchet MS"/>
              </a:rPr>
              <a:t> </a:t>
            </a:r>
            <a:r>
              <a:rPr sz="2900" b="1" spc="45" dirty="0">
                <a:latin typeface="Trebuchet MS"/>
                <a:cs typeface="Trebuchet MS"/>
              </a:rPr>
              <a:t>Right</a:t>
            </a:r>
            <a:r>
              <a:rPr sz="2900" b="1" spc="-75" dirty="0">
                <a:latin typeface="Trebuchet MS"/>
                <a:cs typeface="Trebuchet MS"/>
              </a:rPr>
              <a:t> </a:t>
            </a:r>
            <a:r>
              <a:rPr sz="2900" b="1" spc="-20" dirty="0">
                <a:latin typeface="Trebuchet MS"/>
                <a:cs typeface="Trebuchet MS"/>
              </a:rPr>
              <a:t>Left</a:t>
            </a:r>
            <a:r>
              <a:rPr sz="2900" b="1" spc="-80" dirty="0">
                <a:latin typeface="Trebuchet MS"/>
                <a:cs typeface="Trebuchet MS"/>
              </a:rPr>
              <a:t> </a:t>
            </a:r>
            <a:r>
              <a:rPr sz="2900" b="1" spc="35" dirty="0">
                <a:latin typeface="Trebuchet MS"/>
                <a:cs typeface="Trebuchet MS"/>
              </a:rPr>
              <a:t>Rotation</a:t>
            </a:r>
            <a:endParaRPr sz="2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200" b="1" spc="155" dirty="0">
                <a:latin typeface="Trebuchet MS"/>
                <a:cs typeface="Trebuchet MS"/>
              </a:rPr>
              <a:t>(RL</a:t>
            </a:r>
            <a:r>
              <a:rPr sz="3200" b="1" spc="-120" dirty="0">
                <a:latin typeface="Trebuchet MS"/>
                <a:cs typeface="Trebuchet MS"/>
              </a:rPr>
              <a:t> </a:t>
            </a:r>
            <a:r>
              <a:rPr sz="3200" b="1" spc="45" dirty="0">
                <a:latin typeface="Trebuchet MS"/>
                <a:cs typeface="Trebuchet MS"/>
              </a:rPr>
              <a:t>Rotation)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910" marR="5080" indent="-283845">
              <a:lnSpc>
                <a:spcPct val="100000"/>
              </a:lnSpc>
              <a:spcBef>
                <a:spcPts val="100"/>
              </a:spcBef>
              <a:buClr>
                <a:srgbClr val="3891A7"/>
              </a:buClr>
              <a:buSzPct val="79166"/>
              <a:buFont typeface="Segoe UI Symbol"/>
              <a:buChar char="⚫"/>
              <a:tabLst>
                <a:tab pos="295910" algn="l"/>
                <a:tab pos="296545" algn="l"/>
              </a:tabLst>
            </a:pPr>
            <a:r>
              <a:rPr spc="-130" dirty="0"/>
              <a:t>Sequence</a:t>
            </a:r>
            <a:r>
              <a:rPr spc="120" dirty="0"/>
              <a:t> </a:t>
            </a:r>
            <a:r>
              <a:rPr spc="-130" dirty="0"/>
              <a:t>of</a:t>
            </a:r>
            <a:r>
              <a:rPr spc="114" dirty="0"/>
              <a:t> </a:t>
            </a:r>
            <a:r>
              <a:rPr spc="-140" dirty="0"/>
              <a:t>single</a:t>
            </a:r>
            <a:r>
              <a:rPr spc="110" dirty="0"/>
              <a:t> </a:t>
            </a:r>
            <a:r>
              <a:rPr spc="-120" dirty="0"/>
              <a:t>right</a:t>
            </a:r>
            <a:r>
              <a:rPr spc="114" dirty="0"/>
              <a:t> </a:t>
            </a:r>
            <a:r>
              <a:rPr spc="-100" dirty="0"/>
              <a:t>rotation</a:t>
            </a:r>
            <a:r>
              <a:rPr spc="114" dirty="0"/>
              <a:t> </a:t>
            </a:r>
            <a:r>
              <a:rPr spc="-130" dirty="0"/>
              <a:t>followed</a:t>
            </a:r>
            <a:r>
              <a:rPr spc="130" dirty="0"/>
              <a:t> </a:t>
            </a:r>
            <a:r>
              <a:rPr spc="-150" dirty="0"/>
              <a:t>by</a:t>
            </a:r>
            <a:r>
              <a:rPr spc="114" dirty="0"/>
              <a:t> </a:t>
            </a:r>
            <a:r>
              <a:rPr spc="-240" dirty="0"/>
              <a:t>a</a:t>
            </a:r>
            <a:r>
              <a:rPr spc="100" dirty="0"/>
              <a:t> </a:t>
            </a:r>
            <a:r>
              <a:rPr spc="-140" dirty="0"/>
              <a:t>single</a:t>
            </a:r>
            <a:r>
              <a:rPr spc="120" dirty="0"/>
              <a:t> </a:t>
            </a:r>
            <a:r>
              <a:rPr spc="-204" dirty="0"/>
              <a:t>left </a:t>
            </a:r>
            <a:r>
              <a:rPr spc="-705" dirty="0"/>
              <a:t> </a:t>
            </a:r>
            <a:r>
              <a:rPr spc="-100" dirty="0"/>
              <a:t>rotation</a:t>
            </a:r>
          </a:p>
          <a:p>
            <a:pPr marL="295910" marR="5715" indent="-283845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79166"/>
              <a:buFont typeface="Segoe UI Symbol"/>
              <a:buChar char="⚫"/>
              <a:tabLst>
                <a:tab pos="295910" algn="l"/>
                <a:tab pos="296545" algn="l"/>
                <a:tab pos="1147445" algn="l"/>
                <a:tab pos="1931670" algn="l"/>
                <a:tab pos="2884170" algn="l"/>
                <a:tab pos="3513454" algn="l"/>
                <a:tab pos="4667250" algn="l"/>
                <a:tab pos="5100320" algn="l"/>
                <a:tab pos="5662930" algn="l"/>
                <a:tab pos="6395720" algn="l"/>
                <a:tab pos="6994525" algn="l"/>
              </a:tabLst>
            </a:pPr>
            <a:r>
              <a:rPr spc="-110" dirty="0"/>
              <a:t>E</a:t>
            </a:r>
            <a:r>
              <a:rPr spc="-150" dirty="0"/>
              <a:t>v</a:t>
            </a:r>
            <a:r>
              <a:rPr spc="-85" dirty="0"/>
              <a:t>e</a:t>
            </a:r>
            <a:r>
              <a:rPr spc="5" dirty="0"/>
              <a:t>r</a:t>
            </a:r>
            <a:r>
              <a:rPr spc="-135" dirty="0"/>
              <a:t>y</a:t>
            </a:r>
            <a:r>
              <a:rPr dirty="0"/>
              <a:t>	</a:t>
            </a:r>
            <a:r>
              <a:rPr spc="-90" dirty="0"/>
              <a:t>node</a:t>
            </a:r>
            <a:r>
              <a:rPr dirty="0"/>
              <a:t>	</a:t>
            </a:r>
            <a:r>
              <a:rPr spc="-65" dirty="0"/>
              <a:t>m</a:t>
            </a:r>
            <a:r>
              <a:rPr spc="-80" dirty="0"/>
              <a:t>o</a:t>
            </a:r>
            <a:r>
              <a:rPr spc="-170" dirty="0"/>
              <a:t>v</a:t>
            </a:r>
            <a:r>
              <a:rPr spc="-105" dirty="0"/>
              <a:t>es</a:t>
            </a:r>
            <a:r>
              <a:rPr dirty="0"/>
              <a:t>	</a:t>
            </a:r>
            <a:r>
              <a:rPr spc="-80" dirty="0"/>
              <a:t>one</a:t>
            </a:r>
            <a:r>
              <a:rPr dirty="0"/>
              <a:t>	</a:t>
            </a:r>
            <a:r>
              <a:rPr spc="-90" dirty="0"/>
              <a:t>position</a:t>
            </a:r>
            <a:r>
              <a:rPr dirty="0"/>
              <a:t>	</a:t>
            </a:r>
            <a:r>
              <a:rPr spc="-60" dirty="0"/>
              <a:t>to</a:t>
            </a:r>
            <a:r>
              <a:rPr dirty="0"/>
              <a:t>	</a:t>
            </a:r>
            <a:r>
              <a:rPr spc="-145" dirty="0"/>
              <a:t>the</a:t>
            </a:r>
            <a:r>
              <a:rPr dirty="0"/>
              <a:t>	</a:t>
            </a:r>
            <a:r>
              <a:rPr spc="-100" dirty="0"/>
              <a:t>rig</a:t>
            </a:r>
            <a:r>
              <a:rPr spc="-160" dirty="0"/>
              <a:t>h</a:t>
            </a:r>
            <a:r>
              <a:rPr spc="-155" dirty="0"/>
              <a:t>t</a:t>
            </a:r>
            <a:r>
              <a:rPr dirty="0"/>
              <a:t>	</a:t>
            </a:r>
            <a:r>
              <a:rPr spc="-155" dirty="0"/>
              <a:t>and</a:t>
            </a:r>
            <a:r>
              <a:rPr dirty="0"/>
              <a:t>	</a:t>
            </a:r>
            <a:r>
              <a:rPr spc="-65" dirty="0"/>
              <a:t>one  </a:t>
            </a:r>
            <a:r>
              <a:rPr spc="-90" dirty="0"/>
              <a:t>position</a:t>
            </a:r>
            <a:r>
              <a:rPr spc="-65" dirty="0"/>
              <a:t> </a:t>
            </a:r>
            <a:r>
              <a:rPr spc="-60" dirty="0"/>
              <a:t>to</a:t>
            </a:r>
            <a:r>
              <a:rPr spc="-55" dirty="0"/>
              <a:t> </a:t>
            </a:r>
            <a:r>
              <a:rPr spc="-204" dirty="0"/>
              <a:t>lef</a:t>
            </a:r>
            <a:r>
              <a:rPr spc="-195" dirty="0"/>
              <a:t>t</a:t>
            </a:r>
            <a:r>
              <a:rPr spc="-65" dirty="0"/>
              <a:t> </a:t>
            </a:r>
            <a:r>
              <a:rPr spc="-135" dirty="0"/>
              <a:t>f</a:t>
            </a:r>
            <a:r>
              <a:rPr spc="-204" dirty="0"/>
              <a:t>r</a:t>
            </a:r>
            <a:r>
              <a:rPr spc="-55" dirty="0"/>
              <a:t>om</a:t>
            </a:r>
            <a:r>
              <a:rPr spc="-60" dirty="0"/>
              <a:t> </a:t>
            </a:r>
            <a:r>
              <a:rPr spc="-145" dirty="0"/>
              <a:t>the</a:t>
            </a:r>
            <a:r>
              <a:rPr spc="-55" dirty="0"/>
              <a:t> </a:t>
            </a:r>
            <a:r>
              <a:rPr spc="-85" dirty="0"/>
              <a:t>cu</a:t>
            </a:r>
            <a:r>
              <a:rPr spc="-90" dirty="0"/>
              <a:t>r</a:t>
            </a:r>
            <a:r>
              <a:rPr spc="-40" dirty="0"/>
              <a:t>r</a:t>
            </a:r>
            <a:r>
              <a:rPr spc="-145" dirty="0"/>
              <a:t>ent</a:t>
            </a:r>
            <a:r>
              <a:rPr spc="-70" dirty="0"/>
              <a:t> </a:t>
            </a:r>
            <a:r>
              <a:rPr spc="-90" dirty="0"/>
              <a:t>position</a:t>
            </a:r>
          </a:p>
        </p:txBody>
      </p: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95400" y="3124200"/>
            <a:ext cx="7543800" cy="3429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62811" y="341375"/>
            <a:ext cx="6062472" cy="1219200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514602" y="485978"/>
            <a:ext cx="5358765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114" dirty="0"/>
              <a:t>Operation</a:t>
            </a:r>
            <a:r>
              <a:rPr sz="4300" spc="-90" dirty="0"/>
              <a:t>s</a:t>
            </a:r>
            <a:r>
              <a:rPr sz="4300" spc="-105" dirty="0"/>
              <a:t> </a:t>
            </a:r>
            <a:r>
              <a:rPr sz="4300" spc="-70" dirty="0"/>
              <a:t>on</a:t>
            </a:r>
            <a:r>
              <a:rPr sz="4300" spc="-520" dirty="0"/>
              <a:t> </a:t>
            </a:r>
            <a:r>
              <a:rPr sz="4300" spc="-20" dirty="0"/>
              <a:t>A</a:t>
            </a:r>
            <a:r>
              <a:rPr sz="4300" dirty="0"/>
              <a:t>VL</a:t>
            </a:r>
            <a:r>
              <a:rPr sz="4300" spc="-625" dirty="0"/>
              <a:t> </a:t>
            </a:r>
            <a:r>
              <a:rPr sz="4300" spc="-455" dirty="0"/>
              <a:t>T</a:t>
            </a:r>
            <a:r>
              <a:rPr sz="4300" spc="-55" dirty="0"/>
              <a:t>r</a:t>
            </a:r>
            <a:r>
              <a:rPr sz="4300" spc="-290" dirty="0"/>
              <a:t>ee</a:t>
            </a:r>
            <a:endParaRPr sz="4300"/>
          </a:p>
        </p:txBody>
      </p:sp>
      <p:sp>
        <p:nvSpPr>
          <p:cNvPr id="16" name="object 16"/>
          <p:cNvSpPr txBox="1"/>
          <p:nvPr/>
        </p:nvSpPr>
        <p:spPr>
          <a:xfrm>
            <a:off x="1596897" y="1388338"/>
            <a:ext cx="1788795" cy="171831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700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105" dirty="0">
                <a:latin typeface="Trebuchet MS"/>
                <a:cs typeface="Trebuchet MS"/>
              </a:rPr>
              <a:t>In</a:t>
            </a:r>
            <a:r>
              <a:rPr sz="3200" spc="-95" dirty="0">
                <a:latin typeface="Trebuchet MS"/>
                <a:cs typeface="Trebuchet MS"/>
              </a:rPr>
              <a:t>s</a:t>
            </a:r>
            <a:r>
              <a:rPr sz="3200" spc="-110" dirty="0">
                <a:latin typeface="Trebuchet MS"/>
                <a:cs typeface="Trebuchet MS"/>
              </a:rPr>
              <a:t>e</a:t>
            </a:r>
            <a:r>
              <a:rPr sz="3200" spc="-20" dirty="0">
                <a:latin typeface="Trebuchet MS"/>
                <a:cs typeface="Trebuchet MS"/>
              </a:rPr>
              <a:t>r</a:t>
            </a:r>
            <a:r>
              <a:rPr sz="3200" spc="-130" dirty="0">
                <a:latin typeface="Trebuchet MS"/>
                <a:cs typeface="Trebuchet MS"/>
              </a:rPr>
              <a:t>tion</a:t>
            </a:r>
            <a:endParaRPr sz="320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6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165" dirty="0">
                <a:latin typeface="Trebuchet MS"/>
                <a:cs typeface="Trebuchet MS"/>
              </a:rPr>
              <a:t>Search</a:t>
            </a:r>
            <a:endParaRPr sz="320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95" dirty="0">
                <a:latin typeface="Trebuchet MS"/>
                <a:cs typeface="Trebuchet MS"/>
              </a:rPr>
              <a:t>Deletion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62811" y="341375"/>
            <a:ext cx="5172456" cy="1219200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514602" y="485978"/>
            <a:ext cx="4467860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145" dirty="0"/>
              <a:t>Insertion</a:t>
            </a:r>
            <a:r>
              <a:rPr sz="4300" spc="-175" dirty="0"/>
              <a:t> </a:t>
            </a:r>
            <a:r>
              <a:rPr sz="4300" spc="-114" dirty="0"/>
              <a:t>Operation</a:t>
            </a:r>
            <a:endParaRPr sz="4300"/>
          </a:p>
        </p:txBody>
      </p:sp>
      <p:sp>
        <p:nvSpPr>
          <p:cNvPr id="16" name="object 16"/>
          <p:cNvSpPr txBox="1"/>
          <p:nvPr/>
        </p:nvSpPr>
        <p:spPr>
          <a:xfrm>
            <a:off x="1596897" y="1385061"/>
            <a:ext cx="7261859" cy="469328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95910" marR="213995" indent="-283845">
              <a:lnSpc>
                <a:spcPts val="2600"/>
              </a:lnSpc>
              <a:spcBef>
                <a:spcPts val="720"/>
              </a:spcBef>
              <a:buClr>
                <a:srgbClr val="3891A7"/>
              </a:buClr>
              <a:buSzPct val="79629"/>
              <a:buFont typeface="Segoe UI Symbol"/>
              <a:buChar char="⚫"/>
              <a:tabLst>
                <a:tab pos="295910" algn="l"/>
                <a:tab pos="296545" algn="l"/>
              </a:tabLst>
            </a:pPr>
            <a:r>
              <a:rPr sz="2700" spc="75" dirty="0">
                <a:latin typeface="Trebuchet MS"/>
                <a:cs typeface="Trebuchet MS"/>
              </a:rPr>
              <a:t>As</a:t>
            </a:r>
            <a:r>
              <a:rPr sz="2700" spc="-65" dirty="0">
                <a:latin typeface="Trebuchet MS"/>
                <a:cs typeface="Trebuchet MS"/>
              </a:rPr>
              <a:t> </a:t>
            </a:r>
            <a:r>
              <a:rPr sz="2700" spc="-155" dirty="0">
                <a:latin typeface="Trebuchet MS"/>
                <a:cs typeface="Trebuchet MS"/>
              </a:rPr>
              <a:t>in</a:t>
            </a:r>
            <a:r>
              <a:rPr sz="2700" spc="-65" dirty="0">
                <a:latin typeface="Trebuchet MS"/>
                <a:cs typeface="Trebuchet MS"/>
              </a:rPr>
              <a:t> </a:t>
            </a:r>
            <a:r>
              <a:rPr sz="2700" spc="-190" dirty="0">
                <a:latin typeface="Trebuchet MS"/>
                <a:cs typeface="Trebuchet MS"/>
              </a:rPr>
              <a:t>BST,</a:t>
            </a:r>
            <a:r>
              <a:rPr sz="2700" spc="-345" dirty="0">
                <a:latin typeface="Trebuchet MS"/>
                <a:cs typeface="Trebuchet MS"/>
              </a:rPr>
              <a:t> </a:t>
            </a:r>
            <a:r>
              <a:rPr sz="2700" spc="-270" dirty="0">
                <a:latin typeface="Trebuchet MS"/>
                <a:cs typeface="Trebuchet MS"/>
              </a:rPr>
              <a:t>a</a:t>
            </a:r>
            <a:r>
              <a:rPr sz="2700" spc="-65" dirty="0">
                <a:latin typeface="Trebuchet MS"/>
                <a:cs typeface="Trebuchet MS"/>
              </a:rPr>
              <a:t> </a:t>
            </a:r>
            <a:r>
              <a:rPr sz="2700" spc="-135" dirty="0">
                <a:latin typeface="Trebuchet MS"/>
                <a:cs typeface="Trebuchet MS"/>
              </a:rPr>
              <a:t>new</a:t>
            </a:r>
            <a:r>
              <a:rPr sz="2700" spc="-95" dirty="0">
                <a:latin typeface="Trebuchet MS"/>
                <a:cs typeface="Trebuchet MS"/>
              </a:rPr>
              <a:t> </a:t>
            </a:r>
            <a:r>
              <a:rPr sz="2700" spc="-100" dirty="0">
                <a:latin typeface="Trebuchet MS"/>
                <a:cs typeface="Trebuchet MS"/>
              </a:rPr>
              <a:t>node</a:t>
            </a:r>
            <a:r>
              <a:rPr sz="2700" spc="-80" dirty="0">
                <a:latin typeface="Trebuchet MS"/>
                <a:cs typeface="Trebuchet MS"/>
              </a:rPr>
              <a:t> </a:t>
            </a:r>
            <a:r>
              <a:rPr sz="2700" spc="-120" dirty="0">
                <a:latin typeface="Trebuchet MS"/>
                <a:cs typeface="Trebuchet MS"/>
              </a:rPr>
              <a:t>is</a:t>
            </a:r>
            <a:r>
              <a:rPr sz="2700" spc="-65" dirty="0">
                <a:latin typeface="Trebuchet MS"/>
                <a:cs typeface="Trebuchet MS"/>
              </a:rPr>
              <a:t> </a:t>
            </a:r>
            <a:r>
              <a:rPr sz="2700" spc="-195" dirty="0">
                <a:latin typeface="Trebuchet MS"/>
                <a:cs typeface="Trebuchet MS"/>
              </a:rPr>
              <a:t>always</a:t>
            </a:r>
            <a:r>
              <a:rPr sz="2700" spc="-75" dirty="0">
                <a:latin typeface="Trebuchet MS"/>
                <a:cs typeface="Trebuchet MS"/>
              </a:rPr>
              <a:t> </a:t>
            </a:r>
            <a:r>
              <a:rPr sz="2700" spc="-125" dirty="0">
                <a:latin typeface="Trebuchet MS"/>
                <a:cs typeface="Trebuchet MS"/>
              </a:rPr>
              <a:t>inserted</a:t>
            </a:r>
            <a:r>
              <a:rPr sz="2700" spc="-90" dirty="0">
                <a:latin typeface="Trebuchet MS"/>
                <a:cs typeface="Trebuchet MS"/>
              </a:rPr>
              <a:t> </a:t>
            </a:r>
            <a:r>
              <a:rPr sz="2700" spc="-165" dirty="0">
                <a:latin typeface="Trebuchet MS"/>
                <a:cs typeface="Trebuchet MS"/>
              </a:rPr>
              <a:t>as</a:t>
            </a:r>
            <a:r>
              <a:rPr sz="2700" spc="-60" dirty="0">
                <a:latin typeface="Trebuchet MS"/>
                <a:cs typeface="Trebuchet MS"/>
              </a:rPr>
              <a:t> </a:t>
            </a:r>
            <a:r>
              <a:rPr sz="2700" spc="-270" dirty="0">
                <a:latin typeface="Trebuchet MS"/>
                <a:cs typeface="Trebuchet MS"/>
              </a:rPr>
              <a:t>a</a:t>
            </a:r>
            <a:r>
              <a:rPr sz="2700" spc="-75" dirty="0">
                <a:latin typeface="Trebuchet MS"/>
                <a:cs typeface="Trebuchet MS"/>
              </a:rPr>
              <a:t> </a:t>
            </a:r>
            <a:r>
              <a:rPr sz="2700" spc="-250" dirty="0">
                <a:latin typeface="Trebuchet MS"/>
                <a:cs typeface="Trebuchet MS"/>
              </a:rPr>
              <a:t>leaf </a:t>
            </a:r>
            <a:r>
              <a:rPr sz="2700" spc="-800" dirty="0">
                <a:latin typeface="Trebuchet MS"/>
                <a:cs typeface="Trebuchet MS"/>
              </a:rPr>
              <a:t> </a:t>
            </a:r>
            <a:r>
              <a:rPr sz="2700" spc="-150" dirty="0">
                <a:latin typeface="Trebuchet MS"/>
                <a:cs typeface="Trebuchet MS"/>
              </a:rPr>
              <a:t>node.</a:t>
            </a:r>
            <a:endParaRPr sz="2700">
              <a:latin typeface="Trebuchet MS"/>
              <a:cs typeface="Trebuchet MS"/>
            </a:endParaRPr>
          </a:p>
          <a:p>
            <a:pPr marL="295910" marR="5080" indent="-283845">
              <a:lnSpc>
                <a:spcPts val="2590"/>
              </a:lnSpc>
              <a:spcBef>
                <a:spcPts val="595"/>
              </a:spcBef>
              <a:buClr>
                <a:srgbClr val="3891A7"/>
              </a:buClr>
              <a:buSzPct val="79629"/>
              <a:buFont typeface="Segoe UI Symbol"/>
              <a:buChar char="⚫"/>
              <a:tabLst>
                <a:tab pos="295910" algn="l"/>
                <a:tab pos="296545" algn="l"/>
                <a:tab pos="1074420" algn="l"/>
                <a:tab pos="1417955" algn="l"/>
                <a:tab pos="1699895" algn="l"/>
                <a:tab pos="2679700" algn="l"/>
                <a:tab pos="3300095" algn="l"/>
                <a:tab pos="4046854" algn="l"/>
                <a:tab pos="5336540" algn="l"/>
                <a:tab pos="6057265" algn="l"/>
                <a:tab pos="6677659" algn="l"/>
              </a:tabLst>
            </a:pPr>
            <a:r>
              <a:rPr sz="2700" spc="-145" dirty="0">
                <a:latin typeface="Trebuchet MS"/>
                <a:cs typeface="Trebuchet MS"/>
              </a:rPr>
              <a:t>Step	</a:t>
            </a:r>
            <a:r>
              <a:rPr sz="2700" spc="-70" dirty="0">
                <a:latin typeface="Trebuchet MS"/>
                <a:cs typeface="Trebuchet MS"/>
              </a:rPr>
              <a:t>1	</a:t>
            </a:r>
            <a:r>
              <a:rPr sz="2700" spc="-120" dirty="0">
                <a:latin typeface="Trebuchet MS"/>
                <a:cs typeface="Trebuchet MS"/>
              </a:rPr>
              <a:t>-	</a:t>
            </a:r>
            <a:r>
              <a:rPr sz="2700" spc="-100" dirty="0">
                <a:latin typeface="Trebuchet MS"/>
                <a:cs typeface="Trebuchet MS"/>
              </a:rPr>
              <a:t>I</a:t>
            </a:r>
            <a:r>
              <a:rPr sz="2700" spc="-90" dirty="0">
                <a:latin typeface="Trebuchet MS"/>
                <a:cs typeface="Trebuchet MS"/>
              </a:rPr>
              <a:t>nse</a:t>
            </a:r>
            <a:r>
              <a:rPr sz="2700" spc="-25" dirty="0">
                <a:latin typeface="Trebuchet MS"/>
                <a:cs typeface="Trebuchet MS"/>
              </a:rPr>
              <a:t>r</a:t>
            </a:r>
            <a:r>
              <a:rPr sz="2700" spc="-175" dirty="0">
                <a:latin typeface="Trebuchet MS"/>
                <a:cs typeface="Trebuchet MS"/>
              </a:rPr>
              <a:t>t</a:t>
            </a:r>
            <a:r>
              <a:rPr sz="2700" dirty="0">
                <a:latin typeface="Trebuchet MS"/>
                <a:cs typeface="Trebuchet MS"/>
              </a:rPr>
              <a:t>	</a:t>
            </a:r>
            <a:r>
              <a:rPr sz="2700" spc="-160" dirty="0">
                <a:latin typeface="Trebuchet MS"/>
                <a:cs typeface="Trebuchet MS"/>
              </a:rPr>
              <a:t>the</a:t>
            </a:r>
            <a:r>
              <a:rPr sz="2700" dirty="0">
                <a:latin typeface="Trebuchet MS"/>
                <a:cs typeface="Trebuchet MS"/>
              </a:rPr>
              <a:t>	</a:t>
            </a:r>
            <a:r>
              <a:rPr sz="2700" spc="-155" dirty="0">
                <a:latin typeface="Trebuchet MS"/>
                <a:cs typeface="Trebuchet MS"/>
              </a:rPr>
              <a:t>n</a:t>
            </a:r>
            <a:r>
              <a:rPr sz="2700" spc="-200" dirty="0">
                <a:latin typeface="Trebuchet MS"/>
                <a:cs typeface="Trebuchet MS"/>
              </a:rPr>
              <a:t>e</a:t>
            </a:r>
            <a:r>
              <a:rPr sz="2700" spc="-70" dirty="0">
                <a:latin typeface="Trebuchet MS"/>
                <a:cs typeface="Trebuchet MS"/>
              </a:rPr>
              <a:t>w</a:t>
            </a:r>
            <a:r>
              <a:rPr sz="2700" dirty="0">
                <a:latin typeface="Trebuchet MS"/>
                <a:cs typeface="Trebuchet MS"/>
              </a:rPr>
              <a:t>	</a:t>
            </a:r>
            <a:r>
              <a:rPr sz="2700" spc="-175" dirty="0">
                <a:latin typeface="Trebuchet MS"/>
                <a:cs typeface="Trebuchet MS"/>
              </a:rPr>
              <a:t>element</a:t>
            </a:r>
            <a:r>
              <a:rPr sz="2700" dirty="0">
                <a:latin typeface="Trebuchet MS"/>
                <a:cs typeface="Trebuchet MS"/>
              </a:rPr>
              <a:t>	</a:t>
            </a:r>
            <a:r>
              <a:rPr sz="2700" spc="-200" dirty="0">
                <a:latin typeface="Trebuchet MS"/>
                <a:cs typeface="Trebuchet MS"/>
              </a:rPr>
              <a:t>i</a:t>
            </a:r>
            <a:r>
              <a:rPr sz="2700" spc="-90" dirty="0">
                <a:latin typeface="Trebuchet MS"/>
                <a:cs typeface="Trebuchet MS"/>
              </a:rPr>
              <a:t>nto</a:t>
            </a:r>
            <a:r>
              <a:rPr sz="2700" dirty="0">
                <a:latin typeface="Trebuchet MS"/>
                <a:cs typeface="Trebuchet MS"/>
              </a:rPr>
              <a:t>	</a:t>
            </a:r>
            <a:r>
              <a:rPr sz="2700" spc="-190" dirty="0">
                <a:latin typeface="Trebuchet MS"/>
                <a:cs typeface="Trebuchet MS"/>
              </a:rPr>
              <a:t>t</a:t>
            </a:r>
            <a:r>
              <a:rPr sz="2700" spc="-155" dirty="0">
                <a:latin typeface="Trebuchet MS"/>
                <a:cs typeface="Trebuchet MS"/>
              </a:rPr>
              <a:t>he</a:t>
            </a:r>
            <a:r>
              <a:rPr sz="2700" dirty="0">
                <a:latin typeface="Trebuchet MS"/>
                <a:cs typeface="Trebuchet MS"/>
              </a:rPr>
              <a:t>	</a:t>
            </a:r>
            <a:r>
              <a:rPr sz="2700" spc="-80" dirty="0">
                <a:latin typeface="Trebuchet MS"/>
                <a:cs typeface="Trebuchet MS"/>
              </a:rPr>
              <a:t>t</a:t>
            </a:r>
            <a:r>
              <a:rPr sz="2700" spc="-140" dirty="0">
                <a:latin typeface="Trebuchet MS"/>
                <a:cs typeface="Trebuchet MS"/>
              </a:rPr>
              <a:t>r</a:t>
            </a:r>
            <a:r>
              <a:rPr sz="2700" spc="-190" dirty="0">
                <a:latin typeface="Trebuchet MS"/>
                <a:cs typeface="Trebuchet MS"/>
              </a:rPr>
              <a:t>e</a:t>
            </a:r>
            <a:r>
              <a:rPr sz="2700" spc="-130" dirty="0">
                <a:latin typeface="Trebuchet MS"/>
                <a:cs typeface="Trebuchet MS"/>
              </a:rPr>
              <a:t>e  </a:t>
            </a:r>
            <a:r>
              <a:rPr sz="2700" spc="-105" dirty="0">
                <a:latin typeface="Trebuchet MS"/>
                <a:cs typeface="Trebuchet MS"/>
              </a:rPr>
              <a:t>u</a:t>
            </a:r>
            <a:r>
              <a:rPr sz="2700" spc="-75" dirty="0">
                <a:latin typeface="Trebuchet MS"/>
                <a:cs typeface="Trebuchet MS"/>
              </a:rPr>
              <a:t>s</a:t>
            </a:r>
            <a:r>
              <a:rPr sz="2700" spc="-165" dirty="0">
                <a:latin typeface="Trebuchet MS"/>
                <a:cs typeface="Trebuchet MS"/>
              </a:rPr>
              <a:t>in</a:t>
            </a:r>
            <a:r>
              <a:rPr sz="2700" spc="-195" dirty="0">
                <a:latin typeface="Trebuchet MS"/>
                <a:cs typeface="Trebuchet MS"/>
              </a:rPr>
              <a:t>g</a:t>
            </a:r>
            <a:r>
              <a:rPr sz="2700" spc="-80" dirty="0">
                <a:latin typeface="Trebuchet MS"/>
                <a:cs typeface="Trebuchet MS"/>
              </a:rPr>
              <a:t> </a:t>
            </a:r>
            <a:r>
              <a:rPr sz="2700" spc="-120" dirty="0">
                <a:latin typeface="Trebuchet MS"/>
                <a:cs typeface="Trebuchet MS"/>
              </a:rPr>
              <a:t>Bina</a:t>
            </a:r>
            <a:r>
              <a:rPr sz="2700" spc="-10" dirty="0">
                <a:latin typeface="Trebuchet MS"/>
                <a:cs typeface="Trebuchet MS"/>
              </a:rPr>
              <a:t>r</a:t>
            </a:r>
            <a:r>
              <a:rPr sz="2700" spc="-150" dirty="0">
                <a:latin typeface="Trebuchet MS"/>
                <a:cs typeface="Trebuchet MS"/>
              </a:rPr>
              <a:t>y</a:t>
            </a:r>
            <a:r>
              <a:rPr sz="2700" spc="-60" dirty="0">
                <a:latin typeface="Trebuchet MS"/>
                <a:cs typeface="Trebuchet MS"/>
              </a:rPr>
              <a:t> </a:t>
            </a:r>
            <a:r>
              <a:rPr sz="2700" spc="-130" dirty="0">
                <a:latin typeface="Trebuchet MS"/>
                <a:cs typeface="Trebuchet MS"/>
              </a:rPr>
              <a:t>Sea</a:t>
            </a:r>
            <a:r>
              <a:rPr sz="2700" spc="-175" dirty="0">
                <a:latin typeface="Trebuchet MS"/>
                <a:cs typeface="Trebuchet MS"/>
              </a:rPr>
              <a:t>r</a:t>
            </a:r>
            <a:r>
              <a:rPr sz="2700" spc="-140" dirty="0">
                <a:latin typeface="Trebuchet MS"/>
                <a:cs typeface="Trebuchet MS"/>
              </a:rPr>
              <a:t>ch</a:t>
            </a:r>
            <a:r>
              <a:rPr sz="2700" spc="-395" dirty="0">
                <a:latin typeface="Trebuchet MS"/>
                <a:cs typeface="Trebuchet MS"/>
              </a:rPr>
              <a:t> </a:t>
            </a:r>
            <a:r>
              <a:rPr sz="2700" spc="-275" dirty="0">
                <a:latin typeface="Trebuchet MS"/>
                <a:cs typeface="Trebuchet MS"/>
              </a:rPr>
              <a:t>T</a:t>
            </a:r>
            <a:r>
              <a:rPr sz="2700" spc="-35" dirty="0">
                <a:latin typeface="Trebuchet MS"/>
                <a:cs typeface="Trebuchet MS"/>
              </a:rPr>
              <a:t>r</a:t>
            </a:r>
            <a:r>
              <a:rPr sz="2700" spc="-180" dirty="0">
                <a:latin typeface="Trebuchet MS"/>
                <a:cs typeface="Trebuchet MS"/>
              </a:rPr>
              <a:t>ee</a:t>
            </a:r>
            <a:r>
              <a:rPr sz="2700" spc="-90" dirty="0">
                <a:latin typeface="Trebuchet MS"/>
                <a:cs typeface="Trebuchet MS"/>
              </a:rPr>
              <a:t> </a:t>
            </a:r>
            <a:r>
              <a:rPr sz="2700" spc="-130" dirty="0">
                <a:latin typeface="Trebuchet MS"/>
                <a:cs typeface="Trebuchet MS"/>
              </a:rPr>
              <a:t>ins</a:t>
            </a:r>
            <a:r>
              <a:rPr sz="2700" spc="-160" dirty="0">
                <a:latin typeface="Trebuchet MS"/>
                <a:cs typeface="Trebuchet MS"/>
              </a:rPr>
              <a:t>e</a:t>
            </a:r>
            <a:r>
              <a:rPr sz="2700" spc="55" dirty="0">
                <a:latin typeface="Trebuchet MS"/>
                <a:cs typeface="Trebuchet MS"/>
              </a:rPr>
              <a:t>r</a:t>
            </a:r>
            <a:r>
              <a:rPr sz="2700" spc="-110" dirty="0">
                <a:latin typeface="Trebuchet MS"/>
                <a:cs typeface="Trebuchet MS"/>
              </a:rPr>
              <a:t>tion</a:t>
            </a:r>
            <a:r>
              <a:rPr sz="2700" spc="-60" dirty="0">
                <a:latin typeface="Trebuchet MS"/>
                <a:cs typeface="Trebuchet MS"/>
              </a:rPr>
              <a:t> </a:t>
            </a:r>
            <a:r>
              <a:rPr sz="2700" spc="-155" dirty="0">
                <a:latin typeface="Trebuchet MS"/>
                <a:cs typeface="Trebuchet MS"/>
              </a:rPr>
              <a:t>log</a:t>
            </a:r>
            <a:r>
              <a:rPr sz="2700" spc="-114" dirty="0">
                <a:latin typeface="Trebuchet MS"/>
                <a:cs typeface="Trebuchet MS"/>
              </a:rPr>
              <a:t>i</a:t>
            </a:r>
            <a:r>
              <a:rPr sz="2700" spc="-100" dirty="0">
                <a:latin typeface="Trebuchet MS"/>
                <a:cs typeface="Trebuchet MS"/>
              </a:rPr>
              <a:t>c</a:t>
            </a:r>
            <a:r>
              <a:rPr sz="2700" spc="-400" dirty="0">
                <a:latin typeface="Trebuchet MS"/>
                <a:cs typeface="Trebuchet MS"/>
              </a:rPr>
              <a:t>.</a:t>
            </a:r>
            <a:endParaRPr sz="2700">
              <a:latin typeface="Trebuchet MS"/>
              <a:cs typeface="Trebuchet MS"/>
            </a:endParaRPr>
          </a:p>
          <a:p>
            <a:pPr marL="295910" marR="5715" indent="-283845">
              <a:lnSpc>
                <a:spcPts val="2590"/>
              </a:lnSpc>
              <a:spcBef>
                <a:spcPts val="600"/>
              </a:spcBef>
              <a:buClr>
                <a:srgbClr val="3891A7"/>
              </a:buClr>
              <a:buSzPct val="79629"/>
              <a:buFont typeface="Segoe UI Symbol"/>
              <a:buChar char="⚫"/>
              <a:tabLst>
                <a:tab pos="295910" algn="l"/>
                <a:tab pos="296545" algn="l"/>
                <a:tab pos="1155065" algn="l"/>
                <a:tab pos="1579245" algn="l"/>
                <a:tab pos="1941830" algn="l"/>
                <a:tab pos="2922270" algn="l"/>
                <a:tab pos="4449445" algn="l"/>
                <a:tab pos="5501005" algn="l"/>
                <a:tab pos="6202045" algn="l"/>
              </a:tabLst>
            </a:pPr>
            <a:r>
              <a:rPr sz="2700" spc="-145" dirty="0">
                <a:latin typeface="Trebuchet MS"/>
                <a:cs typeface="Trebuchet MS"/>
              </a:rPr>
              <a:t>Step	</a:t>
            </a:r>
            <a:r>
              <a:rPr sz="2700" spc="-70" dirty="0">
                <a:latin typeface="Trebuchet MS"/>
                <a:cs typeface="Trebuchet MS"/>
              </a:rPr>
              <a:t>2	</a:t>
            </a:r>
            <a:r>
              <a:rPr sz="2700" spc="-120" dirty="0">
                <a:latin typeface="Trebuchet MS"/>
                <a:cs typeface="Trebuchet MS"/>
              </a:rPr>
              <a:t>-	</a:t>
            </a:r>
            <a:r>
              <a:rPr sz="2700" spc="-90" dirty="0">
                <a:latin typeface="Trebuchet MS"/>
                <a:cs typeface="Trebuchet MS"/>
              </a:rPr>
              <a:t>After	</a:t>
            </a:r>
            <a:r>
              <a:rPr sz="2700" spc="-110" dirty="0">
                <a:latin typeface="Trebuchet MS"/>
                <a:cs typeface="Trebuchet MS"/>
              </a:rPr>
              <a:t>i</a:t>
            </a:r>
            <a:r>
              <a:rPr sz="2700" spc="-210" dirty="0">
                <a:latin typeface="Trebuchet MS"/>
                <a:cs typeface="Trebuchet MS"/>
              </a:rPr>
              <a:t>n</a:t>
            </a:r>
            <a:r>
              <a:rPr sz="2700" spc="-80" dirty="0">
                <a:latin typeface="Trebuchet MS"/>
                <a:cs typeface="Trebuchet MS"/>
              </a:rPr>
              <a:t>se</a:t>
            </a:r>
            <a:r>
              <a:rPr sz="2700" spc="-15" dirty="0">
                <a:latin typeface="Trebuchet MS"/>
                <a:cs typeface="Trebuchet MS"/>
              </a:rPr>
              <a:t>r</a:t>
            </a:r>
            <a:r>
              <a:rPr sz="2700" spc="-170" dirty="0">
                <a:latin typeface="Trebuchet MS"/>
                <a:cs typeface="Trebuchet MS"/>
              </a:rPr>
              <a:t>tion,</a:t>
            </a:r>
            <a:r>
              <a:rPr sz="2700" dirty="0">
                <a:latin typeface="Trebuchet MS"/>
                <a:cs typeface="Trebuchet MS"/>
              </a:rPr>
              <a:t>	</a:t>
            </a:r>
            <a:r>
              <a:rPr sz="2700" spc="-140" dirty="0">
                <a:latin typeface="Trebuchet MS"/>
                <a:cs typeface="Trebuchet MS"/>
              </a:rPr>
              <a:t>check</a:t>
            </a:r>
            <a:r>
              <a:rPr sz="2700" dirty="0">
                <a:latin typeface="Trebuchet MS"/>
                <a:cs typeface="Trebuchet MS"/>
              </a:rPr>
              <a:t>	</a:t>
            </a:r>
            <a:r>
              <a:rPr sz="2700" spc="-160" dirty="0">
                <a:latin typeface="Trebuchet MS"/>
                <a:cs typeface="Trebuchet MS"/>
              </a:rPr>
              <a:t>the</a:t>
            </a:r>
            <a:r>
              <a:rPr sz="2700" dirty="0">
                <a:latin typeface="Trebuchet MS"/>
                <a:cs typeface="Trebuchet MS"/>
              </a:rPr>
              <a:t>	</a:t>
            </a:r>
            <a:r>
              <a:rPr sz="2700" spc="-185" dirty="0">
                <a:solidFill>
                  <a:srgbClr val="FF0000"/>
                </a:solidFill>
                <a:latin typeface="Trebuchet MS"/>
                <a:cs typeface="Trebuchet MS"/>
              </a:rPr>
              <a:t>Bal</a:t>
            </a:r>
            <a:r>
              <a:rPr sz="2700" spc="-220" dirty="0">
                <a:solidFill>
                  <a:srgbClr val="FF0000"/>
                </a:solidFill>
                <a:latin typeface="Trebuchet MS"/>
                <a:cs typeface="Trebuchet MS"/>
              </a:rPr>
              <a:t>a</a:t>
            </a:r>
            <a:r>
              <a:rPr sz="2700" spc="-130" dirty="0">
                <a:solidFill>
                  <a:srgbClr val="FF0000"/>
                </a:solidFill>
                <a:latin typeface="Trebuchet MS"/>
                <a:cs typeface="Trebuchet MS"/>
              </a:rPr>
              <a:t>nce  </a:t>
            </a:r>
            <a:r>
              <a:rPr sz="2700" spc="-125" dirty="0">
                <a:solidFill>
                  <a:srgbClr val="FF0000"/>
                </a:solidFill>
                <a:latin typeface="Trebuchet MS"/>
                <a:cs typeface="Trebuchet MS"/>
              </a:rPr>
              <a:t>Facto</a:t>
            </a:r>
            <a:r>
              <a:rPr sz="2700" spc="-95" dirty="0">
                <a:solidFill>
                  <a:srgbClr val="FF0000"/>
                </a:solidFill>
                <a:latin typeface="Trebuchet MS"/>
                <a:cs typeface="Trebuchet MS"/>
              </a:rPr>
              <a:t>r</a:t>
            </a:r>
            <a:r>
              <a:rPr sz="2700" spc="-6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700" spc="-175" dirty="0">
                <a:solidFill>
                  <a:srgbClr val="FF0000"/>
                </a:solidFill>
                <a:latin typeface="Trebuchet MS"/>
                <a:cs typeface="Trebuchet MS"/>
              </a:rPr>
              <a:t>o</a:t>
            </a:r>
            <a:r>
              <a:rPr sz="2700" spc="-114" dirty="0">
                <a:solidFill>
                  <a:srgbClr val="FF0000"/>
                </a:solidFill>
                <a:latin typeface="Trebuchet MS"/>
                <a:cs typeface="Trebuchet MS"/>
              </a:rPr>
              <a:t>f</a:t>
            </a:r>
            <a:r>
              <a:rPr sz="2700" spc="-6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700" spc="-220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sz="2700" spc="-185" dirty="0">
                <a:solidFill>
                  <a:srgbClr val="FF0000"/>
                </a:solidFill>
                <a:latin typeface="Trebuchet MS"/>
                <a:cs typeface="Trebuchet MS"/>
              </a:rPr>
              <a:t>v</a:t>
            </a:r>
            <a:r>
              <a:rPr sz="2700" spc="-95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sz="2700" spc="10" dirty="0">
                <a:solidFill>
                  <a:srgbClr val="FF0000"/>
                </a:solidFill>
                <a:latin typeface="Trebuchet MS"/>
                <a:cs typeface="Trebuchet MS"/>
              </a:rPr>
              <a:t>r</a:t>
            </a:r>
            <a:r>
              <a:rPr sz="2700" spc="-150" dirty="0">
                <a:solidFill>
                  <a:srgbClr val="FF0000"/>
                </a:solidFill>
                <a:latin typeface="Trebuchet MS"/>
                <a:cs typeface="Trebuchet MS"/>
              </a:rPr>
              <a:t>y</a:t>
            </a:r>
            <a:r>
              <a:rPr sz="2700" spc="-9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700" spc="-100" dirty="0">
                <a:solidFill>
                  <a:srgbClr val="FF0000"/>
                </a:solidFill>
                <a:latin typeface="Trebuchet MS"/>
                <a:cs typeface="Trebuchet MS"/>
              </a:rPr>
              <a:t>nod</a:t>
            </a:r>
            <a:r>
              <a:rPr sz="2700" spc="-45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sz="2700" spc="-400" dirty="0">
                <a:solidFill>
                  <a:srgbClr val="FF0000"/>
                </a:solidFill>
                <a:latin typeface="Trebuchet MS"/>
                <a:cs typeface="Trebuchet MS"/>
              </a:rPr>
              <a:t>.</a:t>
            </a:r>
            <a:endParaRPr sz="2700">
              <a:latin typeface="Trebuchet MS"/>
              <a:cs typeface="Trebuchet MS"/>
            </a:endParaRPr>
          </a:p>
          <a:p>
            <a:pPr marL="295910" marR="5715" indent="-283845" algn="just">
              <a:lnSpc>
                <a:spcPct val="80000"/>
              </a:lnSpc>
              <a:spcBef>
                <a:spcPts val="630"/>
              </a:spcBef>
              <a:buClr>
                <a:srgbClr val="3891A7"/>
              </a:buClr>
              <a:buSzPct val="79629"/>
              <a:buFont typeface="Segoe UI Symbol"/>
              <a:buChar char="⚫"/>
              <a:tabLst>
                <a:tab pos="296545" algn="l"/>
              </a:tabLst>
            </a:pPr>
            <a:r>
              <a:rPr sz="2700" spc="-145" dirty="0">
                <a:latin typeface="Trebuchet MS"/>
                <a:cs typeface="Trebuchet MS"/>
              </a:rPr>
              <a:t>Step </a:t>
            </a:r>
            <a:r>
              <a:rPr sz="2700" spc="-70" dirty="0">
                <a:latin typeface="Trebuchet MS"/>
                <a:cs typeface="Trebuchet MS"/>
              </a:rPr>
              <a:t>3 </a:t>
            </a:r>
            <a:r>
              <a:rPr sz="2700" spc="-120" dirty="0">
                <a:latin typeface="Trebuchet MS"/>
                <a:cs typeface="Trebuchet MS"/>
              </a:rPr>
              <a:t>- </a:t>
            </a:r>
            <a:r>
              <a:rPr sz="2700" spc="-204" dirty="0">
                <a:latin typeface="Trebuchet MS"/>
                <a:cs typeface="Trebuchet MS"/>
              </a:rPr>
              <a:t>If</a:t>
            </a:r>
            <a:r>
              <a:rPr sz="2700" spc="-200" dirty="0">
                <a:latin typeface="Trebuchet MS"/>
                <a:cs typeface="Trebuchet MS"/>
              </a:rPr>
              <a:t> </a:t>
            </a:r>
            <a:r>
              <a:rPr sz="2700" spc="-160" dirty="0">
                <a:latin typeface="Trebuchet MS"/>
                <a:cs typeface="Trebuchet MS"/>
              </a:rPr>
              <a:t>the</a:t>
            </a:r>
            <a:r>
              <a:rPr sz="2700" spc="490" dirty="0">
                <a:latin typeface="Trebuchet MS"/>
                <a:cs typeface="Trebuchet MS"/>
              </a:rPr>
              <a:t> </a:t>
            </a:r>
            <a:r>
              <a:rPr sz="2700" spc="-175" dirty="0">
                <a:latin typeface="Trebuchet MS"/>
                <a:cs typeface="Trebuchet MS"/>
              </a:rPr>
              <a:t>Balance</a:t>
            </a:r>
            <a:r>
              <a:rPr sz="2700" spc="465" dirty="0">
                <a:latin typeface="Trebuchet MS"/>
                <a:cs typeface="Trebuchet MS"/>
              </a:rPr>
              <a:t> </a:t>
            </a:r>
            <a:r>
              <a:rPr sz="2700" spc="-114" dirty="0">
                <a:latin typeface="Trebuchet MS"/>
                <a:cs typeface="Trebuchet MS"/>
              </a:rPr>
              <a:t>Factor </a:t>
            </a:r>
            <a:r>
              <a:rPr sz="2700" spc="-145" dirty="0">
                <a:latin typeface="Trebuchet MS"/>
                <a:cs typeface="Trebuchet MS"/>
              </a:rPr>
              <a:t>of </a:t>
            </a:r>
            <a:r>
              <a:rPr sz="2700" spc="-135" dirty="0">
                <a:latin typeface="Trebuchet MS"/>
                <a:cs typeface="Trebuchet MS"/>
              </a:rPr>
              <a:t>every </a:t>
            </a:r>
            <a:r>
              <a:rPr sz="2700" spc="-105" dirty="0">
                <a:latin typeface="Trebuchet MS"/>
                <a:cs typeface="Trebuchet MS"/>
              </a:rPr>
              <a:t>node </a:t>
            </a:r>
            <a:r>
              <a:rPr sz="2700" spc="-120" dirty="0">
                <a:latin typeface="Trebuchet MS"/>
                <a:cs typeface="Trebuchet MS"/>
              </a:rPr>
              <a:t>is </a:t>
            </a:r>
            <a:r>
              <a:rPr sz="2700" spc="-70" dirty="0">
                <a:latin typeface="Trebuchet MS"/>
                <a:cs typeface="Trebuchet MS"/>
              </a:rPr>
              <a:t>0 </a:t>
            </a:r>
            <a:r>
              <a:rPr sz="2700" spc="-65" dirty="0">
                <a:latin typeface="Trebuchet MS"/>
                <a:cs typeface="Trebuchet MS"/>
              </a:rPr>
              <a:t> </a:t>
            </a:r>
            <a:r>
              <a:rPr sz="2700" spc="30" dirty="0">
                <a:latin typeface="Trebuchet MS"/>
                <a:cs typeface="Trebuchet MS"/>
              </a:rPr>
              <a:t>o</a:t>
            </a:r>
            <a:r>
              <a:rPr sz="2700" spc="25" dirty="0">
                <a:latin typeface="Trebuchet MS"/>
                <a:cs typeface="Trebuchet MS"/>
              </a:rPr>
              <a:t>r</a:t>
            </a:r>
            <a:r>
              <a:rPr sz="2700" spc="-60" dirty="0">
                <a:latin typeface="Trebuchet MS"/>
                <a:cs typeface="Trebuchet MS"/>
              </a:rPr>
              <a:t> </a:t>
            </a:r>
            <a:r>
              <a:rPr sz="2700" spc="-70" dirty="0">
                <a:latin typeface="Trebuchet MS"/>
                <a:cs typeface="Trebuchet MS"/>
              </a:rPr>
              <a:t>1</a:t>
            </a:r>
            <a:r>
              <a:rPr sz="2700" spc="-65" dirty="0">
                <a:latin typeface="Trebuchet MS"/>
                <a:cs typeface="Trebuchet MS"/>
              </a:rPr>
              <a:t> </a:t>
            </a:r>
            <a:r>
              <a:rPr sz="2700" spc="30" dirty="0">
                <a:latin typeface="Trebuchet MS"/>
                <a:cs typeface="Trebuchet MS"/>
              </a:rPr>
              <a:t>o</a:t>
            </a:r>
            <a:r>
              <a:rPr sz="2700" spc="25" dirty="0">
                <a:latin typeface="Trebuchet MS"/>
                <a:cs typeface="Trebuchet MS"/>
              </a:rPr>
              <a:t>r</a:t>
            </a:r>
            <a:r>
              <a:rPr sz="2700" spc="-60" dirty="0">
                <a:latin typeface="Trebuchet MS"/>
                <a:cs typeface="Trebuchet MS"/>
              </a:rPr>
              <a:t> </a:t>
            </a:r>
            <a:r>
              <a:rPr sz="2700" spc="-120" dirty="0">
                <a:latin typeface="Trebuchet MS"/>
                <a:cs typeface="Trebuchet MS"/>
              </a:rPr>
              <a:t>-</a:t>
            </a:r>
            <a:r>
              <a:rPr sz="2700" spc="-70" dirty="0">
                <a:latin typeface="Trebuchet MS"/>
                <a:cs typeface="Trebuchet MS"/>
              </a:rPr>
              <a:t>1</a:t>
            </a:r>
            <a:r>
              <a:rPr sz="2700" spc="-65" dirty="0">
                <a:latin typeface="Trebuchet MS"/>
                <a:cs typeface="Trebuchet MS"/>
              </a:rPr>
              <a:t> </a:t>
            </a:r>
            <a:r>
              <a:rPr sz="2700" spc="-155" dirty="0">
                <a:latin typeface="Trebuchet MS"/>
                <a:cs typeface="Trebuchet MS"/>
              </a:rPr>
              <a:t>th</a:t>
            </a:r>
            <a:r>
              <a:rPr sz="2700" spc="-170" dirty="0">
                <a:latin typeface="Trebuchet MS"/>
                <a:cs typeface="Trebuchet MS"/>
              </a:rPr>
              <a:t>e</a:t>
            </a:r>
            <a:r>
              <a:rPr sz="2700" spc="-130" dirty="0">
                <a:latin typeface="Trebuchet MS"/>
                <a:cs typeface="Trebuchet MS"/>
              </a:rPr>
              <a:t>n</a:t>
            </a:r>
            <a:r>
              <a:rPr sz="2700" spc="-75" dirty="0">
                <a:latin typeface="Trebuchet MS"/>
                <a:cs typeface="Trebuchet MS"/>
              </a:rPr>
              <a:t> </a:t>
            </a:r>
            <a:r>
              <a:rPr sz="2700" spc="-105" dirty="0">
                <a:latin typeface="Trebuchet MS"/>
                <a:cs typeface="Trebuchet MS"/>
              </a:rPr>
              <a:t>g</a:t>
            </a:r>
            <a:r>
              <a:rPr sz="2700" spc="-85" dirty="0">
                <a:latin typeface="Trebuchet MS"/>
                <a:cs typeface="Trebuchet MS"/>
              </a:rPr>
              <a:t>o</a:t>
            </a:r>
            <a:r>
              <a:rPr sz="2700" spc="-75" dirty="0">
                <a:latin typeface="Trebuchet MS"/>
                <a:cs typeface="Trebuchet MS"/>
              </a:rPr>
              <a:t> </a:t>
            </a:r>
            <a:r>
              <a:rPr sz="2700" spc="-355" dirty="0">
                <a:latin typeface="Trebuchet MS"/>
                <a:cs typeface="Trebuchet MS"/>
              </a:rPr>
              <a:t>f</a:t>
            </a:r>
            <a:r>
              <a:rPr sz="2700" spc="30" dirty="0">
                <a:latin typeface="Trebuchet MS"/>
                <a:cs typeface="Trebuchet MS"/>
              </a:rPr>
              <a:t>or</a:t>
            </a:r>
            <a:r>
              <a:rPr sz="2700" spc="-60" dirty="0">
                <a:latin typeface="Trebuchet MS"/>
                <a:cs typeface="Trebuchet MS"/>
              </a:rPr>
              <a:t> </a:t>
            </a:r>
            <a:r>
              <a:rPr sz="2700" spc="-155" dirty="0">
                <a:latin typeface="Trebuchet MS"/>
                <a:cs typeface="Trebuchet MS"/>
              </a:rPr>
              <a:t>n</a:t>
            </a:r>
            <a:r>
              <a:rPr sz="2700" spc="-150" dirty="0">
                <a:latin typeface="Trebuchet MS"/>
                <a:cs typeface="Trebuchet MS"/>
              </a:rPr>
              <a:t>e</a:t>
            </a:r>
            <a:r>
              <a:rPr sz="2700" spc="-90" dirty="0">
                <a:latin typeface="Trebuchet MS"/>
                <a:cs typeface="Trebuchet MS"/>
              </a:rPr>
              <a:t>xt</a:t>
            </a:r>
            <a:r>
              <a:rPr sz="2700" spc="-75" dirty="0">
                <a:latin typeface="Trebuchet MS"/>
                <a:cs typeface="Trebuchet MS"/>
              </a:rPr>
              <a:t> </a:t>
            </a:r>
            <a:r>
              <a:rPr sz="2700" spc="-110" dirty="0">
                <a:latin typeface="Trebuchet MS"/>
                <a:cs typeface="Trebuchet MS"/>
              </a:rPr>
              <a:t>operation</a:t>
            </a:r>
            <a:r>
              <a:rPr sz="2700" spc="-400" dirty="0">
                <a:latin typeface="Trebuchet MS"/>
                <a:cs typeface="Trebuchet MS"/>
              </a:rPr>
              <a:t>.</a:t>
            </a:r>
            <a:endParaRPr sz="2700">
              <a:latin typeface="Trebuchet MS"/>
              <a:cs typeface="Trebuchet MS"/>
            </a:endParaRPr>
          </a:p>
          <a:p>
            <a:pPr marL="295910" marR="5080" indent="-283845" algn="just">
              <a:lnSpc>
                <a:spcPct val="80000"/>
              </a:lnSpc>
              <a:spcBef>
                <a:spcPts val="600"/>
              </a:spcBef>
              <a:buClr>
                <a:srgbClr val="3891A7"/>
              </a:buClr>
              <a:buSzPct val="79629"/>
              <a:buFont typeface="Segoe UI Symbol"/>
              <a:buChar char="⚫"/>
              <a:tabLst>
                <a:tab pos="296545" algn="l"/>
              </a:tabLst>
            </a:pPr>
            <a:r>
              <a:rPr sz="2700" spc="-145" dirty="0">
                <a:latin typeface="Trebuchet MS"/>
                <a:cs typeface="Trebuchet MS"/>
              </a:rPr>
              <a:t>Step </a:t>
            </a:r>
            <a:r>
              <a:rPr sz="2700" spc="-65" dirty="0">
                <a:latin typeface="Trebuchet MS"/>
                <a:cs typeface="Trebuchet MS"/>
              </a:rPr>
              <a:t>4 </a:t>
            </a:r>
            <a:r>
              <a:rPr sz="2700" spc="-120" dirty="0">
                <a:latin typeface="Trebuchet MS"/>
                <a:cs typeface="Trebuchet MS"/>
              </a:rPr>
              <a:t>- </a:t>
            </a:r>
            <a:r>
              <a:rPr sz="2700" spc="-204" dirty="0">
                <a:latin typeface="Trebuchet MS"/>
                <a:cs typeface="Trebuchet MS"/>
              </a:rPr>
              <a:t>If </a:t>
            </a:r>
            <a:r>
              <a:rPr sz="2700" spc="-160" dirty="0">
                <a:latin typeface="Trebuchet MS"/>
                <a:cs typeface="Trebuchet MS"/>
              </a:rPr>
              <a:t>the </a:t>
            </a:r>
            <a:r>
              <a:rPr sz="2700" spc="-175" dirty="0">
                <a:latin typeface="Trebuchet MS"/>
                <a:cs typeface="Trebuchet MS"/>
              </a:rPr>
              <a:t>Balance </a:t>
            </a:r>
            <a:r>
              <a:rPr sz="2700" spc="-120" dirty="0">
                <a:latin typeface="Trebuchet MS"/>
                <a:cs typeface="Trebuchet MS"/>
              </a:rPr>
              <a:t>Factor </a:t>
            </a:r>
            <a:r>
              <a:rPr sz="2700" spc="-145" dirty="0">
                <a:latin typeface="Trebuchet MS"/>
                <a:cs typeface="Trebuchet MS"/>
              </a:rPr>
              <a:t>of </a:t>
            </a:r>
            <a:r>
              <a:rPr sz="2700" spc="-200" dirty="0">
                <a:latin typeface="Trebuchet MS"/>
                <a:cs typeface="Trebuchet MS"/>
              </a:rPr>
              <a:t>any </a:t>
            </a:r>
            <a:r>
              <a:rPr sz="2700" spc="-100" dirty="0">
                <a:latin typeface="Trebuchet MS"/>
                <a:cs typeface="Trebuchet MS"/>
              </a:rPr>
              <a:t>node </a:t>
            </a:r>
            <a:r>
              <a:rPr sz="2700" spc="-130" dirty="0">
                <a:latin typeface="Trebuchet MS"/>
                <a:cs typeface="Trebuchet MS"/>
              </a:rPr>
              <a:t>is </a:t>
            </a:r>
            <a:r>
              <a:rPr sz="2700" spc="-90" dirty="0">
                <a:latin typeface="Trebuchet MS"/>
                <a:cs typeface="Trebuchet MS"/>
              </a:rPr>
              <a:t>other </a:t>
            </a:r>
            <a:r>
              <a:rPr sz="2700" spc="-85" dirty="0">
                <a:latin typeface="Trebuchet MS"/>
                <a:cs typeface="Trebuchet MS"/>
              </a:rPr>
              <a:t> </a:t>
            </a:r>
            <a:r>
              <a:rPr sz="2700" spc="-175" dirty="0">
                <a:latin typeface="Trebuchet MS"/>
                <a:cs typeface="Trebuchet MS"/>
              </a:rPr>
              <a:t>than</a:t>
            </a:r>
            <a:r>
              <a:rPr sz="2700" spc="-170" dirty="0">
                <a:latin typeface="Trebuchet MS"/>
                <a:cs typeface="Trebuchet MS"/>
              </a:rPr>
              <a:t> </a:t>
            </a:r>
            <a:r>
              <a:rPr sz="2700" spc="-70" dirty="0">
                <a:latin typeface="Trebuchet MS"/>
                <a:cs typeface="Trebuchet MS"/>
              </a:rPr>
              <a:t>0 </a:t>
            </a:r>
            <a:r>
              <a:rPr sz="2700" spc="25" dirty="0">
                <a:latin typeface="Trebuchet MS"/>
                <a:cs typeface="Trebuchet MS"/>
              </a:rPr>
              <a:t>or </a:t>
            </a:r>
            <a:r>
              <a:rPr sz="2700" spc="-70" dirty="0">
                <a:latin typeface="Trebuchet MS"/>
                <a:cs typeface="Trebuchet MS"/>
              </a:rPr>
              <a:t>1 </a:t>
            </a:r>
            <a:r>
              <a:rPr sz="2700" spc="25" dirty="0">
                <a:latin typeface="Trebuchet MS"/>
                <a:cs typeface="Trebuchet MS"/>
              </a:rPr>
              <a:t>or </a:t>
            </a:r>
            <a:r>
              <a:rPr sz="2700" spc="-100" dirty="0">
                <a:latin typeface="Trebuchet MS"/>
                <a:cs typeface="Trebuchet MS"/>
              </a:rPr>
              <a:t>-1 </a:t>
            </a:r>
            <a:r>
              <a:rPr sz="2700" spc="-155" dirty="0">
                <a:latin typeface="Trebuchet MS"/>
                <a:cs typeface="Trebuchet MS"/>
              </a:rPr>
              <a:t>then</a:t>
            </a:r>
            <a:r>
              <a:rPr sz="2700" spc="-150" dirty="0">
                <a:latin typeface="Trebuchet MS"/>
                <a:cs typeface="Trebuchet MS"/>
              </a:rPr>
              <a:t> </a:t>
            </a:r>
            <a:r>
              <a:rPr sz="2700" spc="-185" dirty="0">
                <a:latin typeface="Trebuchet MS"/>
                <a:cs typeface="Trebuchet MS"/>
              </a:rPr>
              <a:t>that</a:t>
            </a:r>
            <a:r>
              <a:rPr sz="2700" spc="-180" dirty="0">
                <a:latin typeface="Trebuchet MS"/>
                <a:cs typeface="Trebuchet MS"/>
              </a:rPr>
              <a:t> </a:t>
            </a:r>
            <a:r>
              <a:rPr sz="2700" spc="-145" dirty="0">
                <a:latin typeface="Trebuchet MS"/>
                <a:cs typeface="Trebuchet MS"/>
              </a:rPr>
              <a:t>tree </a:t>
            </a:r>
            <a:r>
              <a:rPr sz="2700" spc="-130" dirty="0">
                <a:latin typeface="Trebuchet MS"/>
                <a:cs typeface="Trebuchet MS"/>
              </a:rPr>
              <a:t>is </a:t>
            </a:r>
            <a:r>
              <a:rPr sz="2700" spc="-165" dirty="0">
                <a:latin typeface="Trebuchet MS"/>
                <a:cs typeface="Trebuchet MS"/>
              </a:rPr>
              <a:t>said</a:t>
            </a:r>
            <a:r>
              <a:rPr sz="2700" spc="-160" dirty="0">
                <a:latin typeface="Trebuchet MS"/>
                <a:cs typeface="Trebuchet MS"/>
              </a:rPr>
              <a:t> </a:t>
            </a:r>
            <a:r>
              <a:rPr sz="2700" spc="-70" dirty="0">
                <a:latin typeface="Trebuchet MS"/>
                <a:cs typeface="Trebuchet MS"/>
              </a:rPr>
              <a:t>to </a:t>
            </a:r>
            <a:r>
              <a:rPr sz="2700" spc="-180" dirty="0">
                <a:latin typeface="Trebuchet MS"/>
                <a:cs typeface="Trebuchet MS"/>
              </a:rPr>
              <a:t>be </a:t>
            </a:r>
            <a:r>
              <a:rPr sz="2700" spc="-175" dirty="0">
                <a:latin typeface="Trebuchet MS"/>
                <a:cs typeface="Trebuchet MS"/>
              </a:rPr>
              <a:t> </a:t>
            </a:r>
            <a:r>
              <a:rPr sz="2700" spc="-204" dirty="0">
                <a:latin typeface="Trebuchet MS"/>
                <a:cs typeface="Trebuchet MS"/>
              </a:rPr>
              <a:t>imbalanced.</a:t>
            </a:r>
            <a:r>
              <a:rPr sz="2700" spc="705" dirty="0">
                <a:latin typeface="Trebuchet MS"/>
                <a:cs typeface="Trebuchet MS"/>
              </a:rPr>
              <a:t> </a:t>
            </a:r>
            <a:r>
              <a:rPr sz="2700" spc="710" dirty="0">
                <a:latin typeface="Trebuchet MS"/>
                <a:cs typeface="Trebuchet MS"/>
              </a:rPr>
              <a:t> </a:t>
            </a:r>
            <a:r>
              <a:rPr sz="2700" spc="-105" dirty="0">
                <a:latin typeface="Trebuchet MS"/>
                <a:cs typeface="Trebuchet MS"/>
              </a:rPr>
              <a:t>In</a:t>
            </a:r>
            <a:r>
              <a:rPr sz="2700" spc="955" dirty="0">
                <a:latin typeface="Trebuchet MS"/>
                <a:cs typeface="Trebuchet MS"/>
              </a:rPr>
              <a:t> </a:t>
            </a:r>
            <a:r>
              <a:rPr sz="2700" spc="960" dirty="0">
                <a:latin typeface="Trebuchet MS"/>
                <a:cs typeface="Trebuchet MS"/>
              </a:rPr>
              <a:t> </a:t>
            </a:r>
            <a:r>
              <a:rPr sz="2700" spc="-135" dirty="0">
                <a:latin typeface="Trebuchet MS"/>
                <a:cs typeface="Trebuchet MS"/>
              </a:rPr>
              <a:t>this</a:t>
            </a:r>
            <a:r>
              <a:rPr sz="2700" spc="540" dirty="0">
                <a:latin typeface="Trebuchet MS"/>
                <a:cs typeface="Trebuchet MS"/>
              </a:rPr>
              <a:t>  </a:t>
            </a:r>
            <a:r>
              <a:rPr sz="2700" spc="545" dirty="0">
                <a:latin typeface="Trebuchet MS"/>
                <a:cs typeface="Trebuchet MS"/>
              </a:rPr>
              <a:t> </a:t>
            </a:r>
            <a:r>
              <a:rPr sz="2700" spc="-204" dirty="0">
                <a:latin typeface="Trebuchet MS"/>
                <a:cs typeface="Trebuchet MS"/>
              </a:rPr>
              <a:t>case,</a:t>
            </a:r>
            <a:r>
              <a:rPr sz="2700" spc="400" dirty="0">
                <a:latin typeface="Trebuchet MS"/>
                <a:cs typeface="Trebuchet MS"/>
              </a:rPr>
              <a:t>  </a:t>
            </a:r>
            <a:r>
              <a:rPr sz="2700" spc="405" dirty="0">
                <a:latin typeface="Trebuchet MS"/>
                <a:cs typeface="Trebuchet MS"/>
              </a:rPr>
              <a:t> </a:t>
            </a:r>
            <a:r>
              <a:rPr sz="2700" spc="-110" dirty="0">
                <a:latin typeface="Trebuchet MS"/>
                <a:cs typeface="Trebuchet MS"/>
              </a:rPr>
              <a:t>perform </a:t>
            </a:r>
            <a:r>
              <a:rPr sz="2700" spc="-105" dirty="0">
                <a:latin typeface="Trebuchet MS"/>
                <a:cs typeface="Trebuchet MS"/>
              </a:rPr>
              <a:t> </a:t>
            </a:r>
            <a:r>
              <a:rPr sz="2700" spc="-175" dirty="0">
                <a:latin typeface="Trebuchet MS"/>
                <a:cs typeface="Trebuchet MS"/>
              </a:rPr>
              <a:t>suitable </a:t>
            </a:r>
            <a:r>
              <a:rPr sz="2700" spc="-100" dirty="0">
                <a:latin typeface="Trebuchet MS"/>
                <a:cs typeface="Trebuchet MS"/>
              </a:rPr>
              <a:t>Rotation </a:t>
            </a:r>
            <a:r>
              <a:rPr sz="2700" spc="-70" dirty="0">
                <a:latin typeface="Trebuchet MS"/>
                <a:cs typeface="Trebuchet MS"/>
              </a:rPr>
              <a:t>to </a:t>
            </a:r>
            <a:r>
              <a:rPr sz="2700" spc="-195" dirty="0">
                <a:latin typeface="Trebuchet MS"/>
                <a:cs typeface="Trebuchet MS"/>
              </a:rPr>
              <a:t>make </a:t>
            </a:r>
            <a:r>
              <a:rPr sz="2700" spc="-180" dirty="0">
                <a:latin typeface="Trebuchet MS"/>
                <a:cs typeface="Trebuchet MS"/>
              </a:rPr>
              <a:t>it </a:t>
            </a:r>
            <a:r>
              <a:rPr sz="2700" spc="-190" dirty="0">
                <a:latin typeface="Trebuchet MS"/>
                <a:cs typeface="Trebuchet MS"/>
              </a:rPr>
              <a:t>balanced </a:t>
            </a:r>
            <a:r>
              <a:rPr sz="2700" spc="-180" dirty="0">
                <a:latin typeface="Trebuchet MS"/>
                <a:cs typeface="Trebuchet MS"/>
              </a:rPr>
              <a:t>and </a:t>
            </a:r>
            <a:r>
              <a:rPr sz="2700" spc="-95" dirty="0">
                <a:latin typeface="Trebuchet MS"/>
                <a:cs typeface="Trebuchet MS"/>
              </a:rPr>
              <a:t>go </a:t>
            </a:r>
            <a:r>
              <a:rPr sz="2700" spc="-100" dirty="0">
                <a:latin typeface="Trebuchet MS"/>
                <a:cs typeface="Trebuchet MS"/>
              </a:rPr>
              <a:t>for </a:t>
            </a:r>
            <a:r>
              <a:rPr sz="2700" spc="-95" dirty="0">
                <a:latin typeface="Trebuchet MS"/>
                <a:cs typeface="Trebuchet MS"/>
              </a:rPr>
              <a:t> </a:t>
            </a:r>
            <a:r>
              <a:rPr sz="2700" spc="-120" dirty="0">
                <a:latin typeface="Trebuchet MS"/>
                <a:cs typeface="Trebuchet MS"/>
              </a:rPr>
              <a:t>next</a:t>
            </a:r>
            <a:r>
              <a:rPr sz="2700" spc="-85" dirty="0">
                <a:latin typeface="Trebuchet MS"/>
                <a:cs typeface="Trebuchet MS"/>
              </a:rPr>
              <a:t> </a:t>
            </a:r>
            <a:r>
              <a:rPr sz="2700" spc="-140" dirty="0">
                <a:latin typeface="Trebuchet MS"/>
                <a:cs typeface="Trebuchet MS"/>
              </a:rPr>
              <a:t>operation.</a:t>
            </a:r>
            <a:endParaRPr sz="27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79932" y="38100"/>
            <a:ext cx="7578852" cy="1106424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7034">
              <a:lnSpc>
                <a:spcPct val="100000"/>
              </a:lnSpc>
              <a:spcBef>
                <a:spcPts val="100"/>
              </a:spcBef>
              <a:tabLst>
                <a:tab pos="3851910" algn="l"/>
              </a:tabLst>
            </a:pPr>
            <a:r>
              <a:rPr spc="-90" dirty="0"/>
              <a:t>Constructio</a:t>
            </a:r>
            <a:r>
              <a:rPr spc="-100" dirty="0"/>
              <a:t>n</a:t>
            </a:r>
            <a:r>
              <a:rPr spc="-95" dirty="0"/>
              <a:t> </a:t>
            </a:r>
            <a:r>
              <a:rPr spc="-204" dirty="0"/>
              <a:t>of</a:t>
            </a:r>
            <a:r>
              <a:rPr dirty="0"/>
              <a:t>	</a:t>
            </a:r>
            <a:r>
              <a:rPr spc="-10" dirty="0"/>
              <a:t>A</a:t>
            </a:r>
            <a:r>
              <a:rPr dirty="0"/>
              <a:t>VL</a:t>
            </a:r>
            <a:r>
              <a:rPr spc="-585" dirty="0"/>
              <a:t> </a:t>
            </a:r>
            <a:r>
              <a:rPr spc="-409" dirty="0"/>
              <a:t>T</a:t>
            </a:r>
            <a:r>
              <a:rPr spc="-50" dirty="0"/>
              <a:t>r</a:t>
            </a:r>
            <a:r>
              <a:rPr spc="-260" dirty="0"/>
              <a:t>ee</a:t>
            </a:r>
            <a:r>
              <a:rPr spc="-95" dirty="0"/>
              <a:t> </a:t>
            </a:r>
            <a:r>
              <a:rPr spc="-114" dirty="0"/>
              <a:t>(</a:t>
            </a:r>
            <a:r>
              <a:rPr spc="-160" dirty="0"/>
              <a:t>1</a:t>
            </a:r>
            <a:r>
              <a:rPr spc="-95" dirty="0"/>
              <a:t> to</a:t>
            </a:r>
            <a:r>
              <a:rPr spc="-110" dirty="0"/>
              <a:t> </a:t>
            </a:r>
            <a:r>
              <a:rPr spc="-90" dirty="0"/>
              <a:t>8</a:t>
            </a:r>
            <a:r>
              <a:rPr spc="-175" dirty="0"/>
              <a:t>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380489" y="1007109"/>
            <a:ext cx="15855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1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105" dirty="0">
                <a:solidFill>
                  <a:srgbClr val="FF0000"/>
                </a:solidFill>
                <a:latin typeface="Trebuchet MS"/>
                <a:cs typeface="Trebuchet MS"/>
              </a:rPr>
              <a:t>In</a:t>
            </a:r>
            <a:r>
              <a:rPr sz="3200" spc="-95" dirty="0">
                <a:solidFill>
                  <a:srgbClr val="FF0000"/>
                </a:solidFill>
                <a:latin typeface="Trebuchet MS"/>
                <a:cs typeface="Trebuchet MS"/>
              </a:rPr>
              <a:t>s</a:t>
            </a:r>
            <a:r>
              <a:rPr sz="3200" spc="-110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sz="3200" spc="-20" dirty="0">
                <a:solidFill>
                  <a:srgbClr val="FF0000"/>
                </a:solidFill>
                <a:latin typeface="Trebuchet MS"/>
                <a:cs typeface="Trebuchet MS"/>
              </a:rPr>
              <a:t>r</a:t>
            </a:r>
            <a:r>
              <a:rPr sz="3200" spc="-204" dirty="0">
                <a:solidFill>
                  <a:srgbClr val="FF0000"/>
                </a:solidFill>
                <a:latin typeface="Trebuchet MS"/>
                <a:cs typeface="Trebuchet MS"/>
              </a:rPr>
              <a:t>t</a:t>
            </a:r>
            <a:r>
              <a:rPr sz="3200" spc="-9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80" dirty="0">
                <a:solidFill>
                  <a:srgbClr val="FF0000"/>
                </a:solidFill>
                <a:latin typeface="Trebuchet MS"/>
                <a:cs typeface="Trebuchet MS"/>
              </a:rPr>
              <a:t>1</a:t>
            </a:r>
            <a:endParaRPr sz="3200">
              <a:latin typeface="Trebuchet MS"/>
              <a:cs typeface="Trebuchet MS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721100" y="1663700"/>
            <a:ext cx="482600" cy="558800"/>
            <a:chOff x="3721100" y="1663700"/>
            <a:chExt cx="482600" cy="558800"/>
          </a:xfrm>
        </p:grpSpPr>
        <p:sp>
          <p:nvSpPr>
            <p:cNvPr id="18" name="object 18"/>
            <p:cNvSpPr/>
            <p:nvPr/>
          </p:nvSpPr>
          <p:spPr>
            <a:xfrm>
              <a:off x="3733800" y="1676400"/>
              <a:ext cx="457200" cy="533400"/>
            </a:xfrm>
            <a:custGeom>
              <a:avLst/>
              <a:gdLst/>
              <a:ahLst/>
              <a:cxnLst/>
              <a:rect l="l" t="t" r="r" b="b"/>
              <a:pathLst>
                <a:path w="457200" h="533400">
                  <a:moveTo>
                    <a:pt x="228600" y="0"/>
                  </a:moveTo>
                  <a:lnTo>
                    <a:pt x="182533" y="5417"/>
                  </a:lnTo>
                  <a:lnTo>
                    <a:pt x="139624" y="20954"/>
                  </a:lnTo>
                  <a:lnTo>
                    <a:pt x="100793" y="45541"/>
                  </a:lnTo>
                  <a:lnTo>
                    <a:pt x="66960" y="78104"/>
                  </a:lnTo>
                  <a:lnTo>
                    <a:pt x="39045" y="117574"/>
                  </a:lnTo>
                  <a:lnTo>
                    <a:pt x="17966" y="162877"/>
                  </a:lnTo>
                  <a:lnTo>
                    <a:pt x="4644" y="212943"/>
                  </a:lnTo>
                  <a:lnTo>
                    <a:pt x="0" y="266700"/>
                  </a:lnTo>
                  <a:lnTo>
                    <a:pt x="4644" y="320456"/>
                  </a:lnTo>
                  <a:lnTo>
                    <a:pt x="17966" y="370522"/>
                  </a:lnTo>
                  <a:lnTo>
                    <a:pt x="39045" y="415825"/>
                  </a:lnTo>
                  <a:lnTo>
                    <a:pt x="66960" y="455295"/>
                  </a:lnTo>
                  <a:lnTo>
                    <a:pt x="100793" y="487858"/>
                  </a:lnTo>
                  <a:lnTo>
                    <a:pt x="139624" y="512445"/>
                  </a:lnTo>
                  <a:lnTo>
                    <a:pt x="182533" y="527982"/>
                  </a:lnTo>
                  <a:lnTo>
                    <a:pt x="228600" y="533400"/>
                  </a:lnTo>
                  <a:lnTo>
                    <a:pt x="274666" y="527982"/>
                  </a:lnTo>
                  <a:lnTo>
                    <a:pt x="317575" y="512445"/>
                  </a:lnTo>
                  <a:lnTo>
                    <a:pt x="356406" y="487858"/>
                  </a:lnTo>
                  <a:lnTo>
                    <a:pt x="390239" y="455295"/>
                  </a:lnTo>
                  <a:lnTo>
                    <a:pt x="418154" y="415825"/>
                  </a:lnTo>
                  <a:lnTo>
                    <a:pt x="439233" y="370522"/>
                  </a:lnTo>
                  <a:lnTo>
                    <a:pt x="452555" y="320456"/>
                  </a:lnTo>
                  <a:lnTo>
                    <a:pt x="457200" y="266700"/>
                  </a:lnTo>
                  <a:lnTo>
                    <a:pt x="452555" y="212943"/>
                  </a:lnTo>
                  <a:lnTo>
                    <a:pt x="439233" y="162877"/>
                  </a:lnTo>
                  <a:lnTo>
                    <a:pt x="418154" y="117574"/>
                  </a:lnTo>
                  <a:lnTo>
                    <a:pt x="390239" y="78104"/>
                  </a:lnTo>
                  <a:lnTo>
                    <a:pt x="356406" y="45541"/>
                  </a:lnTo>
                  <a:lnTo>
                    <a:pt x="317575" y="20954"/>
                  </a:lnTo>
                  <a:lnTo>
                    <a:pt x="274666" y="541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733800" y="1676400"/>
              <a:ext cx="457200" cy="533400"/>
            </a:xfrm>
            <a:custGeom>
              <a:avLst/>
              <a:gdLst/>
              <a:ahLst/>
              <a:cxnLst/>
              <a:rect l="l" t="t" r="r" b="b"/>
              <a:pathLst>
                <a:path w="457200" h="533400">
                  <a:moveTo>
                    <a:pt x="0" y="266700"/>
                  </a:moveTo>
                  <a:lnTo>
                    <a:pt x="4644" y="212943"/>
                  </a:lnTo>
                  <a:lnTo>
                    <a:pt x="17966" y="162877"/>
                  </a:lnTo>
                  <a:lnTo>
                    <a:pt x="39045" y="117574"/>
                  </a:lnTo>
                  <a:lnTo>
                    <a:pt x="66960" y="78104"/>
                  </a:lnTo>
                  <a:lnTo>
                    <a:pt x="100793" y="45541"/>
                  </a:lnTo>
                  <a:lnTo>
                    <a:pt x="139624" y="20954"/>
                  </a:lnTo>
                  <a:lnTo>
                    <a:pt x="182533" y="5417"/>
                  </a:lnTo>
                  <a:lnTo>
                    <a:pt x="228600" y="0"/>
                  </a:lnTo>
                  <a:lnTo>
                    <a:pt x="274666" y="5417"/>
                  </a:lnTo>
                  <a:lnTo>
                    <a:pt x="317575" y="20954"/>
                  </a:lnTo>
                  <a:lnTo>
                    <a:pt x="356406" y="45541"/>
                  </a:lnTo>
                  <a:lnTo>
                    <a:pt x="390239" y="78104"/>
                  </a:lnTo>
                  <a:lnTo>
                    <a:pt x="418154" y="117574"/>
                  </a:lnTo>
                  <a:lnTo>
                    <a:pt x="439233" y="162877"/>
                  </a:lnTo>
                  <a:lnTo>
                    <a:pt x="452555" y="212943"/>
                  </a:lnTo>
                  <a:lnTo>
                    <a:pt x="457200" y="266700"/>
                  </a:lnTo>
                  <a:lnTo>
                    <a:pt x="452555" y="320456"/>
                  </a:lnTo>
                  <a:lnTo>
                    <a:pt x="439233" y="370522"/>
                  </a:lnTo>
                  <a:lnTo>
                    <a:pt x="418154" y="415825"/>
                  </a:lnTo>
                  <a:lnTo>
                    <a:pt x="390239" y="455295"/>
                  </a:lnTo>
                  <a:lnTo>
                    <a:pt x="356406" y="487858"/>
                  </a:lnTo>
                  <a:lnTo>
                    <a:pt x="317575" y="512445"/>
                  </a:lnTo>
                  <a:lnTo>
                    <a:pt x="274666" y="527982"/>
                  </a:lnTo>
                  <a:lnTo>
                    <a:pt x="228600" y="533400"/>
                  </a:lnTo>
                  <a:lnTo>
                    <a:pt x="182533" y="527982"/>
                  </a:lnTo>
                  <a:lnTo>
                    <a:pt x="139624" y="512445"/>
                  </a:lnTo>
                  <a:lnTo>
                    <a:pt x="100793" y="487858"/>
                  </a:lnTo>
                  <a:lnTo>
                    <a:pt x="66960" y="455295"/>
                  </a:lnTo>
                  <a:lnTo>
                    <a:pt x="39045" y="415825"/>
                  </a:lnTo>
                  <a:lnTo>
                    <a:pt x="17966" y="370522"/>
                  </a:lnTo>
                  <a:lnTo>
                    <a:pt x="4644" y="320456"/>
                  </a:lnTo>
                  <a:lnTo>
                    <a:pt x="0" y="266700"/>
                  </a:lnTo>
                  <a:close/>
                </a:path>
              </a:pathLst>
            </a:custGeom>
            <a:ln w="25400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892677" y="178435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673602" y="1239139"/>
            <a:ext cx="579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BF</a:t>
            </a:r>
            <a:r>
              <a:rPr sz="1800" i="1" spc="5" dirty="0">
                <a:latin typeface="Arial"/>
                <a:cs typeface="Arial"/>
              </a:rPr>
              <a:t>=</a:t>
            </a:r>
            <a:r>
              <a:rPr sz="1800" i="1" spc="-5" dirty="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519678" y="2542159"/>
            <a:ext cx="187896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" dirty="0">
                <a:latin typeface="Arial"/>
                <a:cs typeface="Arial"/>
              </a:rPr>
              <a:t>TREE</a:t>
            </a:r>
            <a:r>
              <a:rPr sz="1800" i="1" spc="-25" dirty="0">
                <a:latin typeface="Arial"/>
                <a:cs typeface="Arial"/>
              </a:rPr>
              <a:t> </a:t>
            </a:r>
            <a:r>
              <a:rPr sz="1800" i="1" spc="-5" dirty="0">
                <a:latin typeface="Arial"/>
                <a:cs typeface="Arial"/>
              </a:rPr>
              <a:t>is</a:t>
            </a:r>
            <a:r>
              <a:rPr sz="1800" i="1" spc="-25" dirty="0">
                <a:latin typeface="Arial"/>
                <a:cs typeface="Arial"/>
              </a:rPr>
              <a:t> </a:t>
            </a:r>
            <a:r>
              <a:rPr sz="1800" i="1" spc="-5" dirty="0">
                <a:latin typeface="Arial"/>
                <a:cs typeface="Arial"/>
              </a:rPr>
              <a:t>Balanced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80489" y="3827145"/>
            <a:ext cx="158559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100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105" dirty="0">
                <a:solidFill>
                  <a:srgbClr val="FF0000"/>
                </a:solidFill>
                <a:latin typeface="Trebuchet MS"/>
                <a:cs typeface="Trebuchet MS"/>
              </a:rPr>
              <a:t>In</a:t>
            </a:r>
            <a:r>
              <a:rPr sz="3200" spc="-95" dirty="0">
                <a:solidFill>
                  <a:srgbClr val="FF0000"/>
                </a:solidFill>
                <a:latin typeface="Trebuchet MS"/>
                <a:cs typeface="Trebuchet MS"/>
              </a:rPr>
              <a:t>s</a:t>
            </a:r>
            <a:r>
              <a:rPr sz="3200" spc="-110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sz="3200" spc="-20" dirty="0">
                <a:solidFill>
                  <a:srgbClr val="FF0000"/>
                </a:solidFill>
                <a:latin typeface="Trebuchet MS"/>
                <a:cs typeface="Trebuchet MS"/>
              </a:rPr>
              <a:t>r</a:t>
            </a:r>
            <a:r>
              <a:rPr sz="3200" spc="-204" dirty="0">
                <a:solidFill>
                  <a:srgbClr val="FF0000"/>
                </a:solidFill>
                <a:latin typeface="Trebuchet MS"/>
                <a:cs typeface="Trebuchet MS"/>
              </a:rPr>
              <a:t>t</a:t>
            </a:r>
            <a:r>
              <a:rPr sz="3200" spc="-9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80" dirty="0">
                <a:solidFill>
                  <a:srgbClr val="FF0000"/>
                </a:solidFill>
                <a:latin typeface="Trebuchet MS"/>
                <a:cs typeface="Trebuchet MS"/>
              </a:rPr>
              <a:t>2</a:t>
            </a:r>
            <a:endParaRPr sz="3200">
              <a:latin typeface="Trebuchet MS"/>
              <a:cs typeface="Trebuchet MS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721100" y="4534661"/>
            <a:ext cx="482600" cy="558800"/>
            <a:chOff x="3721100" y="4534661"/>
            <a:chExt cx="482600" cy="558800"/>
          </a:xfrm>
        </p:grpSpPr>
        <p:sp>
          <p:nvSpPr>
            <p:cNvPr id="25" name="object 25"/>
            <p:cNvSpPr/>
            <p:nvPr/>
          </p:nvSpPr>
          <p:spPr>
            <a:xfrm>
              <a:off x="3733800" y="4547361"/>
              <a:ext cx="457200" cy="533400"/>
            </a:xfrm>
            <a:custGeom>
              <a:avLst/>
              <a:gdLst/>
              <a:ahLst/>
              <a:cxnLst/>
              <a:rect l="l" t="t" r="r" b="b"/>
              <a:pathLst>
                <a:path w="457200" h="533400">
                  <a:moveTo>
                    <a:pt x="228600" y="0"/>
                  </a:moveTo>
                  <a:lnTo>
                    <a:pt x="182533" y="5422"/>
                  </a:lnTo>
                  <a:lnTo>
                    <a:pt x="139624" y="20972"/>
                  </a:lnTo>
                  <a:lnTo>
                    <a:pt x="100793" y="45574"/>
                  </a:lnTo>
                  <a:lnTo>
                    <a:pt x="66960" y="78152"/>
                  </a:lnTo>
                  <a:lnTo>
                    <a:pt x="39045" y="117630"/>
                  </a:lnTo>
                  <a:lnTo>
                    <a:pt x="17966" y="162931"/>
                  </a:lnTo>
                  <a:lnTo>
                    <a:pt x="4644" y="212979"/>
                  </a:lnTo>
                  <a:lnTo>
                    <a:pt x="0" y="266700"/>
                  </a:lnTo>
                  <a:lnTo>
                    <a:pt x="4644" y="320456"/>
                  </a:lnTo>
                  <a:lnTo>
                    <a:pt x="17966" y="370522"/>
                  </a:lnTo>
                  <a:lnTo>
                    <a:pt x="39045" y="415825"/>
                  </a:lnTo>
                  <a:lnTo>
                    <a:pt x="66960" y="455295"/>
                  </a:lnTo>
                  <a:lnTo>
                    <a:pt x="100793" y="487858"/>
                  </a:lnTo>
                  <a:lnTo>
                    <a:pt x="139624" y="512445"/>
                  </a:lnTo>
                  <a:lnTo>
                    <a:pt x="182533" y="527982"/>
                  </a:lnTo>
                  <a:lnTo>
                    <a:pt x="228600" y="533400"/>
                  </a:lnTo>
                  <a:lnTo>
                    <a:pt x="274666" y="527982"/>
                  </a:lnTo>
                  <a:lnTo>
                    <a:pt x="317575" y="512444"/>
                  </a:lnTo>
                  <a:lnTo>
                    <a:pt x="356406" y="487858"/>
                  </a:lnTo>
                  <a:lnTo>
                    <a:pt x="390239" y="455294"/>
                  </a:lnTo>
                  <a:lnTo>
                    <a:pt x="418154" y="415825"/>
                  </a:lnTo>
                  <a:lnTo>
                    <a:pt x="439233" y="370522"/>
                  </a:lnTo>
                  <a:lnTo>
                    <a:pt x="452555" y="320456"/>
                  </a:lnTo>
                  <a:lnTo>
                    <a:pt x="457200" y="266700"/>
                  </a:lnTo>
                  <a:lnTo>
                    <a:pt x="452555" y="212979"/>
                  </a:lnTo>
                  <a:lnTo>
                    <a:pt x="439233" y="162931"/>
                  </a:lnTo>
                  <a:lnTo>
                    <a:pt x="418154" y="117630"/>
                  </a:lnTo>
                  <a:lnTo>
                    <a:pt x="390239" y="78152"/>
                  </a:lnTo>
                  <a:lnTo>
                    <a:pt x="356406" y="45574"/>
                  </a:lnTo>
                  <a:lnTo>
                    <a:pt x="317575" y="20972"/>
                  </a:lnTo>
                  <a:lnTo>
                    <a:pt x="274666" y="5422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733800" y="4547361"/>
              <a:ext cx="457200" cy="533400"/>
            </a:xfrm>
            <a:custGeom>
              <a:avLst/>
              <a:gdLst/>
              <a:ahLst/>
              <a:cxnLst/>
              <a:rect l="l" t="t" r="r" b="b"/>
              <a:pathLst>
                <a:path w="457200" h="533400">
                  <a:moveTo>
                    <a:pt x="0" y="266700"/>
                  </a:moveTo>
                  <a:lnTo>
                    <a:pt x="4644" y="212979"/>
                  </a:lnTo>
                  <a:lnTo>
                    <a:pt x="17966" y="162931"/>
                  </a:lnTo>
                  <a:lnTo>
                    <a:pt x="39045" y="117630"/>
                  </a:lnTo>
                  <a:lnTo>
                    <a:pt x="66960" y="78152"/>
                  </a:lnTo>
                  <a:lnTo>
                    <a:pt x="100793" y="45574"/>
                  </a:lnTo>
                  <a:lnTo>
                    <a:pt x="139624" y="20972"/>
                  </a:lnTo>
                  <a:lnTo>
                    <a:pt x="182533" y="5422"/>
                  </a:lnTo>
                  <a:lnTo>
                    <a:pt x="228600" y="0"/>
                  </a:lnTo>
                  <a:lnTo>
                    <a:pt x="274666" y="5422"/>
                  </a:lnTo>
                  <a:lnTo>
                    <a:pt x="317575" y="20972"/>
                  </a:lnTo>
                  <a:lnTo>
                    <a:pt x="356406" y="45574"/>
                  </a:lnTo>
                  <a:lnTo>
                    <a:pt x="390239" y="78152"/>
                  </a:lnTo>
                  <a:lnTo>
                    <a:pt x="418154" y="117630"/>
                  </a:lnTo>
                  <a:lnTo>
                    <a:pt x="439233" y="162931"/>
                  </a:lnTo>
                  <a:lnTo>
                    <a:pt x="452555" y="212979"/>
                  </a:lnTo>
                  <a:lnTo>
                    <a:pt x="457200" y="266700"/>
                  </a:lnTo>
                  <a:lnTo>
                    <a:pt x="452555" y="320456"/>
                  </a:lnTo>
                  <a:lnTo>
                    <a:pt x="439233" y="370522"/>
                  </a:lnTo>
                  <a:lnTo>
                    <a:pt x="418154" y="415825"/>
                  </a:lnTo>
                  <a:lnTo>
                    <a:pt x="390239" y="455294"/>
                  </a:lnTo>
                  <a:lnTo>
                    <a:pt x="356406" y="487858"/>
                  </a:lnTo>
                  <a:lnTo>
                    <a:pt x="317575" y="512444"/>
                  </a:lnTo>
                  <a:lnTo>
                    <a:pt x="274666" y="527982"/>
                  </a:lnTo>
                  <a:lnTo>
                    <a:pt x="228600" y="533400"/>
                  </a:lnTo>
                  <a:lnTo>
                    <a:pt x="182533" y="527982"/>
                  </a:lnTo>
                  <a:lnTo>
                    <a:pt x="139624" y="512445"/>
                  </a:lnTo>
                  <a:lnTo>
                    <a:pt x="100793" y="487858"/>
                  </a:lnTo>
                  <a:lnTo>
                    <a:pt x="66960" y="455295"/>
                  </a:lnTo>
                  <a:lnTo>
                    <a:pt x="39045" y="415825"/>
                  </a:lnTo>
                  <a:lnTo>
                    <a:pt x="17966" y="370522"/>
                  </a:lnTo>
                  <a:lnTo>
                    <a:pt x="4644" y="320456"/>
                  </a:lnTo>
                  <a:lnTo>
                    <a:pt x="0" y="266700"/>
                  </a:lnTo>
                  <a:close/>
                </a:path>
              </a:pathLst>
            </a:custGeom>
            <a:ln w="25400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3892677" y="4656201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816858" y="4188714"/>
            <a:ext cx="655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BF</a:t>
            </a:r>
            <a:r>
              <a:rPr sz="1800" i="1" spc="5" dirty="0">
                <a:latin typeface="Arial"/>
                <a:cs typeface="Arial"/>
              </a:rPr>
              <a:t>=</a:t>
            </a:r>
            <a:r>
              <a:rPr sz="1800" i="1" dirty="0">
                <a:latin typeface="Arial"/>
                <a:cs typeface="Arial"/>
              </a:rPr>
              <a:t>-</a:t>
            </a:r>
            <a:r>
              <a:rPr sz="1800" i="1" spc="-5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519678" y="5951016"/>
            <a:ext cx="187896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" dirty="0">
                <a:latin typeface="Arial"/>
                <a:cs typeface="Arial"/>
              </a:rPr>
              <a:t>TREE</a:t>
            </a:r>
            <a:r>
              <a:rPr sz="1800" i="1" spc="-25" dirty="0">
                <a:latin typeface="Arial"/>
                <a:cs typeface="Arial"/>
              </a:rPr>
              <a:t> </a:t>
            </a:r>
            <a:r>
              <a:rPr sz="1800" i="1" spc="-5" dirty="0">
                <a:latin typeface="Arial"/>
                <a:cs typeface="Arial"/>
              </a:rPr>
              <a:t>is</a:t>
            </a:r>
            <a:r>
              <a:rPr sz="1800" i="1" spc="-25" dirty="0">
                <a:latin typeface="Arial"/>
                <a:cs typeface="Arial"/>
              </a:rPr>
              <a:t> </a:t>
            </a:r>
            <a:r>
              <a:rPr sz="1800" i="1" spc="-5" dirty="0">
                <a:latin typeface="Arial"/>
                <a:cs typeface="Arial"/>
              </a:rPr>
              <a:t>Balanced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445000" y="5168900"/>
            <a:ext cx="520700" cy="492759"/>
            <a:chOff x="4445000" y="5168900"/>
            <a:chExt cx="520700" cy="492759"/>
          </a:xfrm>
        </p:grpSpPr>
        <p:sp>
          <p:nvSpPr>
            <p:cNvPr id="31" name="object 31"/>
            <p:cNvSpPr/>
            <p:nvPr/>
          </p:nvSpPr>
          <p:spPr>
            <a:xfrm>
              <a:off x="4457700" y="5181600"/>
              <a:ext cx="495300" cy="467359"/>
            </a:xfrm>
            <a:custGeom>
              <a:avLst/>
              <a:gdLst/>
              <a:ahLst/>
              <a:cxnLst/>
              <a:rect l="l" t="t" r="r" b="b"/>
              <a:pathLst>
                <a:path w="495300" h="467360">
                  <a:moveTo>
                    <a:pt x="247650" y="0"/>
                  </a:moveTo>
                  <a:lnTo>
                    <a:pt x="197738" y="4742"/>
                  </a:lnTo>
                  <a:lnTo>
                    <a:pt x="151251" y="18345"/>
                  </a:lnTo>
                  <a:lnTo>
                    <a:pt x="109184" y="39868"/>
                  </a:lnTo>
                  <a:lnTo>
                    <a:pt x="72532" y="68373"/>
                  </a:lnTo>
                  <a:lnTo>
                    <a:pt x="42293" y="102920"/>
                  </a:lnTo>
                  <a:lnTo>
                    <a:pt x="19460" y="142571"/>
                  </a:lnTo>
                  <a:lnTo>
                    <a:pt x="5031" y="186386"/>
                  </a:lnTo>
                  <a:lnTo>
                    <a:pt x="0" y="233425"/>
                  </a:lnTo>
                  <a:lnTo>
                    <a:pt x="5031" y="280425"/>
                  </a:lnTo>
                  <a:lnTo>
                    <a:pt x="19460" y="324211"/>
                  </a:lnTo>
                  <a:lnTo>
                    <a:pt x="42293" y="363843"/>
                  </a:lnTo>
                  <a:lnTo>
                    <a:pt x="72532" y="398379"/>
                  </a:lnTo>
                  <a:lnTo>
                    <a:pt x="109184" y="426880"/>
                  </a:lnTo>
                  <a:lnTo>
                    <a:pt x="151251" y="448402"/>
                  </a:lnTo>
                  <a:lnTo>
                    <a:pt x="197738" y="462006"/>
                  </a:lnTo>
                  <a:lnTo>
                    <a:pt x="247650" y="466750"/>
                  </a:lnTo>
                  <a:lnTo>
                    <a:pt x="297561" y="462006"/>
                  </a:lnTo>
                  <a:lnTo>
                    <a:pt x="344048" y="448402"/>
                  </a:lnTo>
                  <a:lnTo>
                    <a:pt x="386115" y="426880"/>
                  </a:lnTo>
                  <a:lnTo>
                    <a:pt x="422767" y="398379"/>
                  </a:lnTo>
                  <a:lnTo>
                    <a:pt x="453006" y="363843"/>
                  </a:lnTo>
                  <a:lnTo>
                    <a:pt x="475839" y="324211"/>
                  </a:lnTo>
                  <a:lnTo>
                    <a:pt x="490268" y="280425"/>
                  </a:lnTo>
                  <a:lnTo>
                    <a:pt x="495300" y="233425"/>
                  </a:lnTo>
                  <a:lnTo>
                    <a:pt x="490268" y="186386"/>
                  </a:lnTo>
                  <a:lnTo>
                    <a:pt x="475839" y="142571"/>
                  </a:lnTo>
                  <a:lnTo>
                    <a:pt x="453006" y="102920"/>
                  </a:lnTo>
                  <a:lnTo>
                    <a:pt x="422767" y="68373"/>
                  </a:lnTo>
                  <a:lnTo>
                    <a:pt x="386115" y="39868"/>
                  </a:lnTo>
                  <a:lnTo>
                    <a:pt x="344048" y="18345"/>
                  </a:lnTo>
                  <a:lnTo>
                    <a:pt x="297561" y="4742"/>
                  </a:lnTo>
                  <a:lnTo>
                    <a:pt x="247650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457700" y="5181600"/>
              <a:ext cx="495300" cy="467359"/>
            </a:xfrm>
            <a:custGeom>
              <a:avLst/>
              <a:gdLst/>
              <a:ahLst/>
              <a:cxnLst/>
              <a:rect l="l" t="t" r="r" b="b"/>
              <a:pathLst>
                <a:path w="495300" h="467360">
                  <a:moveTo>
                    <a:pt x="0" y="233425"/>
                  </a:moveTo>
                  <a:lnTo>
                    <a:pt x="5031" y="186386"/>
                  </a:lnTo>
                  <a:lnTo>
                    <a:pt x="19460" y="142571"/>
                  </a:lnTo>
                  <a:lnTo>
                    <a:pt x="42293" y="102920"/>
                  </a:lnTo>
                  <a:lnTo>
                    <a:pt x="72532" y="68373"/>
                  </a:lnTo>
                  <a:lnTo>
                    <a:pt x="109184" y="39868"/>
                  </a:lnTo>
                  <a:lnTo>
                    <a:pt x="151251" y="18345"/>
                  </a:lnTo>
                  <a:lnTo>
                    <a:pt x="197738" y="4742"/>
                  </a:lnTo>
                  <a:lnTo>
                    <a:pt x="247650" y="0"/>
                  </a:lnTo>
                  <a:lnTo>
                    <a:pt x="297561" y="4742"/>
                  </a:lnTo>
                  <a:lnTo>
                    <a:pt x="344048" y="18345"/>
                  </a:lnTo>
                  <a:lnTo>
                    <a:pt x="386115" y="39868"/>
                  </a:lnTo>
                  <a:lnTo>
                    <a:pt x="422767" y="68373"/>
                  </a:lnTo>
                  <a:lnTo>
                    <a:pt x="453006" y="102920"/>
                  </a:lnTo>
                  <a:lnTo>
                    <a:pt x="475839" y="142571"/>
                  </a:lnTo>
                  <a:lnTo>
                    <a:pt x="490268" y="186386"/>
                  </a:lnTo>
                  <a:lnTo>
                    <a:pt x="495300" y="233425"/>
                  </a:lnTo>
                  <a:lnTo>
                    <a:pt x="490268" y="280425"/>
                  </a:lnTo>
                  <a:lnTo>
                    <a:pt x="475839" y="324211"/>
                  </a:lnTo>
                  <a:lnTo>
                    <a:pt x="453006" y="363843"/>
                  </a:lnTo>
                  <a:lnTo>
                    <a:pt x="422767" y="398379"/>
                  </a:lnTo>
                  <a:lnTo>
                    <a:pt x="386115" y="426880"/>
                  </a:lnTo>
                  <a:lnTo>
                    <a:pt x="344048" y="448402"/>
                  </a:lnTo>
                  <a:lnTo>
                    <a:pt x="297561" y="462006"/>
                  </a:lnTo>
                  <a:lnTo>
                    <a:pt x="247650" y="466750"/>
                  </a:lnTo>
                  <a:lnTo>
                    <a:pt x="197738" y="462006"/>
                  </a:lnTo>
                  <a:lnTo>
                    <a:pt x="151251" y="448402"/>
                  </a:lnTo>
                  <a:lnTo>
                    <a:pt x="109184" y="426880"/>
                  </a:lnTo>
                  <a:lnTo>
                    <a:pt x="72532" y="398379"/>
                  </a:lnTo>
                  <a:lnTo>
                    <a:pt x="42293" y="363843"/>
                  </a:lnTo>
                  <a:lnTo>
                    <a:pt x="19460" y="324211"/>
                  </a:lnTo>
                  <a:lnTo>
                    <a:pt x="5031" y="280425"/>
                  </a:lnTo>
                  <a:lnTo>
                    <a:pt x="0" y="233425"/>
                  </a:lnTo>
                  <a:close/>
                </a:path>
              </a:pathLst>
            </a:custGeom>
            <a:ln w="25400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4634229" y="5257291"/>
            <a:ext cx="144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4124071" y="5002657"/>
            <a:ext cx="406400" cy="247650"/>
          </a:xfrm>
          <a:custGeom>
            <a:avLst/>
            <a:gdLst/>
            <a:ahLst/>
            <a:cxnLst/>
            <a:rect l="l" t="t" r="r" b="b"/>
            <a:pathLst>
              <a:path w="406400" h="247650">
                <a:moveTo>
                  <a:pt x="0" y="0"/>
                </a:moveTo>
                <a:lnTo>
                  <a:pt x="406145" y="247269"/>
                </a:lnTo>
              </a:path>
            </a:pathLst>
          </a:custGeom>
          <a:ln w="9525">
            <a:solidFill>
              <a:srgbClr val="3891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4903723" y="4804917"/>
            <a:ext cx="579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BF</a:t>
            </a:r>
            <a:r>
              <a:rPr sz="1800" i="1" spc="5" dirty="0">
                <a:latin typeface="Arial"/>
                <a:cs typeface="Arial"/>
              </a:rPr>
              <a:t>=</a:t>
            </a:r>
            <a:r>
              <a:rPr sz="1800" i="1" spc="-5" dirty="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7034">
              <a:lnSpc>
                <a:spcPct val="100000"/>
              </a:lnSpc>
              <a:spcBef>
                <a:spcPts val="100"/>
              </a:spcBef>
              <a:tabLst>
                <a:tab pos="3851910" algn="l"/>
              </a:tabLst>
            </a:pPr>
            <a:r>
              <a:rPr spc="-90" dirty="0"/>
              <a:t>Constructio</a:t>
            </a:r>
            <a:r>
              <a:rPr spc="-100" dirty="0"/>
              <a:t>n</a:t>
            </a:r>
            <a:r>
              <a:rPr spc="-95" dirty="0"/>
              <a:t> </a:t>
            </a:r>
            <a:r>
              <a:rPr spc="-204" dirty="0"/>
              <a:t>of</a:t>
            </a:r>
            <a:r>
              <a:rPr dirty="0"/>
              <a:t>	</a:t>
            </a:r>
            <a:r>
              <a:rPr spc="-10" dirty="0"/>
              <a:t>A</a:t>
            </a:r>
            <a:r>
              <a:rPr dirty="0"/>
              <a:t>VL</a:t>
            </a:r>
            <a:r>
              <a:rPr spc="-585" dirty="0"/>
              <a:t> </a:t>
            </a:r>
            <a:r>
              <a:rPr spc="-409" dirty="0"/>
              <a:t>T</a:t>
            </a:r>
            <a:r>
              <a:rPr spc="-50" dirty="0"/>
              <a:t>r</a:t>
            </a:r>
            <a:r>
              <a:rPr spc="-260" dirty="0"/>
              <a:t>ee</a:t>
            </a:r>
            <a:r>
              <a:rPr spc="-95" dirty="0"/>
              <a:t> </a:t>
            </a:r>
            <a:r>
              <a:rPr spc="-114" dirty="0"/>
              <a:t>(</a:t>
            </a:r>
            <a:r>
              <a:rPr spc="-160" dirty="0"/>
              <a:t>1</a:t>
            </a:r>
            <a:r>
              <a:rPr spc="-95" dirty="0"/>
              <a:t> to</a:t>
            </a:r>
            <a:r>
              <a:rPr spc="-110" dirty="0"/>
              <a:t> </a:t>
            </a:r>
            <a:r>
              <a:rPr spc="-90" dirty="0"/>
              <a:t>8</a:t>
            </a:r>
            <a:r>
              <a:rPr spc="-175" dirty="0"/>
              <a:t>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80489" y="1083309"/>
            <a:ext cx="15855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1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105" dirty="0">
                <a:solidFill>
                  <a:srgbClr val="FF0000"/>
                </a:solidFill>
                <a:latin typeface="Trebuchet MS"/>
                <a:cs typeface="Trebuchet MS"/>
              </a:rPr>
              <a:t>In</a:t>
            </a:r>
            <a:r>
              <a:rPr sz="3200" spc="-95" dirty="0">
                <a:solidFill>
                  <a:srgbClr val="FF0000"/>
                </a:solidFill>
                <a:latin typeface="Trebuchet MS"/>
                <a:cs typeface="Trebuchet MS"/>
              </a:rPr>
              <a:t>s</a:t>
            </a:r>
            <a:r>
              <a:rPr sz="3200" spc="-110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sz="3200" spc="-20" dirty="0">
                <a:solidFill>
                  <a:srgbClr val="FF0000"/>
                </a:solidFill>
                <a:latin typeface="Trebuchet MS"/>
                <a:cs typeface="Trebuchet MS"/>
              </a:rPr>
              <a:t>r</a:t>
            </a:r>
            <a:r>
              <a:rPr sz="3200" spc="-204" dirty="0">
                <a:solidFill>
                  <a:srgbClr val="FF0000"/>
                </a:solidFill>
                <a:latin typeface="Trebuchet MS"/>
                <a:cs typeface="Trebuchet MS"/>
              </a:rPr>
              <a:t>t</a:t>
            </a:r>
            <a:r>
              <a:rPr sz="3200" spc="-9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80" dirty="0">
                <a:solidFill>
                  <a:srgbClr val="FF0000"/>
                </a:solidFill>
                <a:latin typeface="Trebuchet MS"/>
                <a:cs typeface="Trebuchet MS"/>
              </a:rPr>
              <a:t>3</a:t>
            </a:r>
            <a:endParaRPr sz="32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6100" y="1831720"/>
            <a:ext cx="6043291" cy="295465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064511" y="2141346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73070" y="3112389"/>
            <a:ext cx="144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01770" y="4164533"/>
            <a:ext cx="1447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" dirty="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50694" y="1740789"/>
            <a:ext cx="655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BF</a:t>
            </a:r>
            <a:r>
              <a:rPr sz="1800" i="1" spc="10" dirty="0">
                <a:latin typeface="Arial"/>
                <a:cs typeface="Arial"/>
              </a:rPr>
              <a:t>=</a:t>
            </a:r>
            <a:r>
              <a:rPr sz="1800" i="1" dirty="0">
                <a:latin typeface="Arial"/>
                <a:cs typeface="Arial"/>
              </a:rPr>
              <a:t>-</a:t>
            </a:r>
            <a:r>
              <a:rPr sz="1800" i="1" spc="-5" dirty="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41726" y="2686558"/>
            <a:ext cx="655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BF</a:t>
            </a:r>
            <a:r>
              <a:rPr sz="1800" i="1" spc="5" dirty="0">
                <a:latin typeface="Arial"/>
                <a:cs typeface="Arial"/>
              </a:rPr>
              <a:t>=</a:t>
            </a:r>
            <a:r>
              <a:rPr sz="1800" i="1" dirty="0">
                <a:latin typeface="Arial"/>
                <a:cs typeface="Arial"/>
              </a:rPr>
              <a:t>-</a:t>
            </a:r>
            <a:r>
              <a:rPr sz="1800" i="1" spc="-5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53027" y="3772611"/>
            <a:ext cx="5791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BF=0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63927" y="4801616"/>
            <a:ext cx="209168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" dirty="0">
                <a:solidFill>
                  <a:srgbClr val="FF0000"/>
                </a:solidFill>
                <a:latin typeface="Arial"/>
                <a:cs typeface="Arial"/>
              </a:rPr>
              <a:t>TREE</a:t>
            </a:r>
            <a:r>
              <a:rPr sz="1800" i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i="1" spc="-5" dirty="0">
                <a:solidFill>
                  <a:srgbClr val="FF0000"/>
                </a:solidFill>
                <a:latin typeface="Arial"/>
                <a:cs typeface="Arial"/>
              </a:rPr>
              <a:t>is</a:t>
            </a:r>
            <a:r>
              <a:rPr sz="1800" i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i="1" spc="-5" dirty="0">
                <a:solidFill>
                  <a:srgbClr val="FF0000"/>
                </a:solidFill>
                <a:latin typeface="Arial"/>
                <a:cs typeface="Arial"/>
              </a:rPr>
              <a:t>imbalanced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12790" y="2249246"/>
            <a:ext cx="1403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21095" y="3220592"/>
            <a:ext cx="144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250048" y="4272788"/>
            <a:ext cx="144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498972" y="1848992"/>
            <a:ext cx="655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BF</a:t>
            </a:r>
            <a:r>
              <a:rPr sz="1800" i="1" spc="5" dirty="0">
                <a:latin typeface="Arial"/>
                <a:cs typeface="Arial"/>
              </a:rPr>
              <a:t>=</a:t>
            </a:r>
            <a:r>
              <a:rPr sz="1800" i="1" dirty="0">
                <a:latin typeface="Arial"/>
                <a:cs typeface="Arial"/>
              </a:rPr>
              <a:t>-</a:t>
            </a:r>
            <a:r>
              <a:rPr sz="1800" i="1" spc="-5" dirty="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89623" y="2794508"/>
            <a:ext cx="655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B</a:t>
            </a:r>
            <a:r>
              <a:rPr sz="1800" i="1" spc="5" dirty="0">
                <a:latin typeface="Arial"/>
                <a:cs typeface="Arial"/>
              </a:rPr>
              <a:t>F</a:t>
            </a:r>
            <a:r>
              <a:rPr sz="1800" i="1" dirty="0">
                <a:latin typeface="Arial"/>
                <a:cs typeface="Arial"/>
              </a:rPr>
              <a:t>=-</a:t>
            </a:r>
            <a:r>
              <a:rPr sz="1800" i="1" spc="-5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01306" y="3880866"/>
            <a:ext cx="579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BF</a:t>
            </a:r>
            <a:r>
              <a:rPr sz="1800" i="1" spc="5" dirty="0">
                <a:latin typeface="Arial"/>
                <a:cs typeface="Arial"/>
              </a:rPr>
              <a:t>=</a:t>
            </a:r>
            <a:r>
              <a:rPr sz="1800" i="1" spc="-5" dirty="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237223" y="4954016"/>
            <a:ext cx="14884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" dirty="0">
                <a:solidFill>
                  <a:srgbClr val="FF0000"/>
                </a:solidFill>
                <a:latin typeface="Arial"/>
                <a:cs typeface="Arial"/>
              </a:rPr>
              <a:t>LL</a:t>
            </a:r>
            <a:r>
              <a:rPr sz="1800" i="1" spc="-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i="1" spc="-35" dirty="0">
                <a:solidFill>
                  <a:srgbClr val="FF0000"/>
                </a:solidFill>
                <a:latin typeface="Arial"/>
                <a:cs typeface="Arial"/>
              </a:rPr>
              <a:t>ROTATION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060952" y="5282691"/>
            <a:ext cx="723900" cy="532765"/>
            <a:chOff x="4060952" y="5282691"/>
            <a:chExt cx="723900" cy="532765"/>
          </a:xfrm>
        </p:grpSpPr>
        <p:sp>
          <p:nvSpPr>
            <p:cNvPr id="20" name="object 20"/>
            <p:cNvSpPr/>
            <p:nvPr/>
          </p:nvSpPr>
          <p:spPr>
            <a:xfrm>
              <a:off x="4073652" y="5295391"/>
              <a:ext cx="698500" cy="507365"/>
            </a:xfrm>
            <a:custGeom>
              <a:avLst/>
              <a:gdLst/>
              <a:ahLst/>
              <a:cxnLst/>
              <a:rect l="l" t="t" r="r" b="b"/>
              <a:pathLst>
                <a:path w="698500" h="507364">
                  <a:moveTo>
                    <a:pt x="349250" y="0"/>
                  </a:moveTo>
                  <a:lnTo>
                    <a:pt x="292593" y="3319"/>
                  </a:lnTo>
                  <a:lnTo>
                    <a:pt x="238849" y="12927"/>
                  </a:lnTo>
                  <a:lnTo>
                    <a:pt x="188737" y="28302"/>
                  </a:lnTo>
                  <a:lnTo>
                    <a:pt x="142975" y="48922"/>
                  </a:lnTo>
                  <a:lnTo>
                    <a:pt x="102282" y="74263"/>
                  </a:lnTo>
                  <a:lnTo>
                    <a:pt x="67377" y="103802"/>
                  </a:lnTo>
                  <a:lnTo>
                    <a:pt x="38977" y="137018"/>
                  </a:lnTo>
                  <a:lnTo>
                    <a:pt x="17802" y="173386"/>
                  </a:lnTo>
                  <a:lnTo>
                    <a:pt x="4570" y="212385"/>
                  </a:lnTo>
                  <a:lnTo>
                    <a:pt x="0" y="253492"/>
                  </a:lnTo>
                  <a:lnTo>
                    <a:pt x="4570" y="294604"/>
                  </a:lnTo>
                  <a:lnTo>
                    <a:pt x="17802" y="333604"/>
                  </a:lnTo>
                  <a:lnTo>
                    <a:pt x="38977" y="369971"/>
                  </a:lnTo>
                  <a:lnTo>
                    <a:pt x="67377" y="403183"/>
                  </a:lnTo>
                  <a:lnTo>
                    <a:pt x="102282" y="432717"/>
                  </a:lnTo>
                  <a:lnTo>
                    <a:pt x="142975" y="458052"/>
                  </a:lnTo>
                  <a:lnTo>
                    <a:pt x="188737" y="478665"/>
                  </a:lnTo>
                  <a:lnTo>
                    <a:pt x="238849" y="494036"/>
                  </a:lnTo>
                  <a:lnTo>
                    <a:pt x="292593" y="503640"/>
                  </a:lnTo>
                  <a:lnTo>
                    <a:pt x="349250" y="506958"/>
                  </a:lnTo>
                  <a:lnTo>
                    <a:pt x="405872" y="503640"/>
                  </a:lnTo>
                  <a:lnTo>
                    <a:pt x="459588" y="494036"/>
                  </a:lnTo>
                  <a:lnTo>
                    <a:pt x="509679" y="478665"/>
                  </a:lnTo>
                  <a:lnTo>
                    <a:pt x="555424" y="458052"/>
                  </a:lnTo>
                  <a:lnTo>
                    <a:pt x="596106" y="432717"/>
                  </a:lnTo>
                  <a:lnTo>
                    <a:pt x="631004" y="403183"/>
                  </a:lnTo>
                  <a:lnTo>
                    <a:pt x="659398" y="369971"/>
                  </a:lnTo>
                  <a:lnTo>
                    <a:pt x="680571" y="333604"/>
                  </a:lnTo>
                  <a:lnTo>
                    <a:pt x="693802" y="294604"/>
                  </a:lnTo>
                  <a:lnTo>
                    <a:pt x="698373" y="253492"/>
                  </a:lnTo>
                  <a:lnTo>
                    <a:pt x="693802" y="212385"/>
                  </a:lnTo>
                  <a:lnTo>
                    <a:pt x="680571" y="173386"/>
                  </a:lnTo>
                  <a:lnTo>
                    <a:pt x="659398" y="137018"/>
                  </a:lnTo>
                  <a:lnTo>
                    <a:pt x="631004" y="103802"/>
                  </a:lnTo>
                  <a:lnTo>
                    <a:pt x="596106" y="74263"/>
                  </a:lnTo>
                  <a:lnTo>
                    <a:pt x="555424" y="48922"/>
                  </a:lnTo>
                  <a:lnTo>
                    <a:pt x="509679" y="28302"/>
                  </a:lnTo>
                  <a:lnTo>
                    <a:pt x="459588" y="12927"/>
                  </a:lnTo>
                  <a:lnTo>
                    <a:pt x="405872" y="3319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073652" y="5295391"/>
              <a:ext cx="698500" cy="507365"/>
            </a:xfrm>
            <a:custGeom>
              <a:avLst/>
              <a:gdLst/>
              <a:ahLst/>
              <a:cxnLst/>
              <a:rect l="l" t="t" r="r" b="b"/>
              <a:pathLst>
                <a:path w="698500" h="507364">
                  <a:moveTo>
                    <a:pt x="0" y="253492"/>
                  </a:moveTo>
                  <a:lnTo>
                    <a:pt x="4570" y="212385"/>
                  </a:lnTo>
                  <a:lnTo>
                    <a:pt x="17802" y="173386"/>
                  </a:lnTo>
                  <a:lnTo>
                    <a:pt x="38977" y="137018"/>
                  </a:lnTo>
                  <a:lnTo>
                    <a:pt x="67377" y="103802"/>
                  </a:lnTo>
                  <a:lnTo>
                    <a:pt x="102282" y="74263"/>
                  </a:lnTo>
                  <a:lnTo>
                    <a:pt x="142975" y="48922"/>
                  </a:lnTo>
                  <a:lnTo>
                    <a:pt x="188737" y="28302"/>
                  </a:lnTo>
                  <a:lnTo>
                    <a:pt x="238849" y="12927"/>
                  </a:lnTo>
                  <a:lnTo>
                    <a:pt x="292593" y="3319"/>
                  </a:lnTo>
                  <a:lnTo>
                    <a:pt x="349250" y="0"/>
                  </a:lnTo>
                  <a:lnTo>
                    <a:pt x="405872" y="3319"/>
                  </a:lnTo>
                  <a:lnTo>
                    <a:pt x="459588" y="12927"/>
                  </a:lnTo>
                  <a:lnTo>
                    <a:pt x="509679" y="28302"/>
                  </a:lnTo>
                  <a:lnTo>
                    <a:pt x="555424" y="48922"/>
                  </a:lnTo>
                  <a:lnTo>
                    <a:pt x="596106" y="74263"/>
                  </a:lnTo>
                  <a:lnTo>
                    <a:pt x="631004" y="103802"/>
                  </a:lnTo>
                  <a:lnTo>
                    <a:pt x="659398" y="137018"/>
                  </a:lnTo>
                  <a:lnTo>
                    <a:pt x="680571" y="173386"/>
                  </a:lnTo>
                  <a:lnTo>
                    <a:pt x="693802" y="212385"/>
                  </a:lnTo>
                  <a:lnTo>
                    <a:pt x="698373" y="253492"/>
                  </a:lnTo>
                  <a:lnTo>
                    <a:pt x="693802" y="294604"/>
                  </a:lnTo>
                  <a:lnTo>
                    <a:pt x="680571" y="333604"/>
                  </a:lnTo>
                  <a:lnTo>
                    <a:pt x="659398" y="369971"/>
                  </a:lnTo>
                  <a:lnTo>
                    <a:pt x="631004" y="403183"/>
                  </a:lnTo>
                  <a:lnTo>
                    <a:pt x="596106" y="432717"/>
                  </a:lnTo>
                  <a:lnTo>
                    <a:pt x="555424" y="458052"/>
                  </a:lnTo>
                  <a:lnTo>
                    <a:pt x="509679" y="478665"/>
                  </a:lnTo>
                  <a:lnTo>
                    <a:pt x="459588" y="494036"/>
                  </a:lnTo>
                  <a:lnTo>
                    <a:pt x="405872" y="503640"/>
                  </a:lnTo>
                  <a:lnTo>
                    <a:pt x="349250" y="506958"/>
                  </a:lnTo>
                  <a:lnTo>
                    <a:pt x="292593" y="503640"/>
                  </a:lnTo>
                  <a:lnTo>
                    <a:pt x="238849" y="494036"/>
                  </a:lnTo>
                  <a:lnTo>
                    <a:pt x="188737" y="478665"/>
                  </a:lnTo>
                  <a:lnTo>
                    <a:pt x="142975" y="458052"/>
                  </a:lnTo>
                  <a:lnTo>
                    <a:pt x="102282" y="432717"/>
                  </a:lnTo>
                  <a:lnTo>
                    <a:pt x="67377" y="403183"/>
                  </a:lnTo>
                  <a:lnTo>
                    <a:pt x="38977" y="369971"/>
                  </a:lnTo>
                  <a:lnTo>
                    <a:pt x="17802" y="333604"/>
                  </a:lnTo>
                  <a:lnTo>
                    <a:pt x="4570" y="294604"/>
                  </a:lnTo>
                  <a:lnTo>
                    <a:pt x="0" y="253492"/>
                  </a:lnTo>
                  <a:close/>
                </a:path>
              </a:pathLst>
            </a:custGeom>
            <a:ln w="25400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350511" y="5391099"/>
            <a:ext cx="144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885690" y="6159500"/>
            <a:ext cx="723900" cy="532765"/>
            <a:chOff x="4885690" y="6159500"/>
            <a:chExt cx="723900" cy="532765"/>
          </a:xfrm>
        </p:grpSpPr>
        <p:sp>
          <p:nvSpPr>
            <p:cNvPr id="24" name="object 24"/>
            <p:cNvSpPr/>
            <p:nvPr/>
          </p:nvSpPr>
          <p:spPr>
            <a:xfrm>
              <a:off x="4898390" y="6172200"/>
              <a:ext cx="698500" cy="507365"/>
            </a:xfrm>
            <a:custGeom>
              <a:avLst/>
              <a:gdLst/>
              <a:ahLst/>
              <a:cxnLst/>
              <a:rect l="l" t="t" r="r" b="b"/>
              <a:pathLst>
                <a:path w="698500" h="507365">
                  <a:moveTo>
                    <a:pt x="349123" y="0"/>
                  </a:moveTo>
                  <a:lnTo>
                    <a:pt x="292500" y="3317"/>
                  </a:lnTo>
                  <a:lnTo>
                    <a:pt x="238784" y="12922"/>
                  </a:lnTo>
                  <a:lnTo>
                    <a:pt x="188693" y="28293"/>
                  </a:lnTo>
                  <a:lnTo>
                    <a:pt x="142948" y="48906"/>
                  </a:lnTo>
                  <a:lnTo>
                    <a:pt x="102266" y="74242"/>
                  </a:lnTo>
                  <a:lnTo>
                    <a:pt x="67368" y="103777"/>
                  </a:lnTo>
                  <a:lnTo>
                    <a:pt x="38974" y="136991"/>
                  </a:lnTo>
                  <a:lnTo>
                    <a:pt x="17801" y="173360"/>
                  </a:lnTo>
                  <a:lnTo>
                    <a:pt x="4570" y="212363"/>
                  </a:lnTo>
                  <a:lnTo>
                    <a:pt x="0" y="253479"/>
                  </a:lnTo>
                  <a:lnTo>
                    <a:pt x="4570" y="294598"/>
                  </a:lnTo>
                  <a:lnTo>
                    <a:pt x="17801" y="333604"/>
                  </a:lnTo>
                  <a:lnTo>
                    <a:pt x="38974" y="369975"/>
                  </a:lnTo>
                  <a:lnTo>
                    <a:pt x="67368" y="403190"/>
                  </a:lnTo>
                  <a:lnTo>
                    <a:pt x="102266" y="432727"/>
                  </a:lnTo>
                  <a:lnTo>
                    <a:pt x="142948" y="458063"/>
                  </a:lnTo>
                  <a:lnTo>
                    <a:pt x="188693" y="478677"/>
                  </a:lnTo>
                  <a:lnTo>
                    <a:pt x="238784" y="494048"/>
                  </a:lnTo>
                  <a:lnTo>
                    <a:pt x="292500" y="503653"/>
                  </a:lnTo>
                  <a:lnTo>
                    <a:pt x="349123" y="506971"/>
                  </a:lnTo>
                  <a:lnTo>
                    <a:pt x="405779" y="503653"/>
                  </a:lnTo>
                  <a:lnTo>
                    <a:pt x="459523" y="494048"/>
                  </a:lnTo>
                  <a:lnTo>
                    <a:pt x="509635" y="478677"/>
                  </a:lnTo>
                  <a:lnTo>
                    <a:pt x="555397" y="458063"/>
                  </a:lnTo>
                  <a:lnTo>
                    <a:pt x="596090" y="432727"/>
                  </a:lnTo>
                  <a:lnTo>
                    <a:pt x="630995" y="403190"/>
                  </a:lnTo>
                  <a:lnTo>
                    <a:pt x="659395" y="369975"/>
                  </a:lnTo>
                  <a:lnTo>
                    <a:pt x="680570" y="333604"/>
                  </a:lnTo>
                  <a:lnTo>
                    <a:pt x="693802" y="294598"/>
                  </a:lnTo>
                  <a:lnTo>
                    <a:pt x="698373" y="253479"/>
                  </a:lnTo>
                  <a:lnTo>
                    <a:pt x="693802" y="212363"/>
                  </a:lnTo>
                  <a:lnTo>
                    <a:pt x="680570" y="173360"/>
                  </a:lnTo>
                  <a:lnTo>
                    <a:pt x="659395" y="136991"/>
                  </a:lnTo>
                  <a:lnTo>
                    <a:pt x="630995" y="103777"/>
                  </a:lnTo>
                  <a:lnTo>
                    <a:pt x="596090" y="74242"/>
                  </a:lnTo>
                  <a:lnTo>
                    <a:pt x="555397" y="48906"/>
                  </a:lnTo>
                  <a:lnTo>
                    <a:pt x="509635" y="28293"/>
                  </a:lnTo>
                  <a:lnTo>
                    <a:pt x="459523" y="12922"/>
                  </a:lnTo>
                  <a:lnTo>
                    <a:pt x="405779" y="3317"/>
                  </a:lnTo>
                  <a:lnTo>
                    <a:pt x="349123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898390" y="6172200"/>
              <a:ext cx="698500" cy="507365"/>
            </a:xfrm>
            <a:custGeom>
              <a:avLst/>
              <a:gdLst/>
              <a:ahLst/>
              <a:cxnLst/>
              <a:rect l="l" t="t" r="r" b="b"/>
              <a:pathLst>
                <a:path w="698500" h="507365">
                  <a:moveTo>
                    <a:pt x="0" y="253479"/>
                  </a:moveTo>
                  <a:lnTo>
                    <a:pt x="4570" y="212363"/>
                  </a:lnTo>
                  <a:lnTo>
                    <a:pt x="17801" y="173360"/>
                  </a:lnTo>
                  <a:lnTo>
                    <a:pt x="38974" y="136991"/>
                  </a:lnTo>
                  <a:lnTo>
                    <a:pt x="67368" y="103777"/>
                  </a:lnTo>
                  <a:lnTo>
                    <a:pt x="102266" y="74242"/>
                  </a:lnTo>
                  <a:lnTo>
                    <a:pt x="142948" y="48906"/>
                  </a:lnTo>
                  <a:lnTo>
                    <a:pt x="188693" y="28293"/>
                  </a:lnTo>
                  <a:lnTo>
                    <a:pt x="238784" y="12922"/>
                  </a:lnTo>
                  <a:lnTo>
                    <a:pt x="292500" y="3317"/>
                  </a:lnTo>
                  <a:lnTo>
                    <a:pt x="349123" y="0"/>
                  </a:lnTo>
                  <a:lnTo>
                    <a:pt x="405779" y="3317"/>
                  </a:lnTo>
                  <a:lnTo>
                    <a:pt x="459523" y="12922"/>
                  </a:lnTo>
                  <a:lnTo>
                    <a:pt x="509635" y="28293"/>
                  </a:lnTo>
                  <a:lnTo>
                    <a:pt x="555397" y="48906"/>
                  </a:lnTo>
                  <a:lnTo>
                    <a:pt x="596090" y="74242"/>
                  </a:lnTo>
                  <a:lnTo>
                    <a:pt x="630995" y="103777"/>
                  </a:lnTo>
                  <a:lnTo>
                    <a:pt x="659395" y="136991"/>
                  </a:lnTo>
                  <a:lnTo>
                    <a:pt x="680570" y="173360"/>
                  </a:lnTo>
                  <a:lnTo>
                    <a:pt x="693802" y="212363"/>
                  </a:lnTo>
                  <a:lnTo>
                    <a:pt x="698373" y="253479"/>
                  </a:lnTo>
                  <a:lnTo>
                    <a:pt x="693802" y="294598"/>
                  </a:lnTo>
                  <a:lnTo>
                    <a:pt x="680570" y="333604"/>
                  </a:lnTo>
                  <a:lnTo>
                    <a:pt x="659395" y="369975"/>
                  </a:lnTo>
                  <a:lnTo>
                    <a:pt x="630995" y="403190"/>
                  </a:lnTo>
                  <a:lnTo>
                    <a:pt x="596090" y="432727"/>
                  </a:lnTo>
                  <a:lnTo>
                    <a:pt x="555397" y="458063"/>
                  </a:lnTo>
                  <a:lnTo>
                    <a:pt x="509635" y="478677"/>
                  </a:lnTo>
                  <a:lnTo>
                    <a:pt x="459523" y="494048"/>
                  </a:lnTo>
                  <a:lnTo>
                    <a:pt x="405779" y="503653"/>
                  </a:lnTo>
                  <a:lnTo>
                    <a:pt x="349123" y="506971"/>
                  </a:lnTo>
                  <a:lnTo>
                    <a:pt x="292500" y="503653"/>
                  </a:lnTo>
                  <a:lnTo>
                    <a:pt x="238784" y="494048"/>
                  </a:lnTo>
                  <a:lnTo>
                    <a:pt x="188693" y="478677"/>
                  </a:lnTo>
                  <a:lnTo>
                    <a:pt x="142948" y="458063"/>
                  </a:lnTo>
                  <a:lnTo>
                    <a:pt x="102266" y="432727"/>
                  </a:lnTo>
                  <a:lnTo>
                    <a:pt x="67368" y="403190"/>
                  </a:lnTo>
                  <a:lnTo>
                    <a:pt x="38974" y="369975"/>
                  </a:lnTo>
                  <a:lnTo>
                    <a:pt x="17801" y="333604"/>
                  </a:lnTo>
                  <a:lnTo>
                    <a:pt x="4570" y="294598"/>
                  </a:lnTo>
                  <a:lnTo>
                    <a:pt x="0" y="253479"/>
                  </a:lnTo>
                  <a:close/>
                </a:path>
              </a:pathLst>
            </a:custGeom>
            <a:ln w="25399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175250" y="6268008"/>
            <a:ext cx="144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337052" y="6235700"/>
            <a:ext cx="723900" cy="532765"/>
            <a:chOff x="3337052" y="6235700"/>
            <a:chExt cx="723900" cy="532765"/>
          </a:xfrm>
        </p:grpSpPr>
        <p:sp>
          <p:nvSpPr>
            <p:cNvPr id="28" name="object 28"/>
            <p:cNvSpPr/>
            <p:nvPr/>
          </p:nvSpPr>
          <p:spPr>
            <a:xfrm>
              <a:off x="3349752" y="6248400"/>
              <a:ext cx="698500" cy="507365"/>
            </a:xfrm>
            <a:custGeom>
              <a:avLst/>
              <a:gdLst/>
              <a:ahLst/>
              <a:cxnLst/>
              <a:rect l="l" t="t" r="r" b="b"/>
              <a:pathLst>
                <a:path w="698500" h="507365">
                  <a:moveTo>
                    <a:pt x="349250" y="0"/>
                  </a:moveTo>
                  <a:lnTo>
                    <a:pt x="292593" y="3317"/>
                  </a:lnTo>
                  <a:lnTo>
                    <a:pt x="238849" y="12922"/>
                  </a:lnTo>
                  <a:lnTo>
                    <a:pt x="188737" y="28293"/>
                  </a:lnTo>
                  <a:lnTo>
                    <a:pt x="142975" y="48906"/>
                  </a:lnTo>
                  <a:lnTo>
                    <a:pt x="102282" y="74242"/>
                  </a:lnTo>
                  <a:lnTo>
                    <a:pt x="67377" y="103777"/>
                  </a:lnTo>
                  <a:lnTo>
                    <a:pt x="38977" y="136991"/>
                  </a:lnTo>
                  <a:lnTo>
                    <a:pt x="17802" y="173360"/>
                  </a:lnTo>
                  <a:lnTo>
                    <a:pt x="4570" y="212363"/>
                  </a:lnTo>
                  <a:lnTo>
                    <a:pt x="0" y="253479"/>
                  </a:lnTo>
                  <a:lnTo>
                    <a:pt x="4570" y="294598"/>
                  </a:lnTo>
                  <a:lnTo>
                    <a:pt x="17802" y="333603"/>
                  </a:lnTo>
                  <a:lnTo>
                    <a:pt x="38977" y="369974"/>
                  </a:lnTo>
                  <a:lnTo>
                    <a:pt x="67377" y="403189"/>
                  </a:lnTo>
                  <a:lnTo>
                    <a:pt x="102282" y="432725"/>
                  </a:lnTo>
                  <a:lnTo>
                    <a:pt x="142975" y="458061"/>
                  </a:lnTo>
                  <a:lnTo>
                    <a:pt x="188737" y="478674"/>
                  </a:lnTo>
                  <a:lnTo>
                    <a:pt x="238849" y="494045"/>
                  </a:lnTo>
                  <a:lnTo>
                    <a:pt x="292593" y="503649"/>
                  </a:lnTo>
                  <a:lnTo>
                    <a:pt x="349250" y="506967"/>
                  </a:lnTo>
                  <a:lnTo>
                    <a:pt x="405906" y="503649"/>
                  </a:lnTo>
                  <a:lnTo>
                    <a:pt x="459650" y="494045"/>
                  </a:lnTo>
                  <a:lnTo>
                    <a:pt x="509762" y="478674"/>
                  </a:lnTo>
                  <a:lnTo>
                    <a:pt x="555524" y="458061"/>
                  </a:lnTo>
                  <a:lnTo>
                    <a:pt x="596217" y="432725"/>
                  </a:lnTo>
                  <a:lnTo>
                    <a:pt x="631122" y="403189"/>
                  </a:lnTo>
                  <a:lnTo>
                    <a:pt x="659522" y="369974"/>
                  </a:lnTo>
                  <a:lnTo>
                    <a:pt x="680697" y="333603"/>
                  </a:lnTo>
                  <a:lnTo>
                    <a:pt x="693929" y="294598"/>
                  </a:lnTo>
                  <a:lnTo>
                    <a:pt x="698500" y="253479"/>
                  </a:lnTo>
                  <a:lnTo>
                    <a:pt x="693929" y="212363"/>
                  </a:lnTo>
                  <a:lnTo>
                    <a:pt x="680697" y="173360"/>
                  </a:lnTo>
                  <a:lnTo>
                    <a:pt x="659522" y="136991"/>
                  </a:lnTo>
                  <a:lnTo>
                    <a:pt x="631122" y="103777"/>
                  </a:lnTo>
                  <a:lnTo>
                    <a:pt x="596217" y="74242"/>
                  </a:lnTo>
                  <a:lnTo>
                    <a:pt x="555524" y="48906"/>
                  </a:lnTo>
                  <a:lnTo>
                    <a:pt x="509762" y="28293"/>
                  </a:lnTo>
                  <a:lnTo>
                    <a:pt x="459650" y="12922"/>
                  </a:lnTo>
                  <a:lnTo>
                    <a:pt x="405906" y="3317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349752" y="6248400"/>
              <a:ext cx="698500" cy="507365"/>
            </a:xfrm>
            <a:custGeom>
              <a:avLst/>
              <a:gdLst/>
              <a:ahLst/>
              <a:cxnLst/>
              <a:rect l="l" t="t" r="r" b="b"/>
              <a:pathLst>
                <a:path w="698500" h="507365">
                  <a:moveTo>
                    <a:pt x="0" y="253479"/>
                  </a:moveTo>
                  <a:lnTo>
                    <a:pt x="4570" y="212363"/>
                  </a:lnTo>
                  <a:lnTo>
                    <a:pt x="17802" y="173360"/>
                  </a:lnTo>
                  <a:lnTo>
                    <a:pt x="38977" y="136991"/>
                  </a:lnTo>
                  <a:lnTo>
                    <a:pt x="67377" y="103777"/>
                  </a:lnTo>
                  <a:lnTo>
                    <a:pt x="102282" y="74242"/>
                  </a:lnTo>
                  <a:lnTo>
                    <a:pt x="142975" y="48906"/>
                  </a:lnTo>
                  <a:lnTo>
                    <a:pt x="188737" y="28293"/>
                  </a:lnTo>
                  <a:lnTo>
                    <a:pt x="238849" y="12922"/>
                  </a:lnTo>
                  <a:lnTo>
                    <a:pt x="292593" y="3317"/>
                  </a:lnTo>
                  <a:lnTo>
                    <a:pt x="349250" y="0"/>
                  </a:lnTo>
                  <a:lnTo>
                    <a:pt x="405906" y="3317"/>
                  </a:lnTo>
                  <a:lnTo>
                    <a:pt x="459650" y="12922"/>
                  </a:lnTo>
                  <a:lnTo>
                    <a:pt x="509762" y="28293"/>
                  </a:lnTo>
                  <a:lnTo>
                    <a:pt x="555524" y="48906"/>
                  </a:lnTo>
                  <a:lnTo>
                    <a:pt x="596217" y="74242"/>
                  </a:lnTo>
                  <a:lnTo>
                    <a:pt x="631122" y="103777"/>
                  </a:lnTo>
                  <a:lnTo>
                    <a:pt x="659522" y="136991"/>
                  </a:lnTo>
                  <a:lnTo>
                    <a:pt x="680697" y="173360"/>
                  </a:lnTo>
                  <a:lnTo>
                    <a:pt x="693929" y="212363"/>
                  </a:lnTo>
                  <a:lnTo>
                    <a:pt x="698500" y="253479"/>
                  </a:lnTo>
                  <a:lnTo>
                    <a:pt x="693929" y="294598"/>
                  </a:lnTo>
                  <a:lnTo>
                    <a:pt x="680697" y="333603"/>
                  </a:lnTo>
                  <a:lnTo>
                    <a:pt x="659522" y="369974"/>
                  </a:lnTo>
                  <a:lnTo>
                    <a:pt x="631122" y="403189"/>
                  </a:lnTo>
                  <a:lnTo>
                    <a:pt x="596217" y="432725"/>
                  </a:lnTo>
                  <a:lnTo>
                    <a:pt x="555524" y="458061"/>
                  </a:lnTo>
                  <a:lnTo>
                    <a:pt x="509762" y="478674"/>
                  </a:lnTo>
                  <a:lnTo>
                    <a:pt x="459650" y="494045"/>
                  </a:lnTo>
                  <a:lnTo>
                    <a:pt x="405906" y="503649"/>
                  </a:lnTo>
                  <a:lnTo>
                    <a:pt x="349250" y="506967"/>
                  </a:lnTo>
                  <a:lnTo>
                    <a:pt x="292593" y="503649"/>
                  </a:lnTo>
                  <a:lnTo>
                    <a:pt x="238849" y="494045"/>
                  </a:lnTo>
                  <a:lnTo>
                    <a:pt x="188737" y="478674"/>
                  </a:lnTo>
                  <a:lnTo>
                    <a:pt x="142975" y="458061"/>
                  </a:lnTo>
                  <a:lnTo>
                    <a:pt x="102282" y="432725"/>
                  </a:lnTo>
                  <a:lnTo>
                    <a:pt x="67377" y="403189"/>
                  </a:lnTo>
                  <a:lnTo>
                    <a:pt x="38977" y="369974"/>
                  </a:lnTo>
                  <a:lnTo>
                    <a:pt x="17802" y="333603"/>
                  </a:lnTo>
                  <a:lnTo>
                    <a:pt x="4570" y="294598"/>
                  </a:lnTo>
                  <a:lnTo>
                    <a:pt x="0" y="253479"/>
                  </a:lnTo>
                  <a:close/>
                </a:path>
              </a:pathLst>
            </a:custGeom>
            <a:ln w="25400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3626611" y="6344208"/>
            <a:ext cx="1447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" dirty="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699002" y="5728106"/>
            <a:ext cx="1301750" cy="520700"/>
          </a:xfrm>
          <a:custGeom>
            <a:avLst/>
            <a:gdLst/>
            <a:ahLst/>
            <a:cxnLst/>
            <a:rect l="l" t="t" r="r" b="b"/>
            <a:pathLst>
              <a:path w="1301750" h="520700">
                <a:moveTo>
                  <a:pt x="476885" y="0"/>
                </a:moveTo>
                <a:lnTo>
                  <a:pt x="0" y="520293"/>
                </a:lnTo>
              </a:path>
              <a:path w="1301750" h="520700">
                <a:moveTo>
                  <a:pt x="970788" y="0"/>
                </a:moveTo>
                <a:lnTo>
                  <a:pt x="1301623" y="518337"/>
                </a:lnTo>
              </a:path>
            </a:pathLst>
          </a:custGeom>
          <a:ln w="9525">
            <a:solidFill>
              <a:srgbClr val="3891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2819526" y="6011062"/>
            <a:ext cx="579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BF</a:t>
            </a:r>
            <a:r>
              <a:rPr sz="1800" i="1" spc="5" dirty="0">
                <a:latin typeface="Arial"/>
                <a:cs typeface="Arial"/>
              </a:rPr>
              <a:t>=</a:t>
            </a:r>
            <a:r>
              <a:rPr sz="1800" i="1" spc="-5" dirty="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497704" y="5025897"/>
            <a:ext cx="579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BF</a:t>
            </a:r>
            <a:r>
              <a:rPr sz="1800" i="1" spc="5" dirty="0">
                <a:latin typeface="Arial"/>
                <a:cs typeface="Arial"/>
              </a:rPr>
              <a:t>=</a:t>
            </a:r>
            <a:r>
              <a:rPr sz="1800" i="1" spc="-5" dirty="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348096" y="5913831"/>
            <a:ext cx="579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BF</a:t>
            </a:r>
            <a:r>
              <a:rPr sz="1800" i="1" spc="5" dirty="0">
                <a:latin typeface="Arial"/>
                <a:cs typeface="Arial"/>
              </a:rPr>
              <a:t>=</a:t>
            </a:r>
            <a:r>
              <a:rPr sz="1800" i="1" spc="-5" dirty="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350000" y="6345732"/>
            <a:ext cx="194246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spc="-5" dirty="0">
                <a:solidFill>
                  <a:srgbClr val="00AF50"/>
                </a:solidFill>
                <a:latin typeface="Arial"/>
                <a:cs typeface="Arial"/>
              </a:rPr>
              <a:t>TREE</a:t>
            </a:r>
            <a:r>
              <a:rPr sz="1800" b="1" i="1" spc="-2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00AF50"/>
                </a:solidFill>
                <a:latin typeface="Arial"/>
                <a:cs typeface="Arial"/>
              </a:rPr>
              <a:t>is</a:t>
            </a:r>
            <a:r>
              <a:rPr sz="1800" b="1" i="1" spc="-3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800" b="1" i="1" spc="-5" dirty="0">
                <a:solidFill>
                  <a:srgbClr val="00AF50"/>
                </a:solidFill>
                <a:latin typeface="Arial"/>
                <a:cs typeface="Arial"/>
              </a:rPr>
              <a:t>balanced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79932" y="38100"/>
            <a:ext cx="7578852" cy="1106424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7034">
              <a:lnSpc>
                <a:spcPct val="100000"/>
              </a:lnSpc>
              <a:spcBef>
                <a:spcPts val="100"/>
              </a:spcBef>
              <a:tabLst>
                <a:tab pos="3851910" algn="l"/>
              </a:tabLst>
            </a:pPr>
            <a:r>
              <a:rPr spc="-90" dirty="0"/>
              <a:t>Constructio</a:t>
            </a:r>
            <a:r>
              <a:rPr spc="-100" dirty="0"/>
              <a:t>n</a:t>
            </a:r>
            <a:r>
              <a:rPr spc="-95" dirty="0"/>
              <a:t> </a:t>
            </a:r>
            <a:r>
              <a:rPr spc="-204" dirty="0"/>
              <a:t>of</a:t>
            </a:r>
            <a:r>
              <a:rPr dirty="0"/>
              <a:t>	</a:t>
            </a:r>
            <a:r>
              <a:rPr spc="-10" dirty="0"/>
              <a:t>A</a:t>
            </a:r>
            <a:r>
              <a:rPr dirty="0"/>
              <a:t>VL</a:t>
            </a:r>
            <a:r>
              <a:rPr spc="-585" dirty="0"/>
              <a:t> </a:t>
            </a:r>
            <a:r>
              <a:rPr spc="-409" dirty="0"/>
              <a:t>T</a:t>
            </a:r>
            <a:r>
              <a:rPr spc="-50" dirty="0"/>
              <a:t>r</a:t>
            </a:r>
            <a:r>
              <a:rPr spc="-260" dirty="0"/>
              <a:t>ee</a:t>
            </a:r>
            <a:r>
              <a:rPr spc="-95" dirty="0"/>
              <a:t> </a:t>
            </a:r>
            <a:r>
              <a:rPr spc="-114" dirty="0"/>
              <a:t>(</a:t>
            </a:r>
            <a:r>
              <a:rPr spc="-160" dirty="0"/>
              <a:t>1</a:t>
            </a:r>
            <a:r>
              <a:rPr spc="-95" dirty="0"/>
              <a:t> to</a:t>
            </a:r>
            <a:r>
              <a:rPr spc="-110" dirty="0"/>
              <a:t> </a:t>
            </a:r>
            <a:r>
              <a:rPr spc="-90" dirty="0"/>
              <a:t>8</a:t>
            </a:r>
            <a:r>
              <a:rPr spc="-175" dirty="0"/>
              <a:t>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474846" y="5030546"/>
            <a:ext cx="1942464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solidFill>
                  <a:srgbClr val="00AF50"/>
                </a:solidFill>
                <a:latin typeface="Arial"/>
                <a:cs typeface="Arial"/>
              </a:rPr>
              <a:t>TREE</a:t>
            </a:r>
            <a:r>
              <a:rPr sz="1800" b="1" i="1" spc="-4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00AF50"/>
                </a:solidFill>
                <a:latin typeface="Arial"/>
                <a:cs typeface="Arial"/>
              </a:rPr>
              <a:t>is</a:t>
            </a:r>
            <a:r>
              <a:rPr sz="1800" b="1" i="1" spc="-4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800" b="1" i="1" spc="-5" dirty="0">
                <a:solidFill>
                  <a:srgbClr val="00AF50"/>
                </a:solidFill>
                <a:latin typeface="Arial"/>
                <a:cs typeface="Arial"/>
              </a:rPr>
              <a:t>balanced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664077" y="2113660"/>
            <a:ext cx="1548765" cy="1409700"/>
            <a:chOff x="3664077" y="2113660"/>
            <a:chExt cx="1548765" cy="1409700"/>
          </a:xfrm>
        </p:grpSpPr>
        <p:sp>
          <p:nvSpPr>
            <p:cNvPr id="18" name="object 18"/>
            <p:cNvSpPr/>
            <p:nvPr/>
          </p:nvSpPr>
          <p:spPr>
            <a:xfrm>
              <a:off x="3676777" y="2126360"/>
              <a:ext cx="698500" cy="507365"/>
            </a:xfrm>
            <a:custGeom>
              <a:avLst/>
              <a:gdLst/>
              <a:ahLst/>
              <a:cxnLst/>
              <a:rect l="l" t="t" r="r" b="b"/>
              <a:pathLst>
                <a:path w="698500" h="507364">
                  <a:moveTo>
                    <a:pt x="349250" y="0"/>
                  </a:moveTo>
                  <a:lnTo>
                    <a:pt x="292593" y="3319"/>
                  </a:lnTo>
                  <a:lnTo>
                    <a:pt x="238849" y="12927"/>
                  </a:lnTo>
                  <a:lnTo>
                    <a:pt x="188737" y="28302"/>
                  </a:lnTo>
                  <a:lnTo>
                    <a:pt x="142975" y="48922"/>
                  </a:lnTo>
                  <a:lnTo>
                    <a:pt x="102282" y="74263"/>
                  </a:lnTo>
                  <a:lnTo>
                    <a:pt x="67377" y="103802"/>
                  </a:lnTo>
                  <a:lnTo>
                    <a:pt x="38977" y="137018"/>
                  </a:lnTo>
                  <a:lnTo>
                    <a:pt x="17802" y="173386"/>
                  </a:lnTo>
                  <a:lnTo>
                    <a:pt x="4570" y="212385"/>
                  </a:lnTo>
                  <a:lnTo>
                    <a:pt x="0" y="253491"/>
                  </a:lnTo>
                  <a:lnTo>
                    <a:pt x="4570" y="294629"/>
                  </a:lnTo>
                  <a:lnTo>
                    <a:pt x="17802" y="333646"/>
                  </a:lnTo>
                  <a:lnTo>
                    <a:pt x="38977" y="370021"/>
                  </a:lnTo>
                  <a:lnTo>
                    <a:pt x="67377" y="403236"/>
                  </a:lnTo>
                  <a:lnTo>
                    <a:pt x="102282" y="432768"/>
                  </a:lnTo>
                  <a:lnTo>
                    <a:pt x="142975" y="458098"/>
                  </a:lnTo>
                  <a:lnTo>
                    <a:pt x="188737" y="478705"/>
                  </a:lnTo>
                  <a:lnTo>
                    <a:pt x="238849" y="494068"/>
                  </a:lnTo>
                  <a:lnTo>
                    <a:pt x="292593" y="503668"/>
                  </a:lnTo>
                  <a:lnTo>
                    <a:pt x="349250" y="506984"/>
                  </a:lnTo>
                  <a:lnTo>
                    <a:pt x="405906" y="503668"/>
                  </a:lnTo>
                  <a:lnTo>
                    <a:pt x="459650" y="494068"/>
                  </a:lnTo>
                  <a:lnTo>
                    <a:pt x="509762" y="478705"/>
                  </a:lnTo>
                  <a:lnTo>
                    <a:pt x="555524" y="458098"/>
                  </a:lnTo>
                  <a:lnTo>
                    <a:pt x="596217" y="432768"/>
                  </a:lnTo>
                  <a:lnTo>
                    <a:pt x="631122" y="403236"/>
                  </a:lnTo>
                  <a:lnTo>
                    <a:pt x="659522" y="370021"/>
                  </a:lnTo>
                  <a:lnTo>
                    <a:pt x="680697" y="333646"/>
                  </a:lnTo>
                  <a:lnTo>
                    <a:pt x="693929" y="294629"/>
                  </a:lnTo>
                  <a:lnTo>
                    <a:pt x="698500" y="253491"/>
                  </a:lnTo>
                  <a:lnTo>
                    <a:pt x="693929" y="212385"/>
                  </a:lnTo>
                  <a:lnTo>
                    <a:pt x="680697" y="173386"/>
                  </a:lnTo>
                  <a:lnTo>
                    <a:pt x="659522" y="137018"/>
                  </a:lnTo>
                  <a:lnTo>
                    <a:pt x="631122" y="103802"/>
                  </a:lnTo>
                  <a:lnTo>
                    <a:pt x="596217" y="74263"/>
                  </a:lnTo>
                  <a:lnTo>
                    <a:pt x="555524" y="48922"/>
                  </a:lnTo>
                  <a:lnTo>
                    <a:pt x="509762" y="28302"/>
                  </a:lnTo>
                  <a:lnTo>
                    <a:pt x="459650" y="12927"/>
                  </a:lnTo>
                  <a:lnTo>
                    <a:pt x="405906" y="3319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676777" y="2126360"/>
              <a:ext cx="698500" cy="507365"/>
            </a:xfrm>
            <a:custGeom>
              <a:avLst/>
              <a:gdLst/>
              <a:ahLst/>
              <a:cxnLst/>
              <a:rect l="l" t="t" r="r" b="b"/>
              <a:pathLst>
                <a:path w="698500" h="507364">
                  <a:moveTo>
                    <a:pt x="0" y="253491"/>
                  </a:moveTo>
                  <a:lnTo>
                    <a:pt x="4570" y="212385"/>
                  </a:lnTo>
                  <a:lnTo>
                    <a:pt x="17802" y="173386"/>
                  </a:lnTo>
                  <a:lnTo>
                    <a:pt x="38977" y="137018"/>
                  </a:lnTo>
                  <a:lnTo>
                    <a:pt x="67377" y="103802"/>
                  </a:lnTo>
                  <a:lnTo>
                    <a:pt x="102282" y="74263"/>
                  </a:lnTo>
                  <a:lnTo>
                    <a:pt x="142975" y="48922"/>
                  </a:lnTo>
                  <a:lnTo>
                    <a:pt x="188737" y="28302"/>
                  </a:lnTo>
                  <a:lnTo>
                    <a:pt x="238849" y="12927"/>
                  </a:lnTo>
                  <a:lnTo>
                    <a:pt x="292593" y="3319"/>
                  </a:lnTo>
                  <a:lnTo>
                    <a:pt x="349250" y="0"/>
                  </a:lnTo>
                  <a:lnTo>
                    <a:pt x="405906" y="3319"/>
                  </a:lnTo>
                  <a:lnTo>
                    <a:pt x="459650" y="12927"/>
                  </a:lnTo>
                  <a:lnTo>
                    <a:pt x="509762" y="28302"/>
                  </a:lnTo>
                  <a:lnTo>
                    <a:pt x="555524" y="48922"/>
                  </a:lnTo>
                  <a:lnTo>
                    <a:pt x="596217" y="74263"/>
                  </a:lnTo>
                  <a:lnTo>
                    <a:pt x="631122" y="103802"/>
                  </a:lnTo>
                  <a:lnTo>
                    <a:pt x="659522" y="137018"/>
                  </a:lnTo>
                  <a:lnTo>
                    <a:pt x="680697" y="173386"/>
                  </a:lnTo>
                  <a:lnTo>
                    <a:pt x="693929" y="212385"/>
                  </a:lnTo>
                  <a:lnTo>
                    <a:pt x="698500" y="253491"/>
                  </a:lnTo>
                  <a:lnTo>
                    <a:pt x="693929" y="294629"/>
                  </a:lnTo>
                  <a:lnTo>
                    <a:pt x="680697" y="333646"/>
                  </a:lnTo>
                  <a:lnTo>
                    <a:pt x="659522" y="370021"/>
                  </a:lnTo>
                  <a:lnTo>
                    <a:pt x="631122" y="403236"/>
                  </a:lnTo>
                  <a:lnTo>
                    <a:pt x="596217" y="432768"/>
                  </a:lnTo>
                  <a:lnTo>
                    <a:pt x="555524" y="458098"/>
                  </a:lnTo>
                  <a:lnTo>
                    <a:pt x="509762" y="478705"/>
                  </a:lnTo>
                  <a:lnTo>
                    <a:pt x="459650" y="494068"/>
                  </a:lnTo>
                  <a:lnTo>
                    <a:pt x="405906" y="503668"/>
                  </a:lnTo>
                  <a:lnTo>
                    <a:pt x="349250" y="506984"/>
                  </a:lnTo>
                  <a:lnTo>
                    <a:pt x="292593" y="503668"/>
                  </a:lnTo>
                  <a:lnTo>
                    <a:pt x="238849" y="494068"/>
                  </a:lnTo>
                  <a:lnTo>
                    <a:pt x="188737" y="478705"/>
                  </a:lnTo>
                  <a:lnTo>
                    <a:pt x="142975" y="458098"/>
                  </a:lnTo>
                  <a:lnTo>
                    <a:pt x="102282" y="432768"/>
                  </a:lnTo>
                  <a:lnTo>
                    <a:pt x="67377" y="403236"/>
                  </a:lnTo>
                  <a:lnTo>
                    <a:pt x="38977" y="370021"/>
                  </a:lnTo>
                  <a:lnTo>
                    <a:pt x="17802" y="333646"/>
                  </a:lnTo>
                  <a:lnTo>
                    <a:pt x="4570" y="294629"/>
                  </a:lnTo>
                  <a:lnTo>
                    <a:pt x="0" y="253491"/>
                  </a:lnTo>
                  <a:close/>
                </a:path>
              </a:pathLst>
            </a:custGeom>
            <a:ln w="25400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501515" y="3003168"/>
              <a:ext cx="698500" cy="507365"/>
            </a:xfrm>
            <a:custGeom>
              <a:avLst/>
              <a:gdLst/>
              <a:ahLst/>
              <a:cxnLst/>
              <a:rect l="l" t="t" r="r" b="b"/>
              <a:pathLst>
                <a:path w="698500" h="507364">
                  <a:moveTo>
                    <a:pt x="349123" y="0"/>
                  </a:moveTo>
                  <a:lnTo>
                    <a:pt x="292500" y="3319"/>
                  </a:lnTo>
                  <a:lnTo>
                    <a:pt x="238784" y="12927"/>
                  </a:lnTo>
                  <a:lnTo>
                    <a:pt x="188693" y="28302"/>
                  </a:lnTo>
                  <a:lnTo>
                    <a:pt x="142948" y="48922"/>
                  </a:lnTo>
                  <a:lnTo>
                    <a:pt x="102266" y="74263"/>
                  </a:lnTo>
                  <a:lnTo>
                    <a:pt x="67368" y="103802"/>
                  </a:lnTo>
                  <a:lnTo>
                    <a:pt x="38974" y="137018"/>
                  </a:lnTo>
                  <a:lnTo>
                    <a:pt x="17801" y="173386"/>
                  </a:lnTo>
                  <a:lnTo>
                    <a:pt x="4570" y="212385"/>
                  </a:lnTo>
                  <a:lnTo>
                    <a:pt x="0" y="253491"/>
                  </a:lnTo>
                  <a:lnTo>
                    <a:pt x="4570" y="294629"/>
                  </a:lnTo>
                  <a:lnTo>
                    <a:pt x="17801" y="333646"/>
                  </a:lnTo>
                  <a:lnTo>
                    <a:pt x="38974" y="370021"/>
                  </a:lnTo>
                  <a:lnTo>
                    <a:pt x="67368" y="403236"/>
                  </a:lnTo>
                  <a:lnTo>
                    <a:pt x="102266" y="432768"/>
                  </a:lnTo>
                  <a:lnTo>
                    <a:pt x="142948" y="458098"/>
                  </a:lnTo>
                  <a:lnTo>
                    <a:pt x="188693" y="478705"/>
                  </a:lnTo>
                  <a:lnTo>
                    <a:pt x="238784" y="494068"/>
                  </a:lnTo>
                  <a:lnTo>
                    <a:pt x="292500" y="503668"/>
                  </a:lnTo>
                  <a:lnTo>
                    <a:pt x="349123" y="506983"/>
                  </a:lnTo>
                  <a:lnTo>
                    <a:pt x="405779" y="503668"/>
                  </a:lnTo>
                  <a:lnTo>
                    <a:pt x="459523" y="494068"/>
                  </a:lnTo>
                  <a:lnTo>
                    <a:pt x="509635" y="478705"/>
                  </a:lnTo>
                  <a:lnTo>
                    <a:pt x="555397" y="458098"/>
                  </a:lnTo>
                  <a:lnTo>
                    <a:pt x="596090" y="432768"/>
                  </a:lnTo>
                  <a:lnTo>
                    <a:pt x="630995" y="403236"/>
                  </a:lnTo>
                  <a:lnTo>
                    <a:pt x="659395" y="370021"/>
                  </a:lnTo>
                  <a:lnTo>
                    <a:pt x="680570" y="333646"/>
                  </a:lnTo>
                  <a:lnTo>
                    <a:pt x="693802" y="294629"/>
                  </a:lnTo>
                  <a:lnTo>
                    <a:pt x="698373" y="253491"/>
                  </a:lnTo>
                  <a:lnTo>
                    <a:pt x="693802" y="212385"/>
                  </a:lnTo>
                  <a:lnTo>
                    <a:pt x="680570" y="173386"/>
                  </a:lnTo>
                  <a:lnTo>
                    <a:pt x="659395" y="137018"/>
                  </a:lnTo>
                  <a:lnTo>
                    <a:pt x="630995" y="103802"/>
                  </a:lnTo>
                  <a:lnTo>
                    <a:pt x="596090" y="74263"/>
                  </a:lnTo>
                  <a:lnTo>
                    <a:pt x="555397" y="48922"/>
                  </a:lnTo>
                  <a:lnTo>
                    <a:pt x="509635" y="28302"/>
                  </a:lnTo>
                  <a:lnTo>
                    <a:pt x="459523" y="12927"/>
                  </a:lnTo>
                  <a:lnTo>
                    <a:pt x="405779" y="3319"/>
                  </a:lnTo>
                  <a:lnTo>
                    <a:pt x="349123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01515" y="3003168"/>
              <a:ext cx="698500" cy="507365"/>
            </a:xfrm>
            <a:custGeom>
              <a:avLst/>
              <a:gdLst/>
              <a:ahLst/>
              <a:cxnLst/>
              <a:rect l="l" t="t" r="r" b="b"/>
              <a:pathLst>
                <a:path w="698500" h="507364">
                  <a:moveTo>
                    <a:pt x="0" y="253491"/>
                  </a:moveTo>
                  <a:lnTo>
                    <a:pt x="4570" y="212385"/>
                  </a:lnTo>
                  <a:lnTo>
                    <a:pt x="17801" y="173386"/>
                  </a:lnTo>
                  <a:lnTo>
                    <a:pt x="38974" y="137018"/>
                  </a:lnTo>
                  <a:lnTo>
                    <a:pt x="67368" y="103802"/>
                  </a:lnTo>
                  <a:lnTo>
                    <a:pt x="102266" y="74263"/>
                  </a:lnTo>
                  <a:lnTo>
                    <a:pt x="142948" y="48922"/>
                  </a:lnTo>
                  <a:lnTo>
                    <a:pt x="188693" y="28302"/>
                  </a:lnTo>
                  <a:lnTo>
                    <a:pt x="238784" y="12927"/>
                  </a:lnTo>
                  <a:lnTo>
                    <a:pt x="292500" y="3319"/>
                  </a:lnTo>
                  <a:lnTo>
                    <a:pt x="349123" y="0"/>
                  </a:lnTo>
                  <a:lnTo>
                    <a:pt x="405779" y="3319"/>
                  </a:lnTo>
                  <a:lnTo>
                    <a:pt x="459523" y="12927"/>
                  </a:lnTo>
                  <a:lnTo>
                    <a:pt x="509635" y="28302"/>
                  </a:lnTo>
                  <a:lnTo>
                    <a:pt x="555397" y="48922"/>
                  </a:lnTo>
                  <a:lnTo>
                    <a:pt x="596090" y="74263"/>
                  </a:lnTo>
                  <a:lnTo>
                    <a:pt x="630995" y="103802"/>
                  </a:lnTo>
                  <a:lnTo>
                    <a:pt x="659395" y="137018"/>
                  </a:lnTo>
                  <a:lnTo>
                    <a:pt x="680570" y="173386"/>
                  </a:lnTo>
                  <a:lnTo>
                    <a:pt x="693802" y="212385"/>
                  </a:lnTo>
                  <a:lnTo>
                    <a:pt x="698373" y="253491"/>
                  </a:lnTo>
                  <a:lnTo>
                    <a:pt x="693802" y="294629"/>
                  </a:lnTo>
                  <a:lnTo>
                    <a:pt x="680570" y="333646"/>
                  </a:lnTo>
                  <a:lnTo>
                    <a:pt x="659395" y="370021"/>
                  </a:lnTo>
                  <a:lnTo>
                    <a:pt x="630995" y="403236"/>
                  </a:lnTo>
                  <a:lnTo>
                    <a:pt x="596090" y="432768"/>
                  </a:lnTo>
                  <a:lnTo>
                    <a:pt x="555397" y="458098"/>
                  </a:lnTo>
                  <a:lnTo>
                    <a:pt x="509635" y="478705"/>
                  </a:lnTo>
                  <a:lnTo>
                    <a:pt x="459523" y="494068"/>
                  </a:lnTo>
                  <a:lnTo>
                    <a:pt x="405779" y="503668"/>
                  </a:lnTo>
                  <a:lnTo>
                    <a:pt x="349123" y="506983"/>
                  </a:lnTo>
                  <a:lnTo>
                    <a:pt x="292500" y="503668"/>
                  </a:lnTo>
                  <a:lnTo>
                    <a:pt x="238784" y="494068"/>
                  </a:lnTo>
                  <a:lnTo>
                    <a:pt x="188693" y="478705"/>
                  </a:lnTo>
                  <a:lnTo>
                    <a:pt x="142948" y="458098"/>
                  </a:lnTo>
                  <a:lnTo>
                    <a:pt x="102266" y="432768"/>
                  </a:lnTo>
                  <a:lnTo>
                    <a:pt x="67368" y="403236"/>
                  </a:lnTo>
                  <a:lnTo>
                    <a:pt x="38974" y="370021"/>
                  </a:lnTo>
                  <a:lnTo>
                    <a:pt x="17801" y="333646"/>
                  </a:lnTo>
                  <a:lnTo>
                    <a:pt x="4570" y="294629"/>
                  </a:lnTo>
                  <a:lnTo>
                    <a:pt x="0" y="253491"/>
                  </a:lnTo>
                  <a:close/>
                </a:path>
              </a:pathLst>
            </a:custGeom>
            <a:ln w="25400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778502" y="3098419"/>
            <a:ext cx="144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940176" y="3066669"/>
            <a:ext cx="723900" cy="532765"/>
            <a:chOff x="2940176" y="3066669"/>
            <a:chExt cx="723900" cy="532765"/>
          </a:xfrm>
        </p:grpSpPr>
        <p:sp>
          <p:nvSpPr>
            <p:cNvPr id="24" name="object 24"/>
            <p:cNvSpPr/>
            <p:nvPr/>
          </p:nvSpPr>
          <p:spPr>
            <a:xfrm>
              <a:off x="2952876" y="3079369"/>
              <a:ext cx="698500" cy="507365"/>
            </a:xfrm>
            <a:custGeom>
              <a:avLst/>
              <a:gdLst/>
              <a:ahLst/>
              <a:cxnLst/>
              <a:rect l="l" t="t" r="r" b="b"/>
              <a:pathLst>
                <a:path w="698500" h="507364">
                  <a:moveTo>
                    <a:pt x="349250" y="0"/>
                  </a:moveTo>
                  <a:lnTo>
                    <a:pt x="292624" y="3319"/>
                  </a:lnTo>
                  <a:lnTo>
                    <a:pt x="238898" y="12927"/>
                  </a:lnTo>
                  <a:lnTo>
                    <a:pt x="188793" y="28302"/>
                  </a:lnTo>
                  <a:lnTo>
                    <a:pt x="143030" y="48922"/>
                  </a:lnTo>
                  <a:lnTo>
                    <a:pt x="102330" y="74263"/>
                  </a:lnTo>
                  <a:lnTo>
                    <a:pt x="67413" y="103802"/>
                  </a:lnTo>
                  <a:lnTo>
                    <a:pt x="39001" y="137018"/>
                  </a:lnTo>
                  <a:lnTo>
                    <a:pt x="17814" y="173386"/>
                  </a:lnTo>
                  <a:lnTo>
                    <a:pt x="4573" y="212385"/>
                  </a:lnTo>
                  <a:lnTo>
                    <a:pt x="0" y="253491"/>
                  </a:lnTo>
                  <a:lnTo>
                    <a:pt x="4573" y="294629"/>
                  </a:lnTo>
                  <a:lnTo>
                    <a:pt x="17814" y="333646"/>
                  </a:lnTo>
                  <a:lnTo>
                    <a:pt x="39001" y="370021"/>
                  </a:lnTo>
                  <a:lnTo>
                    <a:pt x="67413" y="403236"/>
                  </a:lnTo>
                  <a:lnTo>
                    <a:pt x="102330" y="432768"/>
                  </a:lnTo>
                  <a:lnTo>
                    <a:pt x="143030" y="458098"/>
                  </a:lnTo>
                  <a:lnTo>
                    <a:pt x="188793" y="478705"/>
                  </a:lnTo>
                  <a:lnTo>
                    <a:pt x="238898" y="494068"/>
                  </a:lnTo>
                  <a:lnTo>
                    <a:pt x="292624" y="503668"/>
                  </a:lnTo>
                  <a:lnTo>
                    <a:pt x="349250" y="506983"/>
                  </a:lnTo>
                  <a:lnTo>
                    <a:pt x="405906" y="503668"/>
                  </a:lnTo>
                  <a:lnTo>
                    <a:pt x="459650" y="494068"/>
                  </a:lnTo>
                  <a:lnTo>
                    <a:pt x="509762" y="478705"/>
                  </a:lnTo>
                  <a:lnTo>
                    <a:pt x="555524" y="458098"/>
                  </a:lnTo>
                  <a:lnTo>
                    <a:pt x="596217" y="432768"/>
                  </a:lnTo>
                  <a:lnTo>
                    <a:pt x="631122" y="403236"/>
                  </a:lnTo>
                  <a:lnTo>
                    <a:pt x="659522" y="370021"/>
                  </a:lnTo>
                  <a:lnTo>
                    <a:pt x="680697" y="333646"/>
                  </a:lnTo>
                  <a:lnTo>
                    <a:pt x="693929" y="294629"/>
                  </a:lnTo>
                  <a:lnTo>
                    <a:pt x="698500" y="253491"/>
                  </a:lnTo>
                  <a:lnTo>
                    <a:pt x="693929" y="212385"/>
                  </a:lnTo>
                  <a:lnTo>
                    <a:pt x="680697" y="173386"/>
                  </a:lnTo>
                  <a:lnTo>
                    <a:pt x="659522" y="137018"/>
                  </a:lnTo>
                  <a:lnTo>
                    <a:pt x="631122" y="103802"/>
                  </a:lnTo>
                  <a:lnTo>
                    <a:pt x="596217" y="74263"/>
                  </a:lnTo>
                  <a:lnTo>
                    <a:pt x="555524" y="48922"/>
                  </a:lnTo>
                  <a:lnTo>
                    <a:pt x="509762" y="28302"/>
                  </a:lnTo>
                  <a:lnTo>
                    <a:pt x="459650" y="12927"/>
                  </a:lnTo>
                  <a:lnTo>
                    <a:pt x="405906" y="3319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952876" y="3079369"/>
              <a:ext cx="698500" cy="507365"/>
            </a:xfrm>
            <a:custGeom>
              <a:avLst/>
              <a:gdLst/>
              <a:ahLst/>
              <a:cxnLst/>
              <a:rect l="l" t="t" r="r" b="b"/>
              <a:pathLst>
                <a:path w="698500" h="507364">
                  <a:moveTo>
                    <a:pt x="0" y="253491"/>
                  </a:moveTo>
                  <a:lnTo>
                    <a:pt x="4573" y="212385"/>
                  </a:lnTo>
                  <a:lnTo>
                    <a:pt x="17814" y="173386"/>
                  </a:lnTo>
                  <a:lnTo>
                    <a:pt x="39001" y="137018"/>
                  </a:lnTo>
                  <a:lnTo>
                    <a:pt x="67413" y="103802"/>
                  </a:lnTo>
                  <a:lnTo>
                    <a:pt x="102330" y="74263"/>
                  </a:lnTo>
                  <a:lnTo>
                    <a:pt x="143030" y="48922"/>
                  </a:lnTo>
                  <a:lnTo>
                    <a:pt x="188793" y="28302"/>
                  </a:lnTo>
                  <a:lnTo>
                    <a:pt x="238898" y="12927"/>
                  </a:lnTo>
                  <a:lnTo>
                    <a:pt x="292624" y="3319"/>
                  </a:lnTo>
                  <a:lnTo>
                    <a:pt x="349250" y="0"/>
                  </a:lnTo>
                  <a:lnTo>
                    <a:pt x="405906" y="3319"/>
                  </a:lnTo>
                  <a:lnTo>
                    <a:pt x="459650" y="12927"/>
                  </a:lnTo>
                  <a:lnTo>
                    <a:pt x="509762" y="28302"/>
                  </a:lnTo>
                  <a:lnTo>
                    <a:pt x="555524" y="48922"/>
                  </a:lnTo>
                  <a:lnTo>
                    <a:pt x="596217" y="74263"/>
                  </a:lnTo>
                  <a:lnTo>
                    <a:pt x="631122" y="103802"/>
                  </a:lnTo>
                  <a:lnTo>
                    <a:pt x="659522" y="137018"/>
                  </a:lnTo>
                  <a:lnTo>
                    <a:pt x="680697" y="173386"/>
                  </a:lnTo>
                  <a:lnTo>
                    <a:pt x="693929" y="212385"/>
                  </a:lnTo>
                  <a:lnTo>
                    <a:pt x="698500" y="253491"/>
                  </a:lnTo>
                  <a:lnTo>
                    <a:pt x="693929" y="294629"/>
                  </a:lnTo>
                  <a:lnTo>
                    <a:pt x="680697" y="333646"/>
                  </a:lnTo>
                  <a:lnTo>
                    <a:pt x="659522" y="370021"/>
                  </a:lnTo>
                  <a:lnTo>
                    <a:pt x="631122" y="403236"/>
                  </a:lnTo>
                  <a:lnTo>
                    <a:pt x="596217" y="432768"/>
                  </a:lnTo>
                  <a:lnTo>
                    <a:pt x="555524" y="458098"/>
                  </a:lnTo>
                  <a:lnTo>
                    <a:pt x="509762" y="478705"/>
                  </a:lnTo>
                  <a:lnTo>
                    <a:pt x="459650" y="494068"/>
                  </a:lnTo>
                  <a:lnTo>
                    <a:pt x="405906" y="503668"/>
                  </a:lnTo>
                  <a:lnTo>
                    <a:pt x="349250" y="506983"/>
                  </a:lnTo>
                  <a:lnTo>
                    <a:pt x="292624" y="503668"/>
                  </a:lnTo>
                  <a:lnTo>
                    <a:pt x="238898" y="494068"/>
                  </a:lnTo>
                  <a:lnTo>
                    <a:pt x="188793" y="478705"/>
                  </a:lnTo>
                  <a:lnTo>
                    <a:pt x="143030" y="458098"/>
                  </a:lnTo>
                  <a:lnTo>
                    <a:pt x="102330" y="432768"/>
                  </a:lnTo>
                  <a:lnTo>
                    <a:pt x="67413" y="403236"/>
                  </a:lnTo>
                  <a:lnTo>
                    <a:pt x="39001" y="370021"/>
                  </a:lnTo>
                  <a:lnTo>
                    <a:pt x="17814" y="333646"/>
                  </a:lnTo>
                  <a:lnTo>
                    <a:pt x="4573" y="294629"/>
                  </a:lnTo>
                  <a:lnTo>
                    <a:pt x="0" y="253491"/>
                  </a:lnTo>
                  <a:close/>
                </a:path>
              </a:pathLst>
            </a:custGeom>
            <a:ln w="25400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229482" y="3174619"/>
            <a:ext cx="144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302127" y="2559176"/>
            <a:ext cx="1301750" cy="520700"/>
          </a:xfrm>
          <a:custGeom>
            <a:avLst/>
            <a:gdLst/>
            <a:ahLst/>
            <a:cxnLst/>
            <a:rect l="l" t="t" r="r" b="b"/>
            <a:pathLst>
              <a:path w="1301750" h="520700">
                <a:moveTo>
                  <a:pt x="476885" y="0"/>
                </a:moveTo>
                <a:lnTo>
                  <a:pt x="0" y="520192"/>
                </a:lnTo>
              </a:path>
              <a:path w="1301750" h="520700">
                <a:moveTo>
                  <a:pt x="970788" y="0"/>
                </a:moveTo>
                <a:lnTo>
                  <a:pt x="1301623" y="518287"/>
                </a:lnTo>
              </a:path>
            </a:pathLst>
          </a:custGeom>
          <a:ln w="9525">
            <a:solidFill>
              <a:srgbClr val="3891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2422398" y="2841497"/>
            <a:ext cx="579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BF</a:t>
            </a:r>
            <a:r>
              <a:rPr sz="1800" i="1" spc="5" dirty="0">
                <a:latin typeface="Arial"/>
                <a:cs typeface="Arial"/>
              </a:rPr>
              <a:t>=</a:t>
            </a:r>
            <a:r>
              <a:rPr sz="1800" i="1" spc="-5" dirty="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80489" y="1083309"/>
            <a:ext cx="3376295" cy="1438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1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105" dirty="0">
                <a:solidFill>
                  <a:srgbClr val="FF0000"/>
                </a:solidFill>
                <a:latin typeface="Trebuchet MS"/>
                <a:cs typeface="Trebuchet MS"/>
              </a:rPr>
              <a:t>Insert</a:t>
            </a:r>
            <a:r>
              <a:rPr sz="3200" spc="-13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80" dirty="0">
                <a:solidFill>
                  <a:srgbClr val="FF0000"/>
                </a:solidFill>
                <a:latin typeface="Trebuchet MS"/>
                <a:cs typeface="Trebuchet MS"/>
              </a:rPr>
              <a:t>4</a:t>
            </a:r>
            <a:endParaRPr sz="3200">
              <a:latin typeface="Trebuchet MS"/>
              <a:cs typeface="Trebuchet MS"/>
            </a:endParaRPr>
          </a:p>
          <a:p>
            <a:pPr marR="5080" algn="r">
              <a:lnSpc>
                <a:spcPct val="100000"/>
              </a:lnSpc>
              <a:spcBef>
                <a:spcPts val="2240"/>
              </a:spcBef>
            </a:pPr>
            <a:r>
              <a:rPr sz="1800" i="1" dirty="0">
                <a:latin typeface="Arial"/>
                <a:cs typeface="Arial"/>
              </a:rPr>
              <a:t>BF=-1</a:t>
            </a:r>
            <a:endParaRPr sz="1800">
              <a:latin typeface="Arial"/>
              <a:cs typeface="Arial"/>
            </a:endParaRPr>
          </a:p>
          <a:p>
            <a:pPr marR="662940" algn="r">
              <a:lnSpc>
                <a:spcPct val="100000"/>
              </a:lnSpc>
              <a:spcBef>
                <a:spcPts val="715"/>
              </a:spcBef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951221" y="2744215"/>
            <a:ext cx="655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BF</a:t>
            </a:r>
            <a:r>
              <a:rPr sz="1800" i="1" spc="5" dirty="0">
                <a:latin typeface="Arial"/>
                <a:cs typeface="Arial"/>
              </a:rPr>
              <a:t>=</a:t>
            </a:r>
            <a:r>
              <a:rPr sz="1800" i="1" dirty="0">
                <a:latin typeface="Arial"/>
                <a:cs typeface="Arial"/>
              </a:rPr>
              <a:t>-</a:t>
            </a:r>
            <a:r>
              <a:rPr sz="1800" i="1" spc="-5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092890" y="3431222"/>
            <a:ext cx="1168400" cy="1001394"/>
            <a:chOff x="5092890" y="3431222"/>
            <a:chExt cx="1168400" cy="1001394"/>
          </a:xfrm>
        </p:grpSpPr>
        <p:sp>
          <p:nvSpPr>
            <p:cNvPr id="32" name="object 32"/>
            <p:cNvSpPr/>
            <p:nvPr/>
          </p:nvSpPr>
          <p:spPr>
            <a:xfrm>
              <a:off x="5419217" y="3962399"/>
              <a:ext cx="829310" cy="457200"/>
            </a:xfrm>
            <a:custGeom>
              <a:avLst/>
              <a:gdLst/>
              <a:ahLst/>
              <a:cxnLst/>
              <a:rect l="l" t="t" r="r" b="b"/>
              <a:pathLst>
                <a:path w="829310" h="457200">
                  <a:moveTo>
                    <a:pt x="414528" y="0"/>
                  </a:moveTo>
                  <a:lnTo>
                    <a:pt x="353262" y="2478"/>
                  </a:lnTo>
                  <a:lnTo>
                    <a:pt x="294790" y="9679"/>
                  </a:lnTo>
                  <a:lnTo>
                    <a:pt x="239754" y="21248"/>
                  </a:lnTo>
                  <a:lnTo>
                    <a:pt x="188793" y="36832"/>
                  </a:lnTo>
                  <a:lnTo>
                    <a:pt x="142549" y="56076"/>
                  </a:lnTo>
                  <a:lnTo>
                    <a:pt x="101662" y="78627"/>
                  </a:lnTo>
                  <a:lnTo>
                    <a:pt x="66772" y="104131"/>
                  </a:lnTo>
                  <a:lnTo>
                    <a:pt x="38520" y="132234"/>
                  </a:lnTo>
                  <a:lnTo>
                    <a:pt x="4493" y="194822"/>
                  </a:lnTo>
                  <a:lnTo>
                    <a:pt x="0" y="228600"/>
                  </a:lnTo>
                  <a:lnTo>
                    <a:pt x="4493" y="262377"/>
                  </a:lnTo>
                  <a:lnTo>
                    <a:pt x="38520" y="324965"/>
                  </a:lnTo>
                  <a:lnTo>
                    <a:pt x="66772" y="353068"/>
                  </a:lnTo>
                  <a:lnTo>
                    <a:pt x="101662" y="378572"/>
                  </a:lnTo>
                  <a:lnTo>
                    <a:pt x="142549" y="401123"/>
                  </a:lnTo>
                  <a:lnTo>
                    <a:pt x="188793" y="420367"/>
                  </a:lnTo>
                  <a:lnTo>
                    <a:pt x="239754" y="435951"/>
                  </a:lnTo>
                  <a:lnTo>
                    <a:pt x="294790" y="447520"/>
                  </a:lnTo>
                  <a:lnTo>
                    <a:pt x="353262" y="454721"/>
                  </a:lnTo>
                  <a:lnTo>
                    <a:pt x="414528" y="457200"/>
                  </a:lnTo>
                  <a:lnTo>
                    <a:pt x="475796" y="454721"/>
                  </a:lnTo>
                  <a:lnTo>
                    <a:pt x="534276" y="447520"/>
                  </a:lnTo>
                  <a:lnTo>
                    <a:pt x="589324" y="435951"/>
                  </a:lnTo>
                  <a:lnTo>
                    <a:pt x="640300" y="420367"/>
                  </a:lnTo>
                  <a:lnTo>
                    <a:pt x="686561" y="401123"/>
                  </a:lnTo>
                  <a:lnTo>
                    <a:pt x="727466" y="378572"/>
                  </a:lnTo>
                  <a:lnTo>
                    <a:pt x="762372" y="353068"/>
                  </a:lnTo>
                  <a:lnTo>
                    <a:pt x="790639" y="324965"/>
                  </a:lnTo>
                  <a:lnTo>
                    <a:pt x="824686" y="262377"/>
                  </a:lnTo>
                  <a:lnTo>
                    <a:pt x="829183" y="228600"/>
                  </a:lnTo>
                  <a:lnTo>
                    <a:pt x="824686" y="194822"/>
                  </a:lnTo>
                  <a:lnTo>
                    <a:pt x="790639" y="132234"/>
                  </a:lnTo>
                  <a:lnTo>
                    <a:pt x="762372" y="104131"/>
                  </a:lnTo>
                  <a:lnTo>
                    <a:pt x="727466" y="78627"/>
                  </a:lnTo>
                  <a:lnTo>
                    <a:pt x="686561" y="56076"/>
                  </a:lnTo>
                  <a:lnTo>
                    <a:pt x="640300" y="36832"/>
                  </a:lnTo>
                  <a:lnTo>
                    <a:pt x="589324" y="21248"/>
                  </a:lnTo>
                  <a:lnTo>
                    <a:pt x="534276" y="9679"/>
                  </a:lnTo>
                  <a:lnTo>
                    <a:pt x="475796" y="2478"/>
                  </a:lnTo>
                  <a:lnTo>
                    <a:pt x="414528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419217" y="3962399"/>
              <a:ext cx="829310" cy="457200"/>
            </a:xfrm>
            <a:custGeom>
              <a:avLst/>
              <a:gdLst/>
              <a:ahLst/>
              <a:cxnLst/>
              <a:rect l="l" t="t" r="r" b="b"/>
              <a:pathLst>
                <a:path w="829310" h="457200">
                  <a:moveTo>
                    <a:pt x="0" y="228600"/>
                  </a:moveTo>
                  <a:lnTo>
                    <a:pt x="17547" y="162582"/>
                  </a:lnTo>
                  <a:lnTo>
                    <a:pt x="66772" y="104131"/>
                  </a:lnTo>
                  <a:lnTo>
                    <a:pt x="101662" y="78627"/>
                  </a:lnTo>
                  <a:lnTo>
                    <a:pt x="142549" y="56076"/>
                  </a:lnTo>
                  <a:lnTo>
                    <a:pt x="188793" y="36832"/>
                  </a:lnTo>
                  <a:lnTo>
                    <a:pt x="239754" y="21248"/>
                  </a:lnTo>
                  <a:lnTo>
                    <a:pt x="294790" y="9679"/>
                  </a:lnTo>
                  <a:lnTo>
                    <a:pt x="353262" y="2478"/>
                  </a:lnTo>
                  <a:lnTo>
                    <a:pt x="414528" y="0"/>
                  </a:lnTo>
                  <a:lnTo>
                    <a:pt x="475796" y="2478"/>
                  </a:lnTo>
                  <a:lnTo>
                    <a:pt x="534276" y="9679"/>
                  </a:lnTo>
                  <a:lnTo>
                    <a:pt x="589324" y="21248"/>
                  </a:lnTo>
                  <a:lnTo>
                    <a:pt x="640300" y="36832"/>
                  </a:lnTo>
                  <a:lnTo>
                    <a:pt x="686561" y="56076"/>
                  </a:lnTo>
                  <a:lnTo>
                    <a:pt x="727466" y="78627"/>
                  </a:lnTo>
                  <a:lnTo>
                    <a:pt x="762372" y="104131"/>
                  </a:lnTo>
                  <a:lnTo>
                    <a:pt x="790639" y="132234"/>
                  </a:lnTo>
                  <a:lnTo>
                    <a:pt x="824686" y="194822"/>
                  </a:lnTo>
                  <a:lnTo>
                    <a:pt x="829183" y="228600"/>
                  </a:lnTo>
                  <a:lnTo>
                    <a:pt x="824686" y="262377"/>
                  </a:lnTo>
                  <a:lnTo>
                    <a:pt x="790639" y="324965"/>
                  </a:lnTo>
                  <a:lnTo>
                    <a:pt x="762372" y="353068"/>
                  </a:lnTo>
                  <a:lnTo>
                    <a:pt x="727466" y="378572"/>
                  </a:lnTo>
                  <a:lnTo>
                    <a:pt x="686561" y="401123"/>
                  </a:lnTo>
                  <a:lnTo>
                    <a:pt x="640300" y="420367"/>
                  </a:lnTo>
                  <a:lnTo>
                    <a:pt x="589324" y="435951"/>
                  </a:lnTo>
                  <a:lnTo>
                    <a:pt x="534276" y="447520"/>
                  </a:lnTo>
                  <a:lnTo>
                    <a:pt x="475796" y="454721"/>
                  </a:lnTo>
                  <a:lnTo>
                    <a:pt x="414528" y="457200"/>
                  </a:lnTo>
                  <a:lnTo>
                    <a:pt x="353262" y="454721"/>
                  </a:lnTo>
                  <a:lnTo>
                    <a:pt x="294790" y="447520"/>
                  </a:lnTo>
                  <a:lnTo>
                    <a:pt x="239754" y="435951"/>
                  </a:lnTo>
                  <a:lnTo>
                    <a:pt x="188793" y="420367"/>
                  </a:lnTo>
                  <a:lnTo>
                    <a:pt x="142549" y="401123"/>
                  </a:lnTo>
                  <a:lnTo>
                    <a:pt x="101662" y="378572"/>
                  </a:lnTo>
                  <a:lnTo>
                    <a:pt x="66772" y="353068"/>
                  </a:lnTo>
                  <a:lnTo>
                    <a:pt x="38520" y="324965"/>
                  </a:lnTo>
                  <a:lnTo>
                    <a:pt x="4493" y="262377"/>
                  </a:lnTo>
                  <a:lnTo>
                    <a:pt x="0" y="228600"/>
                  </a:lnTo>
                  <a:close/>
                </a:path>
              </a:pathLst>
            </a:custGeom>
            <a:ln w="25400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097653" y="3435984"/>
              <a:ext cx="443230" cy="593725"/>
            </a:xfrm>
            <a:custGeom>
              <a:avLst/>
              <a:gdLst/>
              <a:ahLst/>
              <a:cxnLst/>
              <a:rect l="l" t="t" r="r" b="b"/>
              <a:pathLst>
                <a:path w="443229" h="593725">
                  <a:moveTo>
                    <a:pt x="0" y="0"/>
                  </a:moveTo>
                  <a:lnTo>
                    <a:pt x="442975" y="593344"/>
                  </a:lnTo>
                </a:path>
              </a:pathLst>
            </a:custGeom>
            <a:ln w="9525">
              <a:solidFill>
                <a:srgbClr val="3891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5761990" y="3760470"/>
            <a:ext cx="905510" cy="572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8455">
              <a:lnSpc>
                <a:spcPts val="215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BF</a:t>
            </a:r>
            <a:r>
              <a:rPr sz="1800" i="1" spc="5" dirty="0">
                <a:latin typeface="Arial"/>
                <a:cs typeface="Arial"/>
              </a:rPr>
              <a:t>=</a:t>
            </a:r>
            <a:r>
              <a:rPr sz="1800" i="1" spc="-5" dirty="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150"/>
              </a:lnSpc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4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79932" y="38100"/>
            <a:ext cx="7578852" cy="1106424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7034">
              <a:lnSpc>
                <a:spcPct val="100000"/>
              </a:lnSpc>
              <a:spcBef>
                <a:spcPts val="100"/>
              </a:spcBef>
              <a:tabLst>
                <a:tab pos="3851910" algn="l"/>
              </a:tabLst>
            </a:pPr>
            <a:r>
              <a:rPr spc="-90" dirty="0"/>
              <a:t>Constructio</a:t>
            </a:r>
            <a:r>
              <a:rPr spc="-100" dirty="0"/>
              <a:t>n</a:t>
            </a:r>
            <a:r>
              <a:rPr spc="-95" dirty="0"/>
              <a:t> </a:t>
            </a:r>
            <a:r>
              <a:rPr spc="-204" dirty="0"/>
              <a:t>of</a:t>
            </a:r>
            <a:r>
              <a:rPr dirty="0"/>
              <a:t>	</a:t>
            </a:r>
            <a:r>
              <a:rPr spc="-10" dirty="0"/>
              <a:t>A</a:t>
            </a:r>
            <a:r>
              <a:rPr dirty="0"/>
              <a:t>VL</a:t>
            </a:r>
            <a:r>
              <a:rPr spc="-585" dirty="0"/>
              <a:t> </a:t>
            </a:r>
            <a:r>
              <a:rPr spc="-409" dirty="0"/>
              <a:t>T</a:t>
            </a:r>
            <a:r>
              <a:rPr spc="-50" dirty="0"/>
              <a:t>r</a:t>
            </a:r>
            <a:r>
              <a:rPr spc="-260" dirty="0"/>
              <a:t>ee</a:t>
            </a:r>
            <a:r>
              <a:rPr spc="-95" dirty="0"/>
              <a:t> </a:t>
            </a:r>
            <a:r>
              <a:rPr spc="-114" dirty="0"/>
              <a:t>(</a:t>
            </a:r>
            <a:r>
              <a:rPr spc="-160" dirty="0"/>
              <a:t>1</a:t>
            </a:r>
            <a:r>
              <a:rPr spc="-95" dirty="0"/>
              <a:t> to</a:t>
            </a:r>
            <a:r>
              <a:rPr spc="-110" dirty="0"/>
              <a:t> </a:t>
            </a:r>
            <a:r>
              <a:rPr spc="-90" dirty="0"/>
              <a:t>8</a:t>
            </a:r>
            <a:r>
              <a:rPr spc="-175" dirty="0"/>
              <a:t>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380489" y="1083309"/>
            <a:ext cx="15855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1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105" dirty="0">
                <a:solidFill>
                  <a:srgbClr val="FF0000"/>
                </a:solidFill>
                <a:latin typeface="Trebuchet MS"/>
                <a:cs typeface="Trebuchet MS"/>
              </a:rPr>
              <a:t>In</a:t>
            </a:r>
            <a:r>
              <a:rPr sz="3200" spc="-95" dirty="0">
                <a:solidFill>
                  <a:srgbClr val="FF0000"/>
                </a:solidFill>
                <a:latin typeface="Trebuchet MS"/>
                <a:cs typeface="Trebuchet MS"/>
              </a:rPr>
              <a:t>s</a:t>
            </a:r>
            <a:r>
              <a:rPr sz="3200" spc="-110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sz="3200" spc="-20" dirty="0">
                <a:solidFill>
                  <a:srgbClr val="FF0000"/>
                </a:solidFill>
                <a:latin typeface="Trebuchet MS"/>
                <a:cs typeface="Trebuchet MS"/>
              </a:rPr>
              <a:t>r</a:t>
            </a:r>
            <a:r>
              <a:rPr sz="3200" spc="-204" dirty="0">
                <a:solidFill>
                  <a:srgbClr val="FF0000"/>
                </a:solidFill>
                <a:latin typeface="Trebuchet MS"/>
                <a:cs typeface="Trebuchet MS"/>
              </a:rPr>
              <a:t>t</a:t>
            </a:r>
            <a:r>
              <a:rPr sz="3200" spc="-9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80" dirty="0">
                <a:solidFill>
                  <a:srgbClr val="FF0000"/>
                </a:solidFill>
                <a:latin typeface="Trebuchet MS"/>
                <a:cs typeface="Trebuchet MS"/>
              </a:rPr>
              <a:t>5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62202" y="6109512"/>
            <a:ext cx="22091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spc="-5" dirty="0">
                <a:solidFill>
                  <a:srgbClr val="00AF50"/>
                </a:solidFill>
                <a:latin typeface="Arial"/>
                <a:cs typeface="Arial"/>
              </a:rPr>
              <a:t>TREE</a:t>
            </a:r>
            <a:r>
              <a:rPr sz="1800" b="1" i="1" spc="-2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00AF50"/>
                </a:solidFill>
                <a:latin typeface="Arial"/>
                <a:cs typeface="Arial"/>
              </a:rPr>
              <a:t>is</a:t>
            </a:r>
            <a:r>
              <a:rPr sz="1800" b="1" i="1" spc="-3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800" b="1" i="1" spc="-5" dirty="0">
                <a:solidFill>
                  <a:srgbClr val="00AF50"/>
                </a:solidFill>
                <a:latin typeface="Arial"/>
                <a:cs typeface="Arial"/>
              </a:rPr>
              <a:t>imbalanced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623060" y="2113660"/>
            <a:ext cx="603250" cy="532765"/>
            <a:chOff x="1623060" y="2113660"/>
            <a:chExt cx="603250" cy="532765"/>
          </a:xfrm>
        </p:grpSpPr>
        <p:sp>
          <p:nvSpPr>
            <p:cNvPr id="19" name="object 19"/>
            <p:cNvSpPr/>
            <p:nvPr/>
          </p:nvSpPr>
          <p:spPr>
            <a:xfrm>
              <a:off x="1635760" y="2126360"/>
              <a:ext cx="577850" cy="507365"/>
            </a:xfrm>
            <a:custGeom>
              <a:avLst/>
              <a:gdLst/>
              <a:ahLst/>
              <a:cxnLst/>
              <a:rect l="l" t="t" r="r" b="b"/>
              <a:pathLst>
                <a:path w="577850" h="507364">
                  <a:moveTo>
                    <a:pt x="288670" y="0"/>
                  </a:moveTo>
                  <a:lnTo>
                    <a:pt x="236793" y="4085"/>
                  </a:lnTo>
                  <a:lnTo>
                    <a:pt x="187961" y="15864"/>
                  </a:lnTo>
                  <a:lnTo>
                    <a:pt x="142992" y="34619"/>
                  </a:lnTo>
                  <a:lnTo>
                    <a:pt x="102701" y="59633"/>
                  </a:lnTo>
                  <a:lnTo>
                    <a:pt x="67906" y="90189"/>
                  </a:lnTo>
                  <a:lnTo>
                    <a:pt x="39421" y="125570"/>
                  </a:lnTo>
                  <a:lnTo>
                    <a:pt x="18065" y="165058"/>
                  </a:lnTo>
                  <a:lnTo>
                    <a:pt x="4652" y="207938"/>
                  </a:lnTo>
                  <a:lnTo>
                    <a:pt x="0" y="253491"/>
                  </a:lnTo>
                  <a:lnTo>
                    <a:pt x="4652" y="299078"/>
                  </a:lnTo>
                  <a:lnTo>
                    <a:pt x="18065" y="341976"/>
                  </a:lnTo>
                  <a:lnTo>
                    <a:pt x="39421" y="381470"/>
                  </a:lnTo>
                  <a:lnTo>
                    <a:pt x="67906" y="416847"/>
                  </a:lnTo>
                  <a:lnTo>
                    <a:pt x="102701" y="447392"/>
                  </a:lnTo>
                  <a:lnTo>
                    <a:pt x="142992" y="472392"/>
                  </a:lnTo>
                  <a:lnTo>
                    <a:pt x="187961" y="491134"/>
                  </a:lnTo>
                  <a:lnTo>
                    <a:pt x="236793" y="502902"/>
                  </a:lnTo>
                  <a:lnTo>
                    <a:pt x="288670" y="506984"/>
                  </a:lnTo>
                  <a:lnTo>
                    <a:pt x="340586" y="502902"/>
                  </a:lnTo>
                  <a:lnTo>
                    <a:pt x="389447" y="491134"/>
                  </a:lnTo>
                  <a:lnTo>
                    <a:pt x="434438" y="472392"/>
                  </a:lnTo>
                  <a:lnTo>
                    <a:pt x="474745" y="447392"/>
                  </a:lnTo>
                  <a:lnTo>
                    <a:pt x="509551" y="416847"/>
                  </a:lnTo>
                  <a:lnTo>
                    <a:pt x="538042" y="381470"/>
                  </a:lnTo>
                  <a:lnTo>
                    <a:pt x="559402" y="341976"/>
                  </a:lnTo>
                  <a:lnTo>
                    <a:pt x="572816" y="299078"/>
                  </a:lnTo>
                  <a:lnTo>
                    <a:pt x="577469" y="253491"/>
                  </a:lnTo>
                  <a:lnTo>
                    <a:pt x="572816" y="207938"/>
                  </a:lnTo>
                  <a:lnTo>
                    <a:pt x="559402" y="165058"/>
                  </a:lnTo>
                  <a:lnTo>
                    <a:pt x="538042" y="125570"/>
                  </a:lnTo>
                  <a:lnTo>
                    <a:pt x="509551" y="90189"/>
                  </a:lnTo>
                  <a:lnTo>
                    <a:pt x="474745" y="59633"/>
                  </a:lnTo>
                  <a:lnTo>
                    <a:pt x="434438" y="34619"/>
                  </a:lnTo>
                  <a:lnTo>
                    <a:pt x="389447" y="15864"/>
                  </a:lnTo>
                  <a:lnTo>
                    <a:pt x="340586" y="4085"/>
                  </a:lnTo>
                  <a:lnTo>
                    <a:pt x="288670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635760" y="2126360"/>
              <a:ext cx="577850" cy="507365"/>
            </a:xfrm>
            <a:custGeom>
              <a:avLst/>
              <a:gdLst/>
              <a:ahLst/>
              <a:cxnLst/>
              <a:rect l="l" t="t" r="r" b="b"/>
              <a:pathLst>
                <a:path w="577850" h="507364">
                  <a:moveTo>
                    <a:pt x="0" y="253491"/>
                  </a:moveTo>
                  <a:lnTo>
                    <a:pt x="4652" y="207938"/>
                  </a:lnTo>
                  <a:lnTo>
                    <a:pt x="18065" y="165058"/>
                  </a:lnTo>
                  <a:lnTo>
                    <a:pt x="39421" y="125570"/>
                  </a:lnTo>
                  <a:lnTo>
                    <a:pt x="67906" y="90189"/>
                  </a:lnTo>
                  <a:lnTo>
                    <a:pt x="102701" y="59633"/>
                  </a:lnTo>
                  <a:lnTo>
                    <a:pt x="142992" y="34619"/>
                  </a:lnTo>
                  <a:lnTo>
                    <a:pt x="187961" y="15864"/>
                  </a:lnTo>
                  <a:lnTo>
                    <a:pt x="236793" y="4085"/>
                  </a:lnTo>
                  <a:lnTo>
                    <a:pt x="288670" y="0"/>
                  </a:lnTo>
                  <a:lnTo>
                    <a:pt x="340586" y="4085"/>
                  </a:lnTo>
                  <a:lnTo>
                    <a:pt x="389447" y="15864"/>
                  </a:lnTo>
                  <a:lnTo>
                    <a:pt x="434438" y="34619"/>
                  </a:lnTo>
                  <a:lnTo>
                    <a:pt x="474745" y="59633"/>
                  </a:lnTo>
                  <a:lnTo>
                    <a:pt x="509551" y="90189"/>
                  </a:lnTo>
                  <a:lnTo>
                    <a:pt x="538042" y="125570"/>
                  </a:lnTo>
                  <a:lnTo>
                    <a:pt x="559402" y="165058"/>
                  </a:lnTo>
                  <a:lnTo>
                    <a:pt x="572816" y="207938"/>
                  </a:lnTo>
                  <a:lnTo>
                    <a:pt x="577469" y="253491"/>
                  </a:lnTo>
                  <a:lnTo>
                    <a:pt x="572816" y="299078"/>
                  </a:lnTo>
                  <a:lnTo>
                    <a:pt x="559402" y="341976"/>
                  </a:lnTo>
                  <a:lnTo>
                    <a:pt x="538042" y="381470"/>
                  </a:lnTo>
                  <a:lnTo>
                    <a:pt x="509551" y="416847"/>
                  </a:lnTo>
                  <a:lnTo>
                    <a:pt x="474745" y="447392"/>
                  </a:lnTo>
                  <a:lnTo>
                    <a:pt x="434438" y="472392"/>
                  </a:lnTo>
                  <a:lnTo>
                    <a:pt x="389447" y="491134"/>
                  </a:lnTo>
                  <a:lnTo>
                    <a:pt x="340586" y="502902"/>
                  </a:lnTo>
                  <a:lnTo>
                    <a:pt x="288670" y="506984"/>
                  </a:lnTo>
                  <a:lnTo>
                    <a:pt x="236793" y="502902"/>
                  </a:lnTo>
                  <a:lnTo>
                    <a:pt x="187961" y="491134"/>
                  </a:lnTo>
                  <a:lnTo>
                    <a:pt x="142992" y="472392"/>
                  </a:lnTo>
                  <a:lnTo>
                    <a:pt x="102701" y="447392"/>
                  </a:lnTo>
                  <a:lnTo>
                    <a:pt x="67906" y="416847"/>
                  </a:lnTo>
                  <a:lnTo>
                    <a:pt x="39421" y="381470"/>
                  </a:lnTo>
                  <a:lnTo>
                    <a:pt x="18065" y="341976"/>
                  </a:lnTo>
                  <a:lnTo>
                    <a:pt x="4652" y="299078"/>
                  </a:lnTo>
                  <a:lnTo>
                    <a:pt x="0" y="253491"/>
                  </a:lnTo>
                  <a:close/>
                </a:path>
              </a:pathLst>
            </a:custGeom>
            <a:ln w="25400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851786" y="2221484"/>
            <a:ext cx="144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024661" y="2554414"/>
            <a:ext cx="1883410" cy="1045210"/>
            <a:chOff x="1024661" y="2554414"/>
            <a:chExt cx="1883410" cy="1045210"/>
          </a:xfrm>
        </p:grpSpPr>
        <p:sp>
          <p:nvSpPr>
            <p:cNvPr id="23" name="object 23"/>
            <p:cNvSpPr/>
            <p:nvPr/>
          </p:nvSpPr>
          <p:spPr>
            <a:xfrm>
              <a:off x="1037361" y="3079368"/>
              <a:ext cx="577850" cy="507365"/>
            </a:xfrm>
            <a:custGeom>
              <a:avLst/>
              <a:gdLst/>
              <a:ahLst/>
              <a:cxnLst/>
              <a:rect l="l" t="t" r="r" b="b"/>
              <a:pathLst>
                <a:path w="577850" h="507364">
                  <a:moveTo>
                    <a:pt x="288645" y="0"/>
                  </a:moveTo>
                  <a:lnTo>
                    <a:pt x="236765" y="4085"/>
                  </a:lnTo>
                  <a:lnTo>
                    <a:pt x="187934" y="15864"/>
                  </a:lnTo>
                  <a:lnTo>
                    <a:pt x="142968" y="34619"/>
                  </a:lnTo>
                  <a:lnTo>
                    <a:pt x="102681" y="59633"/>
                  </a:lnTo>
                  <a:lnTo>
                    <a:pt x="67891" y="90189"/>
                  </a:lnTo>
                  <a:lnTo>
                    <a:pt x="39412" y="125570"/>
                  </a:lnTo>
                  <a:lnTo>
                    <a:pt x="18060" y="165058"/>
                  </a:lnTo>
                  <a:lnTo>
                    <a:pt x="4651" y="207938"/>
                  </a:lnTo>
                  <a:lnTo>
                    <a:pt x="0" y="253491"/>
                  </a:lnTo>
                  <a:lnTo>
                    <a:pt x="4651" y="299078"/>
                  </a:lnTo>
                  <a:lnTo>
                    <a:pt x="18060" y="341976"/>
                  </a:lnTo>
                  <a:lnTo>
                    <a:pt x="39412" y="381470"/>
                  </a:lnTo>
                  <a:lnTo>
                    <a:pt x="67891" y="416847"/>
                  </a:lnTo>
                  <a:lnTo>
                    <a:pt x="102681" y="447392"/>
                  </a:lnTo>
                  <a:lnTo>
                    <a:pt x="142968" y="472392"/>
                  </a:lnTo>
                  <a:lnTo>
                    <a:pt x="187934" y="491134"/>
                  </a:lnTo>
                  <a:lnTo>
                    <a:pt x="236765" y="502902"/>
                  </a:lnTo>
                  <a:lnTo>
                    <a:pt x="288645" y="506983"/>
                  </a:lnTo>
                  <a:lnTo>
                    <a:pt x="340560" y="502902"/>
                  </a:lnTo>
                  <a:lnTo>
                    <a:pt x="389421" y="491134"/>
                  </a:lnTo>
                  <a:lnTo>
                    <a:pt x="434413" y="472392"/>
                  </a:lnTo>
                  <a:lnTo>
                    <a:pt x="474719" y="447392"/>
                  </a:lnTo>
                  <a:lnTo>
                    <a:pt x="509526" y="416847"/>
                  </a:lnTo>
                  <a:lnTo>
                    <a:pt x="538017" y="381470"/>
                  </a:lnTo>
                  <a:lnTo>
                    <a:pt x="559377" y="341976"/>
                  </a:lnTo>
                  <a:lnTo>
                    <a:pt x="572791" y="299078"/>
                  </a:lnTo>
                  <a:lnTo>
                    <a:pt x="577443" y="253491"/>
                  </a:lnTo>
                  <a:lnTo>
                    <a:pt x="572791" y="207938"/>
                  </a:lnTo>
                  <a:lnTo>
                    <a:pt x="559377" y="165058"/>
                  </a:lnTo>
                  <a:lnTo>
                    <a:pt x="538017" y="125570"/>
                  </a:lnTo>
                  <a:lnTo>
                    <a:pt x="509526" y="90189"/>
                  </a:lnTo>
                  <a:lnTo>
                    <a:pt x="474719" y="59633"/>
                  </a:lnTo>
                  <a:lnTo>
                    <a:pt x="434413" y="34619"/>
                  </a:lnTo>
                  <a:lnTo>
                    <a:pt x="389421" y="15864"/>
                  </a:lnTo>
                  <a:lnTo>
                    <a:pt x="340560" y="4085"/>
                  </a:lnTo>
                  <a:lnTo>
                    <a:pt x="288645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37361" y="3079368"/>
              <a:ext cx="577850" cy="507365"/>
            </a:xfrm>
            <a:custGeom>
              <a:avLst/>
              <a:gdLst/>
              <a:ahLst/>
              <a:cxnLst/>
              <a:rect l="l" t="t" r="r" b="b"/>
              <a:pathLst>
                <a:path w="577850" h="507364">
                  <a:moveTo>
                    <a:pt x="0" y="253491"/>
                  </a:moveTo>
                  <a:lnTo>
                    <a:pt x="4651" y="207938"/>
                  </a:lnTo>
                  <a:lnTo>
                    <a:pt x="18060" y="165058"/>
                  </a:lnTo>
                  <a:lnTo>
                    <a:pt x="39412" y="125570"/>
                  </a:lnTo>
                  <a:lnTo>
                    <a:pt x="67891" y="90189"/>
                  </a:lnTo>
                  <a:lnTo>
                    <a:pt x="102681" y="59633"/>
                  </a:lnTo>
                  <a:lnTo>
                    <a:pt x="142968" y="34619"/>
                  </a:lnTo>
                  <a:lnTo>
                    <a:pt x="187934" y="15864"/>
                  </a:lnTo>
                  <a:lnTo>
                    <a:pt x="236765" y="4085"/>
                  </a:lnTo>
                  <a:lnTo>
                    <a:pt x="288645" y="0"/>
                  </a:lnTo>
                  <a:lnTo>
                    <a:pt x="340560" y="4085"/>
                  </a:lnTo>
                  <a:lnTo>
                    <a:pt x="389421" y="15864"/>
                  </a:lnTo>
                  <a:lnTo>
                    <a:pt x="434413" y="34619"/>
                  </a:lnTo>
                  <a:lnTo>
                    <a:pt x="474719" y="59633"/>
                  </a:lnTo>
                  <a:lnTo>
                    <a:pt x="509526" y="90189"/>
                  </a:lnTo>
                  <a:lnTo>
                    <a:pt x="538017" y="125570"/>
                  </a:lnTo>
                  <a:lnTo>
                    <a:pt x="559377" y="165058"/>
                  </a:lnTo>
                  <a:lnTo>
                    <a:pt x="572791" y="207938"/>
                  </a:lnTo>
                  <a:lnTo>
                    <a:pt x="577443" y="253491"/>
                  </a:lnTo>
                  <a:lnTo>
                    <a:pt x="572791" y="299078"/>
                  </a:lnTo>
                  <a:lnTo>
                    <a:pt x="559377" y="341976"/>
                  </a:lnTo>
                  <a:lnTo>
                    <a:pt x="538017" y="381470"/>
                  </a:lnTo>
                  <a:lnTo>
                    <a:pt x="509526" y="416847"/>
                  </a:lnTo>
                  <a:lnTo>
                    <a:pt x="474719" y="447392"/>
                  </a:lnTo>
                  <a:lnTo>
                    <a:pt x="434413" y="472392"/>
                  </a:lnTo>
                  <a:lnTo>
                    <a:pt x="389421" y="491134"/>
                  </a:lnTo>
                  <a:lnTo>
                    <a:pt x="340560" y="502902"/>
                  </a:lnTo>
                  <a:lnTo>
                    <a:pt x="288645" y="506983"/>
                  </a:lnTo>
                  <a:lnTo>
                    <a:pt x="236765" y="502902"/>
                  </a:lnTo>
                  <a:lnTo>
                    <a:pt x="187934" y="491134"/>
                  </a:lnTo>
                  <a:lnTo>
                    <a:pt x="142968" y="472392"/>
                  </a:lnTo>
                  <a:lnTo>
                    <a:pt x="102681" y="447392"/>
                  </a:lnTo>
                  <a:lnTo>
                    <a:pt x="67891" y="416847"/>
                  </a:lnTo>
                  <a:lnTo>
                    <a:pt x="39412" y="381470"/>
                  </a:lnTo>
                  <a:lnTo>
                    <a:pt x="18060" y="341976"/>
                  </a:lnTo>
                  <a:lnTo>
                    <a:pt x="4651" y="299078"/>
                  </a:lnTo>
                  <a:lnTo>
                    <a:pt x="0" y="253491"/>
                  </a:lnTo>
                  <a:close/>
                </a:path>
              </a:pathLst>
            </a:custGeom>
            <a:ln w="25400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326006" y="2559176"/>
              <a:ext cx="394335" cy="520700"/>
            </a:xfrm>
            <a:custGeom>
              <a:avLst/>
              <a:gdLst/>
              <a:ahLst/>
              <a:cxnLst/>
              <a:rect l="l" t="t" r="r" b="b"/>
              <a:pathLst>
                <a:path w="394335" h="520700">
                  <a:moveTo>
                    <a:pt x="394335" y="0"/>
                  </a:moveTo>
                  <a:lnTo>
                    <a:pt x="0" y="520192"/>
                  </a:lnTo>
                </a:path>
              </a:pathLst>
            </a:custGeom>
            <a:ln w="9525">
              <a:solidFill>
                <a:srgbClr val="3891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317495" y="3003168"/>
              <a:ext cx="577850" cy="507365"/>
            </a:xfrm>
            <a:custGeom>
              <a:avLst/>
              <a:gdLst/>
              <a:ahLst/>
              <a:cxnLst/>
              <a:rect l="l" t="t" r="r" b="b"/>
              <a:pathLst>
                <a:path w="577850" h="507364">
                  <a:moveTo>
                    <a:pt x="288798" y="0"/>
                  </a:moveTo>
                  <a:lnTo>
                    <a:pt x="236882" y="4085"/>
                  </a:lnTo>
                  <a:lnTo>
                    <a:pt x="188021" y="15864"/>
                  </a:lnTo>
                  <a:lnTo>
                    <a:pt x="143030" y="34619"/>
                  </a:lnTo>
                  <a:lnTo>
                    <a:pt x="102723" y="59633"/>
                  </a:lnTo>
                  <a:lnTo>
                    <a:pt x="67917" y="90189"/>
                  </a:lnTo>
                  <a:lnTo>
                    <a:pt x="39426" y="125570"/>
                  </a:lnTo>
                  <a:lnTo>
                    <a:pt x="18066" y="165058"/>
                  </a:lnTo>
                  <a:lnTo>
                    <a:pt x="4652" y="207938"/>
                  </a:lnTo>
                  <a:lnTo>
                    <a:pt x="0" y="253491"/>
                  </a:lnTo>
                  <a:lnTo>
                    <a:pt x="4652" y="299078"/>
                  </a:lnTo>
                  <a:lnTo>
                    <a:pt x="18066" y="341976"/>
                  </a:lnTo>
                  <a:lnTo>
                    <a:pt x="39426" y="381470"/>
                  </a:lnTo>
                  <a:lnTo>
                    <a:pt x="67917" y="416847"/>
                  </a:lnTo>
                  <a:lnTo>
                    <a:pt x="102723" y="447392"/>
                  </a:lnTo>
                  <a:lnTo>
                    <a:pt x="143030" y="472392"/>
                  </a:lnTo>
                  <a:lnTo>
                    <a:pt x="188021" y="491134"/>
                  </a:lnTo>
                  <a:lnTo>
                    <a:pt x="236882" y="502902"/>
                  </a:lnTo>
                  <a:lnTo>
                    <a:pt x="288798" y="506983"/>
                  </a:lnTo>
                  <a:lnTo>
                    <a:pt x="340675" y="502902"/>
                  </a:lnTo>
                  <a:lnTo>
                    <a:pt x="389507" y="491134"/>
                  </a:lnTo>
                  <a:lnTo>
                    <a:pt x="434476" y="472392"/>
                  </a:lnTo>
                  <a:lnTo>
                    <a:pt x="474767" y="447392"/>
                  </a:lnTo>
                  <a:lnTo>
                    <a:pt x="509562" y="416847"/>
                  </a:lnTo>
                  <a:lnTo>
                    <a:pt x="538047" y="381470"/>
                  </a:lnTo>
                  <a:lnTo>
                    <a:pt x="559403" y="341976"/>
                  </a:lnTo>
                  <a:lnTo>
                    <a:pt x="572816" y="299078"/>
                  </a:lnTo>
                  <a:lnTo>
                    <a:pt x="577469" y="253491"/>
                  </a:lnTo>
                  <a:lnTo>
                    <a:pt x="572816" y="207938"/>
                  </a:lnTo>
                  <a:lnTo>
                    <a:pt x="559403" y="165058"/>
                  </a:lnTo>
                  <a:lnTo>
                    <a:pt x="538047" y="125570"/>
                  </a:lnTo>
                  <a:lnTo>
                    <a:pt x="509562" y="90189"/>
                  </a:lnTo>
                  <a:lnTo>
                    <a:pt x="474767" y="59633"/>
                  </a:lnTo>
                  <a:lnTo>
                    <a:pt x="434476" y="34619"/>
                  </a:lnTo>
                  <a:lnTo>
                    <a:pt x="389507" y="15864"/>
                  </a:lnTo>
                  <a:lnTo>
                    <a:pt x="340675" y="4085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317495" y="3003168"/>
              <a:ext cx="577850" cy="507365"/>
            </a:xfrm>
            <a:custGeom>
              <a:avLst/>
              <a:gdLst/>
              <a:ahLst/>
              <a:cxnLst/>
              <a:rect l="l" t="t" r="r" b="b"/>
              <a:pathLst>
                <a:path w="577850" h="507364">
                  <a:moveTo>
                    <a:pt x="0" y="253491"/>
                  </a:moveTo>
                  <a:lnTo>
                    <a:pt x="4652" y="207938"/>
                  </a:lnTo>
                  <a:lnTo>
                    <a:pt x="18066" y="165058"/>
                  </a:lnTo>
                  <a:lnTo>
                    <a:pt x="39426" y="125570"/>
                  </a:lnTo>
                  <a:lnTo>
                    <a:pt x="67917" y="90189"/>
                  </a:lnTo>
                  <a:lnTo>
                    <a:pt x="102723" y="59633"/>
                  </a:lnTo>
                  <a:lnTo>
                    <a:pt x="143030" y="34619"/>
                  </a:lnTo>
                  <a:lnTo>
                    <a:pt x="188021" y="15864"/>
                  </a:lnTo>
                  <a:lnTo>
                    <a:pt x="236882" y="4085"/>
                  </a:lnTo>
                  <a:lnTo>
                    <a:pt x="288798" y="0"/>
                  </a:lnTo>
                  <a:lnTo>
                    <a:pt x="340675" y="4085"/>
                  </a:lnTo>
                  <a:lnTo>
                    <a:pt x="389507" y="15864"/>
                  </a:lnTo>
                  <a:lnTo>
                    <a:pt x="434476" y="34619"/>
                  </a:lnTo>
                  <a:lnTo>
                    <a:pt x="474767" y="59633"/>
                  </a:lnTo>
                  <a:lnTo>
                    <a:pt x="509562" y="90189"/>
                  </a:lnTo>
                  <a:lnTo>
                    <a:pt x="538047" y="125570"/>
                  </a:lnTo>
                  <a:lnTo>
                    <a:pt x="559403" y="165058"/>
                  </a:lnTo>
                  <a:lnTo>
                    <a:pt x="572816" y="207938"/>
                  </a:lnTo>
                  <a:lnTo>
                    <a:pt x="577469" y="253491"/>
                  </a:lnTo>
                  <a:lnTo>
                    <a:pt x="572816" y="299078"/>
                  </a:lnTo>
                  <a:lnTo>
                    <a:pt x="559403" y="341976"/>
                  </a:lnTo>
                  <a:lnTo>
                    <a:pt x="538047" y="381470"/>
                  </a:lnTo>
                  <a:lnTo>
                    <a:pt x="509562" y="416847"/>
                  </a:lnTo>
                  <a:lnTo>
                    <a:pt x="474767" y="447392"/>
                  </a:lnTo>
                  <a:lnTo>
                    <a:pt x="434476" y="472392"/>
                  </a:lnTo>
                  <a:lnTo>
                    <a:pt x="389507" y="491134"/>
                  </a:lnTo>
                  <a:lnTo>
                    <a:pt x="340675" y="502902"/>
                  </a:lnTo>
                  <a:lnTo>
                    <a:pt x="288798" y="506983"/>
                  </a:lnTo>
                  <a:lnTo>
                    <a:pt x="236882" y="502902"/>
                  </a:lnTo>
                  <a:lnTo>
                    <a:pt x="188021" y="491134"/>
                  </a:lnTo>
                  <a:lnTo>
                    <a:pt x="143030" y="472392"/>
                  </a:lnTo>
                  <a:lnTo>
                    <a:pt x="102723" y="447392"/>
                  </a:lnTo>
                  <a:lnTo>
                    <a:pt x="67917" y="416847"/>
                  </a:lnTo>
                  <a:lnTo>
                    <a:pt x="39426" y="381470"/>
                  </a:lnTo>
                  <a:lnTo>
                    <a:pt x="18066" y="341976"/>
                  </a:lnTo>
                  <a:lnTo>
                    <a:pt x="4652" y="299078"/>
                  </a:lnTo>
                  <a:lnTo>
                    <a:pt x="0" y="253491"/>
                  </a:lnTo>
                  <a:close/>
                </a:path>
              </a:pathLst>
            </a:custGeom>
            <a:ln w="25400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128647" y="2559176"/>
              <a:ext cx="273685" cy="518795"/>
            </a:xfrm>
            <a:custGeom>
              <a:avLst/>
              <a:gdLst/>
              <a:ahLst/>
              <a:cxnLst/>
              <a:rect l="l" t="t" r="r" b="b"/>
              <a:pathLst>
                <a:path w="273685" h="518794">
                  <a:moveTo>
                    <a:pt x="0" y="0"/>
                  </a:moveTo>
                  <a:lnTo>
                    <a:pt x="273430" y="518287"/>
                  </a:lnTo>
                </a:path>
              </a:pathLst>
            </a:custGeom>
            <a:ln w="9525">
              <a:solidFill>
                <a:srgbClr val="3891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12140" y="2782696"/>
            <a:ext cx="786130" cy="69215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sz="1800" i="1" dirty="0">
                <a:latin typeface="Arial"/>
                <a:cs typeface="Arial"/>
              </a:rPr>
              <a:t>BF=0</a:t>
            </a:r>
            <a:endParaRPr sz="18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465"/>
              </a:spcBef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999614" y="1856054"/>
            <a:ext cx="6559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BF</a:t>
            </a:r>
            <a:r>
              <a:rPr sz="1800" i="1" spc="5" dirty="0">
                <a:latin typeface="Arial"/>
                <a:cs typeface="Arial"/>
              </a:rPr>
              <a:t>=</a:t>
            </a:r>
            <a:r>
              <a:rPr sz="1800" i="1" spc="-5" dirty="0">
                <a:latin typeface="Arial"/>
                <a:cs typeface="Arial"/>
              </a:rPr>
              <a:t>-</a:t>
            </a:r>
            <a:r>
              <a:rPr sz="1800" i="1" dirty="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533650" y="2664332"/>
            <a:ext cx="824865" cy="73406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81610">
              <a:lnSpc>
                <a:spcPct val="100000"/>
              </a:lnSpc>
              <a:spcBef>
                <a:spcPts val="730"/>
              </a:spcBef>
            </a:pPr>
            <a:r>
              <a:rPr sz="1800" i="1" dirty="0">
                <a:latin typeface="Arial"/>
                <a:cs typeface="Arial"/>
              </a:rPr>
              <a:t>BF</a:t>
            </a:r>
            <a:r>
              <a:rPr sz="1800" i="1" spc="5" dirty="0">
                <a:latin typeface="Arial"/>
                <a:cs typeface="Arial"/>
              </a:rPr>
              <a:t>=</a:t>
            </a:r>
            <a:r>
              <a:rPr sz="1800" i="1" dirty="0">
                <a:latin typeface="Arial"/>
                <a:cs typeface="Arial"/>
              </a:rPr>
              <a:t>-</a:t>
            </a:r>
            <a:r>
              <a:rPr sz="1800" i="1" spc="-5" dirty="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3063494" y="3949700"/>
            <a:ext cx="711200" cy="482600"/>
            <a:chOff x="3063494" y="3949700"/>
            <a:chExt cx="711200" cy="482600"/>
          </a:xfrm>
        </p:grpSpPr>
        <p:sp>
          <p:nvSpPr>
            <p:cNvPr id="33" name="object 33"/>
            <p:cNvSpPr/>
            <p:nvPr/>
          </p:nvSpPr>
          <p:spPr>
            <a:xfrm>
              <a:off x="3076194" y="3962400"/>
              <a:ext cx="685800" cy="457200"/>
            </a:xfrm>
            <a:custGeom>
              <a:avLst/>
              <a:gdLst/>
              <a:ahLst/>
              <a:cxnLst/>
              <a:rect l="l" t="t" r="r" b="b"/>
              <a:pathLst>
                <a:path w="685800" h="457200">
                  <a:moveTo>
                    <a:pt x="342772" y="0"/>
                  </a:moveTo>
                  <a:lnTo>
                    <a:pt x="287161" y="2992"/>
                  </a:lnTo>
                  <a:lnTo>
                    <a:pt x="234411" y="11655"/>
                  </a:lnTo>
                  <a:lnTo>
                    <a:pt x="185227" y="25518"/>
                  </a:lnTo>
                  <a:lnTo>
                    <a:pt x="140314" y="44110"/>
                  </a:lnTo>
                  <a:lnTo>
                    <a:pt x="100377" y="66960"/>
                  </a:lnTo>
                  <a:lnTo>
                    <a:pt x="66121" y="93597"/>
                  </a:lnTo>
                  <a:lnTo>
                    <a:pt x="38250" y="123551"/>
                  </a:lnTo>
                  <a:lnTo>
                    <a:pt x="17470" y="156350"/>
                  </a:lnTo>
                  <a:lnTo>
                    <a:pt x="0" y="228600"/>
                  </a:lnTo>
                  <a:lnTo>
                    <a:pt x="4485" y="265676"/>
                  </a:lnTo>
                  <a:lnTo>
                    <a:pt x="38250" y="333648"/>
                  </a:lnTo>
                  <a:lnTo>
                    <a:pt x="66121" y="363602"/>
                  </a:lnTo>
                  <a:lnTo>
                    <a:pt x="100377" y="390239"/>
                  </a:lnTo>
                  <a:lnTo>
                    <a:pt x="140314" y="413089"/>
                  </a:lnTo>
                  <a:lnTo>
                    <a:pt x="185227" y="431681"/>
                  </a:lnTo>
                  <a:lnTo>
                    <a:pt x="234411" y="445544"/>
                  </a:lnTo>
                  <a:lnTo>
                    <a:pt x="287161" y="454207"/>
                  </a:lnTo>
                  <a:lnTo>
                    <a:pt x="342772" y="457200"/>
                  </a:lnTo>
                  <a:lnTo>
                    <a:pt x="398384" y="454207"/>
                  </a:lnTo>
                  <a:lnTo>
                    <a:pt x="451134" y="445544"/>
                  </a:lnTo>
                  <a:lnTo>
                    <a:pt x="500318" y="431681"/>
                  </a:lnTo>
                  <a:lnTo>
                    <a:pt x="545231" y="413089"/>
                  </a:lnTo>
                  <a:lnTo>
                    <a:pt x="585168" y="390239"/>
                  </a:lnTo>
                  <a:lnTo>
                    <a:pt x="619424" y="363602"/>
                  </a:lnTo>
                  <a:lnTo>
                    <a:pt x="647295" y="333648"/>
                  </a:lnTo>
                  <a:lnTo>
                    <a:pt x="668075" y="300849"/>
                  </a:lnTo>
                  <a:lnTo>
                    <a:pt x="685545" y="228600"/>
                  </a:lnTo>
                  <a:lnTo>
                    <a:pt x="681060" y="191523"/>
                  </a:lnTo>
                  <a:lnTo>
                    <a:pt x="647295" y="123551"/>
                  </a:lnTo>
                  <a:lnTo>
                    <a:pt x="619424" y="93597"/>
                  </a:lnTo>
                  <a:lnTo>
                    <a:pt x="585168" y="66960"/>
                  </a:lnTo>
                  <a:lnTo>
                    <a:pt x="545231" y="44110"/>
                  </a:lnTo>
                  <a:lnTo>
                    <a:pt x="500318" y="25518"/>
                  </a:lnTo>
                  <a:lnTo>
                    <a:pt x="451134" y="11655"/>
                  </a:lnTo>
                  <a:lnTo>
                    <a:pt x="398384" y="2992"/>
                  </a:lnTo>
                  <a:lnTo>
                    <a:pt x="342772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076194" y="3962400"/>
              <a:ext cx="685800" cy="457200"/>
            </a:xfrm>
            <a:custGeom>
              <a:avLst/>
              <a:gdLst/>
              <a:ahLst/>
              <a:cxnLst/>
              <a:rect l="l" t="t" r="r" b="b"/>
              <a:pathLst>
                <a:path w="685800" h="457200">
                  <a:moveTo>
                    <a:pt x="0" y="228600"/>
                  </a:moveTo>
                  <a:lnTo>
                    <a:pt x="17470" y="156350"/>
                  </a:lnTo>
                  <a:lnTo>
                    <a:pt x="38250" y="123551"/>
                  </a:lnTo>
                  <a:lnTo>
                    <a:pt x="66121" y="93597"/>
                  </a:lnTo>
                  <a:lnTo>
                    <a:pt x="100377" y="66960"/>
                  </a:lnTo>
                  <a:lnTo>
                    <a:pt x="140314" y="44110"/>
                  </a:lnTo>
                  <a:lnTo>
                    <a:pt x="185227" y="25518"/>
                  </a:lnTo>
                  <a:lnTo>
                    <a:pt x="234411" y="11655"/>
                  </a:lnTo>
                  <a:lnTo>
                    <a:pt x="287161" y="2992"/>
                  </a:lnTo>
                  <a:lnTo>
                    <a:pt x="342772" y="0"/>
                  </a:lnTo>
                  <a:lnTo>
                    <a:pt x="398384" y="2992"/>
                  </a:lnTo>
                  <a:lnTo>
                    <a:pt x="451134" y="11655"/>
                  </a:lnTo>
                  <a:lnTo>
                    <a:pt x="500318" y="25518"/>
                  </a:lnTo>
                  <a:lnTo>
                    <a:pt x="545231" y="44110"/>
                  </a:lnTo>
                  <a:lnTo>
                    <a:pt x="585168" y="66960"/>
                  </a:lnTo>
                  <a:lnTo>
                    <a:pt x="619424" y="93597"/>
                  </a:lnTo>
                  <a:lnTo>
                    <a:pt x="647295" y="123551"/>
                  </a:lnTo>
                  <a:lnTo>
                    <a:pt x="668075" y="156350"/>
                  </a:lnTo>
                  <a:lnTo>
                    <a:pt x="685545" y="228600"/>
                  </a:lnTo>
                  <a:lnTo>
                    <a:pt x="681060" y="265676"/>
                  </a:lnTo>
                  <a:lnTo>
                    <a:pt x="647295" y="333648"/>
                  </a:lnTo>
                  <a:lnTo>
                    <a:pt x="619424" y="363602"/>
                  </a:lnTo>
                  <a:lnTo>
                    <a:pt x="585168" y="390239"/>
                  </a:lnTo>
                  <a:lnTo>
                    <a:pt x="545231" y="413089"/>
                  </a:lnTo>
                  <a:lnTo>
                    <a:pt x="500318" y="431681"/>
                  </a:lnTo>
                  <a:lnTo>
                    <a:pt x="451134" y="445544"/>
                  </a:lnTo>
                  <a:lnTo>
                    <a:pt x="398384" y="454207"/>
                  </a:lnTo>
                  <a:lnTo>
                    <a:pt x="342772" y="457200"/>
                  </a:lnTo>
                  <a:lnTo>
                    <a:pt x="287161" y="454207"/>
                  </a:lnTo>
                  <a:lnTo>
                    <a:pt x="234411" y="445544"/>
                  </a:lnTo>
                  <a:lnTo>
                    <a:pt x="185227" y="431681"/>
                  </a:lnTo>
                  <a:lnTo>
                    <a:pt x="140314" y="413089"/>
                  </a:lnTo>
                  <a:lnTo>
                    <a:pt x="100377" y="390239"/>
                  </a:lnTo>
                  <a:lnTo>
                    <a:pt x="66121" y="363602"/>
                  </a:lnTo>
                  <a:lnTo>
                    <a:pt x="38250" y="333648"/>
                  </a:lnTo>
                  <a:lnTo>
                    <a:pt x="17470" y="300849"/>
                  </a:lnTo>
                  <a:lnTo>
                    <a:pt x="0" y="228600"/>
                  </a:lnTo>
                  <a:close/>
                </a:path>
              </a:pathLst>
            </a:custGeom>
            <a:ln w="25399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3347465" y="4032884"/>
            <a:ext cx="144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4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2805620" y="3431222"/>
            <a:ext cx="1739900" cy="2111375"/>
            <a:chOff x="2805620" y="3431222"/>
            <a:chExt cx="1739900" cy="2111375"/>
          </a:xfrm>
        </p:grpSpPr>
        <p:sp>
          <p:nvSpPr>
            <p:cNvPr id="37" name="object 37"/>
            <p:cNvSpPr/>
            <p:nvPr/>
          </p:nvSpPr>
          <p:spPr>
            <a:xfrm>
              <a:off x="2810382" y="3435984"/>
              <a:ext cx="366395" cy="593725"/>
            </a:xfrm>
            <a:custGeom>
              <a:avLst/>
              <a:gdLst/>
              <a:ahLst/>
              <a:cxnLst/>
              <a:rect l="l" t="t" r="r" b="b"/>
              <a:pathLst>
                <a:path w="366394" h="593725">
                  <a:moveTo>
                    <a:pt x="0" y="0"/>
                  </a:moveTo>
                  <a:lnTo>
                    <a:pt x="366268" y="593344"/>
                  </a:lnTo>
                </a:path>
              </a:pathLst>
            </a:custGeom>
            <a:ln w="9525">
              <a:solidFill>
                <a:srgbClr val="3891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028693" y="4811521"/>
              <a:ext cx="504190" cy="718185"/>
            </a:xfrm>
            <a:custGeom>
              <a:avLst/>
              <a:gdLst/>
              <a:ahLst/>
              <a:cxnLst/>
              <a:rect l="l" t="t" r="r" b="b"/>
              <a:pathLst>
                <a:path w="504189" h="718185">
                  <a:moveTo>
                    <a:pt x="252094" y="0"/>
                  </a:moveTo>
                  <a:lnTo>
                    <a:pt x="179299" y="15204"/>
                  </a:lnTo>
                  <a:lnTo>
                    <a:pt x="114842" y="57851"/>
                  </a:lnTo>
                  <a:lnTo>
                    <a:pt x="86716" y="88077"/>
                  </a:lnTo>
                  <a:lnTo>
                    <a:pt x="61846" y="123495"/>
                  </a:lnTo>
                  <a:lnTo>
                    <a:pt x="40623" y="163551"/>
                  </a:lnTo>
                  <a:lnTo>
                    <a:pt x="23436" y="207688"/>
                  </a:lnTo>
                  <a:lnTo>
                    <a:pt x="10676" y="255351"/>
                  </a:lnTo>
                  <a:lnTo>
                    <a:pt x="2734" y="305983"/>
                  </a:lnTo>
                  <a:lnTo>
                    <a:pt x="0" y="359028"/>
                  </a:lnTo>
                  <a:lnTo>
                    <a:pt x="2734" y="412074"/>
                  </a:lnTo>
                  <a:lnTo>
                    <a:pt x="10676" y="462706"/>
                  </a:lnTo>
                  <a:lnTo>
                    <a:pt x="23436" y="510369"/>
                  </a:lnTo>
                  <a:lnTo>
                    <a:pt x="40623" y="554506"/>
                  </a:lnTo>
                  <a:lnTo>
                    <a:pt x="61846" y="594562"/>
                  </a:lnTo>
                  <a:lnTo>
                    <a:pt x="86716" y="629980"/>
                  </a:lnTo>
                  <a:lnTo>
                    <a:pt x="114842" y="660206"/>
                  </a:lnTo>
                  <a:lnTo>
                    <a:pt x="145833" y="684682"/>
                  </a:lnTo>
                  <a:lnTo>
                    <a:pt x="214850" y="714164"/>
                  </a:lnTo>
                  <a:lnTo>
                    <a:pt x="252094" y="718057"/>
                  </a:lnTo>
                  <a:lnTo>
                    <a:pt x="289308" y="714164"/>
                  </a:lnTo>
                  <a:lnTo>
                    <a:pt x="358278" y="684682"/>
                  </a:lnTo>
                  <a:lnTo>
                    <a:pt x="389253" y="660206"/>
                  </a:lnTo>
                  <a:lnTo>
                    <a:pt x="417366" y="629980"/>
                  </a:lnTo>
                  <a:lnTo>
                    <a:pt x="442228" y="594562"/>
                  </a:lnTo>
                  <a:lnTo>
                    <a:pt x="463445" y="554506"/>
                  </a:lnTo>
                  <a:lnTo>
                    <a:pt x="480629" y="510369"/>
                  </a:lnTo>
                  <a:lnTo>
                    <a:pt x="493387" y="462706"/>
                  </a:lnTo>
                  <a:lnTo>
                    <a:pt x="501328" y="412074"/>
                  </a:lnTo>
                  <a:lnTo>
                    <a:pt x="504063" y="359028"/>
                  </a:lnTo>
                  <a:lnTo>
                    <a:pt x="501328" y="305983"/>
                  </a:lnTo>
                  <a:lnTo>
                    <a:pt x="493387" y="255351"/>
                  </a:lnTo>
                  <a:lnTo>
                    <a:pt x="480629" y="207688"/>
                  </a:lnTo>
                  <a:lnTo>
                    <a:pt x="463445" y="163551"/>
                  </a:lnTo>
                  <a:lnTo>
                    <a:pt x="442228" y="123495"/>
                  </a:lnTo>
                  <a:lnTo>
                    <a:pt x="417366" y="88077"/>
                  </a:lnTo>
                  <a:lnTo>
                    <a:pt x="389253" y="57851"/>
                  </a:lnTo>
                  <a:lnTo>
                    <a:pt x="358278" y="33375"/>
                  </a:lnTo>
                  <a:lnTo>
                    <a:pt x="289308" y="3893"/>
                  </a:lnTo>
                  <a:lnTo>
                    <a:pt x="252094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028693" y="4811521"/>
              <a:ext cx="504190" cy="718185"/>
            </a:xfrm>
            <a:custGeom>
              <a:avLst/>
              <a:gdLst/>
              <a:ahLst/>
              <a:cxnLst/>
              <a:rect l="l" t="t" r="r" b="b"/>
              <a:pathLst>
                <a:path w="504189" h="718185">
                  <a:moveTo>
                    <a:pt x="0" y="359028"/>
                  </a:moveTo>
                  <a:lnTo>
                    <a:pt x="2734" y="305983"/>
                  </a:lnTo>
                  <a:lnTo>
                    <a:pt x="10676" y="255351"/>
                  </a:lnTo>
                  <a:lnTo>
                    <a:pt x="23436" y="207688"/>
                  </a:lnTo>
                  <a:lnTo>
                    <a:pt x="40623" y="163551"/>
                  </a:lnTo>
                  <a:lnTo>
                    <a:pt x="61846" y="123495"/>
                  </a:lnTo>
                  <a:lnTo>
                    <a:pt x="86716" y="88077"/>
                  </a:lnTo>
                  <a:lnTo>
                    <a:pt x="114842" y="57851"/>
                  </a:lnTo>
                  <a:lnTo>
                    <a:pt x="145833" y="33375"/>
                  </a:lnTo>
                  <a:lnTo>
                    <a:pt x="214850" y="3893"/>
                  </a:lnTo>
                  <a:lnTo>
                    <a:pt x="252094" y="0"/>
                  </a:lnTo>
                  <a:lnTo>
                    <a:pt x="289308" y="3893"/>
                  </a:lnTo>
                  <a:lnTo>
                    <a:pt x="358278" y="33375"/>
                  </a:lnTo>
                  <a:lnTo>
                    <a:pt x="389253" y="57851"/>
                  </a:lnTo>
                  <a:lnTo>
                    <a:pt x="417366" y="88077"/>
                  </a:lnTo>
                  <a:lnTo>
                    <a:pt x="442228" y="123495"/>
                  </a:lnTo>
                  <a:lnTo>
                    <a:pt x="463445" y="163551"/>
                  </a:lnTo>
                  <a:lnTo>
                    <a:pt x="480629" y="207688"/>
                  </a:lnTo>
                  <a:lnTo>
                    <a:pt x="493387" y="255351"/>
                  </a:lnTo>
                  <a:lnTo>
                    <a:pt x="501328" y="305983"/>
                  </a:lnTo>
                  <a:lnTo>
                    <a:pt x="504063" y="359028"/>
                  </a:lnTo>
                  <a:lnTo>
                    <a:pt x="501328" y="412074"/>
                  </a:lnTo>
                  <a:lnTo>
                    <a:pt x="493387" y="462706"/>
                  </a:lnTo>
                  <a:lnTo>
                    <a:pt x="480629" y="510369"/>
                  </a:lnTo>
                  <a:lnTo>
                    <a:pt x="463445" y="554506"/>
                  </a:lnTo>
                  <a:lnTo>
                    <a:pt x="442228" y="594562"/>
                  </a:lnTo>
                  <a:lnTo>
                    <a:pt x="417366" y="629980"/>
                  </a:lnTo>
                  <a:lnTo>
                    <a:pt x="389253" y="660206"/>
                  </a:lnTo>
                  <a:lnTo>
                    <a:pt x="358278" y="684682"/>
                  </a:lnTo>
                  <a:lnTo>
                    <a:pt x="289308" y="714164"/>
                  </a:lnTo>
                  <a:lnTo>
                    <a:pt x="252094" y="718057"/>
                  </a:lnTo>
                  <a:lnTo>
                    <a:pt x="214850" y="714164"/>
                  </a:lnTo>
                  <a:lnTo>
                    <a:pt x="145833" y="684682"/>
                  </a:lnTo>
                  <a:lnTo>
                    <a:pt x="114842" y="660206"/>
                  </a:lnTo>
                  <a:lnTo>
                    <a:pt x="86716" y="629980"/>
                  </a:lnTo>
                  <a:lnTo>
                    <a:pt x="61846" y="594562"/>
                  </a:lnTo>
                  <a:lnTo>
                    <a:pt x="40623" y="554506"/>
                  </a:lnTo>
                  <a:lnTo>
                    <a:pt x="23436" y="510369"/>
                  </a:lnTo>
                  <a:lnTo>
                    <a:pt x="10676" y="462706"/>
                  </a:lnTo>
                  <a:lnTo>
                    <a:pt x="2734" y="412074"/>
                  </a:lnTo>
                  <a:lnTo>
                    <a:pt x="0" y="359028"/>
                  </a:lnTo>
                  <a:close/>
                </a:path>
              </a:pathLst>
            </a:custGeom>
            <a:ln w="25400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3642740" y="3760470"/>
            <a:ext cx="655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BF</a:t>
            </a:r>
            <a:r>
              <a:rPr sz="1800" i="1" spc="5" dirty="0">
                <a:latin typeface="Arial"/>
                <a:cs typeface="Arial"/>
              </a:rPr>
              <a:t>=</a:t>
            </a:r>
            <a:r>
              <a:rPr sz="1800" i="1" dirty="0">
                <a:latin typeface="Arial"/>
                <a:cs typeface="Arial"/>
              </a:rPr>
              <a:t>-</a:t>
            </a:r>
            <a:r>
              <a:rPr sz="1800" i="1" spc="-5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209415" y="5012816"/>
            <a:ext cx="144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5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3693540" y="4419600"/>
            <a:ext cx="446405" cy="533400"/>
          </a:xfrm>
          <a:custGeom>
            <a:avLst/>
            <a:gdLst/>
            <a:ahLst/>
            <a:cxnLst/>
            <a:rect l="l" t="t" r="r" b="b"/>
            <a:pathLst>
              <a:path w="446404" h="533400">
                <a:moveTo>
                  <a:pt x="0" y="0"/>
                </a:moveTo>
                <a:lnTo>
                  <a:pt x="446150" y="533400"/>
                </a:lnTo>
              </a:path>
            </a:pathLst>
          </a:custGeom>
          <a:ln w="9524">
            <a:solidFill>
              <a:srgbClr val="3891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4579746" y="4604130"/>
            <a:ext cx="579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BF</a:t>
            </a:r>
            <a:r>
              <a:rPr sz="1800" i="1" spc="5" dirty="0">
                <a:latin typeface="Arial"/>
                <a:cs typeface="Arial"/>
              </a:rPr>
              <a:t>=</a:t>
            </a:r>
            <a:r>
              <a:rPr sz="1800" i="1" spc="-5" dirty="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6059804" y="2057907"/>
            <a:ext cx="452755" cy="532765"/>
            <a:chOff x="6059804" y="2057907"/>
            <a:chExt cx="452755" cy="532765"/>
          </a:xfrm>
        </p:grpSpPr>
        <p:sp>
          <p:nvSpPr>
            <p:cNvPr id="45" name="object 45"/>
            <p:cNvSpPr/>
            <p:nvPr/>
          </p:nvSpPr>
          <p:spPr>
            <a:xfrm>
              <a:off x="6072504" y="2070607"/>
              <a:ext cx="427355" cy="507365"/>
            </a:xfrm>
            <a:custGeom>
              <a:avLst/>
              <a:gdLst/>
              <a:ahLst/>
              <a:cxnLst/>
              <a:rect l="l" t="t" r="r" b="b"/>
              <a:pathLst>
                <a:path w="427354" h="507364">
                  <a:moveTo>
                    <a:pt x="213487" y="0"/>
                  </a:moveTo>
                  <a:lnTo>
                    <a:pt x="170476" y="5151"/>
                  </a:lnTo>
                  <a:lnTo>
                    <a:pt x="130409" y="19927"/>
                  </a:lnTo>
                  <a:lnTo>
                    <a:pt x="94146" y="43304"/>
                  </a:lnTo>
                  <a:lnTo>
                    <a:pt x="62547" y="74263"/>
                  </a:lnTo>
                  <a:lnTo>
                    <a:pt x="36473" y="111782"/>
                  </a:lnTo>
                  <a:lnTo>
                    <a:pt x="16783" y="154840"/>
                  </a:lnTo>
                  <a:lnTo>
                    <a:pt x="4339" y="202417"/>
                  </a:lnTo>
                  <a:lnTo>
                    <a:pt x="0" y="253491"/>
                  </a:lnTo>
                  <a:lnTo>
                    <a:pt x="4339" y="304566"/>
                  </a:lnTo>
                  <a:lnTo>
                    <a:pt x="16783" y="352143"/>
                  </a:lnTo>
                  <a:lnTo>
                    <a:pt x="36473" y="395201"/>
                  </a:lnTo>
                  <a:lnTo>
                    <a:pt x="62547" y="432720"/>
                  </a:lnTo>
                  <a:lnTo>
                    <a:pt x="94146" y="463679"/>
                  </a:lnTo>
                  <a:lnTo>
                    <a:pt x="130409" y="487056"/>
                  </a:lnTo>
                  <a:lnTo>
                    <a:pt x="170476" y="501832"/>
                  </a:lnTo>
                  <a:lnTo>
                    <a:pt x="213487" y="506983"/>
                  </a:lnTo>
                  <a:lnTo>
                    <a:pt x="256492" y="501832"/>
                  </a:lnTo>
                  <a:lnTo>
                    <a:pt x="296545" y="487056"/>
                  </a:lnTo>
                  <a:lnTo>
                    <a:pt x="332787" y="463679"/>
                  </a:lnTo>
                  <a:lnTo>
                    <a:pt x="364363" y="432720"/>
                  </a:lnTo>
                  <a:lnTo>
                    <a:pt x="390413" y="395201"/>
                  </a:lnTo>
                  <a:lnTo>
                    <a:pt x="410083" y="352143"/>
                  </a:lnTo>
                  <a:lnTo>
                    <a:pt x="422513" y="304566"/>
                  </a:lnTo>
                  <a:lnTo>
                    <a:pt x="426847" y="253491"/>
                  </a:lnTo>
                  <a:lnTo>
                    <a:pt x="422513" y="202417"/>
                  </a:lnTo>
                  <a:lnTo>
                    <a:pt x="410083" y="154840"/>
                  </a:lnTo>
                  <a:lnTo>
                    <a:pt x="390413" y="111782"/>
                  </a:lnTo>
                  <a:lnTo>
                    <a:pt x="364363" y="74263"/>
                  </a:lnTo>
                  <a:lnTo>
                    <a:pt x="332787" y="43304"/>
                  </a:lnTo>
                  <a:lnTo>
                    <a:pt x="296545" y="19927"/>
                  </a:lnTo>
                  <a:lnTo>
                    <a:pt x="256492" y="5151"/>
                  </a:lnTo>
                  <a:lnTo>
                    <a:pt x="213487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072504" y="2070607"/>
              <a:ext cx="427355" cy="507365"/>
            </a:xfrm>
            <a:custGeom>
              <a:avLst/>
              <a:gdLst/>
              <a:ahLst/>
              <a:cxnLst/>
              <a:rect l="l" t="t" r="r" b="b"/>
              <a:pathLst>
                <a:path w="427354" h="507364">
                  <a:moveTo>
                    <a:pt x="0" y="253491"/>
                  </a:moveTo>
                  <a:lnTo>
                    <a:pt x="4339" y="202417"/>
                  </a:lnTo>
                  <a:lnTo>
                    <a:pt x="16783" y="154840"/>
                  </a:lnTo>
                  <a:lnTo>
                    <a:pt x="36473" y="111782"/>
                  </a:lnTo>
                  <a:lnTo>
                    <a:pt x="62547" y="74263"/>
                  </a:lnTo>
                  <a:lnTo>
                    <a:pt x="94146" y="43304"/>
                  </a:lnTo>
                  <a:lnTo>
                    <a:pt x="130409" y="19927"/>
                  </a:lnTo>
                  <a:lnTo>
                    <a:pt x="170476" y="5151"/>
                  </a:lnTo>
                  <a:lnTo>
                    <a:pt x="213487" y="0"/>
                  </a:lnTo>
                  <a:lnTo>
                    <a:pt x="256492" y="5151"/>
                  </a:lnTo>
                  <a:lnTo>
                    <a:pt x="296545" y="19927"/>
                  </a:lnTo>
                  <a:lnTo>
                    <a:pt x="332787" y="43304"/>
                  </a:lnTo>
                  <a:lnTo>
                    <a:pt x="364363" y="74263"/>
                  </a:lnTo>
                  <a:lnTo>
                    <a:pt x="390413" y="111782"/>
                  </a:lnTo>
                  <a:lnTo>
                    <a:pt x="410083" y="154840"/>
                  </a:lnTo>
                  <a:lnTo>
                    <a:pt x="422513" y="202417"/>
                  </a:lnTo>
                  <a:lnTo>
                    <a:pt x="426847" y="253491"/>
                  </a:lnTo>
                  <a:lnTo>
                    <a:pt x="422513" y="304566"/>
                  </a:lnTo>
                  <a:lnTo>
                    <a:pt x="410083" y="352143"/>
                  </a:lnTo>
                  <a:lnTo>
                    <a:pt x="390413" y="395201"/>
                  </a:lnTo>
                  <a:lnTo>
                    <a:pt x="364363" y="432720"/>
                  </a:lnTo>
                  <a:lnTo>
                    <a:pt x="332787" y="463679"/>
                  </a:lnTo>
                  <a:lnTo>
                    <a:pt x="296545" y="487056"/>
                  </a:lnTo>
                  <a:lnTo>
                    <a:pt x="256492" y="501832"/>
                  </a:lnTo>
                  <a:lnTo>
                    <a:pt x="213487" y="506983"/>
                  </a:lnTo>
                  <a:lnTo>
                    <a:pt x="170476" y="501832"/>
                  </a:lnTo>
                  <a:lnTo>
                    <a:pt x="130409" y="487056"/>
                  </a:lnTo>
                  <a:lnTo>
                    <a:pt x="94146" y="463679"/>
                  </a:lnTo>
                  <a:lnTo>
                    <a:pt x="62547" y="432720"/>
                  </a:lnTo>
                  <a:lnTo>
                    <a:pt x="36473" y="395201"/>
                  </a:lnTo>
                  <a:lnTo>
                    <a:pt x="16783" y="352143"/>
                  </a:lnTo>
                  <a:lnTo>
                    <a:pt x="4339" y="304566"/>
                  </a:lnTo>
                  <a:lnTo>
                    <a:pt x="0" y="253491"/>
                  </a:lnTo>
                  <a:close/>
                </a:path>
              </a:pathLst>
            </a:custGeom>
            <a:ln w="25400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6214617" y="2165730"/>
            <a:ext cx="144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5617590" y="2498534"/>
            <a:ext cx="1398270" cy="1045210"/>
            <a:chOff x="5617590" y="2498534"/>
            <a:chExt cx="1398270" cy="1045210"/>
          </a:xfrm>
        </p:grpSpPr>
        <p:sp>
          <p:nvSpPr>
            <p:cNvPr id="49" name="object 49"/>
            <p:cNvSpPr/>
            <p:nvPr/>
          </p:nvSpPr>
          <p:spPr>
            <a:xfrm>
              <a:off x="5630290" y="3023616"/>
              <a:ext cx="426720" cy="507365"/>
            </a:xfrm>
            <a:custGeom>
              <a:avLst/>
              <a:gdLst/>
              <a:ahLst/>
              <a:cxnLst/>
              <a:rect l="l" t="t" r="r" b="b"/>
              <a:pathLst>
                <a:path w="426720" h="507364">
                  <a:moveTo>
                    <a:pt x="213360" y="0"/>
                  </a:moveTo>
                  <a:lnTo>
                    <a:pt x="170354" y="5151"/>
                  </a:lnTo>
                  <a:lnTo>
                    <a:pt x="130301" y="19927"/>
                  </a:lnTo>
                  <a:lnTo>
                    <a:pt x="94059" y="43304"/>
                  </a:lnTo>
                  <a:lnTo>
                    <a:pt x="62483" y="74263"/>
                  </a:lnTo>
                  <a:lnTo>
                    <a:pt x="36433" y="111782"/>
                  </a:lnTo>
                  <a:lnTo>
                    <a:pt x="16763" y="154840"/>
                  </a:lnTo>
                  <a:lnTo>
                    <a:pt x="4333" y="202417"/>
                  </a:lnTo>
                  <a:lnTo>
                    <a:pt x="0" y="253492"/>
                  </a:lnTo>
                  <a:lnTo>
                    <a:pt x="4333" y="304602"/>
                  </a:lnTo>
                  <a:lnTo>
                    <a:pt x="16764" y="352196"/>
                  </a:lnTo>
                  <a:lnTo>
                    <a:pt x="36433" y="395257"/>
                  </a:lnTo>
                  <a:lnTo>
                    <a:pt x="62484" y="432768"/>
                  </a:lnTo>
                  <a:lnTo>
                    <a:pt x="94059" y="463712"/>
                  </a:lnTo>
                  <a:lnTo>
                    <a:pt x="130301" y="487074"/>
                  </a:lnTo>
                  <a:lnTo>
                    <a:pt x="170354" y="501837"/>
                  </a:lnTo>
                  <a:lnTo>
                    <a:pt x="213360" y="506984"/>
                  </a:lnTo>
                  <a:lnTo>
                    <a:pt x="256365" y="501837"/>
                  </a:lnTo>
                  <a:lnTo>
                    <a:pt x="296418" y="487074"/>
                  </a:lnTo>
                  <a:lnTo>
                    <a:pt x="332660" y="463712"/>
                  </a:lnTo>
                  <a:lnTo>
                    <a:pt x="364236" y="432768"/>
                  </a:lnTo>
                  <a:lnTo>
                    <a:pt x="390286" y="395257"/>
                  </a:lnTo>
                  <a:lnTo>
                    <a:pt x="409956" y="352196"/>
                  </a:lnTo>
                  <a:lnTo>
                    <a:pt x="422386" y="304602"/>
                  </a:lnTo>
                  <a:lnTo>
                    <a:pt x="426720" y="253492"/>
                  </a:lnTo>
                  <a:lnTo>
                    <a:pt x="422386" y="202417"/>
                  </a:lnTo>
                  <a:lnTo>
                    <a:pt x="409955" y="154840"/>
                  </a:lnTo>
                  <a:lnTo>
                    <a:pt x="390286" y="111782"/>
                  </a:lnTo>
                  <a:lnTo>
                    <a:pt x="364236" y="74263"/>
                  </a:lnTo>
                  <a:lnTo>
                    <a:pt x="332660" y="43304"/>
                  </a:lnTo>
                  <a:lnTo>
                    <a:pt x="296418" y="19927"/>
                  </a:lnTo>
                  <a:lnTo>
                    <a:pt x="256365" y="5151"/>
                  </a:lnTo>
                  <a:lnTo>
                    <a:pt x="213360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630290" y="3023616"/>
              <a:ext cx="426720" cy="507365"/>
            </a:xfrm>
            <a:custGeom>
              <a:avLst/>
              <a:gdLst/>
              <a:ahLst/>
              <a:cxnLst/>
              <a:rect l="l" t="t" r="r" b="b"/>
              <a:pathLst>
                <a:path w="426720" h="507364">
                  <a:moveTo>
                    <a:pt x="0" y="253492"/>
                  </a:moveTo>
                  <a:lnTo>
                    <a:pt x="4333" y="202417"/>
                  </a:lnTo>
                  <a:lnTo>
                    <a:pt x="16763" y="154840"/>
                  </a:lnTo>
                  <a:lnTo>
                    <a:pt x="36433" y="111782"/>
                  </a:lnTo>
                  <a:lnTo>
                    <a:pt x="62483" y="74263"/>
                  </a:lnTo>
                  <a:lnTo>
                    <a:pt x="94059" y="43304"/>
                  </a:lnTo>
                  <a:lnTo>
                    <a:pt x="130301" y="19927"/>
                  </a:lnTo>
                  <a:lnTo>
                    <a:pt x="170354" y="5151"/>
                  </a:lnTo>
                  <a:lnTo>
                    <a:pt x="213360" y="0"/>
                  </a:lnTo>
                  <a:lnTo>
                    <a:pt x="256365" y="5151"/>
                  </a:lnTo>
                  <a:lnTo>
                    <a:pt x="296418" y="19927"/>
                  </a:lnTo>
                  <a:lnTo>
                    <a:pt x="332660" y="43304"/>
                  </a:lnTo>
                  <a:lnTo>
                    <a:pt x="364236" y="74263"/>
                  </a:lnTo>
                  <a:lnTo>
                    <a:pt x="390286" y="111782"/>
                  </a:lnTo>
                  <a:lnTo>
                    <a:pt x="409955" y="154840"/>
                  </a:lnTo>
                  <a:lnTo>
                    <a:pt x="422386" y="202417"/>
                  </a:lnTo>
                  <a:lnTo>
                    <a:pt x="426720" y="253492"/>
                  </a:lnTo>
                  <a:lnTo>
                    <a:pt x="422386" y="304602"/>
                  </a:lnTo>
                  <a:lnTo>
                    <a:pt x="409956" y="352196"/>
                  </a:lnTo>
                  <a:lnTo>
                    <a:pt x="390286" y="395257"/>
                  </a:lnTo>
                  <a:lnTo>
                    <a:pt x="364236" y="432768"/>
                  </a:lnTo>
                  <a:lnTo>
                    <a:pt x="332660" y="463712"/>
                  </a:lnTo>
                  <a:lnTo>
                    <a:pt x="296418" y="487074"/>
                  </a:lnTo>
                  <a:lnTo>
                    <a:pt x="256365" y="501837"/>
                  </a:lnTo>
                  <a:lnTo>
                    <a:pt x="213360" y="506984"/>
                  </a:lnTo>
                  <a:lnTo>
                    <a:pt x="170354" y="501837"/>
                  </a:lnTo>
                  <a:lnTo>
                    <a:pt x="130301" y="487074"/>
                  </a:lnTo>
                  <a:lnTo>
                    <a:pt x="94059" y="463712"/>
                  </a:lnTo>
                  <a:lnTo>
                    <a:pt x="62484" y="432768"/>
                  </a:lnTo>
                  <a:lnTo>
                    <a:pt x="36433" y="395257"/>
                  </a:lnTo>
                  <a:lnTo>
                    <a:pt x="16764" y="352196"/>
                  </a:lnTo>
                  <a:lnTo>
                    <a:pt x="4333" y="304602"/>
                  </a:lnTo>
                  <a:lnTo>
                    <a:pt x="0" y="253492"/>
                  </a:lnTo>
                  <a:close/>
                </a:path>
              </a:pathLst>
            </a:custGeom>
            <a:ln w="25400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843650" y="2503297"/>
              <a:ext cx="291465" cy="520700"/>
            </a:xfrm>
            <a:custGeom>
              <a:avLst/>
              <a:gdLst/>
              <a:ahLst/>
              <a:cxnLst/>
              <a:rect l="l" t="t" r="r" b="b"/>
              <a:pathLst>
                <a:path w="291464" h="520700">
                  <a:moveTo>
                    <a:pt x="291464" y="0"/>
                  </a:moveTo>
                  <a:lnTo>
                    <a:pt x="0" y="520318"/>
                  </a:lnTo>
                </a:path>
              </a:pathLst>
            </a:custGeom>
            <a:ln w="9525">
              <a:solidFill>
                <a:srgbClr val="3891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576440" y="2947416"/>
              <a:ext cx="426720" cy="507365"/>
            </a:xfrm>
            <a:custGeom>
              <a:avLst/>
              <a:gdLst/>
              <a:ahLst/>
              <a:cxnLst/>
              <a:rect l="l" t="t" r="r" b="b"/>
              <a:pathLst>
                <a:path w="426720" h="507364">
                  <a:moveTo>
                    <a:pt x="213359" y="0"/>
                  </a:moveTo>
                  <a:lnTo>
                    <a:pt x="170354" y="5151"/>
                  </a:lnTo>
                  <a:lnTo>
                    <a:pt x="130301" y="19927"/>
                  </a:lnTo>
                  <a:lnTo>
                    <a:pt x="94059" y="43304"/>
                  </a:lnTo>
                  <a:lnTo>
                    <a:pt x="62483" y="74263"/>
                  </a:lnTo>
                  <a:lnTo>
                    <a:pt x="36433" y="111782"/>
                  </a:lnTo>
                  <a:lnTo>
                    <a:pt x="16763" y="154840"/>
                  </a:lnTo>
                  <a:lnTo>
                    <a:pt x="4333" y="202417"/>
                  </a:lnTo>
                  <a:lnTo>
                    <a:pt x="0" y="253492"/>
                  </a:lnTo>
                  <a:lnTo>
                    <a:pt x="4333" y="304602"/>
                  </a:lnTo>
                  <a:lnTo>
                    <a:pt x="16763" y="352196"/>
                  </a:lnTo>
                  <a:lnTo>
                    <a:pt x="36433" y="395257"/>
                  </a:lnTo>
                  <a:lnTo>
                    <a:pt x="62483" y="432768"/>
                  </a:lnTo>
                  <a:lnTo>
                    <a:pt x="94059" y="463712"/>
                  </a:lnTo>
                  <a:lnTo>
                    <a:pt x="130301" y="487074"/>
                  </a:lnTo>
                  <a:lnTo>
                    <a:pt x="170354" y="501837"/>
                  </a:lnTo>
                  <a:lnTo>
                    <a:pt x="213359" y="506984"/>
                  </a:lnTo>
                  <a:lnTo>
                    <a:pt x="256365" y="501837"/>
                  </a:lnTo>
                  <a:lnTo>
                    <a:pt x="296417" y="487074"/>
                  </a:lnTo>
                  <a:lnTo>
                    <a:pt x="332660" y="463712"/>
                  </a:lnTo>
                  <a:lnTo>
                    <a:pt x="364235" y="432768"/>
                  </a:lnTo>
                  <a:lnTo>
                    <a:pt x="390286" y="395257"/>
                  </a:lnTo>
                  <a:lnTo>
                    <a:pt x="409955" y="352196"/>
                  </a:lnTo>
                  <a:lnTo>
                    <a:pt x="422386" y="304602"/>
                  </a:lnTo>
                  <a:lnTo>
                    <a:pt x="426719" y="253492"/>
                  </a:lnTo>
                  <a:lnTo>
                    <a:pt x="422386" y="202417"/>
                  </a:lnTo>
                  <a:lnTo>
                    <a:pt x="409955" y="154840"/>
                  </a:lnTo>
                  <a:lnTo>
                    <a:pt x="390286" y="111782"/>
                  </a:lnTo>
                  <a:lnTo>
                    <a:pt x="364235" y="74263"/>
                  </a:lnTo>
                  <a:lnTo>
                    <a:pt x="332660" y="43304"/>
                  </a:lnTo>
                  <a:lnTo>
                    <a:pt x="296417" y="19927"/>
                  </a:lnTo>
                  <a:lnTo>
                    <a:pt x="256365" y="5151"/>
                  </a:lnTo>
                  <a:lnTo>
                    <a:pt x="213359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576440" y="2947416"/>
              <a:ext cx="426720" cy="507365"/>
            </a:xfrm>
            <a:custGeom>
              <a:avLst/>
              <a:gdLst/>
              <a:ahLst/>
              <a:cxnLst/>
              <a:rect l="l" t="t" r="r" b="b"/>
              <a:pathLst>
                <a:path w="426720" h="507364">
                  <a:moveTo>
                    <a:pt x="0" y="253492"/>
                  </a:moveTo>
                  <a:lnTo>
                    <a:pt x="4333" y="202417"/>
                  </a:lnTo>
                  <a:lnTo>
                    <a:pt x="16763" y="154840"/>
                  </a:lnTo>
                  <a:lnTo>
                    <a:pt x="36433" y="111782"/>
                  </a:lnTo>
                  <a:lnTo>
                    <a:pt x="62483" y="74263"/>
                  </a:lnTo>
                  <a:lnTo>
                    <a:pt x="94059" y="43304"/>
                  </a:lnTo>
                  <a:lnTo>
                    <a:pt x="130301" y="19927"/>
                  </a:lnTo>
                  <a:lnTo>
                    <a:pt x="170354" y="5151"/>
                  </a:lnTo>
                  <a:lnTo>
                    <a:pt x="213359" y="0"/>
                  </a:lnTo>
                  <a:lnTo>
                    <a:pt x="256365" y="5151"/>
                  </a:lnTo>
                  <a:lnTo>
                    <a:pt x="296417" y="19927"/>
                  </a:lnTo>
                  <a:lnTo>
                    <a:pt x="332660" y="43304"/>
                  </a:lnTo>
                  <a:lnTo>
                    <a:pt x="364235" y="74263"/>
                  </a:lnTo>
                  <a:lnTo>
                    <a:pt x="390286" y="111782"/>
                  </a:lnTo>
                  <a:lnTo>
                    <a:pt x="409955" y="154840"/>
                  </a:lnTo>
                  <a:lnTo>
                    <a:pt x="422386" y="202417"/>
                  </a:lnTo>
                  <a:lnTo>
                    <a:pt x="426719" y="253492"/>
                  </a:lnTo>
                  <a:lnTo>
                    <a:pt x="422386" y="304602"/>
                  </a:lnTo>
                  <a:lnTo>
                    <a:pt x="409955" y="352196"/>
                  </a:lnTo>
                  <a:lnTo>
                    <a:pt x="390286" y="395257"/>
                  </a:lnTo>
                  <a:lnTo>
                    <a:pt x="364235" y="432768"/>
                  </a:lnTo>
                  <a:lnTo>
                    <a:pt x="332660" y="463712"/>
                  </a:lnTo>
                  <a:lnTo>
                    <a:pt x="296417" y="487074"/>
                  </a:lnTo>
                  <a:lnTo>
                    <a:pt x="256365" y="501837"/>
                  </a:lnTo>
                  <a:lnTo>
                    <a:pt x="213359" y="506984"/>
                  </a:lnTo>
                  <a:lnTo>
                    <a:pt x="170354" y="501837"/>
                  </a:lnTo>
                  <a:lnTo>
                    <a:pt x="130301" y="487074"/>
                  </a:lnTo>
                  <a:lnTo>
                    <a:pt x="94059" y="463712"/>
                  </a:lnTo>
                  <a:lnTo>
                    <a:pt x="62483" y="432768"/>
                  </a:lnTo>
                  <a:lnTo>
                    <a:pt x="36433" y="395257"/>
                  </a:lnTo>
                  <a:lnTo>
                    <a:pt x="16763" y="352196"/>
                  </a:lnTo>
                  <a:lnTo>
                    <a:pt x="4333" y="304602"/>
                  </a:lnTo>
                  <a:lnTo>
                    <a:pt x="0" y="253492"/>
                  </a:lnTo>
                  <a:close/>
                </a:path>
              </a:pathLst>
            </a:custGeom>
            <a:ln w="25400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436867" y="2503297"/>
              <a:ext cx="202565" cy="518795"/>
            </a:xfrm>
            <a:custGeom>
              <a:avLst/>
              <a:gdLst/>
              <a:ahLst/>
              <a:cxnLst/>
              <a:rect l="l" t="t" r="r" b="b"/>
              <a:pathLst>
                <a:path w="202565" h="518794">
                  <a:moveTo>
                    <a:pt x="0" y="0"/>
                  </a:moveTo>
                  <a:lnTo>
                    <a:pt x="202057" y="518413"/>
                  </a:lnTo>
                </a:path>
              </a:pathLst>
            </a:custGeom>
            <a:ln w="9525">
              <a:solidFill>
                <a:srgbClr val="3891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5337428" y="2687912"/>
            <a:ext cx="579755" cy="730885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1200" i="1" spc="-5" dirty="0">
                <a:latin typeface="Arial"/>
                <a:cs typeface="Arial"/>
              </a:rPr>
              <a:t>BF=0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362827" y="1801825"/>
            <a:ext cx="4445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latin typeface="Arial"/>
                <a:cs typeface="Arial"/>
              </a:rPr>
              <a:t>BF</a:t>
            </a:r>
            <a:r>
              <a:rPr sz="1200" i="1" spc="-10" dirty="0">
                <a:latin typeface="Arial"/>
                <a:cs typeface="Arial"/>
              </a:rPr>
              <a:t>=</a:t>
            </a:r>
            <a:r>
              <a:rPr sz="1200" i="1" spc="-5" dirty="0">
                <a:latin typeface="Arial"/>
                <a:cs typeface="Arial"/>
              </a:rPr>
              <a:t>-</a:t>
            </a:r>
            <a:r>
              <a:rPr sz="1200" i="1" dirty="0"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718807" y="2689986"/>
            <a:ext cx="607695" cy="652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5895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latin typeface="Arial"/>
                <a:cs typeface="Arial"/>
              </a:rPr>
              <a:t>BF</a:t>
            </a:r>
            <a:r>
              <a:rPr sz="1200" i="1" spc="-5" dirty="0">
                <a:latin typeface="Arial"/>
                <a:cs typeface="Arial"/>
              </a:rPr>
              <a:t>=-2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7124445" y="3893946"/>
            <a:ext cx="532130" cy="482600"/>
            <a:chOff x="7124445" y="3893946"/>
            <a:chExt cx="532130" cy="482600"/>
          </a:xfrm>
        </p:grpSpPr>
        <p:sp>
          <p:nvSpPr>
            <p:cNvPr id="59" name="object 59"/>
            <p:cNvSpPr/>
            <p:nvPr/>
          </p:nvSpPr>
          <p:spPr>
            <a:xfrm>
              <a:off x="7137145" y="3906646"/>
              <a:ext cx="506730" cy="457200"/>
            </a:xfrm>
            <a:custGeom>
              <a:avLst/>
              <a:gdLst/>
              <a:ahLst/>
              <a:cxnLst/>
              <a:rect l="l" t="t" r="r" b="b"/>
              <a:pathLst>
                <a:path w="506729" h="457200">
                  <a:moveTo>
                    <a:pt x="253364" y="0"/>
                  </a:moveTo>
                  <a:lnTo>
                    <a:pt x="202296" y="4644"/>
                  </a:lnTo>
                  <a:lnTo>
                    <a:pt x="154733" y="17966"/>
                  </a:lnTo>
                  <a:lnTo>
                    <a:pt x="111695" y="39045"/>
                  </a:lnTo>
                  <a:lnTo>
                    <a:pt x="74199" y="66960"/>
                  </a:lnTo>
                  <a:lnTo>
                    <a:pt x="43264" y="100793"/>
                  </a:lnTo>
                  <a:lnTo>
                    <a:pt x="19907" y="139624"/>
                  </a:lnTo>
                  <a:lnTo>
                    <a:pt x="5146" y="182533"/>
                  </a:lnTo>
                  <a:lnTo>
                    <a:pt x="0" y="228600"/>
                  </a:lnTo>
                  <a:lnTo>
                    <a:pt x="5146" y="274666"/>
                  </a:lnTo>
                  <a:lnTo>
                    <a:pt x="19907" y="317575"/>
                  </a:lnTo>
                  <a:lnTo>
                    <a:pt x="43264" y="356406"/>
                  </a:lnTo>
                  <a:lnTo>
                    <a:pt x="74199" y="390239"/>
                  </a:lnTo>
                  <a:lnTo>
                    <a:pt x="111695" y="418154"/>
                  </a:lnTo>
                  <a:lnTo>
                    <a:pt x="154733" y="439233"/>
                  </a:lnTo>
                  <a:lnTo>
                    <a:pt x="202296" y="452555"/>
                  </a:lnTo>
                  <a:lnTo>
                    <a:pt x="253364" y="457200"/>
                  </a:lnTo>
                  <a:lnTo>
                    <a:pt x="304433" y="452555"/>
                  </a:lnTo>
                  <a:lnTo>
                    <a:pt x="351996" y="439233"/>
                  </a:lnTo>
                  <a:lnTo>
                    <a:pt x="395034" y="418154"/>
                  </a:lnTo>
                  <a:lnTo>
                    <a:pt x="432530" y="390239"/>
                  </a:lnTo>
                  <a:lnTo>
                    <a:pt x="463465" y="356406"/>
                  </a:lnTo>
                  <a:lnTo>
                    <a:pt x="486822" y="317575"/>
                  </a:lnTo>
                  <a:lnTo>
                    <a:pt x="501583" y="274666"/>
                  </a:lnTo>
                  <a:lnTo>
                    <a:pt x="506729" y="228600"/>
                  </a:lnTo>
                  <a:lnTo>
                    <a:pt x="501583" y="182533"/>
                  </a:lnTo>
                  <a:lnTo>
                    <a:pt x="486822" y="139624"/>
                  </a:lnTo>
                  <a:lnTo>
                    <a:pt x="463465" y="100793"/>
                  </a:lnTo>
                  <a:lnTo>
                    <a:pt x="432530" y="66960"/>
                  </a:lnTo>
                  <a:lnTo>
                    <a:pt x="395034" y="39045"/>
                  </a:lnTo>
                  <a:lnTo>
                    <a:pt x="351996" y="17966"/>
                  </a:lnTo>
                  <a:lnTo>
                    <a:pt x="304433" y="4644"/>
                  </a:lnTo>
                  <a:lnTo>
                    <a:pt x="253364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137145" y="3906646"/>
              <a:ext cx="506730" cy="457200"/>
            </a:xfrm>
            <a:custGeom>
              <a:avLst/>
              <a:gdLst/>
              <a:ahLst/>
              <a:cxnLst/>
              <a:rect l="l" t="t" r="r" b="b"/>
              <a:pathLst>
                <a:path w="506729" h="457200">
                  <a:moveTo>
                    <a:pt x="0" y="228600"/>
                  </a:moveTo>
                  <a:lnTo>
                    <a:pt x="5146" y="182533"/>
                  </a:lnTo>
                  <a:lnTo>
                    <a:pt x="19907" y="139624"/>
                  </a:lnTo>
                  <a:lnTo>
                    <a:pt x="43264" y="100793"/>
                  </a:lnTo>
                  <a:lnTo>
                    <a:pt x="74199" y="66960"/>
                  </a:lnTo>
                  <a:lnTo>
                    <a:pt x="111695" y="39045"/>
                  </a:lnTo>
                  <a:lnTo>
                    <a:pt x="154733" y="17966"/>
                  </a:lnTo>
                  <a:lnTo>
                    <a:pt x="202296" y="4644"/>
                  </a:lnTo>
                  <a:lnTo>
                    <a:pt x="253364" y="0"/>
                  </a:lnTo>
                  <a:lnTo>
                    <a:pt x="304433" y="4644"/>
                  </a:lnTo>
                  <a:lnTo>
                    <a:pt x="351996" y="17966"/>
                  </a:lnTo>
                  <a:lnTo>
                    <a:pt x="395034" y="39045"/>
                  </a:lnTo>
                  <a:lnTo>
                    <a:pt x="432530" y="66960"/>
                  </a:lnTo>
                  <a:lnTo>
                    <a:pt x="463465" y="100793"/>
                  </a:lnTo>
                  <a:lnTo>
                    <a:pt x="486822" y="139624"/>
                  </a:lnTo>
                  <a:lnTo>
                    <a:pt x="501583" y="182533"/>
                  </a:lnTo>
                  <a:lnTo>
                    <a:pt x="506729" y="228600"/>
                  </a:lnTo>
                  <a:lnTo>
                    <a:pt x="501583" y="274666"/>
                  </a:lnTo>
                  <a:lnTo>
                    <a:pt x="486822" y="317575"/>
                  </a:lnTo>
                  <a:lnTo>
                    <a:pt x="463465" y="356406"/>
                  </a:lnTo>
                  <a:lnTo>
                    <a:pt x="432530" y="390239"/>
                  </a:lnTo>
                  <a:lnTo>
                    <a:pt x="395034" y="418154"/>
                  </a:lnTo>
                  <a:lnTo>
                    <a:pt x="351996" y="439233"/>
                  </a:lnTo>
                  <a:lnTo>
                    <a:pt x="304433" y="452555"/>
                  </a:lnTo>
                  <a:lnTo>
                    <a:pt x="253364" y="457200"/>
                  </a:lnTo>
                  <a:lnTo>
                    <a:pt x="202296" y="452555"/>
                  </a:lnTo>
                  <a:lnTo>
                    <a:pt x="154733" y="439233"/>
                  </a:lnTo>
                  <a:lnTo>
                    <a:pt x="111695" y="418154"/>
                  </a:lnTo>
                  <a:lnTo>
                    <a:pt x="74199" y="390239"/>
                  </a:lnTo>
                  <a:lnTo>
                    <a:pt x="43264" y="356406"/>
                  </a:lnTo>
                  <a:lnTo>
                    <a:pt x="19907" y="317575"/>
                  </a:lnTo>
                  <a:lnTo>
                    <a:pt x="5146" y="274666"/>
                  </a:lnTo>
                  <a:lnTo>
                    <a:pt x="0" y="228600"/>
                  </a:lnTo>
                  <a:close/>
                </a:path>
              </a:pathLst>
            </a:custGeom>
            <a:ln w="25399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7319264" y="3977132"/>
            <a:ext cx="144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4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6935914" y="3375469"/>
            <a:ext cx="1290955" cy="2111375"/>
            <a:chOff x="6935914" y="3375469"/>
            <a:chExt cx="1290955" cy="2111375"/>
          </a:xfrm>
        </p:grpSpPr>
        <p:sp>
          <p:nvSpPr>
            <p:cNvPr id="63" name="object 63"/>
            <p:cNvSpPr/>
            <p:nvPr/>
          </p:nvSpPr>
          <p:spPr>
            <a:xfrm>
              <a:off x="6940677" y="3380232"/>
              <a:ext cx="271145" cy="593725"/>
            </a:xfrm>
            <a:custGeom>
              <a:avLst/>
              <a:gdLst/>
              <a:ahLst/>
              <a:cxnLst/>
              <a:rect l="l" t="t" r="r" b="b"/>
              <a:pathLst>
                <a:path w="271145" h="593725">
                  <a:moveTo>
                    <a:pt x="0" y="0"/>
                  </a:moveTo>
                  <a:lnTo>
                    <a:pt x="270764" y="593343"/>
                  </a:lnTo>
                </a:path>
              </a:pathLst>
            </a:custGeom>
            <a:ln w="9525">
              <a:solidFill>
                <a:srgbClr val="3891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7841234" y="4755769"/>
              <a:ext cx="372745" cy="718185"/>
            </a:xfrm>
            <a:custGeom>
              <a:avLst/>
              <a:gdLst/>
              <a:ahLst/>
              <a:cxnLst/>
              <a:rect l="l" t="t" r="r" b="b"/>
              <a:pathLst>
                <a:path w="372745" h="718185">
                  <a:moveTo>
                    <a:pt x="186182" y="0"/>
                  </a:moveTo>
                  <a:lnTo>
                    <a:pt x="121199" y="22466"/>
                  </a:lnTo>
                  <a:lnTo>
                    <a:pt x="92192" y="49026"/>
                  </a:lnTo>
                  <a:lnTo>
                    <a:pt x="66208" y="84452"/>
                  </a:lnTo>
                  <a:lnTo>
                    <a:pt x="43773" y="127727"/>
                  </a:lnTo>
                  <a:lnTo>
                    <a:pt x="25409" y="177837"/>
                  </a:lnTo>
                  <a:lnTo>
                    <a:pt x="11642" y="233767"/>
                  </a:lnTo>
                  <a:lnTo>
                    <a:pt x="2998" y="294503"/>
                  </a:lnTo>
                  <a:lnTo>
                    <a:pt x="0" y="359028"/>
                  </a:lnTo>
                  <a:lnTo>
                    <a:pt x="2998" y="423554"/>
                  </a:lnTo>
                  <a:lnTo>
                    <a:pt x="11642" y="484290"/>
                  </a:lnTo>
                  <a:lnTo>
                    <a:pt x="25409" y="540220"/>
                  </a:lnTo>
                  <a:lnTo>
                    <a:pt x="43773" y="590330"/>
                  </a:lnTo>
                  <a:lnTo>
                    <a:pt x="66208" y="633605"/>
                  </a:lnTo>
                  <a:lnTo>
                    <a:pt x="92192" y="669031"/>
                  </a:lnTo>
                  <a:lnTo>
                    <a:pt x="121199" y="695591"/>
                  </a:lnTo>
                  <a:lnTo>
                    <a:pt x="186182" y="718057"/>
                  </a:lnTo>
                  <a:lnTo>
                    <a:pt x="219664" y="712272"/>
                  </a:lnTo>
                  <a:lnTo>
                    <a:pt x="280204" y="669031"/>
                  </a:lnTo>
                  <a:lnTo>
                    <a:pt x="306207" y="633605"/>
                  </a:lnTo>
                  <a:lnTo>
                    <a:pt x="328665" y="590330"/>
                  </a:lnTo>
                  <a:lnTo>
                    <a:pt x="347048" y="540220"/>
                  </a:lnTo>
                  <a:lnTo>
                    <a:pt x="360832" y="484290"/>
                  </a:lnTo>
                  <a:lnTo>
                    <a:pt x="369488" y="423554"/>
                  </a:lnTo>
                  <a:lnTo>
                    <a:pt x="372491" y="359028"/>
                  </a:lnTo>
                  <a:lnTo>
                    <a:pt x="369488" y="294503"/>
                  </a:lnTo>
                  <a:lnTo>
                    <a:pt x="360832" y="233767"/>
                  </a:lnTo>
                  <a:lnTo>
                    <a:pt x="347048" y="177837"/>
                  </a:lnTo>
                  <a:lnTo>
                    <a:pt x="328665" y="127727"/>
                  </a:lnTo>
                  <a:lnTo>
                    <a:pt x="306207" y="84452"/>
                  </a:lnTo>
                  <a:lnTo>
                    <a:pt x="280204" y="49026"/>
                  </a:lnTo>
                  <a:lnTo>
                    <a:pt x="251180" y="22466"/>
                  </a:lnTo>
                  <a:lnTo>
                    <a:pt x="186182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7841234" y="4755769"/>
              <a:ext cx="372745" cy="718185"/>
            </a:xfrm>
            <a:custGeom>
              <a:avLst/>
              <a:gdLst/>
              <a:ahLst/>
              <a:cxnLst/>
              <a:rect l="l" t="t" r="r" b="b"/>
              <a:pathLst>
                <a:path w="372745" h="718185">
                  <a:moveTo>
                    <a:pt x="0" y="359028"/>
                  </a:moveTo>
                  <a:lnTo>
                    <a:pt x="2998" y="294503"/>
                  </a:lnTo>
                  <a:lnTo>
                    <a:pt x="11642" y="233767"/>
                  </a:lnTo>
                  <a:lnTo>
                    <a:pt x="25409" y="177837"/>
                  </a:lnTo>
                  <a:lnTo>
                    <a:pt x="43773" y="127727"/>
                  </a:lnTo>
                  <a:lnTo>
                    <a:pt x="66208" y="84452"/>
                  </a:lnTo>
                  <a:lnTo>
                    <a:pt x="92192" y="49026"/>
                  </a:lnTo>
                  <a:lnTo>
                    <a:pt x="121199" y="22466"/>
                  </a:lnTo>
                  <a:lnTo>
                    <a:pt x="186182" y="0"/>
                  </a:lnTo>
                  <a:lnTo>
                    <a:pt x="219664" y="5785"/>
                  </a:lnTo>
                  <a:lnTo>
                    <a:pt x="280204" y="49026"/>
                  </a:lnTo>
                  <a:lnTo>
                    <a:pt x="306207" y="84452"/>
                  </a:lnTo>
                  <a:lnTo>
                    <a:pt x="328665" y="127727"/>
                  </a:lnTo>
                  <a:lnTo>
                    <a:pt x="347048" y="177837"/>
                  </a:lnTo>
                  <a:lnTo>
                    <a:pt x="360832" y="233767"/>
                  </a:lnTo>
                  <a:lnTo>
                    <a:pt x="369488" y="294503"/>
                  </a:lnTo>
                  <a:lnTo>
                    <a:pt x="372491" y="359028"/>
                  </a:lnTo>
                  <a:lnTo>
                    <a:pt x="369488" y="423554"/>
                  </a:lnTo>
                  <a:lnTo>
                    <a:pt x="360832" y="484290"/>
                  </a:lnTo>
                  <a:lnTo>
                    <a:pt x="347048" y="540220"/>
                  </a:lnTo>
                  <a:lnTo>
                    <a:pt x="328665" y="590330"/>
                  </a:lnTo>
                  <a:lnTo>
                    <a:pt x="306207" y="633605"/>
                  </a:lnTo>
                  <a:lnTo>
                    <a:pt x="280204" y="669031"/>
                  </a:lnTo>
                  <a:lnTo>
                    <a:pt x="251180" y="695591"/>
                  </a:lnTo>
                  <a:lnTo>
                    <a:pt x="186182" y="718057"/>
                  </a:lnTo>
                  <a:lnTo>
                    <a:pt x="152703" y="712272"/>
                  </a:lnTo>
                  <a:lnTo>
                    <a:pt x="92192" y="669031"/>
                  </a:lnTo>
                  <a:lnTo>
                    <a:pt x="66208" y="633605"/>
                  </a:lnTo>
                  <a:lnTo>
                    <a:pt x="43773" y="590330"/>
                  </a:lnTo>
                  <a:lnTo>
                    <a:pt x="25409" y="540220"/>
                  </a:lnTo>
                  <a:lnTo>
                    <a:pt x="11642" y="484290"/>
                  </a:lnTo>
                  <a:lnTo>
                    <a:pt x="2998" y="423554"/>
                  </a:lnTo>
                  <a:lnTo>
                    <a:pt x="0" y="359028"/>
                  </a:lnTo>
                  <a:close/>
                </a:path>
              </a:pathLst>
            </a:custGeom>
            <a:ln w="25400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7577073" y="3706114"/>
            <a:ext cx="4445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latin typeface="Arial"/>
                <a:cs typeface="Arial"/>
              </a:rPr>
              <a:t>BF</a:t>
            </a:r>
            <a:r>
              <a:rPr sz="1200" i="1" spc="-5" dirty="0">
                <a:latin typeface="Arial"/>
                <a:cs typeface="Arial"/>
              </a:rPr>
              <a:t>=-1</a:t>
            </a:r>
            <a:endParaRPr sz="120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7956550" y="4957064"/>
            <a:ext cx="144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5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6023609" y="3144901"/>
            <a:ext cx="1905000" cy="1757680"/>
            <a:chOff x="6023609" y="3144901"/>
            <a:chExt cx="1905000" cy="1757680"/>
          </a:xfrm>
        </p:grpSpPr>
        <p:sp>
          <p:nvSpPr>
            <p:cNvPr id="69" name="object 69"/>
            <p:cNvSpPr/>
            <p:nvPr/>
          </p:nvSpPr>
          <p:spPr>
            <a:xfrm>
              <a:off x="7593456" y="4363847"/>
              <a:ext cx="330200" cy="533400"/>
            </a:xfrm>
            <a:custGeom>
              <a:avLst/>
              <a:gdLst/>
              <a:ahLst/>
              <a:cxnLst/>
              <a:rect l="l" t="t" r="r" b="b"/>
              <a:pathLst>
                <a:path w="330200" h="533400">
                  <a:moveTo>
                    <a:pt x="0" y="0"/>
                  </a:moveTo>
                  <a:lnTo>
                    <a:pt x="329819" y="533400"/>
                  </a:lnTo>
                </a:path>
              </a:pathLst>
            </a:custGeom>
            <a:ln w="9525">
              <a:solidFill>
                <a:srgbClr val="3891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6023609" y="3144901"/>
              <a:ext cx="519430" cy="600710"/>
            </a:xfrm>
            <a:custGeom>
              <a:avLst/>
              <a:gdLst/>
              <a:ahLst/>
              <a:cxnLst/>
              <a:rect l="l" t="t" r="r" b="b"/>
              <a:pathLst>
                <a:path w="519429" h="600710">
                  <a:moveTo>
                    <a:pt x="5334" y="508635"/>
                  </a:moveTo>
                  <a:lnTo>
                    <a:pt x="762" y="511175"/>
                  </a:lnTo>
                  <a:lnTo>
                    <a:pt x="0" y="514096"/>
                  </a:lnTo>
                  <a:lnTo>
                    <a:pt x="1269" y="516381"/>
                  </a:lnTo>
                  <a:lnTo>
                    <a:pt x="48894" y="600201"/>
                  </a:lnTo>
                  <a:lnTo>
                    <a:pt x="54516" y="590804"/>
                  </a:lnTo>
                  <a:lnTo>
                    <a:pt x="44323" y="590676"/>
                  </a:lnTo>
                  <a:lnTo>
                    <a:pt x="44443" y="572993"/>
                  </a:lnTo>
                  <a:lnTo>
                    <a:pt x="9525" y="511682"/>
                  </a:lnTo>
                  <a:lnTo>
                    <a:pt x="8254" y="509397"/>
                  </a:lnTo>
                  <a:lnTo>
                    <a:pt x="5334" y="508635"/>
                  </a:lnTo>
                  <a:close/>
                </a:path>
                <a:path w="519429" h="600710">
                  <a:moveTo>
                    <a:pt x="44443" y="572993"/>
                  </a:moveTo>
                  <a:lnTo>
                    <a:pt x="44323" y="590676"/>
                  </a:lnTo>
                  <a:lnTo>
                    <a:pt x="53848" y="590804"/>
                  </a:lnTo>
                  <a:lnTo>
                    <a:pt x="53864" y="588391"/>
                  </a:lnTo>
                  <a:lnTo>
                    <a:pt x="44957" y="588263"/>
                  </a:lnTo>
                  <a:lnTo>
                    <a:pt x="49146" y="581251"/>
                  </a:lnTo>
                  <a:lnTo>
                    <a:pt x="44443" y="572993"/>
                  </a:lnTo>
                  <a:close/>
                </a:path>
                <a:path w="519429" h="600710">
                  <a:moveTo>
                    <a:pt x="94487" y="509524"/>
                  </a:moveTo>
                  <a:lnTo>
                    <a:pt x="91566" y="510286"/>
                  </a:lnTo>
                  <a:lnTo>
                    <a:pt x="90169" y="512572"/>
                  </a:lnTo>
                  <a:lnTo>
                    <a:pt x="53969" y="573177"/>
                  </a:lnTo>
                  <a:lnTo>
                    <a:pt x="53848" y="590804"/>
                  </a:lnTo>
                  <a:lnTo>
                    <a:pt x="54516" y="590804"/>
                  </a:lnTo>
                  <a:lnTo>
                    <a:pt x="98425" y="517398"/>
                  </a:lnTo>
                  <a:lnTo>
                    <a:pt x="99694" y="515112"/>
                  </a:lnTo>
                  <a:lnTo>
                    <a:pt x="98932" y="512191"/>
                  </a:lnTo>
                  <a:lnTo>
                    <a:pt x="96774" y="510921"/>
                  </a:lnTo>
                  <a:lnTo>
                    <a:pt x="94487" y="509524"/>
                  </a:lnTo>
                  <a:close/>
                </a:path>
                <a:path w="519429" h="600710">
                  <a:moveTo>
                    <a:pt x="49146" y="581251"/>
                  </a:moveTo>
                  <a:lnTo>
                    <a:pt x="44957" y="588263"/>
                  </a:lnTo>
                  <a:lnTo>
                    <a:pt x="53212" y="588391"/>
                  </a:lnTo>
                  <a:lnTo>
                    <a:pt x="49146" y="581251"/>
                  </a:lnTo>
                  <a:close/>
                </a:path>
                <a:path w="519429" h="600710">
                  <a:moveTo>
                    <a:pt x="53969" y="573177"/>
                  </a:moveTo>
                  <a:lnTo>
                    <a:pt x="49146" y="581251"/>
                  </a:lnTo>
                  <a:lnTo>
                    <a:pt x="53212" y="588391"/>
                  </a:lnTo>
                  <a:lnTo>
                    <a:pt x="53864" y="588391"/>
                  </a:lnTo>
                  <a:lnTo>
                    <a:pt x="53969" y="573177"/>
                  </a:lnTo>
                  <a:close/>
                </a:path>
                <a:path w="519429" h="600710">
                  <a:moveTo>
                    <a:pt x="281686" y="0"/>
                  </a:moveTo>
                  <a:lnTo>
                    <a:pt x="270382" y="888"/>
                  </a:lnTo>
                  <a:lnTo>
                    <a:pt x="269748" y="888"/>
                  </a:lnTo>
                  <a:lnTo>
                    <a:pt x="258699" y="3556"/>
                  </a:lnTo>
                  <a:lnTo>
                    <a:pt x="224916" y="21462"/>
                  </a:lnTo>
                  <a:lnTo>
                    <a:pt x="192659" y="52704"/>
                  </a:lnTo>
                  <a:lnTo>
                    <a:pt x="162432" y="95631"/>
                  </a:lnTo>
                  <a:lnTo>
                    <a:pt x="143382" y="129921"/>
                  </a:lnTo>
                  <a:lnTo>
                    <a:pt x="125602" y="168401"/>
                  </a:lnTo>
                  <a:lnTo>
                    <a:pt x="109219" y="210438"/>
                  </a:lnTo>
                  <a:lnTo>
                    <a:pt x="94234" y="255777"/>
                  </a:lnTo>
                  <a:lnTo>
                    <a:pt x="80899" y="304038"/>
                  </a:lnTo>
                  <a:lnTo>
                    <a:pt x="64262" y="380491"/>
                  </a:lnTo>
                  <a:lnTo>
                    <a:pt x="55752" y="433832"/>
                  </a:lnTo>
                  <a:lnTo>
                    <a:pt x="49402" y="488569"/>
                  </a:lnTo>
                  <a:lnTo>
                    <a:pt x="45572" y="544703"/>
                  </a:lnTo>
                  <a:lnTo>
                    <a:pt x="44450" y="572007"/>
                  </a:lnTo>
                  <a:lnTo>
                    <a:pt x="44548" y="573177"/>
                  </a:lnTo>
                  <a:lnTo>
                    <a:pt x="49146" y="581251"/>
                  </a:lnTo>
                  <a:lnTo>
                    <a:pt x="53969" y="573177"/>
                  </a:lnTo>
                  <a:lnTo>
                    <a:pt x="53988" y="572007"/>
                  </a:lnTo>
                  <a:lnTo>
                    <a:pt x="55021" y="544194"/>
                  </a:lnTo>
                  <a:lnTo>
                    <a:pt x="58927" y="489585"/>
                  </a:lnTo>
                  <a:lnTo>
                    <a:pt x="65150" y="435356"/>
                  </a:lnTo>
                  <a:lnTo>
                    <a:pt x="73660" y="382397"/>
                  </a:lnTo>
                  <a:lnTo>
                    <a:pt x="84200" y="331215"/>
                  </a:lnTo>
                  <a:lnTo>
                    <a:pt x="96519" y="282194"/>
                  </a:lnTo>
                  <a:lnTo>
                    <a:pt x="110489" y="235838"/>
                  </a:lnTo>
                  <a:lnTo>
                    <a:pt x="126111" y="192532"/>
                  </a:lnTo>
                  <a:lnTo>
                    <a:pt x="143001" y="152781"/>
                  </a:lnTo>
                  <a:lnTo>
                    <a:pt x="161036" y="117094"/>
                  </a:lnTo>
                  <a:lnTo>
                    <a:pt x="189864" y="71627"/>
                  </a:lnTo>
                  <a:lnTo>
                    <a:pt x="219963" y="37846"/>
                  </a:lnTo>
                  <a:lnTo>
                    <a:pt x="260985" y="12826"/>
                  </a:lnTo>
                  <a:lnTo>
                    <a:pt x="271386" y="10287"/>
                  </a:lnTo>
                  <a:lnTo>
                    <a:pt x="271144" y="10287"/>
                  </a:lnTo>
                  <a:lnTo>
                    <a:pt x="271906" y="10160"/>
                  </a:lnTo>
                  <a:lnTo>
                    <a:pt x="272880" y="10160"/>
                  </a:lnTo>
                  <a:lnTo>
                    <a:pt x="281559" y="9525"/>
                  </a:lnTo>
                  <a:lnTo>
                    <a:pt x="407162" y="9525"/>
                  </a:lnTo>
                  <a:lnTo>
                    <a:pt x="387857" y="6731"/>
                  </a:lnTo>
                  <a:lnTo>
                    <a:pt x="367664" y="4445"/>
                  </a:lnTo>
                  <a:lnTo>
                    <a:pt x="346710" y="2539"/>
                  </a:lnTo>
                  <a:lnTo>
                    <a:pt x="325374" y="1143"/>
                  </a:lnTo>
                  <a:lnTo>
                    <a:pt x="303529" y="253"/>
                  </a:lnTo>
                  <a:lnTo>
                    <a:pt x="281686" y="0"/>
                  </a:lnTo>
                  <a:close/>
                </a:path>
                <a:path w="519429" h="600710">
                  <a:moveTo>
                    <a:pt x="518908" y="54483"/>
                  </a:moveTo>
                  <a:lnTo>
                    <a:pt x="509269" y="54483"/>
                  </a:lnTo>
                  <a:lnTo>
                    <a:pt x="509523" y="55372"/>
                  </a:lnTo>
                  <a:lnTo>
                    <a:pt x="509650" y="56769"/>
                  </a:lnTo>
                  <a:lnTo>
                    <a:pt x="519048" y="55372"/>
                  </a:lnTo>
                  <a:lnTo>
                    <a:pt x="518908" y="54483"/>
                  </a:lnTo>
                  <a:close/>
                </a:path>
                <a:path w="519429" h="600710">
                  <a:moveTo>
                    <a:pt x="509348" y="54955"/>
                  </a:moveTo>
                  <a:lnTo>
                    <a:pt x="509418" y="55372"/>
                  </a:lnTo>
                  <a:lnTo>
                    <a:pt x="509348" y="54955"/>
                  </a:lnTo>
                  <a:close/>
                </a:path>
                <a:path w="519429" h="600710">
                  <a:moveTo>
                    <a:pt x="509269" y="54483"/>
                  </a:moveTo>
                  <a:lnTo>
                    <a:pt x="509348" y="54955"/>
                  </a:lnTo>
                  <a:lnTo>
                    <a:pt x="509523" y="55372"/>
                  </a:lnTo>
                  <a:lnTo>
                    <a:pt x="509269" y="54483"/>
                  </a:lnTo>
                  <a:close/>
                </a:path>
                <a:path w="519429" h="600710">
                  <a:moveTo>
                    <a:pt x="508653" y="53303"/>
                  </a:moveTo>
                  <a:lnTo>
                    <a:pt x="509348" y="54955"/>
                  </a:lnTo>
                  <a:lnTo>
                    <a:pt x="509269" y="54483"/>
                  </a:lnTo>
                  <a:lnTo>
                    <a:pt x="518908" y="54483"/>
                  </a:lnTo>
                  <a:lnTo>
                    <a:pt x="518808" y="53848"/>
                  </a:lnTo>
                  <a:lnTo>
                    <a:pt x="509015" y="53848"/>
                  </a:lnTo>
                  <a:lnTo>
                    <a:pt x="508653" y="53303"/>
                  </a:lnTo>
                  <a:close/>
                </a:path>
                <a:path w="519429" h="600710">
                  <a:moveTo>
                    <a:pt x="508508" y="52959"/>
                  </a:moveTo>
                  <a:lnTo>
                    <a:pt x="508653" y="53303"/>
                  </a:lnTo>
                  <a:lnTo>
                    <a:pt x="509015" y="53848"/>
                  </a:lnTo>
                  <a:lnTo>
                    <a:pt x="508508" y="52959"/>
                  </a:lnTo>
                  <a:close/>
                </a:path>
                <a:path w="519429" h="600710">
                  <a:moveTo>
                    <a:pt x="518667" y="52959"/>
                  </a:moveTo>
                  <a:lnTo>
                    <a:pt x="508508" y="52959"/>
                  </a:lnTo>
                  <a:lnTo>
                    <a:pt x="509015" y="53848"/>
                  </a:lnTo>
                  <a:lnTo>
                    <a:pt x="518808" y="53848"/>
                  </a:lnTo>
                  <a:lnTo>
                    <a:pt x="518667" y="52959"/>
                  </a:lnTo>
                  <a:close/>
                </a:path>
                <a:path w="519429" h="600710">
                  <a:moveTo>
                    <a:pt x="507492" y="51562"/>
                  </a:moveTo>
                  <a:lnTo>
                    <a:pt x="508653" y="53303"/>
                  </a:lnTo>
                  <a:lnTo>
                    <a:pt x="508508" y="52959"/>
                  </a:lnTo>
                  <a:lnTo>
                    <a:pt x="518667" y="52959"/>
                  </a:lnTo>
                  <a:lnTo>
                    <a:pt x="518540" y="52324"/>
                  </a:lnTo>
                  <a:lnTo>
                    <a:pt x="518456" y="52070"/>
                  </a:lnTo>
                  <a:lnTo>
                    <a:pt x="507999" y="52070"/>
                  </a:lnTo>
                  <a:lnTo>
                    <a:pt x="507492" y="51562"/>
                  </a:lnTo>
                  <a:close/>
                </a:path>
                <a:path w="519429" h="600710">
                  <a:moveTo>
                    <a:pt x="407162" y="9525"/>
                  </a:moveTo>
                  <a:lnTo>
                    <a:pt x="281559" y="9525"/>
                  </a:lnTo>
                  <a:lnTo>
                    <a:pt x="303149" y="9778"/>
                  </a:lnTo>
                  <a:lnTo>
                    <a:pt x="324612" y="10668"/>
                  </a:lnTo>
                  <a:lnTo>
                    <a:pt x="366522" y="13843"/>
                  </a:lnTo>
                  <a:lnTo>
                    <a:pt x="405511" y="18796"/>
                  </a:lnTo>
                  <a:lnTo>
                    <a:pt x="456056" y="29083"/>
                  </a:lnTo>
                  <a:lnTo>
                    <a:pt x="492124" y="41401"/>
                  </a:lnTo>
                  <a:lnTo>
                    <a:pt x="507999" y="52070"/>
                  </a:lnTo>
                  <a:lnTo>
                    <a:pt x="518456" y="52070"/>
                  </a:lnTo>
                  <a:lnTo>
                    <a:pt x="517397" y="49529"/>
                  </a:lnTo>
                  <a:lnTo>
                    <a:pt x="517270" y="49149"/>
                  </a:lnTo>
                  <a:lnTo>
                    <a:pt x="517143" y="48895"/>
                  </a:lnTo>
                  <a:lnTo>
                    <a:pt x="472948" y="24002"/>
                  </a:lnTo>
                  <a:lnTo>
                    <a:pt x="425576" y="12573"/>
                  </a:lnTo>
                  <a:lnTo>
                    <a:pt x="407162" y="9525"/>
                  </a:lnTo>
                  <a:close/>
                </a:path>
                <a:path w="519429" h="600710">
                  <a:moveTo>
                    <a:pt x="271906" y="10160"/>
                  </a:moveTo>
                  <a:lnTo>
                    <a:pt x="271144" y="10287"/>
                  </a:lnTo>
                  <a:lnTo>
                    <a:pt x="271490" y="10261"/>
                  </a:lnTo>
                  <a:lnTo>
                    <a:pt x="271906" y="10160"/>
                  </a:lnTo>
                  <a:close/>
                </a:path>
                <a:path w="519429" h="600710">
                  <a:moveTo>
                    <a:pt x="271490" y="10261"/>
                  </a:moveTo>
                  <a:lnTo>
                    <a:pt x="271144" y="10287"/>
                  </a:lnTo>
                  <a:lnTo>
                    <a:pt x="271386" y="10287"/>
                  </a:lnTo>
                  <a:close/>
                </a:path>
                <a:path w="519429" h="600710">
                  <a:moveTo>
                    <a:pt x="272880" y="10160"/>
                  </a:moveTo>
                  <a:lnTo>
                    <a:pt x="271906" y="10160"/>
                  </a:lnTo>
                  <a:lnTo>
                    <a:pt x="271490" y="10261"/>
                  </a:lnTo>
                  <a:lnTo>
                    <a:pt x="272880" y="1016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8269605" y="4549902"/>
            <a:ext cx="3937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latin typeface="Arial"/>
                <a:cs typeface="Arial"/>
              </a:rPr>
              <a:t>BF</a:t>
            </a:r>
            <a:r>
              <a:rPr sz="1200" i="1" spc="-10" dirty="0">
                <a:latin typeface="Arial"/>
                <a:cs typeface="Arial"/>
              </a:rPr>
              <a:t>=</a:t>
            </a:r>
            <a:r>
              <a:rPr sz="1200" i="1" spc="-5" dirty="0"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6262496" y="5947054"/>
            <a:ext cx="2120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solidFill>
                  <a:srgbClr val="00AF50"/>
                </a:solidFill>
                <a:latin typeface="Arial"/>
                <a:cs typeface="Arial"/>
              </a:rPr>
              <a:t>LL </a:t>
            </a:r>
            <a:r>
              <a:rPr sz="1800" b="1" i="1" spc="-4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800" b="1" i="1" spc="-5" dirty="0">
                <a:solidFill>
                  <a:srgbClr val="00AF50"/>
                </a:solidFill>
                <a:latin typeface="Arial"/>
                <a:cs typeface="Arial"/>
              </a:rPr>
              <a:t>RO</a:t>
            </a:r>
            <a:r>
              <a:rPr sz="1800" b="1" i="1" spc="-125" dirty="0">
                <a:solidFill>
                  <a:srgbClr val="00AF50"/>
                </a:solidFill>
                <a:latin typeface="Arial"/>
                <a:cs typeface="Arial"/>
              </a:rPr>
              <a:t>T</a:t>
            </a:r>
            <a:r>
              <a:rPr sz="1800" b="1" i="1" spc="-140" dirty="0">
                <a:solidFill>
                  <a:srgbClr val="00AF50"/>
                </a:solidFill>
                <a:latin typeface="Arial"/>
                <a:cs typeface="Arial"/>
              </a:rPr>
              <a:t>A</a:t>
            </a:r>
            <a:r>
              <a:rPr sz="1800" b="1" i="1" dirty="0">
                <a:solidFill>
                  <a:srgbClr val="00AF50"/>
                </a:solidFill>
                <a:latin typeface="Arial"/>
                <a:cs typeface="Arial"/>
              </a:rPr>
              <a:t>T</a:t>
            </a:r>
            <a:r>
              <a:rPr sz="1800" b="1" i="1" spc="5" dirty="0">
                <a:solidFill>
                  <a:srgbClr val="00AF50"/>
                </a:solidFill>
                <a:latin typeface="Arial"/>
                <a:cs typeface="Arial"/>
              </a:rPr>
              <a:t>I</a:t>
            </a:r>
            <a:r>
              <a:rPr sz="1800" b="1" i="1" spc="-5" dirty="0">
                <a:solidFill>
                  <a:srgbClr val="00AF50"/>
                </a:solidFill>
                <a:latin typeface="Arial"/>
                <a:cs typeface="Arial"/>
              </a:rPr>
              <a:t>ON</a:t>
            </a:r>
            <a:r>
              <a:rPr sz="1800" b="1" i="1" spc="-8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800" b="1" i="1" spc="-140" dirty="0">
                <a:solidFill>
                  <a:srgbClr val="00AF50"/>
                </a:solidFill>
                <a:latin typeface="Arial"/>
                <a:cs typeface="Arial"/>
              </a:rPr>
              <a:t>A</a:t>
            </a:r>
            <a:r>
              <a:rPr sz="1800" b="1" i="1" dirty="0">
                <a:solidFill>
                  <a:srgbClr val="00AF50"/>
                </a:solidFill>
                <a:latin typeface="Arial"/>
                <a:cs typeface="Arial"/>
              </a:rPr>
              <a:t>T</a:t>
            </a:r>
            <a:r>
              <a:rPr sz="1800" b="1" i="1" spc="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800" b="1" i="1" spc="-5" dirty="0">
                <a:solidFill>
                  <a:srgbClr val="00AF50"/>
                </a:solidFill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7003288" y="3152774"/>
            <a:ext cx="1160780" cy="1708785"/>
          </a:xfrm>
          <a:custGeom>
            <a:avLst/>
            <a:gdLst/>
            <a:ahLst/>
            <a:cxnLst/>
            <a:rect l="l" t="t" r="r" b="b"/>
            <a:pathLst>
              <a:path w="1160779" h="1708785">
                <a:moveTo>
                  <a:pt x="645414" y="949198"/>
                </a:moveTo>
                <a:lnTo>
                  <a:pt x="644398" y="906907"/>
                </a:lnTo>
                <a:lnTo>
                  <a:pt x="641604" y="864616"/>
                </a:lnTo>
                <a:lnTo>
                  <a:pt x="637159" y="822452"/>
                </a:lnTo>
                <a:lnTo>
                  <a:pt x="630936" y="780415"/>
                </a:lnTo>
                <a:lnTo>
                  <a:pt x="623062" y="738886"/>
                </a:lnTo>
                <a:lnTo>
                  <a:pt x="613537" y="697738"/>
                </a:lnTo>
                <a:lnTo>
                  <a:pt x="602488" y="656971"/>
                </a:lnTo>
                <a:lnTo>
                  <a:pt x="590169" y="616966"/>
                </a:lnTo>
                <a:lnTo>
                  <a:pt x="576199" y="577596"/>
                </a:lnTo>
                <a:lnTo>
                  <a:pt x="560959" y="538861"/>
                </a:lnTo>
                <a:lnTo>
                  <a:pt x="544449" y="501015"/>
                </a:lnTo>
                <a:lnTo>
                  <a:pt x="526669" y="464058"/>
                </a:lnTo>
                <a:lnTo>
                  <a:pt x="507619" y="428117"/>
                </a:lnTo>
                <a:lnTo>
                  <a:pt x="487553" y="393331"/>
                </a:lnTo>
                <a:lnTo>
                  <a:pt x="466598" y="359664"/>
                </a:lnTo>
                <a:lnTo>
                  <a:pt x="444373" y="327025"/>
                </a:lnTo>
                <a:lnTo>
                  <a:pt x="421259" y="295910"/>
                </a:lnTo>
                <a:lnTo>
                  <a:pt x="397256" y="266192"/>
                </a:lnTo>
                <a:lnTo>
                  <a:pt x="346837" y="211201"/>
                </a:lnTo>
                <a:lnTo>
                  <a:pt x="293624" y="162814"/>
                </a:lnTo>
                <a:lnTo>
                  <a:pt x="237998" y="121666"/>
                </a:lnTo>
                <a:lnTo>
                  <a:pt x="180213" y="88519"/>
                </a:lnTo>
                <a:lnTo>
                  <a:pt x="135890" y="69215"/>
                </a:lnTo>
                <a:lnTo>
                  <a:pt x="91059" y="55118"/>
                </a:lnTo>
                <a:lnTo>
                  <a:pt x="45593" y="46482"/>
                </a:lnTo>
                <a:lnTo>
                  <a:pt x="26136" y="44513"/>
                </a:lnTo>
                <a:lnTo>
                  <a:pt x="27825" y="43561"/>
                </a:lnTo>
                <a:lnTo>
                  <a:pt x="91059" y="8255"/>
                </a:lnTo>
                <a:lnTo>
                  <a:pt x="91821" y="5334"/>
                </a:lnTo>
                <a:lnTo>
                  <a:pt x="89281" y="762"/>
                </a:lnTo>
                <a:lnTo>
                  <a:pt x="86360" y="0"/>
                </a:lnTo>
                <a:lnTo>
                  <a:pt x="0" y="48133"/>
                </a:lnTo>
                <a:lnTo>
                  <a:pt x="82296" y="98298"/>
                </a:lnTo>
                <a:lnTo>
                  <a:pt x="84455" y="99695"/>
                </a:lnTo>
                <a:lnTo>
                  <a:pt x="87376" y="99060"/>
                </a:lnTo>
                <a:lnTo>
                  <a:pt x="90170" y="94488"/>
                </a:lnTo>
                <a:lnTo>
                  <a:pt x="89408" y="91567"/>
                </a:lnTo>
                <a:lnTo>
                  <a:pt x="87249" y="90170"/>
                </a:lnTo>
                <a:lnTo>
                  <a:pt x="27927" y="54127"/>
                </a:lnTo>
                <a:lnTo>
                  <a:pt x="29464" y="54229"/>
                </a:lnTo>
                <a:lnTo>
                  <a:pt x="73787" y="60833"/>
                </a:lnTo>
                <a:lnTo>
                  <a:pt x="117856" y="72898"/>
                </a:lnTo>
                <a:lnTo>
                  <a:pt x="175768" y="97028"/>
                </a:lnTo>
                <a:lnTo>
                  <a:pt x="232537" y="129540"/>
                </a:lnTo>
                <a:lnTo>
                  <a:pt x="287401" y="170053"/>
                </a:lnTo>
                <a:lnTo>
                  <a:pt x="339979" y="217805"/>
                </a:lnTo>
                <a:lnTo>
                  <a:pt x="389890" y="272161"/>
                </a:lnTo>
                <a:lnTo>
                  <a:pt x="436499" y="332486"/>
                </a:lnTo>
                <a:lnTo>
                  <a:pt x="458470" y="364617"/>
                </a:lnTo>
                <a:lnTo>
                  <a:pt x="479298" y="398018"/>
                </a:lnTo>
                <a:lnTo>
                  <a:pt x="499237" y="432562"/>
                </a:lnTo>
                <a:lnTo>
                  <a:pt x="518160" y="468249"/>
                </a:lnTo>
                <a:lnTo>
                  <a:pt x="535686" y="504825"/>
                </a:lnTo>
                <a:lnTo>
                  <a:pt x="552069" y="542417"/>
                </a:lnTo>
                <a:lnTo>
                  <a:pt x="567309" y="580644"/>
                </a:lnTo>
                <a:lnTo>
                  <a:pt x="581025" y="619760"/>
                </a:lnTo>
                <a:lnTo>
                  <a:pt x="593344" y="659511"/>
                </a:lnTo>
                <a:lnTo>
                  <a:pt x="604266" y="699897"/>
                </a:lnTo>
                <a:lnTo>
                  <a:pt x="613791" y="740664"/>
                </a:lnTo>
                <a:lnTo>
                  <a:pt x="621538" y="781812"/>
                </a:lnTo>
                <a:lnTo>
                  <a:pt x="627634" y="823468"/>
                </a:lnTo>
                <a:lnTo>
                  <a:pt x="632206" y="865124"/>
                </a:lnTo>
                <a:lnTo>
                  <a:pt x="634873" y="907161"/>
                </a:lnTo>
                <a:lnTo>
                  <a:pt x="635889" y="949325"/>
                </a:lnTo>
                <a:lnTo>
                  <a:pt x="645414" y="949198"/>
                </a:lnTo>
                <a:close/>
              </a:path>
              <a:path w="1160779" h="1708785">
                <a:moveTo>
                  <a:pt x="1160653" y="1708150"/>
                </a:moveTo>
                <a:lnTo>
                  <a:pt x="1157732" y="1639951"/>
                </a:lnTo>
                <a:lnTo>
                  <a:pt x="1148969" y="1572133"/>
                </a:lnTo>
                <a:lnTo>
                  <a:pt x="1135126" y="1505458"/>
                </a:lnTo>
                <a:lnTo>
                  <a:pt x="1116203" y="1440307"/>
                </a:lnTo>
                <a:lnTo>
                  <a:pt x="1092708" y="1377442"/>
                </a:lnTo>
                <a:lnTo>
                  <a:pt x="1065022" y="1316990"/>
                </a:lnTo>
                <a:lnTo>
                  <a:pt x="1033653" y="1259967"/>
                </a:lnTo>
                <a:lnTo>
                  <a:pt x="998728" y="1206627"/>
                </a:lnTo>
                <a:lnTo>
                  <a:pt x="961009" y="1157478"/>
                </a:lnTo>
                <a:lnTo>
                  <a:pt x="920242" y="1113155"/>
                </a:lnTo>
                <a:lnTo>
                  <a:pt x="877443" y="1074166"/>
                </a:lnTo>
                <a:lnTo>
                  <a:pt x="832485" y="1041019"/>
                </a:lnTo>
                <a:lnTo>
                  <a:pt x="786130" y="1014222"/>
                </a:lnTo>
                <a:lnTo>
                  <a:pt x="738378" y="994283"/>
                </a:lnTo>
                <a:lnTo>
                  <a:pt x="689737" y="982091"/>
                </a:lnTo>
                <a:lnTo>
                  <a:pt x="667600" y="979093"/>
                </a:lnTo>
                <a:lnTo>
                  <a:pt x="669378" y="978154"/>
                </a:lnTo>
                <a:lnTo>
                  <a:pt x="730377" y="946023"/>
                </a:lnTo>
                <a:lnTo>
                  <a:pt x="732663" y="944753"/>
                </a:lnTo>
                <a:lnTo>
                  <a:pt x="733552" y="941959"/>
                </a:lnTo>
                <a:lnTo>
                  <a:pt x="732282" y="939546"/>
                </a:lnTo>
                <a:lnTo>
                  <a:pt x="731139" y="937260"/>
                </a:lnTo>
                <a:lnTo>
                  <a:pt x="728218" y="936371"/>
                </a:lnTo>
                <a:lnTo>
                  <a:pt x="725932" y="937641"/>
                </a:lnTo>
                <a:lnTo>
                  <a:pt x="640588" y="982472"/>
                </a:lnTo>
                <a:lnTo>
                  <a:pt x="721614" y="1034669"/>
                </a:lnTo>
                <a:lnTo>
                  <a:pt x="723900" y="1036066"/>
                </a:lnTo>
                <a:lnTo>
                  <a:pt x="726821" y="1035431"/>
                </a:lnTo>
                <a:lnTo>
                  <a:pt x="728218" y="1033145"/>
                </a:lnTo>
                <a:lnTo>
                  <a:pt x="729615" y="1030986"/>
                </a:lnTo>
                <a:lnTo>
                  <a:pt x="728980" y="1028065"/>
                </a:lnTo>
                <a:lnTo>
                  <a:pt x="668032" y="988822"/>
                </a:lnTo>
                <a:lnTo>
                  <a:pt x="687832" y="991362"/>
                </a:lnTo>
                <a:lnTo>
                  <a:pt x="735076" y="1003300"/>
                </a:lnTo>
                <a:lnTo>
                  <a:pt x="781685" y="1022604"/>
                </a:lnTo>
                <a:lnTo>
                  <a:pt x="827024" y="1048766"/>
                </a:lnTo>
                <a:lnTo>
                  <a:pt x="871093" y="1081405"/>
                </a:lnTo>
                <a:lnTo>
                  <a:pt x="913384" y="1119759"/>
                </a:lnTo>
                <a:lnTo>
                  <a:pt x="953516" y="1163447"/>
                </a:lnTo>
                <a:lnTo>
                  <a:pt x="990981" y="1211961"/>
                </a:lnTo>
                <a:lnTo>
                  <a:pt x="1025398" y="1264666"/>
                </a:lnTo>
                <a:lnTo>
                  <a:pt x="1056513" y="1321181"/>
                </a:lnTo>
                <a:lnTo>
                  <a:pt x="1083818" y="1380871"/>
                </a:lnTo>
                <a:lnTo>
                  <a:pt x="1107059" y="1443101"/>
                </a:lnTo>
                <a:lnTo>
                  <a:pt x="1125855" y="1507490"/>
                </a:lnTo>
                <a:lnTo>
                  <a:pt x="1139571" y="1573530"/>
                </a:lnTo>
                <a:lnTo>
                  <a:pt x="1148207" y="1640586"/>
                </a:lnTo>
                <a:lnTo>
                  <a:pt x="1151128" y="1708277"/>
                </a:lnTo>
                <a:lnTo>
                  <a:pt x="1160653" y="1708150"/>
                </a:lnTo>
                <a:close/>
              </a:path>
            </a:pathLst>
          </a:custGeom>
          <a:solidFill>
            <a:srgbClr val="3891A7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79932" y="38100"/>
            <a:ext cx="7578852" cy="1106424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7034">
              <a:lnSpc>
                <a:spcPct val="100000"/>
              </a:lnSpc>
              <a:spcBef>
                <a:spcPts val="100"/>
              </a:spcBef>
              <a:tabLst>
                <a:tab pos="3851910" algn="l"/>
              </a:tabLst>
            </a:pPr>
            <a:r>
              <a:rPr spc="-90" dirty="0"/>
              <a:t>Constructio</a:t>
            </a:r>
            <a:r>
              <a:rPr spc="-100" dirty="0"/>
              <a:t>n</a:t>
            </a:r>
            <a:r>
              <a:rPr spc="-95" dirty="0"/>
              <a:t> </a:t>
            </a:r>
            <a:r>
              <a:rPr spc="-204" dirty="0"/>
              <a:t>of</a:t>
            </a:r>
            <a:r>
              <a:rPr dirty="0"/>
              <a:t>	</a:t>
            </a:r>
            <a:r>
              <a:rPr spc="-10" dirty="0"/>
              <a:t>A</a:t>
            </a:r>
            <a:r>
              <a:rPr dirty="0"/>
              <a:t>VL</a:t>
            </a:r>
            <a:r>
              <a:rPr spc="-585" dirty="0"/>
              <a:t> </a:t>
            </a:r>
            <a:r>
              <a:rPr spc="-409" dirty="0"/>
              <a:t>T</a:t>
            </a:r>
            <a:r>
              <a:rPr spc="-50" dirty="0"/>
              <a:t>r</a:t>
            </a:r>
            <a:r>
              <a:rPr spc="-260" dirty="0"/>
              <a:t>ee</a:t>
            </a:r>
            <a:r>
              <a:rPr spc="-95" dirty="0"/>
              <a:t> </a:t>
            </a:r>
            <a:r>
              <a:rPr spc="-114" dirty="0"/>
              <a:t>(</a:t>
            </a:r>
            <a:r>
              <a:rPr spc="-160" dirty="0"/>
              <a:t>1</a:t>
            </a:r>
            <a:r>
              <a:rPr spc="-95" dirty="0"/>
              <a:t> to</a:t>
            </a:r>
            <a:r>
              <a:rPr spc="-110" dirty="0"/>
              <a:t> </a:t>
            </a:r>
            <a:r>
              <a:rPr spc="-90" dirty="0"/>
              <a:t>8</a:t>
            </a:r>
            <a:r>
              <a:rPr spc="-175" dirty="0"/>
              <a:t>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914394" y="5025008"/>
            <a:ext cx="194563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solidFill>
                  <a:srgbClr val="00AF50"/>
                </a:solidFill>
                <a:latin typeface="Arial"/>
                <a:cs typeface="Arial"/>
              </a:rPr>
              <a:t>TREE</a:t>
            </a:r>
            <a:r>
              <a:rPr sz="1800" b="1" i="1" spc="-4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800" b="1" i="1" spc="-5" dirty="0">
                <a:solidFill>
                  <a:srgbClr val="00AF50"/>
                </a:solidFill>
                <a:latin typeface="Arial"/>
                <a:cs typeface="Arial"/>
              </a:rPr>
              <a:t>is</a:t>
            </a:r>
            <a:r>
              <a:rPr sz="1800" b="1" i="1" spc="-4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00AF50"/>
                </a:solidFill>
                <a:latin typeface="Arial"/>
                <a:cs typeface="Arial"/>
              </a:rPr>
              <a:t>balanced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909440" y="2085085"/>
            <a:ext cx="1284605" cy="1409700"/>
            <a:chOff x="3909440" y="2085085"/>
            <a:chExt cx="1284605" cy="1409700"/>
          </a:xfrm>
        </p:grpSpPr>
        <p:sp>
          <p:nvSpPr>
            <p:cNvPr id="18" name="object 18"/>
            <p:cNvSpPr/>
            <p:nvPr/>
          </p:nvSpPr>
          <p:spPr>
            <a:xfrm>
              <a:off x="3922140" y="2097785"/>
              <a:ext cx="577850" cy="507365"/>
            </a:xfrm>
            <a:custGeom>
              <a:avLst/>
              <a:gdLst/>
              <a:ahLst/>
              <a:cxnLst/>
              <a:rect l="l" t="t" r="r" b="b"/>
              <a:pathLst>
                <a:path w="577850" h="507364">
                  <a:moveTo>
                    <a:pt x="288671" y="0"/>
                  </a:moveTo>
                  <a:lnTo>
                    <a:pt x="236793" y="4081"/>
                  </a:lnTo>
                  <a:lnTo>
                    <a:pt x="187961" y="15849"/>
                  </a:lnTo>
                  <a:lnTo>
                    <a:pt x="142992" y="34591"/>
                  </a:lnTo>
                  <a:lnTo>
                    <a:pt x="102701" y="59591"/>
                  </a:lnTo>
                  <a:lnTo>
                    <a:pt x="67906" y="90136"/>
                  </a:lnTo>
                  <a:lnTo>
                    <a:pt x="39421" y="125513"/>
                  </a:lnTo>
                  <a:lnTo>
                    <a:pt x="18065" y="165007"/>
                  </a:lnTo>
                  <a:lnTo>
                    <a:pt x="4652" y="207905"/>
                  </a:lnTo>
                  <a:lnTo>
                    <a:pt x="0" y="253491"/>
                  </a:lnTo>
                  <a:lnTo>
                    <a:pt x="4652" y="299041"/>
                  </a:lnTo>
                  <a:lnTo>
                    <a:pt x="18065" y="341909"/>
                  </a:lnTo>
                  <a:lnTo>
                    <a:pt x="39421" y="381380"/>
                  </a:lnTo>
                  <a:lnTo>
                    <a:pt x="67906" y="416741"/>
                  </a:lnTo>
                  <a:lnTo>
                    <a:pt x="102701" y="447276"/>
                  </a:lnTo>
                  <a:lnTo>
                    <a:pt x="142992" y="472270"/>
                  </a:lnTo>
                  <a:lnTo>
                    <a:pt x="187961" y="491008"/>
                  </a:lnTo>
                  <a:lnTo>
                    <a:pt x="236793" y="502775"/>
                  </a:lnTo>
                  <a:lnTo>
                    <a:pt x="288671" y="506856"/>
                  </a:lnTo>
                  <a:lnTo>
                    <a:pt x="340581" y="502775"/>
                  </a:lnTo>
                  <a:lnTo>
                    <a:pt x="389431" y="491008"/>
                  </a:lnTo>
                  <a:lnTo>
                    <a:pt x="434405" y="472270"/>
                  </a:lnTo>
                  <a:lnTo>
                    <a:pt x="474692" y="447276"/>
                  </a:lnTo>
                  <a:lnTo>
                    <a:pt x="509477" y="416741"/>
                  </a:lnTo>
                  <a:lnTo>
                    <a:pt x="537948" y="381380"/>
                  </a:lnTo>
                  <a:lnTo>
                    <a:pt x="559291" y="341909"/>
                  </a:lnTo>
                  <a:lnTo>
                    <a:pt x="572693" y="299041"/>
                  </a:lnTo>
                  <a:lnTo>
                    <a:pt x="577342" y="253491"/>
                  </a:lnTo>
                  <a:lnTo>
                    <a:pt x="572693" y="207905"/>
                  </a:lnTo>
                  <a:lnTo>
                    <a:pt x="559291" y="165007"/>
                  </a:lnTo>
                  <a:lnTo>
                    <a:pt x="537948" y="125513"/>
                  </a:lnTo>
                  <a:lnTo>
                    <a:pt x="509477" y="90136"/>
                  </a:lnTo>
                  <a:lnTo>
                    <a:pt x="474692" y="59591"/>
                  </a:lnTo>
                  <a:lnTo>
                    <a:pt x="434405" y="34591"/>
                  </a:lnTo>
                  <a:lnTo>
                    <a:pt x="389431" y="15849"/>
                  </a:lnTo>
                  <a:lnTo>
                    <a:pt x="340581" y="4081"/>
                  </a:lnTo>
                  <a:lnTo>
                    <a:pt x="288671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922140" y="2097785"/>
              <a:ext cx="577850" cy="507365"/>
            </a:xfrm>
            <a:custGeom>
              <a:avLst/>
              <a:gdLst/>
              <a:ahLst/>
              <a:cxnLst/>
              <a:rect l="l" t="t" r="r" b="b"/>
              <a:pathLst>
                <a:path w="577850" h="507364">
                  <a:moveTo>
                    <a:pt x="0" y="253491"/>
                  </a:moveTo>
                  <a:lnTo>
                    <a:pt x="4652" y="207905"/>
                  </a:lnTo>
                  <a:lnTo>
                    <a:pt x="18065" y="165007"/>
                  </a:lnTo>
                  <a:lnTo>
                    <a:pt x="39421" y="125513"/>
                  </a:lnTo>
                  <a:lnTo>
                    <a:pt x="67906" y="90136"/>
                  </a:lnTo>
                  <a:lnTo>
                    <a:pt x="102701" y="59591"/>
                  </a:lnTo>
                  <a:lnTo>
                    <a:pt x="142992" y="34591"/>
                  </a:lnTo>
                  <a:lnTo>
                    <a:pt x="187961" y="15849"/>
                  </a:lnTo>
                  <a:lnTo>
                    <a:pt x="236793" y="4081"/>
                  </a:lnTo>
                  <a:lnTo>
                    <a:pt x="288671" y="0"/>
                  </a:lnTo>
                  <a:lnTo>
                    <a:pt x="340581" y="4081"/>
                  </a:lnTo>
                  <a:lnTo>
                    <a:pt x="389431" y="15849"/>
                  </a:lnTo>
                  <a:lnTo>
                    <a:pt x="434405" y="34591"/>
                  </a:lnTo>
                  <a:lnTo>
                    <a:pt x="474692" y="59591"/>
                  </a:lnTo>
                  <a:lnTo>
                    <a:pt x="509477" y="90136"/>
                  </a:lnTo>
                  <a:lnTo>
                    <a:pt x="537948" y="125513"/>
                  </a:lnTo>
                  <a:lnTo>
                    <a:pt x="559291" y="165007"/>
                  </a:lnTo>
                  <a:lnTo>
                    <a:pt x="572693" y="207905"/>
                  </a:lnTo>
                  <a:lnTo>
                    <a:pt x="577342" y="253491"/>
                  </a:lnTo>
                  <a:lnTo>
                    <a:pt x="572693" y="299041"/>
                  </a:lnTo>
                  <a:lnTo>
                    <a:pt x="559291" y="341909"/>
                  </a:lnTo>
                  <a:lnTo>
                    <a:pt x="537948" y="381380"/>
                  </a:lnTo>
                  <a:lnTo>
                    <a:pt x="509477" y="416741"/>
                  </a:lnTo>
                  <a:lnTo>
                    <a:pt x="474692" y="447276"/>
                  </a:lnTo>
                  <a:lnTo>
                    <a:pt x="434405" y="472270"/>
                  </a:lnTo>
                  <a:lnTo>
                    <a:pt x="389431" y="491008"/>
                  </a:lnTo>
                  <a:lnTo>
                    <a:pt x="340581" y="502775"/>
                  </a:lnTo>
                  <a:lnTo>
                    <a:pt x="288671" y="506856"/>
                  </a:lnTo>
                  <a:lnTo>
                    <a:pt x="236793" y="502775"/>
                  </a:lnTo>
                  <a:lnTo>
                    <a:pt x="187961" y="491008"/>
                  </a:lnTo>
                  <a:lnTo>
                    <a:pt x="142992" y="472270"/>
                  </a:lnTo>
                  <a:lnTo>
                    <a:pt x="102701" y="447276"/>
                  </a:lnTo>
                  <a:lnTo>
                    <a:pt x="67906" y="416741"/>
                  </a:lnTo>
                  <a:lnTo>
                    <a:pt x="39421" y="381380"/>
                  </a:lnTo>
                  <a:lnTo>
                    <a:pt x="18065" y="341909"/>
                  </a:lnTo>
                  <a:lnTo>
                    <a:pt x="4652" y="299041"/>
                  </a:lnTo>
                  <a:lnTo>
                    <a:pt x="0" y="253491"/>
                  </a:lnTo>
                  <a:close/>
                </a:path>
              </a:pathLst>
            </a:custGeom>
            <a:ln w="25400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603876" y="2974593"/>
              <a:ext cx="577850" cy="507365"/>
            </a:xfrm>
            <a:custGeom>
              <a:avLst/>
              <a:gdLst/>
              <a:ahLst/>
              <a:cxnLst/>
              <a:rect l="l" t="t" r="r" b="b"/>
              <a:pathLst>
                <a:path w="577850" h="507364">
                  <a:moveTo>
                    <a:pt x="288671" y="0"/>
                  </a:moveTo>
                  <a:lnTo>
                    <a:pt x="236793" y="4081"/>
                  </a:lnTo>
                  <a:lnTo>
                    <a:pt x="187961" y="15849"/>
                  </a:lnTo>
                  <a:lnTo>
                    <a:pt x="142992" y="34591"/>
                  </a:lnTo>
                  <a:lnTo>
                    <a:pt x="102701" y="59591"/>
                  </a:lnTo>
                  <a:lnTo>
                    <a:pt x="67906" y="90136"/>
                  </a:lnTo>
                  <a:lnTo>
                    <a:pt x="39421" y="125513"/>
                  </a:lnTo>
                  <a:lnTo>
                    <a:pt x="18065" y="165007"/>
                  </a:lnTo>
                  <a:lnTo>
                    <a:pt x="4652" y="207905"/>
                  </a:lnTo>
                  <a:lnTo>
                    <a:pt x="0" y="253491"/>
                  </a:lnTo>
                  <a:lnTo>
                    <a:pt x="4652" y="299045"/>
                  </a:lnTo>
                  <a:lnTo>
                    <a:pt x="18065" y="341925"/>
                  </a:lnTo>
                  <a:lnTo>
                    <a:pt x="39421" y="381413"/>
                  </a:lnTo>
                  <a:lnTo>
                    <a:pt x="67906" y="416794"/>
                  </a:lnTo>
                  <a:lnTo>
                    <a:pt x="102701" y="447350"/>
                  </a:lnTo>
                  <a:lnTo>
                    <a:pt x="142992" y="472364"/>
                  </a:lnTo>
                  <a:lnTo>
                    <a:pt x="187961" y="491119"/>
                  </a:lnTo>
                  <a:lnTo>
                    <a:pt x="236793" y="502898"/>
                  </a:lnTo>
                  <a:lnTo>
                    <a:pt x="288671" y="506983"/>
                  </a:lnTo>
                  <a:lnTo>
                    <a:pt x="340586" y="502898"/>
                  </a:lnTo>
                  <a:lnTo>
                    <a:pt x="389447" y="491119"/>
                  </a:lnTo>
                  <a:lnTo>
                    <a:pt x="434438" y="472364"/>
                  </a:lnTo>
                  <a:lnTo>
                    <a:pt x="474745" y="447350"/>
                  </a:lnTo>
                  <a:lnTo>
                    <a:pt x="509551" y="416794"/>
                  </a:lnTo>
                  <a:lnTo>
                    <a:pt x="538042" y="381413"/>
                  </a:lnTo>
                  <a:lnTo>
                    <a:pt x="559402" y="341925"/>
                  </a:lnTo>
                  <a:lnTo>
                    <a:pt x="572816" y="299045"/>
                  </a:lnTo>
                  <a:lnTo>
                    <a:pt x="577469" y="253491"/>
                  </a:lnTo>
                  <a:lnTo>
                    <a:pt x="572816" y="207905"/>
                  </a:lnTo>
                  <a:lnTo>
                    <a:pt x="559402" y="165007"/>
                  </a:lnTo>
                  <a:lnTo>
                    <a:pt x="538042" y="125513"/>
                  </a:lnTo>
                  <a:lnTo>
                    <a:pt x="509551" y="90136"/>
                  </a:lnTo>
                  <a:lnTo>
                    <a:pt x="474745" y="59591"/>
                  </a:lnTo>
                  <a:lnTo>
                    <a:pt x="434438" y="34591"/>
                  </a:lnTo>
                  <a:lnTo>
                    <a:pt x="389447" y="15849"/>
                  </a:lnTo>
                  <a:lnTo>
                    <a:pt x="340586" y="4081"/>
                  </a:lnTo>
                  <a:lnTo>
                    <a:pt x="288671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603876" y="2974593"/>
              <a:ext cx="577850" cy="507365"/>
            </a:xfrm>
            <a:custGeom>
              <a:avLst/>
              <a:gdLst/>
              <a:ahLst/>
              <a:cxnLst/>
              <a:rect l="l" t="t" r="r" b="b"/>
              <a:pathLst>
                <a:path w="577850" h="507364">
                  <a:moveTo>
                    <a:pt x="0" y="253491"/>
                  </a:moveTo>
                  <a:lnTo>
                    <a:pt x="4652" y="207905"/>
                  </a:lnTo>
                  <a:lnTo>
                    <a:pt x="18065" y="165007"/>
                  </a:lnTo>
                  <a:lnTo>
                    <a:pt x="39421" y="125513"/>
                  </a:lnTo>
                  <a:lnTo>
                    <a:pt x="67906" y="90136"/>
                  </a:lnTo>
                  <a:lnTo>
                    <a:pt x="102701" y="59591"/>
                  </a:lnTo>
                  <a:lnTo>
                    <a:pt x="142992" y="34591"/>
                  </a:lnTo>
                  <a:lnTo>
                    <a:pt x="187961" y="15849"/>
                  </a:lnTo>
                  <a:lnTo>
                    <a:pt x="236793" y="4081"/>
                  </a:lnTo>
                  <a:lnTo>
                    <a:pt x="288671" y="0"/>
                  </a:lnTo>
                  <a:lnTo>
                    <a:pt x="340586" y="4081"/>
                  </a:lnTo>
                  <a:lnTo>
                    <a:pt x="389447" y="15849"/>
                  </a:lnTo>
                  <a:lnTo>
                    <a:pt x="434438" y="34591"/>
                  </a:lnTo>
                  <a:lnTo>
                    <a:pt x="474745" y="59591"/>
                  </a:lnTo>
                  <a:lnTo>
                    <a:pt x="509551" y="90136"/>
                  </a:lnTo>
                  <a:lnTo>
                    <a:pt x="538042" y="125513"/>
                  </a:lnTo>
                  <a:lnTo>
                    <a:pt x="559402" y="165007"/>
                  </a:lnTo>
                  <a:lnTo>
                    <a:pt x="572816" y="207905"/>
                  </a:lnTo>
                  <a:lnTo>
                    <a:pt x="577469" y="253491"/>
                  </a:lnTo>
                  <a:lnTo>
                    <a:pt x="572816" y="299045"/>
                  </a:lnTo>
                  <a:lnTo>
                    <a:pt x="559402" y="341925"/>
                  </a:lnTo>
                  <a:lnTo>
                    <a:pt x="538042" y="381413"/>
                  </a:lnTo>
                  <a:lnTo>
                    <a:pt x="509551" y="416794"/>
                  </a:lnTo>
                  <a:lnTo>
                    <a:pt x="474745" y="447350"/>
                  </a:lnTo>
                  <a:lnTo>
                    <a:pt x="434438" y="472364"/>
                  </a:lnTo>
                  <a:lnTo>
                    <a:pt x="389447" y="491119"/>
                  </a:lnTo>
                  <a:lnTo>
                    <a:pt x="340586" y="502898"/>
                  </a:lnTo>
                  <a:lnTo>
                    <a:pt x="288671" y="506983"/>
                  </a:lnTo>
                  <a:lnTo>
                    <a:pt x="236793" y="502898"/>
                  </a:lnTo>
                  <a:lnTo>
                    <a:pt x="187961" y="491119"/>
                  </a:lnTo>
                  <a:lnTo>
                    <a:pt x="142992" y="472364"/>
                  </a:lnTo>
                  <a:lnTo>
                    <a:pt x="102701" y="447350"/>
                  </a:lnTo>
                  <a:lnTo>
                    <a:pt x="67906" y="416794"/>
                  </a:lnTo>
                  <a:lnTo>
                    <a:pt x="39421" y="381413"/>
                  </a:lnTo>
                  <a:lnTo>
                    <a:pt x="18065" y="341925"/>
                  </a:lnTo>
                  <a:lnTo>
                    <a:pt x="4652" y="299045"/>
                  </a:lnTo>
                  <a:lnTo>
                    <a:pt x="0" y="253491"/>
                  </a:lnTo>
                  <a:close/>
                </a:path>
              </a:pathLst>
            </a:custGeom>
            <a:ln w="25399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820539" y="3069716"/>
            <a:ext cx="144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4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311016" y="3038094"/>
            <a:ext cx="603250" cy="532765"/>
            <a:chOff x="3311016" y="3038094"/>
            <a:chExt cx="603250" cy="532765"/>
          </a:xfrm>
        </p:grpSpPr>
        <p:sp>
          <p:nvSpPr>
            <p:cNvPr id="24" name="object 24"/>
            <p:cNvSpPr/>
            <p:nvPr/>
          </p:nvSpPr>
          <p:spPr>
            <a:xfrm>
              <a:off x="3323716" y="3050794"/>
              <a:ext cx="577850" cy="507365"/>
            </a:xfrm>
            <a:custGeom>
              <a:avLst/>
              <a:gdLst/>
              <a:ahLst/>
              <a:cxnLst/>
              <a:rect l="l" t="t" r="r" b="b"/>
              <a:pathLst>
                <a:path w="577850" h="507364">
                  <a:moveTo>
                    <a:pt x="288671" y="0"/>
                  </a:moveTo>
                  <a:lnTo>
                    <a:pt x="236793" y="4081"/>
                  </a:lnTo>
                  <a:lnTo>
                    <a:pt x="187961" y="15849"/>
                  </a:lnTo>
                  <a:lnTo>
                    <a:pt x="142992" y="34591"/>
                  </a:lnTo>
                  <a:lnTo>
                    <a:pt x="102701" y="59591"/>
                  </a:lnTo>
                  <a:lnTo>
                    <a:pt x="67906" y="90136"/>
                  </a:lnTo>
                  <a:lnTo>
                    <a:pt x="39421" y="125513"/>
                  </a:lnTo>
                  <a:lnTo>
                    <a:pt x="18065" y="165007"/>
                  </a:lnTo>
                  <a:lnTo>
                    <a:pt x="4652" y="207905"/>
                  </a:lnTo>
                  <a:lnTo>
                    <a:pt x="0" y="253491"/>
                  </a:lnTo>
                  <a:lnTo>
                    <a:pt x="4652" y="299045"/>
                  </a:lnTo>
                  <a:lnTo>
                    <a:pt x="18065" y="341925"/>
                  </a:lnTo>
                  <a:lnTo>
                    <a:pt x="39421" y="381413"/>
                  </a:lnTo>
                  <a:lnTo>
                    <a:pt x="67906" y="416794"/>
                  </a:lnTo>
                  <a:lnTo>
                    <a:pt x="102701" y="447350"/>
                  </a:lnTo>
                  <a:lnTo>
                    <a:pt x="142992" y="472364"/>
                  </a:lnTo>
                  <a:lnTo>
                    <a:pt x="187961" y="491119"/>
                  </a:lnTo>
                  <a:lnTo>
                    <a:pt x="236793" y="502898"/>
                  </a:lnTo>
                  <a:lnTo>
                    <a:pt x="288671" y="506983"/>
                  </a:lnTo>
                  <a:lnTo>
                    <a:pt x="340581" y="502898"/>
                  </a:lnTo>
                  <a:lnTo>
                    <a:pt x="389431" y="491119"/>
                  </a:lnTo>
                  <a:lnTo>
                    <a:pt x="434405" y="472364"/>
                  </a:lnTo>
                  <a:lnTo>
                    <a:pt x="474692" y="447350"/>
                  </a:lnTo>
                  <a:lnTo>
                    <a:pt x="509477" y="416794"/>
                  </a:lnTo>
                  <a:lnTo>
                    <a:pt x="537948" y="381413"/>
                  </a:lnTo>
                  <a:lnTo>
                    <a:pt x="559291" y="341925"/>
                  </a:lnTo>
                  <a:lnTo>
                    <a:pt x="572693" y="299045"/>
                  </a:lnTo>
                  <a:lnTo>
                    <a:pt x="577342" y="253491"/>
                  </a:lnTo>
                  <a:lnTo>
                    <a:pt x="572693" y="207905"/>
                  </a:lnTo>
                  <a:lnTo>
                    <a:pt x="559291" y="165007"/>
                  </a:lnTo>
                  <a:lnTo>
                    <a:pt x="537948" y="125513"/>
                  </a:lnTo>
                  <a:lnTo>
                    <a:pt x="509477" y="90136"/>
                  </a:lnTo>
                  <a:lnTo>
                    <a:pt x="474692" y="59591"/>
                  </a:lnTo>
                  <a:lnTo>
                    <a:pt x="434405" y="34591"/>
                  </a:lnTo>
                  <a:lnTo>
                    <a:pt x="389431" y="15849"/>
                  </a:lnTo>
                  <a:lnTo>
                    <a:pt x="340581" y="4081"/>
                  </a:lnTo>
                  <a:lnTo>
                    <a:pt x="288671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323716" y="3050794"/>
              <a:ext cx="577850" cy="507365"/>
            </a:xfrm>
            <a:custGeom>
              <a:avLst/>
              <a:gdLst/>
              <a:ahLst/>
              <a:cxnLst/>
              <a:rect l="l" t="t" r="r" b="b"/>
              <a:pathLst>
                <a:path w="577850" h="507364">
                  <a:moveTo>
                    <a:pt x="0" y="253491"/>
                  </a:moveTo>
                  <a:lnTo>
                    <a:pt x="4652" y="207905"/>
                  </a:lnTo>
                  <a:lnTo>
                    <a:pt x="18065" y="165007"/>
                  </a:lnTo>
                  <a:lnTo>
                    <a:pt x="39421" y="125513"/>
                  </a:lnTo>
                  <a:lnTo>
                    <a:pt x="67906" y="90136"/>
                  </a:lnTo>
                  <a:lnTo>
                    <a:pt x="102701" y="59591"/>
                  </a:lnTo>
                  <a:lnTo>
                    <a:pt x="142992" y="34591"/>
                  </a:lnTo>
                  <a:lnTo>
                    <a:pt x="187961" y="15849"/>
                  </a:lnTo>
                  <a:lnTo>
                    <a:pt x="236793" y="4081"/>
                  </a:lnTo>
                  <a:lnTo>
                    <a:pt x="288671" y="0"/>
                  </a:lnTo>
                  <a:lnTo>
                    <a:pt x="340581" y="4081"/>
                  </a:lnTo>
                  <a:lnTo>
                    <a:pt x="389431" y="15849"/>
                  </a:lnTo>
                  <a:lnTo>
                    <a:pt x="434405" y="34591"/>
                  </a:lnTo>
                  <a:lnTo>
                    <a:pt x="474692" y="59591"/>
                  </a:lnTo>
                  <a:lnTo>
                    <a:pt x="509477" y="90136"/>
                  </a:lnTo>
                  <a:lnTo>
                    <a:pt x="537948" y="125513"/>
                  </a:lnTo>
                  <a:lnTo>
                    <a:pt x="559291" y="165007"/>
                  </a:lnTo>
                  <a:lnTo>
                    <a:pt x="572693" y="207905"/>
                  </a:lnTo>
                  <a:lnTo>
                    <a:pt x="577342" y="253491"/>
                  </a:lnTo>
                  <a:lnTo>
                    <a:pt x="572693" y="299045"/>
                  </a:lnTo>
                  <a:lnTo>
                    <a:pt x="559291" y="341925"/>
                  </a:lnTo>
                  <a:lnTo>
                    <a:pt x="537948" y="381413"/>
                  </a:lnTo>
                  <a:lnTo>
                    <a:pt x="509477" y="416794"/>
                  </a:lnTo>
                  <a:lnTo>
                    <a:pt x="474692" y="447350"/>
                  </a:lnTo>
                  <a:lnTo>
                    <a:pt x="434405" y="472364"/>
                  </a:lnTo>
                  <a:lnTo>
                    <a:pt x="389431" y="491119"/>
                  </a:lnTo>
                  <a:lnTo>
                    <a:pt x="340581" y="502898"/>
                  </a:lnTo>
                  <a:lnTo>
                    <a:pt x="288671" y="506983"/>
                  </a:lnTo>
                  <a:lnTo>
                    <a:pt x="236793" y="502898"/>
                  </a:lnTo>
                  <a:lnTo>
                    <a:pt x="187961" y="491119"/>
                  </a:lnTo>
                  <a:lnTo>
                    <a:pt x="142992" y="472364"/>
                  </a:lnTo>
                  <a:lnTo>
                    <a:pt x="102701" y="447350"/>
                  </a:lnTo>
                  <a:lnTo>
                    <a:pt x="67906" y="416794"/>
                  </a:lnTo>
                  <a:lnTo>
                    <a:pt x="39421" y="381413"/>
                  </a:lnTo>
                  <a:lnTo>
                    <a:pt x="18065" y="341925"/>
                  </a:lnTo>
                  <a:lnTo>
                    <a:pt x="4652" y="299045"/>
                  </a:lnTo>
                  <a:lnTo>
                    <a:pt x="0" y="253491"/>
                  </a:lnTo>
                  <a:close/>
                </a:path>
              </a:pathLst>
            </a:custGeom>
            <a:ln w="25400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539997" y="3145916"/>
            <a:ext cx="144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612388" y="2530475"/>
            <a:ext cx="1076325" cy="520700"/>
          </a:xfrm>
          <a:custGeom>
            <a:avLst/>
            <a:gdLst/>
            <a:ahLst/>
            <a:cxnLst/>
            <a:rect l="l" t="t" r="r" b="b"/>
            <a:pathLst>
              <a:path w="1076325" h="520700">
                <a:moveTo>
                  <a:pt x="394335" y="0"/>
                </a:moveTo>
                <a:lnTo>
                  <a:pt x="0" y="520319"/>
                </a:lnTo>
              </a:path>
              <a:path w="1076325" h="520700">
                <a:moveTo>
                  <a:pt x="802639" y="0"/>
                </a:moveTo>
                <a:lnTo>
                  <a:pt x="1076071" y="518287"/>
                </a:lnTo>
              </a:path>
            </a:pathLst>
          </a:custGeom>
          <a:ln w="9525">
            <a:solidFill>
              <a:srgbClr val="3891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2899029" y="2812796"/>
            <a:ext cx="579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BF</a:t>
            </a:r>
            <a:r>
              <a:rPr sz="1800" i="1" spc="5" dirty="0">
                <a:latin typeface="Arial"/>
                <a:cs typeface="Arial"/>
              </a:rPr>
              <a:t>=</a:t>
            </a:r>
            <a:r>
              <a:rPr sz="1800" i="1" spc="-5" dirty="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80489" y="1083309"/>
            <a:ext cx="3628390" cy="14097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1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130" dirty="0">
                <a:solidFill>
                  <a:srgbClr val="FF0000"/>
                </a:solidFill>
                <a:latin typeface="Trebuchet MS"/>
                <a:cs typeface="Trebuchet MS"/>
              </a:rPr>
              <a:t>Resu</a:t>
            </a:r>
            <a:r>
              <a:rPr sz="3200" spc="-70" dirty="0">
                <a:solidFill>
                  <a:srgbClr val="FF0000"/>
                </a:solidFill>
                <a:latin typeface="Trebuchet MS"/>
                <a:cs typeface="Trebuchet MS"/>
              </a:rPr>
              <a:t>l</a:t>
            </a:r>
            <a:r>
              <a:rPr sz="3200" spc="-204" dirty="0">
                <a:solidFill>
                  <a:srgbClr val="FF0000"/>
                </a:solidFill>
                <a:latin typeface="Trebuchet MS"/>
                <a:cs typeface="Trebuchet MS"/>
              </a:rPr>
              <a:t>t</a:t>
            </a:r>
            <a:r>
              <a:rPr sz="3200" spc="-8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204" dirty="0">
                <a:solidFill>
                  <a:srgbClr val="FF0000"/>
                </a:solidFill>
                <a:latin typeface="Trebuchet MS"/>
                <a:cs typeface="Trebuchet MS"/>
              </a:rPr>
              <a:t>o</a:t>
            </a:r>
            <a:r>
              <a:rPr sz="3200" spc="-140" dirty="0">
                <a:solidFill>
                  <a:srgbClr val="FF0000"/>
                </a:solidFill>
                <a:latin typeface="Trebuchet MS"/>
                <a:cs typeface="Trebuchet MS"/>
              </a:rPr>
              <a:t>f</a:t>
            </a:r>
            <a:r>
              <a:rPr sz="3200" spc="-8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105" dirty="0">
                <a:solidFill>
                  <a:srgbClr val="FF0000"/>
                </a:solidFill>
                <a:latin typeface="Trebuchet MS"/>
                <a:cs typeface="Trebuchet MS"/>
              </a:rPr>
              <a:t>In</a:t>
            </a:r>
            <a:r>
              <a:rPr sz="3200" spc="-95" dirty="0">
                <a:solidFill>
                  <a:srgbClr val="FF0000"/>
                </a:solidFill>
                <a:latin typeface="Trebuchet MS"/>
                <a:cs typeface="Trebuchet MS"/>
              </a:rPr>
              <a:t>s</a:t>
            </a:r>
            <a:r>
              <a:rPr sz="3200" spc="-110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sz="3200" spc="-20" dirty="0">
                <a:solidFill>
                  <a:srgbClr val="FF0000"/>
                </a:solidFill>
                <a:latin typeface="Trebuchet MS"/>
                <a:cs typeface="Trebuchet MS"/>
              </a:rPr>
              <a:t>r</a:t>
            </a:r>
            <a:r>
              <a:rPr sz="3200" spc="-155" dirty="0">
                <a:solidFill>
                  <a:srgbClr val="FF0000"/>
                </a:solidFill>
                <a:latin typeface="Trebuchet MS"/>
                <a:cs typeface="Trebuchet MS"/>
              </a:rPr>
              <a:t>ti</a:t>
            </a:r>
            <a:r>
              <a:rPr sz="3200" spc="-245" dirty="0">
                <a:solidFill>
                  <a:srgbClr val="FF0000"/>
                </a:solidFill>
                <a:latin typeface="Trebuchet MS"/>
                <a:cs typeface="Trebuchet MS"/>
              </a:rPr>
              <a:t>n</a:t>
            </a:r>
            <a:r>
              <a:rPr sz="3200" spc="-240" dirty="0">
                <a:solidFill>
                  <a:srgbClr val="FF0000"/>
                </a:solidFill>
                <a:latin typeface="Trebuchet MS"/>
                <a:cs typeface="Trebuchet MS"/>
              </a:rPr>
              <a:t>g</a:t>
            </a:r>
            <a:r>
              <a:rPr sz="3200" spc="-10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80" dirty="0">
                <a:solidFill>
                  <a:srgbClr val="FF0000"/>
                </a:solidFill>
                <a:latin typeface="Trebuchet MS"/>
                <a:cs typeface="Trebuchet MS"/>
              </a:rPr>
              <a:t>5</a:t>
            </a:r>
            <a:endParaRPr sz="3200">
              <a:latin typeface="Trebuchet MS"/>
              <a:cs typeface="Trebuchet MS"/>
            </a:endParaRPr>
          </a:p>
          <a:p>
            <a:pPr marR="71120" algn="r">
              <a:lnSpc>
                <a:spcPct val="100000"/>
              </a:lnSpc>
              <a:spcBef>
                <a:spcPts val="2014"/>
              </a:spcBef>
            </a:pPr>
            <a:r>
              <a:rPr sz="1800" i="1" dirty="0">
                <a:latin typeface="Arial"/>
                <a:cs typeface="Arial"/>
              </a:rPr>
              <a:t>BF=-1</a:t>
            </a:r>
            <a:endParaRPr sz="1800">
              <a:latin typeface="Arial"/>
              <a:cs typeface="Arial"/>
            </a:endParaRPr>
          </a:p>
          <a:p>
            <a:pPr marR="730250" algn="r">
              <a:lnSpc>
                <a:spcPct val="100000"/>
              </a:lnSpc>
              <a:spcBef>
                <a:spcPts val="715"/>
              </a:spcBef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989321" y="2715514"/>
            <a:ext cx="579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BF</a:t>
            </a:r>
            <a:r>
              <a:rPr sz="1800" i="1" spc="5" dirty="0">
                <a:latin typeface="Arial"/>
                <a:cs typeface="Arial"/>
              </a:rPr>
              <a:t>=</a:t>
            </a:r>
            <a:r>
              <a:rPr sz="1800" i="1" spc="-5" dirty="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349875" y="3920997"/>
            <a:ext cx="711200" cy="482600"/>
            <a:chOff x="5349875" y="3920997"/>
            <a:chExt cx="711200" cy="482600"/>
          </a:xfrm>
        </p:grpSpPr>
        <p:sp>
          <p:nvSpPr>
            <p:cNvPr id="32" name="object 32"/>
            <p:cNvSpPr/>
            <p:nvPr/>
          </p:nvSpPr>
          <p:spPr>
            <a:xfrm>
              <a:off x="5362575" y="3933697"/>
              <a:ext cx="685800" cy="457200"/>
            </a:xfrm>
            <a:custGeom>
              <a:avLst/>
              <a:gdLst/>
              <a:ahLst/>
              <a:cxnLst/>
              <a:rect l="l" t="t" r="r" b="b"/>
              <a:pathLst>
                <a:path w="685800" h="457200">
                  <a:moveTo>
                    <a:pt x="342773" y="0"/>
                  </a:moveTo>
                  <a:lnTo>
                    <a:pt x="287161" y="2992"/>
                  </a:lnTo>
                  <a:lnTo>
                    <a:pt x="234411" y="11655"/>
                  </a:lnTo>
                  <a:lnTo>
                    <a:pt x="185227" y="25518"/>
                  </a:lnTo>
                  <a:lnTo>
                    <a:pt x="140314" y="44110"/>
                  </a:lnTo>
                  <a:lnTo>
                    <a:pt x="100377" y="66960"/>
                  </a:lnTo>
                  <a:lnTo>
                    <a:pt x="66121" y="93597"/>
                  </a:lnTo>
                  <a:lnTo>
                    <a:pt x="38250" y="123551"/>
                  </a:lnTo>
                  <a:lnTo>
                    <a:pt x="17470" y="156350"/>
                  </a:lnTo>
                  <a:lnTo>
                    <a:pt x="0" y="228600"/>
                  </a:lnTo>
                  <a:lnTo>
                    <a:pt x="4485" y="265676"/>
                  </a:lnTo>
                  <a:lnTo>
                    <a:pt x="38250" y="333648"/>
                  </a:lnTo>
                  <a:lnTo>
                    <a:pt x="66121" y="363602"/>
                  </a:lnTo>
                  <a:lnTo>
                    <a:pt x="100377" y="390239"/>
                  </a:lnTo>
                  <a:lnTo>
                    <a:pt x="140314" y="413089"/>
                  </a:lnTo>
                  <a:lnTo>
                    <a:pt x="185227" y="431681"/>
                  </a:lnTo>
                  <a:lnTo>
                    <a:pt x="234411" y="445544"/>
                  </a:lnTo>
                  <a:lnTo>
                    <a:pt x="287161" y="454207"/>
                  </a:lnTo>
                  <a:lnTo>
                    <a:pt x="342773" y="457200"/>
                  </a:lnTo>
                  <a:lnTo>
                    <a:pt x="398353" y="454207"/>
                  </a:lnTo>
                  <a:lnTo>
                    <a:pt x="451085" y="445544"/>
                  </a:lnTo>
                  <a:lnTo>
                    <a:pt x="500262" y="431681"/>
                  </a:lnTo>
                  <a:lnTo>
                    <a:pt x="545176" y="413089"/>
                  </a:lnTo>
                  <a:lnTo>
                    <a:pt x="585120" y="390239"/>
                  </a:lnTo>
                  <a:lnTo>
                    <a:pt x="619388" y="363602"/>
                  </a:lnTo>
                  <a:lnTo>
                    <a:pt x="647271" y="333648"/>
                  </a:lnTo>
                  <a:lnTo>
                    <a:pt x="668063" y="300849"/>
                  </a:lnTo>
                  <a:lnTo>
                    <a:pt x="685546" y="228600"/>
                  </a:lnTo>
                  <a:lnTo>
                    <a:pt x="681057" y="191523"/>
                  </a:lnTo>
                  <a:lnTo>
                    <a:pt x="647271" y="123551"/>
                  </a:lnTo>
                  <a:lnTo>
                    <a:pt x="619388" y="93597"/>
                  </a:lnTo>
                  <a:lnTo>
                    <a:pt x="585120" y="66960"/>
                  </a:lnTo>
                  <a:lnTo>
                    <a:pt x="545176" y="44110"/>
                  </a:lnTo>
                  <a:lnTo>
                    <a:pt x="500262" y="25518"/>
                  </a:lnTo>
                  <a:lnTo>
                    <a:pt x="451085" y="11655"/>
                  </a:lnTo>
                  <a:lnTo>
                    <a:pt x="398353" y="2992"/>
                  </a:lnTo>
                  <a:lnTo>
                    <a:pt x="342773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362575" y="3933697"/>
              <a:ext cx="685800" cy="457200"/>
            </a:xfrm>
            <a:custGeom>
              <a:avLst/>
              <a:gdLst/>
              <a:ahLst/>
              <a:cxnLst/>
              <a:rect l="l" t="t" r="r" b="b"/>
              <a:pathLst>
                <a:path w="685800" h="457200">
                  <a:moveTo>
                    <a:pt x="0" y="228600"/>
                  </a:moveTo>
                  <a:lnTo>
                    <a:pt x="17470" y="156350"/>
                  </a:lnTo>
                  <a:lnTo>
                    <a:pt x="38250" y="123551"/>
                  </a:lnTo>
                  <a:lnTo>
                    <a:pt x="66121" y="93597"/>
                  </a:lnTo>
                  <a:lnTo>
                    <a:pt x="100377" y="66960"/>
                  </a:lnTo>
                  <a:lnTo>
                    <a:pt x="140314" y="44110"/>
                  </a:lnTo>
                  <a:lnTo>
                    <a:pt x="185227" y="25518"/>
                  </a:lnTo>
                  <a:lnTo>
                    <a:pt x="234411" y="11655"/>
                  </a:lnTo>
                  <a:lnTo>
                    <a:pt x="287161" y="2992"/>
                  </a:lnTo>
                  <a:lnTo>
                    <a:pt x="342773" y="0"/>
                  </a:lnTo>
                  <a:lnTo>
                    <a:pt x="398353" y="2992"/>
                  </a:lnTo>
                  <a:lnTo>
                    <a:pt x="451085" y="11655"/>
                  </a:lnTo>
                  <a:lnTo>
                    <a:pt x="500262" y="25518"/>
                  </a:lnTo>
                  <a:lnTo>
                    <a:pt x="545176" y="44110"/>
                  </a:lnTo>
                  <a:lnTo>
                    <a:pt x="585120" y="66960"/>
                  </a:lnTo>
                  <a:lnTo>
                    <a:pt x="619388" y="93597"/>
                  </a:lnTo>
                  <a:lnTo>
                    <a:pt x="647271" y="123551"/>
                  </a:lnTo>
                  <a:lnTo>
                    <a:pt x="668063" y="156350"/>
                  </a:lnTo>
                  <a:lnTo>
                    <a:pt x="685546" y="228600"/>
                  </a:lnTo>
                  <a:lnTo>
                    <a:pt x="681057" y="265676"/>
                  </a:lnTo>
                  <a:lnTo>
                    <a:pt x="647271" y="333648"/>
                  </a:lnTo>
                  <a:lnTo>
                    <a:pt x="619388" y="363602"/>
                  </a:lnTo>
                  <a:lnTo>
                    <a:pt x="585120" y="390239"/>
                  </a:lnTo>
                  <a:lnTo>
                    <a:pt x="545176" y="413089"/>
                  </a:lnTo>
                  <a:lnTo>
                    <a:pt x="500262" y="431681"/>
                  </a:lnTo>
                  <a:lnTo>
                    <a:pt x="451085" y="445544"/>
                  </a:lnTo>
                  <a:lnTo>
                    <a:pt x="398353" y="454207"/>
                  </a:lnTo>
                  <a:lnTo>
                    <a:pt x="342773" y="457200"/>
                  </a:lnTo>
                  <a:lnTo>
                    <a:pt x="287161" y="454207"/>
                  </a:lnTo>
                  <a:lnTo>
                    <a:pt x="234411" y="445544"/>
                  </a:lnTo>
                  <a:lnTo>
                    <a:pt x="185227" y="431681"/>
                  </a:lnTo>
                  <a:lnTo>
                    <a:pt x="140314" y="413089"/>
                  </a:lnTo>
                  <a:lnTo>
                    <a:pt x="100377" y="390239"/>
                  </a:lnTo>
                  <a:lnTo>
                    <a:pt x="66121" y="363602"/>
                  </a:lnTo>
                  <a:lnTo>
                    <a:pt x="38250" y="333648"/>
                  </a:lnTo>
                  <a:lnTo>
                    <a:pt x="17470" y="300849"/>
                  </a:lnTo>
                  <a:lnTo>
                    <a:pt x="0" y="228600"/>
                  </a:lnTo>
                  <a:close/>
                </a:path>
              </a:pathLst>
            </a:custGeom>
            <a:ln w="25400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5634354" y="4004309"/>
            <a:ext cx="144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5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359909" y="3402520"/>
            <a:ext cx="1108075" cy="1001394"/>
            <a:chOff x="4359909" y="3402520"/>
            <a:chExt cx="1108075" cy="1001394"/>
          </a:xfrm>
        </p:grpSpPr>
        <p:sp>
          <p:nvSpPr>
            <p:cNvPr id="36" name="object 36"/>
            <p:cNvSpPr/>
            <p:nvPr/>
          </p:nvSpPr>
          <p:spPr>
            <a:xfrm>
              <a:off x="5096763" y="3407283"/>
              <a:ext cx="366395" cy="593725"/>
            </a:xfrm>
            <a:custGeom>
              <a:avLst/>
              <a:gdLst/>
              <a:ahLst/>
              <a:cxnLst/>
              <a:rect l="l" t="t" r="r" b="b"/>
              <a:pathLst>
                <a:path w="366395" h="593725">
                  <a:moveTo>
                    <a:pt x="0" y="0"/>
                  </a:moveTo>
                  <a:lnTo>
                    <a:pt x="366140" y="593470"/>
                  </a:lnTo>
                </a:path>
              </a:pathLst>
            </a:custGeom>
            <a:ln w="9525">
              <a:solidFill>
                <a:srgbClr val="3891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372609" y="3803269"/>
              <a:ext cx="504190" cy="588010"/>
            </a:xfrm>
            <a:custGeom>
              <a:avLst/>
              <a:gdLst/>
              <a:ahLst/>
              <a:cxnLst/>
              <a:rect l="l" t="t" r="r" b="b"/>
              <a:pathLst>
                <a:path w="504189" h="588010">
                  <a:moveTo>
                    <a:pt x="251967" y="0"/>
                  </a:moveTo>
                  <a:lnTo>
                    <a:pt x="206667" y="4734"/>
                  </a:lnTo>
                  <a:lnTo>
                    <a:pt x="164034" y="18385"/>
                  </a:lnTo>
                  <a:lnTo>
                    <a:pt x="124779" y="40122"/>
                  </a:lnTo>
                  <a:lnTo>
                    <a:pt x="89614" y="69115"/>
                  </a:lnTo>
                  <a:lnTo>
                    <a:pt x="59248" y="104535"/>
                  </a:lnTo>
                  <a:lnTo>
                    <a:pt x="34393" y="145551"/>
                  </a:lnTo>
                  <a:lnTo>
                    <a:pt x="15759" y="191333"/>
                  </a:lnTo>
                  <a:lnTo>
                    <a:pt x="4058" y="241052"/>
                  </a:lnTo>
                  <a:lnTo>
                    <a:pt x="0" y="293877"/>
                  </a:lnTo>
                  <a:lnTo>
                    <a:pt x="4058" y="346699"/>
                  </a:lnTo>
                  <a:lnTo>
                    <a:pt x="15759" y="396406"/>
                  </a:lnTo>
                  <a:lnTo>
                    <a:pt x="34393" y="442171"/>
                  </a:lnTo>
                  <a:lnTo>
                    <a:pt x="59248" y="483167"/>
                  </a:lnTo>
                  <a:lnTo>
                    <a:pt x="89614" y="518566"/>
                  </a:lnTo>
                  <a:lnTo>
                    <a:pt x="124779" y="547539"/>
                  </a:lnTo>
                  <a:lnTo>
                    <a:pt x="164034" y="569259"/>
                  </a:lnTo>
                  <a:lnTo>
                    <a:pt x="206667" y="582898"/>
                  </a:lnTo>
                  <a:lnTo>
                    <a:pt x="251967" y="587628"/>
                  </a:lnTo>
                  <a:lnTo>
                    <a:pt x="297268" y="582898"/>
                  </a:lnTo>
                  <a:lnTo>
                    <a:pt x="339901" y="569259"/>
                  </a:lnTo>
                  <a:lnTo>
                    <a:pt x="379156" y="547539"/>
                  </a:lnTo>
                  <a:lnTo>
                    <a:pt x="414321" y="518566"/>
                  </a:lnTo>
                  <a:lnTo>
                    <a:pt x="444687" y="483167"/>
                  </a:lnTo>
                  <a:lnTo>
                    <a:pt x="469542" y="442171"/>
                  </a:lnTo>
                  <a:lnTo>
                    <a:pt x="488176" y="396406"/>
                  </a:lnTo>
                  <a:lnTo>
                    <a:pt x="499877" y="346699"/>
                  </a:lnTo>
                  <a:lnTo>
                    <a:pt x="503936" y="293877"/>
                  </a:lnTo>
                  <a:lnTo>
                    <a:pt x="499877" y="241052"/>
                  </a:lnTo>
                  <a:lnTo>
                    <a:pt x="488176" y="191333"/>
                  </a:lnTo>
                  <a:lnTo>
                    <a:pt x="469542" y="145551"/>
                  </a:lnTo>
                  <a:lnTo>
                    <a:pt x="444687" y="104535"/>
                  </a:lnTo>
                  <a:lnTo>
                    <a:pt x="414321" y="69115"/>
                  </a:lnTo>
                  <a:lnTo>
                    <a:pt x="379156" y="40122"/>
                  </a:lnTo>
                  <a:lnTo>
                    <a:pt x="339901" y="18385"/>
                  </a:lnTo>
                  <a:lnTo>
                    <a:pt x="297268" y="4734"/>
                  </a:lnTo>
                  <a:lnTo>
                    <a:pt x="251967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372609" y="3803269"/>
              <a:ext cx="504190" cy="588010"/>
            </a:xfrm>
            <a:custGeom>
              <a:avLst/>
              <a:gdLst/>
              <a:ahLst/>
              <a:cxnLst/>
              <a:rect l="l" t="t" r="r" b="b"/>
              <a:pathLst>
                <a:path w="504189" h="588010">
                  <a:moveTo>
                    <a:pt x="0" y="293877"/>
                  </a:moveTo>
                  <a:lnTo>
                    <a:pt x="4058" y="241052"/>
                  </a:lnTo>
                  <a:lnTo>
                    <a:pt x="15759" y="191333"/>
                  </a:lnTo>
                  <a:lnTo>
                    <a:pt x="34393" y="145551"/>
                  </a:lnTo>
                  <a:lnTo>
                    <a:pt x="59248" y="104535"/>
                  </a:lnTo>
                  <a:lnTo>
                    <a:pt x="89614" y="69115"/>
                  </a:lnTo>
                  <a:lnTo>
                    <a:pt x="124779" y="40122"/>
                  </a:lnTo>
                  <a:lnTo>
                    <a:pt x="164034" y="18385"/>
                  </a:lnTo>
                  <a:lnTo>
                    <a:pt x="206667" y="4734"/>
                  </a:lnTo>
                  <a:lnTo>
                    <a:pt x="251967" y="0"/>
                  </a:lnTo>
                  <a:lnTo>
                    <a:pt x="297268" y="4734"/>
                  </a:lnTo>
                  <a:lnTo>
                    <a:pt x="339901" y="18385"/>
                  </a:lnTo>
                  <a:lnTo>
                    <a:pt x="379156" y="40122"/>
                  </a:lnTo>
                  <a:lnTo>
                    <a:pt x="414321" y="69115"/>
                  </a:lnTo>
                  <a:lnTo>
                    <a:pt x="444687" y="104535"/>
                  </a:lnTo>
                  <a:lnTo>
                    <a:pt x="469542" y="145551"/>
                  </a:lnTo>
                  <a:lnTo>
                    <a:pt x="488176" y="191333"/>
                  </a:lnTo>
                  <a:lnTo>
                    <a:pt x="499877" y="241052"/>
                  </a:lnTo>
                  <a:lnTo>
                    <a:pt x="503936" y="293877"/>
                  </a:lnTo>
                  <a:lnTo>
                    <a:pt x="499877" y="346699"/>
                  </a:lnTo>
                  <a:lnTo>
                    <a:pt x="488176" y="396406"/>
                  </a:lnTo>
                  <a:lnTo>
                    <a:pt x="469542" y="442171"/>
                  </a:lnTo>
                  <a:lnTo>
                    <a:pt x="444687" y="483167"/>
                  </a:lnTo>
                  <a:lnTo>
                    <a:pt x="414321" y="518566"/>
                  </a:lnTo>
                  <a:lnTo>
                    <a:pt x="379156" y="547539"/>
                  </a:lnTo>
                  <a:lnTo>
                    <a:pt x="339901" y="569259"/>
                  </a:lnTo>
                  <a:lnTo>
                    <a:pt x="297268" y="582898"/>
                  </a:lnTo>
                  <a:lnTo>
                    <a:pt x="251967" y="587628"/>
                  </a:lnTo>
                  <a:lnTo>
                    <a:pt x="206667" y="582898"/>
                  </a:lnTo>
                  <a:lnTo>
                    <a:pt x="164034" y="569259"/>
                  </a:lnTo>
                  <a:lnTo>
                    <a:pt x="124779" y="547539"/>
                  </a:lnTo>
                  <a:lnTo>
                    <a:pt x="89614" y="518566"/>
                  </a:lnTo>
                  <a:lnTo>
                    <a:pt x="59248" y="483167"/>
                  </a:lnTo>
                  <a:lnTo>
                    <a:pt x="34393" y="442171"/>
                  </a:lnTo>
                  <a:lnTo>
                    <a:pt x="15759" y="396406"/>
                  </a:lnTo>
                  <a:lnTo>
                    <a:pt x="4058" y="346699"/>
                  </a:lnTo>
                  <a:lnTo>
                    <a:pt x="0" y="293877"/>
                  </a:lnTo>
                  <a:close/>
                </a:path>
              </a:pathLst>
            </a:custGeom>
            <a:ln w="25400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5929376" y="3731767"/>
            <a:ext cx="579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BF</a:t>
            </a:r>
            <a:r>
              <a:rPr sz="1800" i="1" spc="5" dirty="0">
                <a:latin typeface="Arial"/>
                <a:cs typeface="Arial"/>
              </a:rPr>
              <a:t>=</a:t>
            </a:r>
            <a:r>
              <a:rPr sz="1800" i="1" spc="-5" dirty="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553458" y="3939032"/>
            <a:ext cx="144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639058" y="3696461"/>
            <a:ext cx="579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BF</a:t>
            </a:r>
            <a:r>
              <a:rPr sz="1800" i="1" spc="5" dirty="0">
                <a:latin typeface="Arial"/>
                <a:cs typeface="Arial"/>
              </a:rPr>
              <a:t>=</a:t>
            </a:r>
            <a:r>
              <a:rPr sz="1800" i="1" spc="-5" dirty="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4688459" y="3481578"/>
            <a:ext cx="204470" cy="321945"/>
          </a:xfrm>
          <a:custGeom>
            <a:avLst/>
            <a:gdLst/>
            <a:ahLst/>
            <a:cxnLst/>
            <a:rect l="l" t="t" r="r" b="b"/>
            <a:pathLst>
              <a:path w="204470" h="321945">
                <a:moveTo>
                  <a:pt x="204088" y="0"/>
                </a:moveTo>
                <a:lnTo>
                  <a:pt x="0" y="321691"/>
                </a:lnTo>
              </a:path>
            </a:pathLst>
          </a:custGeom>
          <a:ln w="9525">
            <a:solidFill>
              <a:srgbClr val="3891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79932" y="38100"/>
            <a:ext cx="7578852" cy="1106424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7034">
              <a:lnSpc>
                <a:spcPct val="100000"/>
              </a:lnSpc>
              <a:spcBef>
                <a:spcPts val="100"/>
              </a:spcBef>
              <a:tabLst>
                <a:tab pos="3851910" algn="l"/>
              </a:tabLst>
            </a:pPr>
            <a:r>
              <a:rPr spc="-90" dirty="0"/>
              <a:t>Constructio</a:t>
            </a:r>
            <a:r>
              <a:rPr spc="-100" dirty="0"/>
              <a:t>n</a:t>
            </a:r>
            <a:r>
              <a:rPr spc="-95" dirty="0"/>
              <a:t> </a:t>
            </a:r>
            <a:r>
              <a:rPr spc="-204" dirty="0"/>
              <a:t>of</a:t>
            </a:r>
            <a:r>
              <a:rPr dirty="0"/>
              <a:t>	</a:t>
            </a:r>
            <a:r>
              <a:rPr spc="-10" dirty="0"/>
              <a:t>A</a:t>
            </a:r>
            <a:r>
              <a:rPr dirty="0"/>
              <a:t>VL</a:t>
            </a:r>
            <a:r>
              <a:rPr spc="-585" dirty="0"/>
              <a:t> </a:t>
            </a:r>
            <a:r>
              <a:rPr spc="-409" dirty="0"/>
              <a:t>T</a:t>
            </a:r>
            <a:r>
              <a:rPr spc="-50" dirty="0"/>
              <a:t>r</a:t>
            </a:r>
            <a:r>
              <a:rPr spc="-260" dirty="0"/>
              <a:t>ee</a:t>
            </a:r>
            <a:r>
              <a:rPr spc="-95" dirty="0"/>
              <a:t> </a:t>
            </a:r>
            <a:r>
              <a:rPr spc="-114" dirty="0"/>
              <a:t>(</a:t>
            </a:r>
            <a:r>
              <a:rPr spc="-160" dirty="0"/>
              <a:t>1</a:t>
            </a:r>
            <a:r>
              <a:rPr spc="-95" dirty="0"/>
              <a:t> to</a:t>
            </a:r>
            <a:r>
              <a:rPr spc="-110" dirty="0"/>
              <a:t> </a:t>
            </a:r>
            <a:r>
              <a:rPr spc="-90" dirty="0"/>
              <a:t>8</a:t>
            </a:r>
            <a:r>
              <a:rPr spc="-175" dirty="0"/>
              <a:t>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977133" y="5820562"/>
            <a:ext cx="2272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spc="-5" dirty="0">
                <a:solidFill>
                  <a:srgbClr val="00AF50"/>
                </a:solidFill>
                <a:latin typeface="Arial"/>
                <a:cs typeface="Arial"/>
              </a:rPr>
              <a:t>TREE</a:t>
            </a:r>
            <a:r>
              <a:rPr sz="1800" b="1" i="1" spc="-1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00AF50"/>
                </a:solidFill>
                <a:latin typeface="Arial"/>
                <a:cs typeface="Arial"/>
              </a:rPr>
              <a:t>is</a:t>
            </a:r>
            <a:r>
              <a:rPr sz="1800" b="1" i="1" spc="459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800" b="1" i="1" spc="-5" dirty="0">
                <a:solidFill>
                  <a:srgbClr val="00AF50"/>
                </a:solidFill>
                <a:latin typeface="Arial"/>
                <a:cs typeface="Arial"/>
              </a:rPr>
              <a:t>imbalanced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909440" y="2085085"/>
            <a:ext cx="1284605" cy="1409700"/>
            <a:chOff x="3909440" y="2085085"/>
            <a:chExt cx="1284605" cy="1409700"/>
          </a:xfrm>
        </p:grpSpPr>
        <p:sp>
          <p:nvSpPr>
            <p:cNvPr id="18" name="object 18"/>
            <p:cNvSpPr/>
            <p:nvPr/>
          </p:nvSpPr>
          <p:spPr>
            <a:xfrm>
              <a:off x="3922140" y="2097785"/>
              <a:ext cx="577850" cy="507365"/>
            </a:xfrm>
            <a:custGeom>
              <a:avLst/>
              <a:gdLst/>
              <a:ahLst/>
              <a:cxnLst/>
              <a:rect l="l" t="t" r="r" b="b"/>
              <a:pathLst>
                <a:path w="577850" h="507364">
                  <a:moveTo>
                    <a:pt x="288671" y="0"/>
                  </a:moveTo>
                  <a:lnTo>
                    <a:pt x="236793" y="4081"/>
                  </a:lnTo>
                  <a:lnTo>
                    <a:pt x="187961" y="15849"/>
                  </a:lnTo>
                  <a:lnTo>
                    <a:pt x="142992" y="34591"/>
                  </a:lnTo>
                  <a:lnTo>
                    <a:pt x="102701" y="59591"/>
                  </a:lnTo>
                  <a:lnTo>
                    <a:pt x="67906" y="90136"/>
                  </a:lnTo>
                  <a:lnTo>
                    <a:pt x="39421" y="125513"/>
                  </a:lnTo>
                  <a:lnTo>
                    <a:pt x="18065" y="165007"/>
                  </a:lnTo>
                  <a:lnTo>
                    <a:pt x="4652" y="207905"/>
                  </a:lnTo>
                  <a:lnTo>
                    <a:pt x="0" y="253491"/>
                  </a:lnTo>
                  <a:lnTo>
                    <a:pt x="4652" y="299041"/>
                  </a:lnTo>
                  <a:lnTo>
                    <a:pt x="18065" y="341909"/>
                  </a:lnTo>
                  <a:lnTo>
                    <a:pt x="39421" y="381380"/>
                  </a:lnTo>
                  <a:lnTo>
                    <a:pt x="67906" y="416741"/>
                  </a:lnTo>
                  <a:lnTo>
                    <a:pt x="102701" y="447276"/>
                  </a:lnTo>
                  <a:lnTo>
                    <a:pt x="142992" y="472270"/>
                  </a:lnTo>
                  <a:lnTo>
                    <a:pt x="187961" y="491008"/>
                  </a:lnTo>
                  <a:lnTo>
                    <a:pt x="236793" y="502775"/>
                  </a:lnTo>
                  <a:lnTo>
                    <a:pt x="288671" y="506856"/>
                  </a:lnTo>
                  <a:lnTo>
                    <a:pt x="340581" y="502775"/>
                  </a:lnTo>
                  <a:lnTo>
                    <a:pt x="389431" y="491008"/>
                  </a:lnTo>
                  <a:lnTo>
                    <a:pt x="434405" y="472270"/>
                  </a:lnTo>
                  <a:lnTo>
                    <a:pt x="474692" y="447276"/>
                  </a:lnTo>
                  <a:lnTo>
                    <a:pt x="509477" y="416741"/>
                  </a:lnTo>
                  <a:lnTo>
                    <a:pt x="537948" y="381380"/>
                  </a:lnTo>
                  <a:lnTo>
                    <a:pt x="559291" y="341909"/>
                  </a:lnTo>
                  <a:lnTo>
                    <a:pt x="572693" y="299041"/>
                  </a:lnTo>
                  <a:lnTo>
                    <a:pt x="577342" y="253491"/>
                  </a:lnTo>
                  <a:lnTo>
                    <a:pt x="572693" y="207905"/>
                  </a:lnTo>
                  <a:lnTo>
                    <a:pt x="559291" y="165007"/>
                  </a:lnTo>
                  <a:lnTo>
                    <a:pt x="537948" y="125513"/>
                  </a:lnTo>
                  <a:lnTo>
                    <a:pt x="509477" y="90136"/>
                  </a:lnTo>
                  <a:lnTo>
                    <a:pt x="474692" y="59591"/>
                  </a:lnTo>
                  <a:lnTo>
                    <a:pt x="434405" y="34591"/>
                  </a:lnTo>
                  <a:lnTo>
                    <a:pt x="389431" y="15849"/>
                  </a:lnTo>
                  <a:lnTo>
                    <a:pt x="340581" y="4081"/>
                  </a:lnTo>
                  <a:lnTo>
                    <a:pt x="288671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922140" y="2097785"/>
              <a:ext cx="577850" cy="507365"/>
            </a:xfrm>
            <a:custGeom>
              <a:avLst/>
              <a:gdLst/>
              <a:ahLst/>
              <a:cxnLst/>
              <a:rect l="l" t="t" r="r" b="b"/>
              <a:pathLst>
                <a:path w="577850" h="507364">
                  <a:moveTo>
                    <a:pt x="0" y="253491"/>
                  </a:moveTo>
                  <a:lnTo>
                    <a:pt x="4652" y="207905"/>
                  </a:lnTo>
                  <a:lnTo>
                    <a:pt x="18065" y="165007"/>
                  </a:lnTo>
                  <a:lnTo>
                    <a:pt x="39421" y="125513"/>
                  </a:lnTo>
                  <a:lnTo>
                    <a:pt x="67906" y="90136"/>
                  </a:lnTo>
                  <a:lnTo>
                    <a:pt x="102701" y="59591"/>
                  </a:lnTo>
                  <a:lnTo>
                    <a:pt x="142992" y="34591"/>
                  </a:lnTo>
                  <a:lnTo>
                    <a:pt x="187961" y="15849"/>
                  </a:lnTo>
                  <a:lnTo>
                    <a:pt x="236793" y="4081"/>
                  </a:lnTo>
                  <a:lnTo>
                    <a:pt x="288671" y="0"/>
                  </a:lnTo>
                  <a:lnTo>
                    <a:pt x="340581" y="4081"/>
                  </a:lnTo>
                  <a:lnTo>
                    <a:pt x="389431" y="15849"/>
                  </a:lnTo>
                  <a:lnTo>
                    <a:pt x="434405" y="34591"/>
                  </a:lnTo>
                  <a:lnTo>
                    <a:pt x="474692" y="59591"/>
                  </a:lnTo>
                  <a:lnTo>
                    <a:pt x="509477" y="90136"/>
                  </a:lnTo>
                  <a:lnTo>
                    <a:pt x="537948" y="125513"/>
                  </a:lnTo>
                  <a:lnTo>
                    <a:pt x="559291" y="165007"/>
                  </a:lnTo>
                  <a:lnTo>
                    <a:pt x="572693" y="207905"/>
                  </a:lnTo>
                  <a:lnTo>
                    <a:pt x="577342" y="253491"/>
                  </a:lnTo>
                  <a:lnTo>
                    <a:pt x="572693" y="299041"/>
                  </a:lnTo>
                  <a:lnTo>
                    <a:pt x="559291" y="341909"/>
                  </a:lnTo>
                  <a:lnTo>
                    <a:pt x="537948" y="381380"/>
                  </a:lnTo>
                  <a:lnTo>
                    <a:pt x="509477" y="416741"/>
                  </a:lnTo>
                  <a:lnTo>
                    <a:pt x="474692" y="447276"/>
                  </a:lnTo>
                  <a:lnTo>
                    <a:pt x="434405" y="472270"/>
                  </a:lnTo>
                  <a:lnTo>
                    <a:pt x="389431" y="491008"/>
                  </a:lnTo>
                  <a:lnTo>
                    <a:pt x="340581" y="502775"/>
                  </a:lnTo>
                  <a:lnTo>
                    <a:pt x="288671" y="506856"/>
                  </a:lnTo>
                  <a:lnTo>
                    <a:pt x="236793" y="502775"/>
                  </a:lnTo>
                  <a:lnTo>
                    <a:pt x="187961" y="491008"/>
                  </a:lnTo>
                  <a:lnTo>
                    <a:pt x="142992" y="472270"/>
                  </a:lnTo>
                  <a:lnTo>
                    <a:pt x="102701" y="447276"/>
                  </a:lnTo>
                  <a:lnTo>
                    <a:pt x="67906" y="416741"/>
                  </a:lnTo>
                  <a:lnTo>
                    <a:pt x="39421" y="381380"/>
                  </a:lnTo>
                  <a:lnTo>
                    <a:pt x="18065" y="341909"/>
                  </a:lnTo>
                  <a:lnTo>
                    <a:pt x="4652" y="299041"/>
                  </a:lnTo>
                  <a:lnTo>
                    <a:pt x="0" y="253491"/>
                  </a:lnTo>
                  <a:close/>
                </a:path>
              </a:pathLst>
            </a:custGeom>
            <a:ln w="25400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603876" y="2974593"/>
              <a:ext cx="577850" cy="507365"/>
            </a:xfrm>
            <a:custGeom>
              <a:avLst/>
              <a:gdLst/>
              <a:ahLst/>
              <a:cxnLst/>
              <a:rect l="l" t="t" r="r" b="b"/>
              <a:pathLst>
                <a:path w="577850" h="507364">
                  <a:moveTo>
                    <a:pt x="288671" y="0"/>
                  </a:moveTo>
                  <a:lnTo>
                    <a:pt x="236793" y="4081"/>
                  </a:lnTo>
                  <a:lnTo>
                    <a:pt x="187961" y="15849"/>
                  </a:lnTo>
                  <a:lnTo>
                    <a:pt x="142992" y="34591"/>
                  </a:lnTo>
                  <a:lnTo>
                    <a:pt x="102701" y="59591"/>
                  </a:lnTo>
                  <a:lnTo>
                    <a:pt x="67906" y="90136"/>
                  </a:lnTo>
                  <a:lnTo>
                    <a:pt x="39421" y="125513"/>
                  </a:lnTo>
                  <a:lnTo>
                    <a:pt x="18065" y="165007"/>
                  </a:lnTo>
                  <a:lnTo>
                    <a:pt x="4652" y="207905"/>
                  </a:lnTo>
                  <a:lnTo>
                    <a:pt x="0" y="253491"/>
                  </a:lnTo>
                  <a:lnTo>
                    <a:pt x="4652" y="299045"/>
                  </a:lnTo>
                  <a:lnTo>
                    <a:pt x="18065" y="341925"/>
                  </a:lnTo>
                  <a:lnTo>
                    <a:pt x="39421" y="381413"/>
                  </a:lnTo>
                  <a:lnTo>
                    <a:pt x="67906" y="416794"/>
                  </a:lnTo>
                  <a:lnTo>
                    <a:pt x="102701" y="447350"/>
                  </a:lnTo>
                  <a:lnTo>
                    <a:pt x="142992" y="472364"/>
                  </a:lnTo>
                  <a:lnTo>
                    <a:pt x="187961" y="491119"/>
                  </a:lnTo>
                  <a:lnTo>
                    <a:pt x="236793" y="502898"/>
                  </a:lnTo>
                  <a:lnTo>
                    <a:pt x="288671" y="506983"/>
                  </a:lnTo>
                  <a:lnTo>
                    <a:pt x="340586" y="502898"/>
                  </a:lnTo>
                  <a:lnTo>
                    <a:pt x="389447" y="491119"/>
                  </a:lnTo>
                  <a:lnTo>
                    <a:pt x="434438" y="472364"/>
                  </a:lnTo>
                  <a:lnTo>
                    <a:pt x="474745" y="447350"/>
                  </a:lnTo>
                  <a:lnTo>
                    <a:pt x="509551" y="416794"/>
                  </a:lnTo>
                  <a:lnTo>
                    <a:pt x="538042" y="381413"/>
                  </a:lnTo>
                  <a:lnTo>
                    <a:pt x="559402" y="341925"/>
                  </a:lnTo>
                  <a:lnTo>
                    <a:pt x="572816" y="299045"/>
                  </a:lnTo>
                  <a:lnTo>
                    <a:pt x="577469" y="253491"/>
                  </a:lnTo>
                  <a:lnTo>
                    <a:pt x="572816" y="207905"/>
                  </a:lnTo>
                  <a:lnTo>
                    <a:pt x="559402" y="165007"/>
                  </a:lnTo>
                  <a:lnTo>
                    <a:pt x="538042" y="125513"/>
                  </a:lnTo>
                  <a:lnTo>
                    <a:pt x="509551" y="90136"/>
                  </a:lnTo>
                  <a:lnTo>
                    <a:pt x="474745" y="59591"/>
                  </a:lnTo>
                  <a:lnTo>
                    <a:pt x="434438" y="34591"/>
                  </a:lnTo>
                  <a:lnTo>
                    <a:pt x="389447" y="15849"/>
                  </a:lnTo>
                  <a:lnTo>
                    <a:pt x="340586" y="4081"/>
                  </a:lnTo>
                  <a:lnTo>
                    <a:pt x="288671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603876" y="2974593"/>
              <a:ext cx="577850" cy="507365"/>
            </a:xfrm>
            <a:custGeom>
              <a:avLst/>
              <a:gdLst/>
              <a:ahLst/>
              <a:cxnLst/>
              <a:rect l="l" t="t" r="r" b="b"/>
              <a:pathLst>
                <a:path w="577850" h="507364">
                  <a:moveTo>
                    <a:pt x="0" y="253491"/>
                  </a:moveTo>
                  <a:lnTo>
                    <a:pt x="4652" y="207905"/>
                  </a:lnTo>
                  <a:lnTo>
                    <a:pt x="18065" y="165007"/>
                  </a:lnTo>
                  <a:lnTo>
                    <a:pt x="39421" y="125513"/>
                  </a:lnTo>
                  <a:lnTo>
                    <a:pt x="67906" y="90136"/>
                  </a:lnTo>
                  <a:lnTo>
                    <a:pt x="102701" y="59591"/>
                  </a:lnTo>
                  <a:lnTo>
                    <a:pt x="142992" y="34591"/>
                  </a:lnTo>
                  <a:lnTo>
                    <a:pt x="187961" y="15849"/>
                  </a:lnTo>
                  <a:lnTo>
                    <a:pt x="236793" y="4081"/>
                  </a:lnTo>
                  <a:lnTo>
                    <a:pt x="288671" y="0"/>
                  </a:lnTo>
                  <a:lnTo>
                    <a:pt x="340586" y="4081"/>
                  </a:lnTo>
                  <a:lnTo>
                    <a:pt x="389447" y="15849"/>
                  </a:lnTo>
                  <a:lnTo>
                    <a:pt x="434438" y="34591"/>
                  </a:lnTo>
                  <a:lnTo>
                    <a:pt x="474745" y="59591"/>
                  </a:lnTo>
                  <a:lnTo>
                    <a:pt x="509551" y="90136"/>
                  </a:lnTo>
                  <a:lnTo>
                    <a:pt x="538042" y="125513"/>
                  </a:lnTo>
                  <a:lnTo>
                    <a:pt x="559402" y="165007"/>
                  </a:lnTo>
                  <a:lnTo>
                    <a:pt x="572816" y="207905"/>
                  </a:lnTo>
                  <a:lnTo>
                    <a:pt x="577469" y="253491"/>
                  </a:lnTo>
                  <a:lnTo>
                    <a:pt x="572816" y="299045"/>
                  </a:lnTo>
                  <a:lnTo>
                    <a:pt x="559402" y="341925"/>
                  </a:lnTo>
                  <a:lnTo>
                    <a:pt x="538042" y="381413"/>
                  </a:lnTo>
                  <a:lnTo>
                    <a:pt x="509551" y="416794"/>
                  </a:lnTo>
                  <a:lnTo>
                    <a:pt x="474745" y="447350"/>
                  </a:lnTo>
                  <a:lnTo>
                    <a:pt x="434438" y="472364"/>
                  </a:lnTo>
                  <a:lnTo>
                    <a:pt x="389447" y="491119"/>
                  </a:lnTo>
                  <a:lnTo>
                    <a:pt x="340586" y="502898"/>
                  </a:lnTo>
                  <a:lnTo>
                    <a:pt x="288671" y="506983"/>
                  </a:lnTo>
                  <a:lnTo>
                    <a:pt x="236793" y="502898"/>
                  </a:lnTo>
                  <a:lnTo>
                    <a:pt x="187961" y="491119"/>
                  </a:lnTo>
                  <a:lnTo>
                    <a:pt x="142992" y="472364"/>
                  </a:lnTo>
                  <a:lnTo>
                    <a:pt x="102701" y="447350"/>
                  </a:lnTo>
                  <a:lnTo>
                    <a:pt x="67906" y="416794"/>
                  </a:lnTo>
                  <a:lnTo>
                    <a:pt x="39421" y="381413"/>
                  </a:lnTo>
                  <a:lnTo>
                    <a:pt x="18065" y="341925"/>
                  </a:lnTo>
                  <a:lnTo>
                    <a:pt x="4652" y="299045"/>
                  </a:lnTo>
                  <a:lnTo>
                    <a:pt x="0" y="253491"/>
                  </a:lnTo>
                  <a:close/>
                </a:path>
              </a:pathLst>
            </a:custGeom>
            <a:ln w="25399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820539" y="3069716"/>
            <a:ext cx="144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4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311016" y="3038094"/>
            <a:ext cx="603250" cy="532765"/>
            <a:chOff x="3311016" y="3038094"/>
            <a:chExt cx="603250" cy="532765"/>
          </a:xfrm>
        </p:grpSpPr>
        <p:sp>
          <p:nvSpPr>
            <p:cNvPr id="24" name="object 24"/>
            <p:cNvSpPr/>
            <p:nvPr/>
          </p:nvSpPr>
          <p:spPr>
            <a:xfrm>
              <a:off x="3323716" y="3050794"/>
              <a:ext cx="577850" cy="507365"/>
            </a:xfrm>
            <a:custGeom>
              <a:avLst/>
              <a:gdLst/>
              <a:ahLst/>
              <a:cxnLst/>
              <a:rect l="l" t="t" r="r" b="b"/>
              <a:pathLst>
                <a:path w="577850" h="507364">
                  <a:moveTo>
                    <a:pt x="288671" y="0"/>
                  </a:moveTo>
                  <a:lnTo>
                    <a:pt x="236793" y="4081"/>
                  </a:lnTo>
                  <a:lnTo>
                    <a:pt x="187961" y="15849"/>
                  </a:lnTo>
                  <a:lnTo>
                    <a:pt x="142992" y="34591"/>
                  </a:lnTo>
                  <a:lnTo>
                    <a:pt x="102701" y="59591"/>
                  </a:lnTo>
                  <a:lnTo>
                    <a:pt x="67906" y="90136"/>
                  </a:lnTo>
                  <a:lnTo>
                    <a:pt x="39421" y="125513"/>
                  </a:lnTo>
                  <a:lnTo>
                    <a:pt x="18065" y="165007"/>
                  </a:lnTo>
                  <a:lnTo>
                    <a:pt x="4652" y="207905"/>
                  </a:lnTo>
                  <a:lnTo>
                    <a:pt x="0" y="253491"/>
                  </a:lnTo>
                  <a:lnTo>
                    <a:pt x="4652" y="299045"/>
                  </a:lnTo>
                  <a:lnTo>
                    <a:pt x="18065" y="341925"/>
                  </a:lnTo>
                  <a:lnTo>
                    <a:pt x="39421" y="381413"/>
                  </a:lnTo>
                  <a:lnTo>
                    <a:pt x="67906" y="416794"/>
                  </a:lnTo>
                  <a:lnTo>
                    <a:pt x="102701" y="447350"/>
                  </a:lnTo>
                  <a:lnTo>
                    <a:pt x="142992" y="472364"/>
                  </a:lnTo>
                  <a:lnTo>
                    <a:pt x="187961" y="491119"/>
                  </a:lnTo>
                  <a:lnTo>
                    <a:pt x="236793" y="502898"/>
                  </a:lnTo>
                  <a:lnTo>
                    <a:pt x="288671" y="506983"/>
                  </a:lnTo>
                  <a:lnTo>
                    <a:pt x="340581" y="502898"/>
                  </a:lnTo>
                  <a:lnTo>
                    <a:pt x="389431" y="491119"/>
                  </a:lnTo>
                  <a:lnTo>
                    <a:pt x="434405" y="472364"/>
                  </a:lnTo>
                  <a:lnTo>
                    <a:pt x="474692" y="447350"/>
                  </a:lnTo>
                  <a:lnTo>
                    <a:pt x="509477" y="416794"/>
                  </a:lnTo>
                  <a:lnTo>
                    <a:pt x="537948" y="381413"/>
                  </a:lnTo>
                  <a:lnTo>
                    <a:pt x="559291" y="341925"/>
                  </a:lnTo>
                  <a:lnTo>
                    <a:pt x="572693" y="299045"/>
                  </a:lnTo>
                  <a:lnTo>
                    <a:pt x="577342" y="253491"/>
                  </a:lnTo>
                  <a:lnTo>
                    <a:pt x="572693" y="207905"/>
                  </a:lnTo>
                  <a:lnTo>
                    <a:pt x="559291" y="165007"/>
                  </a:lnTo>
                  <a:lnTo>
                    <a:pt x="537948" y="125513"/>
                  </a:lnTo>
                  <a:lnTo>
                    <a:pt x="509477" y="90136"/>
                  </a:lnTo>
                  <a:lnTo>
                    <a:pt x="474692" y="59591"/>
                  </a:lnTo>
                  <a:lnTo>
                    <a:pt x="434405" y="34591"/>
                  </a:lnTo>
                  <a:lnTo>
                    <a:pt x="389431" y="15849"/>
                  </a:lnTo>
                  <a:lnTo>
                    <a:pt x="340581" y="4081"/>
                  </a:lnTo>
                  <a:lnTo>
                    <a:pt x="288671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323716" y="3050794"/>
              <a:ext cx="577850" cy="507365"/>
            </a:xfrm>
            <a:custGeom>
              <a:avLst/>
              <a:gdLst/>
              <a:ahLst/>
              <a:cxnLst/>
              <a:rect l="l" t="t" r="r" b="b"/>
              <a:pathLst>
                <a:path w="577850" h="507364">
                  <a:moveTo>
                    <a:pt x="0" y="253491"/>
                  </a:moveTo>
                  <a:lnTo>
                    <a:pt x="4652" y="207905"/>
                  </a:lnTo>
                  <a:lnTo>
                    <a:pt x="18065" y="165007"/>
                  </a:lnTo>
                  <a:lnTo>
                    <a:pt x="39421" y="125513"/>
                  </a:lnTo>
                  <a:lnTo>
                    <a:pt x="67906" y="90136"/>
                  </a:lnTo>
                  <a:lnTo>
                    <a:pt x="102701" y="59591"/>
                  </a:lnTo>
                  <a:lnTo>
                    <a:pt x="142992" y="34591"/>
                  </a:lnTo>
                  <a:lnTo>
                    <a:pt x="187961" y="15849"/>
                  </a:lnTo>
                  <a:lnTo>
                    <a:pt x="236793" y="4081"/>
                  </a:lnTo>
                  <a:lnTo>
                    <a:pt x="288671" y="0"/>
                  </a:lnTo>
                  <a:lnTo>
                    <a:pt x="340581" y="4081"/>
                  </a:lnTo>
                  <a:lnTo>
                    <a:pt x="389431" y="15849"/>
                  </a:lnTo>
                  <a:lnTo>
                    <a:pt x="434405" y="34591"/>
                  </a:lnTo>
                  <a:lnTo>
                    <a:pt x="474692" y="59591"/>
                  </a:lnTo>
                  <a:lnTo>
                    <a:pt x="509477" y="90136"/>
                  </a:lnTo>
                  <a:lnTo>
                    <a:pt x="537948" y="125513"/>
                  </a:lnTo>
                  <a:lnTo>
                    <a:pt x="559291" y="165007"/>
                  </a:lnTo>
                  <a:lnTo>
                    <a:pt x="572693" y="207905"/>
                  </a:lnTo>
                  <a:lnTo>
                    <a:pt x="577342" y="253491"/>
                  </a:lnTo>
                  <a:lnTo>
                    <a:pt x="572693" y="299045"/>
                  </a:lnTo>
                  <a:lnTo>
                    <a:pt x="559291" y="341925"/>
                  </a:lnTo>
                  <a:lnTo>
                    <a:pt x="537948" y="381413"/>
                  </a:lnTo>
                  <a:lnTo>
                    <a:pt x="509477" y="416794"/>
                  </a:lnTo>
                  <a:lnTo>
                    <a:pt x="474692" y="447350"/>
                  </a:lnTo>
                  <a:lnTo>
                    <a:pt x="434405" y="472364"/>
                  </a:lnTo>
                  <a:lnTo>
                    <a:pt x="389431" y="491119"/>
                  </a:lnTo>
                  <a:lnTo>
                    <a:pt x="340581" y="502898"/>
                  </a:lnTo>
                  <a:lnTo>
                    <a:pt x="288671" y="506983"/>
                  </a:lnTo>
                  <a:lnTo>
                    <a:pt x="236793" y="502898"/>
                  </a:lnTo>
                  <a:lnTo>
                    <a:pt x="187961" y="491119"/>
                  </a:lnTo>
                  <a:lnTo>
                    <a:pt x="142992" y="472364"/>
                  </a:lnTo>
                  <a:lnTo>
                    <a:pt x="102701" y="447350"/>
                  </a:lnTo>
                  <a:lnTo>
                    <a:pt x="67906" y="416794"/>
                  </a:lnTo>
                  <a:lnTo>
                    <a:pt x="39421" y="381413"/>
                  </a:lnTo>
                  <a:lnTo>
                    <a:pt x="18065" y="341925"/>
                  </a:lnTo>
                  <a:lnTo>
                    <a:pt x="4652" y="299045"/>
                  </a:lnTo>
                  <a:lnTo>
                    <a:pt x="0" y="253491"/>
                  </a:lnTo>
                  <a:close/>
                </a:path>
              </a:pathLst>
            </a:custGeom>
            <a:ln w="25400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539997" y="3145916"/>
            <a:ext cx="144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612388" y="2530475"/>
            <a:ext cx="1076325" cy="520700"/>
          </a:xfrm>
          <a:custGeom>
            <a:avLst/>
            <a:gdLst/>
            <a:ahLst/>
            <a:cxnLst/>
            <a:rect l="l" t="t" r="r" b="b"/>
            <a:pathLst>
              <a:path w="1076325" h="520700">
                <a:moveTo>
                  <a:pt x="394335" y="0"/>
                </a:moveTo>
                <a:lnTo>
                  <a:pt x="0" y="520319"/>
                </a:lnTo>
              </a:path>
              <a:path w="1076325" h="520700">
                <a:moveTo>
                  <a:pt x="802639" y="0"/>
                </a:moveTo>
                <a:lnTo>
                  <a:pt x="1076071" y="518287"/>
                </a:lnTo>
              </a:path>
            </a:pathLst>
          </a:custGeom>
          <a:ln w="9525">
            <a:solidFill>
              <a:srgbClr val="3891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2899029" y="2812796"/>
            <a:ext cx="579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BF</a:t>
            </a:r>
            <a:r>
              <a:rPr sz="1800" i="1" spc="5" dirty="0">
                <a:latin typeface="Arial"/>
                <a:cs typeface="Arial"/>
              </a:rPr>
              <a:t>=</a:t>
            </a:r>
            <a:r>
              <a:rPr sz="1800" i="1" spc="-5" dirty="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80489" y="1083309"/>
            <a:ext cx="3561715" cy="14097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1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105" dirty="0">
                <a:solidFill>
                  <a:srgbClr val="FF0000"/>
                </a:solidFill>
                <a:latin typeface="Trebuchet MS"/>
                <a:cs typeface="Trebuchet MS"/>
              </a:rPr>
              <a:t>Insert</a:t>
            </a:r>
            <a:r>
              <a:rPr sz="3200" spc="-13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80" dirty="0">
                <a:solidFill>
                  <a:srgbClr val="FF0000"/>
                </a:solidFill>
                <a:latin typeface="Trebuchet MS"/>
                <a:cs typeface="Trebuchet MS"/>
              </a:rPr>
              <a:t>6</a:t>
            </a:r>
            <a:endParaRPr sz="3200">
              <a:latin typeface="Trebuchet MS"/>
              <a:cs typeface="Trebuchet MS"/>
            </a:endParaRPr>
          </a:p>
          <a:p>
            <a:pPr marR="5080" algn="r">
              <a:lnSpc>
                <a:spcPct val="100000"/>
              </a:lnSpc>
              <a:spcBef>
                <a:spcPts val="2014"/>
              </a:spcBef>
            </a:pPr>
            <a:r>
              <a:rPr sz="1800" i="1" dirty="0">
                <a:latin typeface="Arial"/>
                <a:cs typeface="Arial"/>
              </a:rPr>
              <a:t>BF=-2</a:t>
            </a:r>
            <a:endParaRPr sz="1800">
              <a:latin typeface="Arial"/>
              <a:cs typeface="Arial"/>
            </a:endParaRPr>
          </a:p>
          <a:p>
            <a:pPr marR="663575" algn="r">
              <a:lnSpc>
                <a:spcPct val="100000"/>
              </a:lnSpc>
              <a:spcBef>
                <a:spcPts val="715"/>
              </a:spcBef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989321" y="2715514"/>
            <a:ext cx="655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BF</a:t>
            </a:r>
            <a:r>
              <a:rPr sz="1800" i="1" spc="10" dirty="0">
                <a:latin typeface="Arial"/>
                <a:cs typeface="Arial"/>
              </a:rPr>
              <a:t>=</a:t>
            </a:r>
            <a:r>
              <a:rPr sz="1800" i="1" dirty="0">
                <a:latin typeface="Arial"/>
                <a:cs typeface="Arial"/>
              </a:rPr>
              <a:t>-</a:t>
            </a:r>
            <a:r>
              <a:rPr sz="1800" i="1" spc="-5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349875" y="3920997"/>
            <a:ext cx="711200" cy="482600"/>
            <a:chOff x="5349875" y="3920997"/>
            <a:chExt cx="711200" cy="482600"/>
          </a:xfrm>
        </p:grpSpPr>
        <p:sp>
          <p:nvSpPr>
            <p:cNvPr id="32" name="object 32"/>
            <p:cNvSpPr/>
            <p:nvPr/>
          </p:nvSpPr>
          <p:spPr>
            <a:xfrm>
              <a:off x="5362575" y="3933697"/>
              <a:ext cx="685800" cy="457200"/>
            </a:xfrm>
            <a:custGeom>
              <a:avLst/>
              <a:gdLst/>
              <a:ahLst/>
              <a:cxnLst/>
              <a:rect l="l" t="t" r="r" b="b"/>
              <a:pathLst>
                <a:path w="685800" h="457200">
                  <a:moveTo>
                    <a:pt x="342773" y="0"/>
                  </a:moveTo>
                  <a:lnTo>
                    <a:pt x="287161" y="2992"/>
                  </a:lnTo>
                  <a:lnTo>
                    <a:pt x="234411" y="11655"/>
                  </a:lnTo>
                  <a:lnTo>
                    <a:pt x="185227" y="25518"/>
                  </a:lnTo>
                  <a:lnTo>
                    <a:pt x="140314" y="44110"/>
                  </a:lnTo>
                  <a:lnTo>
                    <a:pt x="100377" y="66960"/>
                  </a:lnTo>
                  <a:lnTo>
                    <a:pt x="66121" y="93597"/>
                  </a:lnTo>
                  <a:lnTo>
                    <a:pt x="38250" y="123551"/>
                  </a:lnTo>
                  <a:lnTo>
                    <a:pt x="17470" y="156350"/>
                  </a:lnTo>
                  <a:lnTo>
                    <a:pt x="0" y="228600"/>
                  </a:lnTo>
                  <a:lnTo>
                    <a:pt x="4485" y="265676"/>
                  </a:lnTo>
                  <a:lnTo>
                    <a:pt x="38250" y="333648"/>
                  </a:lnTo>
                  <a:lnTo>
                    <a:pt x="66121" y="363602"/>
                  </a:lnTo>
                  <a:lnTo>
                    <a:pt x="100377" y="390239"/>
                  </a:lnTo>
                  <a:lnTo>
                    <a:pt x="140314" y="413089"/>
                  </a:lnTo>
                  <a:lnTo>
                    <a:pt x="185227" y="431681"/>
                  </a:lnTo>
                  <a:lnTo>
                    <a:pt x="234411" y="445544"/>
                  </a:lnTo>
                  <a:lnTo>
                    <a:pt x="287161" y="454207"/>
                  </a:lnTo>
                  <a:lnTo>
                    <a:pt x="342773" y="457200"/>
                  </a:lnTo>
                  <a:lnTo>
                    <a:pt x="398353" y="454207"/>
                  </a:lnTo>
                  <a:lnTo>
                    <a:pt x="451085" y="445544"/>
                  </a:lnTo>
                  <a:lnTo>
                    <a:pt x="500262" y="431681"/>
                  </a:lnTo>
                  <a:lnTo>
                    <a:pt x="545176" y="413089"/>
                  </a:lnTo>
                  <a:lnTo>
                    <a:pt x="585120" y="390239"/>
                  </a:lnTo>
                  <a:lnTo>
                    <a:pt x="619388" y="363602"/>
                  </a:lnTo>
                  <a:lnTo>
                    <a:pt x="647271" y="333648"/>
                  </a:lnTo>
                  <a:lnTo>
                    <a:pt x="668063" y="300849"/>
                  </a:lnTo>
                  <a:lnTo>
                    <a:pt x="685546" y="228600"/>
                  </a:lnTo>
                  <a:lnTo>
                    <a:pt x="681057" y="191523"/>
                  </a:lnTo>
                  <a:lnTo>
                    <a:pt x="647271" y="123551"/>
                  </a:lnTo>
                  <a:lnTo>
                    <a:pt x="619388" y="93597"/>
                  </a:lnTo>
                  <a:lnTo>
                    <a:pt x="585120" y="66960"/>
                  </a:lnTo>
                  <a:lnTo>
                    <a:pt x="545176" y="44110"/>
                  </a:lnTo>
                  <a:lnTo>
                    <a:pt x="500262" y="25518"/>
                  </a:lnTo>
                  <a:lnTo>
                    <a:pt x="451085" y="11655"/>
                  </a:lnTo>
                  <a:lnTo>
                    <a:pt x="398353" y="2992"/>
                  </a:lnTo>
                  <a:lnTo>
                    <a:pt x="342773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362575" y="3933697"/>
              <a:ext cx="685800" cy="457200"/>
            </a:xfrm>
            <a:custGeom>
              <a:avLst/>
              <a:gdLst/>
              <a:ahLst/>
              <a:cxnLst/>
              <a:rect l="l" t="t" r="r" b="b"/>
              <a:pathLst>
                <a:path w="685800" h="457200">
                  <a:moveTo>
                    <a:pt x="0" y="228600"/>
                  </a:moveTo>
                  <a:lnTo>
                    <a:pt x="17470" y="156350"/>
                  </a:lnTo>
                  <a:lnTo>
                    <a:pt x="38250" y="123551"/>
                  </a:lnTo>
                  <a:lnTo>
                    <a:pt x="66121" y="93597"/>
                  </a:lnTo>
                  <a:lnTo>
                    <a:pt x="100377" y="66960"/>
                  </a:lnTo>
                  <a:lnTo>
                    <a:pt x="140314" y="44110"/>
                  </a:lnTo>
                  <a:lnTo>
                    <a:pt x="185227" y="25518"/>
                  </a:lnTo>
                  <a:lnTo>
                    <a:pt x="234411" y="11655"/>
                  </a:lnTo>
                  <a:lnTo>
                    <a:pt x="287161" y="2992"/>
                  </a:lnTo>
                  <a:lnTo>
                    <a:pt x="342773" y="0"/>
                  </a:lnTo>
                  <a:lnTo>
                    <a:pt x="398353" y="2992"/>
                  </a:lnTo>
                  <a:lnTo>
                    <a:pt x="451085" y="11655"/>
                  </a:lnTo>
                  <a:lnTo>
                    <a:pt x="500262" y="25518"/>
                  </a:lnTo>
                  <a:lnTo>
                    <a:pt x="545176" y="44110"/>
                  </a:lnTo>
                  <a:lnTo>
                    <a:pt x="585120" y="66960"/>
                  </a:lnTo>
                  <a:lnTo>
                    <a:pt x="619388" y="93597"/>
                  </a:lnTo>
                  <a:lnTo>
                    <a:pt x="647271" y="123551"/>
                  </a:lnTo>
                  <a:lnTo>
                    <a:pt x="668063" y="156350"/>
                  </a:lnTo>
                  <a:lnTo>
                    <a:pt x="685546" y="228600"/>
                  </a:lnTo>
                  <a:lnTo>
                    <a:pt x="681057" y="265676"/>
                  </a:lnTo>
                  <a:lnTo>
                    <a:pt x="647271" y="333648"/>
                  </a:lnTo>
                  <a:lnTo>
                    <a:pt x="619388" y="363602"/>
                  </a:lnTo>
                  <a:lnTo>
                    <a:pt x="585120" y="390239"/>
                  </a:lnTo>
                  <a:lnTo>
                    <a:pt x="545176" y="413089"/>
                  </a:lnTo>
                  <a:lnTo>
                    <a:pt x="500262" y="431681"/>
                  </a:lnTo>
                  <a:lnTo>
                    <a:pt x="451085" y="445544"/>
                  </a:lnTo>
                  <a:lnTo>
                    <a:pt x="398353" y="454207"/>
                  </a:lnTo>
                  <a:lnTo>
                    <a:pt x="342773" y="457200"/>
                  </a:lnTo>
                  <a:lnTo>
                    <a:pt x="287161" y="454207"/>
                  </a:lnTo>
                  <a:lnTo>
                    <a:pt x="234411" y="445544"/>
                  </a:lnTo>
                  <a:lnTo>
                    <a:pt x="185227" y="431681"/>
                  </a:lnTo>
                  <a:lnTo>
                    <a:pt x="140314" y="413089"/>
                  </a:lnTo>
                  <a:lnTo>
                    <a:pt x="100377" y="390239"/>
                  </a:lnTo>
                  <a:lnTo>
                    <a:pt x="66121" y="363602"/>
                  </a:lnTo>
                  <a:lnTo>
                    <a:pt x="38250" y="333648"/>
                  </a:lnTo>
                  <a:lnTo>
                    <a:pt x="17470" y="300849"/>
                  </a:lnTo>
                  <a:lnTo>
                    <a:pt x="0" y="228600"/>
                  </a:lnTo>
                  <a:close/>
                </a:path>
              </a:pathLst>
            </a:custGeom>
            <a:ln w="25400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5634354" y="4004309"/>
            <a:ext cx="144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5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359909" y="3402520"/>
            <a:ext cx="1108075" cy="1001394"/>
            <a:chOff x="4359909" y="3402520"/>
            <a:chExt cx="1108075" cy="1001394"/>
          </a:xfrm>
        </p:grpSpPr>
        <p:sp>
          <p:nvSpPr>
            <p:cNvPr id="36" name="object 36"/>
            <p:cNvSpPr/>
            <p:nvPr/>
          </p:nvSpPr>
          <p:spPr>
            <a:xfrm>
              <a:off x="5096763" y="3407283"/>
              <a:ext cx="366395" cy="593725"/>
            </a:xfrm>
            <a:custGeom>
              <a:avLst/>
              <a:gdLst/>
              <a:ahLst/>
              <a:cxnLst/>
              <a:rect l="l" t="t" r="r" b="b"/>
              <a:pathLst>
                <a:path w="366395" h="593725">
                  <a:moveTo>
                    <a:pt x="0" y="0"/>
                  </a:moveTo>
                  <a:lnTo>
                    <a:pt x="366140" y="593470"/>
                  </a:lnTo>
                </a:path>
              </a:pathLst>
            </a:custGeom>
            <a:ln w="9525">
              <a:solidFill>
                <a:srgbClr val="3891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372609" y="3803269"/>
              <a:ext cx="504190" cy="588010"/>
            </a:xfrm>
            <a:custGeom>
              <a:avLst/>
              <a:gdLst/>
              <a:ahLst/>
              <a:cxnLst/>
              <a:rect l="l" t="t" r="r" b="b"/>
              <a:pathLst>
                <a:path w="504189" h="588010">
                  <a:moveTo>
                    <a:pt x="251967" y="0"/>
                  </a:moveTo>
                  <a:lnTo>
                    <a:pt x="206667" y="4734"/>
                  </a:lnTo>
                  <a:lnTo>
                    <a:pt x="164034" y="18385"/>
                  </a:lnTo>
                  <a:lnTo>
                    <a:pt x="124779" y="40122"/>
                  </a:lnTo>
                  <a:lnTo>
                    <a:pt x="89614" y="69115"/>
                  </a:lnTo>
                  <a:lnTo>
                    <a:pt x="59248" y="104535"/>
                  </a:lnTo>
                  <a:lnTo>
                    <a:pt x="34393" y="145551"/>
                  </a:lnTo>
                  <a:lnTo>
                    <a:pt x="15759" y="191333"/>
                  </a:lnTo>
                  <a:lnTo>
                    <a:pt x="4058" y="241052"/>
                  </a:lnTo>
                  <a:lnTo>
                    <a:pt x="0" y="293877"/>
                  </a:lnTo>
                  <a:lnTo>
                    <a:pt x="4058" y="346699"/>
                  </a:lnTo>
                  <a:lnTo>
                    <a:pt x="15759" y="396406"/>
                  </a:lnTo>
                  <a:lnTo>
                    <a:pt x="34393" y="442171"/>
                  </a:lnTo>
                  <a:lnTo>
                    <a:pt x="59248" y="483167"/>
                  </a:lnTo>
                  <a:lnTo>
                    <a:pt x="89614" y="518566"/>
                  </a:lnTo>
                  <a:lnTo>
                    <a:pt x="124779" y="547539"/>
                  </a:lnTo>
                  <a:lnTo>
                    <a:pt x="164034" y="569259"/>
                  </a:lnTo>
                  <a:lnTo>
                    <a:pt x="206667" y="582898"/>
                  </a:lnTo>
                  <a:lnTo>
                    <a:pt x="251967" y="587628"/>
                  </a:lnTo>
                  <a:lnTo>
                    <a:pt x="297268" y="582898"/>
                  </a:lnTo>
                  <a:lnTo>
                    <a:pt x="339901" y="569259"/>
                  </a:lnTo>
                  <a:lnTo>
                    <a:pt x="379156" y="547539"/>
                  </a:lnTo>
                  <a:lnTo>
                    <a:pt x="414321" y="518566"/>
                  </a:lnTo>
                  <a:lnTo>
                    <a:pt x="444687" y="483167"/>
                  </a:lnTo>
                  <a:lnTo>
                    <a:pt x="469542" y="442171"/>
                  </a:lnTo>
                  <a:lnTo>
                    <a:pt x="488176" y="396406"/>
                  </a:lnTo>
                  <a:lnTo>
                    <a:pt x="499877" y="346699"/>
                  </a:lnTo>
                  <a:lnTo>
                    <a:pt x="503936" y="293877"/>
                  </a:lnTo>
                  <a:lnTo>
                    <a:pt x="499877" y="241052"/>
                  </a:lnTo>
                  <a:lnTo>
                    <a:pt x="488176" y="191333"/>
                  </a:lnTo>
                  <a:lnTo>
                    <a:pt x="469542" y="145551"/>
                  </a:lnTo>
                  <a:lnTo>
                    <a:pt x="444687" y="104535"/>
                  </a:lnTo>
                  <a:lnTo>
                    <a:pt x="414321" y="69115"/>
                  </a:lnTo>
                  <a:lnTo>
                    <a:pt x="379156" y="40122"/>
                  </a:lnTo>
                  <a:lnTo>
                    <a:pt x="339901" y="18385"/>
                  </a:lnTo>
                  <a:lnTo>
                    <a:pt x="297268" y="4734"/>
                  </a:lnTo>
                  <a:lnTo>
                    <a:pt x="251967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372609" y="3803269"/>
              <a:ext cx="504190" cy="588010"/>
            </a:xfrm>
            <a:custGeom>
              <a:avLst/>
              <a:gdLst/>
              <a:ahLst/>
              <a:cxnLst/>
              <a:rect l="l" t="t" r="r" b="b"/>
              <a:pathLst>
                <a:path w="504189" h="588010">
                  <a:moveTo>
                    <a:pt x="0" y="293877"/>
                  </a:moveTo>
                  <a:lnTo>
                    <a:pt x="4058" y="241052"/>
                  </a:lnTo>
                  <a:lnTo>
                    <a:pt x="15759" y="191333"/>
                  </a:lnTo>
                  <a:lnTo>
                    <a:pt x="34393" y="145551"/>
                  </a:lnTo>
                  <a:lnTo>
                    <a:pt x="59248" y="104535"/>
                  </a:lnTo>
                  <a:lnTo>
                    <a:pt x="89614" y="69115"/>
                  </a:lnTo>
                  <a:lnTo>
                    <a:pt x="124779" y="40122"/>
                  </a:lnTo>
                  <a:lnTo>
                    <a:pt x="164034" y="18385"/>
                  </a:lnTo>
                  <a:lnTo>
                    <a:pt x="206667" y="4734"/>
                  </a:lnTo>
                  <a:lnTo>
                    <a:pt x="251967" y="0"/>
                  </a:lnTo>
                  <a:lnTo>
                    <a:pt x="297268" y="4734"/>
                  </a:lnTo>
                  <a:lnTo>
                    <a:pt x="339901" y="18385"/>
                  </a:lnTo>
                  <a:lnTo>
                    <a:pt x="379156" y="40122"/>
                  </a:lnTo>
                  <a:lnTo>
                    <a:pt x="414321" y="69115"/>
                  </a:lnTo>
                  <a:lnTo>
                    <a:pt x="444687" y="104535"/>
                  </a:lnTo>
                  <a:lnTo>
                    <a:pt x="469542" y="145551"/>
                  </a:lnTo>
                  <a:lnTo>
                    <a:pt x="488176" y="191333"/>
                  </a:lnTo>
                  <a:lnTo>
                    <a:pt x="499877" y="241052"/>
                  </a:lnTo>
                  <a:lnTo>
                    <a:pt x="503936" y="293877"/>
                  </a:lnTo>
                  <a:lnTo>
                    <a:pt x="499877" y="346699"/>
                  </a:lnTo>
                  <a:lnTo>
                    <a:pt x="488176" y="396406"/>
                  </a:lnTo>
                  <a:lnTo>
                    <a:pt x="469542" y="442171"/>
                  </a:lnTo>
                  <a:lnTo>
                    <a:pt x="444687" y="483167"/>
                  </a:lnTo>
                  <a:lnTo>
                    <a:pt x="414321" y="518566"/>
                  </a:lnTo>
                  <a:lnTo>
                    <a:pt x="379156" y="547539"/>
                  </a:lnTo>
                  <a:lnTo>
                    <a:pt x="339901" y="569259"/>
                  </a:lnTo>
                  <a:lnTo>
                    <a:pt x="297268" y="582898"/>
                  </a:lnTo>
                  <a:lnTo>
                    <a:pt x="251967" y="587628"/>
                  </a:lnTo>
                  <a:lnTo>
                    <a:pt x="206667" y="582898"/>
                  </a:lnTo>
                  <a:lnTo>
                    <a:pt x="164034" y="569259"/>
                  </a:lnTo>
                  <a:lnTo>
                    <a:pt x="124779" y="547539"/>
                  </a:lnTo>
                  <a:lnTo>
                    <a:pt x="89614" y="518566"/>
                  </a:lnTo>
                  <a:lnTo>
                    <a:pt x="59248" y="483167"/>
                  </a:lnTo>
                  <a:lnTo>
                    <a:pt x="34393" y="442171"/>
                  </a:lnTo>
                  <a:lnTo>
                    <a:pt x="15759" y="396406"/>
                  </a:lnTo>
                  <a:lnTo>
                    <a:pt x="4058" y="346699"/>
                  </a:lnTo>
                  <a:lnTo>
                    <a:pt x="0" y="293877"/>
                  </a:lnTo>
                  <a:close/>
                </a:path>
              </a:pathLst>
            </a:custGeom>
            <a:ln w="25400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5929376" y="3731767"/>
            <a:ext cx="655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BF</a:t>
            </a:r>
            <a:r>
              <a:rPr sz="1800" i="1" spc="10" dirty="0">
                <a:latin typeface="Arial"/>
                <a:cs typeface="Arial"/>
              </a:rPr>
              <a:t>=</a:t>
            </a:r>
            <a:r>
              <a:rPr sz="1800" i="1" dirty="0">
                <a:latin typeface="Arial"/>
                <a:cs typeface="Arial"/>
              </a:rPr>
              <a:t>-</a:t>
            </a:r>
            <a:r>
              <a:rPr sz="1800" i="1" spc="-5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553458" y="3939032"/>
            <a:ext cx="144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639058" y="3696461"/>
            <a:ext cx="579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BF</a:t>
            </a:r>
            <a:r>
              <a:rPr sz="1800" i="1" spc="5" dirty="0">
                <a:latin typeface="Arial"/>
                <a:cs typeface="Arial"/>
              </a:rPr>
              <a:t>=</a:t>
            </a:r>
            <a:r>
              <a:rPr sz="1800" i="1" spc="-5" dirty="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4683696" y="3476815"/>
            <a:ext cx="2492375" cy="2174875"/>
            <a:chOff x="4683696" y="3476815"/>
            <a:chExt cx="2492375" cy="2174875"/>
          </a:xfrm>
        </p:grpSpPr>
        <p:sp>
          <p:nvSpPr>
            <p:cNvPr id="43" name="object 43"/>
            <p:cNvSpPr/>
            <p:nvPr/>
          </p:nvSpPr>
          <p:spPr>
            <a:xfrm>
              <a:off x="4688459" y="3481578"/>
              <a:ext cx="204470" cy="321945"/>
            </a:xfrm>
            <a:custGeom>
              <a:avLst/>
              <a:gdLst/>
              <a:ahLst/>
              <a:cxnLst/>
              <a:rect l="l" t="t" r="r" b="b"/>
              <a:pathLst>
                <a:path w="204470" h="321945">
                  <a:moveTo>
                    <a:pt x="204088" y="0"/>
                  </a:moveTo>
                  <a:lnTo>
                    <a:pt x="0" y="321691"/>
                  </a:lnTo>
                </a:path>
              </a:pathLst>
            </a:custGeom>
            <a:ln w="9525">
              <a:solidFill>
                <a:srgbClr val="3891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172200" y="4876800"/>
              <a:ext cx="990600" cy="762000"/>
            </a:xfrm>
            <a:custGeom>
              <a:avLst/>
              <a:gdLst/>
              <a:ahLst/>
              <a:cxnLst/>
              <a:rect l="l" t="t" r="r" b="b"/>
              <a:pathLst>
                <a:path w="990600" h="762000">
                  <a:moveTo>
                    <a:pt x="495300" y="0"/>
                  </a:moveTo>
                  <a:lnTo>
                    <a:pt x="441329" y="2235"/>
                  </a:lnTo>
                  <a:lnTo>
                    <a:pt x="389043" y="8786"/>
                  </a:lnTo>
                  <a:lnTo>
                    <a:pt x="338742" y="19421"/>
                  </a:lnTo>
                  <a:lnTo>
                    <a:pt x="290729" y="33908"/>
                  </a:lnTo>
                  <a:lnTo>
                    <a:pt x="245307" y="52013"/>
                  </a:lnTo>
                  <a:lnTo>
                    <a:pt x="202777" y="73505"/>
                  </a:lnTo>
                  <a:lnTo>
                    <a:pt x="163441" y="98151"/>
                  </a:lnTo>
                  <a:lnTo>
                    <a:pt x="127601" y="125720"/>
                  </a:lnTo>
                  <a:lnTo>
                    <a:pt x="95560" y="155978"/>
                  </a:lnTo>
                  <a:lnTo>
                    <a:pt x="67620" y="188693"/>
                  </a:lnTo>
                  <a:lnTo>
                    <a:pt x="44082" y="223634"/>
                  </a:lnTo>
                  <a:lnTo>
                    <a:pt x="25249" y="260567"/>
                  </a:lnTo>
                  <a:lnTo>
                    <a:pt x="11423" y="299260"/>
                  </a:lnTo>
                  <a:lnTo>
                    <a:pt x="2906" y="339482"/>
                  </a:lnTo>
                  <a:lnTo>
                    <a:pt x="0" y="381000"/>
                  </a:lnTo>
                  <a:lnTo>
                    <a:pt x="2906" y="422517"/>
                  </a:lnTo>
                  <a:lnTo>
                    <a:pt x="11423" y="462739"/>
                  </a:lnTo>
                  <a:lnTo>
                    <a:pt x="25249" y="501432"/>
                  </a:lnTo>
                  <a:lnTo>
                    <a:pt x="44082" y="538365"/>
                  </a:lnTo>
                  <a:lnTo>
                    <a:pt x="67620" y="573306"/>
                  </a:lnTo>
                  <a:lnTo>
                    <a:pt x="95560" y="606021"/>
                  </a:lnTo>
                  <a:lnTo>
                    <a:pt x="127601" y="636279"/>
                  </a:lnTo>
                  <a:lnTo>
                    <a:pt x="163441" y="663848"/>
                  </a:lnTo>
                  <a:lnTo>
                    <a:pt x="202777" y="688494"/>
                  </a:lnTo>
                  <a:lnTo>
                    <a:pt x="245307" y="709986"/>
                  </a:lnTo>
                  <a:lnTo>
                    <a:pt x="290729" y="728091"/>
                  </a:lnTo>
                  <a:lnTo>
                    <a:pt x="338742" y="742578"/>
                  </a:lnTo>
                  <a:lnTo>
                    <a:pt x="389043" y="753213"/>
                  </a:lnTo>
                  <a:lnTo>
                    <a:pt x="441329" y="759764"/>
                  </a:lnTo>
                  <a:lnTo>
                    <a:pt x="495300" y="762000"/>
                  </a:lnTo>
                  <a:lnTo>
                    <a:pt x="549270" y="759764"/>
                  </a:lnTo>
                  <a:lnTo>
                    <a:pt x="601556" y="753213"/>
                  </a:lnTo>
                  <a:lnTo>
                    <a:pt x="651857" y="742578"/>
                  </a:lnTo>
                  <a:lnTo>
                    <a:pt x="699870" y="728091"/>
                  </a:lnTo>
                  <a:lnTo>
                    <a:pt x="745292" y="709986"/>
                  </a:lnTo>
                  <a:lnTo>
                    <a:pt x="787822" y="688494"/>
                  </a:lnTo>
                  <a:lnTo>
                    <a:pt x="827158" y="663848"/>
                  </a:lnTo>
                  <a:lnTo>
                    <a:pt x="862998" y="636279"/>
                  </a:lnTo>
                  <a:lnTo>
                    <a:pt x="895039" y="606021"/>
                  </a:lnTo>
                  <a:lnTo>
                    <a:pt x="922979" y="573306"/>
                  </a:lnTo>
                  <a:lnTo>
                    <a:pt x="946517" y="538365"/>
                  </a:lnTo>
                  <a:lnTo>
                    <a:pt x="965350" y="501432"/>
                  </a:lnTo>
                  <a:lnTo>
                    <a:pt x="979176" y="462739"/>
                  </a:lnTo>
                  <a:lnTo>
                    <a:pt x="987693" y="422517"/>
                  </a:lnTo>
                  <a:lnTo>
                    <a:pt x="990600" y="381000"/>
                  </a:lnTo>
                  <a:lnTo>
                    <a:pt x="987693" y="339482"/>
                  </a:lnTo>
                  <a:lnTo>
                    <a:pt x="979176" y="299260"/>
                  </a:lnTo>
                  <a:lnTo>
                    <a:pt x="965350" y="260567"/>
                  </a:lnTo>
                  <a:lnTo>
                    <a:pt x="946517" y="223634"/>
                  </a:lnTo>
                  <a:lnTo>
                    <a:pt x="922979" y="188693"/>
                  </a:lnTo>
                  <a:lnTo>
                    <a:pt x="895039" y="155978"/>
                  </a:lnTo>
                  <a:lnTo>
                    <a:pt x="862998" y="125720"/>
                  </a:lnTo>
                  <a:lnTo>
                    <a:pt x="827158" y="98151"/>
                  </a:lnTo>
                  <a:lnTo>
                    <a:pt x="787822" y="73505"/>
                  </a:lnTo>
                  <a:lnTo>
                    <a:pt x="745292" y="52013"/>
                  </a:lnTo>
                  <a:lnTo>
                    <a:pt x="699870" y="33908"/>
                  </a:lnTo>
                  <a:lnTo>
                    <a:pt x="651857" y="19421"/>
                  </a:lnTo>
                  <a:lnTo>
                    <a:pt x="601556" y="8786"/>
                  </a:lnTo>
                  <a:lnTo>
                    <a:pt x="549270" y="2235"/>
                  </a:lnTo>
                  <a:lnTo>
                    <a:pt x="495300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172200" y="4876800"/>
              <a:ext cx="990600" cy="762000"/>
            </a:xfrm>
            <a:custGeom>
              <a:avLst/>
              <a:gdLst/>
              <a:ahLst/>
              <a:cxnLst/>
              <a:rect l="l" t="t" r="r" b="b"/>
              <a:pathLst>
                <a:path w="990600" h="762000">
                  <a:moveTo>
                    <a:pt x="0" y="381000"/>
                  </a:moveTo>
                  <a:lnTo>
                    <a:pt x="2906" y="339482"/>
                  </a:lnTo>
                  <a:lnTo>
                    <a:pt x="11423" y="299260"/>
                  </a:lnTo>
                  <a:lnTo>
                    <a:pt x="25249" y="260567"/>
                  </a:lnTo>
                  <a:lnTo>
                    <a:pt x="44082" y="223634"/>
                  </a:lnTo>
                  <a:lnTo>
                    <a:pt x="67620" y="188693"/>
                  </a:lnTo>
                  <a:lnTo>
                    <a:pt x="95560" y="155978"/>
                  </a:lnTo>
                  <a:lnTo>
                    <a:pt x="127601" y="125720"/>
                  </a:lnTo>
                  <a:lnTo>
                    <a:pt x="163441" y="98151"/>
                  </a:lnTo>
                  <a:lnTo>
                    <a:pt x="202777" y="73505"/>
                  </a:lnTo>
                  <a:lnTo>
                    <a:pt x="245307" y="52013"/>
                  </a:lnTo>
                  <a:lnTo>
                    <a:pt x="290729" y="33908"/>
                  </a:lnTo>
                  <a:lnTo>
                    <a:pt x="338742" y="19421"/>
                  </a:lnTo>
                  <a:lnTo>
                    <a:pt x="389043" y="8786"/>
                  </a:lnTo>
                  <a:lnTo>
                    <a:pt x="441329" y="2235"/>
                  </a:lnTo>
                  <a:lnTo>
                    <a:pt x="495300" y="0"/>
                  </a:lnTo>
                  <a:lnTo>
                    <a:pt x="549270" y="2235"/>
                  </a:lnTo>
                  <a:lnTo>
                    <a:pt x="601556" y="8786"/>
                  </a:lnTo>
                  <a:lnTo>
                    <a:pt x="651857" y="19421"/>
                  </a:lnTo>
                  <a:lnTo>
                    <a:pt x="699870" y="33908"/>
                  </a:lnTo>
                  <a:lnTo>
                    <a:pt x="745292" y="52013"/>
                  </a:lnTo>
                  <a:lnTo>
                    <a:pt x="787822" y="73505"/>
                  </a:lnTo>
                  <a:lnTo>
                    <a:pt x="827158" y="98151"/>
                  </a:lnTo>
                  <a:lnTo>
                    <a:pt x="862998" y="125720"/>
                  </a:lnTo>
                  <a:lnTo>
                    <a:pt x="895039" y="155978"/>
                  </a:lnTo>
                  <a:lnTo>
                    <a:pt x="922979" y="188693"/>
                  </a:lnTo>
                  <a:lnTo>
                    <a:pt x="946517" y="223634"/>
                  </a:lnTo>
                  <a:lnTo>
                    <a:pt x="965350" y="260567"/>
                  </a:lnTo>
                  <a:lnTo>
                    <a:pt x="979176" y="299260"/>
                  </a:lnTo>
                  <a:lnTo>
                    <a:pt x="987693" y="339482"/>
                  </a:lnTo>
                  <a:lnTo>
                    <a:pt x="990600" y="381000"/>
                  </a:lnTo>
                  <a:lnTo>
                    <a:pt x="987693" y="422517"/>
                  </a:lnTo>
                  <a:lnTo>
                    <a:pt x="979176" y="462739"/>
                  </a:lnTo>
                  <a:lnTo>
                    <a:pt x="965350" y="501432"/>
                  </a:lnTo>
                  <a:lnTo>
                    <a:pt x="946517" y="538365"/>
                  </a:lnTo>
                  <a:lnTo>
                    <a:pt x="922979" y="573306"/>
                  </a:lnTo>
                  <a:lnTo>
                    <a:pt x="895039" y="606021"/>
                  </a:lnTo>
                  <a:lnTo>
                    <a:pt x="862998" y="636279"/>
                  </a:lnTo>
                  <a:lnTo>
                    <a:pt x="827158" y="663848"/>
                  </a:lnTo>
                  <a:lnTo>
                    <a:pt x="787822" y="688494"/>
                  </a:lnTo>
                  <a:lnTo>
                    <a:pt x="745292" y="709986"/>
                  </a:lnTo>
                  <a:lnTo>
                    <a:pt x="699870" y="728091"/>
                  </a:lnTo>
                  <a:lnTo>
                    <a:pt x="651857" y="742578"/>
                  </a:lnTo>
                  <a:lnTo>
                    <a:pt x="601556" y="753213"/>
                  </a:lnTo>
                  <a:lnTo>
                    <a:pt x="549270" y="759764"/>
                  </a:lnTo>
                  <a:lnTo>
                    <a:pt x="495300" y="762000"/>
                  </a:lnTo>
                  <a:lnTo>
                    <a:pt x="441329" y="759764"/>
                  </a:lnTo>
                  <a:lnTo>
                    <a:pt x="389043" y="753213"/>
                  </a:lnTo>
                  <a:lnTo>
                    <a:pt x="338742" y="742578"/>
                  </a:lnTo>
                  <a:lnTo>
                    <a:pt x="290729" y="728091"/>
                  </a:lnTo>
                  <a:lnTo>
                    <a:pt x="245307" y="709986"/>
                  </a:lnTo>
                  <a:lnTo>
                    <a:pt x="202777" y="688494"/>
                  </a:lnTo>
                  <a:lnTo>
                    <a:pt x="163441" y="663848"/>
                  </a:lnTo>
                  <a:lnTo>
                    <a:pt x="127601" y="636279"/>
                  </a:lnTo>
                  <a:lnTo>
                    <a:pt x="95560" y="606021"/>
                  </a:lnTo>
                  <a:lnTo>
                    <a:pt x="67620" y="573306"/>
                  </a:lnTo>
                  <a:lnTo>
                    <a:pt x="44082" y="538365"/>
                  </a:lnTo>
                  <a:lnTo>
                    <a:pt x="25249" y="501432"/>
                  </a:lnTo>
                  <a:lnTo>
                    <a:pt x="11423" y="462739"/>
                  </a:lnTo>
                  <a:lnTo>
                    <a:pt x="2906" y="422517"/>
                  </a:lnTo>
                  <a:lnTo>
                    <a:pt x="0" y="381000"/>
                  </a:lnTo>
                  <a:close/>
                </a:path>
              </a:pathLst>
            </a:custGeom>
            <a:ln w="25400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849747" y="4390898"/>
              <a:ext cx="467995" cy="597535"/>
            </a:xfrm>
            <a:custGeom>
              <a:avLst/>
              <a:gdLst/>
              <a:ahLst/>
              <a:cxnLst/>
              <a:rect l="l" t="t" r="r" b="b"/>
              <a:pathLst>
                <a:path w="467995" h="597535">
                  <a:moveTo>
                    <a:pt x="0" y="0"/>
                  </a:moveTo>
                  <a:lnTo>
                    <a:pt x="467487" y="597534"/>
                  </a:lnTo>
                </a:path>
              </a:pathLst>
            </a:custGeom>
            <a:ln w="9525">
              <a:solidFill>
                <a:srgbClr val="3891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6596888" y="4647057"/>
            <a:ext cx="1005205" cy="753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7515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B</a:t>
            </a:r>
            <a:r>
              <a:rPr sz="1800" i="1" spc="5" dirty="0">
                <a:latin typeface="Arial"/>
                <a:cs typeface="Arial"/>
              </a:rPr>
              <a:t>F=</a:t>
            </a:r>
            <a:r>
              <a:rPr sz="1800" i="1" spc="-5" dirty="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05"/>
              </a:spcBef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6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79932" y="38100"/>
            <a:ext cx="7578852" cy="1106424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7034">
              <a:lnSpc>
                <a:spcPct val="100000"/>
              </a:lnSpc>
              <a:spcBef>
                <a:spcPts val="100"/>
              </a:spcBef>
              <a:tabLst>
                <a:tab pos="3851910" algn="l"/>
              </a:tabLst>
            </a:pPr>
            <a:r>
              <a:rPr spc="-90" dirty="0"/>
              <a:t>Constructio</a:t>
            </a:r>
            <a:r>
              <a:rPr spc="-100" dirty="0"/>
              <a:t>n</a:t>
            </a:r>
            <a:r>
              <a:rPr spc="-95" dirty="0"/>
              <a:t> </a:t>
            </a:r>
            <a:r>
              <a:rPr spc="-204" dirty="0"/>
              <a:t>of</a:t>
            </a:r>
            <a:r>
              <a:rPr dirty="0"/>
              <a:t>	</a:t>
            </a:r>
            <a:r>
              <a:rPr spc="-10" dirty="0"/>
              <a:t>A</a:t>
            </a:r>
            <a:r>
              <a:rPr dirty="0"/>
              <a:t>VL</a:t>
            </a:r>
            <a:r>
              <a:rPr spc="-585" dirty="0"/>
              <a:t> </a:t>
            </a:r>
            <a:r>
              <a:rPr spc="-409" dirty="0"/>
              <a:t>T</a:t>
            </a:r>
            <a:r>
              <a:rPr spc="-50" dirty="0"/>
              <a:t>r</a:t>
            </a:r>
            <a:r>
              <a:rPr spc="-260" dirty="0"/>
              <a:t>ee</a:t>
            </a:r>
            <a:r>
              <a:rPr spc="-95" dirty="0"/>
              <a:t> </a:t>
            </a:r>
            <a:r>
              <a:rPr spc="-114" dirty="0"/>
              <a:t>(</a:t>
            </a:r>
            <a:r>
              <a:rPr spc="-160" dirty="0"/>
              <a:t>1</a:t>
            </a:r>
            <a:r>
              <a:rPr spc="-95" dirty="0"/>
              <a:t> to</a:t>
            </a:r>
            <a:r>
              <a:rPr spc="-110" dirty="0"/>
              <a:t> </a:t>
            </a:r>
            <a:r>
              <a:rPr spc="-90" dirty="0"/>
              <a:t>8</a:t>
            </a:r>
            <a:r>
              <a:rPr spc="-175" dirty="0"/>
              <a:t>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207511" y="5820562"/>
            <a:ext cx="18116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solidFill>
                  <a:srgbClr val="00AF50"/>
                </a:solidFill>
                <a:latin typeface="Arial"/>
                <a:cs typeface="Arial"/>
              </a:rPr>
              <a:t>LL</a:t>
            </a:r>
            <a:r>
              <a:rPr sz="1800" b="1" i="1" spc="42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00AF50"/>
                </a:solidFill>
                <a:latin typeface="Arial"/>
                <a:cs typeface="Arial"/>
              </a:rPr>
              <a:t>Rotation</a:t>
            </a:r>
            <a:r>
              <a:rPr sz="1800" b="1" i="1" spc="-2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800" b="1" i="1" spc="-10" dirty="0">
                <a:solidFill>
                  <a:srgbClr val="00AF50"/>
                </a:solidFill>
                <a:latin typeface="Arial"/>
                <a:cs typeface="Arial"/>
              </a:rPr>
              <a:t>at</a:t>
            </a:r>
            <a:r>
              <a:rPr sz="1800" b="1" i="1" spc="-2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800" b="1" i="1" spc="-5" dirty="0">
                <a:solidFill>
                  <a:srgbClr val="00AF50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46197" y="1782952"/>
            <a:ext cx="4329303" cy="3868547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4820539" y="3069716"/>
            <a:ext cx="144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4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539997" y="3145916"/>
            <a:ext cx="144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899029" y="2812796"/>
            <a:ext cx="579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BF</a:t>
            </a:r>
            <a:r>
              <a:rPr sz="1800" i="1" spc="5" dirty="0">
                <a:latin typeface="Arial"/>
                <a:cs typeface="Arial"/>
              </a:rPr>
              <a:t>=</a:t>
            </a:r>
            <a:r>
              <a:rPr sz="1800" i="1" spc="-5" dirty="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33880" y="1085469"/>
            <a:ext cx="5391785" cy="14071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1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114" dirty="0">
                <a:solidFill>
                  <a:srgbClr val="FF0000"/>
                </a:solidFill>
                <a:latin typeface="Trebuchet MS"/>
                <a:cs typeface="Trebuchet MS"/>
              </a:rPr>
              <a:t>Rotation</a:t>
            </a:r>
            <a:r>
              <a:rPr sz="3200" spc="-1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95" dirty="0">
                <a:solidFill>
                  <a:srgbClr val="FF0000"/>
                </a:solidFill>
                <a:latin typeface="Trebuchet MS"/>
                <a:cs typeface="Trebuchet MS"/>
              </a:rPr>
              <a:t>p</a:t>
            </a:r>
            <a:r>
              <a:rPr sz="3200" spc="-140" dirty="0">
                <a:solidFill>
                  <a:srgbClr val="FF0000"/>
                </a:solidFill>
                <a:latin typeface="Trebuchet MS"/>
                <a:cs typeface="Trebuchet MS"/>
              </a:rPr>
              <a:t>r</a:t>
            </a:r>
            <a:r>
              <a:rPr sz="3200" spc="-95" dirty="0">
                <a:solidFill>
                  <a:srgbClr val="FF0000"/>
                </a:solidFill>
                <a:latin typeface="Trebuchet MS"/>
                <a:cs typeface="Trebuchet MS"/>
              </a:rPr>
              <a:t>ocess</a:t>
            </a:r>
            <a:r>
              <a:rPr sz="3200" spc="-9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260" dirty="0">
                <a:solidFill>
                  <a:srgbClr val="FF0000"/>
                </a:solidFill>
                <a:latin typeface="Trebuchet MS"/>
                <a:cs typeface="Trebuchet MS"/>
              </a:rPr>
              <a:t>at</a:t>
            </a:r>
            <a:r>
              <a:rPr sz="3200" spc="-8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105" dirty="0">
                <a:solidFill>
                  <a:srgbClr val="FF0000"/>
                </a:solidFill>
                <a:latin typeface="Trebuchet MS"/>
                <a:cs typeface="Trebuchet MS"/>
              </a:rPr>
              <a:t>In</a:t>
            </a:r>
            <a:r>
              <a:rPr sz="3200" spc="-95" dirty="0">
                <a:solidFill>
                  <a:srgbClr val="FF0000"/>
                </a:solidFill>
                <a:latin typeface="Trebuchet MS"/>
                <a:cs typeface="Trebuchet MS"/>
              </a:rPr>
              <a:t>s</a:t>
            </a:r>
            <a:r>
              <a:rPr sz="3200" spc="-110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sz="3200" spc="-20" dirty="0">
                <a:solidFill>
                  <a:srgbClr val="FF0000"/>
                </a:solidFill>
                <a:latin typeface="Trebuchet MS"/>
                <a:cs typeface="Trebuchet MS"/>
              </a:rPr>
              <a:t>r</a:t>
            </a:r>
            <a:r>
              <a:rPr sz="3200" spc="-155" dirty="0">
                <a:solidFill>
                  <a:srgbClr val="FF0000"/>
                </a:solidFill>
                <a:latin typeface="Trebuchet MS"/>
                <a:cs typeface="Trebuchet MS"/>
              </a:rPr>
              <a:t>ti</a:t>
            </a:r>
            <a:r>
              <a:rPr sz="3200" spc="-245" dirty="0">
                <a:solidFill>
                  <a:srgbClr val="FF0000"/>
                </a:solidFill>
                <a:latin typeface="Trebuchet MS"/>
                <a:cs typeface="Trebuchet MS"/>
              </a:rPr>
              <a:t>n</a:t>
            </a:r>
            <a:r>
              <a:rPr sz="3200" spc="-240" dirty="0">
                <a:solidFill>
                  <a:srgbClr val="FF0000"/>
                </a:solidFill>
                <a:latin typeface="Trebuchet MS"/>
                <a:cs typeface="Trebuchet MS"/>
              </a:rPr>
              <a:t>g</a:t>
            </a:r>
            <a:r>
              <a:rPr sz="3200" spc="-10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80" dirty="0">
                <a:solidFill>
                  <a:srgbClr val="FF0000"/>
                </a:solidFill>
                <a:latin typeface="Trebuchet MS"/>
                <a:cs typeface="Trebuchet MS"/>
              </a:rPr>
              <a:t>6</a:t>
            </a:r>
            <a:endParaRPr sz="3200">
              <a:latin typeface="Trebuchet MS"/>
              <a:cs typeface="Trebuchet MS"/>
            </a:endParaRPr>
          </a:p>
          <a:p>
            <a:pPr marL="2964815">
              <a:lnSpc>
                <a:spcPct val="100000"/>
              </a:lnSpc>
              <a:spcBef>
                <a:spcPts val="1995"/>
              </a:spcBef>
            </a:pPr>
            <a:r>
              <a:rPr sz="1800" i="1" dirty="0">
                <a:latin typeface="Arial"/>
                <a:cs typeface="Arial"/>
              </a:rPr>
              <a:t>BF=-2</a:t>
            </a:r>
            <a:endParaRPr sz="1800">
              <a:latin typeface="Arial"/>
              <a:cs typeface="Arial"/>
            </a:endParaRPr>
          </a:p>
          <a:p>
            <a:pPr marL="361950" algn="ctr">
              <a:lnSpc>
                <a:spcPct val="100000"/>
              </a:lnSpc>
              <a:spcBef>
                <a:spcPts val="715"/>
              </a:spcBef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989321" y="2715514"/>
            <a:ext cx="655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BF</a:t>
            </a:r>
            <a:r>
              <a:rPr sz="1800" i="1" spc="10" dirty="0">
                <a:latin typeface="Arial"/>
                <a:cs typeface="Arial"/>
              </a:rPr>
              <a:t>=</a:t>
            </a:r>
            <a:r>
              <a:rPr sz="1800" i="1" dirty="0">
                <a:latin typeface="Arial"/>
                <a:cs typeface="Arial"/>
              </a:rPr>
              <a:t>-</a:t>
            </a:r>
            <a:r>
              <a:rPr sz="1800" i="1" spc="-5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634354" y="4004309"/>
            <a:ext cx="144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5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929376" y="3731767"/>
            <a:ext cx="655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BF</a:t>
            </a:r>
            <a:r>
              <a:rPr sz="1800" i="1" spc="10" dirty="0">
                <a:latin typeface="Arial"/>
                <a:cs typeface="Arial"/>
              </a:rPr>
              <a:t>=</a:t>
            </a:r>
            <a:r>
              <a:rPr sz="1800" i="1" dirty="0">
                <a:latin typeface="Arial"/>
                <a:cs typeface="Arial"/>
              </a:rPr>
              <a:t>-</a:t>
            </a:r>
            <a:r>
              <a:rPr sz="1800" i="1" spc="-5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553458" y="3939032"/>
            <a:ext cx="144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639058" y="3696461"/>
            <a:ext cx="579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BF</a:t>
            </a:r>
            <a:r>
              <a:rPr sz="1800" i="1" spc="5" dirty="0">
                <a:latin typeface="Arial"/>
                <a:cs typeface="Arial"/>
              </a:rPr>
              <a:t>=</a:t>
            </a:r>
            <a:r>
              <a:rPr sz="1800" i="1" spc="-5" dirty="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596888" y="5100066"/>
            <a:ext cx="144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6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021830" y="4647057"/>
            <a:ext cx="5797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B</a:t>
            </a:r>
            <a:r>
              <a:rPr sz="1800" i="1" spc="5" dirty="0">
                <a:latin typeface="Arial"/>
                <a:cs typeface="Arial"/>
              </a:rPr>
              <a:t>F=</a:t>
            </a:r>
            <a:r>
              <a:rPr sz="1800" i="1" spc="-5" dirty="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814442" y="4603495"/>
            <a:ext cx="306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solidFill>
                  <a:srgbClr val="00AF50"/>
                </a:solidFill>
                <a:latin typeface="Arial"/>
                <a:cs typeface="Arial"/>
              </a:rPr>
              <a:t>??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79932" y="38100"/>
            <a:ext cx="7578852" cy="1106424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7034">
              <a:lnSpc>
                <a:spcPct val="100000"/>
              </a:lnSpc>
              <a:spcBef>
                <a:spcPts val="100"/>
              </a:spcBef>
              <a:tabLst>
                <a:tab pos="3851910" algn="l"/>
              </a:tabLst>
            </a:pPr>
            <a:r>
              <a:rPr spc="-90" dirty="0"/>
              <a:t>Constructio</a:t>
            </a:r>
            <a:r>
              <a:rPr spc="-100" dirty="0"/>
              <a:t>n</a:t>
            </a:r>
            <a:r>
              <a:rPr spc="-95" dirty="0"/>
              <a:t> </a:t>
            </a:r>
            <a:r>
              <a:rPr spc="-204" dirty="0"/>
              <a:t>of</a:t>
            </a:r>
            <a:r>
              <a:rPr dirty="0"/>
              <a:t>	</a:t>
            </a:r>
            <a:r>
              <a:rPr spc="-10" dirty="0"/>
              <a:t>A</a:t>
            </a:r>
            <a:r>
              <a:rPr dirty="0"/>
              <a:t>VL</a:t>
            </a:r>
            <a:r>
              <a:rPr spc="-585" dirty="0"/>
              <a:t> </a:t>
            </a:r>
            <a:r>
              <a:rPr spc="-409" dirty="0"/>
              <a:t>T</a:t>
            </a:r>
            <a:r>
              <a:rPr spc="-50" dirty="0"/>
              <a:t>r</a:t>
            </a:r>
            <a:r>
              <a:rPr spc="-260" dirty="0"/>
              <a:t>ee</a:t>
            </a:r>
            <a:r>
              <a:rPr spc="-95" dirty="0"/>
              <a:t> </a:t>
            </a:r>
            <a:r>
              <a:rPr spc="-114" dirty="0"/>
              <a:t>(</a:t>
            </a:r>
            <a:r>
              <a:rPr spc="-160" dirty="0"/>
              <a:t>1</a:t>
            </a:r>
            <a:r>
              <a:rPr spc="-95" dirty="0"/>
              <a:t> to</a:t>
            </a:r>
            <a:r>
              <a:rPr spc="-110" dirty="0"/>
              <a:t> </a:t>
            </a:r>
            <a:r>
              <a:rPr spc="-90" dirty="0"/>
              <a:t>8</a:t>
            </a:r>
            <a:r>
              <a:rPr spc="-175" dirty="0"/>
              <a:t>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109976" y="5820562"/>
            <a:ext cx="200596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spc="-5" dirty="0">
                <a:solidFill>
                  <a:srgbClr val="00AF50"/>
                </a:solidFill>
                <a:latin typeface="Arial"/>
                <a:cs typeface="Arial"/>
              </a:rPr>
              <a:t>TREE</a:t>
            </a:r>
            <a:r>
              <a:rPr sz="1800" b="1" i="1" spc="-2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00AF50"/>
                </a:solidFill>
                <a:latin typeface="Arial"/>
                <a:cs typeface="Arial"/>
              </a:rPr>
              <a:t>is</a:t>
            </a:r>
            <a:r>
              <a:rPr sz="1800" b="1" i="1" spc="45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800" b="1" i="1" spc="-5" dirty="0">
                <a:solidFill>
                  <a:srgbClr val="00AF50"/>
                </a:solidFill>
                <a:latin typeface="Arial"/>
                <a:cs typeface="Arial"/>
              </a:rPr>
              <a:t>balanced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909440" y="2085085"/>
            <a:ext cx="1284605" cy="1409700"/>
            <a:chOff x="3909440" y="2085085"/>
            <a:chExt cx="1284605" cy="1409700"/>
          </a:xfrm>
        </p:grpSpPr>
        <p:sp>
          <p:nvSpPr>
            <p:cNvPr id="18" name="object 18"/>
            <p:cNvSpPr/>
            <p:nvPr/>
          </p:nvSpPr>
          <p:spPr>
            <a:xfrm>
              <a:off x="3922140" y="2097785"/>
              <a:ext cx="577850" cy="507365"/>
            </a:xfrm>
            <a:custGeom>
              <a:avLst/>
              <a:gdLst/>
              <a:ahLst/>
              <a:cxnLst/>
              <a:rect l="l" t="t" r="r" b="b"/>
              <a:pathLst>
                <a:path w="577850" h="507364">
                  <a:moveTo>
                    <a:pt x="288671" y="0"/>
                  </a:moveTo>
                  <a:lnTo>
                    <a:pt x="236793" y="4081"/>
                  </a:lnTo>
                  <a:lnTo>
                    <a:pt x="187961" y="15849"/>
                  </a:lnTo>
                  <a:lnTo>
                    <a:pt x="142992" y="34591"/>
                  </a:lnTo>
                  <a:lnTo>
                    <a:pt x="102701" y="59591"/>
                  </a:lnTo>
                  <a:lnTo>
                    <a:pt x="67906" y="90136"/>
                  </a:lnTo>
                  <a:lnTo>
                    <a:pt x="39421" y="125513"/>
                  </a:lnTo>
                  <a:lnTo>
                    <a:pt x="18065" y="165007"/>
                  </a:lnTo>
                  <a:lnTo>
                    <a:pt x="4652" y="207905"/>
                  </a:lnTo>
                  <a:lnTo>
                    <a:pt x="0" y="253491"/>
                  </a:lnTo>
                  <a:lnTo>
                    <a:pt x="4652" y="299041"/>
                  </a:lnTo>
                  <a:lnTo>
                    <a:pt x="18065" y="341909"/>
                  </a:lnTo>
                  <a:lnTo>
                    <a:pt x="39421" y="381380"/>
                  </a:lnTo>
                  <a:lnTo>
                    <a:pt x="67906" y="416741"/>
                  </a:lnTo>
                  <a:lnTo>
                    <a:pt x="102701" y="447276"/>
                  </a:lnTo>
                  <a:lnTo>
                    <a:pt x="142992" y="472270"/>
                  </a:lnTo>
                  <a:lnTo>
                    <a:pt x="187961" y="491008"/>
                  </a:lnTo>
                  <a:lnTo>
                    <a:pt x="236793" y="502775"/>
                  </a:lnTo>
                  <a:lnTo>
                    <a:pt x="288671" y="506856"/>
                  </a:lnTo>
                  <a:lnTo>
                    <a:pt x="340581" y="502775"/>
                  </a:lnTo>
                  <a:lnTo>
                    <a:pt x="389431" y="491008"/>
                  </a:lnTo>
                  <a:lnTo>
                    <a:pt x="434405" y="472270"/>
                  </a:lnTo>
                  <a:lnTo>
                    <a:pt x="474692" y="447276"/>
                  </a:lnTo>
                  <a:lnTo>
                    <a:pt x="509477" y="416741"/>
                  </a:lnTo>
                  <a:lnTo>
                    <a:pt x="537948" y="381380"/>
                  </a:lnTo>
                  <a:lnTo>
                    <a:pt x="559291" y="341909"/>
                  </a:lnTo>
                  <a:lnTo>
                    <a:pt x="572693" y="299041"/>
                  </a:lnTo>
                  <a:lnTo>
                    <a:pt x="577342" y="253491"/>
                  </a:lnTo>
                  <a:lnTo>
                    <a:pt x="572693" y="207905"/>
                  </a:lnTo>
                  <a:lnTo>
                    <a:pt x="559291" y="165007"/>
                  </a:lnTo>
                  <a:lnTo>
                    <a:pt x="537948" y="125513"/>
                  </a:lnTo>
                  <a:lnTo>
                    <a:pt x="509477" y="90136"/>
                  </a:lnTo>
                  <a:lnTo>
                    <a:pt x="474692" y="59591"/>
                  </a:lnTo>
                  <a:lnTo>
                    <a:pt x="434405" y="34591"/>
                  </a:lnTo>
                  <a:lnTo>
                    <a:pt x="389431" y="15849"/>
                  </a:lnTo>
                  <a:lnTo>
                    <a:pt x="340581" y="4081"/>
                  </a:lnTo>
                  <a:lnTo>
                    <a:pt x="288671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922140" y="2097785"/>
              <a:ext cx="577850" cy="507365"/>
            </a:xfrm>
            <a:custGeom>
              <a:avLst/>
              <a:gdLst/>
              <a:ahLst/>
              <a:cxnLst/>
              <a:rect l="l" t="t" r="r" b="b"/>
              <a:pathLst>
                <a:path w="577850" h="507364">
                  <a:moveTo>
                    <a:pt x="0" y="253491"/>
                  </a:moveTo>
                  <a:lnTo>
                    <a:pt x="4652" y="207905"/>
                  </a:lnTo>
                  <a:lnTo>
                    <a:pt x="18065" y="165007"/>
                  </a:lnTo>
                  <a:lnTo>
                    <a:pt x="39421" y="125513"/>
                  </a:lnTo>
                  <a:lnTo>
                    <a:pt x="67906" y="90136"/>
                  </a:lnTo>
                  <a:lnTo>
                    <a:pt x="102701" y="59591"/>
                  </a:lnTo>
                  <a:lnTo>
                    <a:pt x="142992" y="34591"/>
                  </a:lnTo>
                  <a:lnTo>
                    <a:pt x="187961" y="15849"/>
                  </a:lnTo>
                  <a:lnTo>
                    <a:pt x="236793" y="4081"/>
                  </a:lnTo>
                  <a:lnTo>
                    <a:pt x="288671" y="0"/>
                  </a:lnTo>
                  <a:lnTo>
                    <a:pt x="340581" y="4081"/>
                  </a:lnTo>
                  <a:lnTo>
                    <a:pt x="389431" y="15849"/>
                  </a:lnTo>
                  <a:lnTo>
                    <a:pt x="434405" y="34591"/>
                  </a:lnTo>
                  <a:lnTo>
                    <a:pt x="474692" y="59591"/>
                  </a:lnTo>
                  <a:lnTo>
                    <a:pt x="509477" y="90136"/>
                  </a:lnTo>
                  <a:lnTo>
                    <a:pt x="537948" y="125513"/>
                  </a:lnTo>
                  <a:lnTo>
                    <a:pt x="559291" y="165007"/>
                  </a:lnTo>
                  <a:lnTo>
                    <a:pt x="572693" y="207905"/>
                  </a:lnTo>
                  <a:lnTo>
                    <a:pt x="577342" y="253491"/>
                  </a:lnTo>
                  <a:lnTo>
                    <a:pt x="572693" y="299041"/>
                  </a:lnTo>
                  <a:lnTo>
                    <a:pt x="559291" y="341909"/>
                  </a:lnTo>
                  <a:lnTo>
                    <a:pt x="537948" y="381380"/>
                  </a:lnTo>
                  <a:lnTo>
                    <a:pt x="509477" y="416741"/>
                  </a:lnTo>
                  <a:lnTo>
                    <a:pt x="474692" y="447276"/>
                  </a:lnTo>
                  <a:lnTo>
                    <a:pt x="434405" y="472270"/>
                  </a:lnTo>
                  <a:lnTo>
                    <a:pt x="389431" y="491008"/>
                  </a:lnTo>
                  <a:lnTo>
                    <a:pt x="340581" y="502775"/>
                  </a:lnTo>
                  <a:lnTo>
                    <a:pt x="288671" y="506856"/>
                  </a:lnTo>
                  <a:lnTo>
                    <a:pt x="236793" y="502775"/>
                  </a:lnTo>
                  <a:lnTo>
                    <a:pt x="187961" y="491008"/>
                  </a:lnTo>
                  <a:lnTo>
                    <a:pt x="142992" y="472270"/>
                  </a:lnTo>
                  <a:lnTo>
                    <a:pt x="102701" y="447276"/>
                  </a:lnTo>
                  <a:lnTo>
                    <a:pt x="67906" y="416741"/>
                  </a:lnTo>
                  <a:lnTo>
                    <a:pt x="39421" y="381380"/>
                  </a:lnTo>
                  <a:lnTo>
                    <a:pt x="18065" y="341909"/>
                  </a:lnTo>
                  <a:lnTo>
                    <a:pt x="4652" y="299041"/>
                  </a:lnTo>
                  <a:lnTo>
                    <a:pt x="0" y="253491"/>
                  </a:lnTo>
                  <a:close/>
                </a:path>
              </a:pathLst>
            </a:custGeom>
            <a:ln w="25400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603876" y="2974593"/>
              <a:ext cx="577850" cy="507365"/>
            </a:xfrm>
            <a:custGeom>
              <a:avLst/>
              <a:gdLst/>
              <a:ahLst/>
              <a:cxnLst/>
              <a:rect l="l" t="t" r="r" b="b"/>
              <a:pathLst>
                <a:path w="577850" h="507364">
                  <a:moveTo>
                    <a:pt x="288671" y="0"/>
                  </a:moveTo>
                  <a:lnTo>
                    <a:pt x="236793" y="4081"/>
                  </a:lnTo>
                  <a:lnTo>
                    <a:pt x="187961" y="15849"/>
                  </a:lnTo>
                  <a:lnTo>
                    <a:pt x="142992" y="34591"/>
                  </a:lnTo>
                  <a:lnTo>
                    <a:pt x="102701" y="59591"/>
                  </a:lnTo>
                  <a:lnTo>
                    <a:pt x="67906" y="90136"/>
                  </a:lnTo>
                  <a:lnTo>
                    <a:pt x="39421" y="125513"/>
                  </a:lnTo>
                  <a:lnTo>
                    <a:pt x="18065" y="165007"/>
                  </a:lnTo>
                  <a:lnTo>
                    <a:pt x="4652" y="207905"/>
                  </a:lnTo>
                  <a:lnTo>
                    <a:pt x="0" y="253491"/>
                  </a:lnTo>
                  <a:lnTo>
                    <a:pt x="4652" y="299045"/>
                  </a:lnTo>
                  <a:lnTo>
                    <a:pt x="18065" y="341925"/>
                  </a:lnTo>
                  <a:lnTo>
                    <a:pt x="39421" y="381413"/>
                  </a:lnTo>
                  <a:lnTo>
                    <a:pt x="67906" y="416794"/>
                  </a:lnTo>
                  <a:lnTo>
                    <a:pt x="102701" y="447350"/>
                  </a:lnTo>
                  <a:lnTo>
                    <a:pt x="142992" y="472364"/>
                  </a:lnTo>
                  <a:lnTo>
                    <a:pt x="187961" y="491119"/>
                  </a:lnTo>
                  <a:lnTo>
                    <a:pt x="236793" y="502898"/>
                  </a:lnTo>
                  <a:lnTo>
                    <a:pt x="288671" y="506983"/>
                  </a:lnTo>
                  <a:lnTo>
                    <a:pt x="340586" y="502898"/>
                  </a:lnTo>
                  <a:lnTo>
                    <a:pt x="389447" y="491119"/>
                  </a:lnTo>
                  <a:lnTo>
                    <a:pt x="434438" y="472364"/>
                  </a:lnTo>
                  <a:lnTo>
                    <a:pt x="474745" y="447350"/>
                  </a:lnTo>
                  <a:lnTo>
                    <a:pt x="509551" y="416794"/>
                  </a:lnTo>
                  <a:lnTo>
                    <a:pt x="538042" y="381413"/>
                  </a:lnTo>
                  <a:lnTo>
                    <a:pt x="559402" y="341925"/>
                  </a:lnTo>
                  <a:lnTo>
                    <a:pt x="572816" y="299045"/>
                  </a:lnTo>
                  <a:lnTo>
                    <a:pt x="577469" y="253491"/>
                  </a:lnTo>
                  <a:lnTo>
                    <a:pt x="572816" y="207905"/>
                  </a:lnTo>
                  <a:lnTo>
                    <a:pt x="559402" y="165007"/>
                  </a:lnTo>
                  <a:lnTo>
                    <a:pt x="538042" y="125513"/>
                  </a:lnTo>
                  <a:lnTo>
                    <a:pt x="509551" y="90136"/>
                  </a:lnTo>
                  <a:lnTo>
                    <a:pt x="474745" y="59591"/>
                  </a:lnTo>
                  <a:lnTo>
                    <a:pt x="434438" y="34591"/>
                  </a:lnTo>
                  <a:lnTo>
                    <a:pt x="389447" y="15849"/>
                  </a:lnTo>
                  <a:lnTo>
                    <a:pt x="340586" y="4081"/>
                  </a:lnTo>
                  <a:lnTo>
                    <a:pt x="288671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603876" y="2974593"/>
              <a:ext cx="577850" cy="507365"/>
            </a:xfrm>
            <a:custGeom>
              <a:avLst/>
              <a:gdLst/>
              <a:ahLst/>
              <a:cxnLst/>
              <a:rect l="l" t="t" r="r" b="b"/>
              <a:pathLst>
                <a:path w="577850" h="507364">
                  <a:moveTo>
                    <a:pt x="0" y="253491"/>
                  </a:moveTo>
                  <a:lnTo>
                    <a:pt x="4652" y="207905"/>
                  </a:lnTo>
                  <a:lnTo>
                    <a:pt x="18065" y="165007"/>
                  </a:lnTo>
                  <a:lnTo>
                    <a:pt x="39421" y="125513"/>
                  </a:lnTo>
                  <a:lnTo>
                    <a:pt x="67906" y="90136"/>
                  </a:lnTo>
                  <a:lnTo>
                    <a:pt x="102701" y="59591"/>
                  </a:lnTo>
                  <a:lnTo>
                    <a:pt x="142992" y="34591"/>
                  </a:lnTo>
                  <a:lnTo>
                    <a:pt x="187961" y="15849"/>
                  </a:lnTo>
                  <a:lnTo>
                    <a:pt x="236793" y="4081"/>
                  </a:lnTo>
                  <a:lnTo>
                    <a:pt x="288671" y="0"/>
                  </a:lnTo>
                  <a:lnTo>
                    <a:pt x="340586" y="4081"/>
                  </a:lnTo>
                  <a:lnTo>
                    <a:pt x="389447" y="15849"/>
                  </a:lnTo>
                  <a:lnTo>
                    <a:pt x="434438" y="34591"/>
                  </a:lnTo>
                  <a:lnTo>
                    <a:pt x="474745" y="59591"/>
                  </a:lnTo>
                  <a:lnTo>
                    <a:pt x="509551" y="90136"/>
                  </a:lnTo>
                  <a:lnTo>
                    <a:pt x="538042" y="125513"/>
                  </a:lnTo>
                  <a:lnTo>
                    <a:pt x="559402" y="165007"/>
                  </a:lnTo>
                  <a:lnTo>
                    <a:pt x="572816" y="207905"/>
                  </a:lnTo>
                  <a:lnTo>
                    <a:pt x="577469" y="253491"/>
                  </a:lnTo>
                  <a:lnTo>
                    <a:pt x="572816" y="299045"/>
                  </a:lnTo>
                  <a:lnTo>
                    <a:pt x="559402" y="341925"/>
                  </a:lnTo>
                  <a:lnTo>
                    <a:pt x="538042" y="381413"/>
                  </a:lnTo>
                  <a:lnTo>
                    <a:pt x="509551" y="416794"/>
                  </a:lnTo>
                  <a:lnTo>
                    <a:pt x="474745" y="447350"/>
                  </a:lnTo>
                  <a:lnTo>
                    <a:pt x="434438" y="472364"/>
                  </a:lnTo>
                  <a:lnTo>
                    <a:pt x="389447" y="491119"/>
                  </a:lnTo>
                  <a:lnTo>
                    <a:pt x="340586" y="502898"/>
                  </a:lnTo>
                  <a:lnTo>
                    <a:pt x="288671" y="506983"/>
                  </a:lnTo>
                  <a:lnTo>
                    <a:pt x="236793" y="502898"/>
                  </a:lnTo>
                  <a:lnTo>
                    <a:pt x="187961" y="491119"/>
                  </a:lnTo>
                  <a:lnTo>
                    <a:pt x="142992" y="472364"/>
                  </a:lnTo>
                  <a:lnTo>
                    <a:pt x="102701" y="447350"/>
                  </a:lnTo>
                  <a:lnTo>
                    <a:pt x="67906" y="416794"/>
                  </a:lnTo>
                  <a:lnTo>
                    <a:pt x="39421" y="381413"/>
                  </a:lnTo>
                  <a:lnTo>
                    <a:pt x="18065" y="341925"/>
                  </a:lnTo>
                  <a:lnTo>
                    <a:pt x="4652" y="299045"/>
                  </a:lnTo>
                  <a:lnTo>
                    <a:pt x="0" y="253491"/>
                  </a:lnTo>
                  <a:close/>
                </a:path>
              </a:pathLst>
            </a:custGeom>
            <a:ln w="25399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820539" y="3069716"/>
            <a:ext cx="144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5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311016" y="3038094"/>
            <a:ext cx="603250" cy="532765"/>
            <a:chOff x="3311016" y="3038094"/>
            <a:chExt cx="603250" cy="532765"/>
          </a:xfrm>
        </p:grpSpPr>
        <p:sp>
          <p:nvSpPr>
            <p:cNvPr id="24" name="object 24"/>
            <p:cNvSpPr/>
            <p:nvPr/>
          </p:nvSpPr>
          <p:spPr>
            <a:xfrm>
              <a:off x="3323716" y="3050794"/>
              <a:ext cx="577850" cy="507365"/>
            </a:xfrm>
            <a:custGeom>
              <a:avLst/>
              <a:gdLst/>
              <a:ahLst/>
              <a:cxnLst/>
              <a:rect l="l" t="t" r="r" b="b"/>
              <a:pathLst>
                <a:path w="577850" h="507364">
                  <a:moveTo>
                    <a:pt x="288671" y="0"/>
                  </a:moveTo>
                  <a:lnTo>
                    <a:pt x="236793" y="4081"/>
                  </a:lnTo>
                  <a:lnTo>
                    <a:pt x="187961" y="15849"/>
                  </a:lnTo>
                  <a:lnTo>
                    <a:pt x="142992" y="34591"/>
                  </a:lnTo>
                  <a:lnTo>
                    <a:pt x="102701" y="59591"/>
                  </a:lnTo>
                  <a:lnTo>
                    <a:pt x="67906" y="90136"/>
                  </a:lnTo>
                  <a:lnTo>
                    <a:pt x="39421" y="125513"/>
                  </a:lnTo>
                  <a:lnTo>
                    <a:pt x="18065" y="165007"/>
                  </a:lnTo>
                  <a:lnTo>
                    <a:pt x="4652" y="207905"/>
                  </a:lnTo>
                  <a:lnTo>
                    <a:pt x="0" y="253491"/>
                  </a:lnTo>
                  <a:lnTo>
                    <a:pt x="4652" y="299045"/>
                  </a:lnTo>
                  <a:lnTo>
                    <a:pt x="18065" y="341925"/>
                  </a:lnTo>
                  <a:lnTo>
                    <a:pt x="39421" y="381413"/>
                  </a:lnTo>
                  <a:lnTo>
                    <a:pt x="67906" y="416794"/>
                  </a:lnTo>
                  <a:lnTo>
                    <a:pt x="102701" y="447350"/>
                  </a:lnTo>
                  <a:lnTo>
                    <a:pt x="142992" y="472364"/>
                  </a:lnTo>
                  <a:lnTo>
                    <a:pt x="187961" y="491119"/>
                  </a:lnTo>
                  <a:lnTo>
                    <a:pt x="236793" y="502898"/>
                  </a:lnTo>
                  <a:lnTo>
                    <a:pt x="288671" y="506983"/>
                  </a:lnTo>
                  <a:lnTo>
                    <a:pt x="340581" y="502898"/>
                  </a:lnTo>
                  <a:lnTo>
                    <a:pt x="389431" y="491119"/>
                  </a:lnTo>
                  <a:lnTo>
                    <a:pt x="434405" y="472364"/>
                  </a:lnTo>
                  <a:lnTo>
                    <a:pt x="474692" y="447350"/>
                  </a:lnTo>
                  <a:lnTo>
                    <a:pt x="509477" y="416794"/>
                  </a:lnTo>
                  <a:lnTo>
                    <a:pt x="537948" y="381413"/>
                  </a:lnTo>
                  <a:lnTo>
                    <a:pt x="559291" y="341925"/>
                  </a:lnTo>
                  <a:lnTo>
                    <a:pt x="572693" y="299045"/>
                  </a:lnTo>
                  <a:lnTo>
                    <a:pt x="577342" y="253491"/>
                  </a:lnTo>
                  <a:lnTo>
                    <a:pt x="572693" y="207905"/>
                  </a:lnTo>
                  <a:lnTo>
                    <a:pt x="559291" y="165007"/>
                  </a:lnTo>
                  <a:lnTo>
                    <a:pt x="537948" y="125513"/>
                  </a:lnTo>
                  <a:lnTo>
                    <a:pt x="509477" y="90136"/>
                  </a:lnTo>
                  <a:lnTo>
                    <a:pt x="474692" y="59591"/>
                  </a:lnTo>
                  <a:lnTo>
                    <a:pt x="434405" y="34591"/>
                  </a:lnTo>
                  <a:lnTo>
                    <a:pt x="389431" y="15849"/>
                  </a:lnTo>
                  <a:lnTo>
                    <a:pt x="340581" y="4081"/>
                  </a:lnTo>
                  <a:lnTo>
                    <a:pt x="288671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323716" y="3050794"/>
              <a:ext cx="577850" cy="507365"/>
            </a:xfrm>
            <a:custGeom>
              <a:avLst/>
              <a:gdLst/>
              <a:ahLst/>
              <a:cxnLst/>
              <a:rect l="l" t="t" r="r" b="b"/>
              <a:pathLst>
                <a:path w="577850" h="507364">
                  <a:moveTo>
                    <a:pt x="0" y="253491"/>
                  </a:moveTo>
                  <a:lnTo>
                    <a:pt x="4652" y="207905"/>
                  </a:lnTo>
                  <a:lnTo>
                    <a:pt x="18065" y="165007"/>
                  </a:lnTo>
                  <a:lnTo>
                    <a:pt x="39421" y="125513"/>
                  </a:lnTo>
                  <a:lnTo>
                    <a:pt x="67906" y="90136"/>
                  </a:lnTo>
                  <a:lnTo>
                    <a:pt x="102701" y="59591"/>
                  </a:lnTo>
                  <a:lnTo>
                    <a:pt x="142992" y="34591"/>
                  </a:lnTo>
                  <a:lnTo>
                    <a:pt x="187961" y="15849"/>
                  </a:lnTo>
                  <a:lnTo>
                    <a:pt x="236793" y="4081"/>
                  </a:lnTo>
                  <a:lnTo>
                    <a:pt x="288671" y="0"/>
                  </a:lnTo>
                  <a:lnTo>
                    <a:pt x="340581" y="4081"/>
                  </a:lnTo>
                  <a:lnTo>
                    <a:pt x="389431" y="15849"/>
                  </a:lnTo>
                  <a:lnTo>
                    <a:pt x="434405" y="34591"/>
                  </a:lnTo>
                  <a:lnTo>
                    <a:pt x="474692" y="59591"/>
                  </a:lnTo>
                  <a:lnTo>
                    <a:pt x="509477" y="90136"/>
                  </a:lnTo>
                  <a:lnTo>
                    <a:pt x="537948" y="125513"/>
                  </a:lnTo>
                  <a:lnTo>
                    <a:pt x="559291" y="165007"/>
                  </a:lnTo>
                  <a:lnTo>
                    <a:pt x="572693" y="207905"/>
                  </a:lnTo>
                  <a:lnTo>
                    <a:pt x="577342" y="253491"/>
                  </a:lnTo>
                  <a:lnTo>
                    <a:pt x="572693" y="299045"/>
                  </a:lnTo>
                  <a:lnTo>
                    <a:pt x="559291" y="341925"/>
                  </a:lnTo>
                  <a:lnTo>
                    <a:pt x="537948" y="381413"/>
                  </a:lnTo>
                  <a:lnTo>
                    <a:pt x="509477" y="416794"/>
                  </a:lnTo>
                  <a:lnTo>
                    <a:pt x="474692" y="447350"/>
                  </a:lnTo>
                  <a:lnTo>
                    <a:pt x="434405" y="472364"/>
                  </a:lnTo>
                  <a:lnTo>
                    <a:pt x="389431" y="491119"/>
                  </a:lnTo>
                  <a:lnTo>
                    <a:pt x="340581" y="502898"/>
                  </a:lnTo>
                  <a:lnTo>
                    <a:pt x="288671" y="506983"/>
                  </a:lnTo>
                  <a:lnTo>
                    <a:pt x="236793" y="502898"/>
                  </a:lnTo>
                  <a:lnTo>
                    <a:pt x="187961" y="491119"/>
                  </a:lnTo>
                  <a:lnTo>
                    <a:pt x="142992" y="472364"/>
                  </a:lnTo>
                  <a:lnTo>
                    <a:pt x="102701" y="447350"/>
                  </a:lnTo>
                  <a:lnTo>
                    <a:pt x="67906" y="416794"/>
                  </a:lnTo>
                  <a:lnTo>
                    <a:pt x="39421" y="381413"/>
                  </a:lnTo>
                  <a:lnTo>
                    <a:pt x="18065" y="341925"/>
                  </a:lnTo>
                  <a:lnTo>
                    <a:pt x="4652" y="299045"/>
                  </a:lnTo>
                  <a:lnTo>
                    <a:pt x="0" y="253491"/>
                  </a:lnTo>
                  <a:close/>
                </a:path>
              </a:pathLst>
            </a:custGeom>
            <a:ln w="25400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539997" y="3145916"/>
            <a:ext cx="144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612388" y="2530475"/>
            <a:ext cx="1076325" cy="520700"/>
          </a:xfrm>
          <a:custGeom>
            <a:avLst/>
            <a:gdLst/>
            <a:ahLst/>
            <a:cxnLst/>
            <a:rect l="l" t="t" r="r" b="b"/>
            <a:pathLst>
              <a:path w="1076325" h="520700">
                <a:moveTo>
                  <a:pt x="394335" y="0"/>
                </a:moveTo>
                <a:lnTo>
                  <a:pt x="0" y="520319"/>
                </a:lnTo>
              </a:path>
              <a:path w="1076325" h="520700">
                <a:moveTo>
                  <a:pt x="802639" y="0"/>
                </a:moveTo>
                <a:lnTo>
                  <a:pt x="1076071" y="518287"/>
                </a:lnTo>
              </a:path>
            </a:pathLst>
          </a:custGeom>
          <a:ln w="9525">
            <a:solidFill>
              <a:srgbClr val="3891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2899029" y="2812796"/>
            <a:ext cx="579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BF</a:t>
            </a:r>
            <a:r>
              <a:rPr sz="1800" i="1" spc="5" dirty="0">
                <a:latin typeface="Arial"/>
                <a:cs typeface="Arial"/>
              </a:rPr>
              <a:t>=</a:t>
            </a:r>
            <a:r>
              <a:rPr sz="1800" i="1" spc="-5" dirty="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80489" y="1083309"/>
            <a:ext cx="3628390" cy="14097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1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130" dirty="0">
                <a:solidFill>
                  <a:srgbClr val="FF0000"/>
                </a:solidFill>
                <a:latin typeface="Trebuchet MS"/>
                <a:cs typeface="Trebuchet MS"/>
              </a:rPr>
              <a:t>Resu</a:t>
            </a:r>
            <a:r>
              <a:rPr sz="3200" spc="-70" dirty="0">
                <a:solidFill>
                  <a:srgbClr val="FF0000"/>
                </a:solidFill>
                <a:latin typeface="Trebuchet MS"/>
                <a:cs typeface="Trebuchet MS"/>
              </a:rPr>
              <a:t>l</a:t>
            </a:r>
            <a:r>
              <a:rPr sz="3200" spc="-204" dirty="0">
                <a:solidFill>
                  <a:srgbClr val="FF0000"/>
                </a:solidFill>
                <a:latin typeface="Trebuchet MS"/>
                <a:cs typeface="Trebuchet MS"/>
              </a:rPr>
              <a:t>t</a:t>
            </a:r>
            <a:r>
              <a:rPr sz="3200" spc="-8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204" dirty="0">
                <a:solidFill>
                  <a:srgbClr val="FF0000"/>
                </a:solidFill>
                <a:latin typeface="Trebuchet MS"/>
                <a:cs typeface="Trebuchet MS"/>
              </a:rPr>
              <a:t>o</a:t>
            </a:r>
            <a:r>
              <a:rPr sz="3200" spc="-140" dirty="0">
                <a:solidFill>
                  <a:srgbClr val="FF0000"/>
                </a:solidFill>
                <a:latin typeface="Trebuchet MS"/>
                <a:cs typeface="Trebuchet MS"/>
              </a:rPr>
              <a:t>f</a:t>
            </a:r>
            <a:r>
              <a:rPr sz="3200" spc="-8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105" dirty="0">
                <a:solidFill>
                  <a:srgbClr val="FF0000"/>
                </a:solidFill>
                <a:latin typeface="Trebuchet MS"/>
                <a:cs typeface="Trebuchet MS"/>
              </a:rPr>
              <a:t>In</a:t>
            </a:r>
            <a:r>
              <a:rPr sz="3200" spc="-95" dirty="0">
                <a:solidFill>
                  <a:srgbClr val="FF0000"/>
                </a:solidFill>
                <a:latin typeface="Trebuchet MS"/>
                <a:cs typeface="Trebuchet MS"/>
              </a:rPr>
              <a:t>s</a:t>
            </a:r>
            <a:r>
              <a:rPr sz="3200" spc="-110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sz="3200" spc="-20" dirty="0">
                <a:solidFill>
                  <a:srgbClr val="FF0000"/>
                </a:solidFill>
                <a:latin typeface="Trebuchet MS"/>
                <a:cs typeface="Trebuchet MS"/>
              </a:rPr>
              <a:t>r</a:t>
            </a:r>
            <a:r>
              <a:rPr sz="3200" spc="-155" dirty="0">
                <a:solidFill>
                  <a:srgbClr val="FF0000"/>
                </a:solidFill>
                <a:latin typeface="Trebuchet MS"/>
                <a:cs typeface="Trebuchet MS"/>
              </a:rPr>
              <a:t>ti</a:t>
            </a:r>
            <a:r>
              <a:rPr sz="3200" spc="-245" dirty="0">
                <a:solidFill>
                  <a:srgbClr val="FF0000"/>
                </a:solidFill>
                <a:latin typeface="Trebuchet MS"/>
                <a:cs typeface="Trebuchet MS"/>
              </a:rPr>
              <a:t>n</a:t>
            </a:r>
            <a:r>
              <a:rPr sz="3200" spc="-240" dirty="0">
                <a:solidFill>
                  <a:srgbClr val="FF0000"/>
                </a:solidFill>
                <a:latin typeface="Trebuchet MS"/>
                <a:cs typeface="Trebuchet MS"/>
              </a:rPr>
              <a:t>g</a:t>
            </a:r>
            <a:r>
              <a:rPr sz="3200" spc="-10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80" dirty="0">
                <a:solidFill>
                  <a:srgbClr val="FF0000"/>
                </a:solidFill>
                <a:latin typeface="Trebuchet MS"/>
                <a:cs typeface="Trebuchet MS"/>
              </a:rPr>
              <a:t>6</a:t>
            </a:r>
            <a:endParaRPr sz="3200">
              <a:latin typeface="Trebuchet MS"/>
              <a:cs typeface="Trebuchet MS"/>
            </a:endParaRPr>
          </a:p>
          <a:p>
            <a:pPr marR="147955" algn="r">
              <a:lnSpc>
                <a:spcPct val="100000"/>
              </a:lnSpc>
              <a:spcBef>
                <a:spcPts val="2014"/>
              </a:spcBef>
            </a:pPr>
            <a:r>
              <a:rPr sz="1800" i="1" dirty="0">
                <a:latin typeface="Arial"/>
                <a:cs typeface="Arial"/>
              </a:rPr>
              <a:t>BF=0</a:t>
            </a:r>
            <a:endParaRPr sz="1800">
              <a:latin typeface="Arial"/>
              <a:cs typeface="Arial"/>
            </a:endParaRPr>
          </a:p>
          <a:p>
            <a:pPr marR="730250" algn="r">
              <a:lnSpc>
                <a:spcPct val="100000"/>
              </a:lnSpc>
              <a:spcBef>
                <a:spcPts val="715"/>
              </a:spcBef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4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989321" y="2715514"/>
            <a:ext cx="655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BF</a:t>
            </a:r>
            <a:r>
              <a:rPr sz="1800" i="1" spc="10" dirty="0">
                <a:latin typeface="Arial"/>
                <a:cs typeface="Arial"/>
              </a:rPr>
              <a:t>=</a:t>
            </a:r>
            <a:r>
              <a:rPr sz="1800" i="1" dirty="0">
                <a:latin typeface="Arial"/>
                <a:cs typeface="Arial"/>
              </a:rPr>
              <a:t>-</a:t>
            </a:r>
            <a:r>
              <a:rPr sz="1800" i="1" spc="-5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349875" y="3920997"/>
            <a:ext cx="711200" cy="482600"/>
            <a:chOff x="5349875" y="3920997"/>
            <a:chExt cx="711200" cy="482600"/>
          </a:xfrm>
        </p:grpSpPr>
        <p:sp>
          <p:nvSpPr>
            <p:cNvPr id="32" name="object 32"/>
            <p:cNvSpPr/>
            <p:nvPr/>
          </p:nvSpPr>
          <p:spPr>
            <a:xfrm>
              <a:off x="5362575" y="3933697"/>
              <a:ext cx="685800" cy="457200"/>
            </a:xfrm>
            <a:custGeom>
              <a:avLst/>
              <a:gdLst/>
              <a:ahLst/>
              <a:cxnLst/>
              <a:rect l="l" t="t" r="r" b="b"/>
              <a:pathLst>
                <a:path w="685800" h="457200">
                  <a:moveTo>
                    <a:pt x="342773" y="0"/>
                  </a:moveTo>
                  <a:lnTo>
                    <a:pt x="287161" y="2992"/>
                  </a:lnTo>
                  <a:lnTo>
                    <a:pt x="234411" y="11655"/>
                  </a:lnTo>
                  <a:lnTo>
                    <a:pt x="185227" y="25518"/>
                  </a:lnTo>
                  <a:lnTo>
                    <a:pt x="140314" y="44110"/>
                  </a:lnTo>
                  <a:lnTo>
                    <a:pt x="100377" y="66960"/>
                  </a:lnTo>
                  <a:lnTo>
                    <a:pt x="66121" y="93597"/>
                  </a:lnTo>
                  <a:lnTo>
                    <a:pt x="38250" y="123551"/>
                  </a:lnTo>
                  <a:lnTo>
                    <a:pt x="17470" y="156350"/>
                  </a:lnTo>
                  <a:lnTo>
                    <a:pt x="0" y="228600"/>
                  </a:lnTo>
                  <a:lnTo>
                    <a:pt x="4485" y="265676"/>
                  </a:lnTo>
                  <a:lnTo>
                    <a:pt x="38250" y="333648"/>
                  </a:lnTo>
                  <a:lnTo>
                    <a:pt x="66121" y="363602"/>
                  </a:lnTo>
                  <a:lnTo>
                    <a:pt x="100377" y="390239"/>
                  </a:lnTo>
                  <a:lnTo>
                    <a:pt x="140314" y="413089"/>
                  </a:lnTo>
                  <a:lnTo>
                    <a:pt x="185227" y="431681"/>
                  </a:lnTo>
                  <a:lnTo>
                    <a:pt x="234411" y="445544"/>
                  </a:lnTo>
                  <a:lnTo>
                    <a:pt x="287161" y="454207"/>
                  </a:lnTo>
                  <a:lnTo>
                    <a:pt x="342773" y="457200"/>
                  </a:lnTo>
                  <a:lnTo>
                    <a:pt x="398353" y="454207"/>
                  </a:lnTo>
                  <a:lnTo>
                    <a:pt x="451085" y="445544"/>
                  </a:lnTo>
                  <a:lnTo>
                    <a:pt x="500262" y="431681"/>
                  </a:lnTo>
                  <a:lnTo>
                    <a:pt x="545176" y="413089"/>
                  </a:lnTo>
                  <a:lnTo>
                    <a:pt x="585120" y="390239"/>
                  </a:lnTo>
                  <a:lnTo>
                    <a:pt x="619388" y="363602"/>
                  </a:lnTo>
                  <a:lnTo>
                    <a:pt x="647271" y="333648"/>
                  </a:lnTo>
                  <a:lnTo>
                    <a:pt x="668063" y="300849"/>
                  </a:lnTo>
                  <a:lnTo>
                    <a:pt x="685546" y="228600"/>
                  </a:lnTo>
                  <a:lnTo>
                    <a:pt x="681057" y="191523"/>
                  </a:lnTo>
                  <a:lnTo>
                    <a:pt x="647271" y="123551"/>
                  </a:lnTo>
                  <a:lnTo>
                    <a:pt x="619388" y="93597"/>
                  </a:lnTo>
                  <a:lnTo>
                    <a:pt x="585120" y="66960"/>
                  </a:lnTo>
                  <a:lnTo>
                    <a:pt x="545176" y="44110"/>
                  </a:lnTo>
                  <a:lnTo>
                    <a:pt x="500262" y="25518"/>
                  </a:lnTo>
                  <a:lnTo>
                    <a:pt x="451085" y="11655"/>
                  </a:lnTo>
                  <a:lnTo>
                    <a:pt x="398353" y="2992"/>
                  </a:lnTo>
                  <a:lnTo>
                    <a:pt x="342773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362575" y="3933697"/>
              <a:ext cx="685800" cy="457200"/>
            </a:xfrm>
            <a:custGeom>
              <a:avLst/>
              <a:gdLst/>
              <a:ahLst/>
              <a:cxnLst/>
              <a:rect l="l" t="t" r="r" b="b"/>
              <a:pathLst>
                <a:path w="685800" h="457200">
                  <a:moveTo>
                    <a:pt x="0" y="228600"/>
                  </a:moveTo>
                  <a:lnTo>
                    <a:pt x="17470" y="156350"/>
                  </a:lnTo>
                  <a:lnTo>
                    <a:pt x="38250" y="123551"/>
                  </a:lnTo>
                  <a:lnTo>
                    <a:pt x="66121" y="93597"/>
                  </a:lnTo>
                  <a:lnTo>
                    <a:pt x="100377" y="66960"/>
                  </a:lnTo>
                  <a:lnTo>
                    <a:pt x="140314" y="44110"/>
                  </a:lnTo>
                  <a:lnTo>
                    <a:pt x="185227" y="25518"/>
                  </a:lnTo>
                  <a:lnTo>
                    <a:pt x="234411" y="11655"/>
                  </a:lnTo>
                  <a:lnTo>
                    <a:pt x="287161" y="2992"/>
                  </a:lnTo>
                  <a:lnTo>
                    <a:pt x="342773" y="0"/>
                  </a:lnTo>
                  <a:lnTo>
                    <a:pt x="398353" y="2992"/>
                  </a:lnTo>
                  <a:lnTo>
                    <a:pt x="451085" y="11655"/>
                  </a:lnTo>
                  <a:lnTo>
                    <a:pt x="500262" y="25518"/>
                  </a:lnTo>
                  <a:lnTo>
                    <a:pt x="545176" y="44110"/>
                  </a:lnTo>
                  <a:lnTo>
                    <a:pt x="585120" y="66960"/>
                  </a:lnTo>
                  <a:lnTo>
                    <a:pt x="619388" y="93597"/>
                  </a:lnTo>
                  <a:lnTo>
                    <a:pt x="647271" y="123551"/>
                  </a:lnTo>
                  <a:lnTo>
                    <a:pt x="668063" y="156350"/>
                  </a:lnTo>
                  <a:lnTo>
                    <a:pt x="685546" y="228600"/>
                  </a:lnTo>
                  <a:lnTo>
                    <a:pt x="681057" y="265676"/>
                  </a:lnTo>
                  <a:lnTo>
                    <a:pt x="647271" y="333648"/>
                  </a:lnTo>
                  <a:lnTo>
                    <a:pt x="619388" y="363602"/>
                  </a:lnTo>
                  <a:lnTo>
                    <a:pt x="585120" y="390239"/>
                  </a:lnTo>
                  <a:lnTo>
                    <a:pt x="545176" y="413089"/>
                  </a:lnTo>
                  <a:lnTo>
                    <a:pt x="500262" y="431681"/>
                  </a:lnTo>
                  <a:lnTo>
                    <a:pt x="451085" y="445544"/>
                  </a:lnTo>
                  <a:lnTo>
                    <a:pt x="398353" y="454207"/>
                  </a:lnTo>
                  <a:lnTo>
                    <a:pt x="342773" y="457200"/>
                  </a:lnTo>
                  <a:lnTo>
                    <a:pt x="287161" y="454207"/>
                  </a:lnTo>
                  <a:lnTo>
                    <a:pt x="234411" y="445544"/>
                  </a:lnTo>
                  <a:lnTo>
                    <a:pt x="185227" y="431681"/>
                  </a:lnTo>
                  <a:lnTo>
                    <a:pt x="140314" y="413089"/>
                  </a:lnTo>
                  <a:lnTo>
                    <a:pt x="100377" y="390239"/>
                  </a:lnTo>
                  <a:lnTo>
                    <a:pt x="66121" y="363602"/>
                  </a:lnTo>
                  <a:lnTo>
                    <a:pt x="38250" y="333648"/>
                  </a:lnTo>
                  <a:lnTo>
                    <a:pt x="17470" y="300849"/>
                  </a:lnTo>
                  <a:lnTo>
                    <a:pt x="0" y="228600"/>
                  </a:lnTo>
                  <a:close/>
                </a:path>
              </a:pathLst>
            </a:custGeom>
            <a:ln w="25400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5634354" y="4004309"/>
            <a:ext cx="144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6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3742054" y="3402520"/>
            <a:ext cx="1725930" cy="1247140"/>
            <a:chOff x="3742054" y="3402520"/>
            <a:chExt cx="1725930" cy="1247140"/>
          </a:xfrm>
        </p:grpSpPr>
        <p:sp>
          <p:nvSpPr>
            <p:cNvPr id="36" name="object 36"/>
            <p:cNvSpPr/>
            <p:nvPr/>
          </p:nvSpPr>
          <p:spPr>
            <a:xfrm>
              <a:off x="5096763" y="3407283"/>
              <a:ext cx="366395" cy="593725"/>
            </a:xfrm>
            <a:custGeom>
              <a:avLst/>
              <a:gdLst/>
              <a:ahLst/>
              <a:cxnLst/>
              <a:rect l="l" t="t" r="r" b="b"/>
              <a:pathLst>
                <a:path w="366395" h="593725">
                  <a:moveTo>
                    <a:pt x="0" y="0"/>
                  </a:moveTo>
                  <a:lnTo>
                    <a:pt x="366140" y="593470"/>
                  </a:lnTo>
                </a:path>
              </a:pathLst>
            </a:custGeom>
            <a:ln w="9525">
              <a:solidFill>
                <a:srgbClr val="3891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754754" y="4049141"/>
              <a:ext cx="504190" cy="588010"/>
            </a:xfrm>
            <a:custGeom>
              <a:avLst/>
              <a:gdLst/>
              <a:ahLst/>
              <a:cxnLst/>
              <a:rect l="l" t="t" r="r" b="b"/>
              <a:pathLst>
                <a:path w="504189" h="588010">
                  <a:moveTo>
                    <a:pt x="251968" y="0"/>
                  </a:moveTo>
                  <a:lnTo>
                    <a:pt x="206667" y="4734"/>
                  </a:lnTo>
                  <a:lnTo>
                    <a:pt x="164034" y="18385"/>
                  </a:lnTo>
                  <a:lnTo>
                    <a:pt x="124779" y="40122"/>
                  </a:lnTo>
                  <a:lnTo>
                    <a:pt x="89614" y="69115"/>
                  </a:lnTo>
                  <a:lnTo>
                    <a:pt x="59248" y="104535"/>
                  </a:lnTo>
                  <a:lnTo>
                    <a:pt x="34393" y="145551"/>
                  </a:lnTo>
                  <a:lnTo>
                    <a:pt x="15759" y="191333"/>
                  </a:lnTo>
                  <a:lnTo>
                    <a:pt x="4058" y="241052"/>
                  </a:lnTo>
                  <a:lnTo>
                    <a:pt x="0" y="293877"/>
                  </a:lnTo>
                  <a:lnTo>
                    <a:pt x="4058" y="346665"/>
                  </a:lnTo>
                  <a:lnTo>
                    <a:pt x="15759" y="396354"/>
                  </a:lnTo>
                  <a:lnTo>
                    <a:pt x="34393" y="442115"/>
                  </a:lnTo>
                  <a:lnTo>
                    <a:pt x="59248" y="483115"/>
                  </a:lnTo>
                  <a:lnTo>
                    <a:pt x="89614" y="518524"/>
                  </a:lnTo>
                  <a:lnTo>
                    <a:pt x="124779" y="547511"/>
                  </a:lnTo>
                  <a:lnTo>
                    <a:pt x="164034" y="569244"/>
                  </a:lnTo>
                  <a:lnTo>
                    <a:pt x="206667" y="582894"/>
                  </a:lnTo>
                  <a:lnTo>
                    <a:pt x="251968" y="587628"/>
                  </a:lnTo>
                  <a:lnTo>
                    <a:pt x="297268" y="582894"/>
                  </a:lnTo>
                  <a:lnTo>
                    <a:pt x="339901" y="569244"/>
                  </a:lnTo>
                  <a:lnTo>
                    <a:pt x="379156" y="547511"/>
                  </a:lnTo>
                  <a:lnTo>
                    <a:pt x="414321" y="518524"/>
                  </a:lnTo>
                  <a:lnTo>
                    <a:pt x="444687" y="483115"/>
                  </a:lnTo>
                  <a:lnTo>
                    <a:pt x="469542" y="442115"/>
                  </a:lnTo>
                  <a:lnTo>
                    <a:pt x="488176" y="396354"/>
                  </a:lnTo>
                  <a:lnTo>
                    <a:pt x="499877" y="346665"/>
                  </a:lnTo>
                  <a:lnTo>
                    <a:pt x="503936" y="293877"/>
                  </a:lnTo>
                  <a:lnTo>
                    <a:pt x="499877" y="241052"/>
                  </a:lnTo>
                  <a:lnTo>
                    <a:pt x="488176" y="191333"/>
                  </a:lnTo>
                  <a:lnTo>
                    <a:pt x="469542" y="145551"/>
                  </a:lnTo>
                  <a:lnTo>
                    <a:pt x="444687" y="104535"/>
                  </a:lnTo>
                  <a:lnTo>
                    <a:pt x="414321" y="69115"/>
                  </a:lnTo>
                  <a:lnTo>
                    <a:pt x="379156" y="40122"/>
                  </a:lnTo>
                  <a:lnTo>
                    <a:pt x="339901" y="18385"/>
                  </a:lnTo>
                  <a:lnTo>
                    <a:pt x="297268" y="4734"/>
                  </a:lnTo>
                  <a:lnTo>
                    <a:pt x="251968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754754" y="4049141"/>
              <a:ext cx="504190" cy="588010"/>
            </a:xfrm>
            <a:custGeom>
              <a:avLst/>
              <a:gdLst/>
              <a:ahLst/>
              <a:cxnLst/>
              <a:rect l="l" t="t" r="r" b="b"/>
              <a:pathLst>
                <a:path w="504189" h="588010">
                  <a:moveTo>
                    <a:pt x="0" y="293877"/>
                  </a:moveTo>
                  <a:lnTo>
                    <a:pt x="4058" y="241052"/>
                  </a:lnTo>
                  <a:lnTo>
                    <a:pt x="15759" y="191333"/>
                  </a:lnTo>
                  <a:lnTo>
                    <a:pt x="34393" y="145551"/>
                  </a:lnTo>
                  <a:lnTo>
                    <a:pt x="59248" y="104535"/>
                  </a:lnTo>
                  <a:lnTo>
                    <a:pt x="89614" y="69115"/>
                  </a:lnTo>
                  <a:lnTo>
                    <a:pt x="124779" y="40122"/>
                  </a:lnTo>
                  <a:lnTo>
                    <a:pt x="164034" y="18385"/>
                  </a:lnTo>
                  <a:lnTo>
                    <a:pt x="206667" y="4734"/>
                  </a:lnTo>
                  <a:lnTo>
                    <a:pt x="251968" y="0"/>
                  </a:lnTo>
                  <a:lnTo>
                    <a:pt x="297268" y="4734"/>
                  </a:lnTo>
                  <a:lnTo>
                    <a:pt x="339901" y="18385"/>
                  </a:lnTo>
                  <a:lnTo>
                    <a:pt x="379156" y="40122"/>
                  </a:lnTo>
                  <a:lnTo>
                    <a:pt x="414321" y="69115"/>
                  </a:lnTo>
                  <a:lnTo>
                    <a:pt x="444687" y="104535"/>
                  </a:lnTo>
                  <a:lnTo>
                    <a:pt x="469542" y="145551"/>
                  </a:lnTo>
                  <a:lnTo>
                    <a:pt x="488176" y="191333"/>
                  </a:lnTo>
                  <a:lnTo>
                    <a:pt x="499877" y="241052"/>
                  </a:lnTo>
                  <a:lnTo>
                    <a:pt x="503936" y="293877"/>
                  </a:lnTo>
                  <a:lnTo>
                    <a:pt x="499877" y="346665"/>
                  </a:lnTo>
                  <a:lnTo>
                    <a:pt x="488176" y="396354"/>
                  </a:lnTo>
                  <a:lnTo>
                    <a:pt x="469542" y="442115"/>
                  </a:lnTo>
                  <a:lnTo>
                    <a:pt x="444687" y="483115"/>
                  </a:lnTo>
                  <a:lnTo>
                    <a:pt x="414321" y="518524"/>
                  </a:lnTo>
                  <a:lnTo>
                    <a:pt x="379156" y="547511"/>
                  </a:lnTo>
                  <a:lnTo>
                    <a:pt x="339901" y="569244"/>
                  </a:lnTo>
                  <a:lnTo>
                    <a:pt x="297268" y="582894"/>
                  </a:lnTo>
                  <a:lnTo>
                    <a:pt x="251968" y="587628"/>
                  </a:lnTo>
                  <a:lnTo>
                    <a:pt x="206667" y="582894"/>
                  </a:lnTo>
                  <a:lnTo>
                    <a:pt x="164034" y="569244"/>
                  </a:lnTo>
                  <a:lnTo>
                    <a:pt x="124779" y="547511"/>
                  </a:lnTo>
                  <a:lnTo>
                    <a:pt x="89614" y="518524"/>
                  </a:lnTo>
                  <a:lnTo>
                    <a:pt x="59248" y="483115"/>
                  </a:lnTo>
                  <a:lnTo>
                    <a:pt x="34393" y="442115"/>
                  </a:lnTo>
                  <a:lnTo>
                    <a:pt x="15759" y="396354"/>
                  </a:lnTo>
                  <a:lnTo>
                    <a:pt x="4058" y="346665"/>
                  </a:lnTo>
                  <a:lnTo>
                    <a:pt x="0" y="293877"/>
                  </a:lnTo>
                  <a:close/>
                </a:path>
              </a:pathLst>
            </a:custGeom>
            <a:ln w="25400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5929376" y="3731767"/>
            <a:ext cx="579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BF</a:t>
            </a:r>
            <a:r>
              <a:rPr sz="1800" i="1" spc="5" dirty="0">
                <a:latin typeface="Arial"/>
                <a:cs typeface="Arial"/>
              </a:rPr>
              <a:t>=</a:t>
            </a:r>
            <a:r>
              <a:rPr sz="1800" i="1" spc="-5" dirty="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935348" y="4185030"/>
            <a:ext cx="144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544827" y="3707638"/>
            <a:ext cx="579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BF</a:t>
            </a:r>
            <a:r>
              <a:rPr sz="1800" i="1" spc="5" dirty="0">
                <a:latin typeface="Arial"/>
                <a:cs typeface="Arial"/>
              </a:rPr>
              <a:t>=</a:t>
            </a:r>
            <a:r>
              <a:rPr sz="1800" i="1" spc="-5" dirty="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2320417" y="3553015"/>
            <a:ext cx="1691639" cy="1149985"/>
            <a:chOff x="2320417" y="3553015"/>
            <a:chExt cx="1691639" cy="1149985"/>
          </a:xfrm>
        </p:grpSpPr>
        <p:sp>
          <p:nvSpPr>
            <p:cNvPr id="43" name="object 43"/>
            <p:cNvSpPr/>
            <p:nvPr/>
          </p:nvSpPr>
          <p:spPr>
            <a:xfrm>
              <a:off x="3754755" y="3557778"/>
              <a:ext cx="252095" cy="491490"/>
            </a:xfrm>
            <a:custGeom>
              <a:avLst/>
              <a:gdLst/>
              <a:ahLst/>
              <a:cxnLst/>
              <a:rect l="l" t="t" r="r" b="b"/>
              <a:pathLst>
                <a:path w="252095" h="491489">
                  <a:moveTo>
                    <a:pt x="0" y="0"/>
                  </a:moveTo>
                  <a:lnTo>
                    <a:pt x="251968" y="491363"/>
                  </a:lnTo>
                </a:path>
              </a:pathLst>
            </a:custGeom>
            <a:ln w="9525">
              <a:solidFill>
                <a:srgbClr val="3891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333117" y="3927729"/>
              <a:ext cx="495300" cy="762000"/>
            </a:xfrm>
            <a:custGeom>
              <a:avLst/>
              <a:gdLst/>
              <a:ahLst/>
              <a:cxnLst/>
              <a:rect l="l" t="t" r="r" b="b"/>
              <a:pathLst>
                <a:path w="495300" h="762000">
                  <a:moveTo>
                    <a:pt x="247650" y="0"/>
                  </a:moveTo>
                  <a:lnTo>
                    <a:pt x="176123" y="16129"/>
                  </a:lnTo>
                  <a:lnTo>
                    <a:pt x="143244" y="35408"/>
                  </a:lnTo>
                  <a:lnTo>
                    <a:pt x="112799" y="61376"/>
                  </a:lnTo>
                  <a:lnTo>
                    <a:pt x="85171" y="93446"/>
                  </a:lnTo>
                  <a:lnTo>
                    <a:pt x="60742" y="131028"/>
                  </a:lnTo>
                  <a:lnTo>
                    <a:pt x="39896" y="173533"/>
                  </a:lnTo>
                  <a:lnTo>
                    <a:pt x="23016" y="220372"/>
                  </a:lnTo>
                  <a:lnTo>
                    <a:pt x="10484" y="270955"/>
                  </a:lnTo>
                  <a:lnTo>
                    <a:pt x="2685" y="324694"/>
                  </a:lnTo>
                  <a:lnTo>
                    <a:pt x="0" y="381000"/>
                  </a:lnTo>
                  <a:lnTo>
                    <a:pt x="2685" y="437276"/>
                  </a:lnTo>
                  <a:lnTo>
                    <a:pt x="10484" y="490998"/>
                  </a:lnTo>
                  <a:lnTo>
                    <a:pt x="23016" y="541573"/>
                  </a:lnTo>
                  <a:lnTo>
                    <a:pt x="39896" y="588410"/>
                  </a:lnTo>
                  <a:lnTo>
                    <a:pt x="60742" y="630919"/>
                  </a:lnTo>
                  <a:lnTo>
                    <a:pt x="85171" y="668510"/>
                  </a:lnTo>
                  <a:lnTo>
                    <a:pt x="112799" y="700591"/>
                  </a:lnTo>
                  <a:lnTo>
                    <a:pt x="143244" y="726571"/>
                  </a:lnTo>
                  <a:lnTo>
                    <a:pt x="176123" y="745860"/>
                  </a:lnTo>
                  <a:lnTo>
                    <a:pt x="247650" y="762000"/>
                  </a:lnTo>
                  <a:lnTo>
                    <a:pt x="284247" y="757866"/>
                  </a:lnTo>
                  <a:lnTo>
                    <a:pt x="352055" y="726571"/>
                  </a:lnTo>
                  <a:lnTo>
                    <a:pt x="382500" y="700591"/>
                  </a:lnTo>
                  <a:lnTo>
                    <a:pt x="410128" y="668510"/>
                  </a:lnTo>
                  <a:lnTo>
                    <a:pt x="434557" y="630919"/>
                  </a:lnTo>
                  <a:lnTo>
                    <a:pt x="455403" y="588410"/>
                  </a:lnTo>
                  <a:lnTo>
                    <a:pt x="472283" y="541573"/>
                  </a:lnTo>
                  <a:lnTo>
                    <a:pt x="484815" y="490998"/>
                  </a:lnTo>
                  <a:lnTo>
                    <a:pt x="492614" y="437276"/>
                  </a:lnTo>
                  <a:lnTo>
                    <a:pt x="495300" y="381000"/>
                  </a:lnTo>
                  <a:lnTo>
                    <a:pt x="492614" y="324694"/>
                  </a:lnTo>
                  <a:lnTo>
                    <a:pt x="484815" y="270955"/>
                  </a:lnTo>
                  <a:lnTo>
                    <a:pt x="472283" y="220372"/>
                  </a:lnTo>
                  <a:lnTo>
                    <a:pt x="455403" y="173533"/>
                  </a:lnTo>
                  <a:lnTo>
                    <a:pt x="434557" y="131028"/>
                  </a:lnTo>
                  <a:lnTo>
                    <a:pt x="410128" y="93446"/>
                  </a:lnTo>
                  <a:lnTo>
                    <a:pt x="382500" y="61376"/>
                  </a:lnTo>
                  <a:lnTo>
                    <a:pt x="352055" y="35408"/>
                  </a:lnTo>
                  <a:lnTo>
                    <a:pt x="319176" y="16129"/>
                  </a:lnTo>
                  <a:lnTo>
                    <a:pt x="247650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333117" y="3927729"/>
              <a:ext cx="495300" cy="762000"/>
            </a:xfrm>
            <a:custGeom>
              <a:avLst/>
              <a:gdLst/>
              <a:ahLst/>
              <a:cxnLst/>
              <a:rect l="l" t="t" r="r" b="b"/>
              <a:pathLst>
                <a:path w="495300" h="762000">
                  <a:moveTo>
                    <a:pt x="0" y="381000"/>
                  </a:moveTo>
                  <a:lnTo>
                    <a:pt x="2685" y="324694"/>
                  </a:lnTo>
                  <a:lnTo>
                    <a:pt x="10484" y="270955"/>
                  </a:lnTo>
                  <a:lnTo>
                    <a:pt x="23016" y="220372"/>
                  </a:lnTo>
                  <a:lnTo>
                    <a:pt x="39896" y="173533"/>
                  </a:lnTo>
                  <a:lnTo>
                    <a:pt x="60742" y="131028"/>
                  </a:lnTo>
                  <a:lnTo>
                    <a:pt x="85171" y="93446"/>
                  </a:lnTo>
                  <a:lnTo>
                    <a:pt x="112799" y="61376"/>
                  </a:lnTo>
                  <a:lnTo>
                    <a:pt x="143244" y="35408"/>
                  </a:lnTo>
                  <a:lnTo>
                    <a:pt x="176123" y="16129"/>
                  </a:lnTo>
                  <a:lnTo>
                    <a:pt x="247650" y="0"/>
                  </a:lnTo>
                  <a:lnTo>
                    <a:pt x="284247" y="4130"/>
                  </a:lnTo>
                  <a:lnTo>
                    <a:pt x="352055" y="35408"/>
                  </a:lnTo>
                  <a:lnTo>
                    <a:pt x="382500" y="61376"/>
                  </a:lnTo>
                  <a:lnTo>
                    <a:pt x="410128" y="93446"/>
                  </a:lnTo>
                  <a:lnTo>
                    <a:pt x="434557" y="131028"/>
                  </a:lnTo>
                  <a:lnTo>
                    <a:pt x="455403" y="173533"/>
                  </a:lnTo>
                  <a:lnTo>
                    <a:pt x="472283" y="220372"/>
                  </a:lnTo>
                  <a:lnTo>
                    <a:pt x="484815" y="270955"/>
                  </a:lnTo>
                  <a:lnTo>
                    <a:pt x="492614" y="324694"/>
                  </a:lnTo>
                  <a:lnTo>
                    <a:pt x="495300" y="381000"/>
                  </a:lnTo>
                  <a:lnTo>
                    <a:pt x="492614" y="437276"/>
                  </a:lnTo>
                  <a:lnTo>
                    <a:pt x="484815" y="490998"/>
                  </a:lnTo>
                  <a:lnTo>
                    <a:pt x="472283" y="541573"/>
                  </a:lnTo>
                  <a:lnTo>
                    <a:pt x="455403" y="588410"/>
                  </a:lnTo>
                  <a:lnTo>
                    <a:pt x="434557" y="630919"/>
                  </a:lnTo>
                  <a:lnTo>
                    <a:pt x="410128" y="668510"/>
                  </a:lnTo>
                  <a:lnTo>
                    <a:pt x="382500" y="700591"/>
                  </a:lnTo>
                  <a:lnTo>
                    <a:pt x="352055" y="726571"/>
                  </a:lnTo>
                  <a:lnTo>
                    <a:pt x="319176" y="745860"/>
                  </a:lnTo>
                  <a:lnTo>
                    <a:pt x="247650" y="762000"/>
                  </a:lnTo>
                  <a:lnTo>
                    <a:pt x="211052" y="757866"/>
                  </a:lnTo>
                  <a:lnTo>
                    <a:pt x="143244" y="726571"/>
                  </a:lnTo>
                  <a:lnTo>
                    <a:pt x="112799" y="700591"/>
                  </a:lnTo>
                  <a:lnTo>
                    <a:pt x="85171" y="668510"/>
                  </a:lnTo>
                  <a:lnTo>
                    <a:pt x="60742" y="630919"/>
                  </a:lnTo>
                  <a:lnTo>
                    <a:pt x="39896" y="588410"/>
                  </a:lnTo>
                  <a:lnTo>
                    <a:pt x="23016" y="541573"/>
                  </a:lnTo>
                  <a:lnTo>
                    <a:pt x="10484" y="490998"/>
                  </a:lnTo>
                  <a:lnTo>
                    <a:pt x="2685" y="437276"/>
                  </a:lnTo>
                  <a:lnTo>
                    <a:pt x="0" y="381000"/>
                  </a:lnTo>
                  <a:close/>
                </a:path>
              </a:pathLst>
            </a:custGeom>
            <a:ln w="25400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2509520" y="4150614"/>
            <a:ext cx="144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2405633" y="3304285"/>
            <a:ext cx="918210" cy="735330"/>
          </a:xfrm>
          <a:custGeom>
            <a:avLst/>
            <a:gdLst/>
            <a:ahLst/>
            <a:cxnLst/>
            <a:rect l="l" t="t" r="r" b="b"/>
            <a:pathLst>
              <a:path w="918210" h="735329">
                <a:moveTo>
                  <a:pt x="918082" y="0"/>
                </a:moveTo>
                <a:lnTo>
                  <a:pt x="0" y="734949"/>
                </a:lnTo>
              </a:path>
            </a:pathLst>
          </a:custGeom>
          <a:ln w="9525">
            <a:solidFill>
              <a:srgbClr val="3891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4109084" y="3770757"/>
            <a:ext cx="579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BF</a:t>
            </a:r>
            <a:r>
              <a:rPr sz="1800" i="1" spc="5" dirty="0">
                <a:latin typeface="Arial"/>
                <a:cs typeface="Arial"/>
              </a:rPr>
              <a:t>=</a:t>
            </a:r>
            <a:r>
              <a:rPr sz="1800" i="1" spc="-5" dirty="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79932" y="38100"/>
            <a:ext cx="7578852" cy="1106424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7034">
              <a:lnSpc>
                <a:spcPct val="100000"/>
              </a:lnSpc>
              <a:spcBef>
                <a:spcPts val="100"/>
              </a:spcBef>
              <a:tabLst>
                <a:tab pos="3851910" algn="l"/>
              </a:tabLst>
            </a:pPr>
            <a:r>
              <a:rPr spc="-90" dirty="0"/>
              <a:t>Constructio</a:t>
            </a:r>
            <a:r>
              <a:rPr spc="-100" dirty="0"/>
              <a:t>n</a:t>
            </a:r>
            <a:r>
              <a:rPr spc="-95" dirty="0"/>
              <a:t> </a:t>
            </a:r>
            <a:r>
              <a:rPr spc="-204" dirty="0"/>
              <a:t>of</a:t>
            </a:r>
            <a:r>
              <a:rPr dirty="0"/>
              <a:t>	</a:t>
            </a:r>
            <a:r>
              <a:rPr spc="-10" dirty="0"/>
              <a:t>A</a:t>
            </a:r>
            <a:r>
              <a:rPr dirty="0"/>
              <a:t>VL</a:t>
            </a:r>
            <a:r>
              <a:rPr spc="-585" dirty="0"/>
              <a:t> </a:t>
            </a:r>
            <a:r>
              <a:rPr spc="-409" dirty="0"/>
              <a:t>T</a:t>
            </a:r>
            <a:r>
              <a:rPr spc="-50" dirty="0"/>
              <a:t>r</a:t>
            </a:r>
            <a:r>
              <a:rPr spc="-260" dirty="0"/>
              <a:t>ee</a:t>
            </a:r>
            <a:r>
              <a:rPr spc="-95" dirty="0"/>
              <a:t> </a:t>
            </a:r>
            <a:r>
              <a:rPr spc="-114" dirty="0"/>
              <a:t>(</a:t>
            </a:r>
            <a:r>
              <a:rPr spc="-160" dirty="0"/>
              <a:t>1</a:t>
            </a:r>
            <a:r>
              <a:rPr spc="-95" dirty="0"/>
              <a:t> to</a:t>
            </a:r>
            <a:r>
              <a:rPr spc="-110" dirty="0"/>
              <a:t> </a:t>
            </a:r>
            <a:r>
              <a:rPr spc="-90" dirty="0"/>
              <a:t>8</a:t>
            </a:r>
            <a:r>
              <a:rPr spc="-175" dirty="0"/>
              <a:t>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977133" y="5820562"/>
            <a:ext cx="2272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spc="-5" dirty="0">
                <a:solidFill>
                  <a:srgbClr val="00AF50"/>
                </a:solidFill>
                <a:latin typeface="Arial"/>
                <a:cs typeface="Arial"/>
              </a:rPr>
              <a:t>TREE</a:t>
            </a:r>
            <a:r>
              <a:rPr sz="1800" b="1" i="1" spc="-1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00AF50"/>
                </a:solidFill>
                <a:latin typeface="Arial"/>
                <a:cs typeface="Arial"/>
              </a:rPr>
              <a:t>is</a:t>
            </a:r>
            <a:r>
              <a:rPr sz="1800" b="1" i="1" spc="459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800" b="1" i="1" spc="-5" dirty="0">
                <a:solidFill>
                  <a:srgbClr val="00AF50"/>
                </a:solidFill>
                <a:latin typeface="Arial"/>
                <a:cs typeface="Arial"/>
              </a:rPr>
              <a:t>imbalanced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909440" y="2085085"/>
            <a:ext cx="1284605" cy="1409700"/>
            <a:chOff x="3909440" y="2085085"/>
            <a:chExt cx="1284605" cy="1409700"/>
          </a:xfrm>
        </p:grpSpPr>
        <p:sp>
          <p:nvSpPr>
            <p:cNvPr id="18" name="object 18"/>
            <p:cNvSpPr/>
            <p:nvPr/>
          </p:nvSpPr>
          <p:spPr>
            <a:xfrm>
              <a:off x="3922140" y="2097785"/>
              <a:ext cx="577850" cy="507365"/>
            </a:xfrm>
            <a:custGeom>
              <a:avLst/>
              <a:gdLst/>
              <a:ahLst/>
              <a:cxnLst/>
              <a:rect l="l" t="t" r="r" b="b"/>
              <a:pathLst>
                <a:path w="577850" h="507364">
                  <a:moveTo>
                    <a:pt x="288671" y="0"/>
                  </a:moveTo>
                  <a:lnTo>
                    <a:pt x="236793" y="4081"/>
                  </a:lnTo>
                  <a:lnTo>
                    <a:pt x="187961" y="15849"/>
                  </a:lnTo>
                  <a:lnTo>
                    <a:pt x="142992" y="34591"/>
                  </a:lnTo>
                  <a:lnTo>
                    <a:pt x="102701" y="59591"/>
                  </a:lnTo>
                  <a:lnTo>
                    <a:pt x="67906" y="90136"/>
                  </a:lnTo>
                  <a:lnTo>
                    <a:pt x="39421" y="125513"/>
                  </a:lnTo>
                  <a:lnTo>
                    <a:pt x="18065" y="165007"/>
                  </a:lnTo>
                  <a:lnTo>
                    <a:pt x="4652" y="207905"/>
                  </a:lnTo>
                  <a:lnTo>
                    <a:pt x="0" y="253491"/>
                  </a:lnTo>
                  <a:lnTo>
                    <a:pt x="4652" y="299041"/>
                  </a:lnTo>
                  <a:lnTo>
                    <a:pt x="18065" y="341909"/>
                  </a:lnTo>
                  <a:lnTo>
                    <a:pt x="39421" y="381380"/>
                  </a:lnTo>
                  <a:lnTo>
                    <a:pt x="67906" y="416741"/>
                  </a:lnTo>
                  <a:lnTo>
                    <a:pt x="102701" y="447276"/>
                  </a:lnTo>
                  <a:lnTo>
                    <a:pt x="142992" y="472270"/>
                  </a:lnTo>
                  <a:lnTo>
                    <a:pt x="187961" y="491008"/>
                  </a:lnTo>
                  <a:lnTo>
                    <a:pt x="236793" y="502775"/>
                  </a:lnTo>
                  <a:lnTo>
                    <a:pt x="288671" y="506856"/>
                  </a:lnTo>
                  <a:lnTo>
                    <a:pt x="340581" y="502775"/>
                  </a:lnTo>
                  <a:lnTo>
                    <a:pt x="389431" y="491008"/>
                  </a:lnTo>
                  <a:lnTo>
                    <a:pt x="434405" y="472270"/>
                  </a:lnTo>
                  <a:lnTo>
                    <a:pt x="474692" y="447276"/>
                  </a:lnTo>
                  <a:lnTo>
                    <a:pt x="509477" y="416741"/>
                  </a:lnTo>
                  <a:lnTo>
                    <a:pt x="537948" y="381380"/>
                  </a:lnTo>
                  <a:lnTo>
                    <a:pt x="559291" y="341909"/>
                  </a:lnTo>
                  <a:lnTo>
                    <a:pt x="572693" y="299041"/>
                  </a:lnTo>
                  <a:lnTo>
                    <a:pt x="577342" y="253491"/>
                  </a:lnTo>
                  <a:lnTo>
                    <a:pt x="572693" y="207905"/>
                  </a:lnTo>
                  <a:lnTo>
                    <a:pt x="559291" y="165007"/>
                  </a:lnTo>
                  <a:lnTo>
                    <a:pt x="537948" y="125513"/>
                  </a:lnTo>
                  <a:lnTo>
                    <a:pt x="509477" y="90136"/>
                  </a:lnTo>
                  <a:lnTo>
                    <a:pt x="474692" y="59591"/>
                  </a:lnTo>
                  <a:lnTo>
                    <a:pt x="434405" y="34591"/>
                  </a:lnTo>
                  <a:lnTo>
                    <a:pt x="389431" y="15849"/>
                  </a:lnTo>
                  <a:lnTo>
                    <a:pt x="340581" y="4081"/>
                  </a:lnTo>
                  <a:lnTo>
                    <a:pt x="288671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922140" y="2097785"/>
              <a:ext cx="577850" cy="507365"/>
            </a:xfrm>
            <a:custGeom>
              <a:avLst/>
              <a:gdLst/>
              <a:ahLst/>
              <a:cxnLst/>
              <a:rect l="l" t="t" r="r" b="b"/>
              <a:pathLst>
                <a:path w="577850" h="507364">
                  <a:moveTo>
                    <a:pt x="0" y="253491"/>
                  </a:moveTo>
                  <a:lnTo>
                    <a:pt x="4652" y="207905"/>
                  </a:lnTo>
                  <a:lnTo>
                    <a:pt x="18065" y="165007"/>
                  </a:lnTo>
                  <a:lnTo>
                    <a:pt x="39421" y="125513"/>
                  </a:lnTo>
                  <a:lnTo>
                    <a:pt x="67906" y="90136"/>
                  </a:lnTo>
                  <a:lnTo>
                    <a:pt x="102701" y="59591"/>
                  </a:lnTo>
                  <a:lnTo>
                    <a:pt x="142992" y="34591"/>
                  </a:lnTo>
                  <a:lnTo>
                    <a:pt x="187961" y="15849"/>
                  </a:lnTo>
                  <a:lnTo>
                    <a:pt x="236793" y="4081"/>
                  </a:lnTo>
                  <a:lnTo>
                    <a:pt x="288671" y="0"/>
                  </a:lnTo>
                  <a:lnTo>
                    <a:pt x="340581" y="4081"/>
                  </a:lnTo>
                  <a:lnTo>
                    <a:pt x="389431" y="15849"/>
                  </a:lnTo>
                  <a:lnTo>
                    <a:pt x="434405" y="34591"/>
                  </a:lnTo>
                  <a:lnTo>
                    <a:pt x="474692" y="59591"/>
                  </a:lnTo>
                  <a:lnTo>
                    <a:pt x="509477" y="90136"/>
                  </a:lnTo>
                  <a:lnTo>
                    <a:pt x="537948" y="125513"/>
                  </a:lnTo>
                  <a:lnTo>
                    <a:pt x="559291" y="165007"/>
                  </a:lnTo>
                  <a:lnTo>
                    <a:pt x="572693" y="207905"/>
                  </a:lnTo>
                  <a:lnTo>
                    <a:pt x="577342" y="253491"/>
                  </a:lnTo>
                  <a:lnTo>
                    <a:pt x="572693" y="299041"/>
                  </a:lnTo>
                  <a:lnTo>
                    <a:pt x="559291" y="341909"/>
                  </a:lnTo>
                  <a:lnTo>
                    <a:pt x="537948" y="381380"/>
                  </a:lnTo>
                  <a:lnTo>
                    <a:pt x="509477" y="416741"/>
                  </a:lnTo>
                  <a:lnTo>
                    <a:pt x="474692" y="447276"/>
                  </a:lnTo>
                  <a:lnTo>
                    <a:pt x="434405" y="472270"/>
                  </a:lnTo>
                  <a:lnTo>
                    <a:pt x="389431" y="491008"/>
                  </a:lnTo>
                  <a:lnTo>
                    <a:pt x="340581" y="502775"/>
                  </a:lnTo>
                  <a:lnTo>
                    <a:pt x="288671" y="506856"/>
                  </a:lnTo>
                  <a:lnTo>
                    <a:pt x="236793" y="502775"/>
                  </a:lnTo>
                  <a:lnTo>
                    <a:pt x="187961" y="491008"/>
                  </a:lnTo>
                  <a:lnTo>
                    <a:pt x="142992" y="472270"/>
                  </a:lnTo>
                  <a:lnTo>
                    <a:pt x="102701" y="447276"/>
                  </a:lnTo>
                  <a:lnTo>
                    <a:pt x="67906" y="416741"/>
                  </a:lnTo>
                  <a:lnTo>
                    <a:pt x="39421" y="381380"/>
                  </a:lnTo>
                  <a:lnTo>
                    <a:pt x="18065" y="341909"/>
                  </a:lnTo>
                  <a:lnTo>
                    <a:pt x="4652" y="299041"/>
                  </a:lnTo>
                  <a:lnTo>
                    <a:pt x="0" y="253491"/>
                  </a:lnTo>
                  <a:close/>
                </a:path>
              </a:pathLst>
            </a:custGeom>
            <a:ln w="25400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603876" y="2974593"/>
              <a:ext cx="577850" cy="507365"/>
            </a:xfrm>
            <a:custGeom>
              <a:avLst/>
              <a:gdLst/>
              <a:ahLst/>
              <a:cxnLst/>
              <a:rect l="l" t="t" r="r" b="b"/>
              <a:pathLst>
                <a:path w="577850" h="507364">
                  <a:moveTo>
                    <a:pt x="288671" y="0"/>
                  </a:moveTo>
                  <a:lnTo>
                    <a:pt x="236793" y="4081"/>
                  </a:lnTo>
                  <a:lnTo>
                    <a:pt x="187961" y="15849"/>
                  </a:lnTo>
                  <a:lnTo>
                    <a:pt x="142992" y="34591"/>
                  </a:lnTo>
                  <a:lnTo>
                    <a:pt x="102701" y="59591"/>
                  </a:lnTo>
                  <a:lnTo>
                    <a:pt x="67906" y="90136"/>
                  </a:lnTo>
                  <a:lnTo>
                    <a:pt x="39421" y="125513"/>
                  </a:lnTo>
                  <a:lnTo>
                    <a:pt x="18065" y="165007"/>
                  </a:lnTo>
                  <a:lnTo>
                    <a:pt x="4652" y="207905"/>
                  </a:lnTo>
                  <a:lnTo>
                    <a:pt x="0" y="253491"/>
                  </a:lnTo>
                  <a:lnTo>
                    <a:pt x="4652" y="299045"/>
                  </a:lnTo>
                  <a:lnTo>
                    <a:pt x="18065" y="341925"/>
                  </a:lnTo>
                  <a:lnTo>
                    <a:pt x="39421" y="381413"/>
                  </a:lnTo>
                  <a:lnTo>
                    <a:pt x="67906" y="416794"/>
                  </a:lnTo>
                  <a:lnTo>
                    <a:pt x="102701" y="447350"/>
                  </a:lnTo>
                  <a:lnTo>
                    <a:pt x="142992" y="472364"/>
                  </a:lnTo>
                  <a:lnTo>
                    <a:pt x="187961" y="491119"/>
                  </a:lnTo>
                  <a:lnTo>
                    <a:pt x="236793" y="502898"/>
                  </a:lnTo>
                  <a:lnTo>
                    <a:pt x="288671" y="506983"/>
                  </a:lnTo>
                  <a:lnTo>
                    <a:pt x="340586" y="502898"/>
                  </a:lnTo>
                  <a:lnTo>
                    <a:pt x="389447" y="491119"/>
                  </a:lnTo>
                  <a:lnTo>
                    <a:pt x="434438" y="472364"/>
                  </a:lnTo>
                  <a:lnTo>
                    <a:pt x="474745" y="447350"/>
                  </a:lnTo>
                  <a:lnTo>
                    <a:pt x="509551" y="416794"/>
                  </a:lnTo>
                  <a:lnTo>
                    <a:pt x="538042" y="381413"/>
                  </a:lnTo>
                  <a:lnTo>
                    <a:pt x="559402" y="341925"/>
                  </a:lnTo>
                  <a:lnTo>
                    <a:pt x="572816" y="299045"/>
                  </a:lnTo>
                  <a:lnTo>
                    <a:pt x="577469" y="253491"/>
                  </a:lnTo>
                  <a:lnTo>
                    <a:pt x="572816" y="207905"/>
                  </a:lnTo>
                  <a:lnTo>
                    <a:pt x="559402" y="165007"/>
                  </a:lnTo>
                  <a:lnTo>
                    <a:pt x="538042" y="125513"/>
                  </a:lnTo>
                  <a:lnTo>
                    <a:pt x="509551" y="90136"/>
                  </a:lnTo>
                  <a:lnTo>
                    <a:pt x="474745" y="59591"/>
                  </a:lnTo>
                  <a:lnTo>
                    <a:pt x="434438" y="34591"/>
                  </a:lnTo>
                  <a:lnTo>
                    <a:pt x="389447" y="15849"/>
                  </a:lnTo>
                  <a:lnTo>
                    <a:pt x="340586" y="4081"/>
                  </a:lnTo>
                  <a:lnTo>
                    <a:pt x="288671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603876" y="2974593"/>
              <a:ext cx="577850" cy="507365"/>
            </a:xfrm>
            <a:custGeom>
              <a:avLst/>
              <a:gdLst/>
              <a:ahLst/>
              <a:cxnLst/>
              <a:rect l="l" t="t" r="r" b="b"/>
              <a:pathLst>
                <a:path w="577850" h="507364">
                  <a:moveTo>
                    <a:pt x="0" y="253491"/>
                  </a:moveTo>
                  <a:lnTo>
                    <a:pt x="4652" y="207905"/>
                  </a:lnTo>
                  <a:lnTo>
                    <a:pt x="18065" y="165007"/>
                  </a:lnTo>
                  <a:lnTo>
                    <a:pt x="39421" y="125513"/>
                  </a:lnTo>
                  <a:lnTo>
                    <a:pt x="67906" y="90136"/>
                  </a:lnTo>
                  <a:lnTo>
                    <a:pt x="102701" y="59591"/>
                  </a:lnTo>
                  <a:lnTo>
                    <a:pt x="142992" y="34591"/>
                  </a:lnTo>
                  <a:lnTo>
                    <a:pt x="187961" y="15849"/>
                  </a:lnTo>
                  <a:lnTo>
                    <a:pt x="236793" y="4081"/>
                  </a:lnTo>
                  <a:lnTo>
                    <a:pt x="288671" y="0"/>
                  </a:lnTo>
                  <a:lnTo>
                    <a:pt x="340586" y="4081"/>
                  </a:lnTo>
                  <a:lnTo>
                    <a:pt x="389447" y="15849"/>
                  </a:lnTo>
                  <a:lnTo>
                    <a:pt x="434438" y="34591"/>
                  </a:lnTo>
                  <a:lnTo>
                    <a:pt x="474745" y="59591"/>
                  </a:lnTo>
                  <a:lnTo>
                    <a:pt x="509551" y="90136"/>
                  </a:lnTo>
                  <a:lnTo>
                    <a:pt x="538042" y="125513"/>
                  </a:lnTo>
                  <a:lnTo>
                    <a:pt x="559402" y="165007"/>
                  </a:lnTo>
                  <a:lnTo>
                    <a:pt x="572816" y="207905"/>
                  </a:lnTo>
                  <a:lnTo>
                    <a:pt x="577469" y="253491"/>
                  </a:lnTo>
                  <a:lnTo>
                    <a:pt x="572816" y="299045"/>
                  </a:lnTo>
                  <a:lnTo>
                    <a:pt x="559402" y="341925"/>
                  </a:lnTo>
                  <a:lnTo>
                    <a:pt x="538042" y="381413"/>
                  </a:lnTo>
                  <a:lnTo>
                    <a:pt x="509551" y="416794"/>
                  </a:lnTo>
                  <a:lnTo>
                    <a:pt x="474745" y="447350"/>
                  </a:lnTo>
                  <a:lnTo>
                    <a:pt x="434438" y="472364"/>
                  </a:lnTo>
                  <a:lnTo>
                    <a:pt x="389447" y="491119"/>
                  </a:lnTo>
                  <a:lnTo>
                    <a:pt x="340586" y="502898"/>
                  </a:lnTo>
                  <a:lnTo>
                    <a:pt x="288671" y="506983"/>
                  </a:lnTo>
                  <a:lnTo>
                    <a:pt x="236793" y="502898"/>
                  </a:lnTo>
                  <a:lnTo>
                    <a:pt x="187961" y="491119"/>
                  </a:lnTo>
                  <a:lnTo>
                    <a:pt x="142992" y="472364"/>
                  </a:lnTo>
                  <a:lnTo>
                    <a:pt x="102701" y="447350"/>
                  </a:lnTo>
                  <a:lnTo>
                    <a:pt x="67906" y="416794"/>
                  </a:lnTo>
                  <a:lnTo>
                    <a:pt x="39421" y="381413"/>
                  </a:lnTo>
                  <a:lnTo>
                    <a:pt x="18065" y="341925"/>
                  </a:lnTo>
                  <a:lnTo>
                    <a:pt x="4652" y="299045"/>
                  </a:lnTo>
                  <a:lnTo>
                    <a:pt x="0" y="253491"/>
                  </a:lnTo>
                  <a:close/>
                </a:path>
              </a:pathLst>
            </a:custGeom>
            <a:ln w="25399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820539" y="3069716"/>
            <a:ext cx="144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5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311016" y="3038094"/>
            <a:ext cx="603250" cy="532765"/>
            <a:chOff x="3311016" y="3038094"/>
            <a:chExt cx="603250" cy="532765"/>
          </a:xfrm>
        </p:grpSpPr>
        <p:sp>
          <p:nvSpPr>
            <p:cNvPr id="24" name="object 24"/>
            <p:cNvSpPr/>
            <p:nvPr/>
          </p:nvSpPr>
          <p:spPr>
            <a:xfrm>
              <a:off x="3323716" y="3050794"/>
              <a:ext cx="577850" cy="507365"/>
            </a:xfrm>
            <a:custGeom>
              <a:avLst/>
              <a:gdLst/>
              <a:ahLst/>
              <a:cxnLst/>
              <a:rect l="l" t="t" r="r" b="b"/>
              <a:pathLst>
                <a:path w="577850" h="507364">
                  <a:moveTo>
                    <a:pt x="288671" y="0"/>
                  </a:moveTo>
                  <a:lnTo>
                    <a:pt x="236793" y="4081"/>
                  </a:lnTo>
                  <a:lnTo>
                    <a:pt x="187961" y="15849"/>
                  </a:lnTo>
                  <a:lnTo>
                    <a:pt x="142992" y="34591"/>
                  </a:lnTo>
                  <a:lnTo>
                    <a:pt x="102701" y="59591"/>
                  </a:lnTo>
                  <a:lnTo>
                    <a:pt x="67906" y="90136"/>
                  </a:lnTo>
                  <a:lnTo>
                    <a:pt x="39421" y="125513"/>
                  </a:lnTo>
                  <a:lnTo>
                    <a:pt x="18065" y="165007"/>
                  </a:lnTo>
                  <a:lnTo>
                    <a:pt x="4652" y="207905"/>
                  </a:lnTo>
                  <a:lnTo>
                    <a:pt x="0" y="253491"/>
                  </a:lnTo>
                  <a:lnTo>
                    <a:pt x="4652" y="299045"/>
                  </a:lnTo>
                  <a:lnTo>
                    <a:pt x="18065" y="341925"/>
                  </a:lnTo>
                  <a:lnTo>
                    <a:pt x="39421" y="381413"/>
                  </a:lnTo>
                  <a:lnTo>
                    <a:pt x="67906" y="416794"/>
                  </a:lnTo>
                  <a:lnTo>
                    <a:pt x="102701" y="447350"/>
                  </a:lnTo>
                  <a:lnTo>
                    <a:pt x="142992" y="472364"/>
                  </a:lnTo>
                  <a:lnTo>
                    <a:pt x="187961" y="491119"/>
                  </a:lnTo>
                  <a:lnTo>
                    <a:pt x="236793" y="502898"/>
                  </a:lnTo>
                  <a:lnTo>
                    <a:pt x="288671" y="506983"/>
                  </a:lnTo>
                  <a:lnTo>
                    <a:pt x="340581" y="502898"/>
                  </a:lnTo>
                  <a:lnTo>
                    <a:pt x="389431" y="491119"/>
                  </a:lnTo>
                  <a:lnTo>
                    <a:pt x="434405" y="472364"/>
                  </a:lnTo>
                  <a:lnTo>
                    <a:pt x="474692" y="447350"/>
                  </a:lnTo>
                  <a:lnTo>
                    <a:pt x="509477" y="416794"/>
                  </a:lnTo>
                  <a:lnTo>
                    <a:pt x="537948" y="381413"/>
                  </a:lnTo>
                  <a:lnTo>
                    <a:pt x="559291" y="341925"/>
                  </a:lnTo>
                  <a:lnTo>
                    <a:pt x="572693" y="299045"/>
                  </a:lnTo>
                  <a:lnTo>
                    <a:pt x="577342" y="253491"/>
                  </a:lnTo>
                  <a:lnTo>
                    <a:pt x="572693" y="207905"/>
                  </a:lnTo>
                  <a:lnTo>
                    <a:pt x="559291" y="165007"/>
                  </a:lnTo>
                  <a:lnTo>
                    <a:pt x="537948" y="125513"/>
                  </a:lnTo>
                  <a:lnTo>
                    <a:pt x="509477" y="90136"/>
                  </a:lnTo>
                  <a:lnTo>
                    <a:pt x="474692" y="59591"/>
                  </a:lnTo>
                  <a:lnTo>
                    <a:pt x="434405" y="34591"/>
                  </a:lnTo>
                  <a:lnTo>
                    <a:pt x="389431" y="15849"/>
                  </a:lnTo>
                  <a:lnTo>
                    <a:pt x="340581" y="4081"/>
                  </a:lnTo>
                  <a:lnTo>
                    <a:pt x="288671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323716" y="3050794"/>
              <a:ext cx="577850" cy="507365"/>
            </a:xfrm>
            <a:custGeom>
              <a:avLst/>
              <a:gdLst/>
              <a:ahLst/>
              <a:cxnLst/>
              <a:rect l="l" t="t" r="r" b="b"/>
              <a:pathLst>
                <a:path w="577850" h="507364">
                  <a:moveTo>
                    <a:pt x="0" y="253491"/>
                  </a:moveTo>
                  <a:lnTo>
                    <a:pt x="4652" y="207905"/>
                  </a:lnTo>
                  <a:lnTo>
                    <a:pt x="18065" y="165007"/>
                  </a:lnTo>
                  <a:lnTo>
                    <a:pt x="39421" y="125513"/>
                  </a:lnTo>
                  <a:lnTo>
                    <a:pt x="67906" y="90136"/>
                  </a:lnTo>
                  <a:lnTo>
                    <a:pt x="102701" y="59591"/>
                  </a:lnTo>
                  <a:lnTo>
                    <a:pt x="142992" y="34591"/>
                  </a:lnTo>
                  <a:lnTo>
                    <a:pt x="187961" y="15849"/>
                  </a:lnTo>
                  <a:lnTo>
                    <a:pt x="236793" y="4081"/>
                  </a:lnTo>
                  <a:lnTo>
                    <a:pt x="288671" y="0"/>
                  </a:lnTo>
                  <a:lnTo>
                    <a:pt x="340581" y="4081"/>
                  </a:lnTo>
                  <a:lnTo>
                    <a:pt x="389431" y="15849"/>
                  </a:lnTo>
                  <a:lnTo>
                    <a:pt x="434405" y="34591"/>
                  </a:lnTo>
                  <a:lnTo>
                    <a:pt x="474692" y="59591"/>
                  </a:lnTo>
                  <a:lnTo>
                    <a:pt x="509477" y="90136"/>
                  </a:lnTo>
                  <a:lnTo>
                    <a:pt x="537948" y="125513"/>
                  </a:lnTo>
                  <a:lnTo>
                    <a:pt x="559291" y="165007"/>
                  </a:lnTo>
                  <a:lnTo>
                    <a:pt x="572693" y="207905"/>
                  </a:lnTo>
                  <a:lnTo>
                    <a:pt x="577342" y="253491"/>
                  </a:lnTo>
                  <a:lnTo>
                    <a:pt x="572693" y="299045"/>
                  </a:lnTo>
                  <a:lnTo>
                    <a:pt x="559291" y="341925"/>
                  </a:lnTo>
                  <a:lnTo>
                    <a:pt x="537948" y="381413"/>
                  </a:lnTo>
                  <a:lnTo>
                    <a:pt x="509477" y="416794"/>
                  </a:lnTo>
                  <a:lnTo>
                    <a:pt x="474692" y="447350"/>
                  </a:lnTo>
                  <a:lnTo>
                    <a:pt x="434405" y="472364"/>
                  </a:lnTo>
                  <a:lnTo>
                    <a:pt x="389431" y="491119"/>
                  </a:lnTo>
                  <a:lnTo>
                    <a:pt x="340581" y="502898"/>
                  </a:lnTo>
                  <a:lnTo>
                    <a:pt x="288671" y="506983"/>
                  </a:lnTo>
                  <a:lnTo>
                    <a:pt x="236793" y="502898"/>
                  </a:lnTo>
                  <a:lnTo>
                    <a:pt x="187961" y="491119"/>
                  </a:lnTo>
                  <a:lnTo>
                    <a:pt x="142992" y="472364"/>
                  </a:lnTo>
                  <a:lnTo>
                    <a:pt x="102701" y="447350"/>
                  </a:lnTo>
                  <a:lnTo>
                    <a:pt x="67906" y="416794"/>
                  </a:lnTo>
                  <a:lnTo>
                    <a:pt x="39421" y="381413"/>
                  </a:lnTo>
                  <a:lnTo>
                    <a:pt x="18065" y="341925"/>
                  </a:lnTo>
                  <a:lnTo>
                    <a:pt x="4652" y="299045"/>
                  </a:lnTo>
                  <a:lnTo>
                    <a:pt x="0" y="253491"/>
                  </a:lnTo>
                  <a:close/>
                </a:path>
              </a:pathLst>
            </a:custGeom>
            <a:ln w="25400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539997" y="3145916"/>
            <a:ext cx="144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612388" y="2530475"/>
            <a:ext cx="1076325" cy="520700"/>
          </a:xfrm>
          <a:custGeom>
            <a:avLst/>
            <a:gdLst/>
            <a:ahLst/>
            <a:cxnLst/>
            <a:rect l="l" t="t" r="r" b="b"/>
            <a:pathLst>
              <a:path w="1076325" h="520700">
                <a:moveTo>
                  <a:pt x="394335" y="0"/>
                </a:moveTo>
                <a:lnTo>
                  <a:pt x="0" y="520319"/>
                </a:lnTo>
              </a:path>
              <a:path w="1076325" h="520700">
                <a:moveTo>
                  <a:pt x="802639" y="0"/>
                </a:moveTo>
                <a:lnTo>
                  <a:pt x="1076071" y="518287"/>
                </a:lnTo>
              </a:path>
            </a:pathLst>
          </a:custGeom>
          <a:ln w="9525">
            <a:solidFill>
              <a:srgbClr val="3891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2899029" y="2812796"/>
            <a:ext cx="579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BF</a:t>
            </a:r>
            <a:r>
              <a:rPr sz="1800" i="1" spc="5" dirty="0">
                <a:latin typeface="Arial"/>
                <a:cs typeface="Arial"/>
              </a:rPr>
              <a:t>=</a:t>
            </a:r>
            <a:r>
              <a:rPr sz="1800" i="1" spc="-5" dirty="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80489" y="1083309"/>
            <a:ext cx="3561715" cy="14097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1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105" dirty="0">
                <a:solidFill>
                  <a:srgbClr val="FF0000"/>
                </a:solidFill>
                <a:latin typeface="Trebuchet MS"/>
                <a:cs typeface="Trebuchet MS"/>
              </a:rPr>
              <a:t>Insert</a:t>
            </a:r>
            <a:r>
              <a:rPr sz="3200" spc="-13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80" dirty="0">
                <a:solidFill>
                  <a:srgbClr val="FF0000"/>
                </a:solidFill>
                <a:latin typeface="Trebuchet MS"/>
                <a:cs typeface="Trebuchet MS"/>
              </a:rPr>
              <a:t>7</a:t>
            </a:r>
            <a:endParaRPr sz="3200">
              <a:latin typeface="Trebuchet MS"/>
              <a:cs typeface="Trebuchet MS"/>
            </a:endParaRPr>
          </a:p>
          <a:p>
            <a:pPr marR="5080" algn="r">
              <a:lnSpc>
                <a:spcPct val="100000"/>
              </a:lnSpc>
              <a:spcBef>
                <a:spcPts val="2014"/>
              </a:spcBef>
            </a:pPr>
            <a:r>
              <a:rPr sz="1800" i="1" dirty="0">
                <a:latin typeface="Arial"/>
                <a:cs typeface="Arial"/>
              </a:rPr>
              <a:t>BF=-1</a:t>
            </a:r>
            <a:endParaRPr sz="1800">
              <a:latin typeface="Arial"/>
              <a:cs typeface="Arial"/>
            </a:endParaRPr>
          </a:p>
          <a:p>
            <a:pPr marR="663575" algn="r">
              <a:lnSpc>
                <a:spcPct val="100000"/>
              </a:lnSpc>
              <a:spcBef>
                <a:spcPts val="715"/>
              </a:spcBef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4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989321" y="2715514"/>
            <a:ext cx="6680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spc="-5" dirty="0">
                <a:solidFill>
                  <a:srgbClr val="FF0000"/>
                </a:solidFill>
                <a:latin typeface="Arial"/>
                <a:cs typeface="Arial"/>
              </a:rPr>
              <a:t>BF</a:t>
            </a:r>
            <a:r>
              <a:rPr sz="1800" b="1" i="1" dirty="0">
                <a:solidFill>
                  <a:srgbClr val="FF0000"/>
                </a:solidFill>
                <a:latin typeface="Arial"/>
                <a:cs typeface="Arial"/>
              </a:rPr>
              <a:t>=</a:t>
            </a:r>
            <a:r>
              <a:rPr sz="1800" b="1" i="1" spc="-5" dirty="0">
                <a:solidFill>
                  <a:srgbClr val="FF0000"/>
                </a:solidFill>
                <a:latin typeface="Arial"/>
                <a:cs typeface="Arial"/>
              </a:rPr>
              <a:t>-2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349875" y="3920997"/>
            <a:ext cx="711200" cy="482600"/>
            <a:chOff x="5349875" y="3920997"/>
            <a:chExt cx="711200" cy="482600"/>
          </a:xfrm>
        </p:grpSpPr>
        <p:sp>
          <p:nvSpPr>
            <p:cNvPr id="32" name="object 32"/>
            <p:cNvSpPr/>
            <p:nvPr/>
          </p:nvSpPr>
          <p:spPr>
            <a:xfrm>
              <a:off x="5362575" y="3933697"/>
              <a:ext cx="685800" cy="457200"/>
            </a:xfrm>
            <a:custGeom>
              <a:avLst/>
              <a:gdLst/>
              <a:ahLst/>
              <a:cxnLst/>
              <a:rect l="l" t="t" r="r" b="b"/>
              <a:pathLst>
                <a:path w="685800" h="457200">
                  <a:moveTo>
                    <a:pt x="342773" y="0"/>
                  </a:moveTo>
                  <a:lnTo>
                    <a:pt x="287161" y="2992"/>
                  </a:lnTo>
                  <a:lnTo>
                    <a:pt x="234411" y="11655"/>
                  </a:lnTo>
                  <a:lnTo>
                    <a:pt x="185227" y="25518"/>
                  </a:lnTo>
                  <a:lnTo>
                    <a:pt x="140314" y="44110"/>
                  </a:lnTo>
                  <a:lnTo>
                    <a:pt x="100377" y="66960"/>
                  </a:lnTo>
                  <a:lnTo>
                    <a:pt x="66121" y="93597"/>
                  </a:lnTo>
                  <a:lnTo>
                    <a:pt x="38250" y="123551"/>
                  </a:lnTo>
                  <a:lnTo>
                    <a:pt x="17470" y="156350"/>
                  </a:lnTo>
                  <a:lnTo>
                    <a:pt x="0" y="228600"/>
                  </a:lnTo>
                  <a:lnTo>
                    <a:pt x="4485" y="265676"/>
                  </a:lnTo>
                  <a:lnTo>
                    <a:pt x="38250" y="333648"/>
                  </a:lnTo>
                  <a:lnTo>
                    <a:pt x="66121" y="363602"/>
                  </a:lnTo>
                  <a:lnTo>
                    <a:pt x="100377" y="390239"/>
                  </a:lnTo>
                  <a:lnTo>
                    <a:pt x="140314" y="413089"/>
                  </a:lnTo>
                  <a:lnTo>
                    <a:pt x="185227" y="431681"/>
                  </a:lnTo>
                  <a:lnTo>
                    <a:pt x="234411" y="445544"/>
                  </a:lnTo>
                  <a:lnTo>
                    <a:pt x="287161" y="454207"/>
                  </a:lnTo>
                  <a:lnTo>
                    <a:pt x="342773" y="457200"/>
                  </a:lnTo>
                  <a:lnTo>
                    <a:pt x="398353" y="454207"/>
                  </a:lnTo>
                  <a:lnTo>
                    <a:pt x="451085" y="445544"/>
                  </a:lnTo>
                  <a:lnTo>
                    <a:pt x="500262" y="431681"/>
                  </a:lnTo>
                  <a:lnTo>
                    <a:pt x="545176" y="413089"/>
                  </a:lnTo>
                  <a:lnTo>
                    <a:pt x="585120" y="390239"/>
                  </a:lnTo>
                  <a:lnTo>
                    <a:pt x="619388" y="363602"/>
                  </a:lnTo>
                  <a:lnTo>
                    <a:pt x="647271" y="333648"/>
                  </a:lnTo>
                  <a:lnTo>
                    <a:pt x="668063" y="300849"/>
                  </a:lnTo>
                  <a:lnTo>
                    <a:pt x="685546" y="228600"/>
                  </a:lnTo>
                  <a:lnTo>
                    <a:pt x="681057" y="191523"/>
                  </a:lnTo>
                  <a:lnTo>
                    <a:pt x="647271" y="123551"/>
                  </a:lnTo>
                  <a:lnTo>
                    <a:pt x="619388" y="93597"/>
                  </a:lnTo>
                  <a:lnTo>
                    <a:pt x="585120" y="66960"/>
                  </a:lnTo>
                  <a:lnTo>
                    <a:pt x="545176" y="44110"/>
                  </a:lnTo>
                  <a:lnTo>
                    <a:pt x="500262" y="25518"/>
                  </a:lnTo>
                  <a:lnTo>
                    <a:pt x="451085" y="11655"/>
                  </a:lnTo>
                  <a:lnTo>
                    <a:pt x="398353" y="2992"/>
                  </a:lnTo>
                  <a:lnTo>
                    <a:pt x="342773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362575" y="3933697"/>
              <a:ext cx="685800" cy="457200"/>
            </a:xfrm>
            <a:custGeom>
              <a:avLst/>
              <a:gdLst/>
              <a:ahLst/>
              <a:cxnLst/>
              <a:rect l="l" t="t" r="r" b="b"/>
              <a:pathLst>
                <a:path w="685800" h="457200">
                  <a:moveTo>
                    <a:pt x="0" y="228600"/>
                  </a:moveTo>
                  <a:lnTo>
                    <a:pt x="17470" y="156350"/>
                  </a:lnTo>
                  <a:lnTo>
                    <a:pt x="38250" y="123551"/>
                  </a:lnTo>
                  <a:lnTo>
                    <a:pt x="66121" y="93597"/>
                  </a:lnTo>
                  <a:lnTo>
                    <a:pt x="100377" y="66960"/>
                  </a:lnTo>
                  <a:lnTo>
                    <a:pt x="140314" y="44110"/>
                  </a:lnTo>
                  <a:lnTo>
                    <a:pt x="185227" y="25518"/>
                  </a:lnTo>
                  <a:lnTo>
                    <a:pt x="234411" y="11655"/>
                  </a:lnTo>
                  <a:lnTo>
                    <a:pt x="287161" y="2992"/>
                  </a:lnTo>
                  <a:lnTo>
                    <a:pt x="342773" y="0"/>
                  </a:lnTo>
                  <a:lnTo>
                    <a:pt x="398353" y="2992"/>
                  </a:lnTo>
                  <a:lnTo>
                    <a:pt x="451085" y="11655"/>
                  </a:lnTo>
                  <a:lnTo>
                    <a:pt x="500262" y="25518"/>
                  </a:lnTo>
                  <a:lnTo>
                    <a:pt x="545176" y="44110"/>
                  </a:lnTo>
                  <a:lnTo>
                    <a:pt x="585120" y="66960"/>
                  </a:lnTo>
                  <a:lnTo>
                    <a:pt x="619388" y="93597"/>
                  </a:lnTo>
                  <a:lnTo>
                    <a:pt x="647271" y="123551"/>
                  </a:lnTo>
                  <a:lnTo>
                    <a:pt x="668063" y="156350"/>
                  </a:lnTo>
                  <a:lnTo>
                    <a:pt x="685546" y="228600"/>
                  </a:lnTo>
                  <a:lnTo>
                    <a:pt x="681057" y="265676"/>
                  </a:lnTo>
                  <a:lnTo>
                    <a:pt x="647271" y="333648"/>
                  </a:lnTo>
                  <a:lnTo>
                    <a:pt x="619388" y="363602"/>
                  </a:lnTo>
                  <a:lnTo>
                    <a:pt x="585120" y="390239"/>
                  </a:lnTo>
                  <a:lnTo>
                    <a:pt x="545176" y="413089"/>
                  </a:lnTo>
                  <a:lnTo>
                    <a:pt x="500262" y="431681"/>
                  </a:lnTo>
                  <a:lnTo>
                    <a:pt x="451085" y="445544"/>
                  </a:lnTo>
                  <a:lnTo>
                    <a:pt x="398353" y="454207"/>
                  </a:lnTo>
                  <a:lnTo>
                    <a:pt x="342773" y="457200"/>
                  </a:lnTo>
                  <a:lnTo>
                    <a:pt x="287161" y="454207"/>
                  </a:lnTo>
                  <a:lnTo>
                    <a:pt x="234411" y="445544"/>
                  </a:lnTo>
                  <a:lnTo>
                    <a:pt x="185227" y="431681"/>
                  </a:lnTo>
                  <a:lnTo>
                    <a:pt x="140314" y="413089"/>
                  </a:lnTo>
                  <a:lnTo>
                    <a:pt x="100377" y="390239"/>
                  </a:lnTo>
                  <a:lnTo>
                    <a:pt x="66121" y="363602"/>
                  </a:lnTo>
                  <a:lnTo>
                    <a:pt x="38250" y="333648"/>
                  </a:lnTo>
                  <a:lnTo>
                    <a:pt x="17470" y="300849"/>
                  </a:lnTo>
                  <a:lnTo>
                    <a:pt x="0" y="228600"/>
                  </a:lnTo>
                  <a:close/>
                </a:path>
              </a:pathLst>
            </a:custGeom>
            <a:ln w="25400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5634354" y="4004309"/>
            <a:ext cx="144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6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3742054" y="3402520"/>
            <a:ext cx="1725930" cy="1247140"/>
            <a:chOff x="3742054" y="3402520"/>
            <a:chExt cx="1725930" cy="1247140"/>
          </a:xfrm>
        </p:grpSpPr>
        <p:sp>
          <p:nvSpPr>
            <p:cNvPr id="36" name="object 36"/>
            <p:cNvSpPr/>
            <p:nvPr/>
          </p:nvSpPr>
          <p:spPr>
            <a:xfrm>
              <a:off x="5096763" y="3407283"/>
              <a:ext cx="366395" cy="593725"/>
            </a:xfrm>
            <a:custGeom>
              <a:avLst/>
              <a:gdLst/>
              <a:ahLst/>
              <a:cxnLst/>
              <a:rect l="l" t="t" r="r" b="b"/>
              <a:pathLst>
                <a:path w="366395" h="593725">
                  <a:moveTo>
                    <a:pt x="0" y="0"/>
                  </a:moveTo>
                  <a:lnTo>
                    <a:pt x="366140" y="593470"/>
                  </a:lnTo>
                </a:path>
              </a:pathLst>
            </a:custGeom>
            <a:ln w="9525">
              <a:solidFill>
                <a:srgbClr val="3891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754754" y="4049141"/>
              <a:ext cx="504190" cy="588010"/>
            </a:xfrm>
            <a:custGeom>
              <a:avLst/>
              <a:gdLst/>
              <a:ahLst/>
              <a:cxnLst/>
              <a:rect l="l" t="t" r="r" b="b"/>
              <a:pathLst>
                <a:path w="504189" h="588010">
                  <a:moveTo>
                    <a:pt x="251968" y="0"/>
                  </a:moveTo>
                  <a:lnTo>
                    <a:pt x="206667" y="4734"/>
                  </a:lnTo>
                  <a:lnTo>
                    <a:pt x="164034" y="18385"/>
                  </a:lnTo>
                  <a:lnTo>
                    <a:pt x="124779" y="40122"/>
                  </a:lnTo>
                  <a:lnTo>
                    <a:pt x="89614" y="69115"/>
                  </a:lnTo>
                  <a:lnTo>
                    <a:pt x="59248" y="104535"/>
                  </a:lnTo>
                  <a:lnTo>
                    <a:pt x="34393" y="145551"/>
                  </a:lnTo>
                  <a:lnTo>
                    <a:pt x="15759" y="191333"/>
                  </a:lnTo>
                  <a:lnTo>
                    <a:pt x="4058" y="241052"/>
                  </a:lnTo>
                  <a:lnTo>
                    <a:pt x="0" y="293877"/>
                  </a:lnTo>
                  <a:lnTo>
                    <a:pt x="4058" y="346665"/>
                  </a:lnTo>
                  <a:lnTo>
                    <a:pt x="15759" y="396354"/>
                  </a:lnTo>
                  <a:lnTo>
                    <a:pt x="34393" y="442115"/>
                  </a:lnTo>
                  <a:lnTo>
                    <a:pt x="59248" y="483115"/>
                  </a:lnTo>
                  <a:lnTo>
                    <a:pt x="89614" y="518524"/>
                  </a:lnTo>
                  <a:lnTo>
                    <a:pt x="124779" y="547511"/>
                  </a:lnTo>
                  <a:lnTo>
                    <a:pt x="164034" y="569244"/>
                  </a:lnTo>
                  <a:lnTo>
                    <a:pt x="206667" y="582894"/>
                  </a:lnTo>
                  <a:lnTo>
                    <a:pt x="251968" y="587628"/>
                  </a:lnTo>
                  <a:lnTo>
                    <a:pt x="297268" y="582894"/>
                  </a:lnTo>
                  <a:lnTo>
                    <a:pt x="339901" y="569244"/>
                  </a:lnTo>
                  <a:lnTo>
                    <a:pt x="379156" y="547511"/>
                  </a:lnTo>
                  <a:lnTo>
                    <a:pt x="414321" y="518524"/>
                  </a:lnTo>
                  <a:lnTo>
                    <a:pt x="444687" y="483115"/>
                  </a:lnTo>
                  <a:lnTo>
                    <a:pt x="469542" y="442115"/>
                  </a:lnTo>
                  <a:lnTo>
                    <a:pt x="488176" y="396354"/>
                  </a:lnTo>
                  <a:lnTo>
                    <a:pt x="499877" y="346665"/>
                  </a:lnTo>
                  <a:lnTo>
                    <a:pt x="503936" y="293877"/>
                  </a:lnTo>
                  <a:lnTo>
                    <a:pt x="499877" y="241052"/>
                  </a:lnTo>
                  <a:lnTo>
                    <a:pt x="488176" y="191333"/>
                  </a:lnTo>
                  <a:lnTo>
                    <a:pt x="469542" y="145551"/>
                  </a:lnTo>
                  <a:lnTo>
                    <a:pt x="444687" y="104535"/>
                  </a:lnTo>
                  <a:lnTo>
                    <a:pt x="414321" y="69115"/>
                  </a:lnTo>
                  <a:lnTo>
                    <a:pt x="379156" y="40122"/>
                  </a:lnTo>
                  <a:lnTo>
                    <a:pt x="339901" y="18385"/>
                  </a:lnTo>
                  <a:lnTo>
                    <a:pt x="297268" y="4734"/>
                  </a:lnTo>
                  <a:lnTo>
                    <a:pt x="251968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754754" y="4049141"/>
              <a:ext cx="504190" cy="588010"/>
            </a:xfrm>
            <a:custGeom>
              <a:avLst/>
              <a:gdLst/>
              <a:ahLst/>
              <a:cxnLst/>
              <a:rect l="l" t="t" r="r" b="b"/>
              <a:pathLst>
                <a:path w="504189" h="588010">
                  <a:moveTo>
                    <a:pt x="0" y="293877"/>
                  </a:moveTo>
                  <a:lnTo>
                    <a:pt x="4058" y="241052"/>
                  </a:lnTo>
                  <a:lnTo>
                    <a:pt x="15759" y="191333"/>
                  </a:lnTo>
                  <a:lnTo>
                    <a:pt x="34393" y="145551"/>
                  </a:lnTo>
                  <a:lnTo>
                    <a:pt x="59248" y="104535"/>
                  </a:lnTo>
                  <a:lnTo>
                    <a:pt x="89614" y="69115"/>
                  </a:lnTo>
                  <a:lnTo>
                    <a:pt x="124779" y="40122"/>
                  </a:lnTo>
                  <a:lnTo>
                    <a:pt x="164034" y="18385"/>
                  </a:lnTo>
                  <a:lnTo>
                    <a:pt x="206667" y="4734"/>
                  </a:lnTo>
                  <a:lnTo>
                    <a:pt x="251968" y="0"/>
                  </a:lnTo>
                  <a:lnTo>
                    <a:pt x="297268" y="4734"/>
                  </a:lnTo>
                  <a:lnTo>
                    <a:pt x="339901" y="18385"/>
                  </a:lnTo>
                  <a:lnTo>
                    <a:pt x="379156" y="40122"/>
                  </a:lnTo>
                  <a:lnTo>
                    <a:pt x="414321" y="69115"/>
                  </a:lnTo>
                  <a:lnTo>
                    <a:pt x="444687" y="104535"/>
                  </a:lnTo>
                  <a:lnTo>
                    <a:pt x="469542" y="145551"/>
                  </a:lnTo>
                  <a:lnTo>
                    <a:pt x="488176" y="191333"/>
                  </a:lnTo>
                  <a:lnTo>
                    <a:pt x="499877" y="241052"/>
                  </a:lnTo>
                  <a:lnTo>
                    <a:pt x="503936" y="293877"/>
                  </a:lnTo>
                  <a:lnTo>
                    <a:pt x="499877" y="346665"/>
                  </a:lnTo>
                  <a:lnTo>
                    <a:pt x="488176" y="396354"/>
                  </a:lnTo>
                  <a:lnTo>
                    <a:pt x="469542" y="442115"/>
                  </a:lnTo>
                  <a:lnTo>
                    <a:pt x="444687" y="483115"/>
                  </a:lnTo>
                  <a:lnTo>
                    <a:pt x="414321" y="518524"/>
                  </a:lnTo>
                  <a:lnTo>
                    <a:pt x="379156" y="547511"/>
                  </a:lnTo>
                  <a:lnTo>
                    <a:pt x="339901" y="569244"/>
                  </a:lnTo>
                  <a:lnTo>
                    <a:pt x="297268" y="582894"/>
                  </a:lnTo>
                  <a:lnTo>
                    <a:pt x="251968" y="587628"/>
                  </a:lnTo>
                  <a:lnTo>
                    <a:pt x="206667" y="582894"/>
                  </a:lnTo>
                  <a:lnTo>
                    <a:pt x="164034" y="569244"/>
                  </a:lnTo>
                  <a:lnTo>
                    <a:pt x="124779" y="547511"/>
                  </a:lnTo>
                  <a:lnTo>
                    <a:pt x="89614" y="518524"/>
                  </a:lnTo>
                  <a:lnTo>
                    <a:pt x="59248" y="483115"/>
                  </a:lnTo>
                  <a:lnTo>
                    <a:pt x="34393" y="442115"/>
                  </a:lnTo>
                  <a:lnTo>
                    <a:pt x="15759" y="396354"/>
                  </a:lnTo>
                  <a:lnTo>
                    <a:pt x="4058" y="346665"/>
                  </a:lnTo>
                  <a:lnTo>
                    <a:pt x="0" y="293877"/>
                  </a:lnTo>
                  <a:close/>
                </a:path>
              </a:pathLst>
            </a:custGeom>
            <a:ln w="25400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5929376" y="3731767"/>
            <a:ext cx="655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BF</a:t>
            </a:r>
            <a:r>
              <a:rPr sz="1800" i="1" spc="10" dirty="0">
                <a:latin typeface="Arial"/>
                <a:cs typeface="Arial"/>
              </a:rPr>
              <a:t>=</a:t>
            </a:r>
            <a:r>
              <a:rPr sz="1800" i="1" dirty="0">
                <a:latin typeface="Arial"/>
                <a:cs typeface="Arial"/>
              </a:rPr>
              <a:t>-</a:t>
            </a:r>
            <a:r>
              <a:rPr sz="1800" i="1" spc="-5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935348" y="4185030"/>
            <a:ext cx="144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544827" y="3707638"/>
            <a:ext cx="579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BF</a:t>
            </a:r>
            <a:r>
              <a:rPr sz="1800" i="1" spc="5" dirty="0">
                <a:latin typeface="Arial"/>
                <a:cs typeface="Arial"/>
              </a:rPr>
              <a:t>=</a:t>
            </a:r>
            <a:r>
              <a:rPr sz="1800" i="1" spc="-5" dirty="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2320417" y="3553015"/>
            <a:ext cx="1691639" cy="1149985"/>
            <a:chOff x="2320417" y="3553015"/>
            <a:chExt cx="1691639" cy="1149985"/>
          </a:xfrm>
        </p:grpSpPr>
        <p:sp>
          <p:nvSpPr>
            <p:cNvPr id="43" name="object 43"/>
            <p:cNvSpPr/>
            <p:nvPr/>
          </p:nvSpPr>
          <p:spPr>
            <a:xfrm>
              <a:off x="3754755" y="3557778"/>
              <a:ext cx="252095" cy="491490"/>
            </a:xfrm>
            <a:custGeom>
              <a:avLst/>
              <a:gdLst/>
              <a:ahLst/>
              <a:cxnLst/>
              <a:rect l="l" t="t" r="r" b="b"/>
              <a:pathLst>
                <a:path w="252095" h="491489">
                  <a:moveTo>
                    <a:pt x="0" y="0"/>
                  </a:moveTo>
                  <a:lnTo>
                    <a:pt x="251968" y="491363"/>
                  </a:lnTo>
                </a:path>
              </a:pathLst>
            </a:custGeom>
            <a:ln w="9525">
              <a:solidFill>
                <a:srgbClr val="3891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333117" y="3927729"/>
              <a:ext cx="495300" cy="762000"/>
            </a:xfrm>
            <a:custGeom>
              <a:avLst/>
              <a:gdLst/>
              <a:ahLst/>
              <a:cxnLst/>
              <a:rect l="l" t="t" r="r" b="b"/>
              <a:pathLst>
                <a:path w="495300" h="762000">
                  <a:moveTo>
                    <a:pt x="247650" y="0"/>
                  </a:moveTo>
                  <a:lnTo>
                    <a:pt x="176123" y="16129"/>
                  </a:lnTo>
                  <a:lnTo>
                    <a:pt x="143244" y="35408"/>
                  </a:lnTo>
                  <a:lnTo>
                    <a:pt x="112799" y="61376"/>
                  </a:lnTo>
                  <a:lnTo>
                    <a:pt x="85171" y="93446"/>
                  </a:lnTo>
                  <a:lnTo>
                    <a:pt x="60742" y="131028"/>
                  </a:lnTo>
                  <a:lnTo>
                    <a:pt x="39896" y="173533"/>
                  </a:lnTo>
                  <a:lnTo>
                    <a:pt x="23016" y="220372"/>
                  </a:lnTo>
                  <a:lnTo>
                    <a:pt x="10484" y="270955"/>
                  </a:lnTo>
                  <a:lnTo>
                    <a:pt x="2685" y="324694"/>
                  </a:lnTo>
                  <a:lnTo>
                    <a:pt x="0" y="381000"/>
                  </a:lnTo>
                  <a:lnTo>
                    <a:pt x="2685" y="437276"/>
                  </a:lnTo>
                  <a:lnTo>
                    <a:pt x="10484" y="490998"/>
                  </a:lnTo>
                  <a:lnTo>
                    <a:pt x="23016" y="541573"/>
                  </a:lnTo>
                  <a:lnTo>
                    <a:pt x="39896" y="588410"/>
                  </a:lnTo>
                  <a:lnTo>
                    <a:pt x="60742" y="630919"/>
                  </a:lnTo>
                  <a:lnTo>
                    <a:pt x="85171" y="668510"/>
                  </a:lnTo>
                  <a:lnTo>
                    <a:pt x="112799" y="700591"/>
                  </a:lnTo>
                  <a:lnTo>
                    <a:pt x="143244" y="726571"/>
                  </a:lnTo>
                  <a:lnTo>
                    <a:pt x="176123" y="745860"/>
                  </a:lnTo>
                  <a:lnTo>
                    <a:pt x="247650" y="762000"/>
                  </a:lnTo>
                  <a:lnTo>
                    <a:pt x="284247" y="757866"/>
                  </a:lnTo>
                  <a:lnTo>
                    <a:pt x="352055" y="726571"/>
                  </a:lnTo>
                  <a:lnTo>
                    <a:pt x="382500" y="700591"/>
                  </a:lnTo>
                  <a:lnTo>
                    <a:pt x="410128" y="668510"/>
                  </a:lnTo>
                  <a:lnTo>
                    <a:pt x="434557" y="630919"/>
                  </a:lnTo>
                  <a:lnTo>
                    <a:pt x="455403" y="588410"/>
                  </a:lnTo>
                  <a:lnTo>
                    <a:pt x="472283" y="541573"/>
                  </a:lnTo>
                  <a:lnTo>
                    <a:pt x="484815" y="490998"/>
                  </a:lnTo>
                  <a:lnTo>
                    <a:pt x="492614" y="437276"/>
                  </a:lnTo>
                  <a:lnTo>
                    <a:pt x="495300" y="381000"/>
                  </a:lnTo>
                  <a:lnTo>
                    <a:pt x="492614" y="324694"/>
                  </a:lnTo>
                  <a:lnTo>
                    <a:pt x="484815" y="270955"/>
                  </a:lnTo>
                  <a:lnTo>
                    <a:pt x="472283" y="220372"/>
                  </a:lnTo>
                  <a:lnTo>
                    <a:pt x="455403" y="173533"/>
                  </a:lnTo>
                  <a:lnTo>
                    <a:pt x="434557" y="131028"/>
                  </a:lnTo>
                  <a:lnTo>
                    <a:pt x="410128" y="93446"/>
                  </a:lnTo>
                  <a:lnTo>
                    <a:pt x="382500" y="61376"/>
                  </a:lnTo>
                  <a:lnTo>
                    <a:pt x="352055" y="35408"/>
                  </a:lnTo>
                  <a:lnTo>
                    <a:pt x="319176" y="16129"/>
                  </a:lnTo>
                  <a:lnTo>
                    <a:pt x="247650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333117" y="3927729"/>
              <a:ext cx="495300" cy="762000"/>
            </a:xfrm>
            <a:custGeom>
              <a:avLst/>
              <a:gdLst/>
              <a:ahLst/>
              <a:cxnLst/>
              <a:rect l="l" t="t" r="r" b="b"/>
              <a:pathLst>
                <a:path w="495300" h="762000">
                  <a:moveTo>
                    <a:pt x="0" y="381000"/>
                  </a:moveTo>
                  <a:lnTo>
                    <a:pt x="2685" y="324694"/>
                  </a:lnTo>
                  <a:lnTo>
                    <a:pt x="10484" y="270955"/>
                  </a:lnTo>
                  <a:lnTo>
                    <a:pt x="23016" y="220372"/>
                  </a:lnTo>
                  <a:lnTo>
                    <a:pt x="39896" y="173533"/>
                  </a:lnTo>
                  <a:lnTo>
                    <a:pt x="60742" y="131028"/>
                  </a:lnTo>
                  <a:lnTo>
                    <a:pt x="85171" y="93446"/>
                  </a:lnTo>
                  <a:lnTo>
                    <a:pt x="112799" y="61376"/>
                  </a:lnTo>
                  <a:lnTo>
                    <a:pt x="143244" y="35408"/>
                  </a:lnTo>
                  <a:lnTo>
                    <a:pt x="176123" y="16129"/>
                  </a:lnTo>
                  <a:lnTo>
                    <a:pt x="247650" y="0"/>
                  </a:lnTo>
                  <a:lnTo>
                    <a:pt x="284247" y="4130"/>
                  </a:lnTo>
                  <a:lnTo>
                    <a:pt x="352055" y="35408"/>
                  </a:lnTo>
                  <a:lnTo>
                    <a:pt x="382500" y="61376"/>
                  </a:lnTo>
                  <a:lnTo>
                    <a:pt x="410128" y="93446"/>
                  </a:lnTo>
                  <a:lnTo>
                    <a:pt x="434557" y="131028"/>
                  </a:lnTo>
                  <a:lnTo>
                    <a:pt x="455403" y="173533"/>
                  </a:lnTo>
                  <a:lnTo>
                    <a:pt x="472283" y="220372"/>
                  </a:lnTo>
                  <a:lnTo>
                    <a:pt x="484815" y="270955"/>
                  </a:lnTo>
                  <a:lnTo>
                    <a:pt x="492614" y="324694"/>
                  </a:lnTo>
                  <a:lnTo>
                    <a:pt x="495300" y="381000"/>
                  </a:lnTo>
                  <a:lnTo>
                    <a:pt x="492614" y="437276"/>
                  </a:lnTo>
                  <a:lnTo>
                    <a:pt x="484815" y="490998"/>
                  </a:lnTo>
                  <a:lnTo>
                    <a:pt x="472283" y="541573"/>
                  </a:lnTo>
                  <a:lnTo>
                    <a:pt x="455403" y="588410"/>
                  </a:lnTo>
                  <a:lnTo>
                    <a:pt x="434557" y="630919"/>
                  </a:lnTo>
                  <a:lnTo>
                    <a:pt x="410128" y="668510"/>
                  </a:lnTo>
                  <a:lnTo>
                    <a:pt x="382500" y="700591"/>
                  </a:lnTo>
                  <a:lnTo>
                    <a:pt x="352055" y="726571"/>
                  </a:lnTo>
                  <a:lnTo>
                    <a:pt x="319176" y="745860"/>
                  </a:lnTo>
                  <a:lnTo>
                    <a:pt x="247650" y="762000"/>
                  </a:lnTo>
                  <a:lnTo>
                    <a:pt x="211052" y="757866"/>
                  </a:lnTo>
                  <a:lnTo>
                    <a:pt x="143244" y="726571"/>
                  </a:lnTo>
                  <a:lnTo>
                    <a:pt x="112799" y="700591"/>
                  </a:lnTo>
                  <a:lnTo>
                    <a:pt x="85171" y="668510"/>
                  </a:lnTo>
                  <a:lnTo>
                    <a:pt x="60742" y="630919"/>
                  </a:lnTo>
                  <a:lnTo>
                    <a:pt x="39896" y="588410"/>
                  </a:lnTo>
                  <a:lnTo>
                    <a:pt x="23016" y="541573"/>
                  </a:lnTo>
                  <a:lnTo>
                    <a:pt x="10484" y="490998"/>
                  </a:lnTo>
                  <a:lnTo>
                    <a:pt x="2685" y="437276"/>
                  </a:lnTo>
                  <a:lnTo>
                    <a:pt x="0" y="381000"/>
                  </a:lnTo>
                  <a:close/>
                </a:path>
              </a:pathLst>
            </a:custGeom>
            <a:ln w="25400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2509520" y="4150614"/>
            <a:ext cx="144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2400871" y="3299523"/>
            <a:ext cx="4401820" cy="2079625"/>
            <a:chOff x="2400871" y="3299523"/>
            <a:chExt cx="4401820" cy="2079625"/>
          </a:xfrm>
        </p:grpSpPr>
        <p:sp>
          <p:nvSpPr>
            <p:cNvPr id="48" name="object 48"/>
            <p:cNvSpPr/>
            <p:nvPr/>
          </p:nvSpPr>
          <p:spPr>
            <a:xfrm>
              <a:off x="2405633" y="3304285"/>
              <a:ext cx="918210" cy="735330"/>
            </a:xfrm>
            <a:custGeom>
              <a:avLst/>
              <a:gdLst/>
              <a:ahLst/>
              <a:cxnLst/>
              <a:rect l="l" t="t" r="r" b="b"/>
              <a:pathLst>
                <a:path w="918210" h="735329">
                  <a:moveTo>
                    <a:pt x="918082" y="0"/>
                  </a:moveTo>
                  <a:lnTo>
                    <a:pt x="0" y="734949"/>
                  </a:lnTo>
                </a:path>
              </a:pathLst>
            </a:custGeom>
            <a:ln w="9525">
              <a:solidFill>
                <a:srgbClr val="3891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400799" y="4773675"/>
              <a:ext cx="389255" cy="593090"/>
            </a:xfrm>
            <a:custGeom>
              <a:avLst/>
              <a:gdLst/>
              <a:ahLst/>
              <a:cxnLst/>
              <a:rect l="l" t="t" r="r" b="b"/>
              <a:pathLst>
                <a:path w="389254" h="593089">
                  <a:moveTo>
                    <a:pt x="194436" y="0"/>
                  </a:moveTo>
                  <a:lnTo>
                    <a:pt x="155234" y="6016"/>
                  </a:lnTo>
                  <a:lnTo>
                    <a:pt x="118729" y="23274"/>
                  </a:lnTo>
                  <a:lnTo>
                    <a:pt x="85700" y="50584"/>
                  </a:lnTo>
                  <a:lnTo>
                    <a:pt x="56927" y="86756"/>
                  </a:lnTo>
                  <a:lnTo>
                    <a:pt x="33191" y="130602"/>
                  </a:lnTo>
                  <a:lnTo>
                    <a:pt x="15271" y="180933"/>
                  </a:lnTo>
                  <a:lnTo>
                    <a:pt x="3947" y="236559"/>
                  </a:lnTo>
                  <a:lnTo>
                    <a:pt x="0" y="296291"/>
                  </a:lnTo>
                  <a:lnTo>
                    <a:pt x="3947" y="355986"/>
                  </a:lnTo>
                  <a:lnTo>
                    <a:pt x="15271" y="411595"/>
                  </a:lnTo>
                  <a:lnTo>
                    <a:pt x="33191" y="461923"/>
                  </a:lnTo>
                  <a:lnTo>
                    <a:pt x="56927" y="505777"/>
                  </a:lnTo>
                  <a:lnTo>
                    <a:pt x="85700" y="541964"/>
                  </a:lnTo>
                  <a:lnTo>
                    <a:pt x="118729" y="569289"/>
                  </a:lnTo>
                  <a:lnTo>
                    <a:pt x="155234" y="586559"/>
                  </a:lnTo>
                  <a:lnTo>
                    <a:pt x="194436" y="592582"/>
                  </a:lnTo>
                  <a:lnTo>
                    <a:pt x="233602" y="586559"/>
                  </a:lnTo>
                  <a:lnTo>
                    <a:pt x="270091" y="569289"/>
                  </a:lnTo>
                  <a:lnTo>
                    <a:pt x="303117" y="541964"/>
                  </a:lnTo>
                  <a:lnTo>
                    <a:pt x="331898" y="505777"/>
                  </a:lnTo>
                  <a:lnTo>
                    <a:pt x="355648" y="461923"/>
                  </a:lnTo>
                  <a:lnTo>
                    <a:pt x="373584" y="411595"/>
                  </a:lnTo>
                  <a:lnTo>
                    <a:pt x="384920" y="355986"/>
                  </a:lnTo>
                  <a:lnTo>
                    <a:pt x="388874" y="296291"/>
                  </a:lnTo>
                  <a:lnTo>
                    <a:pt x="384920" y="236559"/>
                  </a:lnTo>
                  <a:lnTo>
                    <a:pt x="373584" y="180933"/>
                  </a:lnTo>
                  <a:lnTo>
                    <a:pt x="355648" y="130602"/>
                  </a:lnTo>
                  <a:lnTo>
                    <a:pt x="331898" y="86756"/>
                  </a:lnTo>
                  <a:lnTo>
                    <a:pt x="303117" y="50584"/>
                  </a:lnTo>
                  <a:lnTo>
                    <a:pt x="270091" y="23274"/>
                  </a:lnTo>
                  <a:lnTo>
                    <a:pt x="233602" y="6016"/>
                  </a:lnTo>
                  <a:lnTo>
                    <a:pt x="194436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400799" y="4773675"/>
              <a:ext cx="389255" cy="593090"/>
            </a:xfrm>
            <a:custGeom>
              <a:avLst/>
              <a:gdLst/>
              <a:ahLst/>
              <a:cxnLst/>
              <a:rect l="l" t="t" r="r" b="b"/>
              <a:pathLst>
                <a:path w="389254" h="593089">
                  <a:moveTo>
                    <a:pt x="0" y="296291"/>
                  </a:moveTo>
                  <a:lnTo>
                    <a:pt x="3947" y="236559"/>
                  </a:lnTo>
                  <a:lnTo>
                    <a:pt x="15271" y="180933"/>
                  </a:lnTo>
                  <a:lnTo>
                    <a:pt x="33191" y="130602"/>
                  </a:lnTo>
                  <a:lnTo>
                    <a:pt x="56927" y="86756"/>
                  </a:lnTo>
                  <a:lnTo>
                    <a:pt x="85700" y="50584"/>
                  </a:lnTo>
                  <a:lnTo>
                    <a:pt x="118729" y="23274"/>
                  </a:lnTo>
                  <a:lnTo>
                    <a:pt x="155234" y="6016"/>
                  </a:lnTo>
                  <a:lnTo>
                    <a:pt x="194436" y="0"/>
                  </a:lnTo>
                  <a:lnTo>
                    <a:pt x="233602" y="6016"/>
                  </a:lnTo>
                  <a:lnTo>
                    <a:pt x="270091" y="23274"/>
                  </a:lnTo>
                  <a:lnTo>
                    <a:pt x="303117" y="50584"/>
                  </a:lnTo>
                  <a:lnTo>
                    <a:pt x="331898" y="86756"/>
                  </a:lnTo>
                  <a:lnTo>
                    <a:pt x="355648" y="130602"/>
                  </a:lnTo>
                  <a:lnTo>
                    <a:pt x="373584" y="180933"/>
                  </a:lnTo>
                  <a:lnTo>
                    <a:pt x="384920" y="236559"/>
                  </a:lnTo>
                  <a:lnTo>
                    <a:pt x="388874" y="296291"/>
                  </a:lnTo>
                  <a:lnTo>
                    <a:pt x="384920" y="355986"/>
                  </a:lnTo>
                  <a:lnTo>
                    <a:pt x="373584" y="411595"/>
                  </a:lnTo>
                  <a:lnTo>
                    <a:pt x="355648" y="461923"/>
                  </a:lnTo>
                  <a:lnTo>
                    <a:pt x="331898" y="505777"/>
                  </a:lnTo>
                  <a:lnTo>
                    <a:pt x="303117" y="541964"/>
                  </a:lnTo>
                  <a:lnTo>
                    <a:pt x="270091" y="569289"/>
                  </a:lnTo>
                  <a:lnTo>
                    <a:pt x="233602" y="586559"/>
                  </a:lnTo>
                  <a:lnTo>
                    <a:pt x="194436" y="592582"/>
                  </a:lnTo>
                  <a:lnTo>
                    <a:pt x="155234" y="586559"/>
                  </a:lnTo>
                  <a:lnTo>
                    <a:pt x="118729" y="569289"/>
                  </a:lnTo>
                  <a:lnTo>
                    <a:pt x="85700" y="541964"/>
                  </a:lnTo>
                  <a:lnTo>
                    <a:pt x="56927" y="505777"/>
                  </a:lnTo>
                  <a:lnTo>
                    <a:pt x="33191" y="461923"/>
                  </a:lnTo>
                  <a:lnTo>
                    <a:pt x="15271" y="411595"/>
                  </a:lnTo>
                  <a:lnTo>
                    <a:pt x="3947" y="355986"/>
                  </a:lnTo>
                  <a:lnTo>
                    <a:pt x="0" y="296291"/>
                  </a:lnTo>
                  <a:close/>
                </a:path>
              </a:pathLst>
            </a:custGeom>
            <a:ln w="25400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947663" y="4323968"/>
              <a:ext cx="510540" cy="536575"/>
            </a:xfrm>
            <a:custGeom>
              <a:avLst/>
              <a:gdLst/>
              <a:ahLst/>
              <a:cxnLst/>
              <a:rect l="l" t="t" r="r" b="b"/>
              <a:pathLst>
                <a:path w="510539" h="536575">
                  <a:moveTo>
                    <a:pt x="0" y="0"/>
                  </a:moveTo>
                  <a:lnTo>
                    <a:pt x="510032" y="536447"/>
                  </a:lnTo>
                </a:path>
              </a:pathLst>
            </a:custGeom>
            <a:ln w="9525">
              <a:solidFill>
                <a:srgbClr val="3891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4109084" y="3770757"/>
            <a:ext cx="579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BF</a:t>
            </a:r>
            <a:r>
              <a:rPr sz="1800" i="1" spc="5" dirty="0">
                <a:latin typeface="Arial"/>
                <a:cs typeface="Arial"/>
              </a:rPr>
              <a:t>=</a:t>
            </a:r>
            <a:r>
              <a:rPr sz="1800" i="1" spc="-5" dirty="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523990" y="4322705"/>
            <a:ext cx="730885" cy="889635"/>
          </a:xfrm>
          <a:prstGeom prst="rect">
            <a:avLst/>
          </a:prstGeom>
        </p:spPr>
        <p:txBody>
          <a:bodyPr vert="horz" wrap="square" lIns="0" tIns="169545" rIns="0" bIns="0" rtlCol="0">
            <a:spAutoFit/>
          </a:bodyPr>
          <a:lstStyle/>
          <a:p>
            <a:pPr marL="163195">
              <a:lnSpc>
                <a:spcPct val="100000"/>
              </a:lnSpc>
              <a:spcBef>
                <a:spcPts val="1335"/>
              </a:spcBef>
            </a:pPr>
            <a:r>
              <a:rPr sz="1800" i="1" dirty="0">
                <a:latin typeface="Arial"/>
                <a:cs typeface="Arial"/>
              </a:rPr>
              <a:t>B</a:t>
            </a:r>
            <a:r>
              <a:rPr sz="1800" i="1" spc="5" dirty="0">
                <a:latin typeface="Arial"/>
                <a:cs typeface="Arial"/>
              </a:rPr>
              <a:t>F=</a:t>
            </a:r>
            <a:r>
              <a:rPr sz="1800" i="1" spc="-5" dirty="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1800" i="1" spc="-5" dirty="0">
                <a:solidFill>
                  <a:srgbClr val="FFFFFF"/>
                </a:solidFill>
                <a:latin typeface="Trebuchet MS"/>
                <a:cs typeface="Trebuchet MS"/>
              </a:rPr>
              <a:t>7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79932" y="38100"/>
            <a:ext cx="7578852" cy="1106424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7034">
              <a:lnSpc>
                <a:spcPct val="100000"/>
              </a:lnSpc>
              <a:spcBef>
                <a:spcPts val="100"/>
              </a:spcBef>
              <a:tabLst>
                <a:tab pos="3851910" algn="l"/>
              </a:tabLst>
            </a:pPr>
            <a:r>
              <a:rPr spc="-90" dirty="0"/>
              <a:t>Constructio</a:t>
            </a:r>
            <a:r>
              <a:rPr spc="-100" dirty="0"/>
              <a:t>n</a:t>
            </a:r>
            <a:r>
              <a:rPr spc="-95" dirty="0"/>
              <a:t> </a:t>
            </a:r>
            <a:r>
              <a:rPr spc="-204" dirty="0"/>
              <a:t>of</a:t>
            </a:r>
            <a:r>
              <a:rPr dirty="0"/>
              <a:t>	</a:t>
            </a:r>
            <a:r>
              <a:rPr spc="-10" dirty="0"/>
              <a:t>A</a:t>
            </a:r>
            <a:r>
              <a:rPr dirty="0"/>
              <a:t>VL</a:t>
            </a:r>
            <a:r>
              <a:rPr spc="-585" dirty="0"/>
              <a:t> </a:t>
            </a:r>
            <a:r>
              <a:rPr spc="-409" dirty="0"/>
              <a:t>T</a:t>
            </a:r>
            <a:r>
              <a:rPr spc="-50" dirty="0"/>
              <a:t>r</a:t>
            </a:r>
            <a:r>
              <a:rPr spc="-260" dirty="0"/>
              <a:t>ee</a:t>
            </a:r>
            <a:r>
              <a:rPr spc="-95" dirty="0"/>
              <a:t> </a:t>
            </a:r>
            <a:r>
              <a:rPr spc="-114" dirty="0"/>
              <a:t>(</a:t>
            </a:r>
            <a:r>
              <a:rPr spc="-160" dirty="0"/>
              <a:t>1</a:t>
            </a:r>
            <a:r>
              <a:rPr spc="-95" dirty="0"/>
              <a:t> to</a:t>
            </a:r>
            <a:r>
              <a:rPr spc="-110" dirty="0"/>
              <a:t> </a:t>
            </a:r>
            <a:r>
              <a:rPr spc="-90" dirty="0"/>
              <a:t>8</a:t>
            </a:r>
            <a:r>
              <a:rPr spc="-175" dirty="0"/>
              <a:t>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239516" y="5820562"/>
            <a:ext cx="17481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solidFill>
                  <a:srgbClr val="00AF50"/>
                </a:solidFill>
                <a:latin typeface="Arial"/>
                <a:cs typeface="Arial"/>
              </a:rPr>
              <a:t>LL</a:t>
            </a:r>
            <a:r>
              <a:rPr sz="1800" b="1" i="1" spc="-7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00AF50"/>
                </a:solidFill>
                <a:latin typeface="Arial"/>
                <a:cs typeface="Arial"/>
              </a:rPr>
              <a:t>Rotation</a:t>
            </a:r>
            <a:r>
              <a:rPr sz="1800" b="1" i="1" spc="-3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800" b="1" i="1" spc="-5" dirty="0">
                <a:solidFill>
                  <a:srgbClr val="00AF50"/>
                </a:solidFill>
                <a:latin typeface="Arial"/>
                <a:cs typeface="Arial"/>
              </a:rPr>
              <a:t>at</a:t>
            </a:r>
            <a:r>
              <a:rPr sz="1800" b="1" i="1" spc="-2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800" b="1" i="1" spc="-5" dirty="0">
                <a:solidFill>
                  <a:srgbClr val="00AF50"/>
                </a:solidFill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320417" y="2085085"/>
            <a:ext cx="4481957" cy="3293872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4820539" y="3069716"/>
            <a:ext cx="144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5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539997" y="3145916"/>
            <a:ext cx="144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899029" y="2812796"/>
            <a:ext cx="579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BF</a:t>
            </a:r>
            <a:r>
              <a:rPr sz="1800" i="1" spc="5" dirty="0">
                <a:latin typeface="Arial"/>
                <a:cs typeface="Arial"/>
              </a:rPr>
              <a:t>=</a:t>
            </a:r>
            <a:r>
              <a:rPr sz="1800" i="1" spc="-5" dirty="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80489" y="1083309"/>
            <a:ext cx="5981700" cy="14097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1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114" dirty="0">
                <a:solidFill>
                  <a:srgbClr val="FF0000"/>
                </a:solidFill>
                <a:latin typeface="Trebuchet MS"/>
                <a:cs typeface="Trebuchet MS"/>
              </a:rPr>
              <a:t>Rotation</a:t>
            </a:r>
            <a:r>
              <a:rPr sz="3200" spc="-1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75" dirty="0">
                <a:solidFill>
                  <a:srgbClr val="FF0000"/>
                </a:solidFill>
                <a:latin typeface="Trebuchet MS"/>
                <a:cs typeface="Trebuchet MS"/>
              </a:rPr>
              <a:t>P</a:t>
            </a:r>
            <a:r>
              <a:rPr sz="3200" spc="-140" dirty="0">
                <a:solidFill>
                  <a:srgbClr val="FF0000"/>
                </a:solidFill>
                <a:latin typeface="Trebuchet MS"/>
                <a:cs typeface="Trebuchet MS"/>
              </a:rPr>
              <a:t>r</a:t>
            </a:r>
            <a:r>
              <a:rPr sz="3200" spc="-95" dirty="0">
                <a:solidFill>
                  <a:srgbClr val="FF0000"/>
                </a:solidFill>
                <a:latin typeface="Trebuchet MS"/>
                <a:cs typeface="Trebuchet MS"/>
              </a:rPr>
              <a:t>ocess</a:t>
            </a:r>
            <a:r>
              <a:rPr sz="3200" spc="-7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155" dirty="0">
                <a:solidFill>
                  <a:srgbClr val="FF0000"/>
                </a:solidFill>
                <a:latin typeface="Trebuchet MS"/>
                <a:cs typeface="Trebuchet MS"/>
              </a:rPr>
              <a:t>whe</a:t>
            </a:r>
            <a:r>
              <a:rPr sz="3200" spc="-135" dirty="0">
                <a:solidFill>
                  <a:srgbClr val="FF0000"/>
                </a:solidFill>
                <a:latin typeface="Trebuchet MS"/>
                <a:cs typeface="Trebuchet MS"/>
              </a:rPr>
              <a:t>n</a:t>
            </a:r>
            <a:r>
              <a:rPr sz="3200" spc="-7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105" dirty="0">
                <a:solidFill>
                  <a:srgbClr val="FF0000"/>
                </a:solidFill>
                <a:latin typeface="Trebuchet MS"/>
                <a:cs typeface="Trebuchet MS"/>
              </a:rPr>
              <a:t>In</a:t>
            </a:r>
            <a:r>
              <a:rPr sz="3200" spc="-95" dirty="0">
                <a:solidFill>
                  <a:srgbClr val="FF0000"/>
                </a:solidFill>
                <a:latin typeface="Trebuchet MS"/>
                <a:cs typeface="Trebuchet MS"/>
              </a:rPr>
              <a:t>s</a:t>
            </a:r>
            <a:r>
              <a:rPr sz="3200" spc="-110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sz="3200" spc="-20" dirty="0">
                <a:solidFill>
                  <a:srgbClr val="FF0000"/>
                </a:solidFill>
                <a:latin typeface="Trebuchet MS"/>
                <a:cs typeface="Trebuchet MS"/>
              </a:rPr>
              <a:t>r</a:t>
            </a:r>
            <a:r>
              <a:rPr sz="3200" spc="-155" dirty="0">
                <a:solidFill>
                  <a:srgbClr val="FF0000"/>
                </a:solidFill>
                <a:latin typeface="Trebuchet MS"/>
                <a:cs typeface="Trebuchet MS"/>
              </a:rPr>
              <a:t>ti</a:t>
            </a:r>
            <a:r>
              <a:rPr sz="3200" spc="-245" dirty="0">
                <a:solidFill>
                  <a:srgbClr val="FF0000"/>
                </a:solidFill>
                <a:latin typeface="Trebuchet MS"/>
                <a:cs typeface="Trebuchet MS"/>
              </a:rPr>
              <a:t>n</a:t>
            </a:r>
            <a:r>
              <a:rPr sz="3200" spc="-240" dirty="0">
                <a:solidFill>
                  <a:srgbClr val="FF0000"/>
                </a:solidFill>
                <a:latin typeface="Trebuchet MS"/>
                <a:cs typeface="Trebuchet MS"/>
              </a:rPr>
              <a:t>g</a:t>
            </a:r>
            <a:r>
              <a:rPr sz="3200" spc="-114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80" dirty="0">
                <a:solidFill>
                  <a:srgbClr val="FF0000"/>
                </a:solidFill>
                <a:latin typeface="Trebuchet MS"/>
                <a:cs typeface="Trebuchet MS"/>
              </a:rPr>
              <a:t>7</a:t>
            </a:r>
            <a:endParaRPr sz="3200">
              <a:latin typeface="Trebuchet MS"/>
              <a:cs typeface="Trebuchet MS"/>
            </a:endParaRPr>
          </a:p>
          <a:p>
            <a:pPr marL="485775" algn="ctr">
              <a:lnSpc>
                <a:spcPct val="100000"/>
              </a:lnSpc>
              <a:spcBef>
                <a:spcPts val="2014"/>
              </a:spcBef>
            </a:pPr>
            <a:r>
              <a:rPr sz="1800" i="1" dirty="0">
                <a:latin typeface="Arial"/>
                <a:cs typeface="Arial"/>
              </a:rPr>
              <a:t>BF=-1</a:t>
            </a:r>
            <a:endParaRPr sz="1800">
              <a:latin typeface="Arial"/>
              <a:cs typeface="Arial"/>
            </a:endParaRPr>
          </a:p>
          <a:p>
            <a:pPr marR="312420" algn="ctr">
              <a:lnSpc>
                <a:spcPct val="100000"/>
              </a:lnSpc>
              <a:spcBef>
                <a:spcPts val="715"/>
              </a:spcBef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4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989321" y="2715514"/>
            <a:ext cx="6680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spc="-5" dirty="0">
                <a:solidFill>
                  <a:srgbClr val="FF0000"/>
                </a:solidFill>
                <a:latin typeface="Arial"/>
                <a:cs typeface="Arial"/>
              </a:rPr>
              <a:t>BF</a:t>
            </a:r>
            <a:r>
              <a:rPr sz="1800" b="1" i="1" dirty="0">
                <a:solidFill>
                  <a:srgbClr val="FF0000"/>
                </a:solidFill>
                <a:latin typeface="Arial"/>
                <a:cs typeface="Arial"/>
              </a:rPr>
              <a:t>=</a:t>
            </a:r>
            <a:r>
              <a:rPr sz="1800" b="1" i="1" spc="-5" dirty="0">
                <a:solidFill>
                  <a:srgbClr val="FF0000"/>
                </a:solidFill>
                <a:latin typeface="Arial"/>
                <a:cs typeface="Arial"/>
              </a:rPr>
              <a:t>-2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634354" y="4004309"/>
            <a:ext cx="144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6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929376" y="3731767"/>
            <a:ext cx="655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BF</a:t>
            </a:r>
            <a:r>
              <a:rPr sz="1800" i="1" spc="10" dirty="0">
                <a:latin typeface="Arial"/>
                <a:cs typeface="Arial"/>
              </a:rPr>
              <a:t>=</a:t>
            </a:r>
            <a:r>
              <a:rPr sz="1800" i="1" dirty="0">
                <a:latin typeface="Arial"/>
                <a:cs typeface="Arial"/>
              </a:rPr>
              <a:t>-</a:t>
            </a:r>
            <a:r>
              <a:rPr sz="1800" i="1" spc="-5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935348" y="4185030"/>
            <a:ext cx="144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544827" y="3707638"/>
            <a:ext cx="579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BF</a:t>
            </a:r>
            <a:r>
              <a:rPr sz="1800" i="1" spc="5" dirty="0">
                <a:latin typeface="Arial"/>
                <a:cs typeface="Arial"/>
              </a:rPr>
              <a:t>=</a:t>
            </a:r>
            <a:r>
              <a:rPr sz="1800" i="1" spc="-5" dirty="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509520" y="4150614"/>
            <a:ext cx="144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109084" y="3770757"/>
            <a:ext cx="579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BF</a:t>
            </a:r>
            <a:r>
              <a:rPr sz="1800" i="1" spc="5" dirty="0">
                <a:latin typeface="Arial"/>
                <a:cs typeface="Arial"/>
              </a:rPr>
              <a:t>=</a:t>
            </a:r>
            <a:r>
              <a:rPr sz="1800" i="1" spc="-5" dirty="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523990" y="4322705"/>
            <a:ext cx="730885" cy="889635"/>
          </a:xfrm>
          <a:prstGeom prst="rect">
            <a:avLst/>
          </a:prstGeom>
        </p:spPr>
        <p:txBody>
          <a:bodyPr vert="horz" wrap="square" lIns="0" tIns="169545" rIns="0" bIns="0" rtlCol="0">
            <a:spAutoFit/>
          </a:bodyPr>
          <a:lstStyle/>
          <a:p>
            <a:pPr marL="163195">
              <a:lnSpc>
                <a:spcPct val="100000"/>
              </a:lnSpc>
              <a:spcBef>
                <a:spcPts val="1335"/>
              </a:spcBef>
            </a:pPr>
            <a:r>
              <a:rPr sz="1800" i="1" dirty="0">
                <a:latin typeface="Arial"/>
                <a:cs typeface="Arial"/>
              </a:rPr>
              <a:t>B</a:t>
            </a:r>
            <a:r>
              <a:rPr sz="1800" i="1" spc="5" dirty="0">
                <a:latin typeface="Arial"/>
                <a:cs typeface="Arial"/>
              </a:rPr>
              <a:t>F=</a:t>
            </a:r>
            <a:r>
              <a:rPr sz="1800" i="1" spc="-5" dirty="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1800" i="1" spc="-5" dirty="0">
                <a:solidFill>
                  <a:srgbClr val="FFFFFF"/>
                </a:solidFill>
                <a:latin typeface="Trebuchet MS"/>
                <a:cs typeface="Trebuchet MS"/>
              </a:rPr>
              <a:t>7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181346" y="3180714"/>
            <a:ext cx="867410" cy="863600"/>
          </a:xfrm>
          <a:custGeom>
            <a:avLst/>
            <a:gdLst/>
            <a:ahLst/>
            <a:cxnLst/>
            <a:rect l="l" t="t" r="r" b="b"/>
            <a:pathLst>
              <a:path w="867410" h="863600">
                <a:moveTo>
                  <a:pt x="26573" y="43687"/>
                </a:moveTo>
                <a:lnTo>
                  <a:pt x="18887" y="47883"/>
                </a:lnTo>
                <a:lnTo>
                  <a:pt x="27678" y="53352"/>
                </a:lnTo>
                <a:lnTo>
                  <a:pt x="39877" y="54356"/>
                </a:lnTo>
                <a:lnTo>
                  <a:pt x="59816" y="57276"/>
                </a:lnTo>
                <a:lnTo>
                  <a:pt x="99313" y="66039"/>
                </a:lnTo>
                <a:lnTo>
                  <a:pt x="138049" y="78739"/>
                </a:lnTo>
                <a:lnTo>
                  <a:pt x="175767" y="95250"/>
                </a:lnTo>
                <a:lnTo>
                  <a:pt x="212089" y="115062"/>
                </a:lnTo>
                <a:lnTo>
                  <a:pt x="246633" y="137922"/>
                </a:lnTo>
                <a:lnTo>
                  <a:pt x="279145" y="163702"/>
                </a:lnTo>
                <a:lnTo>
                  <a:pt x="309371" y="191897"/>
                </a:lnTo>
                <a:lnTo>
                  <a:pt x="336803" y="222376"/>
                </a:lnTo>
                <a:lnTo>
                  <a:pt x="361314" y="254762"/>
                </a:lnTo>
                <a:lnTo>
                  <a:pt x="382524" y="288544"/>
                </a:lnTo>
                <a:lnTo>
                  <a:pt x="400050" y="323850"/>
                </a:lnTo>
                <a:lnTo>
                  <a:pt x="413765" y="360045"/>
                </a:lnTo>
                <a:lnTo>
                  <a:pt x="426084" y="415417"/>
                </a:lnTo>
                <a:lnTo>
                  <a:pt x="429132" y="472440"/>
                </a:lnTo>
                <a:lnTo>
                  <a:pt x="431164" y="491617"/>
                </a:lnTo>
                <a:lnTo>
                  <a:pt x="438530" y="529971"/>
                </a:lnTo>
                <a:lnTo>
                  <a:pt x="450341" y="567436"/>
                </a:lnTo>
                <a:lnTo>
                  <a:pt x="466343" y="604012"/>
                </a:lnTo>
                <a:lnTo>
                  <a:pt x="486282" y="639572"/>
                </a:lnTo>
                <a:lnTo>
                  <a:pt x="509650" y="673354"/>
                </a:lnTo>
                <a:lnTo>
                  <a:pt x="536193" y="705358"/>
                </a:lnTo>
                <a:lnTo>
                  <a:pt x="565657" y="735330"/>
                </a:lnTo>
                <a:lnTo>
                  <a:pt x="597662" y="762889"/>
                </a:lnTo>
                <a:lnTo>
                  <a:pt x="631825" y="787654"/>
                </a:lnTo>
                <a:lnTo>
                  <a:pt x="668019" y="809498"/>
                </a:lnTo>
                <a:lnTo>
                  <a:pt x="705738" y="828040"/>
                </a:lnTo>
                <a:lnTo>
                  <a:pt x="744854" y="843026"/>
                </a:lnTo>
                <a:lnTo>
                  <a:pt x="784987" y="854075"/>
                </a:lnTo>
                <a:lnTo>
                  <a:pt x="825753" y="861060"/>
                </a:lnTo>
                <a:lnTo>
                  <a:pt x="866648" y="863346"/>
                </a:lnTo>
                <a:lnTo>
                  <a:pt x="866901" y="853821"/>
                </a:lnTo>
                <a:lnTo>
                  <a:pt x="846581" y="853186"/>
                </a:lnTo>
                <a:lnTo>
                  <a:pt x="826515" y="851535"/>
                </a:lnTo>
                <a:lnTo>
                  <a:pt x="786764" y="844677"/>
                </a:lnTo>
                <a:lnTo>
                  <a:pt x="747649" y="833882"/>
                </a:lnTo>
                <a:lnTo>
                  <a:pt x="709421" y="819277"/>
                </a:lnTo>
                <a:lnTo>
                  <a:pt x="672464" y="801116"/>
                </a:lnTo>
                <a:lnTo>
                  <a:pt x="637031" y="779653"/>
                </a:lnTo>
                <a:lnTo>
                  <a:pt x="603376" y="755269"/>
                </a:lnTo>
                <a:lnTo>
                  <a:pt x="572007" y="728218"/>
                </a:lnTo>
                <a:lnTo>
                  <a:pt x="543178" y="698881"/>
                </a:lnTo>
                <a:lnTo>
                  <a:pt x="517143" y="667512"/>
                </a:lnTo>
                <a:lnTo>
                  <a:pt x="494156" y="634238"/>
                </a:lnTo>
                <a:lnTo>
                  <a:pt x="474852" y="599694"/>
                </a:lnTo>
                <a:lnTo>
                  <a:pt x="459231" y="563880"/>
                </a:lnTo>
                <a:lnTo>
                  <a:pt x="447675" y="527304"/>
                </a:lnTo>
                <a:lnTo>
                  <a:pt x="438657" y="471424"/>
                </a:lnTo>
                <a:lnTo>
                  <a:pt x="438150" y="452882"/>
                </a:lnTo>
                <a:lnTo>
                  <a:pt x="437388" y="433705"/>
                </a:lnTo>
                <a:lnTo>
                  <a:pt x="432562" y="395350"/>
                </a:lnTo>
                <a:lnTo>
                  <a:pt x="422909" y="357377"/>
                </a:lnTo>
                <a:lnTo>
                  <a:pt x="408939" y="320167"/>
                </a:lnTo>
                <a:lnTo>
                  <a:pt x="391032" y="284225"/>
                </a:lnTo>
                <a:lnTo>
                  <a:pt x="369315" y="249427"/>
                </a:lnTo>
                <a:lnTo>
                  <a:pt x="344296" y="216408"/>
                </a:lnTo>
                <a:lnTo>
                  <a:pt x="316356" y="185420"/>
                </a:lnTo>
                <a:lnTo>
                  <a:pt x="285623" y="156590"/>
                </a:lnTo>
                <a:lnTo>
                  <a:pt x="252349" y="130429"/>
                </a:lnTo>
                <a:lnTo>
                  <a:pt x="217169" y="107061"/>
                </a:lnTo>
                <a:lnTo>
                  <a:pt x="180212" y="86740"/>
                </a:lnTo>
                <a:lnTo>
                  <a:pt x="141731" y="69976"/>
                </a:lnTo>
                <a:lnTo>
                  <a:pt x="102107" y="56896"/>
                </a:lnTo>
                <a:lnTo>
                  <a:pt x="61594" y="47879"/>
                </a:lnTo>
                <a:lnTo>
                  <a:pt x="41275" y="44958"/>
                </a:lnTo>
                <a:lnTo>
                  <a:pt x="26573" y="43687"/>
                </a:lnTo>
                <a:close/>
              </a:path>
              <a:path w="867410" h="863600">
                <a:moveTo>
                  <a:pt x="86867" y="0"/>
                </a:moveTo>
                <a:lnTo>
                  <a:pt x="84581" y="1143"/>
                </a:lnTo>
                <a:lnTo>
                  <a:pt x="0" y="47371"/>
                </a:lnTo>
                <a:lnTo>
                  <a:pt x="81787" y="98298"/>
                </a:lnTo>
                <a:lnTo>
                  <a:pt x="84074" y="99695"/>
                </a:lnTo>
                <a:lnTo>
                  <a:pt x="86994" y="98933"/>
                </a:lnTo>
                <a:lnTo>
                  <a:pt x="88391" y="96774"/>
                </a:lnTo>
                <a:lnTo>
                  <a:pt x="89788" y="94487"/>
                </a:lnTo>
                <a:lnTo>
                  <a:pt x="89026" y="91567"/>
                </a:lnTo>
                <a:lnTo>
                  <a:pt x="86867" y="90170"/>
                </a:lnTo>
                <a:lnTo>
                  <a:pt x="27678" y="53352"/>
                </a:lnTo>
                <a:lnTo>
                  <a:pt x="19812" y="52705"/>
                </a:lnTo>
                <a:lnTo>
                  <a:pt x="9270" y="52450"/>
                </a:lnTo>
                <a:lnTo>
                  <a:pt x="9525" y="42925"/>
                </a:lnTo>
                <a:lnTo>
                  <a:pt x="27968" y="42925"/>
                </a:lnTo>
                <a:lnTo>
                  <a:pt x="91439" y="8255"/>
                </a:lnTo>
                <a:lnTo>
                  <a:pt x="92201" y="5461"/>
                </a:lnTo>
                <a:lnTo>
                  <a:pt x="90931" y="3048"/>
                </a:lnTo>
                <a:lnTo>
                  <a:pt x="89788" y="762"/>
                </a:lnTo>
                <a:lnTo>
                  <a:pt x="86867" y="0"/>
                </a:lnTo>
                <a:close/>
              </a:path>
              <a:path w="867410" h="863600">
                <a:moveTo>
                  <a:pt x="9525" y="42925"/>
                </a:moveTo>
                <a:lnTo>
                  <a:pt x="9270" y="52450"/>
                </a:lnTo>
                <a:lnTo>
                  <a:pt x="19812" y="52705"/>
                </a:lnTo>
                <a:lnTo>
                  <a:pt x="27678" y="53352"/>
                </a:lnTo>
                <a:lnTo>
                  <a:pt x="25208" y="51815"/>
                </a:lnTo>
                <a:lnTo>
                  <a:pt x="11683" y="51815"/>
                </a:lnTo>
                <a:lnTo>
                  <a:pt x="11937" y="43561"/>
                </a:lnTo>
                <a:lnTo>
                  <a:pt x="25109" y="43561"/>
                </a:lnTo>
                <a:lnTo>
                  <a:pt x="20700" y="43180"/>
                </a:lnTo>
                <a:lnTo>
                  <a:pt x="9525" y="42925"/>
                </a:lnTo>
                <a:close/>
              </a:path>
              <a:path w="867410" h="863600">
                <a:moveTo>
                  <a:pt x="11937" y="43561"/>
                </a:moveTo>
                <a:lnTo>
                  <a:pt x="11683" y="51815"/>
                </a:lnTo>
                <a:lnTo>
                  <a:pt x="18887" y="47883"/>
                </a:lnTo>
                <a:lnTo>
                  <a:pt x="11937" y="43561"/>
                </a:lnTo>
                <a:close/>
              </a:path>
              <a:path w="867410" h="863600">
                <a:moveTo>
                  <a:pt x="18887" y="47883"/>
                </a:moveTo>
                <a:lnTo>
                  <a:pt x="11683" y="51815"/>
                </a:lnTo>
                <a:lnTo>
                  <a:pt x="25208" y="51815"/>
                </a:lnTo>
                <a:lnTo>
                  <a:pt x="18887" y="47883"/>
                </a:lnTo>
                <a:close/>
              </a:path>
              <a:path w="867410" h="863600">
                <a:moveTo>
                  <a:pt x="25109" y="43561"/>
                </a:moveTo>
                <a:lnTo>
                  <a:pt x="11937" y="43561"/>
                </a:lnTo>
                <a:lnTo>
                  <a:pt x="18895" y="47879"/>
                </a:lnTo>
                <a:lnTo>
                  <a:pt x="26573" y="43687"/>
                </a:lnTo>
                <a:lnTo>
                  <a:pt x="25109" y="43561"/>
                </a:lnTo>
                <a:close/>
              </a:path>
              <a:path w="867410" h="863600">
                <a:moveTo>
                  <a:pt x="27968" y="42925"/>
                </a:moveTo>
                <a:lnTo>
                  <a:pt x="9525" y="42925"/>
                </a:lnTo>
                <a:lnTo>
                  <a:pt x="20700" y="43180"/>
                </a:lnTo>
                <a:lnTo>
                  <a:pt x="26573" y="43687"/>
                </a:lnTo>
                <a:lnTo>
                  <a:pt x="27968" y="42925"/>
                </a:lnTo>
                <a:close/>
              </a:path>
            </a:pathLst>
          </a:custGeom>
          <a:solidFill>
            <a:srgbClr val="3891A7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79932" y="38100"/>
            <a:ext cx="7578852" cy="1106424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7034">
              <a:lnSpc>
                <a:spcPct val="100000"/>
              </a:lnSpc>
              <a:spcBef>
                <a:spcPts val="100"/>
              </a:spcBef>
              <a:tabLst>
                <a:tab pos="3851910" algn="l"/>
              </a:tabLst>
            </a:pPr>
            <a:r>
              <a:rPr spc="-90" dirty="0"/>
              <a:t>Constructio</a:t>
            </a:r>
            <a:r>
              <a:rPr spc="-100" dirty="0"/>
              <a:t>n</a:t>
            </a:r>
            <a:r>
              <a:rPr spc="-95" dirty="0"/>
              <a:t> </a:t>
            </a:r>
            <a:r>
              <a:rPr spc="-204" dirty="0"/>
              <a:t>of</a:t>
            </a:r>
            <a:r>
              <a:rPr dirty="0"/>
              <a:t>	</a:t>
            </a:r>
            <a:r>
              <a:rPr spc="-10" dirty="0"/>
              <a:t>A</a:t>
            </a:r>
            <a:r>
              <a:rPr dirty="0"/>
              <a:t>VL</a:t>
            </a:r>
            <a:r>
              <a:rPr spc="-585" dirty="0"/>
              <a:t> </a:t>
            </a:r>
            <a:r>
              <a:rPr spc="-409" dirty="0"/>
              <a:t>T</a:t>
            </a:r>
            <a:r>
              <a:rPr spc="-50" dirty="0"/>
              <a:t>r</a:t>
            </a:r>
            <a:r>
              <a:rPr spc="-260" dirty="0"/>
              <a:t>ee</a:t>
            </a:r>
            <a:r>
              <a:rPr spc="-95" dirty="0"/>
              <a:t> </a:t>
            </a:r>
            <a:r>
              <a:rPr spc="-114" dirty="0"/>
              <a:t>(</a:t>
            </a:r>
            <a:r>
              <a:rPr spc="-160" dirty="0"/>
              <a:t>1</a:t>
            </a:r>
            <a:r>
              <a:rPr spc="-95" dirty="0"/>
              <a:t> to</a:t>
            </a:r>
            <a:r>
              <a:rPr spc="-110" dirty="0"/>
              <a:t> </a:t>
            </a:r>
            <a:r>
              <a:rPr spc="-90" dirty="0"/>
              <a:t>8</a:t>
            </a:r>
            <a:r>
              <a:rPr spc="-175" dirty="0"/>
              <a:t>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109976" y="5820562"/>
            <a:ext cx="200596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spc="-5" dirty="0">
                <a:solidFill>
                  <a:srgbClr val="00AF50"/>
                </a:solidFill>
                <a:latin typeface="Arial"/>
                <a:cs typeface="Arial"/>
              </a:rPr>
              <a:t>TREE</a:t>
            </a:r>
            <a:r>
              <a:rPr sz="1800" b="1" i="1" spc="-2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00AF50"/>
                </a:solidFill>
                <a:latin typeface="Arial"/>
                <a:cs typeface="Arial"/>
              </a:rPr>
              <a:t>is</a:t>
            </a:r>
            <a:r>
              <a:rPr sz="1800" b="1" i="1" spc="45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800" b="1" i="1" spc="-5" dirty="0">
                <a:solidFill>
                  <a:srgbClr val="00AF50"/>
                </a:solidFill>
                <a:latin typeface="Arial"/>
                <a:cs typeface="Arial"/>
              </a:rPr>
              <a:t>balanced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890517" y="2122170"/>
            <a:ext cx="1284605" cy="1409700"/>
            <a:chOff x="3890517" y="2122170"/>
            <a:chExt cx="1284605" cy="1409700"/>
          </a:xfrm>
        </p:grpSpPr>
        <p:sp>
          <p:nvSpPr>
            <p:cNvPr id="18" name="object 18"/>
            <p:cNvSpPr/>
            <p:nvPr/>
          </p:nvSpPr>
          <p:spPr>
            <a:xfrm>
              <a:off x="3903217" y="2134870"/>
              <a:ext cx="577850" cy="507365"/>
            </a:xfrm>
            <a:custGeom>
              <a:avLst/>
              <a:gdLst/>
              <a:ahLst/>
              <a:cxnLst/>
              <a:rect l="l" t="t" r="r" b="b"/>
              <a:pathLst>
                <a:path w="577850" h="507364">
                  <a:moveTo>
                    <a:pt x="288798" y="0"/>
                  </a:moveTo>
                  <a:lnTo>
                    <a:pt x="236882" y="4081"/>
                  </a:lnTo>
                  <a:lnTo>
                    <a:pt x="188021" y="15849"/>
                  </a:lnTo>
                  <a:lnTo>
                    <a:pt x="143030" y="34591"/>
                  </a:lnTo>
                  <a:lnTo>
                    <a:pt x="102723" y="59591"/>
                  </a:lnTo>
                  <a:lnTo>
                    <a:pt x="67917" y="90136"/>
                  </a:lnTo>
                  <a:lnTo>
                    <a:pt x="39426" y="125513"/>
                  </a:lnTo>
                  <a:lnTo>
                    <a:pt x="18066" y="165007"/>
                  </a:lnTo>
                  <a:lnTo>
                    <a:pt x="4652" y="207905"/>
                  </a:lnTo>
                  <a:lnTo>
                    <a:pt x="0" y="253491"/>
                  </a:lnTo>
                  <a:lnTo>
                    <a:pt x="4652" y="299045"/>
                  </a:lnTo>
                  <a:lnTo>
                    <a:pt x="18066" y="341925"/>
                  </a:lnTo>
                  <a:lnTo>
                    <a:pt x="39426" y="381413"/>
                  </a:lnTo>
                  <a:lnTo>
                    <a:pt x="67917" y="416794"/>
                  </a:lnTo>
                  <a:lnTo>
                    <a:pt x="102723" y="447350"/>
                  </a:lnTo>
                  <a:lnTo>
                    <a:pt x="143030" y="472364"/>
                  </a:lnTo>
                  <a:lnTo>
                    <a:pt x="188021" y="491119"/>
                  </a:lnTo>
                  <a:lnTo>
                    <a:pt x="236882" y="502898"/>
                  </a:lnTo>
                  <a:lnTo>
                    <a:pt x="288798" y="506983"/>
                  </a:lnTo>
                  <a:lnTo>
                    <a:pt x="340675" y="502898"/>
                  </a:lnTo>
                  <a:lnTo>
                    <a:pt x="389507" y="491119"/>
                  </a:lnTo>
                  <a:lnTo>
                    <a:pt x="434476" y="472364"/>
                  </a:lnTo>
                  <a:lnTo>
                    <a:pt x="474767" y="447350"/>
                  </a:lnTo>
                  <a:lnTo>
                    <a:pt x="509562" y="416794"/>
                  </a:lnTo>
                  <a:lnTo>
                    <a:pt x="538047" y="381413"/>
                  </a:lnTo>
                  <a:lnTo>
                    <a:pt x="559403" y="341925"/>
                  </a:lnTo>
                  <a:lnTo>
                    <a:pt x="572816" y="299045"/>
                  </a:lnTo>
                  <a:lnTo>
                    <a:pt x="577469" y="253491"/>
                  </a:lnTo>
                  <a:lnTo>
                    <a:pt x="572816" y="207905"/>
                  </a:lnTo>
                  <a:lnTo>
                    <a:pt x="559403" y="165007"/>
                  </a:lnTo>
                  <a:lnTo>
                    <a:pt x="538047" y="125513"/>
                  </a:lnTo>
                  <a:lnTo>
                    <a:pt x="509562" y="90136"/>
                  </a:lnTo>
                  <a:lnTo>
                    <a:pt x="474767" y="59591"/>
                  </a:lnTo>
                  <a:lnTo>
                    <a:pt x="434476" y="34591"/>
                  </a:lnTo>
                  <a:lnTo>
                    <a:pt x="389507" y="15849"/>
                  </a:lnTo>
                  <a:lnTo>
                    <a:pt x="340675" y="4081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903217" y="2134870"/>
              <a:ext cx="577850" cy="507365"/>
            </a:xfrm>
            <a:custGeom>
              <a:avLst/>
              <a:gdLst/>
              <a:ahLst/>
              <a:cxnLst/>
              <a:rect l="l" t="t" r="r" b="b"/>
              <a:pathLst>
                <a:path w="577850" h="507364">
                  <a:moveTo>
                    <a:pt x="0" y="253491"/>
                  </a:moveTo>
                  <a:lnTo>
                    <a:pt x="4652" y="207905"/>
                  </a:lnTo>
                  <a:lnTo>
                    <a:pt x="18066" y="165007"/>
                  </a:lnTo>
                  <a:lnTo>
                    <a:pt x="39426" y="125513"/>
                  </a:lnTo>
                  <a:lnTo>
                    <a:pt x="67917" y="90136"/>
                  </a:lnTo>
                  <a:lnTo>
                    <a:pt x="102723" y="59591"/>
                  </a:lnTo>
                  <a:lnTo>
                    <a:pt x="143030" y="34591"/>
                  </a:lnTo>
                  <a:lnTo>
                    <a:pt x="188021" y="15849"/>
                  </a:lnTo>
                  <a:lnTo>
                    <a:pt x="236882" y="4081"/>
                  </a:lnTo>
                  <a:lnTo>
                    <a:pt x="288798" y="0"/>
                  </a:lnTo>
                  <a:lnTo>
                    <a:pt x="340675" y="4081"/>
                  </a:lnTo>
                  <a:lnTo>
                    <a:pt x="389507" y="15849"/>
                  </a:lnTo>
                  <a:lnTo>
                    <a:pt x="434476" y="34591"/>
                  </a:lnTo>
                  <a:lnTo>
                    <a:pt x="474767" y="59591"/>
                  </a:lnTo>
                  <a:lnTo>
                    <a:pt x="509562" y="90136"/>
                  </a:lnTo>
                  <a:lnTo>
                    <a:pt x="538047" y="125513"/>
                  </a:lnTo>
                  <a:lnTo>
                    <a:pt x="559403" y="165007"/>
                  </a:lnTo>
                  <a:lnTo>
                    <a:pt x="572816" y="207905"/>
                  </a:lnTo>
                  <a:lnTo>
                    <a:pt x="577469" y="253491"/>
                  </a:lnTo>
                  <a:lnTo>
                    <a:pt x="572816" y="299045"/>
                  </a:lnTo>
                  <a:lnTo>
                    <a:pt x="559403" y="341925"/>
                  </a:lnTo>
                  <a:lnTo>
                    <a:pt x="538047" y="381413"/>
                  </a:lnTo>
                  <a:lnTo>
                    <a:pt x="509562" y="416794"/>
                  </a:lnTo>
                  <a:lnTo>
                    <a:pt x="474767" y="447350"/>
                  </a:lnTo>
                  <a:lnTo>
                    <a:pt x="434476" y="472364"/>
                  </a:lnTo>
                  <a:lnTo>
                    <a:pt x="389507" y="491119"/>
                  </a:lnTo>
                  <a:lnTo>
                    <a:pt x="340675" y="502898"/>
                  </a:lnTo>
                  <a:lnTo>
                    <a:pt x="288798" y="506983"/>
                  </a:lnTo>
                  <a:lnTo>
                    <a:pt x="236882" y="502898"/>
                  </a:lnTo>
                  <a:lnTo>
                    <a:pt x="188021" y="491119"/>
                  </a:lnTo>
                  <a:lnTo>
                    <a:pt x="143030" y="472364"/>
                  </a:lnTo>
                  <a:lnTo>
                    <a:pt x="102723" y="447350"/>
                  </a:lnTo>
                  <a:lnTo>
                    <a:pt x="67917" y="416794"/>
                  </a:lnTo>
                  <a:lnTo>
                    <a:pt x="39426" y="381413"/>
                  </a:lnTo>
                  <a:lnTo>
                    <a:pt x="18066" y="341925"/>
                  </a:lnTo>
                  <a:lnTo>
                    <a:pt x="4652" y="299045"/>
                  </a:lnTo>
                  <a:lnTo>
                    <a:pt x="0" y="253491"/>
                  </a:lnTo>
                  <a:close/>
                </a:path>
              </a:pathLst>
            </a:custGeom>
            <a:ln w="25399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585080" y="3011678"/>
              <a:ext cx="577850" cy="507365"/>
            </a:xfrm>
            <a:custGeom>
              <a:avLst/>
              <a:gdLst/>
              <a:ahLst/>
              <a:cxnLst/>
              <a:rect l="l" t="t" r="r" b="b"/>
              <a:pathLst>
                <a:path w="577850" h="507364">
                  <a:moveTo>
                    <a:pt x="288671" y="0"/>
                  </a:moveTo>
                  <a:lnTo>
                    <a:pt x="236760" y="4081"/>
                  </a:lnTo>
                  <a:lnTo>
                    <a:pt x="187910" y="15849"/>
                  </a:lnTo>
                  <a:lnTo>
                    <a:pt x="142936" y="34591"/>
                  </a:lnTo>
                  <a:lnTo>
                    <a:pt x="102649" y="59591"/>
                  </a:lnTo>
                  <a:lnTo>
                    <a:pt x="67864" y="90136"/>
                  </a:lnTo>
                  <a:lnTo>
                    <a:pt x="39393" y="125513"/>
                  </a:lnTo>
                  <a:lnTo>
                    <a:pt x="18050" y="165007"/>
                  </a:lnTo>
                  <a:lnTo>
                    <a:pt x="4648" y="207905"/>
                  </a:lnTo>
                  <a:lnTo>
                    <a:pt x="0" y="253492"/>
                  </a:lnTo>
                  <a:lnTo>
                    <a:pt x="4648" y="299045"/>
                  </a:lnTo>
                  <a:lnTo>
                    <a:pt x="18050" y="341925"/>
                  </a:lnTo>
                  <a:lnTo>
                    <a:pt x="39393" y="381413"/>
                  </a:lnTo>
                  <a:lnTo>
                    <a:pt x="67864" y="416794"/>
                  </a:lnTo>
                  <a:lnTo>
                    <a:pt x="102649" y="447350"/>
                  </a:lnTo>
                  <a:lnTo>
                    <a:pt x="142936" y="472364"/>
                  </a:lnTo>
                  <a:lnTo>
                    <a:pt x="187910" y="491119"/>
                  </a:lnTo>
                  <a:lnTo>
                    <a:pt x="236760" y="502898"/>
                  </a:lnTo>
                  <a:lnTo>
                    <a:pt x="288671" y="506984"/>
                  </a:lnTo>
                  <a:lnTo>
                    <a:pt x="340548" y="502898"/>
                  </a:lnTo>
                  <a:lnTo>
                    <a:pt x="389380" y="491119"/>
                  </a:lnTo>
                  <a:lnTo>
                    <a:pt x="434349" y="472364"/>
                  </a:lnTo>
                  <a:lnTo>
                    <a:pt x="474640" y="447350"/>
                  </a:lnTo>
                  <a:lnTo>
                    <a:pt x="509435" y="416794"/>
                  </a:lnTo>
                  <a:lnTo>
                    <a:pt x="537920" y="381413"/>
                  </a:lnTo>
                  <a:lnTo>
                    <a:pt x="559276" y="341925"/>
                  </a:lnTo>
                  <a:lnTo>
                    <a:pt x="572689" y="299045"/>
                  </a:lnTo>
                  <a:lnTo>
                    <a:pt x="577342" y="253492"/>
                  </a:lnTo>
                  <a:lnTo>
                    <a:pt x="572689" y="207905"/>
                  </a:lnTo>
                  <a:lnTo>
                    <a:pt x="559276" y="165007"/>
                  </a:lnTo>
                  <a:lnTo>
                    <a:pt x="537920" y="125513"/>
                  </a:lnTo>
                  <a:lnTo>
                    <a:pt x="509435" y="90136"/>
                  </a:lnTo>
                  <a:lnTo>
                    <a:pt x="474640" y="59591"/>
                  </a:lnTo>
                  <a:lnTo>
                    <a:pt x="434349" y="34591"/>
                  </a:lnTo>
                  <a:lnTo>
                    <a:pt x="389380" y="15849"/>
                  </a:lnTo>
                  <a:lnTo>
                    <a:pt x="340548" y="4081"/>
                  </a:lnTo>
                  <a:lnTo>
                    <a:pt x="288671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85080" y="3011678"/>
              <a:ext cx="577850" cy="507365"/>
            </a:xfrm>
            <a:custGeom>
              <a:avLst/>
              <a:gdLst/>
              <a:ahLst/>
              <a:cxnLst/>
              <a:rect l="l" t="t" r="r" b="b"/>
              <a:pathLst>
                <a:path w="577850" h="507364">
                  <a:moveTo>
                    <a:pt x="0" y="253492"/>
                  </a:moveTo>
                  <a:lnTo>
                    <a:pt x="4648" y="207905"/>
                  </a:lnTo>
                  <a:lnTo>
                    <a:pt x="18050" y="165007"/>
                  </a:lnTo>
                  <a:lnTo>
                    <a:pt x="39393" y="125513"/>
                  </a:lnTo>
                  <a:lnTo>
                    <a:pt x="67864" y="90136"/>
                  </a:lnTo>
                  <a:lnTo>
                    <a:pt x="102649" y="59591"/>
                  </a:lnTo>
                  <a:lnTo>
                    <a:pt x="142936" y="34591"/>
                  </a:lnTo>
                  <a:lnTo>
                    <a:pt x="187910" y="15849"/>
                  </a:lnTo>
                  <a:lnTo>
                    <a:pt x="236760" y="4081"/>
                  </a:lnTo>
                  <a:lnTo>
                    <a:pt x="288671" y="0"/>
                  </a:lnTo>
                  <a:lnTo>
                    <a:pt x="340548" y="4081"/>
                  </a:lnTo>
                  <a:lnTo>
                    <a:pt x="389380" y="15849"/>
                  </a:lnTo>
                  <a:lnTo>
                    <a:pt x="434349" y="34591"/>
                  </a:lnTo>
                  <a:lnTo>
                    <a:pt x="474640" y="59591"/>
                  </a:lnTo>
                  <a:lnTo>
                    <a:pt x="509435" y="90136"/>
                  </a:lnTo>
                  <a:lnTo>
                    <a:pt x="537920" y="125513"/>
                  </a:lnTo>
                  <a:lnTo>
                    <a:pt x="559276" y="165007"/>
                  </a:lnTo>
                  <a:lnTo>
                    <a:pt x="572689" y="207905"/>
                  </a:lnTo>
                  <a:lnTo>
                    <a:pt x="577342" y="253492"/>
                  </a:lnTo>
                  <a:lnTo>
                    <a:pt x="572689" y="299045"/>
                  </a:lnTo>
                  <a:lnTo>
                    <a:pt x="559276" y="341925"/>
                  </a:lnTo>
                  <a:lnTo>
                    <a:pt x="537920" y="381413"/>
                  </a:lnTo>
                  <a:lnTo>
                    <a:pt x="509435" y="416794"/>
                  </a:lnTo>
                  <a:lnTo>
                    <a:pt x="474640" y="447350"/>
                  </a:lnTo>
                  <a:lnTo>
                    <a:pt x="434349" y="472364"/>
                  </a:lnTo>
                  <a:lnTo>
                    <a:pt x="389380" y="491119"/>
                  </a:lnTo>
                  <a:lnTo>
                    <a:pt x="340548" y="502898"/>
                  </a:lnTo>
                  <a:lnTo>
                    <a:pt x="288671" y="506984"/>
                  </a:lnTo>
                  <a:lnTo>
                    <a:pt x="236760" y="502898"/>
                  </a:lnTo>
                  <a:lnTo>
                    <a:pt x="187910" y="491119"/>
                  </a:lnTo>
                  <a:lnTo>
                    <a:pt x="142936" y="472364"/>
                  </a:lnTo>
                  <a:lnTo>
                    <a:pt x="102649" y="447350"/>
                  </a:lnTo>
                  <a:lnTo>
                    <a:pt x="67864" y="416794"/>
                  </a:lnTo>
                  <a:lnTo>
                    <a:pt x="39393" y="381413"/>
                  </a:lnTo>
                  <a:lnTo>
                    <a:pt x="18050" y="341925"/>
                  </a:lnTo>
                  <a:lnTo>
                    <a:pt x="4648" y="299045"/>
                  </a:lnTo>
                  <a:lnTo>
                    <a:pt x="0" y="253492"/>
                  </a:lnTo>
                  <a:close/>
                </a:path>
              </a:pathLst>
            </a:custGeom>
            <a:ln w="25400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801615" y="3106928"/>
            <a:ext cx="144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6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292094" y="3075177"/>
            <a:ext cx="603250" cy="532765"/>
            <a:chOff x="3292094" y="3075177"/>
            <a:chExt cx="603250" cy="532765"/>
          </a:xfrm>
        </p:grpSpPr>
        <p:sp>
          <p:nvSpPr>
            <p:cNvPr id="24" name="object 24"/>
            <p:cNvSpPr/>
            <p:nvPr/>
          </p:nvSpPr>
          <p:spPr>
            <a:xfrm>
              <a:off x="3304794" y="3087877"/>
              <a:ext cx="577850" cy="507365"/>
            </a:xfrm>
            <a:custGeom>
              <a:avLst/>
              <a:gdLst/>
              <a:ahLst/>
              <a:cxnLst/>
              <a:rect l="l" t="t" r="r" b="b"/>
              <a:pathLst>
                <a:path w="577850" h="507364">
                  <a:moveTo>
                    <a:pt x="288797" y="0"/>
                  </a:moveTo>
                  <a:lnTo>
                    <a:pt x="236882" y="4081"/>
                  </a:lnTo>
                  <a:lnTo>
                    <a:pt x="188021" y="15849"/>
                  </a:lnTo>
                  <a:lnTo>
                    <a:pt x="143030" y="34591"/>
                  </a:lnTo>
                  <a:lnTo>
                    <a:pt x="102723" y="59591"/>
                  </a:lnTo>
                  <a:lnTo>
                    <a:pt x="67917" y="90136"/>
                  </a:lnTo>
                  <a:lnTo>
                    <a:pt x="39426" y="125513"/>
                  </a:lnTo>
                  <a:lnTo>
                    <a:pt x="18066" y="165007"/>
                  </a:lnTo>
                  <a:lnTo>
                    <a:pt x="4652" y="207905"/>
                  </a:lnTo>
                  <a:lnTo>
                    <a:pt x="0" y="253492"/>
                  </a:lnTo>
                  <a:lnTo>
                    <a:pt x="4652" y="299045"/>
                  </a:lnTo>
                  <a:lnTo>
                    <a:pt x="18066" y="341925"/>
                  </a:lnTo>
                  <a:lnTo>
                    <a:pt x="39426" y="381413"/>
                  </a:lnTo>
                  <a:lnTo>
                    <a:pt x="67917" y="416794"/>
                  </a:lnTo>
                  <a:lnTo>
                    <a:pt x="102723" y="447350"/>
                  </a:lnTo>
                  <a:lnTo>
                    <a:pt x="143030" y="472364"/>
                  </a:lnTo>
                  <a:lnTo>
                    <a:pt x="188021" y="491119"/>
                  </a:lnTo>
                  <a:lnTo>
                    <a:pt x="236882" y="502898"/>
                  </a:lnTo>
                  <a:lnTo>
                    <a:pt x="288797" y="506984"/>
                  </a:lnTo>
                  <a:lnTo>
                    <a:pt x="340675" y="502898"/>
                  </a:lnTo>
                  <a:lnTo>
                    <a:pt x="389507" y="491119"/>
                  </a:lnTo>
                  <a:lnTo>
                    <a:pt x="434476" y="472364"/>
                  </a:lnTo>
                  <a:lnTo>
                    <a:pt x="474767" y="447350"/>
                  </a:lnTo>
                  <a:lnTo>
                    <a:pt x="509562" y="416794"/>
                  </a:lnTo>
                  <a:lnTo>
                    <a:pt x="538047" y="381413"/>
                  </a:lnTo>
                  <a:lnTo>
                    <a:pt x="559403" y="341925"/>
                  </a:lnTo>
                  <a:lnTo>
                    <a:pt x="572816" y="299045"/>
                  </a:lnTo>
                  <a:lnTo>
                    <a:pt x="577468" y="253492"/>
                  </a:lnTo>
                  <a:lnTo>
                    <a:pt x="572816" y="207905"/>
                  </a:lnTo>
                  <a:lnTo>
                    <a:pt x="559403" y="165007"/>
                  </a:lnTo>
                  <a:lnTo>
                    <a:pt x="538047" y="125513"/>
                  </a:lnTo>
                  <a:lnTo>
                    <a:pt x="509562" y="90136"/>
                  </a:lnTo>
                  <a:lnTo>
                    <a:pt x="474767" y="59591"/>
                  </a:lnTo>
                  <a:lnTo>
                    <a:pt x="434476" y="34591"/>
                  </a:lnTo>
                  <a:lnTo>
                    <a:pt x="389507" y="15849"/>
                  </a:lnTo>
                  <a:lnTo>
                    <a:pt x="340675" y="4081"/>
                  </a:lnTo>
                  <a:lnTo>
                    <a:pt x="288797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304794" y="3087877"/>
              <a:ext cx="577850" cy="507365"/>
            </a:xfrm>
            <a:custGeom>
              <a:avLst/>
              <a:gdLst/>
              <a:ahLst/>
              <a:cxnLst/>
              <a:rect l="l" t="t" r="r" b="b"/>
              <a:pathLst>
                <a:path w="577850" h="507364">
                  <a:moveTo>
                    <a:pt x="0" y="253492"/>
                  </a:moveTo>
                  <a:lnTo>
                    <a:pt x="4652" y="207905"/>
                  </a:lnTo>
                  <a:lnTo>
                    <a:pt x="18066" y="165007"/>
                  </a:lnTo>
                  <a:lnTo>
                    <a:pt x="39426" y="125513"/>
                  </a:lnTo>
                  <a:lnTo>
                    <a:pt x="67917" y="90136"/>
                  </a:lnTo>
                  <a:lnTo>
                    <a:pt x="102723" y="59591"/>
                  </a:lnTo>
                  <a:lnTo>
                    <a:pt x="143030" y="34591"/>
                  </a:lnTo>
                  <a:lnTo>
                    <a:pt x="188021" y="15849"/>
                  </a:lnTo>
                  <a:lnTo>
                    <a:pt x="236882" y="4081"/>
                  </a:lnTo>
                  <a:lnTo>
                    <a:pt x="288797" y="0"/>
                  </a:lnTo>
                  <a:lnTo>
                    <a:pt x="340675" y="4081"/>
                  </a:lnTo>
                  <a:lnTo>
                    <a:pt x="389507" y="15849"/>
                  </a:lnTo>
                  <a:lnTo>
                    <a:pt x="434476" y="34591"/>
                  </a:lnTo>
                  <a:lnTo>
                    <a:pt x="474767" y="59591"/>
                  </a:lnTo>
                  <a:lnTo>
                    <a:pt x="509562" y="90136"/>
                  </a:lnTo>
                  <a:lnTo>
                    <a:pt x="538047" y="125513"/>
                  </a:lnTo>
                  <a:lnTo>
                    <a:pt x="559403" y="165007"/>
                  </a:lnTo>
                  <a:lnTo>
                    <a:pt x="572816" y="207905"/>
                  </a:lnTo>
                  <a:lnTo>
                    <a:pt x="577468" y="253492"/>
                  </a:lnTo>
                  <a:lnTo>
                    <a:pt x="572816" y="299045"/>
                  </a:lnTo>
                  <a:lnTo>
                    <a:pt x="559403" y="341925"/>
                  </a:lnTo>
                  <a:lnTo>
                    <a:pt x="538047" y="381413"/>
                  </a:lnTo>
                  <a:lnTo>
                    <a:pt x="509562" y="416794"/>
                  </a:lnTo>
                  <a:lnTo>
                    <a:pt x="474767" y="447350"/>
                  </a:lnTo>
                  <a:lnTo>
                    <a:pt x="434476" y="472364"/>
                  </a:lnTo>
                  <a:lnTo>
                    <a:pt x="389507" y="491119"/>
                  </a:lnTo>
                  <a:lnTo>
                    <a:pt x="340675" y="502898"/>
                  </a:lnTo>
                  <a:lnTo>
                    <a:pt x="288797" y="506984"/>
                  </a:lnTo>
                  <a:lnTo>
                    <a:pt x="236882" y="502898"/>
                  </a:lnTo>
                  <a:lnTo>
                    <a:pt x="188021" y="491119"/>
                  </a:lnTo>
                  <a:lnTo>
                    <a:pt x="143030" y="472364"/>
                  </a:lnTo>
                  <a:lnTo>
                    <a:pt x="102723" y="447350"/>
                  </a:lnTo>
                  <a:lnTo>
                    <a:pt x="67917" y="416794"/>
                  </a:lnTo>
                  <a:lnTo>
                    <a:pt x="39426" y="381413"/>
                  </a:lnTo>
                  <a:lnTo>
                    <a:pt x="18066" y="341925"/>
                  </a:lnTo>
                  <a:lnTo>
                    <a:pt x="4652" y="299045"/>
                  </a:lnTo>
                  <a:lnTo>
                    <a:pt x="0" y="253492"/>
                  </a:lnTo>
                  <a:close/>
                </a:path>
              </a:pathLst>
            </a:custGeom>
            <a:ln w="25400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521202" y="3183128"/>
            <a:ext cx="144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593591" y="2567558"/>
            <a:ext cx="1076325" cy="520700"/>
          </a:xfrm>
          <a:custGeom>
            <a:avLst/>
            <a:gdLst/>
            <a:ahLst/>
            <a:cxnLst/>
            <a:rect l="l" t="t" r="r" b="b"/>
            <a:pathLst>
              <a:path w="1076325" h="520700">
                <a:moveTo>
                  <a:pt x="394208" y="0"/>
                </a:moveTo>
                <a:lnTo>
                  <a:pt x="0" y="520318"/>
                </a:lnTo>
              </a:path>
              <a:path w="1076325" h="520700">
                <a:moveTo>
                  <a:pt x="802513" y="0"/>
                </a:moveTo>
                <a:lnTo>
                  <a:pt x="1076071" y="518287"/>
                </a:lnTo>
              </a:path>
            </a:pathLst>
          </a:custGeom>
          <a:ln w="9525">
            <a:solidFill>
              <a:srgbClr val="3891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2880105" y="2850007"/>
            <a:ext cx="579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BF</a:t>
            </a:r>
            <a:r>
              <a:rPr sz="1800" i="1" spc="5" dirty="0">
                <a:latin typeface="Arial"/>
                <a:cs typeface="Arial"/>
              </a:rPr>
              <a:t>=</a:t>
            </a:r>
            <a:r>
              <a:rPr sz="1800" i="1" spc="-5" dirty="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80489" y="1083309"/>
            <a:ext cx="3628390" cy="14465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1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130" dirty="0">
                <a:solidFill>
                  <a:srgbClr val="FF0000"/>
                </a:solidFill>
                <a:latin typeface="Trebuchet MS"/>
                <a:cs typeface="Trebuchet MS"/>
              </a:rPr>
              <a:t>Resu</a:t>
            </a:r>
            <a:r>
              <a:rPr sz="3200" spc="-70" dirty="0">
                <a:solidFill>
                  <a:srgbClr val="FF0000"/>
                </a:solidFill>
                <a:latin typeface="Trebuchet MS"/>
                <a:cs typeface="Trebuchet MS"/>
              </a:rPr>
              <a:t>l</a:t>
            </a:r>
            <a:r>
              <a:rPr sz="3200" spc="-204" dirty="0">
                <a:solidFill>
                  <a:srgbClr val="FF0000"/>
                </a:solidFill>
                <a:latin typeface="Trebuchet MS"/>
                <a:cs typeface="Trebuchet MS"/>
              </a:rPr>
              <a:t>t</a:t>
            </a:r>
            <a:r>
              <a:rPr sz="3200" spc="-8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204" dirty="0">
                <a:solidFill>
                  <a:srgbClr val="FF0000"/>
                </a:solidFill>
                <a:latin typeface="Trebuchet MS"/>
                <a:cs typeface="Trebuchet MS"/>
              </a:rPr>
              <a:t>o</a:t>
            </a:r>
            <a:r>
              <a:rPr sz="3200" spc="-140" dirty="0">
                <a:solidFill>
                  <a:srgbClr val="FF0000"/>
                </a:solidFill>
                <a:latin typeface="Trebuchet MS"/>
                <a:cs typeface="Trebuchet MS"/>
              </a:rPr>
              <a:t>f</a:t>
            </a:r>
            <a:r>
              <a:rPr sz="3200" spc="-8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105" dirty="0">
                <a:solidFill>
                  <a:srgbClr val="FF0000"/>
                </a:solidFill>
                <a:latin typeface="Trebuchet MS"/>
                <a:cs typeface="Trebuchet MS"/>
              </a:rPr>
              <a:t>In</a:t>
            </a:r>
            <a:r>
              <a:rPr sz="3200" spc="-95" dirty="0">
                <a:solidFill>
                  <a:srgbClr val="FF0000"/>
                </a:solidFill>
                <a:latin typeface="Trebuchet MS"/>
                <a:cs typeface="Trebuchet MS"/>
              </a:rPr>
              <a:t>s</a:t>
            </a:r>
            <a:r>
              <a:rPr sz="3200" spc="-110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sz="3200" spc="-20" dirty="0">
                <a:solidFill>
                  <a:srgbClr val="FF0000"/>
                </a:solidFill>
                <a:latin typeface="Trebuchet MS"/>
                <a:cs typeface="Trebuchet MS"/>
              </a:rPr>
              <a:t>r</a:t>
            </a:r>
            <a:r>
              <a:rPr sz="3200" spc="-155" dirty="0">
                <a:solidFill>
                  <a:srgbClr val="FF0000"/>
                </a:solidFill>
                <a:latin typeface="Trebuchet MS"/>
                <a:cs typeface="Trebuchet MS"/>
              </a:rPr>
              <a:t>ti</a:t>
            </a:r>
            <a:r>
              <a:rPr sz="3200" spc="-245" dirty="0">
                <a:solidFill>
                  <a:srgbClr val="FF0000"/>
                </a:solidFill>
                <a:latin typeface="Trebuchet MS"/>
                <a:cs typeface="Trebuchet MS"/>
              </a:rPr>
              <a:t>n</a:t>
            </a:r>
            <a:r>
              <a:rPr sz="3200" spc="-240" dirty="0">
                <a:solidFill>
                  <a:srgbClr val="FF0000"/>
                </a:solidFill>
                <a:latin typeface="Trebuchet MS"/>
                <a:cs typeface="Trebuchet MS"/>
              </a:rPr>
              <a:t>g</a:t>
            </a:r>
            <a:r>
              <a:rPr sz="3200" spc="-10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80" dirty="0">
                <a:solidFill>
                  <a:srgbClr val="FF0000"/>
                </a:solidFill>
                <a:latin typeface="Trebuchet MS"/>
                <a:cs typeface="Trebuchet MS"/>
              </a:rPr>
              <a:t>7</a:t>
            </a:r>
            <a:endParaRPr sz="3200">
              <a:latin typeface="Trebuchet MS"/>
              <a:cs typeface="Trebuchet MS"/>
            </a:endParaRPr>
          </a:p>
          <a:p>
            <a:pPr marR="166370" algn="r">
              <a:lnSpc>
                <a:spcPct val="100000"/>
              </a:lnSpc>
              <a:spcBef>
                <a:spcPts val="2305"/>
              </a:spcBef>
            </a:pPr>
            <a:r>
              <a:rPr sz="1800" i="1" dirty="0">
                <a:latin typeface="Arial"/>
                <a:cs typeface="Arial"/>
              </a:rPr>
              <a:t>BF=0</a:t>
            </a:r>
            <a:endParaRPr sz="1800">
              <a:latin typeface="Arial"/>
              <a:cs typeface="Arial"/>
            </a:endParaRPr>
          </a:p>
          <a:p>
            <a:pPr marR="749300" algn="r">
              <a:lnSpc>
                <a:spcPct val="100000"/>
              </a:lnSpc>
              <a:spcBef>
                <a:spcPts val="715"/>
              </a:spcBef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4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970526" y="2752725"/>
            <a:ext cx="579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BF</a:t>
            </a:r>
            <a:r>
              <a:rPr sz="1800" i="1" spc="5" dirty="0">
                <a:latin typeface="Arial"/>
                <a:cs typeface="Arial"/>
              </a:rPr>
              <a:t>=</a:t>
            </a:r>
            <a:r>
              <a:rPr sz="1800" i="1" spc="-5" dirty="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330952" y="3958082"/>
            <a:ext cx="711200" cy="482600"/>
            <a:chOff x="5330952" y="3958082"/>
            <a:chExt cx="711200" cy="482600"/>
          </a:xfrm>
        </p:grpSpPr>
        <p:sp>
          <p:nvSpPr>
            <p:cNvPr id="32" name="object 32"/>
            <p:cNvSpPr/>
            <p:nvPr/>
          </p:nvSpPr>
          <p:spPr>
            <a:xfrm>
              <a:off x="5343652" y="3970782"/>
              <a:ext cx="685800" cy="457200"/>
            </a:xfrm>
            <a:custGeom>
              <a:avLst/>
              <a:gdLst/>
              <a:ahLst/>
              <a:cxnLst/>
              <a:rect l="l" t="t" r="r" b="b"/>
              <a:pathLst>
                <a:path w="685800" h="457200">
                  <a:moveTo>
                    <a:pt x="342773" y="0"/>
                  </a:moveTo>
                  <a:lnTo>
                    <a:pt x="287192" y="2992"/>
                  </a:lnTo>
                  <a:lnTo>
                    <a:pt x="234460" y="11655"/>
                  </a:lnTo>
                  <a:lnTo>
                    <a:pt x="185283" y="25518"/>
                  </a:lnTo>
                  <a:lnTo>
                    <a:pt x="140369" y="44110"/>
                  </a:lnTo>
                  <a:lnTo>
                    <a:pt x="100425" y="66960"/>
                  </a:lnTo>
                  <a:lnTo>
                    <a:pt x="66157" y="93597"/>
                  </a:lnTo>
                  <a:lnTo>
                    <a:pt x="38274" y="123551"/>
                  </a:lnTo>
                  <a:lnTo>
                    <a:pt x="17482" y="156350"/>
                  </a:lnTo>
                  <a:lnTo>
                    <a:pt x="0" y="228600"/>
                  </a:lnTo>
                  <a:lnTo>
                    <a:pt x="4488" y="265707"/>
                  </a:lnTo>
                  <a:lnTo>
                    <a:pt x="38274" y="333704"/>
                  </a:lnTo>
                  <a:lnTo>
                    <a:pt x="66157" y="363656"/>
                  </a:lnTo>
                  <a:lnTo>
                    <a:pt x="100425" y="390286"/>
                  </a:lnTo>
                  <a:lnTo>
                    <a:pt x="140369" y="413125"/>
                  </a:lnTo>
                  <a:lnTo>
                    <a:pt x="185283" y="431705"/>
                  </a:lnTo>
                  <a:lnTo>
                    <a:pt x="234460" y="445556"/>
                  </a:lnTo>
                  <a:lnTo>
                    <a:pt x="287192" y="454211"/>
                  </a:lnTo>
                  <a:lnTo>
                    <a:pt x="342773" y="457200"/>
                  </a:lnTo>
                  <a:lnTo>
                    <a:pt x="398384" y="454211"/>
                  </a:lnTo>
                  <a:lnTo>
                    <a:pt x="451134" y="445556"/>
                  </a:lnTo>
                  <a:lnTo>
                    <a:pt x="500318" y="431705"/>
                  </a:lnTo>
                  <a:lnTo>
                    <a:pt x="545231" y="413125"/>
                  </a:lnTo>
                  <a:lnTo>
                    <a:pt x="585168" y="390286"/>
                  </a:lnTo>
                  <a:lnTo>
                    <a:pt x="619424" y="363656"/>
                  </a:lnTo>
                  <a:lnTo>
                    <a:pt x="647295" y="333704"/>
                  </a:lnTo>
                  <a:lnTo>
                    <a:pt x="668075" y="300898"/>
                  </a:lnTo>
                  <a:lnTo>
                    <a:pt x="685546" y="228600"/>
                  </a:lnTo>
                  <a:lnTo>
                    <a:pt x="681060" y="191523"/>
                  </a:lnTo>
                  <a:lnTo>
                    <a:pt x="647295" y="123551"/>
                  </a:lnTo>
                  <a:lnTo>
                    <a:pt x="619424" y="93597"/>
                  </a:lnTo>
                  <a:lnTo>
                    <a:pt x="585168" y="66960"/>
                  </a:lnTo>
                  <a:lnTo>
                    <a:pt x="545231" y="44110"/>
                  </a:lnTo>
                  <a:lnTo>
                    <a:pt x="500318" y="25518"/>
                  </a:lnTo>
                  <a:lnTo>
                    <a:pt x="451134" y="11655"/>
                  </a:lnTo>
                  <a:lnTo>
                    <a:pt x="398384" y="2992"/>
                  </a:lnTo>
                  <a:lnTo>
                    <a:pt x="342773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343652" y="3970782"/>
              <a:ext cx="685800" cy="457200"/>
            </a:xfrm>
            <a:custGeom>
              <a:avLst/>
              <a:gdLst/>
              <a:ahLst/>
              <a:cxnLst/>
              <a:rect l="l" t="t" r="r" b="b"/>
              <a:pathLst>
                <a:path w="685800" h="457200">
                  <a:moveTo>
                    <a:pt x="0" y="228600"/>
                  </a:moveTo>
                  <a:lnTo>
                    <a:pt x="17482" y="156350"/>
                  </a:lnTo>
                  <a:lnTo>
                    <a:pt x="38274" y="123551"/>
                  </a:lnTo>
                  <a:lnTo>
                    <a:pt x="66157" y="93597"/>
                  </a:lnTo>
                  <a:lnTo>
                    <a:pt x="100425" y="66960"/>
                  </a:lnTo>
                  <a:lnTo>
                    <a:pt x="140369" y="44110"/>
                  </a:lnTo>
                  <a:lnTo>
                    <a:pt x="185283" y="25518"/>
                  </a:lnTo>
                  <a:lnTo>
                    <a:pt x="234460" y="11655"/>
                  </a:lnTo>
                  <a:lnTo>
                    <a:pt x="287192" y="2992"/>
                  </a:lnTo>
                  <a:lnTo>
                    <a:pt x="342773" y="0"/>
                  </a:lnTo>
                  <a:lnTo>
                    <a:pt x="398384" y="2992"/>
                  </a:lnTo>
                  <a:lnTo>
                    <a:pt x="451134" y="11655"/>
                  </a:lnTo>
                  <a:lnTo>
                    <a:pt x="500318" y="25518"/>
                  </a:lnTo>
                  <a:lnTo>
                    <a:pt x="545231" y="44110"/>
                  </a:lnTo>
                  <a:lnTo>
                    <a:pt x="585168" y="66960"/>
                  </a:lnTo>
                  <a:lnTo>
                    <a:pt x="619424" y="93597"/>
                  </a:lnTo>
                  <a:lnTo>
                    <a:pt x="647295" y="123551"/>
                  </a:lnTo>
                  <a:lnTo>
                    <a:pt x="668075" y="156350"/>
                  </a:lnTo>
                  <a:lnTo>
                    <a:pt x="685546" y="228600"/>
                  </a:lnTo>
                  <a:lnTo>
                    <a:pt x="681060" y="265707"/>
                  </a:lnTo>
                  <a:lnTo>
                    <a:pt x="647295" y="333704"/>
                  </a:lnTo>
                  <a:lnTo>
                    <a:pt x="619424" y="363656"/>
                  </a:lnTo>
                  <a:lnTo>
                    <a:pt x="585168" y="390286"/>
                  </a:lnTo>
                  <a:lnTo>
                    <a:pt x="545231" y="413125"/>
                  </a:lnTo>
                  <a:lnTo>
                    <a:pt x="500318" y="431705"/>
                  </a:lnTo>
                  <a:lnTo>
                    <a:pt x="451134" y="445556"/>
                  </a:lnTo>
                  <a:lnTo>
                    <a:pt x="398384" y="454211"/>
                  </a:lnTo>
                  <a:lnTo>
                    <a:pt x="342773" y="457200"/>
                  </a:lnTo>
                  <a:lnTo>
                    <a:pt x="287192" y="454211"/>
                  </a:lnTo>
                  <a:lnTo>
                    <a:pt x="234460" y="445556"/>
                  </a:lnTo>
                  <a:lnTo>
                    <a:pt x="185283" y="431705"/>
                  </a:lnTo>
                  <a:lnTo>
                    <a:pt x="140369" y="413125"/>
                  </a:lnTo>
                  <a:lnTo>
                    <a:pt x="100425" y="390286"/>
                  </a:lnTo>
                  <a:lnTo>
                    <a:pt x="66157" y="363656"/>
                  </a:lnTo>
                  <a:lnTo>
                    <a:pt x="38274" y="333704"/>
                  </a:lnTo>
                  <a:lnTo>
                    <a:pt x="17482" y="300898"/>
                  </a:lnTo>
                  <a:lnTo>
                    <a:pt x="0" y="228600"/>
                  </a:lnTo>
                  <a:close/>
                </a:path>
              </a:pathLst>
            </a:custGeom>
            <a:ln w="25400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5615432" y="4041394"/>
            <a:ext cx="144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7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3419347" y="3439604"/>
            <a:ext cx="2030095" cy="1247140"/>
            <a:chOff x="3419347" y="3439604"/>
            <a:chExt cx="2030095" cy="1247140"/>
          </a:xfrm>
        </p:grpSpPr>
        <p:sp>
          <p:nvSpPr>
            <p:cNvPr id="36" name="object 36"/>
            <p:cNvSpPr/>
            <p:nvPr/>
          </p:nvSpPr>
          <p:spPr>
            <a:xfrm>
              <a:off x="5077840" y="3444366"/>
              <a:ext cx="366395" cy="593725"/>
            </a:xfrm>
            <a:custGeom>
              <a:avLst/>
              <a:gdLst/>
              <a:ahLst/>
              <a:cxnLst/>
              <a:rect l="l" t="t" r="r" b="b"/>
              <a:pathLst>
                <a:path w="366395" h="593725">
                  <a:moveTo>
                    <a:pt x="0" y="0"/>
                  </a:moveTo>
                  <a:lnTo>
                    <a:pt x="366268" y="593471"/>
                  </a:lnTo>
                </a:path>
              </a:pathLst>
            </a:custGeom>
            <a:ln w="9524">
              <a:solidFill>
                <a:srgbClr val="3891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432047" y="4086224"/>
              <a:ext cx="556260" cy="588010"/>
            </a:xfrm>
            <a:custGeom>
              <a:avLst/>
              <a:gdLst/>
              <a:ahLst/>
              <a:cxnLst/>
              <a:rect l="l" t="t" r="r" b="b"/>
              <a:pathLst>
                <a:path w="556260" h="588010">
                  <a:moveTo>
                    <a:pt x="277875" y="0"/>
                  </a:moveTo>
                  <a:lnTo>
                    <a:pt x="232815" y="3846"/>
                  </a:lnTo>
                  <a:lnTo>
                    <a:pt x="190065" y="14981"/>
                  </a:lnTo>
                  <a:lnTo>
                    <a:pt x="150198" y="32801"/>
                  </a:lnTo>
                  <a:lnTo>
                    <a:pt x="113787" y="56700"/>
                  </a:lnTo>
                  <a:lnTo>
                    <a:pt x="81406" y="86074"/>
                  </a:lnTo>
                  <a:lnTo>
                    <a:pt x="53628" y="120316"/>
                  </a:lnTo>
                  <a:lnTo>
                    <a:pt x="31025" y="158823"/>
                  </a:lnTo>
                  <a:lnTo>
                    <a:pt x="14171" y="200989"/>
                  </a:lnTo>
                  <a:lnTo>
                    <a:pt x="3638" y="246209"/>
                  </a:lnTo>
                  <a:lnTo>
                    <a:pt x="0" y="293877"/>
                  </a:lnTo>
                  <a:lnTo>
                    <a:pt x="3638" y="341512"/>
                  </a:lnTo>
                  <a:lnTo>
                    <a:pt x="14171" y="386704"/>
                  </a:lnTo>
                  <a:lnTo>
                    <a:pt x="31025" y="428849"/>
                  </a:lnTo>
                  <a:lnTo>
                    <a:pt x="53628" y="467339"/>
                  </a:lnTo>
                  <a:lnTo>
                    <a:pt x="81407" y="501570"/>
                  </a:lnTo>
                  <a:lnTo>
                    <a:pt x="113787" y="530936"/>
                  </a:lnTo>
                  <a:lnTo>
                    <a:pt x="150198" y="554830"/>
                  </a:lnTo>
                  <a:lnTo>
                    <a:pt x="190065" y="572648"/>
                  </a:lnTo>
                  <a:lnTo>
                    <a:pt x="232815" y="583782"/>
                  </a:lnTo>
                  <a:lnTo>
                    <a:pt x="277875" y="587629"/>
                  </a:lnTo>
                  <a:lnTo>
                    <a:pt x="322967" y="583782"/>
                  </a:lnTo>
                  <a:lnTo>
                    <a:pt x="365735" y="572648"/>
                  </a:lnTo>
                  <a:lnTo>
                    <a:pt x="405609" y="554830"/>
                  </a:lnTo>
                  <a:lnTo>
                    <a:pt x="442018" y="530936"/>
                  </a:lnTo>
                  <a:lnTo>
                    <a:pt x="474392" y="501570"/>
                  </a:lnTo>
                  <a:lnTo>
                    <a:pt x="502160" y="467339"/>
                  </a:lnTo>
                  <a:lnTo>
                    <a:pt x="524750" y="428849"/>
                  </a:lnTo>
                  <a:lnTo>
                    <a:pt x="541593" y="386704"/>
                  </a:lnTo>
                  <a:lnTo>
                    <a:pt x="552117" y="341512"/>
                  </a:lnTo>
                  <a:lnTo>
                    <a:pt x="555751" y="293877"/>
                  </a:lnTo>
                  <a:lnTo>
                    <a:pt x="552117" y="246209"/>
                  </a:lnTo>
                  <a:lnTo>
                    <a:pt x="541593" y="200989"/>
                  </a:lnTo>
                  <a:lnTo>
                    <a:pt x="524750" y="158823"/>
                  </a:lnTo>
                  <a:lnTo>
                    <a:pt x="502160" y="120316"/>
                  </a:lnTo>
                  <a:lnTo>
                    <a:pt x="474392" y="86074"/>
                  </a:lnTo>
                  <a:lnTo>
                    <a:pt x="442018" y="56700"/>
                  </a:lnTo>
                  <a:lnTo>
                    <a:pt x="405609" y="32801"/>
                  </a:lnTo>
                  <a:lnTo>
                    <a:pt x="365735" y="14981"/>
                  </a:lnTo>
                  <a:lnTo>
                    <a:pt x="322967" y="3846"/>
                  </a:lnTo>
                  <a:lnTo>
                    <a:pt x="277875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432047" y="4086224"/>
              <a:ext cx="556260" cy="588010"/>
            </a:xfrm>
            <a:custGeom>
              <a:avLst/>
              <a:gdLst/>
              <a:ahLst/>
              <a:cxnLst/>
              <a:rect l="l" t="t" r="r" b="b"/>
              <a:pathLst>
                <a:path w="556260" h="588010">
                  <a:moveTo>
                    <a:pt x="0" y="293877"/>
                  </a:moveTo>
                  <a:lnTo>
                    <a:pt x="3638" y="246209"/>
                  </a:lnTo>
                  <a:lnTo>
                    <a:pt x="14171" y="200989"/>
                  </a:lnTo>
                  <a:lnTo>
                    <a:pt x="31025" y="158823"/>
                  </a:lnTo>
                  <a:lnTo>
                    <a:pt x="53628" y="120316"/>
                  </a:lnTo>
                  <a:lnTo>
                    <a:pt x="81406" y="86074"/>
                  </a:lnTo>
                  <a:lnTo>
                    <a:pt x="113787" y="56700"/>
                  </a:lnTo>
                  <a:lnTo>
                    <a:pt x="150198" y="32801"/>
                  </a:lnTo>
                  <a:lnTo>
                    <a:pt x="190065" y="14981"/>
                  </a:lnTo>
                  <a:lnTo>
                    <a:pt x="232815" y="3846"/>
                  </a:lnTo>
                  <a:lnTo>
                    <a:pt x="277875" y="0"/>
                  </a:lnTo>
                  <a:lnTo>
                    <a:pt x="322967" y="3846"/>
                  </a:lnTo>
                  <a:lnTo>
                    <a:pt x="365735" y="14981"/>
                  </a:lnTo>
                  <a:lnTo>
                    <a:pt x="405609" y="32801"/>
                  </a:lnTo>
                  <a:lnTo>
                    <a:pt x="442018" y="56700"/>
                  </a:lnTo>
                  <a:lnTo>
                    <a:pt x="474392" y="86074"/>
                  </a:lnTo>
                  <a:lnTo>
                    <a:pt x="502160" y="120316"/>
                  </a:lnTo>
                  <a:lnTo>
                    <a:pt x="524750" y="158823"/>
                  </a:lnTo>
                  <a:lnTo>
                    <a:pt x="541593" y="200989"/>
                  </a:lnTo>
                  <a:lnTo>
                    <a:pt x="552117" y="246209"/>
                  </a:lnTo>
                  <a:lnTo>
                    <a:pt x="555751" y="293877"/>
                  </a:lnTo>
                  <a:lnTo>
                    <a:pt x="552117" y="341512"/>
                  </a:lnTo>
                  <a:lnTo>
                    <a:pt x="541593" y="386704"/>
                  </a:lnTo>
                  <a:lnTo>
                    <a:pt x="524750" y="428849"/>
                  </a:lnTo>
                  <a:lnTo>
                    <a:pt x="502160" y="467339"/>
                  </a:lnTo>
                  <a:lnTo>
                    <a:pt x="474392" y="501570"/>
                  </a:lnTo>
                  <a:lnTo>
                    <a:pt x="442018" y="530936"/>
                  </a:lnTo>
                  <a:lnTo>
                    <a:pt x="405609" y="554830"/>
                  </a:lnTo>
                  <a:lnTo>
                    <a:pt x="365735" y="572648"/>
                  </a:lnTo>
                  <a:lnTo>
                    <a:pt x="322967" y="583782"/>
                  </a:lnTo>
                  <a:lnTo>
                    <a:pt x="277875" y="587629"/>
                  </a:lnTo>
                  <a:lnTo>
                    <a:pt x="232815" y="583782"/>
                  </a:lnTo>
                  <a:lnTo>
                    <a:pt x="190065" y="572648"/>
                  </a:lnTo>
                  <a:lnTo>
                    <a:pt x="150198" y="554830"/>
                  </a:lnTo>
                  <a:lnTo>
                    <a:pt x="113787" y="530936"/>
                  </a:lnTo>
                  <a:lnTo>
                    <a:pt x="81407" y="501570"/>
                  </a:lnTo>
                  <a:lnTo>
                    <a:pt x="53628" y="467339"/>
                  </a:lnTo>
                  <a:lnTo>
                    <a:pt x="31025" y="428849"/>
                  </a:lnTo>
                  <a:lnTo>
                    <a:pt x="14171" y="386704"/>
                  </a:lnTo>
                  <a:lnTo>
                    <a:pt x="3638" y="341512"/>
                  </a:lnTo>
                  <a:lnTo>
                    <a:pt x="0" y="293877"/>
                  </a:lnTo>
                  <a:close/>
                </a:path>
              </a:pathLst>
            </a:custGeom>
            <a:ln w="25400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5910453" y="3768979"/>
            <a:ext cx="5797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B</a:t>
            </a:r>
            <a:r>
              <a:rPr sz="1800" i="1" spc="5" dirty="0">
                <a:latin typeface="Arial"/>
                <a:cs typeface="Arial"/>
              </a:rPr>
              <a:t>F=</a:t>
            </a:r>
            <a:r>
              <a:rPr sz="1800" i="1" spc="-5" dirty="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638803" y="4221937"/>
            <a:ext cx="1447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" dirty="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525905" y="3744544"/>
            <a:ext cx="5791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BF=0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2145283" y="3590099"/>
            <a:ext cx="1595755" cy="1015365"/>
            <a:chOff x="2145283" y="3590099"/>
            <a:chExt cx="1595755" cy="1015365"/>
          </a:xfrm>
        </p:grpSpPr>
        <p:sp>
          <p:nvSpPr>
            <p:cNvPr id="43" name="object 43"/>
            <p:cNvSpPr/>
            <p:nvPr/>
          </p:nvSpPr>
          <p:spPr>
            <a:xfrm>
              <a:off x="3709923" y="3594861"/>
              <a:ext cx="26034" cy="491490"/>
            </a:xfrm>
            <a:custGeom>
              <a:avLst/>
              <a:gdLst/>
              <a:ahLst/>
              <a:cxnLst/>
              <a:rect l="l" t="t" r="r" b="b"/>
              <a:pathLst>
                <a:path w="26035" h="491489">
                  <a:moveTo>
                    <a:pt x="25908" y="0"/>
                  </a:moveTo>
                  <a:lnTo>
                    <a:pt x="0" y="491363"/>
                  </a:lnTo>
                </a:path>
              </a:pathLst>
            </a:custGeom>
            <a:ln w="9525">
              <a:solidFill>
                <a:srgbClr val="3891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157983" y="3830192"/>
              <a:ext cx="495300" cy="762000"/>
            </a:xfrm>
            <a:custGeom>
              <a:avLst/>
              <a:gdLst/>
              <a:ahLst/>
              <a:cxnLst/>
              <a:rect l="l" t="t" r="r" b="b"/>
              <a:pathLst>
                <a:path w="495300" h="762000">
                  <a:moveTo>
                    <a:pt x="247650" y="0"/>
                  </a:moveTo>
                  <a:lnTo>
                    <a:pt x="176123" y="16129"/>
                  </a:lnTo>
                  <a:lnTo>
                    <a:pt x="143244" y="35408"/>
                  </a:lnTo>
                  <a:lnTo>
                    <a:pt x="112799" y="61376"/>
                  </a:lnTo>
                  <a:lnTo>
                    <a:pt x="85171" y="93446"/>
                  </a:lnTo>
                  <a:lnTo>
                    <a:pt x="60742" y="131028"/>
                  </a:lnTo>
                  <a:lnTo>
                    <a:pt x="39896" y="173533"/>
                  </a:lnTo>
                  <a:lnTo>
                    <a:pt x="23016" y="220372"/>
                  </a:lnTo>
                  <a:lnTo>
                    <a:pt x="10484" y="270955"/>
                  </a:lnTo>
                  <a:lnTo>
                    <a:pt x="2685" y="324694"/>
                  </a:lnTo>
                  <a:lnTo>
                    <a:pt x="0" y="380999"/>
                  </a:lnTo>
                  <a:lnTo>
                    <a:pt x="2685" y="437305"/>
                  </a:lnTo>
                  <a:lnTo>
                    <a:pt x="10484" y="491044"/>
                  </a:lnTo>
                  <a:lnTo>
                    <a:pt x="23016" y="541627"/>
                  </a:lnTo>
                  <a:lnTo>
                    <a:pt x="39896" y="588466"/>
                  </a:lnTo>
                  <a:lnTo>
                    <a:pt x="60742" y="630971"/>
                  </a:lnTo>
                  <a:lnTo>
                    <a:pt x="85171" y="668553"/>
                  </a:lnTo>
                  <a:lnTo>
                    <a:pt x="112799" y="700623"/>
                  </a:lnTo>
                  <a:lnTo>
                    <a:pt x="143244" y="726591"/>
                  </a:lnTo>
                  <a:lnTo>
                    <a:pt x="176123" y="745870"/>
                  </a:lnTo>
                  <a:lnTo>
                    <a:pt x="247650" y="761999"/>
                  </a:lnTo>
                  <a:lnTo>
                    <a:pt x="284247" y="757869"/>
                  </a:lnTo>
                  <a:lnTo>
                    <a:pt x="352055" y="726591"/>
                  </a:lnTo>
                  <a:lnTo>
                    <a:pt x="382500" y="700623"/>
                  </a:lnTo>
                  <a:lnTo>
                    <a:pt x="410128" y="668553"/>
                  </a:lnTo>
                  <a:lnTo>
                    <a:pt x="434557" y="630971"/>
                  </a:lnTo>
                  <a:lnTo>
                    <a:pt x="455403" y="588466"/>
                  </a:lnTo>
                  <a:lnTo>
                    <a:pt x="472283" y="541627"/>
                  </a:lnTo>
                  <a:lnTo>
                    <a:pt x="484815" y="491044"/>
                  </a:lnTo>
                  <a:lnTo>
                    <a:pt x="492614" y="437305"/>
                  </a:lnTo>
                  <a:lnTo>
                    <a:pt x="495300" y="380999"/>
                  </a:lnTo>
                  <a:lnTo>
                    <a:pt x="492614" y="324694"/>
                  </a:lnTo>
                  <a:lnTo>
                    <a:pt x="484815" y="270955"/>
                  </a:lnTo>
                  <a:lnTo>
                    <a:pt x="472283" y="220372"/>
                  </a:lnTo>
                  <a:lnTo>
                    <a:pt x="455403" y="173533"/>
                  </a:lnTo>
                  <a:lnTo>
                    <a:pt x="434557" y="131028"/>
                  </a:lnTo>
                  <a:lnTo>
                    <a:pt x="410128" y="93446"/>
                  </a:lnTo>
                  <a:lnTo>
                    <a:pt x="382500" y="61376"/>
                  </a:lnTo>
                  <a:lnTo>
                    <a:pt x="352055" y="35408"/>
                  </a:lnTo>
                  <a:lnTo>
                    <a:pt x="319176" y="16129"/>
                  </a:lnTo>
                  <a:lnTo>
                    <a:pt x="247650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157983" y="3830192"/>
              <a:ext cx="495300" cy="762000"/>
            </a:xfrm>
            <a:custGeom>
              <a:avLst/>
              <a:gdLst/>
              <a:ahLst/>
              <a:cxnLst/>
              <a:rect l="l" t="t" r="r" b="b"/>
              <a:pathLst>
                <a:path w="495300" h="762000">
                  <a:moveTo>
                    <a:pt x="0" y="380999"/>
                  </a:moveTo>
                  <a:lnTo>
                    <a:pt x="2685" y="324694"/>
                  </a:lnTo>
                  <a:lnTo>
                    <a:pt x="10484" y="270955"/>
                  </a:lnTo>
                  <a:lnTo>
                    <a:pt x="23016" y="220372"/>
                  </a:lnTo>
                  <a:lnTo>
                    <a:pt x="39896" y="173533"/>
                  </a:lnTo>
                  <a:lnTo>
                    <a:pt x="60742" y="131028"/>
                  </a:lnTo>
                  <a:lnTo>
                    <a:pt x="85171" y="93446"/>
                  </a:lnTo>
                  <a:lnTo>
                    <a:pt x="112799" y="61376"/>
                  </a:lnTo>
                  <a:lnTo>
                    <a:pt x="143244" y="35408"/>
                  </a:lnTo>
                  <a:lnTo>
                    <a:pt x="176123" y="16129"/>
                  </a:lnTo>
                  <a:lnTo>
                    <a:pt x="247650" y="0"/>
                  </a:lnTo>
                  <a:lnTo>
                    <a:pt x="284247" y="4130"/>
                  </a:lnTo>
                  <a:lnTo>
                    <a:pt x="352055" y="35408"/>
                  </a:lnTo>
                  <a:lnTo>
                    <a:pt x="382500" y="61376"/>
                  </a:lnTo>
                  <a:lnTo>
                    <a:pt x="410128" y="93446"/>
                  </a:lnTo>
                  <a:lnTo>
                    <a:pt x="434557" y="131028"/>
                  </a:lnTo>
                  <a:lnTo>
                    <a:pt x="455403" y="173533"/>
                  </a:lnTo>
                  <a:lnTo>
                    <a:pt x="472283" y="220372"/>
                  </a:lnTo>
                  <a:lnTo>
                    <a:pt x="484815" y="270955"/>
                  </a:lnTo>
                  <a:lnTo>
                    <a:pt x="492614" y="324694"/>
                  </a:lnTo>
                  <a:lnTo>
                    <a:pt x="495300" y="380999"/>
                  </a:lnTo>
                  <a:lnTo>
                    <a:pt x="492614" y="437305"/>
                  </a:lnTo>
                  <a:lnTo>
                    <a:pt x="484815" y="491044"/>
                  </a:lnTo>
                  <a:lnTo>
                    <a:pt x="472283" y="541627"/>
                  </a:lnTo>
                  <a:lnTo>
                    <a:pt x="455403" y="588466"/>
                  </a:lnTo>
                  <a:lnTo>
                    <a:pt x="434557" y="630971"/>
                  </a:lnTo>
                  <a:lnTo>
                    <a:pt x="410128" y="668553"/>
                  </a:lnTo>
                  <a:lnTo>
                    <a:pt x="382500" y="700623"/>
                  </a:lnTo>
                  <a:lnTo>
                    <a:pt x="352055" y="726591"/>
                  </a:lnTo>
                  <a:lnTo>
                    <a:pt x="319176" y="745870"/>
                  </a:lnTo>
                  <a:lnTo>
                    <a:pt x="247650" y="761999"/>
                  </a:lnTo>
                  <a:lnTo>
                    <a:pt x="211052" y="757869"/>
                  </a:lnTo>
                  <a:lnTo>
                    <a:pt x="143244" y="726591"/>
                  </a:lnTo>
                  <a:lnTo>
                    <a:pt x="112799" y="700623"/>
                  </a:lnTo>
                  <a:lnTo>
                    <a:pt x="85171" y="668553"/>
                  </a:lnTo>
                  <a:lnTo>
                    <a:pt x="60742" y="630971"/>
                  </a:lnTo>
                  <a:lnTo>
                    <a:pt x="39896" y="588466"/>
                  </a:lnTo>
                  <a:lnTo>
                    <a:pt x="23016" y="541627"/>
                  </a:lnTo>
                  <a:lnTo>
                    <a:pt x="10484" y="491044"/>
                  </a:lnTo>
                  <a:lnTo>
                    <a:pt x="2685" y="437305"/>
                  </a:lnTo>
                  <a:lnTo>
                    <a:pt x="0" y="380999"/>
                  </a:lnTo>
                  <a:close/>
                </a:path>
              </a:pathLst>
            </a:custGeom>
            <a:ln w="25400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2334260" y="4053078"/>
            <a:ext cx="144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2230501" y="3341370"/>
            <a:ext cx="1074420" cy="600710"/>
          </a:xfrm>
          <a:custGeom>
            <a:avLst/>
            <a:gdLst/>
            <a:ahLst/>
            <a:cxnLst/>
            <a:rect l="l" t="t" r="r" b="b"/>
            <a:pathLst>
              <a:path w="1074420" h="600710">
                <a:moveTo>
                  <a:pt x="1074293" y="0"/>
                </a:moveTo>
                <a:lnTo>
                  <a:pt x="0" y="600455"/>
                </a:lnTo>
              </a:path>
            </a:pathLst>
          </a:custGeom>
          <a:ln w="9524">
            <a:solidFill>
              <a:srgbClr val="3891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3775709" y="3750055"/>
            <a:ext cx="579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BF</a:t>
            </a:r>
            <a:r>
              <a:rPr sz="1800" i="1" spc="5" dirty="0">
                <a:latin typeface="Arial"/>
                <a:cs typeface="Arial"/>
              </a:rPr>
              <a:t>=</a:t>
            </a:r>
            <a:r>
              <a:rPr sz="1800" i="1" spc="-5" dirty="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4388739" y="3986910"/>
            <a:ext cx="414655" cy="618490"/>
            <a:chOff x="4388739" y="3986910"/>
            <a:chExt cx="414655" cy="618490"/>
          </a:xfrm>
        </p:grpSpPr>
        <p:sp>
          <p:nvSpPr>
            <p:cNvPr id="50" name="object 50"/>
            <p:cNvSpPr/>
            <p:nvPr/>
          </p:nvSpPr>
          <p:spPr>
            <a:xfrm>
              <a:off x="4401439" y="3999610"/>
              <a:ext cx="389255" cy="593090"/>
            </a:xfrm>
            <a:custGeom>
              <a:avLst/>
              <a:gdLst/>
              <a:ahLst/>
              <a:cxnLst/>
              <a:rect l="l" t="t" r="r" b="b"/>
              <a:pathLst>
                <a:path w="389254" h="593089">
                  <a:moveTo>
                    <a:pt x="194437" y="0"/>
                  </a:moveTo>
                  <a:lnTo>
                    <a:pt x="155234" y="6016"/>
                  </a:lnTo>
                  <a:lnTo>
                    <a:pt x="118729" y="23274"/>
                  </a:lnTo>
                  <a:lnTo>
                    <a:pt x="85700" y="50584"/>
                  </a:lnTo>
                  <a:lnTo>
                    <a:pt x="56927" y="86756"/>
                  </a:lnTo>
                  <a:lnTo>
                    <a:pt x="33191" y="130602"/>
                  </a:lnTo>
                  <a:lnTo>
                    <a:pt x="15271" y="180933"/>
                  </a:lnTo>
                  <a:lnTo>
                    <a:pt x="3947" y="236559"/>
                  </a:lnTo>
                  <a:lnTo>
                    <a:pt x="0" y="296290"/>
                  </a:lnTo>
                  <a:lnTo>
                    <a:pt x="3947" y="356022"/>
                  </a:lnTo>
                  <a:lnTo>
                    <a:pt x="15271" y="411648"/>
                  </a:lnTo>
                  <a:lnTo>
                    <a:pt x="33191" y="461979"/>
                  </a:lnTo>
                  <a:lnTo>
                    <a:pt x="56927" y="505825"/>
                  </a:lnTo>
                  <a:lnTo>
                    <a:pt x="85700" y="541997"/>
                  </a:lnTo>
                  <a:lnTo>
                    <a:pt x="118729" y="569307"/>
                  </a:lnTo>
                  <a:lnTo>
                    <a:pt x="155234" y="586565"/>
                  </a:lnTo>
                  <a:lnTo>
                    <a:pt x="194437" y="592582"/>
                  </a:lnTo>
                  <a:lnTo>
                    <a:pt x="233602" y="586565"/>
                  </a:lnTo>
                  <a:lnTo>
                    <a:pt x="270091" y="569307"/>
                  </a:lnTo>
                  <a:lnTo>
                    <a:pt x="303117" y="541997"/>
                  </a:lnTo>
                  <a:lnTo>
                    <a:pt x="331898" y="505825"/>
                  </a:lnTo>
                  <a:lnTo>
                    <a:pt x="355648" y="461979"/>
                  </a:lnTo>
                  <a:lnTo>
                    <a:pt x="373584" y="411648"/>
                  </a:lnTo>
                  <a:lnTo>
                    <a:pt x="384920" y="356022"/>
                  </a:lnTo>
                  <a:lnTo>
                    <a:pt x="388874" y="296290"/>
                  </a:lnTo>
                  <a:lnTo>
                    <a:pt x="384920" y="236559"/>
                  </a:lnTo>
                  <a:lnTo>
                    <a:pt x="373584" y="180933"/>
                  </a:lnTo>
                  <a:lnTo>
                    <a:pt x="355648" y="130602"/>
                  </a:lnTo>
                  <a:lnTo>
                    <a:pt x="331898" y="86756"/>
                  </a:lnTo>
                  <a:lnTo>
                    <a:pt x="303117" y="50584"/>
                  </a:lnTo>
                  <a:lnTo>
                    <a:pt x="270091" y="23274"/>
                  </a:lnTo>
                  <a:lnTo>
                    <a:pt x="233602" y="6016"/>
                  </a:lnTo>
                  <a:lnTo>
                    <a:pt x="194437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401439" y="3999610"/>
              <a:ext cx="389255" cy="593090"/>
            </a:xfrm>
            <a:custGeom>
              <a:avLst/>
              <a:gdLst/>
              <a:ahLst/>
              <a:cxnLst/>
              <a:rect l="l" t="t" r="r" b="b"/>
              <a:pathLst>
                <a:path w="389254" h="593089">
                  <a:moveTo>
                    <a:pt x="0" y="296290"/>
                  </a:moveTo>
                  <a:lnTo>
                    <a:pt x="3947" y="236559"/>
                  </a:lnTo>
                  <a:lnTo>
                    <a:pt x="15271" y="180933"/>
                  </a:lnTo>
                  <a:lnTo>
                    <a:pt x="33191" y="130602"/>
                  </a:lnTo>
                  <a:lnTo>
                    <a:pt x="56927" y="86756"/>
                  </a:lnTo>
                  <a:lnTo>
                    <a:pt x="85700" y="50584"/>
                  </a:lnTo>
                  <a:lnTo>
                    <a:pt x="118729" y="23274"/>
                  </a:lnTo>
                  <a:lnTo>
                    <a:pt x="155234" y="6016"/>
                  </a:lnTo>
                  <a:lnTo>
                    <a:pt x="194437" y="0"/>
                  </a:lnTo>
                  <a:lnTo>
                    <a:pt x="233602" y="6016"/>
                  </a:lnTo>
                  <a:lnTo>
                    <a:pt x="270091" y="23274"/>
                  </a:lnTo>
                  <a:lnTo>
                    <a:pt x="303117" y="50584"/>
                  </a:lnTo>
                  <a:lnTo>
                    <a:pt x="331898" y="86756"/>
                  </a:lnTo>
                  <a:lnTo>
                    <a:pt x="355648" y="130602"/>
                  </a:lnTo>
                  <a:lnTo>
                    <a:pt x="373584" y="180933"/>
                  </a:lnTo>
                  <a:lnTo>
                    <a:pt x="384920" y="236559"/>
                  </a:lnTo>
                  <a:lnTo>
                    <a:pt x="388874" y="296290"/>
                  </a:lnTo>
                  <a:lnTo>
                    <a:pt x="384920" y="356022"/>
                  </a:lnTo>
                  <a:lnTo>
                    <a:pt x="373584" y="411648"/>
                  </a:lnTo>
                  <a:lnTo>
                    <a:pt x="355648" y="461979"/>
                  </a:lnTo>
                  <a:lnTo>
                    <a:pt x="331898" y="505825"/>
                  </a:lnTo>
                  <a:lnTo>
                    <a:pt x="303117" y="541997"/>
                  </a:lnTo>
                  <a:lnTo>
                    <a:pt x="270091" y="569307"/>
                  </a:lnTo>
                  <a:lnTo>
                    <a:pt x="233602" y="586565"/>
                  </a:lnTo>
                  <a:lnTo>
                    <a:pt x="194437" y="592582"/>
                  </a:lnTo>
                  <a:lnTo>
                    <a:pt x="155234" y="586565"/>
                  </a:lnTo>
                  <a:lnTo>
                    <a:pt x="118729" y="569307"/>
                  </a:lnTo>
                  <a:lnTo>
                    <a:pt x="85700" y="541997"/>
                  </a:lnTo>
                  <a:lnTo>
                    <a:pt x="56927" y="505825"/>
                  </a:lnTo>
                  <a:lnTo>
                    <a:pt x="33191" y="461979"/>
                  </a:lnTo>
                  <a:lnTo>
                    <a:pt x="15271" y="411648"/>
                  </a:lnTo>
                  <a:lnTo>
                    <a:pt x="3947" y="356022"/>
                  </a:lnTo>
                  <a:lnTo>
                    <a:pt x="0" y="296290"/>
                  </a:lnTo>
                  <a:close/>
                </a:path>
              </a:pathLst>
            </a:custGeom>
            <a:ln w="25400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4524247" y="3797680"/>
            <a:ext cx="662940" cy="640080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359"/>
              </a:spcBef>
            </a:pPr>
            <a:r>
              <a:rPr sz="1800" i="1" dirty="0">
                <a:latin typeface="Arial"/>
                <a:cs typeface="Arial"/>
              </a:rPr>
              <a:t>BF</a:t>
            </a:r>
            <a:r>
              <a:rPr sz="1800" i="1" spc="5" dirty="0">
                <a:latin typeface="Arial"/>
                <a:cs typeface="Arial"/>
              </a:rPr>
              <a:t>=</a:t>
            </a:r>
            <a:r>
              <a:rPr sz="1800" i="1" spc="-5" dirty="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5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4595876" y="3518661"/>
            <a:ext cx="278130" cy="481330"/>
          </a:xfrm>
          <a:custGeom>
            <a:avLst/>
            <a:gdLst/>
            <a:ahLst/>
            <a:cxnLst/>
            <a:rect l="l" t="t" r="r" b="b"/>
            <a:pathLst>
              <a:path w="278129" h="481329">
                <a:moveTo>
                  <a:pt x="277875" y="0"/>
                </a:moveTo>
                <a:lnTo>
                  <a:pt x="0" y="480949"/>
                </a:lnTo>
              </a:path>
            </a:pathLst>
          </a:custGeom>
          <a:ln w="9525">
            <a:solidFill>
              <a:srgbClr val="3891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79932" y="38100"/>
            <a:ext cx="7578852" cy="1106424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7034">
              <a:lnSpc>
                <a:spcPct val="100000"/>
              </a:lnSpc>
              <a:spcBef>
                <a:spcPts val="100"/>
              </a:spcBef>
              <a:tabLst>
                <a:tab pos="3851910" algn="l"/>
              </a:tabLst>
            </a:pPr>
            <a:r>
              <a:rPr spc="-90" dirty="0"/>
              <a:t>Constructio</a:t>
            </a:r>
            <a:r>
              <a:rPr spc="-100" dirty="0"/>
              <a:t>n</a:t>
            </a:r>
            <a:r>
              <a:rPr spc="-95" dirty="0"/>
              <a:t> </a:t>
            </a:r>
            <a:r>
              <a:rPr spc="-204" dirty="0"/>
              <a:t>of</a:t>
            </a:r>
            <a:r>
              <a:rPr dirty="0"/>
              <a:t>	</a:t>
            </a:r>
            <a:r>
              <a:rPr spc="-10" dirty="0"/>
              <a:t>A</a:t>
            </a:r>
            <a:r>
              <a:rPr dirty="0"/>
              <a:t>VL</a:t>
            </a:r>
            <a:r>
              <a:rPr spc="-585" dirty="0"/>
              <a:t> </a:t>
            </a:r>
            <a:r>
              <a:rPr spc="-409" dirty="0"/>
              <a:t>T</a:t>
            </a:r>
            <a:r>
              <a:rPr spc="-50" dirty="0"/>
              <a:t>r</a:t>
            </a:r>
            <a:r>
              <a:rPr spc="-260" dirty="0"/>
              <a:t>ee</a:t>
            </a:r>
            <a:r>
              <a:rPr spc="-95" dirty="0"/>
              <a:t> </a:t>
            </a:r>
            <a:r>
              <a:rPr spc="-114" dirty="0"/>
              <a:t>(</a:t>
            </a:r>
            <a:r>
              <a:rPr spc="-160" dirty="0"/>
              <a:t>1</a:t>
            </a:r>
            <a:r>
              <a:rPr spc="-95" dirty="0"/>
              <a:t> to</a:t>
            </a:r>
            <a:r>
              <a:rPr spc="-110" dirty="0"/>
              <a:t> </a:t>
            </a:r>
            <a:r>
              <a:rPr spc="-90" dirty="0"/>
              <a:t>8</a:t>
            </a:r>
            <a:r>
              <a:rPr spc="-175" dirty="0"/>
              <a:t>)</a:t>
            </a:r>
          </a:p>
        </p:txBody>
      </p:sp>
      <p:grpSp>
        <p:nvGrpSpPr>
          <p:cNvPr id="16" name="object 16"/>
          <p:cNvGrpSpPr/>
          <p:nvPr/>
        </p:nvGrpSpPr>
        <p:grpSpPr>
          <a:xfrm>
            <a:off x="3890517" y="2122170"/>
            <a:ext cx="1284605" cy="1409700"/>
            <a:chOff x="3890517" y="2122170"/>
            <a:chExt cx="1284605" cy="1409700"/>
          </a:xfrm>
        </p:grpSpPr>
        <p:sp>
          <p:nvSpPr>
            <p:cNvPr id="17" name="object 17"/>
            <p:cNvSpPr/>
            <p:nvPr/>
          </p:nvSpPr>
          <p:spPr>
            <a:xfrm>
              <a:off x="3903217" y="2134870"/>
              <a:ext cx="577850" cy="507365"/>
            </a:xfrm>
            <a:custGeom>
              <a:avLst/>
              <a:gdLst/>
              <a:ahLst/>
              <a:cxnLst/>
              <a:rect l="l" t="t" r="r" b="b"/>
              <a:pathLst>
                <a:path w="577850" h="507364">
                  <a:moveTo>
                    <a:pt x="288798" y="0"/>
                  </a:moveTo>
                  <a:lnTo>
                    <a:pt x="236882" y="4081"/>
                  </a:lnTo>
                  <a:lnTo>
                    <a:pt x="188021" y="15849"/>
                  </a:lnTo>
                  <a:lnTo>
                    <a:pt x="143030" y="34591"/>
                  </a:lnTo>
                  <a:lnTo>
                    <a:pt x="102723" y="59591"/>
                  </a:lnTo>
                  <a:lnTo>
                    <a:pt x="67917" y="90136"/>
                  </a:lnTo>
                  <a:lnTo>
                    <a:pt x="39426" y="125513"/>
                  </a:lnTo>
                  <a:lnTo>
                    <a:pt x="18066" y="165007"/>
                  </a:lnTo>
                  <a:lnTo>
                    <a:pt x="4652" y="207905"/>
                  </a:lnTo>
                  <a:lnTo>
                    <a:pt x="0" y="253491"/>
                  </a:lnTo>
                  <a:lnTo>
                    <a:pt x="4652" y="299045"/>
                  </a:lnTo>
                  <a:lnTo>
                    <a:pt x="18066" y="341925"/>
                  </a:lnTo>
                  <a:lnTo>
                    <a:pt x="39426" y="381413"/>
                  </a:lnTo>
                  <a:lnTo>
                    <a:pt x="67917" y="416794"/>
                  </a:lnTo>
                  <a:lnTo>
                    <a:pt x="102723" y="447350"/>
                  </a:lnTo>
                  <a:lnTo>
                    <a:pt x="143030" y="472364"/>
                  </a:lnTo>
                  <a:lnTo>
                    <a:pt x="188021" y="491119"/>
                  </a:lnTo>
                  <a:lnTo>
                    <a:pt x="236882" y="502898"/>
                  </a:lnTo>
                  <a:lnTo>
                    <a:pt x="288798" y="506983"/>
                  </a:lnTo>
                  <a:lnTo>
                    <a:pt x="340675" y="502898"/>
                  </a:lnTo>
                  <a:lnTo>
                    <a:pt x="389507" y="491119"/>
                  </a:lnTo>
                  <a:lnTo>
                    <a:pt x="434476" y="472364"/>
                  </a:lnTo>
                  <a:lnTo>
                    <a:pt x="474767" y="447350"/>
                  </a:lnTo>
                  <a:lnTo>
                    <a:pt x="509562" y="416794"/>
                  </a:lnTo>
                  <a:lnTo>
                    <a:pt x="538047" y="381413"/>
                  </a:lnTo>
                  <a:lnTo>
                    <a:pt x="559403" y="341925"/>
                  </a:lnTo>
                  <a:lnTo>
                    <a:pt x="572816" y="299045"/>
                  </a:lnTo>
                  <a:lnTo>
                    <a:pt x="577469" y="253491"/>
                  </a:lnTo>
                  <a:lnTo>
                    <a:pt x="572816" y="207905"/>
                  </a:lnTo>
                  <a:lnTo>
                    <a:pt x="559403" y="165007"/>
                  </a:lnTo>
                  <a:lnTo>
                    <a:pt x="538047" y="125513"/>
                  </a:lnTo>
                  <a:lnTo>
                    <a:pt x="509562" y="90136"/>
                  </a:lnTo>
                  <a:lnTo>
                    <a:pt x="474767" y="59591"/>
                  </a:lnTo>
                  <a:lnTo>
                    <a:pt x="434476" y="34591"/>
                  </a:lnTo>
                  <a:lnTo>
                    <a:pt x="389507" y="15849"/>
                  </a:lnTo>
                  <a:lnTo>
                    <a:pt x="340675" y="4081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903217" y="2134870"/>
              <a:ext cx="577850" cy="507365"/>
            </a:xfrm>
            <a:custGeom>
              <a:avLst/>
              <a:gdLst/>
              <a:ahLst/>
              <a:cxnLst/>
              <a:rect l="l" t="t" r="r" b="b"/>
              <a:pathLst>
                <a:path w="577850" h="507364">
                  <a:moveTo>
                    <a:pt x="0" y="253491"/>
                  </a:moveTo>
                  <a:lnTo>
                    <a:pt x="4652" y="207905"/>
                  </a:lnTo>
                  <a:lnTo>
                    <a:pt x="18066" y="165007"/>
                  </a:lnTo>
                  <a:lnTo>
                    <a:pt x="39426" y="125513"/>
                  </a:lnTo>
                  <a:lnTo>
                    <a:pt x="67917" y="90136"/>
                  </a:lnTo>
                  <a:lnTo>
                    <a:pt x="102723" y="59591"/>
                  </a:lnTo>
                  <a:lnTo>
                    <a:pt x="143030" y="34591"/>
                  </a:lnTo>
                  <a:lnTo>
                    <a:pt x="188021" y="15849"/>
                  </a:lnTo>
                  <a:lnTo>
                    <a:pt x="236882" y="4081"/>
                  </a:lnTo>
                  <a:lnTo>
                    <a:pt x="288798" y="0"/>
                  </a:lnTo>
                  <a:lnTo>
                    <a:pt x="340675" y="4081"/>
                  </a:lnTo>
                  <a:lnTo>
                    <a:pt x="389507" y="15849"/>
                  </a:lnTo>
                  <a:lnTo>
                    <a:pt x="434476" y="34591"/>
                  </a:lnTo>
                  <a:lnTo>
                    <a:pt x="474767" y="59591"/>
                  </a:lnTo>
                  <a:lnTo>
                    <a:pt x="509562" y="90136"/>
                  </a:lnTo>
                  <a:lnTo>
                    <a:pt x="538047" y="125513"/>
                  </a:lnTo>
                  <a:lnTo>
                    <a:pt x="559403" y="165007"/>
                  </a:lnTo>
                  <a:lnTo>
                    <a:pt x="572816" y="207905"/>
                  </a:lnTo>
                  <a:lnTo>
                    <a:pt x="577469" y="253491"/>
                  </a:lnTo>
                  <a:lnTo>
                    <a:pt x="572816" y="299045"/>
                  </a:lnTo>
                  <a:lnTo>
                    <a:pt x="559403" y="341925"/>
                  </a:lnTo>
                  <a:lnTo>
                    <a:pt x="538047" y="381413"/>
                  </a:lnTo>
                  <a:lnTo>
                    <a:pt x="509562" y="416794"/>
                  </a:lnTo>
                  <a:lnTo>
                    <a:pt x="474767" y="447350"/>
                  </a:lnTo>
                  <a:lnTo>
                    <a:pt x="434476" y="472364"/>
                  </a:lnTo>
                  <a:lnTo>
                    <a:pt x="389507" y="491119"/>
                  </a:lnTo>
                  <a:lnTo>
                    <a:pt x="340675" y="502898"/>
                  </a:lnTo>
                  <a:lnTo>
                    <a:pt x="288798" y="506983"/>
                  </a:lnTo>
                  <a:lnTo>
                    <a:pt x="236882" y="502898"/>
                  </a:lnTo>
                  <a:lnTo>
                    <a:pt x="188021" y="491119"/>
                  </a:lnTo>
                  <a:lnTo>
                    <a:pt x="143030" y="472364"/>
                  </a:lnTo>
                  <a:lnTo>
                    <a:pt x="102723" y="447350"/>
                  </a:lnTo>
                  <a:lnTo>
                    <a:pt x="67917" y="416794"/>
                  </a:lnTo>
                  <a:lnTo>
                    <a:pt x="39426" y="381413"/>
                  </a:lnTo>
                  <a:lnTo>
                    <a:pt x="18066" y="341925"/>
                  </a:lnTo>
                  <a:lnTo>
                    <a:pt x="4652" y="299045"/>
                  </a:lnTo>
                  <a:lnTo>
                    <a:pt x="0" y="253491"/>
                  </a:lnTo>
                  <a:close/>
                </a:path>
              </a:pathLst>
            </a:custGeom>
            <a:ln w="25399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585080" y="3011678"/>
              <a:ext cx="577850" cy="507365"/>
            </a:xfrm>
            <a:custGeom>
              <a:avLst/>
              <a:gdLst/>
              <a:ahLst/>
              <a:cxnLst/>
              <a:rect l="l" t="t" r="r" b="b"/>
              <a:pathLst>
                <a:path w="577850" h="507364">
                  <a:moveTo>
                    <a:pt x="288671" y="0"/>
                  </a:moveTo>
                  <a:lnTo>
                    <a:pt x="236760" y="4081"/>
                  </a:lnTo>
                  <a:lnTo>
                    <a:pt x="187910" y="15849"/>
                  </a:lnTo>
                  <a:lnTo>
                    <a:pt x="142936" y="34591"/>
                  </a:lnTo>
                  <a:lnTo>
                    <a:pt x="102649" y="59591"/>
                  </a:lnTo>
                  <a:lnTo>
                    <a:pt x="67864" y="90136"/>
                  </a:lnTo>
                  <a:lnTo>
                    <a:pt x="39393" y="125513"/>
                  </a:lnTo>
                  <a:lnTo>
                    <a:pt x="18050" y="165007"/>
                  </a:lnTo>
                  <a:lnTo>
                    <a:pt x="4648" y="207905"/>
                  </a:lnTo>
                  <a:lnTo>
                    <a:pt x="0" y="253492"/>
                  </a:lnTo>
                  <a:lnTo>
                    <a:pt x="4648" y="299045"/>
                  </a:lnTo>
                  <a:lnTo>
                    <a:pt x="18050" y="341925"/>
                  </a:lnTo>
                  <a:lnTo>
                    <a:pt x="39393" y="381413"/>
                  </a:lnTo>
                  <a:lnTo>
                    <a:pt x="67864" y="416794"/>
                  </a:lnTo>
                  <a:lnTo>
                    <a:pt x="102649" y="447350"/>
                  </a:lnTo>
                  <a:lnTo>
                    <a:pt x="142936" y="472364"/>
                  </a:lnTo>
                  <a:lnTo>
                    <a:pt x="187910" y="491119"/>
                  </a:lnTo>
                  <a:lnTo>
                    <a:pt x="236760" y="502898"/>
                  </a:lnTo>
                  <a:lnTo>
                    <a:pt x="288671" y="506984"/>
                  </a:lnTo>
                  <a:lnTo>
                    <a:pt x="340548" y="502898"/>
                  </a:lnTo>
                  <a:lnTo>
                    <a:pt x="389380" y="491119"/>
                  </a:lnTo>
                  <a:lnTo>
                    <a:pt x="434349" y="472364"/>
                  </a:lnTo>
                  <a:lnTo>
                    <a:pt x="474640" y="447350"/>
                  </a:lnTo>
                  <a:lnTo>
                    <a:pt x="509435" y="416794"/>
                  </a:lnTo>
                  <a:lnTo>
                    <a:pt x="537920" y="381413"/>
                  </a:lnTo>
                  <a:lnTo>
                    <a:pt x="559276" y="341925"/>
                  </a:lnTo>
                  <a:lnTo>
                    <a:pt x="572689" y="299045"/>
                  </a:lnTo>
                  <a:lnTo>
                    <a:pt x="577342" y="253492"/>
                  </a:lnTo>
                  <a:lnTo>
                    <a:pt x="572689" y="207905"/>
                  </a:lnTo>
                  <a:lnTo>
                    <a:pt x="559276" y="165007"/>
                  </a:lnTo>
                  <a:lnTo>
                    <a:pt x="537920" y="125513"/>
                  </a:lnTo>
                  <a:lnTo>
                    <a:pt x="509435" y="90136"/>
                  </a:lnTo>
                  <a:lnTo>
                    <a:pt x="474640" y="59591"/>
                  </a:lnTo>
                  <a:lnTo>
                    <a:pt x="434349" y="34591"/>
                  </a:lnTo>
                  <a:lnTo>
                    <a:pt x="389380" y="15849"/>
                  </a:lnTo>
                  <a:lnTo>
                    <a:pt x="340548" y="4081"/>
                  </a:lnTo>
                  <a:lnTo>
                    <a:pt x="288671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585080" y="3011678"/>
              <a:ext cx="577850" cy="507365"/>
            </a:xfrm>
            <a:custGeom>
              <a:avLst/>
              <a:gdLst/>
              <a:ahLst/>
              <a:cxnLst/>
              <a:rect l="l" t="t" r="r" b="b"/>
              <a:pathLst>
                <a:path w="577850" h="507364">
                  <a:moveTo>
                    <a:pt x="0" y="253492"/>
                  </a:moveTo>
                  <a:lnTo>
                    <a:pt x="4648" y="207905"/>
                  </a:lnTo>
                  <a:lnTo>
                    <a:pt x="18050" y="165007"/>
                  </a:lnTo>
                  <a:lnTo>
                    <a:pt x="39393" y="125513"/>
                  </a:lnTo>
                  <a:lnTo>
                    <a:pt x="67864" y="90136"/>
                  </a:lnTo>
                  <a:lnTo>
                    <a:pt x="102649" y="59591"/>
                  </a:lnTo>
                  <a:lnTo>
                    <a:pt x="142936" y="34591"/>
                  </a:lnTo>
                  <a:lnTo>
                    <a:pt x="187910" y="15849"/>
                  </a:lnTo>
                  <a:lnTo>
                    <a:pt x="236760" y="4081"/>
                  </a:lnTo>
                  <a:lnTo>
                    <a:pt x="288671" y="0"/>
                  </a:lnTo>
                  <a:lnTo>
                    <a:pt x="340548" y="4081"/>
                  </a:lnTo>
                  <a:lnTo>
                    <a:pt x="389380" y="15849"/>
                  </a:lnTo>
                  <a:lnTo>
                    <a:pt x="434349" y="34591"/>
                  </a:lnTo>
                  <a:lnTo>
                    <a:pt x="474640" y="59591"/>
                  </a:lnTo>
                  <a:lnTo>
                    <a:pt x="509435" y="90136"/>
                  </a:lnTo>
                  <a:lnTo>
                    <a:pt x="537920" y="125513"/>
                  </a:lnTo>
                  <a:lnTo>
                    <a:pt x="559276" y="165007"/>
                  </a:lnTo>
                  <a:lnTo>
                    <a:pt x="572689" y="207905"/>
                  </a:lnTo>
                  <a:lnTo>
                    <a:pt x="577342" y="253492"/>
                  </a:lnTo>
                  <a:lnTo>
                    <a:pt x="572689" y="299045"/>
                  </a:lnTo>
                  <a:lnTo>
                    <a:pt x="559276" y="341925"/>
                  </a:lnTo>
                  <a:lnTo>
                    <a:pt x="537920" y="381413"/>
                  </a:lnTo>
                  <a:lnTo>
                    <a:pt x="509435" y="416794"/>
                  </a:lnTo>
                  <a:lnTo>
                    <a:pt x="474640" y="447350"/>
                  </a:lnTo>
                  <a:lnTo>
                    <a:pt x="434349" y="472364"/>
                  </a:lnTo>
                  <a:lnTo>
                    <a:pt x="389380" y="491119"/>
                  </a:lnTo>
                  <a:lnTo>
                    <a:pt x="340548" y="502898"/>
                  </a:lnTo>
                  <a:lnTo>
                    <a:pt x="288671" y="506984"/>
                  </a:lnTo>
                  <a:lnTo>
                    <a:pt x="236760" y="502898"/>
                  </a:lnTo>
                  <a:lnTo>
                    <a:pt x="187910" y="491119"/>
                  </a:lnTo>
                  <a:lnTo>
                    <a:pt x="142936" y="472364"/>
                  </a:lnTo>
                  <a:lnTo>
                    <a:pt x="102649" y="447350"/>
                  </a:lnTo>
                  <a:lnTo>
                    <a:pt x="67864" y="416794"/>
                  </a:lnTo>
                  <a:lnTo>
                    <a:pt x="39393" y="381413"/>
                  </a:lnTo>
                  <a:lnTo>
                    <a:pt x="18050" y="341925"/>
                  </a:lnTo>
                  <a:lnTo>
                    <a:pt x="4648" y="299045"/>
                  </a:lnTo>
                  <a:lnTo>
                    <a:pt x="0" y="253492"/>
                  </a:lnTo>
                  <a:close/>
                </a:path>
              </a:pathLst>
            </a:custGeom>
            <a:ln w="25400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801615" y="3106928"/>
            <a:ext cx="144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6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292094" y="3075177"/>
            <a:ext cx="603250" cy="532765"/>
            <a:chOff x="3292094" y="3075177"/>
            <a:chExt cx="603250" cy="532765"/>
          </a:xfrm>
        </p:grpSpPr>
        <p:sp>
          <p:nvSpPr>
            <p:cNvPr id="23" name="object 23"/>
            <p:cNvSpPr/>
            <p:nvPr/>
          </p:nvSpPr>
          <p:spPr>
            <a:xfrm>
              <a:off x="3304794" y="3087877"/>
              <a:ext cx="577850" cy="507365"/>
            </a:xfrm>
            <a:custGeom>
              <a:avLst/>
              <a:gdLst/>
              <a:ahLst/>
              <a:cxnLst/>
              <a:rect l="l" t="t" r="r" b="b"/>
              <a:pathLst>
                <a:path w="577850" h="507364">
                  <a:moveTo>
                    <a:pt x="288797" y="0"/>
                  </a:moveTo>
                  <a:lnTo>
                    <a:pt x="236882" y="4081"/>
                  </a:lnTo>
                  <a:lnTo>
                    <a:pt x="188021" y="15849"/>
                  </a:lnTo>
                  <a:lnTo>
                    <a:pt x="143030" y="34591"/>
                  </a:lnTo>
                  <a:lnTo>
                    <a:pt x="102723" y="59591"/>
                  </a:lnTo>
                  <a:lnTo>
                    <a:pt x="67917" y="90136"/>
                  </a:lnTo>
                  <a:lnTo>
                    <a:pt x="39426" y="125513"/>
                  </a:lnTo>
                  <a:lnTo>
                    <a:pt x="18066" y="165007"/>
                  </a:lnTo>
                  <a:lnTo>
                    <a:pt x="4652" y="207905"/>
                  </a:lnTo>
                  <a:lnTo>
                    <a:pt x="0" y="253492"/>
                  </a:lnTo>
                  <a:lnTo>
                    <a:pt x="4652" y="299045"/>
                  </a:lnTo>
                  <a:lnTo>
                    <a:pt x="18066" y="341925"/>
                  </a:lnTo>
                  <a:lnTo>
                    <a:pt x="39426" y="381413"/>
                  </a:lnTo>
                  <a:lnTo>
                    <a:pt x="67917" y="416794"/>
                  </a:lnTo>
                  <a:lnTo>
                    <a:pt x="102723" y="447350"/>
                  </a:lnTo>
                  <a:lnTo>
                    <a:pt x="143030" y="472364"/>
                  </a:lnTo>
                  <a:lnTo>
                    <a:pt x="188021" y="491119"/>
                  </a:lnTo>
                  <a:lnTo>
                    <a:pt x="236882" y="502898"/>
                  </a:lnTo>
                  <a:lnTo>
                    <a:pt x="288797" y="506984"/>
                  </a:lnTo>
                  <a:lnTo>
                    <a:pt x="340675" y="502898"/>
                  </a:lnTo>
                  <a:lnTo>
                    <a:pt x="389507" y="491119"/>
                  </a:lnTo>
                  <a:lnTo>
                    <a:pt x="434476" y="472364"/>
                  </a:lnTo>
                  <a:lnTo>
                    <a:pt x="474767" y="447350"/>
                  </a:lnTo>
                  <a:lnTo>
                    <a:pt x="509562" y="416794"/>
                  </a:lnTo>
                  <a:lnTo>
                    <a:pt x="538047" y="381413"/>
                  </a:lnTo>
                  <a:lnTo>
                    <a:pt x="559403" y="341925"/>
                  </a:lnTo>
                  <a:lnTo>
                    <a:pt x="572816" y="299045"/>
                  </a:lnTo>
                  <a:lnTo>
                    <a:pt x="577468" y="253492"/>
                  </a:lnTo>
                  <a:lnTo>
                    <a:pt x="572816" y="207905"/>
                  </a:lnTo>
                  <a:lnTo>
                    <a:pt x="559403" y="165007"/>
                  </a:lnTo>
                  <a:lnTo>
                    <a:pt x="538047" y="125513"/>
                  </a:lnTo>
                  <a:lnTo>
                    <a:pt x="509562" y="90136"/>
                  </a:lnTo>
                  <a:lnTo>
                    <a:pt x="474767" y="59591"/>
                  </a:lnTo>
                  <a:lnTo>
                    <a:pt x="434476" y="34591"/>
                  </a:lnTo>
                  <a:lnTo>
                    <a:pt x="389507" y="15849"/>
                  </a:lnTo>
                  <a:lnTo>
                    <a:pt x="340675" y="4081"/>
                  </a:lnTo>
                  <a:lnTo>
                    <a:pt x="288797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304794" y="3087877"/>
              <a:ext cx="577850" cy="507365"/>
            </a:xfrm>
            <a:custGeom>
              <a:avLst/>
              <a:gdLst/>
              <a:ahLst/>
              <a:cxnLst/>
              <a:rect l="l" t="t" r="r" b="b"/>
              <a:pathLst>
                <a:path w="577850" h="507364">
                  <a:moveTo>
                    <a:pt x="0" y="253492"/>
                  </a:moveTo>
                  <a:lnTo>
                    <a:pt x="4652" y="207905"/>
                  </a:lnTo>
                  <a:lnTo>
                    <a:pt x="18066" y="165007"/>
                  </a:lnTo>
                  <a:lnTo>
                    <a:pt x="39426" y="125513"/>
                  </a:lnTo>
                  <a:lnTo>
                    <a:pt x="67917" y="90136"/>
                  </a:lnTo>
                  <a:lnTo>
                    <a:pt x="102723" y="59591"/>
                  </a:lnTo>
                  <a:lnTo>
                    <a:pt x="143030" y="34591"/>
                  </a:lnTo>
                  <a:lnTo>
                    <a:pt x="188021" y="15849"/>
                  </a:lnTo>
                  <a:lnTo>
                    <a:pt x="236882" y="4081"/>
                  </a:lnTo>
                  <a:lnTo>
                    <a:pt x="288797" y="0"/>
                  </a:lnTo>
                  <a:lnTo>
                    <a:pt x="340675" y="4081"/>
                  </a:lnTo>
                  <a:lnTo>
                    <a:pt x="389507" y="15849"/>
                  </a:lnTo>
                  <a:lnTo>
                    <a:pt x="434476" y="34591"/>
                  </a:lnTo>
                  <a:lnTo>
                    <a:pt x="474767" y="59591"/>
                  </a:lnTo>
                  <a:lnTo>
                    <a:pt x="509562" y="90136"/>
                  </a:lnTo>
                  <a:lnTo>
                    <a:pt x="538047" y="125513"/>
                  </a:lnTo>
                  <a:lnTo>
                    <a:pt x="559403" y="165007"/>
                  </a:lnTo>
                  <a:lnTo>
                    <a:pt x="572816" y="207905"/>
                  </a:lnTo>
                  <a:lnTo>
                    <a:pt x="577468" y="253492"/>
                  </a:lnTo>
                  <a:lnTo>
                    <a:pt x="572816" y="299045"/>
                  </a:lnTo>
                  <a:lnTo>
                    <a:pt x="559403" y="341925"/>
                  </a:lnTo>
                  <a:lnTo>
                    <a:pt x="538047" y="381413"/>
                  </a:lnTo>
                  <a:lnTo>
                    <a:pt x="509562" y="416794"/>
                  </a:lnTo>
                  <a:lnTo>
                    <a:pt x="474767" y="447350"/>
                  </a:lnTo>
                  <a:lnTo>
                    <a:pt x="434476" y="472364"/>
                  </a:lnTo>
                  <a:lnTo>
                    <a:pt x="389507" y="491119"/>
                  </a:lnTo>
                  <a:lnTo>
                    <a:pt x="340675" y="502898"/>
                  </a:lnTo>
                  <a:lnTo>
                    <a:pt x="288797" y="506984"/>
                  </a:lnTo>
                  <a:lnTo>
                    <a:pt x="236882" y="502898"/>
                  </a:lnTo>
                  <a:lnTo>
                    <a:pt x="188021" y="491119"/>
                  </a:lnTo>
                  <a:lnTo>
                    <a:pt x="143030" y="472364"/>
                  </a:lnTo>
                  <a:lnTo>
                    <a:pt x="102723" y="447350"/>
                  </a:lnTo>
                  <a:lnTo>
                    <a:pt x="67917" y="416794"/>
                  </a:lnTo>
                  <a:lnTo>
                    <a:pt x="39426" y="381413"/>
                  </a:lnTo>
                  <a:lnTo>
                    <a:pt x="18066" y="341925"/>
                  </a:lnTo>
                  <a:lnTo>
                    <a:pt x="4652" y="299045"/>
                  </a:lnTo>
                  <a:lnTo>
                    <a:pt x="0" y="253492"/>
                  </a:lnTo>
                  <a:close/>
                </a:path>
              </a:pathLst>
            </a:custGeom>
            <a:ln w="25400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521202" y="3183128"/>
            <a:ext cx="144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593591" y="2567558"/>
            <a:ext cx="1076325" cy="520700"/>
          </a:xfrm>
          <a:custGeom>
            <a:avLst/>
            <a:gdLst/>
            <a:ahLst/>
            <a:cxnLst/>
            <a:rect l="l" t="t" r="r" b="b"/>
            <a:pathLst>
              <a:path w="1076325" h="520700">
                <a:moveTo>
                  <a:pt x="394208" y="0"/>
                </a:moveTo>
                <a:lnTo>
                  <a:pt x="0" y="520318"/>
                </a:lnTo>
              </a:path>
              <a:path w="1076325" h="520700">
                <a:moveTo>
                  <a:pt x="802513" y="0"/>
                </a:moveTo>
                <a:lnTo>
                  <a:pt x="1076071" y="518287"/>
                </a:lnTo>
              </a:path>
            </a:pathLst>
          </a:custGeom>
          <a:ln w="9525">
            <a:solidFill>
              <a:srgbClr val="3891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2880105" y="2850007"/>
            <a:ext cx="579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BF</a:t>
            </a:r>
            <a:r>
              <a:rPr sz="1800" i="1" spc="5" dirty="0">
                <a:latin typeface="Arial"/>
                <a:cs typeface="Arial"/>
              </a:rPr>
              <a:t>=</a:t>
            </a:r>
            <a:r>
              <a:rPr sz="1800" i="1" spc="-5" dirty="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380489" y="1083309"/>
            <a:ext cx="3542665" cy="14465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1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105" dirty="0">
                <a:solidFill>
                  <a:srgbClr val="FF0000"/>
                </a:solidFill>
                <a:latin typeface="Trebuchet MS"/>
                <a:cs typeface="Trebuchet MS"/>
              </a:rPr>
              <a:t>Insert</a:t>
            </a:r>
            <a:r>
              <a:rPr sz="3200" spc="-13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spc="-80" dirty="0">
                <a:solidFill>
                  <a:srgbClr val="FF0000"/>
                </a:solidFill>
                <a:latin typeface="Trebuchet MS"/>
                <a:cs typeface="Trebuchet MS"/>
              </a:rPr>
              <a:t>8</a:t>
            </a:r>
            <a:endParaRPr sz="3200">
              <a:latin typeface="Trebuchet MS"/>
              <a:cs typeface="Trebuchet MS"/>
            </a:endParaRPr>
          </a:p>
          <a:p>
            <a:pPr marR="5080" algn="r">
              <a:lnSpc>
                <a:spcPct val="100000"/>
              </a:lnSpc>
              <a:spcBef>
                <a:spcPts val="2305"/>
              </a:spcBef>
            </a:pPr>
            <a:r>
              <a:rPr sz="1800" i="1" dirty="0">
                <a:latin typeface="Arial"/>
                <a:cs typeface="Arial"/>
              </a:rPr>
              <a:t>BF=-1</a:t>
            </a:r>
            <a:endParaRPr sz="1800">
              <a:latin typeface="Arial"/>
              <a:cs typeface="Arial"/>
            </a:endParaRPr>
          </a:p>
          <a:p>
            <a:pPr marR="663575" algn="r">
              <a:lnSpc>
                <a:spcPct val="100000"/>
              </a:lnSpc>
              <a:spcBef>
                <a:spcPts val="715"/>
              </a:spcBef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4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970526" y="2752725"/>
            <a:ext cx="655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BF</a:t>
            </a:r>
            <a:r>
              <a:rPr sz="1800" i="1" spc="10" dirty="0">
                <a:latin typeface="Arial"/>
                <a:cs typeface="Arial"/>
              </a:rPr>
              <a:t>=</a:t>
            </a:r>
            <a:r>
              <a:rPr sz="1800" i="1" dirty="0">
                <a:latin typeface="Arial"/>
                <a:cs typeface="Arial"/>
              </a:rPr>
              <a:t>-</a:t>
            </a:r>
            <a:r>
              <a:rPr sz="1800" i="1" spc="-5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330952" y="3958082"/>
            <a:ext cx="711200" cy="482600"/>
            <a:chOff x="5330952" y="3958082"/>
            <a:chExt cx="711200" cy="482600"/>
          </a:xfrm>
        </p:grpSpPr>
        <p:sp>
          <p:nvSpPr>
            <p:cNvPr id="31" name="object 31"/>
            <p:cNvSpPr/>
            <p:nvPr/>
          </p:nvSpPr>
          <p:spPr>
            <a:xfrm>
              <a:off x="5343652" y="3970782"/>
              <a:ext cx="685800" cy="457200"/>
            </a:xfrm>
            <a:custGeom>
              <a:avLst/>
              <a:gdLst/>
              <a:ahLst/>
              <a:cxnLst/>
              <a:rect l="l" t="t" r="r" b="b"/>
              <a:pathLst>
                <a:path w="685800" h="457200">
                  <a:moveTo>
                    <a:pt x="342773" y="0"/>
                  </a:moveTo>
                  <a:lnTo>
                    <a:pt x="287192" y="2992"/>
                  </a:lnTo>
                  <a:lnTo>
                    <a:pt x="234460" y="11655"/>
                  </a:lnTo>
                  <a:lnTo>
                    <a:pt x="185283" y="25518"/>
                  </a:lnTo>
                  <a:lnTo>
                    <a:pt x="140369" y="44110"/>
                  </a:lnTo>
                  <a:lnTo>
                    <a:pt x="100425" y="66960"/>
                  </a:lnTo>
                  <a:lnTo>
                    <a:pt x="66157" y="93597"/>
                  </a:lnTo>
                  <a:lnTo>
                    <a:pt x="38274" y="123551"/>
                  </a:lnTo>
                  <a:lnTo>
                    <a:pt x="17482" y="156350"/>
                  </a:lnTo>
                  <a:lnTo>
                    <a:pt x="0" y="228600"/>
                  </a:lnTo>
                  <a:lnTo>
                    <a:pt x="4488" y="265707"/>
                  </a:lnTo>
                  <a:lnTo>
                    <a:pt x="38274" y="333704"/>
                  </a:lnTo>
                  <a:lnTo>
                    <a:pt x="66157" y="363656"/>
                  </a:lnTo>
                  <a:lnTo>
                    <a:pt x="100425" y="390286"/>
                  </a:lnTo>
                  <a:lnTo>
                    <a:pt x="140369" y="413125"/>
                  </a:lnTo>
                  <a:lnTo>
                    <a:pt x="185283" y="431705"/>
                  </a:lnTo>
                  <a:lnTo>
                    <a:pt x="234460" y="445556"/>
                  </a:lnTo>
                  <a:lnTo>
                    <a:pt x="287192" y="454211"/>
                  </a:lnTo>
                  <a:lnTo>
                    <a:pt x="342773" y="457200"/>
                  </a:lnTo>
                  <a:lnTo>
                    <a:pt x="398384" y="454211"/>
                  </a:lnTo>
                  <a:lnTo>
                    <a:pt x="451134" y="445556"/>
                  </a:lnTo>
                  <a:lnTo>
                    <a:pt x="500318" y="431705"/>
                  </a:lnTo>
                  <a:lnTo>
                    <a:pt x="545231" y="413125"/>
                  </a:lnTo>
                  <a:lnTo>
                    <a:pt x="585168" y="390286"/>
                  </a:lnTo>
                  <a:lnTo>
                    <a:pt x="619424" y="363656"/>
                  </a:lnTo>
                  <a:lnTo>
                    <a:pt x="647295" y="333704"/>
                  </a:lnTo>
                  <a:lnTo>
                    <a:pt x="668075" y="300898"/>
                  </a:lnTo>
                  <a:lnTo>
                    <a:pt x="685546" y="228600"/>
                  </a:lnTo>
                  <a:lnTo>
                    <a:pt x="681060" y="191523"/>
                  </a:lnTo>
                  <a:lnTo>
                    <a:pt x="647295" y="123551"/>
                  </a:lnTo>
                  <a:lnTo>
                    <a:pt x="619424" y="93597"/>
                  </a:lnTo>
                  <a:lnTo>
                    <a:pt x="585168" y="66960"/>
                  </a:lnTo>
                  <a:lnTo>
                    <a:pt x="545231" y="44110"/>
                  </a:lnTo>
                  <a:lnTo>
                    <a:pt x="500318" y="25518"/>
                  </a:lnTo>
                  <a:lnTo>
                    <a:pt x="451134" y="11655"/>
                  </a:lnTo>
                  <a:lnTo>
                    <a:pt x="398384" y="2992"/>
                  </a:lnTo>
                  <a:lnTo>
                    <a:pt x="342773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343652" y="3970782"/>
              <a:ext cx="685800" cy="457200"/>
            </a:xfrm>
            <a:custGeom>
              <a:avLst/>
              <a:gdLst/>
              <a:ahLst/>
              <a:cxnLst/>
              <a:rect l="l" t="t" r="r" b="b"/>
              <a:pathLst>
                <a:path w="685800" h="457200">
                  <a:moveTo>
                    <a:pt x="0" y="228600"/>
                  </a:moveTo>
                  <a:lnTo>
                    <a:pt x="17482" y="156350"/>
                  </a:lnTo>
                  <a:lnTo>
                    <a:pt x="38274" y="123551"/>
                  </a:lnTo>
                  <a:lnTo>
                    <a:pt x="66157" y="93597"/>
                  </a:lnTo>
                  <a:lnTo>
                    <a:pt x="100425" y="66960"/>
                  </a:lnTo>
                  <a:lnTo>
                    <a:pt x="140369" y="44110"/>
                  </a:lnTo>
                  <a:lnTo>
                    <a:pt x="185283" y="25518"/>
                  </a:lnTo>
                  <a:lnTo>
                    <a:pt x="234460" y="11655"/>
                  </a:lnTo>
                  <a:lnTo>
                    <a:pt x="287192" y="2992"/>
                  </a:lnTo>
                  <a:lnTo>
                    <a:pt x="342773" y="0"/>
                  </a:lnTo>
                  <a:lnTo>
                    <a:pt x="398384" y="2992"/>
                  </a:lnTo>
                  <a:lnTo>
                    <a:pt x="451134" y="11655"/>
                  </a:lnTo>
                  <a:lnTo>
                    <a:pt x="500318" y="25518"/>
                  </a:lnTo>
                  <a:lnTo>
                    <a:pt x="545231" y="44110"/>
                  </a:lnTo>
                  <a:lnTo>
                    <a:pt x="585168" y="66960"/>
                  </a:lnTo>
                  <a:lnTo>
                    <a:pt x="619424" y="93597"/>
                  </a:lnTo>
                  <a:lnTo>
                    <a:pt x="647295" y="123551"/>
                  </a:lnTo>
                  <a:lnTo>
                    <a:pt x="668075" y="156350"/>
                  </a:lnTo>
                  <a:lnTo>
                    <a:pt x="685546" y="228600"/>
                  </a:lnTo>
                  <a:lnTo>
                    <a:pt x="681060" y="265707"/>
                  </a:lnTo>
                  <a:lnTo>
                    <a:pt x="647295" y="333704"/>
                  </a:lnTo>
                  <a:lnTo>
                    <a:pt x="619424" y="363656"/>
                  </a:lnTo>
                  <a:lnTo>
                    <a:pt x="585168" y="390286"/>
                  </a:lnTo>
                  <a:lnTo>
                    <a:pt x="545231" y="413125"/>
                  </a:lnTo>
                  <a:lnTo>
                    <a:pt x="500318" y="431705"/>
                  </a:lnTo>
                  <a:lnTo>
                    <a:pt x="451134" y="445556"/>
                  </a:lnTo>
                  <a:lnTo>
                    <a:pt x="398384" y="454211"/>
                  </a:lnTo>
                  <a:lnTo>
                    <a:pt x="342773" y="457200"/>
                  </a:lnTo>
                  <a:lnTo>
                    <a:pt x="287192" y="454211"/>
                  </a:lnTo>
                  <a:lnTo>
                    <a:pt x="234460" y="445556"/>
                  </a:lnTo>
                  <a:lnTo>
                    <a:pt x="185283" y="431705"/>
                  </a:lnTo>
                  <a:lnTo>
                    <a:pt x="140369" y="413125"/>
                  </a:lnTo>
                  <a:lnTo>
                    <a:pt x="100425" y="390286"/>
                  </a:lnTo>
                  <a:lnTo>
                    <a:pt x="66157" y="363656"/>
                  </a:lnTo>
                  <a:lnTo>
                    <a:pt x="38274" y="333704"/>
                  </a:lnTo>
                  <a:lnTo>
                    <a:pt x="17482" y="300898"/>
                  </a:lnTo>
                  <a:lnTo>
                    <a:pt x="0" y="228600"/>
                  </a:lnTo>
                  <a:close/>
                </a:path>
              </a:pathLst>
            </a:custGeom>
            <a:ln w="25400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5615432" y="4041394"/>
            <a:ext cx="144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7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3419347" y="3439604"/>
            <a:ext cx="2030095" cy="1247140"/>
            <a:chOff x="3419347" y="3439604"/>
            <a:chExt cx="2030095" cy="1247140"/>
          </a:xfrm>
        </p:grpSpPr>
        <p:sp>
          <p:nvSpPr>
            <p:cNvPr id="35" name="object 35"/>
            <p:cNvSpPr/>
            <p:nvPr/>
          </p:nvSpPr>
          <p:spPr>
            <a:xfrm>
              <a:off x="5077840" y="3444366"/>
              <a:ext cx="366395" cy="593725"/>
            </a:xfrm>
            <a:custGeom>
              <a:avLst/>
              <a:gdLst/>
              <a:ahLst/>
              <a:cxnLst/>
              <a:rect l="l" t="t" r="r" b="b"/>
              <a:pathLst>
                <a:path w="366395" h="593725">
                  <a:moveTo>
                    <a:pt x="0" y="0"/>
                  </a:moveTo>
                  <a:lnTo>
                    <a:pt x="366268" y="593471"/>
                  </a:lnTo>
                </a:path>
              </a:pathLst>
            </a:custGeom>
            <a:ln w="9524">
              <a:solidFill>
                <a:srgbClr val="3891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432047" y="4086224"/>
              <a:ext cx="556260" cy="588010"/>
            </a:xfrm>
            <a:custGeom>
              <a:avLst/>
              <a:gdLst/>
              <a:ahLst/>
              <a:cxnLst/>
              <a:rect l="l" t="t" r="r" b="b"/>
              <a:pathLst>
                <a:path w="556260" h="588010">
                  <a:moveTo>
                    <a:pt x="277875" y="0"/>
                  </a:moveTo>
                  <a:lnTo>
                    <a:pt x="232815" y="3846"/>
                  </a:lnTo>
                  <a:lnTo>
                    <a:pt x="190065" y="14981"/>
                  </a:lnTo>
                  <a:lnTo>
                    <a:pt x="150198" y="32801"/>
                  </a:lnTo>
                  <a:lnTo>
                    <a:pt x="113787" y="56700"/>
                  </a:lnTo>
                  <a:lnTo>
                    <a:pt x="81406" y="86074"/>
                  </a:lnTo>
                  <a:lnTo>
                    <a:pt x="53628" y="120316"/>
                  </a:lnTo>
                  <a:lnTo>
                    <a:pt x="31025" y="158823"/>
                  </a:lnTo>
                  <a:lnTo>
                    <a:pt x="14171" y="200989"/>
                  </a:lnTo>
                  <a:lnTo>
                    <a:pt x="3638" y="246209"/>
                  </a:lnTo>
                  <a:lnTo>
                    <a:pt x="0" y="293877"/>
                  </a:lnTo>
                  <a:lnTo>
                    <a:pt x="3638" y="341512"/>
                  </a:lnTo>
                  <a:lnTo>
                    <a:pt x="14171" y="386704"/>
                  </a:lnTo>
                  <a:lnTo>
                    <a:pt x="31025" y="428849"/>
                  </a:lnTo>
                  <a:lnTo>
                    <a:pt x="53628" y="467339"/>
                  </a:lnTo>
                  <a:lnTo>
                    <a:pt x="81407" y="501570"/>
                  </a:lnTo>
                  <a:lnTo>
                    <a:pt x="113787" y="530936"/>
                  </a:lnTo>
                  <a:lnTo>
                    <a:pt x="150198" y="554830"/>
                  </a:lnTo>
                  <a:lnTo>
                    <a:pt x="190065" y="572648"/>
                  </a:lnTo>
                  <a:lnTo>
                    <a:pt x="232815" y="583782"/>
                  </a:lnTo>
                  <a:lnTo>
                    <a:pt x="277875" y="587629"/>
                  </a:lnTo>
                  <a:lnTo>
                    <a:pt x="322967" y="583782"/>
                  </a:lnTo>
                  <a:lnTo>
                    <a:pt x="365735" y="572648"/>
                  </a:lnTo>
                  <a:lnTo>
                    <a:pt x="405609" y="554830"/>
                  </a:lnTo>
                  <a:lnTo>
                    <a:pt x="442018" y="530936"/>
                  </a:lnTo>
                  <a:lnTo>
                    <a:pt x="474392" y="501570"/>
                  </a:lnTo>
                  <a:lnTo>
                    <a:pt x="502160" y="467339"/>
                  </a:lnTo>
                  <a:lnTo>
                    <a:pt x="524750" y="428849"/>
                  </a:lnTo>
                  <a:lnTo>
                    <a:pt x="541593" y="386704"/>
                  </a:lnTo>
                  <a:lnTo>
                    <a:pt x="552117" y="341512"/>
                  </a:lnTo>
                  <a:lnTo>
                    <a:pt x="555751" y="293877"/>
                  </a:lnTo>
                  <a:lnTo>
                    <a:pt x="552117" y="246209"/>
                  </a:lnTo>
                  <a:lnTo>
                    <a:pt x="541593" y="200989"/>
                  </a:lnTo>
                  <a:lnTo>
                    <a:pt x="524750" y="158823"/>
                  </a:lnTo>
                  <a:lnTo>
                    <a:pt x="502160" y="120316"/>
                  </a:lnTo>
                  <a:lnTo>
                    <a:pt x="474392" y="86074"/>
                  </a:lnTo>
                  <a:lnTo>
                    <a:pt x="442018" y="56700"/>
                  </a:lnTo>
                  <a:lnTo>
                    <a:pt x="405609" y="32801"/>
                  </a:lnTo>
                  <a:lnTo>
                    <a:pt x="365735" y="14981"/>
                  </a:lnTo>
                  <a:lnTo>
                    <a:pt x="322967" y="3846"/>
                  </a:lnTo>
                  <a:lnTo>
                    <a:pt x="277875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432047" y="4086224"/>
              <a:ext cx="556260" cy="588010"/>
            </a:xfrm>
            <a:custGeom>
              <a:avLst/>
              <a:gdLst/>
              <a:ahLst/>
              <a:cxnLst/>
              <a:rect l="l" t="t" r="r" b="b"/>
              <a:pathLst>
                <a:path w="556260" h="588010">
                  <a:moveTo>
                    <a:pt x="0" y="293877"/>
                  </a:moveTo>
                  <a:lnTo>
                    <a:pt x="3638" y="246209"/>
                  </a:lnTo>
                  <a:lnTo>
                    <a:pt x="14171" y="200989"/>
                  </a:lnTo>
                  <a:lnTo>
                    <a:pt x="31025" y="158823"/>
                  </a:lnTo>
                  <a:lnTo>
                    <a:pt x="53628" y="120316"/>
                  </a:lnTo>
                  <a:lnTo>
                    <a:pt x="81406" y="86074"/>
                  </a:lnTo>
                  <a:lnTo>
                    <a:pt x="113787" y="56700"/>
                  </a:lnTo>
                  <a:lnTo>
                    <a:pt x="150198" y="32801"/>
                  </a:lnTo>
                  <a:lnTo>
                    <a:pt x="190065" y="14981"/>
                  </a:lnTo>
                  <a:lnTo>
                    <a:pt x="232815" y="3846"/>
                  </a:lnTo>
                  <a:lnTo>
                    <a:pt x="277875" y="0"/>
                  </a:lnTo>
                  <a:lnTo>
                    <a:pt x="322967" y="3846"/>
                  </a:lnTo>
                  <a:lnTo>
                    <a:pt x="365735" y="14981"/>
                  </a:lnTo>
                  <a:lnTo>
                    <a:pt x="405609" y="32801"/>
                  </a:lnTo>
                  <a:lnTo>
                    <a:pt x="442018" y="56700"/>
                  </a:lnTo>
                  <a:lnTo>
                    <a:pt x="474392" y="86074"/>
                  </a:lnTo>
                  <a:lnTo>
                    <a:pt x="502160" y="120316"/>
                  </a:lnTo>
                  <a:lnTo>
                    <a:pt x="524750" y="158823"/>
                  </a:lnTo>
                  <a:lnTo>
                    <a:pt x="541593" y="200989"/>
                  </a:lnTo>
                  <a:lnTo>
                    <a:pt x="552117" y="246209"/>
                  </a:lnTo>
                  <a:lnTo>
                    <a:pt x="555751" y="293877"/>
                  </a:lnTo>
                  <a:lnTo>
                    <a:pt x="552117" y="341512"/>
                  </a:lnTo>
                  <a:lnTo>
                    <a:pt x="541593" y="386704"/>
                  </a:lnTo>
                  <a:lnTo>
                    <a:pt x="524750" y="428849"/>
                  </a:lnTo>
                  <a:lnTo>
                    <a:pt x="502160" y="467339"/>
                  </a:lnTo>
                  <a:lnTo>
                    <a:pt x="474392" y="501570"/>
                  </a:lnTo>
                  <a:lnTo>
                    <a:pt x="442018" y="530936"/>
                  </a:lnTo>
                  <a:lnTo>
                    <a:pt x="405609" y="554830"/>
                  </a:lnTo>
                  <a:lnTo>
                    <a:pt x="365735" y="572648"/>
                  </a:lnTo>
                  <a:lnTo>
                    <a:pt x="322967" y="583782"/>
                  </a:lnTo>
                  <a:lnTo>
                    <a:pt x="277875" y="587629"/>
                  </a:lnTo>
                  <a:lnTo>
                    <a:pt x="232815" y="583782"/>
                  </a:lnTo>
                  <a:lnTo>
                    <a:pt x="190065" y="572648"/>
                  </a:lnTo>
                  <a:lnTo>
                    <a:pt x="150198" y="554830"/>
                  </a:lnTo>
                  <a:lnTo>
                    <a:pt x="113787" y="530936"/>
                  </a:lnTo>
                  <a:lnTo>
                    <a:pt x="81407" y="501570"/>
                  </a:lnTo>
                  <a:lnTo>
                    <a:pt x="53628" y="467339"/>
                  </a:lnTo>
                  <a:lnTo>
                    <a:pt x="31025" y="428849"/>
                  </a:lnTo>
                  <a:lnTo>
                    <a:pt x="14171" y="386704"/>
                  </a:lnTo>
                  <a:lnTo>
                    <a:pt x="3638" y="341512"/>
                  </a:lnTo>
                  <a:lnTo>
                    <a:pt x="0" y="293877"/>
                  </a:lnTo>
                  <a:close/>
                </a:path>
              </a:pathLst>
            </a:custGeom>
            <a:ln w="25400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5910453" y="3768979"/>
            <a:ext cx="655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B</a:t>
            </a:r>
            <a:r>
              <a:rPr sz="1800" i="1" spc="5" dirty="0">
                <a:latin typeface="Arial"/>
                <a:cs typeface="Arial"/>
              </a:rPr>
              <a:t>F</a:t>
            </a:r>
            <a:r>
              <a:rPr sz="1800" i="1" dirty="0">
                <a:latin typeface="Arial"/>
                <a:cs typeface="Arial"/>
              </a:rPr>
              <a:t>=-</a:t>
            </a:r>
            <a:r>
              <a:rPr sz="1800" i="1" spc="-5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638803" y="4221937"/>
            <a:ext cx="1447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" dirty="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525905" y="3744544"/>
            <a:ext cx="5791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BF=0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2145283" y="3590099"/>
            <a:ext cx="1595755" cy="1015365"/>
            <a:chOff x="2145283" y="3590099"/>
            <a:chExt cx="1595755" cy="1015365"/>
          </a:xfrm>
        </p:grpSpPr>
        <p:sp>
          <p:nvSpPr>
            <p:cNvPr id="42" name="object 42"/>
            <p:cNvSpPr/>
            <p:nvPr/>
          </p:nvSpPr>
          <p:spPr>
            <a:xfrm>
              <a:off x="3709923" y="3594861"/>
              <a:ext cx="26034" cy="491490"/>
            </a:xfrm>
            <a:custGeom>
              <a:avLst/>
              <a:gdLst/>
              <a:ahLst/>
              <a:cxnLst/>
              <a:rect l="l" t="t" r="r" b="b"/>
              <a:pathLst>
                <a:path w="26035" h="491489">
                  <a:moveTo>
                    <a:pt x="25908" y="0"/>
                  </a:moveTo>
                  <a:lnTo>
                    <a:pt x="0" y="491363"/>
                  </a:lnTo>
                </a:path>
              </a:pathLst>
            </a:custGeom>
            <a:ln w="9525">
              <a:solidFill>
                <a:srgbClr val="3891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157983" y="3830192"/>
              <a:ext cx="495300" cy="762000"/>
            </a:xfrm>
            <a:custGeom>
              <a:avLst/>
              <a:gdLst/>
              <a:ahLst/>
              <a:cxnLst/>
              <a:rect l="l" t="t" r="r" b="b"/>
              <a:pathLst>
                <a:path w="495300" h="762000">
                  <a:moveTo>
                    <a:pt x="247650" y="0"/>
                  </a:moveTo>
                  <a:lnTo>
                    <a:pt x="176123" y="16129"/>
                  </a:lnTo>
                  <a:lnTo>
                    <a:pt x="143244" y="35408"/>
                  </a:lnTo>
                  <a:lnTo>
                    <a:pt x="112799" y="61376"/>
                  </a:lnTo>
                  <a:lnTo>
                    <a:pt x="85171" y="93446"/>
                  </a:lnTo>
                  <a:lnTo>
                    <a:pt x="60742" y="131028"/>
                  </a:lnTo>
                  <a:lnTo>
                    <a:pt x="39896" y="173533"/>
                  </a:lnTo>
                  <a:lnTo>
                    <a:pt x="23016" y="220372"/>
                  </a:lnTo>
                  <a:lnTo>
                    <a:pt x="10484" y="270955"/>
                  </a:lnTo>
                  <a:lnTo>
                    <a:pt x="2685" y="324694"/>
                  </a:lnTo>
                  <a:lnTo>
                    <a:pt x="0" y="380999"/>
                  </a:lnTo>
                  <a:lnTo>
                    <a:pt x="2685" y="437305"/>
                  </a:lnTo>
                  <a:lnTo>
                    <a:pt x="10484" y="491044"/>
                  </a:lnTo>
                  <a:lnTo>
                    <a:pt x="23016" y="541627"/>
                  </a:lnTo>
                  <a:lnTo>
                    <a:pt x="39896" y="588466"/>
                  </a:lnTo>
                  <a:lnTo>
                    <a:pt x="60742" y="630971"/>
                  </a:lnTo>
                  <a:lnTo>
                    <a:pt x="85171" y="668553"/>
                  </a:lnTo>
                  <a:lnTo>
                    <a:pt x="112799" y="700623"/>
                  </a:lnTo>
                  <a:lnTo>
                    <a:pt x="143244" y="726591"/>
                  </a:lnTo>
                  <a:lnTo>
                    <a:pt x="176123" y="745870"/>
                  </a:lnTo>
                  <a:lnTo>
                    <a:pt x="247650" y="761999"/>
                  </a:lnTo>
                  <a:lnTo>
                    <a:pt x="284247" y="757869"/>
                  </a:lnTo>
                  <a:lnTo>
                    <a:pt x="352055" y="726591"/>
                  </a:lnTo>
                  <a:lnTo>
                    <a:pt x="382500" y="700623"/>
                  </a:lnTo>
                  <a:lnTo>
                    <a:pt x="410128" y="668553"/>
                  </a:lnTo>
                  <a:lnTo>
                    <a:pt x="434557" y="630971"/>
                  </a:lnTo>
                  <a:lnTo>
                    <a:pt x="455403" y="588466"/>
                  </a:lnTo>
                  <a:lnTo>
                    <a:pt x="472283" y="541627"/>
                  </a:lnTo>
                  <a:lnTo>
                    <a:pt x="484815" y="491044"/>
                  </a:lnTo>
                  <a:lnTo>
                    <a:pt x="492614" y="437305"/>
                  </a:lnTo>
                  <a:lnTo>
                    <a:pt x="495300" y="380999"/>
                  </a:lnTo>
                  <a:lnTo>
                    <a:pt x="492614" y="324694"/>
                  </a:lnTo>
                  <a:lnTo>
                    <a:pt x="484815" y="270955"/>
                  </a:lnTo>
                  <a:lnTo>
                    <a:pt x="472283" y="220372"/>
                  </a:lnTo>
                  <a:lnTo>
                    <a:pt x="455403" y="173533"/>
                  </a:lnTo>
                  <a:lnTo>
                    <a:pt x="434557" y="131028"/>
                  </a:lnTo>
                  <a:lnTo>
                    <a:pt x="410128" y="93446"/>
                  </a:lnTo>
                  <a:lnTo>
                    <a:pt x="382500" y="61376"/>
                  </a:lnTo>
                  <a:lnTo>
                    <a:pt x="352055" y="35408"/>
                  </a:lnTo>
                  <a:lnTo>
                    <a:pt x="319176" y="16129"/>
                  </a:lnTo>
                  <a:lnTo>
                    <a:pt x="247650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157983" y="3830192"/>
              <a:ext cx="495300" cy="762000"/>
            </a:xfrm>
            <a:custGeom>
              <a:avLst/>
              <a:gdLst/>
              <a:ahLst/>
              <a:cxnLst/>
              <a:rect l="l" t="t" r="r" b="b"/>
              <a:pathLst>
                <a:path w="495300" h="762000">
                  <a:moveTo>
                    <a:pt x="0" y="380999"/>
                  </a:moveTo>
                  <a:lnTo>
                    <a:pt x="2685" y="324694"/>
                  </a:lnTo>
                  <a:lnTo>
                    <a:pt x="10484" y="270955"/>
                  </a:lnTo>
                  <a:lnTo>
                    <a:pt x="23016" y="220372"/>
                  </a:lnTo>
                  <a:lnTo>
                    <a:pt x="39896" y="173533"/>
                  </a:lnTo>
                  <a:lnTo>
                    <a:pt x="60742" y="131028"/>
                  </a:lnTo>
                  <a:lnTo>
                    <a:pt x="85171" y="93446"/>
                  </a:lnTo>
                  <a:lnTo>
                    <a:pt x="112799" y="61376"/>
                  </a:lnTo>
                  <a:lnTo>
                    <a:pt x="143244" y="35408"/>
                  </a:lnTo>
                  <a:lnTo>
                    <a:pt x="176123" y="16129"/>
                  </a:lnTo>
                  <a:lnTo>
                    <a:pt x="247650" y="0"/>
                  </a:lnTo>
                  <a:lnTo>
                    <a:pt x="284247" y="4130"/>
                  </a:lnTo>
                  <a:lnTo>
                    <a:pt x="352055" y="35408"/>
                  </a:lnTo>
                  <a:lnTo>
                    <a:pt x="382500" y="61376"/>
                  </a:lnTo>
                  <a:lnTo>
                    <a:pt x="410128" y="93446"/>
                  </a:lnTo>
                  <a:lnTo>
                    <a:pt x="434557" y="131028"/>
                  </a:lnTo>
                  <a:lnTo>
                    <a:pt x="455403" y="173533"/>
                  </a:lnTo>
                  <a:lnTo>
                    <a:pt x="472283" y="220372"/>
                  </a:lnTo>
                  <a:lnTo>
                    <a:pt x="484815" y="270955"/>
                  </a:lnTo>
                  <a:lnTo>
                    <a:pt x="492614" y="324694"/>
                  </a:lnTo>
                  <a:lnTo>
                    <a:pt x="495300" y="380999"/>
                  </a:lnTo>
                  <a:lnTo>
                    <a:pt x="492614" y="437305"/>
                  </a:lnTo>
                  <a:lnTo>
                    <a:pt x="484815" y="491044"/>
                  </a:lnTo>
                  <a:lnTo>
                    <a:pt x="472283" y="541627"/>
                  </a:lnTo>
                  <a:lnTo>
                    <a:pt x="455403" y="588466"/>
                  </a:lnTo>
                  <a:lnTo>
                    <a:pt x="434557" y="630971"/>
                  </a:lnTo>
                  <a:lnTo>
                    <a:pt x="410128" y="668553"/>
                  </a:lnTo>
                  <a:lnTo>
                    <a:pt x="382500" y="700623"/>
                  </a:lnTo>
                  <a:lnTo>
                    <a:pt x="352055" y="726591"/>
                  </a:lnTo>
                  <a:lnTo>
                    <a:pt x="319176" y="745870"/>
                  </a:lnTo>
                  <a:lnTo>
                    <a:pt x="247650" y="761999"/>
                  </a:lnTo>
                  <a:lnTo>
                    <a:pt x="211052" y="757869"/>
                  </a:lnTo>
                  <a:lnTo>
                    <a:pt x="143244" y="726591"/>
                  </a:lnTo>
                  <a:lnTo>
                    <a:pt x="112799" y="700623"/>
                  </a:lnTo>
                  <a:lnTo>
                    <a:pt x="85171" y="668553"/>
                  </a:lnTo>
                  <a:lnTo>
                    <a:pt x="60742" y="630971"/>
                  </a:lnTo>
                  <a:lnTo>
                    <a:pt x="39896" y="588466"/>
                  </a:lnTo>
                  <a:lnTo>
                    <a:pt x="23016" y="541627"/>
                  </a:lnTo>
                  <a:lnTo>
                    <a:pt x="10484" y="491044"/>
                  </a:lnTo>
                  <a:lnTo>
                    <a:pt x="2685" y="437305"/>
                  </a:lnTo>
                  <a:lnTo>
                    <a:pt x="0" y="380999"/>
                  </a:lnTo>
                  <a:close/>
                </a:path>
              </a:pathLst>
            </a:custGeom>
            <a:ln w="25400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2334260" y="4053078"/>
            <a:ext cx="144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2230501" y="3341370"/>
            <a:ext cx="1074420" cy="600710"/>
          </a:xfrm>
          <a:custGeom>
            <a:avLst/>
            <a:gdLst/>
            <a:ahLst/>
            <a:cxnLst/>
            <a:rect l="l" t="t" r="r" b="b"/>
            <a:pathLst>
              <a:path w="1074420" h="600710">
                <a:moveTo>
                  <a:pt x="1074293" y="0"/>
                </a:moveTo>
                <a:lnTo>
                  <a:pt x="0" y="600455"/>
                </a:lnTo>
              </a:path>
            </a:pathLst>
          </a:custGeom>
          <a:ln w="9524">
            <a:solidFill>
              <a:srgbClr val="3891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3775709" y="3750055"/>
            <a:ext cx="579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BF</a:t>
            </a:r>
            <a:r>
              <a:rPr sz="1800" i="1" spc="5" dirty="0">
                <a:latin typeface="Arial"/>
                <a:cs typeface="Arial"/>
              </a:rPr>
              <a:t>=</a:t>
            </a:r>
            <a:r>
              <a:rPr sz="1800" i="1" spc="-5" dirty="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4388739" y="3986910"/>
            <a:ext cx="414655" cy="618490"/>
            <a:chOff x="4388739" y="3986910"/>
            <a:chExt cx="414655" cy="618490"/>
          </a:xfrm>
        </p:grpSpPr>
        <p:sp>
          <p:nvSpPr>
            <p:cNvPr id="49" name="object 49"/>
            <p:cNvSpPr/>
            <p:nvPr/>
          </p:nvSpPr>
          <p:spPr>
            <a:xfrm>
              <a:off x="4401439" y="3999610"/>
              <a:ext cx="389255" cy="593090"/>
            </a:xfrm>
            <a:custGeom>
              <a:avLst/>
              <a:gdLst/>
              <a:ahLst/>
              <a:cxnLst/>
              <a:rect l="l" t="t" r="r" b="b"/>
              <a:pathLst>
                <a:path w="389254" h="593089">
                  <a:moveTo>
                    <a:pt x="194437" y="0"/>
                  </a:moveTo>
                  <a:lnTo>
                    <a:pt x="155234" y="6016"/>
                  </a:lnTo>
                  <a:lnTo>
                    <a:pt x="118729" y="23274"/>
                  </a:lnTo>
                  <a:lnTo>
                    <a:pt x="85700" y="50584"/>
                  </a:lnTo>
                  <a:lnTo>
                    <a:pt x="56927" y="86756"/>
                  </a:lnTo>
                  <a:lnTo>
                    <a:pt x="33191" y="130602"/>
                  </a:lnTo>
                  <a:lnTo>
                    <a:pt x="15271" y="180933"/>
                  </a:lnTo>
                  <a:lnTo>
                    <a:pt x="3947" y="236559"/>
                  </a:lnTo>
                  <a:lnTo>
                    <a:pt x="0" y="296290"/>
                  </a:lnTo>
                  <a:lnTo>
                    <a:pt x="3947" y="356022"/>
                  </a:lnTo>
                  <a:lnTo>
                    <a:pt x="15271" y="411648"/>
                  </a:lnTo>
                  <a:lnTo>
                    <a:pt x="33191" y="461979"/>
                  </a:lnTo>
                  <a:lnTo>
                    <a:pt x="56927" y="505825"/>
                  </a:lnTo>
                  <a:lnTo>
                    <a:pt x="85700" y="541997"/>
                  </a:lnTo>
                  <a:lnTo>
                    <a:pt x="118729" y="569307"/>
                  </a:lnTo>
                  <a:lnTo>
                    <a:pt x="155234" y="586565"/>
                  </a:lnTo>
                  <a:lnTo>
                    <a:pt x="194437" y="592582"/>
                  </a:lnTo>
                  <a:lnTo>
                    <a:pt x="233602" y="586565"/>
                  </a:lnTo>
                  <a:lnTo>
                    <a:pt x="270091" y="569307"/>
                  </a:lnTo>
                  <a:lnTo>
                    <a:pt x="303117" y="541997"/>
                  </a:lnTo>
                  <a:lnTo>
                    <a:pt x="331898" y="505825"/>
                  </a:lnTo>
                  <a:lnTo>
                    <a:pt x="355648" y="461979"/>
                  </a:lnTo>
                  <a:lnTo>
                    <a:pt x="373584" y="411648"/>
                  </a:lnTo>
                  <a:lnTo>
                    <a:pt x="384920" y="356022"/>
                  </a:lnTo>
                  <a:lnTo>
                    <a:pt x="388874" y="296290"/>
                  </a:lnTo>
                  <a:lnTo>
                    <a:pt x="384920" y="236559"/>
                  </a:lnTo>
                  <a:lnTo>
                    <a:pt x="373584" y="180933"/>
                  </a:lnTo>
                  <a:lnTo>
                    <a:pt x="355648" y="130602"/>
                  </a:lnTo>
                  <a:lnTo>
                    <a:pt x="331898" y="86756"/>
                  </a:lnTo>
                  <a:lnTo>
                    <a:pt x="303117" y="50584"/>
                  </a:lnTo>
                  <a:lnTo>
                    <a:pt x="270091" y="23274"/>
                  </a:lnTo>
                  <a:lnTo>
                    <a:pt x="233602" y="6016"/>
                  </a:lnTo>
                  <a:lnTo>
                    <a:pt x="194437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401439" y="3999610"/>
              <a:ext cx="389255" cy="593090"/>
            </a:xfrm>
            <a:custGeom>
              <a:avLst/>
              <a:gdLst/>
              <a:ahLst/>
              <a:cxnLst/>
              <a:rect l="l" t="t" r="r" b="b"/>
              <a:pathLst>
                <a:path w="389254" h="593089">
                  <a:moveTo>
                    <a:pt x="0" y="296290"/>
                  </a:moveTo>
                  <a:lnTo>
                    <a:pt x="3947" y="236559"/>
                  </a:lnTo>
                  <a:lnTo>
                    <a:pt x="15271" y="180933"/>
                  </a:lnTo>
                  <a:lnTo>
                    <a:pt x="33191" y="130602"/>
                  </a:lnTo>
                  <a:lnTo>
                    <a:pt x="56927" y="86756"/>
                  </a:lnTo>
                  <a:lnTo>
                    <a:pt x="85700" y="50584"/>
                  </a:lnTo>
                  <a:lnTo>
                    <a:pt x="118729" y="23274"/>
                  </a:lnTo>
                  <a:lnTo>
                    <a:pt x="155234" y="6016"/>
                  </a:lnTo>
                  <a:lnTo>
                    <a:pt x="194437" y="0"/>
                  </a:lnTo>
                  <a:lnTo>
                    <a:pt x="233602" y="6016"/>
                  </a:lnTo>
                  <a:lnTo>
                    <a:pt x="270091" y="23274"/>
                  </a:lnTo>
                  <a:lnTo>
                    <a:pt x="303117" y="50584"/>
                  </a:lnTo>
                  <a:lnTo>
                    <a:pt x="331898" y="86756"/>
                  </a:lnTo>
                  <a:lnTo>
                    <a:pt x="355648" y="130602"/>
                  </a:lnTo>
                  <a:lnTo>
                    <a:pt x="373584" y="180933"/>
                  </a:lnTo>
                  <a:lnTo>
                    <a:pt x="384920" y="236559"/>
                  </a:lnTo>
                  <a:lnTo>
                    <a:pt x="388874" y="296290"/>
                  </a:lnTo>
                  <a:lnTo>
                    <a:pt x="384920" y="356022"/>
                  </a:lnTo>
                  <a:lnTo>
                    <a:pt x="373584" y="411648"/>
                  </a:lnTo>
                  <a:lnTo>
                    <a:pt x="355648" y="461979"/>
                  </a:lnTo>
                  <a:lnTo>
                    <a:pt x="331898" y="505825"/>
                  </a:lnTo>
                  <a:lnTo>
                    <a:pt x="303117" y="541997"/>
                  </a:lnTo>
                  <a:lnTo>
                    <a:pt x="270091" y="569307"/>
                  </a:lnTo>
                  <a:lnTo>
                    <a:pt x="233602" y="586565"/>
                  </a:lnTo>
                  <a:lnTo>
                    <a:pt x="194437" y="592582"/>
                  </a:lnTo>
                  <a:lnTo>
                    <a:pt x="155234" y="586565"/>
                  </a:lnTo>
                  <a:lnTo>
                    <a:pt x="118729" y="569307"/>
                  </a:lnTo>
                  <a:lnTo>
                    <a:pt x="85700" y="541997"/>
                  </a:lnTo>
                  <a:lnTo>
                    <a:pt x="56927" y="505825"/>
                  </a:lnTo>
                  <a:lnTo>
                    <a:pt x="33191" y="461979"/>
                  </a:lnTo>
                  <a:lnTo>
                    <a:pt x="15271" y="411648"/>
                  </a:lnTo>
                  <a:lnTo>
                    <a:pt x="3947" y="356022"/>
                  </a:lnTo>
                  <a:lnTo>
                    <a:pt x="0" y="296290"/>
                  </a:lnTo>
                  <a:close/>
                </a:path>
              </a:pathLst>
            </a:custGeom>
            <a:ln w="25400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4524247" y="3797680"/>
            <a:ext cx="662940" cy="640080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359"/>
              </a:spcBef>
            </a:pPr>
            <a:r>
              <a:rPr sz="1800" i="1" dirty="0">
                <a:latin typeface="Arial"/>
                <a:cs typeface="Arial"/>
              </a:rPr>
              <a:t>BF</a:t>
            </a:r>
            <a:r>
              <a:rPr sz="1800" i="1" spc="5" dirty="0">
                <a:latin typeface="Arial"/>
                <a:cs typeface="Arial"/>
              </a:rPr>
              <a:t>=</a:t>
            </a:r>
            <a:r>
              <a:rPr sz="1800" i="1" spc="-5" dirty="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5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4591113" y="3513899"/>
            <a:ext cx="2192655" cy="1865630"/>
            <a:chOff x="4591113" y="3513899"/>
            <a:chExt cx="2192655" cy="1865630"/>
          </a:xfrm>
        </p:grpSpPr>
        <p:sp>
          <p:nvSpPr>
            <p:cNvPr id="53" name="object 53"/>
            <p:cNvSpPr/>
            <p:nvPr/>
          </p:nvSpPr>
          <p:spPr>
            <a:xfrm>
              <a:off x="4595876" y="3518661"/>
              <a:ext cx="278130" cy="481330"/>
            </a:xfrm>
            <a:custGeom>
              <a:avLst/>
              <a:gdLst/>
              <a:ahLst/>
              <a:cxnLst/>
              <a:rect l="l" t="t" r="r" b="b"/>
              <a:pathLst>
                <a:path w="278129" h="481329">
                  <a:moveTo>
                    <a:pt x="277875" y="0"/>
                  </a:moveTo>
                  <a:lnTo>
                    <a:pt x="0" y="480949"/>
                  </a:lnTo>
                </a:path>
              </a:pathLst>
            </a:custGeom>
            <a:ln w="9525">
              <a:solidFill>
                <a:srgbClr val="3891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029198" y="4673853"/>
              <a:ext cx="741680" cy="692785"/>
            </a:xfrm>
            <a:custGeom>
              <a:avLst/>
              <a:gdLst/>
              <a:ahLst/>
              <a:cxnLst/>
              <a:rect l="l" t="t" r="r" b="b"/>
              <a:pathLst>
                <a:path w="741679" h="692785">
                  <a:moveTo>
                    <a:pt x="370839" y="0"/>
                  </a:moveTo>
                  <a:lnTo>
                    <a:pt x="320510" y="3161"/>
                  </a:lnTo>
                  <a:lnTo>
                    <a:pt x="272241" y="12371"/>
                  </a:lnTo>
                  <a:lnTo>
                    <a:pt x="226474" y="27215"/>
                  </a:lnTo>
                  <a:lnTo>
                    <a:pt x="183651" y="47281"/>
                  </a:lnTo>
                  <a:lnTo>
                    <a:pt x="144212" y="72155"/>
                  </a:lnTo>
                  <a:lnTo>
                    <a:pt x="108600" y="101425"/>
                  </a:lnTo>
                  <a:lnTo>
                    <a:pt x="77256" y="134676"/>
                  </a:lnTo>
                  <a:lnTo>
                    <a:pt x="50621" y="171497"/>
                  </a:lnTo>
                  <a:lnTo>
                    <a:pt x="29136" y="211472"/>
                  </a:lnTo>
                  <a:lnTo>
                    <a:pt x="13243" y="254191"/>
                  </a:lnTo>
                  <a:lnTo>
                    <a:pt x="3384" y="299238"/>
                  </a:lnTo>
                  <a:lnTo>
                    <a:pt x="0" y="346202"/>
                  </a:lnTo>
                  <a:lnTo>
                    <a:pt x="3384" y="393192"/>
                  </a:lnTo>
                  <a:lnTo>
                    <a:pt x="13243" y="438257"/>
                  </a:lnTo>
                  <a:lnTo>
                    <a:pt x="29136" y="480984"/>
                  </a:lnTo>
                  <a:lnTo>
                    <a:pt x="50621" y="520963"/>
                  </a:lnTo>
                  <a:lnTo>
                    <a:pt x="77256" y="557781"/>
                  </a:lnTo>
                  <a:lnTo>
                    <a:pt x="108600" y="591026"/>
                  </a:lnTo>
                  <a:lnTo>
                    <a:pt x="144212" y="620286"/>
                  </a:lnTo>
                  <a:lnTo>
                    <a:pt x="183651" y="645150"/>
                  </a:lnTo>
                  <a:lnTo>
                    <a:pt x="226474" y="665206"/>
                  </a:lnTo>
                  <a:lnTo>
                    <a:pt x="272241" y="680041"/>
                  </a:lnTo>
                  <a:lnTo>
                    <a:pt x="320510" y="689244"/>
                  </a:lnTo>
                  <a:lnTo>
                    <a:pt x="370839" y="692404"/>
                  </a:lnTo>
                  <a:lnTo>
                    <a:pt x="421140" y="689244"/>
                  </a:lnTo>
                  <a:lnTo>
                    <a:pt x="469384" y="680041"/>
                  </a:lnTo>
                  <a:lnTo>
                    <a:pt x="515131" y="665206"/>
                  </a:lnTo>
                  <a:lnTo>
                    <a:pt x="557939" y="645150"/>
                  </a:lnTo>
                  <a:lnTo>
                    <a:pt x="597365" y="620286"/>
                  </a:lnTo>
                  <a:lnTo>
                    <a:pt x="632967" y="591026"/>
                  </a:lnTo>
                  <a:lnTo>
                    <a:pt x="664305" y="557781"/>
                  </a:lnTo>
                  <a:lnTo>
                    <a:pt x="690936" y="520963"/>
                  </a:lnTo>
                  <a:lnTo>
                    <a:pt x="712418" y="480984"/>
                  </a:lnTo>
                  <a:lnTo>
                    <a:pt x="728309" y="438257"/>
                  </a:lnTo>
                  <a:lnTo>
                    <a:pt x="738168" y="393192"/>
                  </a:lnTo>
                  <a:lnTo>
                    <a:pt x="741552" y="346202"/>
                  </a:lnTo>
                  <a:lnTo>
                    <a:pt x="738168" y="299238"/>
                  </a:lnTo>
                  <a:lnTo>
                    <a:pt x="728309" y="254191"/>
                  </a:lnTo>
                  <a:lnTo>
                    <a:pt x="712418" y="211472"/>
                  </a:lnTo>
                  <a:lnTo>
                    <a:pt x="690936" y="171497"/>
                  </a:lnTo>
                  <a:lnTo>
                    <a:pt x="664305" y="134676"/>
                  </a:lnTo>
                  <a:lnTo>
                    <a:pt x="632968" y="101425"/>
                  </a:lnTo>
                  <a:lnTo>
                    <a:pt x="597365" y="72155"/>
                  </a:lnTo>
                  <a:lnTo>
                    <a:pt x="557939" y="47281"/>
                  </a:lnTo>
                  <a:lnTo>
                    <a:pt x="515131" y="27215"/>
                  </a:lnTo>
                  <a:lnTo>
                    <a:pt x="469384" y="12371"/>
                  </a:lnTo>
                  <a:lnTo>
                    <a:pt x="421140" y="3161"/>
                  </a:lnTo>
                  <a:lnTo>
                    <a:pt x="370839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029198" y="4673853"/>
              <a:ext cx="741680" cy="692785"/>
            </a:xfrm>
            <a:custGeom>
              <a:avLst/>
              <a:gdLst/>
              <a:ahLst/>
              <a:cxnLst/>
              <a:rect l="l" t="t" r="r" b="b"/>
              <a:pathLst>
                <a:path w="741679" h="692785">
                  <a:moveTo>
                    <a:pt x="0" y="346202"/>
                  </a:moveTo>
                  <a:lnTo>
                    <a:pt x="3384" y="299238"/>
                  </a:lnTo>
                  <a:lnTo>
                    <a:pt x="13243" y="254191"/>
                  </a:lnTo>
                  <a:lnTo>
                    <a:pt x="29136" y="211472"/>
                  </a:lnTo>
                  <a:lnTo>
                    <a:pt x="50621" y="171497"/>
                  </a:lnTo>
                  <a:lnTo>
                    <a:pt x="77256" y="134676"/>
                  </a:lnTo>
                  <a:lnTo>
                    <a:pt x="108600" y="101425"/>
                  </a:lnTo>
                  <a:lnTo>
                    <a:pt x="144212" y="72155"/>
                  </a:lnTo>
                  <a:lnTo>
                    <a:pt x="183651" y="47281"/>
                  </a:lnTo>
                  <a:lnTo>
                    <a:pt x="226474" y="27215"/>
                  </a:lnTo>
                  <a:lnTo>
                    <a:pt x="272241" y="12371"/>
                  </a:lnTo>
                  <a:lnTo>
                    <a:pt x="320510" y="3161"/>
                  </a:lnTo>
                  <a:lnTo>
                    <a:pt x="370839" y="0"/>
                  </a:lnTo>
                  <a:lnTo>
                    <a:pt x="421140" y="3161"/>
                  </a:lnTo>
                  <a:lnTo>
                    <a:pt x="469384" y="12371"/>
                  </a:lnTo>
                  <a:lnTo>
                    <a:pt x="515131" y="27215"/>
                  </a:lnTo>
                  <a:lnTo>
                    <a:pt x="557939" y="47281"/>
                  </a:lnTo>
                  <a:lnTo>
                    <a:pt x="597365" y="72155"/>
                  </a:lnTo>
                  <a:lnTo>
                    <a:pt x="632968" y="101425"/>
                  </a:lnTo>
                  <a:lnTo>
                    <a:pt x="664305" y="134676"/>
                  </a:lnTo>
                  <a:lnTo>
                    <a:pt x="690936" y="171497"/>
                  </a:lnTo>
                  <a:lnTo>
                    <a:pt x="712418" y="211472"/>
                  </a:lnTo>
                  <a:lnTo>
                    <a:pt x="728309" y="254191"/>
                  </a:lnTo>
                  <a:lnTo>
                    <a:pt x="738168" y="299238"/>
                  </a:lnTo>
                  <a:lnTo>
                    <a:pt x="741552" y="346202"/>
                  </a:lnTo>
                  <a:lnTo>
                    <a:pt x="738168" y="393192"/>
                  </a:lnTo>
                  <a:lnTo>
                    <a:pt x="728309" y="438257"/>
                  </a:lnTo>
                  <a:lnTo>
                    <a:pt x="712418" y="480984"/>
                  </a:lnTo>
                  <a:lnTo>
                    <a:pt x="690936" y="520963"/>
                  </a:lnTo>
                  <a:lnTo>
                    <a:pt x="664305" y="557781"/>
                  </a:lnTo>
                  <a:lnTo>
                    <a:pt x="632967" y="591026"/>
                  </a:lnTo>
                  <a:lnTo>
                    <a:pt x="597365" y="620286"/>
                  </a:lnTo>
                  <a:lnTo>
                    <a:pt x="557939" y="645150"/>
                  </a:lnTo>
                  <a:lnTo>
                    <a:pt x="515131" y="665206"/>
                  </a:lnTo>
                  <a:lnTo>
                    <a:pt x="469384" y="680041"/>
                  </a:lnTo>
                  <a:lnTo>
                    <a:pt x="421140" y="689244"/>
                  </a:lnTo>
                  <a:lnTo>
                    <a:pt x="370839" y="692404"/>
                  </a:lnTo>
                  <a:lnTo>
                    <a:pt x="320510" y="689244"/>
                  </a:lnTo>
                  <a:lnTo>
                    <a:pt x="272241" y="680041"/>
                  </a:lnTo>
                  <a:lnTo>
                    <a:pt x="226474" y="665206"/>
                  </a:lnTo>
                  <a:lnTo>
                    <a:pt x="183651" y="645150"/>
                  </a:lnTo>
                  <a:lnTo>
                    <a:pt x="144212" y="620286"/>
                  </a:lnTo>
                  <a:lnTo>
                    <a:pt x="108600" y="591026"/>
                  </a:lnTo>
                  <a:lnTo>
                    <a:pt x="77256" y="557781"/>
                  </a:lnTo>
                  <a:lnTo>
                    <a:pt x="50621" y="520963"/>
                  </a:lnTo>
                  <a:lnTo>
                    <a:pt x="29136" y="480984"/>
                  </a:lnTo>
                  <a:lnTo>
                    <a:pt x="13243" y="438257"/>
                  </a:lnTo>
                  <a:lnTo>
                    <a:pt x="3384" y="393192"/>
                  </a:lnTo>
                  <a:lnTo>
                    <a:pt x="0" y="346202"/>
                  </a:lnTo>
                  <a:close/>
                </a:path>
              </a:pathLst>
            </a:custGeom>
            <a:ln w="25400">
              <a:solidFill>
                <a:srgbClr val="25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830951" y="4427981"/>
              <a:ext cx="307340" cy="347345"/>
            </a:xfrm>
            <a:custGeom>
              <a:avLst/>
              <a:gdLst/>
              <a:ahLst/>
              <a:cxnLst/>
              <a:rect l="l" t="t" r="r" b="b"/>
              <a:pathLst>
                <a:path w="307339" h="347345">
                  <a:moveTo>
                    <a:pt x="0" y="0"/>
                  </a:moveTo>
                  <a:lnTo>
                    <a:pt x="306832" y="347345"/>
                  </a:lnTo>
                </a:path>
              </a:pathLst>
            </a:custGeom>
            <a:ln w="9525">
              <a:solidFill>
                <a:srgbClr val="3891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3109976" y="4446523"/>
            <a:ext cx="4102735" cy="167386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655"/>
              </a:spcBef>
            </a:pPr>
            <a:r>
              <a:rPr sz="1800" i="1" dirty="0">
                <a:latin typeface="Arial"/>
                <a:cs typeface="Arial"/>
              </a:rPr>
              <a:t>BF=0</a:t>
            </a:r>
            <a:endParaRPr sz="1800">
              <a:latin typeface="Arial"/>
              <a:cs typeface="Arial"/>
            </a:endParaRPr>
          </a:p>
          <a:p>
            <a:pPr marR="743585" algn="r">
              <a:lnSpc>
                <a:spcPct val="100000"/>
              </a:lnSpc>
              <a:spcBef>
                <a:spcPts val="555"/>
              </a:spcBef>
            </a:pPr>
            <a:r>
              <a:rPr sz="1800" i="1" spc="-10" dirty="0">
                <a:solidFill>
                  <a:srgbClr val="FFFFFF"/>
                </a:solidFill>
                <a:latin typeface="Trebuchet MS"/>
                <a:cs typeface="Trebuchet MS"/>
              </a:rPr>
              <a:t>8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b="1" i="1" spc="-5" dirty="0">
                <a:solidFill>
                  <a:srgbClr val="00AF50"/>
                </a:solidFill>
                <a:latin typeface="Arial"/>
                <a:cs typeface="Arial"/>
              </a:rPr>
              <a:t>TREE</a:t>
            </a:r>
            <a:r>
              <a:rPr sz="1800" b="1" i="1" spc="-1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00AF50"/>
                </a:solidFill>
                <a:latin typeface="Arial"/>
                <a:cs typeface="Arial"/>
              </a:rPr>
              <a:t>is</a:t>
            </a:r>
            <a:r>
              <a:rPr sz="1800" b="1" i="1" spc="459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800" b="1" i="1" spc="-5" dirty="0">
                <a:solidFill>
                  <a:srgbClr val="00AF50"/>
                </a:solidFill>
                <a:latin typeface="Arial"/>
                <a:cs typeface="Arial"/>
              </a:rPr>
              <a:t>balanced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62811" y="341375"/>
            <a:ext cx="5117592" cy="1219200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514602" y="485978"/>
            <a:ext cx="4414520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130" dirty="0"/>
              <a:t>Deletion</a:t>
            </a:r>
            <a:r>
              <a:rPr sz="4300" spc="-150" dirty="0"/>
              <a:t> </a:t>
            </a:r>
            <a:r>
              <a:rPr sz="4300" spc="-114" dirty="0"/>
              <a:t>Operation</a:t>
            </a:r>
            <a:endParaRPr sz="4300"/>
          </a:p>
        </p:txBody>
      </p:sp>
      <p:sp>
        <p:nvSpPr>
          <p:cNvPr id="16" name="object 16"/>
          <p:cNvSpPr txBox="1"/>
          <p:nvPr/>
        </p:nvSpPr>
        <p:spPr>
          <a:xfrm>
            <a:off x="1596897" y="1388338"/>
            <a:ext cx="7261859" cy="366966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95910" indent="-283845" algn="just">
              <a:lnSpc>
                <a:spcPct val="100000"/>
              </a:lnSpc>
              <a:spcBef>
                <a:spcPts val="700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180" dirty="0">
                <a:latin typeface="Trebuchet MS"/>
                <a:cs typeface="Trebuchet MS"/>
              </a:rPr>
              <a:t>Similar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spc="-80" dirty="0">
                <a:latin typeface="Trebuchet MS"/>
                <a:cs typeface="Trebuchet MS"/>
              </a:rPr>
              <a:t>to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165" dirty="0">
                <a:latin typeface="Trebuchet MS"/>
                <a:cs typeface="Trebuchet MS"/>
              </a:rPr>
              <a:t>deletion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130" dirty="0">
                <a:latin typeface="Trebuchet MS"/>
                <a:cs typeface="Trebuchet MS"/>
              </a:rPr>
              <a:t>operation</a:t>
            </a:r>
            <a:r>
              <a:rPr sz="3200" spc="-120" dirty="0">
                <a:latin typeface="Trebuchet MS"/>
                <a:cs typeface="Trebuchet MS"/>
              </a:rPr>
              <a:t> </a:t>
            </a:r>
            <a:r>
              <a:rPr sz="3200" spc="-180" dirty="0">
                <a:latin typeface="Trebuchet MS"/>
                <a:cs typeface="Trebuchet MS"/>
              </a:rPr>
              <a:t>in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BST</a:t>
            </a:r>
            <a:endParaRPr sz="3200">
              <a:latin typeface="Trebuchet MS"/>
              <a:cs typeface="Trebuchet MS"/>
            </a:endParaRPr>
          </a:p>
          <a:p>
            <a:pPr marL="295910" marR="5080" indent="-283845" algn="just">
              <a:lnSpc>
                <a:spcPct val="100000"/>
              </a:lnSpc>
              <a:spcBef>
                <a:spcPts val="6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125" dirty="0">
                <a:latin typeface="Trebuchet MS"/>
                <a:cs typeface="Trebuchet MS"/>
              </a:rPr>
              <a:t>Every</a:t>
            </a:r>
            <a:r>
              <a:rPr sz="3200" spc="-120" dirty="0">
                <a:latin typeface="Trebuchet MS"/>
                <a:cs typeface="Trebuchet MS"/>
              </a:rPr>
              <a:t> </a:t>
            </a:r>
            <a:r>
              <a:rPr sz="3200" spc="-165" dirty="0">
                <a:latin typeface="Trebuchet MS"/>
                <a:cs typeface="Trebuchet MS"/>
              </a:rPr>
              <a:t>deletion</a:t>
            </a:r>
            <a:r>
              <a:rPr sz="3200" spc="-160" dirty="0">
                <a:latin typeface="Trebuchet MS"/>
                <a:cs typeface="Trebuchet MS"/>
              </a:rPr>
              <a:t> </a:t>
            </a:r>
            <a:r>
              <a:rPr sz="3200" spc="-165" dirty="0">
                <a:latin typeface="Trebuchet MS"/>
                <a:cs typeface="Trebuchet MS"/>
              </a:rPr>
              <a:t>operation,</a:t>
            </a:r>
            <a:r>
              <a:rPr sz="3200" spc="-160" dirty="0">
                <a:latin typeface="Trebuchet MS"/>
                <a:cs typeface="Trebuchet MS"/>
              </a:rPr>
              <a:t> </a:t>
            </a:r>
            <a:r>
              <a:rPr sz="3200" spc="-180" dirty="0">
                <a:latin typeface="Trebuchet MS"/>
                <a:cs typeface="Trebuchet MS"/>
              </a:rPr>
              <a:t>we</a:t>
            </a:r>
            <a:r>
              <a:rPr sz="3200" spc="-175" dirty="0">
                <a:latin typeface="Trebuchet MS"/>
                <a:cs typeface="Trebuchet MS"/>
              </a:rPr>
              <a:t> </a:t>
            </a:r>
            <a:r>
              <a:rPr sz="3200" spc="-180" dirty="0">
                <a:latin typeface="Trebuchet MS"/>
                <a:cs typeface="Trebuchet MS"/>
              </a:rPr>
              <a:t>need</a:t>
            </a:r>
            <a:r>
              <a:rPr sz="3200" spc="-175" dirty="0">
                <a:latin typeface="Trebuchet MS"/>
                <a:cs typeface="Trebuchet MS"/>
              </a:rPr>
              <a:t> </a:t>
            </a:r>
            <a:r>
              <a:rPr sz="3200" spc="-80" dirty="0">
                <a:latin typeface="Trebuchet MS"/>
                <a:cs typeface="Trebuchet MS"/>
              </a:rPr>
              <a:t>to 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160" dirty="0">
                <a:latin typeface="Trebuchet MS"/>
                <a:cs typeface="Trebuchet MS"/>
              </a:rPr>
              <a:t>check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160" dirty="0">
                <a:latin typeface="Trebuchet MS"/>
                <a:cs typeface="Trebuchet MS"/>
              </a:rPr>
              <a:t>wit</a:t>
            </a:r>
            <a:r>
              <a:rPr sz="3200" spc="-180" dirty="0">
                <a:latin typeface="Trebuchet MS"/>
                <a:cs typeface="Trebuchet MS"/>
              </a:rPr>
              <a:t>h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190" dirty="0">
                <a:latin typeface="Trebuchet MS"/>
                <a:cs typeface="Trebuchet MS"/>
              </a:rPr>
              <a:t>the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204" dirty="0">
                <a:latin typeface="Trebuchet MS"/>
                <a:cs typeface="Trebuchet MS"/>
              </a:rPr>
              <a:t>Balance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145" dirty="0">
                <a:latin typeface="Trebuchet MS"/>
                <a:cs typeface="Trebuchet MS"/>
              </a:rPr>
              <a:t>Facto</a:t>
            </a:r>
            <a:r>
              <a:rPr sz="3200" spc="-110" dirty="0">
                <a:latin typeface="Trebuchet MS"/>
                <a:cs typeface="Trebuchet MS"/>
              </a:rPr>
              <a:t>r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160" dirty="0">
                <a:latin typeface="Trebuchet MS"/>
                <a:cs typeface="Trebuchet MS"/>
              </a:rPr>
              <a:t>condit</a:t>
            </a:r>
            <a:r>
              <a:rPr sz="3200" spc="-95" dirty="0">
                <a:latin typeface="Trebuchet MS"/>
                <a:cs typeface="Trebuchet MS"/>
              </a:rPr>
              <a:t>i</a:t>
            </a:r>
            <a:r>
              <a:rPr sz="3200" spc="-50" dirty="0">
                <a:latin typeface="Trebuchet MS"/>
                <a:cs typeface="Trebuchet MS"/>
              </a:rPr>
              <a:t>on</a:t>
            </a:r>
            <a:endParaRPr sz="3200">
              <a:latin typeface="Trebuchet MS"/>
              <a:cs typeface="Trebuchet MS"/>
            </a:endParaRPr>
          </a:p>
          <a:p>
            <a:pPr marL="295910" marR="5080" indent="-283845" algn="just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240" dirty="0">
                <a:latin typeface="Trebuchet MS"/>
                <a:cs typeface="Trebuchet MS"/>
              </a:rPr>
              <a:t>If</a:t>
            </a:r>
            <a:r>
              <a:rPr sz="3200" spc="-235" dirty="0">
                <a:latin typeface="Trebuchet MS"/>
                <a:cs typeface="Trebuchet MS"/>
              </a:rPr>
              <a:t> </a:t>
            </a:r>
            <a:r>
              <a:rPr sz="3200" spc="-190" dirty="0">
                <a:latin typeface="Trebuchet MS"/>
                <a:cs typeface="Trebuchet MS"/>
              </a:rPr>
              <a:t>the</a:t>
            </a:r>
            <a:r>
              <a:rPr sz="3200" spc="-185" dirty="0">
                <a:latin typeface="Trebuchet MS"/>
                <a:cs typeface="Trebuchet MS"/>
              </a:rPr>
              <a:t> </a:t>
            </a:r>
            <a:r>
              <a:rPr sz="3200" spc="-175" dirty="0">
                <a:latin typeface="Trebuchet MS"/>
                <a:cs typeface="Trebuchet MS"/>
              </a:rPr>
              <a:t>tree</a:t>
            </a:r>
            <a:r>
              <a:rPr sz="3200" spc="610" dirty="0">
                <a:latin typeface="Trebuchet MS"/>
                <a:cs typeface="Trebuchet MS"/>
              </a:rPr>
              <a:t> </a:t>
            </a:r>
            <a:r>
              <a:rPr sz="3200" spc="-135" dirty="0">
                <a:latin typeface="Trebuchet MS"/>
                <a:cs typeface="Trebuchet MS"/>
              </a:rPr>
              <a:t>is </a:t>
            </a:r>
            <a:r>
              <a:rPr sz="3200" spc="-220" dirty="0">
                <a:latin typeface="Trebuchet MS"/>
                <a:cs typeface="Trebuchet MS"/>
              </a:rPr>
              <a:t>balanced</a:t>
            </a:r>
            <a:r>
              <a:rPr sz="3200" spc="525" dirty="0">
                <a:latin typeface="Trebuchet MS"/>
                <a:cs typeface="Trebuchet MS"/>
              </a:rPr>
              <a:t> </a:t>
            </a:r>
            <a:r>
              <a:rPr sz="3200" spc="-220" dirty="0">
                <a:latin typeface="Trebuchet MS"/>
                <a:cs typeface="Trebuchet MS"/>
              </a:rPr>
              <a:t>after</a:t>
            </a:r>
            <a:r>
              <a:rPr sz="3200" spc="525" dirty="0">
                <a:latin typeface="Trebuchet MS"/>
                <a:cs typeface="Trebuchet MS"/>
              </a:rPr>
              <a:t> </a:t>
            </a:r>
            <a:r>
              <a:rPr sz="3200" spc="-165" dirty="0">
                <a:latin typeface="Trebuchet MS"/>
                <a:cs typeface="Trebuchet MS"/>
              </a:rPr>
              <a:t>deletion </a:t>
            </a:r>
            <a:r>
              <a:rPr sz="3200" spc="-145" dirty="0">
                <a:latin typeface="Trebuchet MS"/>
                <a:cs typeface="Trebuchet MS"/>
              </a:rPr>
              <a:t>go </a:t>
            </a:r>
            <a:r>
              <a:rPr sz="3200" spc="-140" dirty="0">
                <a:latin typeface="Trebuchet MS"/>
                <a:cs typeface="Trebuchet MS"/>
              </a:rPr>
              <a:t> </a:t>
            </a:r>
            <a:r>
              <a:rPr sz="3200" spc="-114" dirty="0">
                <a:latin typeface="Trebuchet MS"/>
                <a:cs typeface="Trebuchet MS"/>
              </a:rPr>
              <a:t>for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-140" dirty="0">
                <a:latin typeface="Trebuchet MS"/>
                <a:cs typeface="Trebuchet MS"/>
              </a:rPr>
              <a:t>next</a:t>
            </a:r>
            <a:r>
              <a:rPr sz="3200" spc="-135" dirty="0">
                <a:latin typeface="Trebuchet MS"/>
                <a:cs typeface="Trebuchet MS"/>
              </a:rPr>
              <a:t> </a:t>
            </a:r>
            <a:r>
              <a:rPr sz="3200" spc="-130" dirty="0">
                <a:latin typeface="Trebuchet MS"/>
                <a:cs typeface="Trebuchet MS"/>
              </a:rPr>
              <a:t>operation</a:t>
            </a:r>
            <a:r>
              <a:rPr sz="3200" spc="-125" dirty="0">
                <a:latin typeface="Trebuchet MS"/>
                <a:cs typeface="Trebuchet MS"/>
              </a:rPr>
              <a:t> otherwise</a:t>
            </a:r>
            <a:r>
              <a:rPr sz="3200" spc="-120" dirty="0">
                <a:latin typeface="Trebuchet MS"/>
                <a:cs typeface="Trebuchet MS"/>
              </a:rPr>
              <a:t> </a:t>
            </a:r>
            <a:r>
              <a:rPr sz="3200" spc="-135" dirty="0">
                <a:latin typeface="Trebuchet MS"/>
                <a:cs typeface="Trebuchet MS"/>
              </a:rPr>
              <a:t>perform </a:t>
            </a:r>
            <a:r>
              <a:rPr sz="3200" spc="-130" dirty="0">
                <a:latin typeface="Trebuchet MS"/>
                <a:cs typeface="Trebuchet MS"/>
              </a:rPr>
              <a:t> </a:t>
            </a:r>
            <a:r>
              <a:rPr sz="3200" spc="-200" dirty="0">
                <a:latin typeface="Trebuchet MS"/>
                <a:cs typeface="Trebuchet MS"/>
              </a:rPr>
              <a:t>suitable</a:t>
            </a:r>
            <a:r>
              <a:rPr sz="3200" spc="-195" dirty="0">
                <a:latin typeface="Trebuchet MS"/>
                <a:cs typeface="Trebuchet MS"/>
              </a:rPr>
              <a:t> </a:t>
            </a:r>
            <a:r>
              <a:rPr sz="3200" spc="-135" dirty="0">
                <a:latin typeface="Trebuchet MS"/>
                <a:cs typeface="Trebuchet MS"/>
              </a:rPr>
              <a:t>rotation</a:t>
            </a:r>
            <a:r>
              <a:rPr sz="3200" spc="-130" dirty="0">
                <a:latin typeface="Trebuchet MS"/>
                <a:cs typeface="Trebuchet MS"/>
              </a:rPr>
              <a:t> </a:t>
            </a:r>
            <a:r>
              <a:rPr sz="3200" spc="-80" dirty="0">
                <a:latin typeface="Trebuchet MS"/>
                <a:cs typeface="Trebuchet MS"/>
              </a:rPr>
              <a:t>to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225" dirty="0">
                <a:latin typeface="Trebuchet MS"/>
                <a:cs typeface="Trebuchet MS"/>
              </a:rPr>
              <a:t>make</a:t>
            </a:r>
            <a:r>
              <a:rPr sz="3200" spc="-220" dirty="0">
                <a:latin typeface="Trebuchet MS"/>
                <a:cs typeface="Trebuchet MS"/>
              </a:rPr>
              <a:t> </a:t>
            </a:r>
            <a:r>
              <a:rPr sz="3200" spc="-190" dirty="0">
                <a:latin typeface="Trebuchet MS"/>
                <a:cs typeface="Trebuchet MS"/>
              </a:rPr>
              <a:t>the</a:t>
            </a:r>
            <a:r>
              <a:rPr sz="3200" spc="-185" dirty="0">
                <a:latin typeface="Trebuchet MS"/>
                <a:cs typeface="Trebuchet MS"/>
              </a:rPr>
              <a:t> </a:t>
            </a:r>
            <a:r>
              <a:rPr sz="3200" spc="-170" dirty="0">
                <a:latin typeface="Trebuchet MS"/>
                <a:cs typeface="Trebuchet MS"/>
              </a:rPr>
              <a:t>tree </a:t>
            </a:r>
            <a:r>
              <a:rPr sz="3200" spc="-165" dirty="0">
                <a:latin typeface="Trebuchet MS"/>
                <a:cs typeface="Trebuchet MS"/>
              </a:rPr>
              <a:t> </a:t>
            </a:r>
            <a:r>
              <a:rPr sz="3200" spc="-229" dirty="0">
                <a:latin typeface="Trebuchet MS"/>
                <a:cs typeface="Trebuchet MS"/>
              </a:rPr>
              <a:t>Balanced.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2239</TotalTime>
  <Words>722</Words>
  <Application>Microsoft Office PowerPoint</Application>
  <PresentationFormat>On-screen Show (4:3)</PresentationFormat>
  <Paragraphs>278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Segoe UI Symbol</vt:lpstr>
      <vt:lpstr>Trebuchet MS</vt:lpstr>
      <vt:lpstr>Verdana</vt:lpstr>
      <vt:lpstr>Office Theme</vt:lpstr>
      <vt:lpstr>HEAPS AND AVL TREES</vt:lpstr>
      <vt:lpstr>PowerPoint Presentation</vt:lpstr>
      <vt:lpstr>HEAPS AND AVL TREES</vt:lpstr>
      <vt:lpstr>AVL Trees</vt:lpstr>
      <vt:lpstr>AVL Trees</vt:lpstr>
      <vt:lpstr>Why AVL Trees?</vt:lpstr>
      <vt:lpstr>Example of AVL Trees</vt:lpstr>
      <vt:lpstr>AVL Tree Rotations</vt:lpstr>
      <vt:lpstr>Classification of Rotations</vt:lpstr>
      <vt:lpstr>Single Left Rotation (LL Rotation)</vt:lpstr>
      <vt:lpstr>Single Right Rotation (RR Rotation)</vt:lpstr>
      <vt:lpstr>Double Rotation- Left Right Rotation (LR Rotation)</vt:lpstr>
      <vt:lpstr>Double Rotation- Right Left Rotation (RL Rotation)</vt:lpstr>
      <vt:lpstr>Operations on AVL Tree</vt:lpstr>
      <vt:lpstr>Insertion Operation</vt:lpstr>
      <vt:lpstr>Construction of AVL Tree (1 to 8)</vt:lpstr>
      <vt:lpstr>Construction of AVL Tree (1 to 8)</vt:lpstr>
      <vt:lpstr>Construction of AVL Tree (1 to 8)</vt:lpstr>
      <vt:lpstr>Construction of AVL Tree (1 to 8)</vt:lpstr>
      <vt:lpstr>Construction of AVL Tree (1 to 8)</vt:lpstr>
      <vt:lpstr>Construction of AVL Tree (1 to 8)</vt:lpstr>
      <vt:lpstr>Construction of AVL Tree (1 to 8)</vt:lpstr>
      <vt:lpstr>Construction of AVL Tree (1 to 8)</vt:lpstr>
      <vt:lpstr>Construction of AVL Tree (1 to 8)</vt:lpstr>
      <vt:lpstr>Construction of AVL Tree (1 to 8)</vt:lpstr>
      <vt:lpstr>Construction of AVL Tree (1 to 8)</vt:lpstr>
      <vt:lpstr>Construction of AVL Tree (1 to 8)</vt:lpstr>
      <vt:lpstr>Deletion Operation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Stacks</dc:title>
  <dc:creator>mattmcc</dc:creator>
  <cp:lastModifiedBy>Windows User</cp:lastModifiedBy>
  <cp:revision>5</cp:revision>
  <dcterms:created xsi:type="dcterms:W3CDTF">2023-05-30T15:46:52Z</dcterms:created>
  <dcterms:modified xsi:type="dcterms:W3CDTF">2023-06-01T05:14:54Z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2022-09-27T00:00:00Z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2023-05-30T00:00:00Z</vt:filetime>
  </property>
</Properties>
</file>