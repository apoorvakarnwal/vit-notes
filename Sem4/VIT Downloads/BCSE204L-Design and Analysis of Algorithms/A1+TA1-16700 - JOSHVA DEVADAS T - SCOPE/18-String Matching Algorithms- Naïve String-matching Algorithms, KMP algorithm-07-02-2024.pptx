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326" r:id="rId3"/>
    <p:sldId id="325" r:id="rId4"/>
    <p:sldId id="318" r:id="rId5"/>
    <p:sldId id="321" r:id="rId6"/>
    <p:sldId id="322" r:id="rId7"/>
    <p:sldId id="320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-378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94D3-3492-4C52-A047-D56125F058F1}" type="datetimeFigureOut">
              <a:rPr lang="en-US" smtClean="0"/>
              <a:t>2/7/2023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C0DA-9C2F-42E5-85BD-333016487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23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9" y="156579"/>
            <a:ext cx="11754853" cy="485106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599" y="802105"/>
            <a:ext cx="11754853" cy="5919370"/>
          </a:xfrm>
        </p:spPr>
        <p:txBody>
          <a:bodyPr>
            <a:normAutofit/>
          </a:bodyPr>
          <a:lstStyle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94D3-3492-4C52-A047-D56125F058F1}" type="datetimeFigureOut">
              <a:rPr lang="en-US" smtClean="0"/>
              <a:t>2/7/2023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C0DA-9C2F-42E5-85BD-333016487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248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94D3-3492-4C52-A047-D56125F058F1}" type="datetimeFigureOut">
              <a:rPr lang="en-US" smtClean="0"/>
              <a:t>2/7/2023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C0DA-9C2F-42E5-85BD-333016487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204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94D3-3492-4C52-A047-D56125F058F1}" type="datetimeFigureOut">
              <a:rPr lang="en-US" smtClean="0"/>
              <a:t>2/7/2023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C0DA-9C2F-42E5-85BD-333016487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814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94D3-3492-4C52-A047-D56125F058F1}" type="datetimeFigureOut">
              <a:rPr lang="en-US" smtClean="0"/>
              <a:t>2/7/2023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C0DA-9C2F-42E5-85BD-333016487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859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94D3-3492-4C52-A047-D56125F058F1}" type="datetimeFigureOut">
              <a:rPr lang="en-US" smtClean="0"/>
              <a:t>2/7/2023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C0DA-9C2F-42E5-85BD-333016487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989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94D3-3492-4C52-A047-D56125F058F1}" type="datetimeFigureOut">
              <a:rPr lang="en-US" smtClean="0"/>
              <a:t>2/7/2023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C0DA-9C2F-42E5-85BD-333016487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306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94D3-3492-4C52-A047-D56125F058F1}" type="datetimeFigureOut">
              <a:rPr lang="en-US" smtClean="0"/>
              <a:t>2/7/2023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C0DA-9C2F-42E5-85BD-333016487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725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94D3-3492-4C52-A047-D56125F058F1}" type="datetimeFigureOut">
              <a:rPr lang="en-US" smtClean="0"/>
              <a:t>2/7/2023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C0DA-9C2F-42E5-85BD-333016487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647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94D3-3492-4C52-A047-D56125F058F1}" type="datetimeFigureOut">
              <a:rPr lang="en-US" smtClean="0"/>
              <a:t>2/7/2023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C0DA-9C2F-42E5-85BD-333016487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952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94D3-3492-4C52-A047-D56125F058F1}" type="datetimeFigureOut">
              <a:rPr lang="en-US" smtClean="0"/>
              <a:t>2/7/2023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C0DA-9C2F-42E5-85BD-333016487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8729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="" xmlns:a16="http://schemas.microsoft.com/office/drawing/2014/main" id="{F0C7CF9C-036B-891C-2BBB-034DE873F4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2F9F5593-3252-9108-1216-75176C932E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FA2DCDF9-0692-D7FA-D584-DDB9F28237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DA2EDF-3085-4CF0-971B-6ED9C928D01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89420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="" xmlns:a16="http://schemas.microsoft.com/office/drawing/2014/main" id="{18ED2F62-4E70-F29C-3BE3-9E4DD23D74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4D3B3559-77FD-9DF0-AD4F-168AB0CD60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25A70D4C-D9DF-ADA1-A559-A6403B55A2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36B38E-A4FD-4DC6-A435-D88E9A32768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6822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="" xmlns:a16="http://schemas.microsoft.com/office/drawing/2014/main" id="{64007B79-7A31-6712-906D-BA03242C54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7E0F0D6F-C98E-AA0B-F387-905A292426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49413579-FC9B-7431-D723-985D417E95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F5B450-DE2F-43A6-B62E-120BB392315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48237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F652E399-9847-D2C7-33D3-67CB407FDC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3DD7268F-3839-1A2E-EF68-2D79EE02ED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0F2ED0C9-92D6-E6AD-870E-E6D4BBC072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8BE528-352B-4929-A4CD-794355B96C5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9019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="" xmlns:a16="http://schemas.microsoft.com/office/drawing/2014/main" id="{FB03C178-13E6-FA0C-E39B-CB56DE8CC2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="" xmlns:a16="http://schemas.microsoft.com/office/drawing/2014/main" id="{6F7AB091-A1A4-5DC8-FA8D-383EBDEB1D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="" xmlns:a16="http://schemas.microsoft.com/office/drawing/2014/main" id="{F6887458-0BD3-8498-7886-080E88B507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0645A7A-8178-4CEF-BA8D-F68BE549A14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01456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="" xmlns:a16="http://schemas.microsoft.com/office/drawing/2014/main" id="{20A3EFCE-C1F3-2964-F552-F1A67EE744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74A10300-F908-A2F1-F1B9-966D7FB1A40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E1903952-5287-62A2-7333-CAB711ACB6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AC36AA-2230-46FF-8D95-61F4C08C43B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0285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="" xmlns:a16="http://schemas.microsoft.com/office/drawing/2014/main" id="{C2B03FC2-E5E0-C7E8-40C2-38594B0614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="" xmlns:a16="http://schemas.microsoft.com/office/drawing/2014/main" id="{0354404C-CC5A-F8CF-826A-FB69006F9C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="" xmlns:a16="http://schemas.microsoft.com/office/drawing/2014/main" id="{46D50C21-91CA-A2E5-7DA4-74B7E593A2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7737D4-CB98-4432-9849-EC4A7067EBF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83019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67963676-01BC-5450-F9EC-85FC7B6E77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4CA12FB4-CA28-5720-6060-63EAC5DB4E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A7907835-79FB-D08D-C68D-B1276F9444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1DA93F-E198-4098-A8FE-1B6D0F49C94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67424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171E9EE9-980D-D658-0ADC-CCA1660BA9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D89EEAE7-22D6-6FAE-256D-9E318D9E03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BC7DCB6B-11BE-8547-4572-6FC30C47E4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949DA3-B566-4DB6-BC34-DF7D63B0DD6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4635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="" xmlns:a16="http://schemas.microsoft.com/office/drawing/2014/main" id="{02A8886F-067D-A1D7-FE69-98B1429EE0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36F1E118-611C-3BE5-0B3C-627BF6D3EE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907D42A2-7D1B-5BF2-0E8B-60EB27A207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C2C7AE-8831-4BA1-9E40-26EF1550B5A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16173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="" xmlns:a16="http://schemas.microsoft.com/office/drawing/2014/main" id="{A9C5A1EA-FD31-82F9-A392-0183C3FC27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F9D166C3-1A31-F18D-0AB9-FA22CBCDC4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4333A687-BF80-768E-A072-F087963D73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DE6A8A-EE31-4B7D-8134-C392EEB85C6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8864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B694D3-3492-4C52-A047-D56125F058F1}" type="datetimeFigureOut">
              <a:rPr lang="en-US" smtClean="0"/>
              <a:t>2/7/2023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A5C0DA-9C2F-42E5-85BD-333016487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503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="" xmlns:a16="http://schemas.microsoft.com/office/drawing/2014/main" id="{0B843820-3E49-7D3C-6C5B-A1636A0DEE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="" xmlns:a16="http://schemas.microsoft.com/office/drawing/2014/main" id="{0FA616CD-1D26-569E-B514-AA9F660971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="" xmlns:a16="http://schemas.microsoft.com/office/drawing/2014/main" id="{ACD4E393-1054-905A-EE96-D0A8A2D1D5B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" pitchFamily="-101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="" xmlns:a16="http://schemas.microsoft.com/office/drawing/2014/main" id="{C05170AC-C70F-664D-1192-F18208C25F9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" pitchFamily="-101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="" xmlns:a16="http://schemas.microsoft.com/office/drawing/2014/main" id="{3DCC8D07-3F55-2E6F-E0F0-10D69309818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B6F463E-DB70-4CE5-9B64-510081105E4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3729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1" charset="-128"/>
          <a:cs typeface="ＭＳ Ｐゴシック" pitchFamily="-101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-101" charset="0"/>
          <a:ea typeface="ＭＳ Ｐゴシック" pitchFamily="-101" charset="-128"/>
          <a:cs typeface="ＭＳ Ｐゴシック" pitchFamily="-101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-101" charset="0"/>
          <a:ea typeface="ＭＳ Ｐゴシック" pitchFamily="-101" charset="-128"/>
          <a:cs typeface="ＭＳ Ｐゴシック" pitchFamily="-101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-101" charset="0"/>
          <a:ea typeface="ＭＳ Ｐゴシック" pitchFamily="-101" charset="-128"/>
          <a:cs typeface="ＭＳ Ｐゴシック" pitchFamily="-101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-101" charset="0"/>
          <a:ea typeface="ＭＳ Ｐゴシック" pitchFamily="-101" charset="-128"/>
          <a:cs typeface="ＭＳ Ｐゴシック" pitchFamily="-101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-101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-101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-101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-101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1" charset="-128"/>
          <a:cs typeface="ＭＳ Ｐゴシック" pitchFamily="-101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1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1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1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1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1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1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1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1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String Matching </a:t>
            </a:r>
            <a:r>
              <a:rPr lang="en-US" dirty="0" smtClean="0"/>
              <a:t>Algorithm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Knuth Morris and Pratt algorithm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A2EDF-3085-4CF0-971B-6ED9C928D01F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5321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KMP- Knuth Morris and Pratt algorithm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5353" y="749121"/>
            <a:ext cx="9359083" cy="5739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3929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737" y="313188"/>
            <a:ext cx="11433494" cy="5882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4760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85" y="374875"/>
            <a:ext cx="11006465" cy="5493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6383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4549" y="711662"/>
            <a:ext cx="6394676" cy="5756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9783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KMP </a:t>
            </a:r>
            <a:r>
              <a:rPr lang="en-US" dirty="0"/>
              <a:t>algorithm </a:t>
            </a: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859" y="694970"/>
            <a:ext cx="6454965" cy="6040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6960" y="783680"/>
            <a:ext cx="4509164" cy="4384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73037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6050" y="314325"/>
            <a:ext cx="6819900" cy="622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7987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4539" y="0"/>
            <a:ext cx="7431348" cy="671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2304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881" y="829386"/>
            <a:ext cx="10926610" cy="4547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61322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353" y="341195"/>
            <a:ext cx="11269819" cy="5813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0323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282" y="374816"/>
            <a:ext cx="5790133" cy="6178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2847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892" y="517903"/>
            <a:ext cx="10365101" cy="5350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709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0899" y="116078"/>
            <a:ext cx="8339137" cy="6664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6068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4535" y="344462"/>
            <a:ext cx="9854349" cy="5960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28793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014" y="430828"/>
            <a:ext cx="11027904" cy="5724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2949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945" y="486771"/>
            <a:ext cx="10594744" cy="494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753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080" y="337497"/>
            <a:ext cx="10429598" cy="5872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1401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741" y="339134"/>
            <a:ext cx="9478512" cy="5886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35246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673" y="505464"/>
            <a:ext cx="11399239" cy="57861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0729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895" y="1049313"/>
            <a:ext cx="9713550" cy="3904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7931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9226" y="638332"/>
            <a:ext cx="9979926" cy="591937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Advantages:</a:t>
            </a:r>
          </a:p>
          <a:p>
            <a:r>
              <a:rPr lang="en-US" dirty="0"/>
              <a:t>The running time of the KMP algorithm is optimal (O(m + n)), which is very fast.</a:t>
            </a:r>
          </a:p>
          <a:p>
            <a:r>
              <a:rPr lang="en-US" dirty="0"/>
              <a:t>The algorithm never needs to move backwards in the input text T. It makes the algorithm good for processing very large </a:t>
            </a:r>
            <a:r>
              <a:rPr lang="en-US" dirty="0" smtClean="0"/>
              <a:t>files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Disadvantages:</a:t>
            </a:r>
          </a:p>
          <a:p>
            <a:r>
              <a:rPr lang="en-US" dirty="0"/>
              <a:t>Doesn’t work so well </a:t>
            </a:r>
            <a:r>
              <a:rPr lang="en-US" dirty="0">
                <a:solidFill>
                  <a:srgbClr val="FF0000"/>
                </a:solidFill>
              </a:rPr>
              <a:t>as the size of the alphabets increases</a:t>
            </a:r>
          </a:p>
          <a:p>
            <a:r>
              <a:rPr lang="en-US" dirty="0"/>
              <a:t>By which more chances of </a:t>
            </a:r>
            <a:r>
              <a:rPr lang="en-US" dirty="0">
                <a:solidFill>
                  <a:srgbClr val="FF0000"/>
                </a:solidFill>
              </a:rPr>
              <a:t>mismatch occurs</a:t>
            </a:r>
            <a:r>
              <a:rPr lang="en-US" dirty="0" smtClean="0">
                <a:solidFill>
                  <a:srgbClr val="FF0000"/>
                </a:solidFill>
              </a:rPr>
              <a:t>. 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8959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pitchFamily="-101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pitchFamily="-101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</TotalTime>
  <Words>82</Words>
  <Application>Microsoft Office PowerPoint</Application>
  <PresentationFormat>Custom</PresentationFormat>
  <Paragraphs>12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3" baseType="lpstr">
      <vt:lpstr>1_Office Theme</vt:lpstr>
      <vt:lpstr>Blank</vt:lpstr>
      <vt:lpstr>String Matching Algorithm </vt:lpstr>
      <vt:lpstr>KMP- Knuth Morris and Pratt algorithm</vt:lpstr>
      <vt:lpstr>PowerPoint Presentation</vt:lpstr>
      <vt:lpstr>PowerPoint Presentation</vt:lpstr>
      <vt:lpstr>PowerPoint Presentation</vt:lpstr>
      <vt:lpstr>KMP algorithm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Cont’d-KMP algorithm </dc:title>
  <dc:creator>Malini S</dc:creator>
  <cp:lastModifiedBy>HP</cp:lastModifiedBy>
  <cp:revision>13</cp:revision>
  <dcterms:created xsi:type="dcterms:W3CDTF">2023-01-31T13:26:10Z</dcterms:created>
  <dcterms:modified xsi:type="dcterms:W3CDTF">2023-02-07T16:23:40Z</dcterms:modified>
</cp:coreProperties>
</file>