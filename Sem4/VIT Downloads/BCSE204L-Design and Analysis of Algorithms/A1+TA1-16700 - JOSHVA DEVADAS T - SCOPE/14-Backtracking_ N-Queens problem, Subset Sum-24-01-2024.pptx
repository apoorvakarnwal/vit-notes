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6" r:id="rId17"/>
    <p:sldId id="274" r:id="rId18"/>
    <p:sldId id="270" r:id="rId19"/>
    <p:sldId id="271" r:id="rId20"/>
    <p:sldId id="272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856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84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45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77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8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55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30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1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186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05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F0CBB-FFAC-470B-A084-C4B57881567E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A47A8-2849-4B06-AB74-C143BDEA0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471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Backtracking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N Queen Problem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55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8" y="260648"/>
            <a:ext cx="9026490" cy="6381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956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96541"/>
            <a:ext cx="8229600" cy="3948683"/>
          </a:xfrm>
        </p:spPr>
        <p:txBody>
          <a:bodyPr/>
          <a:lstStyle/>
          <a:p>
            <a:r>
              <a:rPr lang="en-US" dirty="0" smtClean="0"/>
              <a:t>A classic combinatorial problem is to place eight queens on an 8 x 8 chessboard so that o two “attack”, that is , so that no two of them are on the same row, column, or diagonal. </a:t>
            </a:r>
          </a:p>
          <a:p>
            <a:r>
              <a:rPr lang="en-US" dirty="0" smtClean="0"/>
              <a:t>Lets number the rows and columns of the chess board 1 through 8</a:t>
            </a:r>
          </a:p>
          <a:p>
            <a:r>
              <a:rPr lang="en-US" dirty="0" smtClean="0"/>
              <a:t>The queens can also be numbered 1 through 8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547664" y="548680"/>
            <a:ext cx="5688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FF0000"/>
                </a:solidFill>
              </a:rPr>
              <a:t>N-Queen Problem</a:t>
            </a:r>
            <a:endParaRPr lang="en-IN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89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16632"/>
            <a:ext cx="5904656" cy="631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159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404664"/>
            <a:ext cx="8206875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7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 descr="https://www.learnpick.in/userfiles/resources_conversion_files/samplenote_backtracking_1515900149_5a5accf5b96d3_304417-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795"/>
            <a:ext cx="8963369" cy="633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8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www.learnpick.in/userfiles/resources_conversion_files/samplenote_backtracking_1515900149_5a5accf5b96d3_304417-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7"/>
            <a:ext cx="8809694" cy="622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78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990600"/>
            <a:ext cx="62388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69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76671"/>
            <a:ext cx="7128792" cy="560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938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92696"/>
            <a:ext cx="7360848" cy="5271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894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4664"/>
            <a:ext cx="7786484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296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92696"/>
            <a:ext cx="7134901" cy="5348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734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96602"/>
            <a:ext cx="7159030" cy="5346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679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00299"/>
            <a:ext cx="7632330" cy="579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974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831093"/>
            <a:ext cx="3639294" cy="5688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260648"/>
            <a:ext cx="8208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State Space Search for 4 Queen Problem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18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1019175"/>
            <a:ext cx="8515350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074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33375"/>
            <a:ext cx="8496300" cy="619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608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332656"/>
            <a:ext cx="8711570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185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6672"/>
            <a:ext cx="8106585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400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3935"/>
            <a:ext cx="7682458" cy="6347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758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27" y="1323887"/>
            <a:ext cx="3888432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161676"/>
            <a:ext cx="3996873" cy="4050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3528" y="5373216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(5,7,1,3,8,6,4,2)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885184" y="5508608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(6,4,7,1,8,2,5,3)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905194" y="6030340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(3,5,2,8,1,7,4,6)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23528" y="5661008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(2,6,4,8,3,2,7,5)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23488" y="6030340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(2,4,6,8,3,2,7,5)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85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92</Words>
  <Application>Microsoft Office PowerPoint</Application>
  <PresentationFormat>On-screen Show (4:3)</PresentationFormat>
  <Paragraphs>12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Backtracking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Backtracking</dc:title>
  <dc:creator>HP</dc:creator>
  <cp:lastModifiedBy>HP</cp:lastModifiedBy>
  <cp:revision>10</cp:revision>
  <dcterms:created xsi:type="dcterms:W3CDTF">2023-01-11T06:55:11Z</dcterms:created>
  <dcterms:modified xsi:type="dcterms:W3CDTF">2023-01-12T10:08:22Z</dcterms:modified>
</cp:coreProperties>
</file>