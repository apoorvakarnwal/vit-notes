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31" r:id="rId3"/>
    <p:sldId id="332" r:id="rId4"/>
    <p:sldId id="333" r:id="rId5"/>
    <p:sldId id="334" r:id="rId6"/>
    <p:sldId id="335" r:id="rId7"/>
    <p:sldId id="337" r:id="rId8"/>
    <p:sldId id="340" r:id="rId9"/>
    <p:sldId id="338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 showGuides="1">
      <p:cViewPr>
        <p:scale>
          <a:sx n="72" d="100"/>
          <a:sy n="72" d="100"/>
        </p:scale>
        <p:origin x="-450" y="-7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32BD1-B7FE-47E2-881A-8F84BB8F55E8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F27D0-EBE9-4921-91D1-4492377A3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008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32BD1-B7FE-47E2-881A-8F84BB8F55E8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F27D0-EBE9-4921-91D1-4492377A3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449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32BD1-B7FE-47E2-881A-8F84BB8F55E8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F27D0-EBE9-4921-91D1-4492377A3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20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32BD1-B7FE-47E2-881A-8F84BB8F55E8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F27D0-EBE9-4921-91D1-4492377A3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759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32BD1-B7FE-47E2-881A-8F84BB8F55E8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F27D0-EBE9-4921-91D1-4492377A3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92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32BD1-B7FE-47E2-881A-8F84BB8F55E8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F27D0-EBE9-4921-91D1-4492377A3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10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32BD1-B7FE-47E2-881A-8F84BB8F55E8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F27D0-EBE9-4921-91D1-4492377A3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237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32BD1-B7FE-47E2-881A-8F84BB8F55E8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F27D0-EBE9-4921-91D1-4492377A3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31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32BD1-B7FE-47E2-881A-8F84BB8F55E8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F27D0-EBE9-4921-91D1-4492377A3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645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32BD1-B7FE-47E2-881A-8F84BB8F55E8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F27D0-EBE9-4921-91D1-4492377A3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59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32BD1-B7FE-47E2-881A-8F84BB8F55E8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F27D0-EBE9-4921-91D1-4492377A3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412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32BD1-B7FE-47E2-881A-8F84BB8F55E8}" type="datetimeFigureOut">
              <a:rPr lang="en-IN" smtClean="0"/>
              <a:t>09-03-2023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F27D0-EBE9-4921-91D1-4492377A38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234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NETWORK FLOWS </a:t>
            </a:r>
            <a:br>
              <a:rPr lang="en-IN" b="1" dirty="0" smtClean="0">
                <a:solidFill>
                  <a:srgbClr val="FF0000"/>
                </a:solidFill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4616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Edmond Karp Algorithm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35696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881063"/>
            <a:ext cx="8963025" cy="509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233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7" y="654948"/>
            <a:ext cx="980122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88" y="2958962"/>
            <a:ext cx="8658225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252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808797"/>
            <a:ext cx="98298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262" y="3559659"/>
            <a:ext cx="9515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20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521" y="911294"/>
            <a:ext cx="7508599" cy="5240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598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776" y="935849"/>
            <a:ext cx="10098157" cy="1329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776" y="2265740"/>
            <a:ext cx="10098157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1814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491" y="605871"/>
            <a:ext cx="9340144" cy="1979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491" y="3967819"/>
            <a:ext cx="9340144" cy="194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488" y="2278053"/>
            <a:ext cx="9340141" cy="168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828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461" y="97733"/>
            <a:ext cx="7177088" cy="129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461" y="1260612"/>
            <a:ext cx="7177088" cy="5401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917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534" y="665301"/>
            <a:ext cx="8331891" cy="583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975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04" y="741915"/>
            <a:ext cx="10084905" cy="5369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334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687" y="795545"/>
            <a:ext cx="10164417" cy="561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186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17" y="682694"/>
            <a:ext cx="10177670" cy="5782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66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652" y="496337"/>
            <a:ext cx="10402957" cy="568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028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70" y="895558"/>
            <a:ext cx="9053926" cy="5372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294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497" y="777530"/>
            <a:ext cx="9503259" cy="5804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90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948" y="566529"/>
            <a:ext cx="9475304" cy="6037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328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614" y="1423987"/>
            <a:ext cx="10360508" cy="4593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237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18" y="1508676"/>
            <a:ext cx="10752262" cy="4892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338470" y="516835"/>
            <a:ext cx="92897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/>
              <a:t>Shortest Augmenting Path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78732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852488"/>
            <a:ext cx="9896475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672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04" y="132521"/>
            <a:ext cx="11593167" cy="6517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492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8</Words>
  <Application>Microsoft Office PowerPoint</Application>
  <PresentationFormat>Custom</PresentationFormat>
  <Paragraphs>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NETWORK FLOWS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GREEDY TECHNIQUES</dc:title>
  <dc:creator>Lenovo</dc:creator>
  <cp:lastModifiedBy>HP</cp:lastModifiedBy>
  <cp:revision>153</cp:revision>
  <dcterms:created xsi:type="dcterms:W3CDTF">2022-12-12T15:37:42Z</dcterms:created>
  <dcterms:modified xsi:type="dcterms:W3CDTF">2023-03-09T16:30:06Z</dcterms:modified>
</cp:coreProperties>
</file>