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4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74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7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835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32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0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229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66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52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6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52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42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48432-34D3-4E6B-A9A8-5455377BAB1E}" type="datetimeFigureOut">
              <a:rPr lang="en-IN" smtClean="0"/>
              <a:t>19-01-2024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E8412-C6FB-48EE-BC1B-85322F3250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82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Chain Multiplication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899592" y="141277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800" dirty="0" smtClean="0"/>
              <a:t>What is Matrix Multiplication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800" dirty="0" smtClean="0"/>
              <a:t>What is Matrix Chain Multiplication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800" dirty="0" smtClean="0"/>
              <a:t>Formula using Dynamic Programming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800" dirty="0" smtClean="0"/>
              <a:t>Ho to use Dynamic Programming Formula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800" dirty="0" smtClean="0"/>
              <a:t>Example Problem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43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CHAIN MULTIPLICATION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8" y="1484784"/>
            <a:ext cx="7743825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13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09575"/>
            <a:ext cx="8553450" cy="603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581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514350"/>
            <a:ext cx="9029700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759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0"/>
            <a:ext cx="8858250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39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276225"/>
            <a:ext cx="8658225" cy="630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33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4" y="214313"/>
            <a:ext cx="7862639" cy="642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105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52388"/>
            <a:ext cx="7953375" cy="675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338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"/>
            <a:ext cx="73152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161925"/>
            <a:ext cx="7820025" cy="653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756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09550"/>
            <a:ext cx="9101026" cy="5955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410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863"/>
            <a:ext cx="9458325" cy="677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25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9069637" cy="594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065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14325"/>
            <a:ext cx="8964488" cy="622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2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"/>
            <a:ext cx="9144000" cy="674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644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01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82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</Words>
  <Application>Microsoft Office PowerPoint</Application>
  <PresentationFormat>On-screen Show (4:3)</PresentationFormat>
  <Paragraphs>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Matrix Chain Multiplication</vt:lpstr>
      <vt:lpstr>MATRIX CHAIN MULTIPLICATION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</cp:revision>
  <dcterms:created xsi:type="dcterms:W3CDTF">2024-01-18T17:18:34Z</dcterms:created>
  <dcterms:modified xsi:type="dcterms:W3CDTF">2024-01-19T04:03:33Z</dcterms:modified>
</cp:coreProperties>
</file>