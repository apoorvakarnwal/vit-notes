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E442-218D-44C9-B2B8-EBF6E89C7A3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16B8-4DB3-4783-B3DA-562839892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02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E442-218D-44C9-B2B8-EBF6E89C7A3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16B8-4DB3-4783-B3DA-562839892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818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E442-218D-44C9-B2B8-EBF6E89C7A3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16B8-4DB3-4783-B3DA-562839892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41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E442-218D-44C9-B2B8-EBF6E89C7A3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16B8-4DB3-4783-B3DA-562839892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15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E442-218D-44C9-B2B8-EBF6E89C7A3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16B8-4DB3-4783-B3DA-562839892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754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E442-218D-44C9-B2B8-EBF6E89C7A3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16B8-4DB3-4783-B3DA-562839892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294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E442-218D-44C9-B2B8-EBF6E89C7A3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16B8-4DB3-4783-B3DA-562839892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113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E442-218D-44C9-B2B8-EBF6E89C7A3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16B8-4DB3-4783-B3DA-562839892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35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E442-218D-44C9-B2B8-EBF6E89C7A3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16B8-4DB3-4783-B3DA-562839892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89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E442-218D-44C9-B2B8-EBF6E89C7A3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16B8-4DB3-4783-B3DA-562839892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912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E442-218D-44C9-B2B8-EBF6E89C7A3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16B8-4DB3-4783-B3DA-562839892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30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1E442-218D-44C9-B2B8-EBF6E89C7A3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16B8-4DB3-4783-B3DA-562839892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37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CKOl5li6YM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-dfsxsiGoC8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3568" y="1196752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mtClean="0">
                <a:solidFill>
                  <a:srgbClr val="FF00FF"/>
                </a:solidFill>
              </a:rPr>
              <a:t>Divide and Conquer</a:t>
            </a:r>
            <a:endParaRPr lang="en-IN" b="1" dirty="0">
              <a:solidFill>
                <a:srgbClr val="FF00FF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95536" y="3068960"/>
            <a:ext cx="8496944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Karatsuba faster Integer </a:t>
            </a:r>
            <a:r>
              <a:rPr lang="en-IN" dirty="0" smtClean="0"/>
              <a:t>multiplication algorithm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294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2420888"/>
            <a:ext cx="82809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Karatsuba faster </a:t>
            </a:r>
            <a:r>
              <a:rPr lang="en-US" sz="4000" b="1" dirty="0" smtClean="0">
                <a:solidFill>
                  <a:srgbClr val="FF0000"/>
                </a:solidFill>
              </a:rPr>
              <a:t>integer </a:t>
            </a:r>
            <a:r>
              <a:rPr lang="en-IN" sz="4000" b="1" dirty="0" smtClean="0">
                <a:solidFill>
                  <a:srgbClr val="FF0000"/>
                </a:solidFill>
              </a:rPr>
              <a:t>multiplication algorithm</a:t>
            </a:r>
            <a:endParaRPr lang="en-IN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09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63" y="2671763"/>
            <a:ext cx="65436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125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76671"/>
            <a:ext cx="6624736" cy="5759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16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76672"/>
            <a:ext cx="7056784" cy="5710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6699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052736"/>
            <a:ext cx="7266402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918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5656" y="404664"/>
            <a:ext cx="5832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/>
              <a:t>Multiplication</a:t>
            </a:r>
            <a:endParaRPr lang="en-IN" sz="40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3" y="1823130"/>
            <a:ext cx="4288157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350980"/>
            <a:ext cx="4394162" cy="260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865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268760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Multiplication                      Carry			   Additions</a:t>
            </a:r>
            <a:endParaRPr lang="en-IN" sz="2800" dirty="0">
              <a:solidFill>
                <a:srgbClr val="FF0000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60848"/>
            <a:ext cx="8751503" cy="3157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930" y="5589240"/>
            <a:ext cx="10096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736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268760"/>
            <a:ext cx="7580337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174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980728"/>
            <a:ext cx="3785393" cy="47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915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620688"/>
            <a:ext cx="412432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3" y="4574064"/>
            <a:ext cx="41243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702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764703"/>
            <a:ext cx="5256584" cy="4855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733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890588"/>
            <a:ext cx="403860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732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5" y="1347788"/>
            <a:ext cx="4362450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14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764704"/>
            <a:ext cx="5400600" cy="5032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202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352" y="836712"/>
            <a:ext cx="6115050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616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980728"/>
            <a:ext cx="6752233" cy="5340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11960" y="33265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Middle terms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922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1547813"/>
            <a:ext cx="8220075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5445224"/>
            <a:ext cx="215265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331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64704"/>
            <a:ext cx="8459141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6238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92696"/>
            <a:ext cx="9144000" cy="456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103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24" y="429358"/>
            <a:ext cx="653415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26" y="1814926"/>
            <a:ext cx="6534150" cy="1264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26" y="3061768"/>
            <a:ext cx="5278200" cy="116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63" y="4005064"/>
            <a:ext cx="4800600" cy="1001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24" y="5033112"/>
            <a:ext cx="4595167" cy="73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93" y="5822533"/>
            <a:ext cx="17145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5294307"/>
            <a:ext cx="2861122" cy="1528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355653" y="468491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Log(3)= 1.58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42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2114550"/>
            <a:ext cx="661035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705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908720"/>
            <a:ext cx="7634671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79712" y="5559623"/>
            <a:ext cx="6912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 1</a:t>
            </a:r>
            <a:r>
              <a:rPr lang="en-US" dirty="0" smtClean="0"/>
              <a:t>: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www.youtube.com/watch?v=cCKOl5li6YM</a:t>
            </a:r>
            <a:endParaRPr lang="en-US" dirty="0" smtClean="0"/>
          </a:p>
          <a:p>
            <a:r>
              <a:rPr lang="en-IN" dirty="0" smtClean="0">
                <a:hlinkClick r:id="rId4"/>
              </a:rPr>
              <a:t>Reference 2 :https</a:t>
            </a:r>
            <a:r>
              <a:rPr lang="en-IN" dirty="0">
                <a:hlinkClick r:id="rId4"/>
              </a:rPr>
              <a:t>://www.youtube.com/watch?v=-</a:t>
            </a:r>
            <a:r>
              <a:rPr lang="en-IN" dirty="0" smtClean="0">
                <a:hlinkClick r:id="rId4"/>
              </a:rPr>
              <a:t>dfsxsiGoC8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926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9066" y="198468"/>
            <a:ext cx="298132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8" y="1922494"/>
            <a:ext cx="9131156" cy="527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028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60648"/>
            <a:ext cx="8964488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971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0"/>
            <a:ext cx="8865614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1520" y="5085184"/>
            <a:ext cx="8865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Idea : Recursively compute ac, ad, </a:t>
            </a:r>
            <a:r>
              <a:rPr lang="en-US" sz="3600" dirty="0" err="1" smtClean="0">
                <a:solidFill>
                  <a:srgbClr val="FF0000"/>
                </a:solidFill>
              </a:rPr>
              <a:t>bc</a:t>
            </a:r>
            <a:r>
              <a:rPr lang="en-US" sz="3600" dirty="0" smtClean="0">
                <a:solidFill>
                  <a:srgbClr val="FF0000"/>
                </a:solidFill>
              </a:rPr>
              <a:t> and </a:t>
            </a:r>
            <a:r>
              <a:rPr lang="en-US" sz="3600" dirty="0" err="1" smtClean="0">
                <a:solidFill>
                  <a:srgbClr val="FF0000"/>
                </a:solidFill>
              </a:rPr>
              <a:t>bd</a:t>
            </a:r>
            <a:r>
              <a:rPr lang="en-US" sz="3600" dirty="0" smtClean="0">
                <a:solidFill>
                  <a:srgbClr val="FF0000"/>
                </a:solidFill>
              </a:rPr>
              <a:t> then compute * in the straight forward way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59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404664"/>
            <a:ext cx="806489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 smtClean="0"/>
              <a:t>We just pad a times c with n zeros at the end.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 smtClean="0"/>
              <a:t>Add </a:t>
            </a:r>
            <a:r>
              <a:rPr lang="en-US" sz="4400" dirty="0" err="1" smtClean="0"/>
              <a:t>bd</a:t>
            </a:r>
            <a:endParaRPr lang="en-US" sz="44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 smtClean="0"/>
              <a:t>We add ad and </a:t>
            </a:r>
            <a:r>
              <a:rPr lang="en-US" sz="4400" dirty="0" err="1" smtClean="0"/>
              <a:t>bc</a:t>
            </a:r>
            <a:r>
              <a:rPr lang="en-US" sz="4400" dirty="0" smtClean="0"/>
              <a:t> and pad the result with N over two zeros,  and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 smtClean="0"/>
              <a:t>then just sum up all these returns</a:t>
            </a:r>
          </a:p>
          <a:p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48076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0"/>
            <a:ext cx="8964488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1276" y="5616242"/>
            <a:ext cx="8856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Upshot :</a:t>
            </a:r>
            <a:r>
              <a:rPr lang="en-US" dirty="0" smtClean="0"/>
              <a:t> </a:t>
            </a:r>
            <a:r>
              <a:rPr lang="en-US" sz="2800" dirty="0" smtClean="0"/>
              <a:t>Only Need 3 recursive multiplications and some additions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6932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42" y="1340768"/>
            <a:ext cx="8820980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1520" y="139279"/>
            <a:ext cx="27363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</a:rPr>
              <a:t>Method 2</a:t>
            </a:r>
            <a:endParaRPr lang="en-IN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49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24744"/>
            <a:ext cx="8281915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156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5373"/>
            <a:ext cx="7416824" cy="6723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3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</Words>
  <Application>Microsoft Office PowerPoint</Application>
  <PresentationFormat>On-screen Show (4:3)</PresentationFormat>
  <Paragraphs>16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</cp:revision>
  <dcterms:created xsi:type="dcterms:W3CDTF">2024-01-12T06:04:15Z</dcterms:created>
  <dcterms:modified xsi:type="dcterms:W3CDTF">2024-01-12T06:06:11Z</dcterms:modified>
</cp:coreProperties>
</file>