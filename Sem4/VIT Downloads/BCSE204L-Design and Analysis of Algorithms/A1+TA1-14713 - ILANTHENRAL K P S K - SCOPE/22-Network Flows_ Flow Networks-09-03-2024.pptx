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7" r:id="rId2"/>
    <p:sldId id="257" r:id="rId3"/>
    <p:sldId id="275" r:id="rId4"/>
    <p:sldId id="259" r:id="rId5"/>
    <p:sldId id="261" r:id="rId6"/>
    <p:sldId id="260" r:id="rId7"/>
    <p:sldId id="262" r:id="rId8"/>
    <p:sldId id="273" r:id="rId9"/>
    <p:sldId id="263" r:id="rId10"/>
    <p:sldId id="265" r:id="rId11"/>
    <p:sldId id="272" r:id="rId12"/>
    <p:sldId id="258" r:id="rId13"/>
    <p:sldId id="27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2" autoAdjust="0"/>
    <p:restoredTop sz="86629" autoAdjust="0"/>
  </p:normalViewPr>
  <p:slideViewPr>
    <p:cSldViewPr snapToGrid="0">
      <p:cViewPr varScale="1">
        <p:scale>
          <a:sx n="51" d="100"/>
          <a:sy n="51" d="100"/>
        </p:scale>
        <p:origin x="11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9T15:00:16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393 0 24575,'-9'1'0,"0"0"0,1 1 0,0 0 0,-1 0 0,1 0 0,0 1 0,0 0 0,0 1 0,1 0 0,-1 0 0,1 1 0,-11 9 0,-1 1 0,2 1 0,0 0 0,-20 26 0,20-20 0,2 0 0,0 1 0,-18 40 0,-22 78 0,50-128 0,3-6 0,0 0 0,0 0 0,-1-1 0,0 1 0,-1-1 0,-6 10 0,10-16 0,0 0 0,0 1 0,0-1 0,-1 0 0,1 0 0,0 0 0,0 1 0,0-1 0,0 0 0,-1 0 0,1 0 0,0 0 0,0 1 0,-1-1 0,1 0 0,0 0 0,0 0 0,-1 0 0,1 0 0,0 0 0,0 0 0,-1 0 0,1 0 0,0 0 0,0 0 0,-1 0 0,1 0 0,0 0 0,0 0 0,-1 0 0,1 0 0,0 0 0,0 0 0,-1 0 0,1 0 0,0 0 0,0 0 0,-1 0 0,1-1 0,0 1 0,-1 0 0,-4-13 0,1-19 0,4 32 0,-2-17 0,2 0 0,0 0 0,1 1 0,1-1 0,0 0 0,1 0 0,9-25 0,-10 37 0,0-1 0,1 0 0,0 0 0,0 1 0,1 0 0,-1 0 0,1 0 0,0 0 0,1 0 0,-1 1 0,1-1 0,0 1 0,0 1 0,0-1 0,0 1 0,1 0 0,0 0 0,-1 0 0,1 1 0,0 0 0,0 0 0,0 0 0,11-1 0,-8 2 0,-1 0 0,1 1 0,0 0 0,0 0 0,0 1 0,0 0 0,-1 1 0,1 0 0,0 0 0,-1 1 0,1 0 0,9 5 0,-7-2 0,-1 0 0,0 1 0,0 0 0,-1 0 0,1 1 0,-2 1 0,1 0 0,11 15 0,58 93 0,-67-97 0,-1 0 0,0 1 0,-2 0 0,7 26 0,-14-43 0,1 1 0,-2 0 0,1 0 0,0 0 0,-1 0 0,0 0 0,0 0 0,-2 9 0,2-12 0,-1 1 0,0-1 0,0 1 0,0-1 0,0 1 0,-1-1 0,1 0 0,-1 0 0,1 0 0,-1 0 0,0 0 0,1 0 0,-1 0 0,0-1 0,0 1 0,-1 0 0,1-1 0,-3 2 0,-7 2 0,0-1 0,0 0 0,0 0 0,0-1 0,0-1 0,-1 0 0,1-1 0,-1 0 0,0-1 0,1 0 0,-1-1 0,1-1 0,-1 0 0,-15-4 0,26 5 0,0 1 0,0-1 0,0 0 0,0 0 0,0 0 0,0-1 0,1 1 0,-1 0 0,0-1 0,1 1 0,-1-1 0,1 1 0,-1-1 0,1 0 0,-1 1 0,1-1 0,-1-2 0,2 2 0,0 1 0,-1 0 0,1 0 0,0 0 0,0-1 0,0 1 0,1 0 0,-1 0 0,0 0 0,0-1 0,1 1 0,-1 0 0,1 0 0,-1 0 0,1 0 0,-1 0 0,1 0 0,-1 0 0,1 0 0,0 0 0,0 0 0,0 0 0,-1 0 0,1 1 0,0-1 0,0 0 0,0 0 0,0 1 0,0-1 0,0 1 0,1-1 0,0 0 0,35-15 0,-30 13 0,0 1 0,0-1 0,0 0 0,-1-1 0,1 0 0,-1 0 0,0 0 0,0-1 0,-1 0 0,7-6 0,17-34 0,-21 31 0,1 1 0,14-17 0,10-7 0,37-44 0,-68 78 0,0-1 0,0 1 0,-1-1 0,1 1 0,-1-1 0,1 0 0,-1 1 0,0-1 0,-1 0 0,1 0 0,0-7 0,-1 10 0,0 0 0,0 0 0,0 0 0,-1 0 0,1 0 0,0 0 0,0 0 0,-1 0 0,1 0 0,-1 0 0,1 0 0,-1 0 0,1 0 0,-1 0 0,1 0 0,-1 0 0,0 0 0,0 1 0,1-1 0,-1 0 0,0 0 0,0 1 0,0-1 0,0 1 0,0-1 0,0 1 0,0-1 0,0 1 0,0-1 0,0 1 0,0 0 0,0 0 0,0 0 0,0-1 0,0 1 0,0 0 0,0 0 0,0 0 0,0 1 0,0-1 0,0 0 0,0 0 0,0 0 0,-2 1 0,0 1-105,-1-1 0,1 0 0,0 1 0,0 0 0,0 0 0,0 0 0,0 0 0,0 0 0,0 1 0,1-1 0,-1 1 0,-2 3 0,-14 16-6721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9T15:00:19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470 1 24575,'-105'-1'0,"-124"3"0,222-1 0,0-1 0,0 1 0,0 1 0,1-1 0,-1 1 0,0 0 0,0 1 0,1-1 0,0 2 0,-10 5 0,12-7 0,0 2 0,1-1 0,-1 0 0,1 1 0,0 0 0,0-1 0,0 1 0,0 0 0,1 1 0,-1-1 0,1 0 0,0 1 0,1-1 0,-1 1 0,1 0 0,-1 6 0,-1 4 0,1 1 0,0 1 0,2-1 0,0 0 0,1 0 0,0 0 0,1 0 0,1 0 0,0-1 0,2 1 0,-1-1 0,2 1 0,0-2 0,1 1 0,0-1 0,2 0 0,-1 0 0,1-1 0,1 0 0,1-1 0,22 22 0,-18-21 0,1-1 0,0 0 0,1-1 0,0 0 0,1-2 0,0 0 0,1-1 0,-1-1 0,2-1 0,-1 0 0,1-1 0,-1-1 0,1-2 0,0 1 0,39-2 0,-54-2 0,0 1 0,0-1 0,0 0 0,0 0 0,0 0 0,-1-1 0,1 1 0,0-1 0,-1-1 0,1 1 0,-1 0 0,0-1 0,0 0 0,6-5 0,-5 3 0,-1 0 0,0 0 0,0-1 0,0 1 0,-1-1 0,0 0 0,0 0 0,0 0 0,3-12 0,-2-2 0,0 0 0,-2 0 0,0 0 0,-1 0 0,-1 0 0,-3-25 0,1 34 0,0 1 0,0 0 0,-1-1 0,0 1 0,-1 0 0,-1 1 0,1-1 0,-1 1 0,-1-1 0,0 2 0,0-1 0,-1 1 0,-9-10 0,2 4 0,-2 0 0,1 1 0,-2 0 0,0 1 0,-35-18 0,33 22-170,1 1-1,-1 1 0,0 1 1,-1 0-1,1 2 0,-1 0 1,-39 0-1,16 3-6655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9T14:59:52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24575,'7'13'0,"1"-1"0,0 0 0,12 13 0,8 12 0,-11-13 0,1 0 0,0-1 0,2-1 0,1-1 0,0 0 0,39 27 0,-48-40 0,1 0 0,0-1 0,0-1 0,0 0 0,1-1 0,22 6 0,-26-9 0,0-1 0,1 0 0,-1 0 0,1-1 0,-1 0 0,0 0 0,1-2 0,-1 1 0,0-1 0,12-4 0,-15 3 0,1 0 0,-1-1 0,0 0 0,0 0 0,-1-1 0,1 0 0,-1 0 0,0 0 0,0-1 0,0 0 0,-1 0 0,0-1 0,0 1 0,-1-1 0,0 0 0,0 0 0,3-8 0,-5 11 0,-1 0 0,1-1 0,0 1 0,-1 0 0,0-1 0,0 1 0,-1-1 0,1 1 0,-1-1 0,0 0 0,0 1 0,0-1 0,-1 1 0,1-1 0,-1 1 0,0-1 0,-1 1 0,1 0 0,-1-1 0,0 1 0,0 0 0,0 0 0,0 0 0,-1 0 0,1 1 0,-1-1 0,0 1 0,-1-1 0,1 1 0,-7-5 0,3 4 0,0 0 0,-1 1 0,1 0 0,-1 0 0,0 1 0,1 0 0,-1 0 0,0 1 0,0 0 0,-1 0 0,1 1 0,0 0 0,0 0 0,-10 2 0,8 0 0,1-1 0,-1 1 0,0 1 0,0 0 0,1 0 0,0 1 0,0 0 0,0 1 0,0 0 0,0 0 0,-8 7 0,10-5 0,1 0 0,-1 0 0,1 0 0,1 1 0,-1-1 0,1 1 0,-7 16 0,2 1 0,-9 38 0,12-41 0,-5 16 0,-28 61 0,35-89-124,0-1 0,-1 0 0,-1 0 0,0-1 0,0 0 0,0 0-1,-1-1 1,0 1 0,-1-2 0,-15 11 0,5-7-6702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9T14:59:54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24575,'13'-1'0,"0"0"0,20-6 0,15-1 0,-41 8 0,0-1 0,1 1 0,-1 1 0,1-1 0,-1 1 0,1 0 0,11 4 0,-15-3 0,0 0 0,0 0 0,0 0 0,0 0 0,0 1 0,-1 0 0,0-1 0,1 1 0,-1 0 0,0 1 0,0-1 0,-1 1 0,1-1 0,2 7 0,1 0 0,-1 0 0,0 0 0,-1 1 0,0 0 0,-1-1 0,0 2 0,-1-1 0,0 0 0,-1 0 0,0 1 0,-1-1 0,0 0 0,-1 1 0,0-1 0,-1 0 0,0 0 0,0 0 0,-2 0 0,1 0 0,-1 0 0,-1-1 0,-8 16 0,-28 29 0,-72 77 0,109-129 0,1 0 0,0 1 0,0-1 0,1 1 0,-1 0 0,-2 5 0,5-8 0,0 0 0,-1-1 0,1 1 0,0 0 0,0-1 0,0 1 0,0-1 0,0 1 0,0 0 0,0-1 0,0 1 0,0 0 0,0-1 0,0 1 0,0 0 0,1-1 0,-1 1 0,0-1 0,0 1 0,1 0 0,0 0 0,0 0 0,0 0 0,-1 0 0,1-1 0,0 1 0,0 0 0,0-1 0,0 1 0,1-1 0,-1 1 0,0-1 0,0 1 0,0-1 0,0 0 0,2 1 0,28 3 0,1-1 0,0-1 0,60-5 0,-27 0 0,237 2-1365,-283 1-5461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9T14:59:56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510 1 24575,'-3'1'0,"0"0"0,0 0 0,0 0 0,0 1 0,0-1 0,1 1 0,-1 0 0,0 0 0,1 0 0,0 0 0,-1 0 0,1 1 0,-4 4 0,0 0 0,-122 147 0,13-14 0,-7 14 307,39-45-1979,68-91-5154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9T14:59:57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24575,'6'0'0,"11"3"0,2 3 0,8 8 0,10 10 0,6 4 0,1 3 0,2 8 0,2 4 0,3 0 0,-6-3 0,-3-4 0,-7-4 0,-5-5 0,-6-7 0,0-1 0,-2-3 0,-4-5-8191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11A49DC2-B680-4874-AA57-C886F4552AEA}" type="datetimeFigureOut">
              <a:rPr lang="en-IN" smtClean="0"/>
              <a:t>21-03-2024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E1F80-08E9-4404-975D-B8951A187A22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7439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49DC2-B680-4874-AA57-C886F4552AEA}" type="datetimeFigureOut">
              <a:rPr lang="en-IN" smtClean="0"/>
              <a:t>21-03-2024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E1F80-08E9-4404-975D-B8951A187A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9008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49DC2-B680-4874-AA57-C886F4552AEA}" type="datetimeFigureOut">
              <a:rPr lang="en-IN" smtClean="0"/>
              <a:t>21-03-2024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E1F80-08E9-4404-975D-B8951A187A22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975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49DC2-B680-4874-AA57-C886F4552AEA}" type="datetimeFigureOut">
              <a:rPr lang="en-IN" smtClean="0"/>
              <a:t>21-03-2024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E1F80-08E9-4404-975D-B8951A187A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1480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49DC2-B680-4874-AA57-C886F4552AEA}" type="datetimeFigureOut">
              <a:rPr lang="en-IN" smtClean="0"/>
              <a:t>21-03-2024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E1F80-08E9-4404-975D-B8951A187A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0429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49DC2-B680-4874-AA57-C886F4552AEA}" type="datetimeFigureOut">
              <a:rPr lang="en-IN" smtClean="0"/>
              <a:t>21-03-2024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E1F80-08E9-4404-975D-B8951A187A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2530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49DC2-B680-4874-AA57-C886F4552AEA}" type="datetimeFigureOut">
              <a:rPr lang="en-IN" smtClean="0"/>
              <a:t>21-03-2024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E1F80-08E9-4404-975D-B8951A187A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2521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49DC2-B680-4874-AA57-C886F4552AEA}" type="datetimeFigureOut">
              <a:rPr lang="en-IN" smtClean="0"/>
              <a:t>21-03-2024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E1F80-08E9-4404-975D-B8951A187A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2553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49DC2-B680-4874-AA57-C886F4552AEA}" type="datetimeFigureOut">
              <a:rPr lang="en-IN" smtClean="0"/>
              <a:t>21-03-2024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E1F80-08E9-4404-975D-B8951A187A22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0480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49DC2-B680-4874-AA57-C886F4552AEA}" type="datetimeFigureOut">
              <a:rPr lang="en-IN" smtClean="0"/>
              <a:t>21-03-2024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E1F80-08E9-4404-975D-B8951A187A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4750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49DC2-B680-4874-AA57-C886F4552AEA}" type="datetimeFigureOut">
              <a:rPr lang="en-IN" smtClean="0"/>
              <a:t>21-03-2024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E1F80-08E9-4404-975D-B8951A187A22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295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1A49DC2-B680-4874-AA57-C886F4552AEA}" type="datetimeFigureOut">
              <a:rPr lang="en-IN" smtClean="0"/>
              <a:t>21-03-2024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CEE1F80-08E9-4404-975D-B8951A187A22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8406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customXml" Target="../ink/ink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customXml" Target="../ink/ink3.xml"/><Relationship Id="rId7" Type="http://schemas.openxmlformats.org/officeDocument/2006/relationships/customXml" Target="../ink/ink5.xml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customXml" Target="../ink/ink4.xml"/><Relationship Id="rId10" Type="http://schemas.openxmlformats.org/officeDocument/2006/relationships/image" Target="../media/image18.png"/><Relationship Id="rId4" Type="http://schemas.openxmlformats.org/officeDocument/2006/relationships/image" Target="../media/image15.png"/><Relationship Id="rId9" Type="http://schemas.openxmlformats.org/officeDocument/2006/relationships/customXml" Target="../ink/ink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D2B798-7994-4548-A2BE-4AEF9C1A5F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Oval 5">
            <a:extLst>
              <a:ext uri="{FF2B5EF4-FFF2-40B4-BE49-F238E27FC236}">
                <a16:creationId xmlns:a16="http://schemas.microsoft.com/office/drawing/2014/main" id="{E6162320-3B67-42BB-AF9D-939326E648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722E143-84C1-4F95-937C-78B92D281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8D726A5-7900-41B4-8D49-49B4A2010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bstract background of mesh on pink">
            <a:extLst>
              <a:ext uri="{FF2B5EF4-FFF2-40B4-BE49-F238E27FC236}">
                <a16:creationId xmlns:a16="http://schemas.microsoft.com/office/drawing/2014/main" id="{F6AA01B0-5CA2-CD9A-D9AE-2EF9E9800E9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5000"/>
          </a:blip>
          <a:srcRect t="172" r="-1" b="15536"/>
          <a:stretch/>
        </p:blipFill>
        <p:spPr>
          <a:xfrm>
            <a:off x="20" y="-1"/>
            <a:ext cx="1218893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717D50-23B9-46A5-90B1-7444839F5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7164674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kern="1200" cap="all" spc="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Network Flow</a:t>
            </a:r>
            <a:br>
              <a:rPr lang="en-US" sz="6600" kern="1200" cap="all" spc="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6600" kern="1200" cap="all" spc="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Push Re-label Algorithm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E49661-E258-450C-8150-A91A6B30D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39605" y="1828800"/>
            <a:ext cx="0" cy="3200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83634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A73784B-AC76-4BAD-93AF-C72D0EDFD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834C10E-4E13-4D04-BE78-26E5C7C592C1}"/>
              </a:ext>
            </a:extLst>
          </p:cNvPr>
          <p:cNvSpPr txBox="1">
            <a:spLocks/>
          </p:cNvSpPr>
          <p:nvPr/>
        </p:nvSpPr>
        <p:spPr>
          <a:xfrm>
            <a:off x="636805" y="640080"/>
            <a:ext cx="3378099" cy="30348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80000"/>
              </a:lnSpc>
              <a:spcAft>
                <a:spcPts val="600"/>
              </a:spcAft>
            </a:pPr>
            <a:r>
              <a:rPr lang="en-US" sz="4400" kern="1200" cap="all" spc="20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Push Re-label Algorithm 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11DCF04-0C7C-44FC-8246-FC8D736B1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0698" y="3765314"/>
            <a:ext cx="32004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E3EBFB6F-5517-4BD8-B619-1DA73284F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355" y="1020729"/>
            <a:ext cx="8202639" cy="464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476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A73784B-AC76-4BAD-93AF-C72D0EDFD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72DC3A1-A32A-4684-AE62-FA71AC67DF5D}"/>
              </a:ext>
            </a:extLst>
          </p:cNvPr>
          <p:cNvSpPr txBox="1">
            <a:spLocks/>
          </p:cNvSpPr>
          <p:nvPr/>
        </p:nvSpPr>
        <p:spPr>
          <a:xfrm>
            <a:off x="636805" y="640080"/>
            <a:ext cx="3378099" cy="30348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80000"/>
              </a:lnSpc>
              <a:spcAft>
                <a:spcPts val="600"/>
              </a:spcAft>
            </a:pPr>
            <a:r>
              <a:rPr lang="en-US" sz="4400" kern="1200" cap="all" spc="20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Push Re-label Algorithm 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11DCF04-0C7C-44FC-8246-FC8D736B1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0698" y="3765314"/>
            <a:ext cx="32004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78225A18-0DE8-43CE-A74C-1D4BB36D9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456" y="1387344"/>
            <a:ext cx="8290946" cy="4665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575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A73784B-AC76-4BAD-93AF-C72D0EDFD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F836762-714E-4636-A24C-04DAFAAB6E7A}"/>
              </a:ext>
            </a:extLst>
          </p:cNvPr>
          <p:cNvSpPr txBox="1">
            <a:spLocks/>
          </p:cNvSpPr>
          <p:nvPr/>
        </p:nvSpPr>
        <p:spPr>
          <a:xfrm>
            <a:off x="636805" y="640080"/>
            <a:ext cx="3378099" cy="30348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80000"/>
              </a:lnSpc>
              <a:spcAft>
                <a:spcPts val="600"/>
              </a:spcAft>
            </a:pPr>
            <a:r>
              <a:rPr lang="en-US" sz="4400" kern="1200" cap="all" spc="20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Push Re-label Algorithm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11DCF04-0C7C-44FC-8246-FC8D736B1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0698" y="3765314"/>
            <a:ext cx="32004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D51FF706-206E-4239-960B-F4A8FD8CB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4564" y="1648048"/>
            <a:ext cx="8533994" cy="4879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990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61657BD-3333-446A-A16A-CBDC77C8E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2CAFF06-4D3A-42A5-8614-B1FA47EA0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43467"/>
            <a:ext cx="10905066" cy="5571066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8BD932-F725-4E12-9B42-6D45A7420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738" y="804333"/>
            <a:ext cx="8990521" cy="524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102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62A6E4-CBA8-467D-AD58-91B0452BA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307" y="1022038"/>
            <a:ext cx="10511385" cy="583596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11D5C11E-37E0-F0B3-7B76-3D70E1A414F1}"/>
              </a:ext>
            </a:extLst>
          </p:cNvPr>
          <p:cNvGrpSpPr/>
          <p:nvPr/>
        </p:nvGrpSpPr>
        <p:grpSpPr>
          <a:xfrm>
            <a:off x="9459840" y="1841500"/>
            <a:ext cx="576360" cy="281520"/>
            <a:chOff x="9459840" y="1841500"/>
            <a:chExt cx="576360" cy="28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FBD6443-A52E-1803-EF26-ED0F98F945E9}"/>
                    </a:ext>
                  </a:extLst>
                </p14:cNvPr>
                <p14:cNvContentPartPr/>
                <p14:nvPr/>
              </p14:nvContentPartPr>
              <p14:xfrm>
                <a:off x="9459840" y="1841500"/>
                <a:ext cx="198720" cy="2325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FBD6443-A52E-1803-EF26-ED0F98F945E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451200" y="1832500"/>
                  <a:ext cx="2163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DA99E52-09B2-D283-6758-EA2B84BB79B1}"/>
                    </a:ext>
                  </a:extLst>
                </p14:cNvPr>
                <p14:cNvContentPartPr/>
                <p14:nvPr/>
              </p14:nvContentPartPr>
              <p14:xfrm>
                <a:off x="9825960" y="1917460"/>
                <a:ext cx="210240" cy="2055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DA99E52-09B2-D283-6758-EA2B84BB79B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817320" y="1908460"/>
                  <a:ext cx="227880" cy="223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23175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5E6FE9-05CE-40C1-BBA1-36B3C3B21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83" y="627321"/>
            <a:ext cx="11212749" cy="6204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400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61657BD-3333-446A-A16A-CBDC77C8E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CAFF06-4D3A-42A5-8614-B1FA47EA0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43467"/>
            <a:ext cx="10905066" cy="5571066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72AE4E-2590-4A89-BF44-C8AA8C938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584342"/>
            <a:ext cx="10605780" cy="5915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172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C63214-F902-4FA6-A64A-B3F748373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83" y="505512"/>
            <a:ext cx="10487640" cy="6428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311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61657BD-3333-446A-A16A-CBDC77C8E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CAFF06-4D3A-42A5-8614-B1FA47EA0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43467"/>
            <a:ext cx="10905066" cy="5571066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495D53-CE43-4029-B6D8-FDA468113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256" y="804333"/>
            <a:ext cx="9695485" cy="524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8243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61657BD-3333-446A-A16A-CBDC77C8E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CAFF06-4D3A-42A5-8614-B1FA47EA0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43467"/>
            <a:ext cx="10905066" cy="5571066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22F2FC-C45C-4C35-9934-AC0AA35C2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192" y="804333"/>
            <a:ext cx="9775613" cy="5249331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AB99E8F1-7815-1C26-D9A5-E71EEE846C6B}"/>
              </a:ext>
            </a:extLst>
          </p:cNvPr>
          <p:cNvGrpSpPr/>
          <p:nvPr/>
        </p:nvGrpSpPr>
        <p:grpSpPr>
          <a:xfrm>
            <a:off x="9118440" y="1358900"/>
            <a:ext cx="581760" cy="206280"/>
            <a:chOff x="9118440" y="1358900"/>
            <a:chExt cx="581760" cy="20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4A4028D-DAE9-136C-D7B4-27A873B793DB}"/>
                    </a:ext>
                  </a:extLst>
                </p14:cNvPr>
                <p14:cNvContentPartPr/>
                <p14:nvPr/>
              </p14:nvContentPartPr>
              <p14:xfrm>
                <a:off x="9118440" y="1365020"/>
                <a:ext cx="217440" cy="1962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4A4028D-DAE9-136C-D7B4-27A873B793D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109800" y="1356380"/>
                  <a:ext cx="2350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65FB1BA-5B32-222A-2FE5-13017CA0E639}"/>
                    </a:ext>
                  </a:extLst>
                </p14:cNvPr>
                <p14:cNvContentPartPr/>
                <p14:nvPr/>
              </p14:nvContentPartPr>
              <p14:xfrm>
                <a:off x="9467640" y="1358900"/>
                <a:ext cx="232560" cy="2062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65FB1BA-5B32-222A-2FE5-13017CA0E63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459000" y="1349900"/>
                  <a:ext cx="250200" cy="22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EA59E98-9E71-37CC-C4C6-55AA1BA73C36}"/>
                  </a:ext>
                </a:extLst>
              </p14:cNvPr>
              <p14:cNvContentPartPr/>
              <p14:nvPr/>
            </p14:nvContentPartPr>
            <p14:xfrm>
              <a:off x="9087480" y="1358540"/>
              <a:ext cx="183960" cy="2203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EA59E98-9E71-37CC-C4C6-55AA1BA73C3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078480" y="1349900"/>
                <a:ext cx="20160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5E6707B-3051-4AD0-A98E-6567BAD1FCF5}"/>
                  </a:ext>
                </a:extLst>
              </p14:cNvPr>
              <p14:cNvContentPartPr/>
              <p14:nvPr/>
            </p14:nvContentPartPr>
            <p14:xfrm>
              <a:off x="9099360" y="1390580"/>
              <a:ext cx="208440" cy="1558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5E6707B-3051-4AD0-A98E-6567BAD1FCF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090720" y="1381940"/>
                <a:ext cx="226080" cy="173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84787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04C0BC6-B04D-4459-B721-9C030C3927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2F024E-D853-479C-B5A9-08293A2D72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F87767-5C0B-4233-BD05-05992CD30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641" y="643467"/>
            <a:ext cx="7428717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2418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C89EA-85E7-4E5D-B50A-622525DCC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6066818" cy="1499616"/>
          </a:xfrm>
        </p:spPr>
        <p:txBody>
          <a:bodyPr>
            <a:normAutofit/>
          </a:bodyPr>
          <a:lstStyle/>
          <a:p>
            <a:br>
              <a:rPr lang="en-IN" sz="3500" b="1"/>
            </a:br>
            <a:r>
              <a:rPr lang="en-IN" sz="3500" b="1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  <a:br>
              <a:rPr lang="en-IN" sz="3500" b="1"/>
            </a:br>
            <a:endParaRPr lang="en-IN" sz="35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C8029-FCC2-4176-8B4C-6AB335F13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6066818" cy="4023360"/>
          </a:xfrm>
        </p:spPr>
        <p:txBody>
          <a:bodyPr>
            <a:normAutofit/>
          </a:bodyPr>
          <a:lstStyle/>
          <a:p>
            <a:r>
              <a:rPr lang="en-IN" dirty="0"/>
              <a:t>The algorithm executes </a:t>
            </a:r>
          </a:p>
          <a:p>
            <a:r>
              <a:rPr lang="en-IN" i="1" dirty="0"/>
              <a:t>O</a:t>
            </a:r>
            <a:r>
              <a:rPr lang="en-IN" dirty="0"/>
              <a:t>(</a:t>
            </a:r>
            <a:r>
              <a:rPr lang="en-IN" i="1" dirty="0"/>
              <a:t>V</a:t>
            </a:r>
            <a:r>
              <a:rPr lang="en-IN" baseline="30000" dirty="0"/>
              <a:t> 2</a:t>
            </a:r>
            <a:r>
              <a:rPr lang="en-IN" dirty="0"/>
              <a:t>) relabels</a:t>
            </a:r>
          </a:p>
          <a:p>
            <a:r>
              <a:rPr lang="en-IN" i="1" dirty="0"/>
              <a:t>O</a:t>
            </a:r>
            <a:r>
              <a:rPr lang="en-IN" dirty="0"/>
              <a:t>(</a:t>
            </a:r>
            <a:r>
              <a:rPr lang="en-IN" i="1" dirty="0"/>
              <a:t>VE</a:t>
            </a:r>
            <a:r>
              <a:rPr lang="en-IN" dirty="0"/>
              <a:t>) saturating pushes </a:t>
            </a:r>
          </a:p>
          <a:p>
            <a:r>
              <a:rPr lang="en-IN" i="1" dirty="0"/>
              <a:t>O</a:t>
            </a:r>
            <a:r>
              <a:rPr lang="en-IN" dirty="0"/>
              <a:t>(</a:t>
            </a:r>
            <a:r>
              <a:rPr lang="en-IN" i="1" dirty="0"/>
              <a:t>V</a:t>
            </a:r>
            <a:r>
              <a:rPr lang="en-IN" baseline="30000" dirty="0"/>
              <a:t> 2</a:t>
            </a:r>
            <a:r>
              <a:rPr lang="en-IN" i="1" dirty="0"/>
              <a:t>E</a:t>
            </a:r>
            <a:r>
              <a:rPr lang="en-IN" dirty="0"/>
              <a:t>) non-saturating pushes</a:t>
            </a:r>
          </a:p>
        </p:txBody>
      </p:sp>
      <p:pic>
        <p:nvPicPr>
          <p:cNvPr id="5" name="Picture 4" descr="Metal tic-tac-toe game pieces">
            <a:extLst>
              <a:ext uri="{FF2B5EF4-FFF2-40B4-BE49-F238E27FC236}">
                <a16:creationId xmlns:a16="http://schemas.microsoft.com/office/drawing/2014/main" id="{423183ED-2968-AA8C-B496-7638D5E1A9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861" r="31398"/>
          <a:stretch/>
        </p:blipFill>
        <p:spPr>
          <a:xfrm>
            <a:off x="7552266" y="10"/>
            <a:ext cx="463973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2470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1306</TotalTime>
  <Words>41</Words>
  <Application>Microsoft Office PowerPoint</Application>
  <PresentationFormat>Widescreen</PresentationFormat>
  <Paragraphs>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Times New Roman</vt:lpstr>
      <vt:lpstr>Tw Cen MT</vt:lpstr>
      <vt:lpstr>Tw Cen MT Condensed</vt:lpstr>
      <vt:lpstr>Wingdings 3</vt:lpstr>
      <vt:lpstr>Integral</vt:lpstr>
      <vt:lpstr>Network Flow Push Re-label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Time complexity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Ilanthenral Kandasamy</cp:lastModifiedBy>
  <cp:revision>41</cp:revision>
  <dcterms:created xsi:type="dcterms:W3CDTF">2021-11-17T03:48:26Z</dcterms:created>
  <dcterms:modified xsi:type="dcterms:W3CDTF">2024-03-21T09:20:22Z</dcterms:modified>
</cp:coreProperties>
</file>