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4"/>
  </p:notesMasterIdLst>
  <p:sldIdLst>
    <p:sldId id="399" r:id="rId2"/>
    <p:sldId id="449" r:id="rId3"/>
    <p:sldId id="461" r:id="rId4"/>
    <p:sldId id="462" r:id="rId5"/>
    <p:sldId id="463" r:id="rId6"/>
    <p:sldId id="465" r:id="rId7"/>
    <p:sldId id="466" r:id="rId8"/>
    <p:sldId id="467" r:id="rId9"/>
    <p:sldId id="468" r:id="rId10"/>
    <p:sldId id="469" r:id="rId11"/>
    <p:sldId id="464" r:id="rId12"/>
    <p:sldId id="4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771" autoAdjust="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Jenicka" userId="d64c0eec4ad28fe0" providerId="LiveId" clId="{7C79DAB2-BE8A-4E8C-B7B6-9F97456D2574}"/>
    <pc:docChg chg="undo custSel addSld delSld modSld sldOrd">
      <pc:chgData name="S Jenicka" userId="d64c0eec4ad28fe0" providerId="LiveId" clId="{7C79DAB2-BE8A-4E8C-B7B6-9F97456D2574}" dt="2021-12-13T05:26:21.587" v="3100" actId="478"/>
      <pc:docMkLst>
        <pc:docMk/>
      </pc:docMkLst>
      <pc:sldChg chg="del">
        <pc:chgData name="S Jenicka" userId="d64c0eec4ad28fe0" providerId="LiveId" clId="{7C79DAB2-BE8A-4E8C-B7B6-9F97456D2574}" dt="2021-11-22T03:25:54.624" v="3" actId="47"/>
        <pc:sldMkLst>
          <pc:docMk/>
          <pc:sldMk cId="3428411883" sldId="403"/>
        </pc:sldMkLst>
      </pc:sldChg>
      <pc:sldChg chg="del">
        <pc:chgData name="S Jenicka" userId="d64c0eec4ad28fe0" providerId="LiveId" clId="{7C79DAB2-BE8A-4E8C-B7B6-9F97456D2574}" dt="2021-11-22T03:26:09.508" v="21" actId="47"/>
        <pc:sldMkLst>
          <pc:docMk/>
          <pc:sldMk cId="1270129706" sldId="404"/>
        </pc:sldMkLst>
      </pc:sldChg>
      <pc:sldChg chg="del">
        <pc:chgData name="S Jenicka" userId="d64c0eec4ad28fe0" providerId="LiveId" clId="{7C79DAB2-BE8A-4E8C-B7B6-9F97456D2574}" dt="2021-11-22T03:25:55.355" v="4" actId="47"/>
        <pc:sldMkLst>
          <pc:docMk/>
          <pc:sldMk cId="2172835448" sldId="405"/>
        </pc:sldMkLst>
      </pc:sldChg>
      <pc:sldChg chg="del">
        <pc:chgData name="S Jenicka" userId="d64c0eec4ad28fe0" providerId="LiveId" clId="{7C79DAB2-BE8A-4E8C-B7B6-9F97456D2574}" dt="2021-11-22T03:25:52.019" v="0" actId="47"/>
        <pc:sldMkLst>
          <pc:docMk/>
          <pc:sldMk cId="1255156634" sldId="406"/>
        </pc:sldMkLst>
      </pc:sldChg>
      <pc:sldChg chg="del">
        <pc:chgData name="S Jenicka" userId="d64c0eec4ad28fe0" providerId="LiveId" clId="{7C79DAB2-BE8A-4E8C-B7B6-9F97456D2574}" dt="2021-11-22T03:25:52.874" v="1" actId="47"/>
        <pc:sldMkLst>
          <pc:docMk/>
          <pc:sldMk cId="3261155938" sldId="407"/>
        </pc:sldMkLst>
      </pc:sldChg>
      <pc:sldChg chg="del">
        <pc:chgData name="S Jenicka" userId="d64c0eec4ad28fe0" providerId="LiveId" clId="{7C79DAB2-BE8A-4E8C-B7B6-9F97456D2574}" dt="2021-11-22T03:25:53.923" v="2" actId="47"/>
        <pc:sldMkLst>
          <pc:docMk/>
          <pc:sldMk cId="1813767750" sldId="409"/>
        </pc:sldMkLst>
      </pc:sldChg>
      <pc:sldChg chg="del">
        <pc:chgData name="S Jenicka" userId="d64c0eec4ad28fe0" providerId="LiveId" clId="{7C79DAB2-BE8A-4E8C-B7B6-9F97456D2574}" dt="2021-11-22T03:25:57.577" v="5" actId="47"/>
        <pc:sldMkLst>
          <pc:docMk/>
          <pc:sldMk cId="875550262" sldId="410"/>
        </pc:sldMkLst>
      </pc:sldChg>
      <pc:sldChg chg="del">
        <pc:chgData name="S Jenicka" userId="d64c0eec4ad28fe0" providerId="LiveId" clId="{7C79DAB2-BE8A-4E8C-B7B6-9F97456D2574}" dt="2021-11-22T03:26:10.270" v="22" actId="47"/>
        <pc:sldMkLst>
          <pc:docMk/>
          <pc:sldMk cId="813878323" sldId="412"/>
        </pc:sldMkLst>
      </pc:sldChg>
      <pc:sldChg chg="del">
        <pc:chgData name="S Jenicka" userId="d64c0eec4ad28fe0" providerId="LiveId" clId="{7C79DAB2-BE8A-4E8C-B7B6-9F97456D2574}" dt="2021-11-22T03:26:01.186" v="10" actId="47"/>
        <pc:sldMkLst>
          <pc:docMk/>
          <pc:sldMk cId="3839130010" sldId="413"/>
        </pc:sldMkLst>
      </pc:sldChg>
      <pc:sldChg chg="del">
        <pc:chgData name="S Jenicka" userId="d64c0eec4ad28fe0" providerId="LiveId" clId="{7C79DAB2-BE8A-4E8C-B7B6-9F97456D2574}" dt="2021-11-22T03:25:58.720" v="6" actId="47"/>
        <pc:sldMkLst>
          <pc:docMk/>
          <pc:sldMk cId="2667646142" sldId="415"/>
        </pc:sldMkLst>
      </pc:sldChg>
      <pc:sldChg chg="del">
        <pc:chgData name="S Jenicka" userId="d64c0eec4ad28fe0" providerId="LiveId" clId="{7C79DAB2-BE8A-4E8C-B7B6-9F97456D2574}" dt="2021-11-22T03:25:59.416" v="7" actId="47"/>
        <pc:sldMkLst>
          <pc:docMk/>
          <pc:sldMk cId="2605801311" sldId="416"/>
        </pc:sldMkLst>
      </pc:sldChg>
      <pc:sldChg chg="del">
        <pc:chgData name="S Jenicka" userId="d64c0eec4ad28fe0" providerId="LiveId" clId="{7C79DAB2-BE8A-4E8C-B7B6-9F97456D2574}" dt="2021-11-22T03:25:59.967" v="8" actId="47"/>
        <pc:sldMkLst>
          <pc:docMk/>
          <pc:sldMk cId="2868626894" sldId="417"/>
        </pc:sldMkLst>
      </pc:sldChg>
      <pc:sldChg chg="del">
        <pc:chgData name="S Jenicka" userId="d64c0eec4ad28fe0" providerId="LiveId" clId="{7C79DAB2-BE8A-4E8C-B7B6-9F97456D2574}" dt="2021-11-22T03:26:00.569" v="9" actId="47"/>
        <pc:sldMkLst>
          <pc:docMk/>
          <pc:sldMk cId="1163243834" sldId="418"/>
        </pc:sldMkLst>
      </pc:sldChg>
      <pc:sldChg chg="del">
        <pc:chgData name="S Jenicka" userId="d64c0eec4ad28fe0" providerId="LiveId" clId="{7C79DAB2-BE8A-4E8C-B7B6-9F97456D2574}" dt="2021-11-22T03:26:06.819" v="17" actId="47"/>
        <pc:sldMkLst>
          <pc:docMk/>
          <pc:sldMk cId="1578002759" sldId="419"/>
        </pc:sldMkLst>
      </pc:sldChg>
      <pc:sldChg chg="del">
        <pc:chgData name="S Jenicka" userId="d64c0eec4ad28fe0" providerId="LiveId" clId="{7C79DAB2-BE8A-4E8C-B7B6-9F97456D2574}" dt="2021-11-22T03:26:02.352" v="12" actId="47"/>
        <pc:sldMkLst>
          <pc:docMk/>
          <pc:sldMk cId="3210100509" sldId="420"/>
        </pc:sldMkLst>
      </pc:sldChg>
      <pc:sldChg chg="del">
        <pc:chgData name="S Jenicka" userId="d64c0eec4ad28fe0" providerId="LiveId" clId="{7C79DAB2-BE8A-4E8C-B7B6-9F97456D2574}" dt="2021-11-22T03:26:08.976" v="20" actId="47"/>
        <pc:sldMkLst>
          <pc:docMk/>
          <pc:sldMk cId="1696031301" sldId="421"/>
        </pc:sldMkLst>
      </pc:sldChg>
      <pc:sldChg chg="del">
        <pc:chgData name="S Jenicka" userId="d64c0eec4ad28fe0" providerId="LiveId" clId="{7C79DAB2-BE8A-4E8C-B7B6-9F97456D2574}" dt="2021-11-22T03:26:08.355" v="19" actId="47"/>
        <pc:sldMkLst>
          <pc:docMk/>
          <pc:sldMk cId="2023029826" sldId="422"/>
        </pc:sldMkLst>
      </pc:sldChg>
      <pc:sldChg chg="del">
        <pc:chgData name="S Jenicka" userId="d64c0eec4ad28fe0" providerId="LiveId" clId="{7C79DAB2-BE8A-4E8C-B7B6-9F97456D2574}" dt="2021-11-22T03:26:06.305" v="16" actId="47"/>
        <pc:sldMkLst>
          <pc:docMk/>
          <pc:sldMk cId="2191430924" sldId="423"/>
        </pc:sldMkLst>
      </pc:sldChg>
      <pc:sldChg chg="del">
        <pc:chgData name="S Jenicka" userId="d64c0eec4ad28fe0" providerId="LiveId" clId="{7C79DAB2-BE8A-4E8C-B7B6-9F97456D2574}" dt="2021-11-22T03:26:03.462" v="14" actId="47"/>
        <pc:sldMkLst>
          <pc:docMk/>
          <pc:sldMk cId="4186094502" sldId="424"/>
        </pc:sldMkLst>
      </pc:sldChg>
      <pc:sldChg chg="del">
        <pc:chgData name="S Jenicka" userId="d64c0eec4ad28fe0" providerId="LiveId" clId="{7C79DAB2-BE8A-4E8C-B7B6-9F97456D2574}" dt="2021-11-22T03:26:01.703" v="11" actId="47"/>
        <pc:sldMkLst>
          <pc:docMk/>
          <pc:sldMk cId="17602427" sldId="425"/>
        </pc:sldMkLst>
      </pc:sldChg>
      <pc:sldChg chg="del">
        <pc:chgData name="S Jenicka" userId="d64c0eec4ad28fe0" providerId="LiveId" clId="{7C79DAB2-BE8A-4E8C-B7B6-9F97456D2574}" dt="2021-11-22T03:26:02.851" v="13" actId="47"/>
        <pc:sldMkLst>
          <pc:docMk/>
          <pc:sldMk cId="3111614933" sldId="426"/>
        </pc:sldMkLst>
      </pc:sldChg>
      <pc:sldChg chg="del">
        <pc:chgData name="S Jenicka" userId="d64c0eec4ad28fe0" providerId="LiveId" clId="{7C79DAB2-BE8A-4E8C-B7B6-9F97456D2574}" dt="2021-11-22T03:26:04.496" v="15" actId="47"/>
        <pc:sldMkLst>
          <pc:docMk/>
          <pc:sldMk cId="4132870508" sldId="427"/>
        </pc:sldMkLst>
      </pc:sldChg>
      <pc:sldChg chg="del">
        <pc:chgData name="S Jenicka" userId="d64c0eec4ad28fe0" providerId="LiveId" clId="{7C79DAB2-BE8A-4E8C-B7B6-9F97456D2574}" dt="2021-11-22T03:26:07.727" v="18" actId="47"/>
        <pc:sldMkLst>
          <pc:docMk/>
          <pc:sldMk cId="2935149562" sldId="428"/>
        </pc:sldMkLst>
      </pc:sldChg>
      <pc:sldChg chg="addSp delSp modSp mod">
        <pc:chgData name="S Jenicka" userId="d64c0eec4ad28fe0" providerId="LiveId" clId="{7C79DAB2-BE8A-4E8C-B7B6-9F97456D2574}" dt="2021-11-22T03:37:19.129" v="115"/>
        <pc:sldMkLst>
          <pc:docMk/>
          <pc:sldMk cId="4055270923" sldId="429"/>
        </pc:sldMkLst>
        <pc:spChg chg="mod">
          <ac:chgData name="S Jenicka" userId="d64c0eec4ad28fe0" providerId="LiveId" clId="{7C79DAB2-BE8A-4E8C-B7B6-9F97456D2574}" dt="2021-11-22T03:26:36.840" v="50" actId="20577"/>
          <ac:spMkLst>
            <pc:docMk/>
            <pc:sldMk cId="4055270923" sldId="429"/>
            <ac:spMk id="2" creationId="{7995FD0F-699C-4212-AE49-3A168A10E3DF}"/>
          </ac:spMkLst>
        </pc:spChg>
        <pc:spChg chg="add mod">
          <ac:chgData name="S Jenicka" userId="d64c0eec4ad28fe0" providerId="LiveId" clId="{7C79DAB2-BE8A-4E8C-B7B6-9F97456D2574}" dt="2021-11-22T03:37:14.654" v="113" actId="113"/>
          <ac:spMkLst>
            <pc:docMk/>
            <pc:sldMk cId="4055270923" sldId="429"/>
            <ac:spMk id="4" creationId="{69D0EB40-40D5-4ADD-B6A3-BDB25E8C9519}"/>
          </ac:spMkLst>
        </pc:spChg>
        <pc:spChg chg="add del mod">
          <ac:chgData name="S Jenicka" userId="d64c0eec4ad28fe0" providerId="LiveId" clId="{7C79DAB2-BE8A-4E8C-B7B6-9F97456D2574}" dt="2021-11-22T03:37:19.129" v="115"/>
          <ac:spMkLst>
            <pc:docMk/>
            <pc:sldMk cId="4055270923" sldId="429"/>
            <ac:spMk id="7" creationId="{AB95479B-76D5-45A9-91AD-70AC9F861944}"/>
          </ac:spMkLst>
        </pc:spChg>
        <pc:picChg chg="del mod">
          <ac:chgData name="S Jenicka" userId="d64c0eec4ad28fe0" providerId="LiveId" clId="{7C79DAB2-BE8A-4E8C-B7B6-9F97456D2574}" dt="2021-11-22T03:32:39.542" v="52" actId="478"/>
          <ac:picMkLst>
            <pc:docMk/>
            <pc:sldMk cId="4055270923" sldId="429"/>
            <ac:picMk id="5" creationId="{D32CBD5D-F7AD-4DAB-B5DD-DCF6D88BFD36}"/>
          </ac:picMkLst>
        </pc:picChg>
      </pc:sldChg>
      <pc:sldChg chg="addSp delSp modSp new mod modClrScheme chgLayout">
        <pc:chgData name="S Jenicka" userId="d64c0eec4ad28fe0" providerId="LiveId" clId="{7C79DAB2-BE8A-4E8C-B7B6-9F97456D2574}" dt="2021-11-22T09:22:15.348" v="656" actId="1076"/>
        <pc:sldMkLst>
          <pc:docMk/>
          <pc:sldMk cId="2767550826" sldId="430"/>
        </pc:sldMkLst>
        <pc:spChg chg="del">
          <ac:chgData name="S Jenicka" userId="d64c0eec4ad28fe0" providerId="LiveId" clId="{7C79DAB2-BE8A-4E8C-B7B6-9F97456D2574}" dt="2021-11-22T04:18:06.164" v="195" actId="700"/>
          <ac:spMkLst>
            <pc:docMk/>
            <pc:sldMk cId="2767550826" sldId="430"/>
            <ac:spMk id="2" creationId="{C69A7EB0-ACE4-41D1-8D1F-0EB1A1DFFF37}"/>
          </ac:spMkLst>
        </pc:spChg>
        <pc:spChg chg="del mod">
          <ac:chgData name="S Jenicka" userId="d64c0eec4ad28fe0" providerId="LiveId" clId="{7C79DAB2-BE8A-4E8C-B7B6-9F97456D2574}" dt="2021-11-22T03:58:51.355" v="120" actId="22"/>
          <ac:spMkLst>
            <pc:docMk/>
            <pc:sldMk cId="2767550826" sldId="430"/>
            <ac:spMk id="3" creationId="{9608B054-7DDF-4F22-A414-EAF416742AD4}"/>
          </ac:spMkLst>
        </pc:spChg>
        <pc:picChg chg="add del">
          <ac:chgData name="S Jenicka" userId="d64c0eec4ad28fe0" providerId="LiveId" clId="{7C79DAB2-BE8A-4E8C-B7B6-9F97456D2574}" dt="2021-11-22T03:58:06.638" v="118" actId="22"/>
          <ac:picMkLst>
            <pc:docMk/>
            <pc:sldMk cId="2767550826" sldId="430"/>
            <ac:picMk id="5" creationId="{9517FB72-1A68-4149-BEFF-91E94C5C71B7}"/>
          </ac:picMkLst>
        </pc:picChg>
        <pc:picChg chg="add mod ord">
          <ac:chgData name="S Jenicka" userId="d64c0eec4ad28fe0" providerId="LiveId" clId="{7C79DAB2-BE8A-4E8C-B7B6-9F97456D2574}" dt="2021-11-22T09:22:15.348" v="656" actId="1076"/>
          <ac:picMkLst>
            <pc:docMk/>
            <pc:sldMk cId="2767550826" sldId="430"/>
            <ac:picMk id="7" creationId="{2CCC493F-3044-40A1-A172-549D1A2729FB}"/>
          </ac:picMkLst>
        </pc:picChg>
      </pc:sldChg>
      <pc:sldChg chg="del">
        <pc:chgData name="S Jenicka" userId="d64c0eec4ad28fe0" providerId="LiveId" clId="{7C79DAB2-BE8A-4E8C-B7B6-9F97456D2574}" dt="2021-11-22T03:26:11.342" v="23" actId="47"/>
        <pc:sldMkLst>
          <pc:docMk/>
          <pc:sldMk cId="4034022124" sldId="430"/>
        </pc:sldMkLst>
      </pc:sldChg>
      <pc:sldChg chg="addSp delSp modSp new mod ord modClrScheme chgLayout">
        <pc:chgData name="S Jenicka" userId="d64c0eec4ad28fe0" providerId="LiveId" clId="{7C79DAB2-BE8A-4E8C-B7B6-9F97456D2574}" dt="2021-11-22T09:15:22.489" v="591" actId="1076"/>
        <pc:sldMkLst>
          <pc:docMk/>
          <pc:sldMk cId="2431409375" sldId="431"/>
        </pc:sldMkLst>
        <pc:spChg chg="del">
          <ac:chgData name="S Jenicka" userId="d64c0eec4ad28fe0" providerId="LiveId" clId="{7C79DAB2-BE8A-4E8C-B7B6-9F97456D2574}" dt="2021-11-22T04:17:59.233" v="194" actId="700"/>
          <ac:spMkLst>
            <pc:docMk/>
            <pc:sldMk cId="2431409375" sldId="431"/>
            <ac:spMk id="2" creationId="{51A48E3B-D326-4841-A191-295F6DF9250D}"/>
          </ac:spMkLst>
        </pc:spChg>
        <pc:spChg chg="del mod">
          <ac:chgData name="S Jenicka" userId="d64c0eec4ad28fe0" providerId="LiveId" clId="{7C79DAB2-BE8A-4E8C-B7B6-9F97456D2574}" dt="2021-11-22T04:00:18.838" v="127" actId="22"/>
          <ac:spMkLst>
            <pc:docMk/>
            <pc:sldMk cId="2431409375" sldId="431"/>
            <ac:spMk id="3" creationId="{30FD6306-CE34-4B80-AF6E-1640A01BA56C}"/>
          </ac:spMkLst>
        </pc:spChg>
        <pc:picChg chg="add mod ord">
          <ac:chgData name="S Jenicka" userId="d64c0eec4ad28fe0" providerId="LiveId" clId="{7C79DAB2-BE8A-4E8C-B7B6-9F97456D2574}" dt="2021-11-22T09:15:22.489" v="591" actId="1076"/>
          <ac:picMkLst>
            <pc:docMk/>
            <pc:sldMk cId="2431409375" sldId="431"/>
            <ac:picMk id="5" creationId="{62D3C36A-F56E-45BC-9B8D-900E79A60BF1}"/>
          </ac:picMkLst>
        </pc:picChg>
      </pc:sldChg>
      <pc:sldChg chg="del">
        <pc:chgData name="S Jenicka" userId="d64c0eec4ad28fe0" providerId="LiveId" clId="{7C79DAB2-BE8A-4E8C-B7B6-9F97456D2574}" dt="2021-11-22T03:26:13.699" v="24" actId="47"/>
        <pc:sldMkLst>
          <pc:docMk/>
          <pc:sldMk cId="2655256433" sldId="431"/>
        </pc:sldMkLst>
      </pc:sldChg>
      <pc:sldChg chg="addSp delSp modSp new mod ord">
        <pc:chgData name="S Jenicka" userId="d64c0eec4ad28fe0" providerId="LiveId" clId="{7C79DAB2-BE8A-4E8C-B7B6-9F97456D2574}" dt="2021-11-24T07:47:19.503" v="1202" actId="20577"/>
        <pc:sldMkLst>
          <pc:docMk/>
          <pc:sldMk cId="1481178236" sldId="432"/>
        </pc:sldMkLst>
        <pc:spChg chg="mod">
          <ac:chgData name="S Jenicka" userId="d64c0eec4ad28fe0" providerId="LiveId" clId="{7C79DAB2-BE8A-4E8C-B7B6-9F97456D2574}" dt="2021-11-24T07:47:19.503" v="1202" actId="20577"/>
          <ac:spMkLst>
            <pc:docMk/>
            <pc:sldMk cId="1481178236" sldId="432"/>
            <ac:spMk id="2" creationId="{28FDFF1F-50DF-49A6-BF39-AEA10A42C89F}"/>
          </ac:spMkLst>
        </pc:spChg>
        <pc:spChg chg="mod">
          <ac:chgData name="S Jenicka" userId="d64c0eec4ad28fe0" providerId="LiveId" clId="{7C79DAB2-BE8A-4E8C-B7B6-9F97456D2574}" dt="2021-11-22T04:13:27.234" v="179" actId="6549"/>
          <ac:spMkLst>
            <pc:docMk/>
            <pc:sldMk cId="1481178236" sldId="432"/>
            <ac:spMk id="3" creationId="{49FA4A71-7B2B-4D92-90EC-586B1719FD0E}"/>
          </ac:spMkLst>
        </pc:spChg>
        <pc:spChg chg="add del">
          <ac:chgData name="S Jenicka" userId="d64c0eec4ad28fe0" providerId="LiveId" clId="{7C79DAB2-BE8A-4E8C-B7B6-9F97456D2574}" dt="2021-11-22T04:10:41.394" v="153"/>
          <ac:spMkLst>
            <pc:docMk/>
            <pc:sldMk cId="1481178236" sldId="432"/>
            <ac:spMk id="4" creationId="{966137A7-B366-47D4-955D-2B392F5442EE}"/>
          </ac:spMkLst>
        </pc:spChg>
        <pc:spChg chg="add del">
          <ac:chgData name="S Jenicka" userId="d64c0eec4ad28fe0" providerId="LiveId" clId="{7C79DAB2-BE8A-4E8C-B7B6-9F97456D2574}" dt="2021-11-22T04:10:41.394" v="153"/>
          <ac:spMkLst>
            <pc:docMk/>
            <pc:sldMk cId="1481178236" sldId="432"/>
            <ac:spMk id="5" creationId="{A1A02AEA-540F-495B-A93B-97C853EEB8FE}"/>
          </ac:spMkLst>
        </pc:spChg>
        <pc:spChg chg="add del mod">
          <ac:chgData name="S Jenicka" userId="d64c0eec4ad28fe0" providerId="LiveId" clId="{7C79DAB2-BE8A-4E8C-B7B6-9F97456D2574}" dt="2021-11-22T04:13:38.421" v="184"/>
          <ac:spMkLst>
            <pc:docMk/>
            <pc:sldMk cId="1481178236" sldId="432"/>
            <ac:spMk id="6" creationId="{A7B24EC1-906A-4B23-9FF1-6CE2B44F7548}"/>
          </ac:spMkLst>
        </pc:spChg>
        <pc:spChg chg="add mod">
          <ac:chgData name="S Jenicka" userId="d64c0eec4ad28fe0" providerId="LiveId" clId="{7C79DAB2-BE8A-4E8C-B7B6-9F97456D2574}" dt="2021-11-22T04:13:31.904" v="180" actId="14100"/>
          <ac:spMkLst>
            <pc:docMk/>
            <pc:sldMk cId="1481178236" sldId="432"/>
            <ac:spMk id="7" creationId="{7A992A1D-DA21-46E8-AA66-D32DB1613992}"/>
          </ac:spMkLst>
        </pc:spChg>
        <pc:picChg chg="add del">
          <ac:chgData name="S Jenicka" userId="d64c0eec4ad28fe0" providerId="LiveId" clId="{7C79DAB2-BE8A-4E8C-B7B6-9F97456D2574}" dt="2021-11-22T04:10:41.394" v="153"/>
          <ac:picMkLst>
            <pc:docMk/>
            <pc:sldMk cId="1481178236" sldId="432"/>
            <ac:picMk id="1025" creationId="{C20AF4C7-2A32-4052-9B7C-89AD8F6F8CEC}"/>
          </ac:picMkLst>
        </pc:picChg>
        <pc:picChg chg="add mod">
          <ac:chgData name="S Jenicka" userId="d64c0eec4ad28fe0" providerId="LiveId" clId="{7C79DAB2-BE8A-4E8C-B7B6-9F97456D2574}" dt="2021-11-22T04:13:37.723" v="182" actId="1076"/>
          <ac:picMkLst>
            <pc:docMk/>
            <pc:sldMk cId="1481178236" sldId="432"/>
            <ac:picMk id="1028" creationId="{933EDB2F-4F86-4A3A-9E22-2933F9CF9C8F}"/>
          </ac:picMkLst>
        </pc:picChg>
      </pc:sldChg>
      <pc:sldChg chg="addSp delSp modSp new mod modClrScheme chgLayout">
        <pc:chgData name="S Jenicka" userId="d64c0eec4ad28fe0" providerId="LiveId" clId="{7C79DAB2-BE8A-4E8C-B7B6-9F97456D2574}" dt="2021-11-22T09:32:26.259" v="1004" actId="14100"/>
        <pc:sldMkLst>
          <pc:docMk/>
          <pc:sldMk cId="524262359" sldId="433"/>
        </pc:sldMkLst>
        <pc:spChg chg="del">
          <ac:chgData name="S Jenicka" userId="d64c0eec4ad28fe0" providerId="LiveId" clId="{7C79DAB2-BE8A-4E8C-B7B6-9F97456D2574}" dt="2021-11-22T04:17:35.658" v="190" actId="700"/>
          <ac:spMkLst>
            <pc:docMk/>
            <pc:sldMk cId="524262359" sldId="433"/>
            <ac:spMk id="2" creationId="{1E70D0A9-5403-4A1D-8B23-3D8F094CFA92}"/>
          </ac:spMkLst>
        </pc:spChg>
        <pc:spChg chg="add del mod ord">
          <ac:chgData name="S Jenicka" userId="d64c0eec4ad28fe0" providerId="LiveId" clId="{7C79DAB2-BE8A-4E8C-B7B6-9F97456D2574}" dt="2021-11-22T09:32:26.259" v="1004" actId="14100"/>
          <ac:spMkLst>
            <pc:docMk/>
            <pc:sldMk cId="524262359" sldId="433"/>
            <ac:spMk id="3" creationId="{23F0957B-18DB-4EA2-87F1-794405F3A5E4}"/>
          </ac:spMkLst>
        </pc:spChg>
      </pc:sldChg>
      <pc:sldChg chg="addSp delSp modSp new mod">
        <pc:chgData name="S Jenicka" userId="d64c0eec4ad28fe0" providerId="LiveId" clId="{7C79DAB2-BE8A-4E8C-B7B6-9F97456D2574}" dt="2021-12-13T05:26:21.587" v="3100" actId="478"/>
        <pc:sldMkLst>
          <pc:docMk/>
          <pc:sldMk cId="2385906740" sldId="434"/>
        </pc:sldMkLst>
        <pc:spChg chg="mod">
          <ac:chgData name="S Jenicka" userId="d64c0eec4ad28fe0" providerId="LiveId" clId="{7C79DAB2-BE8A-4E8C-B7B6-9F97456D2574}" dt="2021-11-29T09:00:18.601" v="1439" actId="20577"/>
          <ac:spMkLst>
            <pc:docMk/>
            <pc:sldMk cId="2385906740" sldId="434"/>
            <ac:spMk id="2" creationId="{6F3CFD3B-E23B-411E-A863-28E2562CDFAF}"/>
          </ac:spMkLst>
        </pc:spChg>
        <pc:spChg chg="del mod">
          <ac:chgData name="S Jenicka" userId="d64c0eec4ad28fe0" providerId="LiveId" clId="{7C79DAB2-BE8A-4E8C-B7B6-9F97456D2574}" dt="2021-11-22T04:52:51.145" v="263" actId="22"/>
          <ac:spMkLst>
            <pc:docMk/>
            <pc:sldMk cId="2385906740" sldId="434"/>
            <ac:spMk id="3" creationId="{F8F0200A-29E3-40C3-A35E-E1AE4BFFAA8D}"/>
          </ac:spMkLst>
        </pc:spChg>
        <pc:picChg chg="add mod ord">
          <ac:chgData name="S Jenicka" userId="d64c0eec4ad28fe0" providerId="LiveId" clId="{7C79DAB2-BE8A-4E8C-B7B6-9F97456D2574}" dt="2021-11-22T04:52:51.145" v="263" actId="22"/>
          <ac:picMkLst>
            <pc:docMk/>
            <pc:sldMk cId="2385906740" sldId="434"/>
            <ac:picMk id="5" creationId="{75110C32-21AD-4D75-96E6-947E5B4F08C5}"/>
          </ac:picMkLst>
        </pc:picChg>
        <pc:inkChg chg="add del">
          <ac:chgData name="S Jenicka" userId="d64c0eec4ad28fe0" providerId="LiveId" clId="{7C79DAB2-BE8A-4E8C-B7B6-9F97456D2574}" dt="2021-12-13T05:26:21.587" v="3100" actId="478"/>
          <ac:inkMkLst>
            <pc:docMk/>
            <pc:sldMk cId="2385906740" sldId="434"/>
            <ac:inkMk id="3" creationId="{21C87341-2A4B-4BAA-A678-115AFEBF446A}"/>
          </ac:inkMkLst>
        </pc:inkChg>
      </pc:sldChg>
      <pc:sldChg chg="addSp delSp modSp new mod modClrScheme chgLayout">
        <pc:chgData name="S Jenicka" userId="d64c0eec4ad28fe0" providerId="LiveId" clId="{7C79DAB2-BE8A-4E8C-B7B6-9F97456D2574}" dt="2021-11-24T07:26:43.360" v="1189" actId="1035"/>
        <pc:sldMkLst>
          <pc:docMk/>
          <pc:sldMk cId="1240737942" sldId="435"/>
        </pc:sldMkLst>
        <pc:spChg chg="del">
          <ac:chgData name="S Jenicka" userId="d64c0eec4ad28fe0" providerId="LiveId" clId="{7C79DAB2-BE8A-4E8C-B7B6-9F97456D2574}" dt="2021-11-22T04:54:49.622" v="271" actId="700"/>
          <ac:spMkLst>
            <pc:docMk/>
            <pc:sldMk cId="1240737942" sldId="435"/>
            <ac:spMk id="2" creationId="{A7802C65-F2BC-46D4-BEB0-0064ED4A2A73}"/>
          </ac:spMkLst>
        </pc:spChg>
        <pc:spChg chg="del mod">
          <ac:chgData name="S Jenicka" userId="d64c0eec4ad28fe0" providerId="LiveId" clId="{7C79DAB2-BE8A-4E8C-B7B6-9F97456D2574}" dt="2021-11-22T04:54:18.675" v="266" actId="22"/>
          <ac:spMkLst>
            <pc:docMk/>
            <pc:sldMk cId="1240737942" sldId="435"/>
            <ac:spMk id="3" creationId="{706C5B5E-4CF3-4589-8DB0-5B06691AEC55}"/>
          </ac:spMkLst>
        </pc:spChg>
        <pc:picChg chg="add mod ord">
          <ac:chgData name="S Jenicka" userId="d64c0eec4ad28fe0" providerId="LiveId" clId="{7C79DAB2-BE8A-4E8C-B7B6-9F97456D2574}" dt="2021-11-24T07:26:43.360" v="1189" actId="1035"/>
          <ac:picMkLst>
            <pc:docMk/>
            <pc:sldMk cId="1240737942" sldId="435"/>
            <ac:picMk id="5" creationId="{91A38A3B-8552-4BA5-AC1D-0C703722A4B1}"/>
          </ac:picMkLst>
        </pc:picChg>
      </pc:sldChg>
      <pc:sldChg chg="addSp new mod">
        <pc:chgData name="S Jenicka" userId="d64c0eec4ad28fe0" providerId="LiveId" clId="{7C79DAB2-BE8A-4E8C-B7B6-9F97456D2574}" dt="2021-11-22T04:57:52.799" v="274" actId="22"/>
        <pc:sldMkLst>
          <pc:docMk/>
          <pc:sldMk cId="3071063851" sldId="436"/>
        </pc:sldMkLst>
        <pc:picChg chg="add">
          <ac:chgData name="S Jenicka" userId="d64c0eec4ad28fe0" providerId="LiveId" clId="{7C79DAB2-BE8A-4E8C-B7B6-9F97456D2574}" dt="2021-11-22T04:57:52.799" v="274" actId="22"/>
          <ac:picMkLst>
            <pc:docMk/>
            <pc:sldMk cId="3071063851" sldId="436"/>
            <ac:picMk id="3" creationId="{9269525B-02BE-47AA-A007-28A34BD10B48}"/>
          </ac:picMkLst>
        </pc:picChg>
      </pc:sldChg>
      <pc:sldChg chg="addSp modSp new mod">
        <pc:chgData name="S Jenicka" userId="d64c0eec4ad28fe0" providerId="LiveId" clId="{7C79DAB2-BE8A-4E8C-B7B6-9F97456D2574}" dt="2021-11-22T04:59:28.808" v="279" actId="1076"/>
        <pc:sldMkLst>
          <pc:docMk/>
          <pc:sldMk cId="2352384694" sldId="437"/>
        </pc:sldMkLst>
        <pc:picChg chg="add mod">
          <ac:chgData name="S Jenicka" userId="d64c0eec4ad28fe0" providerId="LiveId" clId="{7C79DAB2-BE8A-4E8C-B7B6-9F97456D2574}" dt="2021-11-22T04:59:28.808" v="279" actId="1076"/>
          <ac:picMkLst>
            <pc:docMk/>
            <pc:sldMk cId="2352384694" sldId="437"/>
            <ac:picMk id="3" creationId="{4360BE29-D4DF-48C7-96EB-531F34D78752}"/>
          </ac:picMkLst>
        </pc:picChg>
      </pc:sldChg>
      <pc:sldChg chg="addSp new mod">
        <pc:chgData name="S Jenicka" userId="d64c0eec4ad28fe0" providerId="LiveId" clId="{7C79DAB2-BE8A-4E8C-B7B6-9F97456D2574}" dt="2021-11-22T05:04:01.606" v="281" actId="22"/>
        <pc:sldMkLst>
          <pc:docMk/>
          <pc:sldMk cId="2236646762" sldId="438"/>
        </pc:sldMkLst>
        <pc:picChg chg="add">
          <ac:chgData name="S Jenicka" userId="d64c0eec4ad28fe0" providerId="LiveId" clId="{7C79DAB2-BE8A-4E8C-B7B6-9F97456D2574}" dt="2021-11-22T05:04:01.606" v="281" actId="22"/>
          <ac:picMkLst>
            <pc:docMk/>
            <pc:sldMk cId="2236646762" sldId="438"/>
            <ac:picMk id="3" creationId="{85FBE19C-1BA2-4916-A700-8D1D36A268CD}"/>
          </ac:picMkLst>
        </pc:picChg>
      </pc:sldChg>
      <pc:sldChg chg="addSp delSp modSp new mod ord modClrScheme chgLayout">
        <pc:chgData name="S Jenicka" userId="d64c0eec4ad28fe0" providerId="LiveId" clId="{7C79DAB2-BE8A-4E8C-B7B6-9F97456D2574}" dt="2021-11-24T07:50:13.943" v="1242" actId="20577"/>
        <pc:sldMkLst>
          <pc:docMk/>
          <pc:sldMk cId="3997581713" sldId="439"/>
        </pc:sldMkLst>
        <pc:spChg chg="add del mod">
          <ac:chgData name="S Jenicka" userId="d64c0eec4ad28fe0" providerId="LiveId" clId="{7C79DAB2-BE8A-4E8C-B7B6-9F97456D2574}" dt="2021-11-22T05:22:24.219" v="385" actId="478"/>
          <ac:spMkLst>
            <pc:docMk/>
            <pc:sldMk cId="3997581713" sldId="439"/>
            <ac:spMk id="3" creationId="{36D4037B-AEB0-4EF6-8719-B57F5B6BB377}"/>
          </ac:spMkLst>
        </pc:spChg>
        <pc:spChg chg="add mod">
          <ac:chgData name="S Jenicka" userId="d64c0eec4ad28fe0" providerId="LiveId" clId="{7C79DAB2-BE8A-4E8C-B7B6-9F97456D2574}" dt="2021-11-24T07:50:13.943" v="1242" actId="20577"/>
          <ac:spMkLst>
            <pc:docMk/>
            <pc:sldMk cId="3997581713" sldId="439"/>
            <ac:spMk id="4" creationId="{C9A18804-3D2A-495F-8099-46B73E462CBB}"/>
          </ac:spMkLst>
        </pc:spChg>
        <pc:spChg chg="add del mod">
          <ac:chgData name="S Jenicka" userId="d64c0eec4ad28fe0" providerId="LiveId" clId="{7C79DAB2-BE8A-4E8C-B7B6-9F97456D2574}" dt="2021-11-24T07:20:08.640" v="1101" actId="22"/>
          <ac:spMkLst>
            <pc:docMk/>
            <pc:sldMk cId="3997581713" sldId="439"/>
            <ac:spMk id="5" creationId="{F9709408-D4C6-436A-96B9-7F8E39D0006E}"/>
          </ac:spMkLst>
        </pc:spChg>
        <pc:picChg chg="add mod ord">
          <ac:chgData name="S Jenicka" userId="d64c0eec4ad28fe0" providerId="LiveId" clId="{7C79DAB2-BE8A-4E8C-B7B6-9F97456D2574}" dt="2021-11-24T07:20:10.609" v="1102" actId="14100"/>
          <ac:picMkLst>
            <pc:docMk/>
            <pc:sldMk cId="3997581713" sldId="439"/>
            <ac:picMk id="3" creationId="{CC4334CC-2462-4BAE-9192-B68E981FD855}"/>
          </ac:picMkLst>
        </pc:picChg>
      </pc:sldChg>
      <pc:sldChg chg="addSp new del mod">
        <pc:chgData name="S Jenicka" userId="d64c0eec4ad28fe0" providerId="LiveId" clId="{7C79DAB2-BE8A-4E8C-B7B6-9F97456D2574}" dt="2021-11-22T05:16:09.355" v="295" actId="47"/>
        <pc:sldMkLst>
          <pc:docMk/>
          <pc:sldMk cId="2392969865" sldId="440"/>
        </pc:sldMkLst>
        <pc:picChg chg="add">
          <ac:chgData name="S Jenicka" userId="d64c0eec4ad28fe0" providerId="LiveId" clId="{7C79DAB2-BE8A-4E8C-B7B6-9F97456D2574}" dt="2021-11-22T05:13:48.218" v="284" actId="22"/>
          <ac:picMkLst>
            <pc:docMk/>
            <pc:sldMk cId="2392969865" sldId="440"/>
            <ac:picMk id="3" creationId="{3D41AD17-CBC2-4907-89A3-B563F824D9D1}"/>
          </ac:picMkLst>
        </pc:picChg>
      </pc:sldChg>
      <pc:sldChg chg="addSp modSp new mod ord">
        <pc:chgData name="S Jenicka" userId="d64c0eec4ad28fe0" providerId="LiveId" clId="{7C79DAB2-BE8A-4E8C-B7B6-9F97456D2574}" dt="2021-11-29T08:55:28.124" v="1424" actId="20577"/>
        <pc:sldMkLst>
          <pc:docMk/>
          <pc:sldMk cId="4250084813" sldId="440"/>
        </pc:sldMkLst>
        <pc:spChg chg="mod">
          <ac:chgData name="S Jenicka" userId="d64c0eec4ad28fe0" providerId="LiveId" clId="{7C79DAB2-BE8A-4E8C-B7B6-9F97456D2574}" dt="2021-11-29T08:55:28.124" v="1424" actId="20577"/>
          <ac:spMkLst>
            <pc:docMk/>
            <pc:sldMk cId="4250084813" sldId="440"/>
            <ac:spMk id="2" creationId="{7AC1060C-9402-4BED-8B46-3ADF7883F969}"/>
          </ac:spMkLst>
        </pc:spChg>
        <pc:spChg chg="mod">
          <ac:chgData name="S Jenicka" userId="d64c0eec4ad28fe0" providerId="LiveId" clId="{7C79DAB2-BE8A-4E8C-B7B6-9F97456D2574}" dt="2021-11-22T10:27:23.465" v="1012" actId="14100"/>
          <ac:spMkLst>
            <pc:docMk/>
            <pc:sldMk cId="4250084813" sldId="440"/>
            <ac:spMk id="3" creationId="{5D0EBEDB-22D8-4BE8-83CD-0C7D3634EF50}"/>
          </ac:spMkLst>
        </pc:spChg>
        <pc:picChg chg="add mod">
          <ac:chgData name="S Jenicka" userId="d64c0eec4ad28fe0" providerId="LiveId" clId="{7C79DAB2-BE8A-4E8C-B7B6-9F97456D2574}" dt="2021-11-22T10:27:35.150" v="1015" actId="14100"/>
          <ac:picMkLst>
            <pc:docMk/>
            <pc:sldMk cId="4250084813" sldId="440"/>
            <ac:picMk id="5" creationId="{A76C2CFE-E84B-4D9B-BCAF-D7E6985DFB09}"/>
          </ac:picMkLst>
        </pc:picChg>
      </pc:sldChg>
      <pc:sldChg chg="addSp delSp modSp new mod modClrScheme chgLayout">
        <pc:chgData name="S Jenicka" userId="d64c0eec4ad28fe0" providerId="LiveId" clId="{7C79DAB2-BE8A-4E8C-B7B6-9F97456D2574}" dt="2021-11-24T06:31:17.275" v="1091" actId="1076"/>
        <pc:sldMkLst>
          <pc:docMk/>
          <pc:sldMk cId="4088663341" sldId="441"/>
        </pc:sldMkLst>
        <pc:spChg chg="del">
          <ac:chgData name="S Jenicka" userId="d64c0eec4ad28fe0" providerId="LiveId" clId="{7C79DAB2-BE8A-4E8C-B7B6-9F97456D2574}" dt="2021-11-22T09:25:25.437" v="717" actId="700"/>
          <ac:spMkLst>
            <pc:docMk/>
            <pc:sldMk cId="4088663341" sldId="441"/>
            <ac:spMk id="2" creationId="{236ACDAA-8D6A-4218-88D9-30314D3B0751}"/>
          </ac:spMkLst>
        </pc:spChg>
        <pc:spChg chg="mod ord">
          <ac:chgData name="S Jenicka" userId="d64c0eec4ad28fe0" providerId="LiveId" clId="{7C79DAB2-BE8A-4E8C-B7B6-9F97456D2574}" dt="2021-11-24T06:31:17.275" v="1091" actId="1076"/>
          <ac:spMkLst>
            <pc:docMk/>
            <pc:sldMk cId="4088663341" sldId="441"/>
            <ac:spMk id="3" creationId="{40AB4FB3-B917-4EAE-A05E-CDD5C300E418}"/>
          </ac:spMkLst>
        </pc:spChg>
        <pc:picChg chg="add mod">
          <ac:chgData name="S Jenicka" userId="d64c0eec4ad28fe0" providerId="LiveId" clId="{7C79DAB2-BE8A-4E8C-B7B6-9F97456D2574}" dt="2021-11-22T09:30:59.363" v="978" actId="1076"/>
          <ac:picMkLst>
            <pc:docMk/>
            <pc:sldMk cId="4088663341" sldId="441"/>
            <ac:picMk id="5" creationId="{20B47659-2C79-4BFB-B46B-A0F56890DDCB}"/>
          </ac:picMkLst>
        </pc:picChg>
      </pc:sldChg>
      <pc:sldChg chg="addSp delSp modSp new mod ord modClrScheme chgLayout">
        <pc:chgData name="S Jenicka" userId="d64c0eec4ad28fe0" providerId="LiveId" clId="{7C79DAB2-BE8A-4E8C-B7B6-9F97456D2574}" dt="2021-11-24T07:23:00.772" v="1129"/>
        <pc:sldMkLst>
          <pc:docMk/>
          <pc:sldMk cId="3364774861" sldId="442"/>
        </pc:sldMkLst>
        <pc:spChg chg="del">
          <ac:chgData name="S Jenicka" userId="d64c0eec4ad28fe0" providerId="LiveId" clId="{7C79DAB2-BE8A-4E8C-B7B6-9F97456D2574}" dt="2021-11-24T07:19:06.812" v="1095" actId="700"/>
          <ac:spMkLst>
            <pc:docMk/>
            <pc:sldMk cId="3364774861" sldId="442"/>
            <ac:spMk id="2" creationId="{6E89B7AF-8D6E-41A5-8D5F-705BDE0EAD6E}"/>
          </ac:spMkLst>
        </pc:spChg>
        <pc:spChg chg="del mod">
          <ac:chgData name="S Jenicka" userId="d64c0eec4ad28fe0" providerId="LiveId" clId="{7C79DAB2-BE8A-4E8C-B7B6-9F97456D2574}" dt="2021-11-24T07:18:59.990" v="1094" actId="22"/>
          <ac:spMkLst>
            <pc:docMk/>
            <pc:sldMk cId="3364774861" sldId="442"/>
            <ac:spMk id="3" creationId="{1DD8B53E-A18E-4BFB-B01D-F1A168E61218}"/>
          </ac:spMkLst>
        </pc:spChg>
        <pc:picChg chg="add mod ord">
          <ac:chgData name="S Jenicka" userId="d64c0eec4ad28fe0" providerId="LiveId" clId="{7C79DAB2-BE8A-4E8C-B7B6-9F97456D2574}" dt="2021-11-24T07:19:26.450" v="1100" actId="14100"/>
          <ac:picMkLst>
            <pc:docMk/>
            <pc:sldMk cId="3364774861" sldId="442"/>
            <ac:picMk id="5" creationId="{06CDF37F-ABC3-4462-948F-878DA0E8CC99}"/>
          </ac:picMkLst>
        </pc:picChg>
      </pc:sldChg>
      <pc:sldChg chg="addSp delSp modSp new mod ord">
        <pc:chgData name="S Jenicka" userId="d64c0eec4ad28fe0" providerId="LiveId" clId="{7C79DAB2-BE8A-4E8C-B7B6-9F97456D2574}" dt="2021-11-24T07:25:35.999" v="1181" actId="14100"/>
        <pc:sldMkLst>
          <pc:docMk/>
          <pc:sldMk cId="3718472107" sldId="443"/>
        </pc:sldMkLst>
        <pc:spChg chg="mod">
          <ac:chgData name="S Jenicka" userId="d64c0eec4ad28fe0" providerId="LiveId" clId="{7C79DAB2-BE8A-4E8C-B7B6-9F97456D2574}" dt="2021-11-24T07:23:55.890" v="1178" actId="20577"/>
          <ac:spMkLst>
            <pc:docMk/>
            <pc:sldMk cId="3718472107" sldId="443"/>
            <ac:spMk id="2" creationId="{F7BB5499-6130-4819-B663-B6413B20E988}"/>
          </ac:spMkLst>
        </pc:spChg>
        <pc:spChg chg="del mod">
          <ac:chgData name="S Jenicka" userId="d64c0eec4ad28fe0" providerId="LiveId" clId="{7C79DAB2-BE8A-4E8C-B7B6-9F97456D2574}" dt="2021-11-24T07:23:40.362" v="1136" actId="22"/>
          <ac:spMkLst>
            <pc:docMk/>
            <pc:sldMk cId="3718472107" sldId="443"/>
            <ac:spMk id="3" creationId="{CB7F23C8-257B-482A-AB01-F957079D4254}"/>
          </ac:spMkLst>
        </pc:spChg>
        <pc:picChg chg="add mod ord">
          <ac:chgData name="S Jenicka" userId="d64c0eec4ad28fe0" providerId="LiveId" clId="{7C79DAB2-BE8A-4E8C-B7B6-9F97456D2574}" dt="2021-11-24T07:25:35.999" v="1181" actId="14100"/>
          <ac:picMkLst>
            <pc:docMk/>
            <pc:sldMk cId="3718472107" sldId="443"/>
            <ac:picMk id="5" creationId="{22E01323-2210-4036-8938-323CB641FF6D}"/>
          </ac:picMkLst>
        </pc:picChg>
      </pc:sldChg>
      <pc:sldChg chg="addSp delSp modSp new mod modClrScheme chgLayout">
        <pc:chgData name="S Jenicka" userId="d64c0eec4ad28fe0" providerId="LiveId" clId="{7C79DAB2-BE8A-4E8C-B7B6-9F97456D2574}" dt="2021-11-29T08:59:51.715" v="1427" actId="20577"/>
        <pc:sldMkLst>
          <pc:docMk/>
          <pc:sldMk cId="2036723605" sldId="444"/>
        </pc:sldMkLst>
        <pc:spChg chg="del">
          <ac:chgData name="S Jenicka" userId="d64c0eec4ad28fe0" providerId="LiveId" clId="{7C79DAB2-BE8A-4E8C-B7B6-9F97456D2574}" dt="2021-11-24T07:47:33.215" v="1205" actId="700"/>
          <ac:spMkLst>
            <pc:docMk/>
            <pc:sldMk cId="2036723605" sldId="444"/>
            <ac:spMk id="2" creationId="{63306E3A-5CD0-486E-8535-7A75B73027EB}"/>
          </ac:spMkLst>
        </pc:spChg>
        <pc:spChg chg="del">
          <ac:chgData name="S Jenicka" userId="d64c0eec4ad28fe0" providerId="LiveId" clId="{7C79DAB2-BE8A-4E8C-B7B6-9F97456D2574}" dt="2021-11-24T07:47:33.215" v="1205" actId="700"/>
          <ac:spMkLst>
            <pc:docMk/>
            <pc:sldMk cId="2036723605" sldId="444"/>
            <ac:spMk id="3" creationId="{8E3F0206-3989-4EDF-8DC7-7B76B67E533B}"/>
          </ac:spMkLst>
        </pc:spChg>
        <pc:spChg chg="add mod">
          <ac:chgData name="S Jenicka" userId="d64c0eec4ad28fe0" providerId="LiveId" clId="{7C79DAB2-BE8A-4E8C-B7B6-9F97456D2574}" dt="2021-11-26T10:30:30.258" v="1402" actId="20577"/>
          <ac:spMkLst>
            <pc:docMk/>
            <pc:sldMk cId="2036723605" sldId="444"/>
            <ac:spMk id="5" creationId="{F658F818-9770-44A0-8C3E-24A4AE198B3D}"/>
          </ac:spMkLst>
        </pc:spChg>
        <pc:spChg chg="add mod ord">
          <ac:chgData name="S Jenicka" userId="d64c0eec4ad28fe0" providerId="LiveId" clId="{7C79DAB2-BE8A-4E8C-B7B6-9F97456D2574}" dt="2021-11-29T08:59:51.715" v="1427" actId="20577"/>
          <ac:spMkLst>
            <pc:docMk/>
            <pc:sldMk cId="2036723605" sldId="444"/>
            <ac:spMk id="6" creationId="{03951AD3-5461-40DF-AC2E-94435CC970CE}"/>
          </ac:spMkLst>
        </pc:spChg>
      </pc:sldChg>
      <pc:sldChg chg="addSp delSp modSp new mod ord modClrScheme chgLayout">
        <pc:chgData name="S Jenicka" userId="d64c0eec4ad28fe0" providerId="LiveId" clId="{7C79DAB2-BE8A-4E8C-B7B6-9F97456D2574}" dt="2021-11-24T07:51:23.549" v="1250" actId="14100"/>
        <pc:sldMkLst>
          <pc:docMk/>
          <pc:sldMk cId="3684294883" sldId="445"/>
        </pc:sldMkLst>
        <pc:spChg chg="del mod ord">
          <ac:chgData name="S Jenicka" userId="d64c0eec4ad28fe0" providerId="LiveId" clId="{7C79DAB2-BE8A-4E8C-B7B6-9F97456D2574}" dt="2021-11-24T07:50:01.095" v="1236" actId="700"/>
          <ac:spMkLst>
            <pc:docMk/>
            <pc:sldMk cId="3684294883" sldId="445"/>
            <ac:spMk id="2" creationId="{C1FAF88F-EF7B-4430-BCC7-9BA351C2A088}"/>
          </ac:spMkLst>
        </pc:spChg>
        <pc:spChg chg="del">
          <ac:chgData name="S Jenicka" userId="d64c0eec4ad28fe0" providerId="LiveId" clId="{7C79DAB2-BE8A-4E8C-B7B6-9F97456D2574}" dt="2021-11-24T07:50:01.095" v="1236" actId="700"/>
          <ac:spMkLst>
            <pc:docMk/>
            <pc:sldMk cId="3684294883" sldId="445"/>
            <ac:spMk id="3" creationId="{D7427303-1D3F-421C-A8F6-BE298074BD66}"/>
          </ac:spMkLst>
        </pc:spChg>
        <pc:spChg chg="add mod ord">
          <ac:chgData name="S Jenicka" userId="d64c0eec4ad28fe0" providerId="LiveId" clId="{7C79DAB2-BE8A-4E8C-B7B6-9F97456D2574}" dt="2021-11-24T07:50:08.051" v="1239" actId="122"/>
          <ac:spMkLst>
            <pc:docMk/>
            <pc:sldMk cId="3684294883" sldId="445"/>
            <ac:spMk id="4" creationId="{BCA92C72-F72A-4459-AA4B-E5BABAE52A9D}"/>
          </ac:spMkLst>
        </pc:spChg>
        <pc:picChg chg="add mod">
          <ac:chgData name="S Jenicka" userId="d64c0eec4ad28fe0" providerId="LiveId" clId="{7C79DAB2-BE8A-4E8C-B7B6-9F97456D2574}" dt="2021-11-24T07:51:23.549" v="1250" actId="14100"/>
          <ac:picMkLst>
            <pc:docMk/>
            <pc:sldMk cId="3684294883" sldId="445"/>
            <ac:picMk id="6" creationId="{2C6CD6E3-21EB-47A2-974F-7A7FC5801EB8}"/>
          </ac:picMkLst>
        </pc:picChg>
      </pc:sldChg>
      <pc:sldChg chg="new del">
        <pc:chgData name="S Jenicka" userId="d64c0eec4ad28fe0" providerId="LiveId" clId="{7C79DAB2-BE8A-4E8C-B7B6-9F97456D2574}" dt="2021-11-24T10:12:17.808" v="1388" actId="47"/>
        <pc:sldMkLst>
          <pc:docMk/>
          <pc:sldMk cId="3697975482" sldId="446"/>
        </pc:sldMkLst>
      </pc:sldChg>
      <pc:sldChg chg="addSp delSp modSp new mod modClrScheme chgLayout">
        <pc:chgData name="S Jenicka" userId="d64c0eec4ad28fe0" providerId="LiveId" clId="{7C79DAB2-BE8A-4E8C-B7B6-9F97456D2574}" dt="2021-11-29T10:32:45.344" v="1485" actId="20577"/>
        <pc:sldMkLst>
          <pc:docMk/>
          <pc:sldMk cId="829092236" sldId="447"/>
        </pc:sldMkLst>
        <pc:spChg chg="add mod">
          <ac:chgData name="S Jenicka" userId="d64c0eec4ad28fe0" providerId="LiveId" clId="{7C79DAB2-BE8A-4E8C-B7B6-9F97456D2574}" dt="2021-11-29T09:00:45.670" v="1442" actId="20577"/>
          <ac:spMkLst>
            <pc:docMk/>
            <pc:sldMk cId="829092236" sldId="447"/>
            <ac:spMk id="2" creationId="{2FE9CFB6-D72D-48EA-B016-B7B4DC424322}"/>
          </ac:spMkLst>
        </pc:spChg>
        <pc:spChg chg="add mod">
          <ac:chgData name="S Jenicka" userId="d64c0eec4ad28fe0" providerId="LiveId" clId="{7C79DAB2-BE8A-4E8C-B7B6-9F97456D2574}" dt="2021-11-29T10:32:45.344" v="1485" actId="20577"/>
          <ac:spMkLst>
            <pc:docMk/>
            <pc:sldMk cId="829092236" sldId="447"/>
            <ac:spMk id="4" creationId="{079F6616-FF4B-49A7-AB24-25EF24AB15B7}"/>
          </ac:spMkLst>
        </pc:spChg>
        <pc:picChg chg="add mod">
          <ac:chgData name="S Jenicka" userId="d64c0eec4ad28fe0" providerId="LiveId" clId="{7C79DAB2-BE8A-4E8C-B7B6-9F97456D2574}" dt="2021-11-29T09:02:13.368" v="1451" actId="14100"/>
          <ac:picMkLst>
            <pc:docMk/>
            <pc:sldMk cId="829092236" sldId="447"/>
            <ac:picMk id="1026" creationId="{C4F0CBB3-CBC1-4846-AE0F-7DBB55B4649F}"/>
          </ac:picMkLst>
        </pc:picChg>
        <pc:inkChg chg="add del">
          <ac:chgData name="S Jenicka" userId="d64c0eec4ad28fe0" providerId="LiveId" clId="{7C79DAB2-BE8A-4E8C-B7B6-9F97456D2574}" dt="2021-11-29T10:28:50.299" v="1475" actId="478"/>
          <ac:inkMkLst>
            <pc:docMk/>
            <pc:sldMk cId="829092236" sldId="447"/>
            <ac:inkMk id="5" creationId="{4BA82492-21E1-4E4B-A922-610193840D19}"/>
          </ac:inkMkLst>
        </pc:inkChg>
      </pc:sldChg>
      <pc:sldChg chg="modSp new del mod">
        <pc:chgData name="S Jenicka" userId="d64c0eec4ad28fe0" providerId="LiveId" clId="{7C79DAB2-BE8A-4E8C-B7B6-9F97456D2574}" dt="2021-12-01T09:50:30.162" v="1524" actId="47"/>
        <pc:sldMkLst>
          <pc:docMk/>
          <pc:sldMk cId="891723678" sldId="448"/>
        </pc:sldMkLst>
        <pc:spChg chg="mod">
          <ac:chgData name="S Jenicka" userId="d64c0eec4ad28fe0" providerId="LiveId" clId="{7C79DAB2-BE8A-4E8C-B7B6-9F97456D2574}" dt="2021-11-24T07:56:02.127" v="1322" actId="20577"/>
          <ac:spMkLst>
            <pc:docMk/>
            <pc:sldMk cId="891723678" sldId="448"/>
            <ac:spMk id="2" creationId="{C1498973-6E17-48C5-B302-5C030741D92C}"/>
          </ac:spMkLst>
        </pc:spChg>
      </pc:sldChg>
      <pc:sldChg chg="addSp modSp new mod">
        <pc:chgData name="S Jenicka" userId="d64c0eec4ad28fe0" providerId="LiveId" clId="{7C79DAB2-BE8A-4E8C-B7B6-9F97456D2574}" dt="2021-12-01T09:52:01.405" v="1579" actId="20577"/>
        <pc:sldMkLst>
          <pc:docMk/>
          <pc:sldMk cId="2397566678" sldId="449"/>
        </pc:sldMkLst>
        <pc:spChg chg="mod">
          <ac:chgData name="S Jenicka" userId="d64c0eec4ad28fe0" providerId="LiveId" clId="{7C79DAB2-BE8A-4E8C-B7B6-9F97456D2574}" dt="2021-12-01T09:52:01.405" v="1579" actId="20577"/>
          <ac:spMkLst>
            <pc:docMk/>
            <pc:sldMk cId="2397566678" sldId="449"/>
            <ac:spMk id="2" creationId="{9A4D90D6-CC34-415D-A6C2-2585196C8450}"/>
          </ac:spMkLst>
        </pc:spChg>
        <pc:picChg chg="add mod">
          <ac:chgData name="S Jenicka" userId="d64c0eec4ad28fe0" providerId="LiveId" clId="{7C79DAB2-BE8A-4E8C-B7B6-9F97456D2574}" dt="2021-12-01T09:50:44.671" v="1546" actId="1076"/>
          <ac:picMkLst>
            <pc:docMk/>
            <pc:sldMk cId="2397566678" sldId="449"/>
            <ac:picMk id="4" creationId="{E06405B6-3DF2-4F8A-8AA3-A230EFB3D6B0}"/>
          </ac:picMkLst>
        </pc:picChg>
      </pc:sldChg>
      <pc:sldChg chg="addSp delSp modSp new mod ord modClrScheme chgLayout">
        <pc:chgData name="S Jenicka" userId="d64c0eec4ad28fe0" providerId="LiveId" clId="{7C79DAB2-BE8A-4E8C-B7B6-9F97456D2574}" dt="2021-12-13T05:24:54.733" v="3088"/>
        <pc:sldMkLst>
          <pc:docMk/>
          <pc:sldMk cId="40481505" sldId="450"/>
        </pc:sldMkLst>
        <pc:spChg chg="del">
          <ac:chgData name="S Jenicka" userId="d64c0eec4ad28fe0" providerId="LiveId" clId="{7C79DAB2-BE8A-4E8C-B7B6-9F97456D2574}" dt="2021-11-24T09:24:42.114" v="1354" actId="700"/>
          <ac:spMkLst>
            <pc:docMk/>
            <pc:sldMk cId="40481505" sldId="450"/>
            <ac:spMk id="2" creationId="{2AEC82A5-A3B9-4D47-8E41-CCBBF0B6EAC1}"/>
          </ac:spMkLst>
        </pc:spChg>
        <pc:spChg chg="del mod">
          <ac:chgData name="S Jenicka" userId="d64c0eec4ad28fe0" providerId="LiveId" clId="{7C79DAB2-BE8A-4E8C-B7B6-9F97456D2574}" dt="2021-11-24T09:24:42.114" v="1354" actId="700"/>
          <ac:spMkLst>
            <pc:docMk/>
            <pc:sldMk cId="40481505" sldId="450"/>
            <ac:spMk id="3" creationId="{8F9042AD-CF2E-4F7D-AE1D-78A3B8CA7304}"/>
          </ac:spMkLst>
        </pc:spChg>
        <pc:spChg chg="add mod">
          <ac:chgData name="S Jenicka" userId="d64c0eec4ad28fe0" providerId="LiveId" clId="{7C79DAB2-BE8A-4E8C-B7B6-9F97456D2574}" dt="2021-12-13T05:24:54.733" v="3088"/>
          <ac:spMkLst>
            <pc:docMk/>
            <pc:sldMk cId="40481505" sldId="450"/>
            <ac:spMk id="3" creationId="{9300079A-17D3-4544-B12B-F13C3F59E183}"/>
          </ac:spMkLst>
        </pc:spChg>
        <pc:picChg chg="add">
          <ac:chgData name="S Jenicka" userId="d64c0eec4ad28fe0" providerId="LiveId" clId="{7C79DAB2-BE8A-4E8C-B7B6-9F97456D2574}" dt="2021-11-24T09:24:43.516" v="1355" actId="22"/>
          <ac:picMkLst>
            <pc:docMk/>
            <pc:sldMk cId="40481505" sldId="450"/>
            <ac:picMk id="5" creationId="{BE680F1E-64CF-4EF2-8734-6774A1A2BB31}"/>
          </ac:picMkLst>
        </pc:picChg>
        <pc:picChg chg="add del">
          <ac:chgData name="S Jenicka" userId="d64c0eec4ad28fe0" providerId="LiveId" clId="{7C79DAB2-BE8A-4E8C-B7B6-9F97456D2574}" dt="2021-11-24T09:45:29.742" v="1371" actId="22"/>
          <ac:picMkLst>
            <pc:docMk/>
            <pc:sldMk cId="40481505" sldId="450"/>
            <ac:picMk id="7" creationId="{287085BD-AAD8-483D-985E-41923D8B0845}"/>
          </ac:picMkLst>
        </pc:picChg>
      </pc:sldChg>
      <pc:sldChg chg="addSp new del mod">
        <pc:chgData name="S Jenicka" userId="d64c0eec4ad28fe0" providerId="LiveId" clId="{7C79DAB2-BE8A-4E8C-B7B6-9F97456D2574}" dt="2021-11-24T11:22:59.202" v="1391" actId="2696"/>
        <pc:sldMkLst>
          <pc:docMk/>
          <pc:sldMk cId="38890444" sldId="451"/>
        </pc:sldMkLst>
        <pc:picChg chg="add">
          <ac:chgData name="S Jenicka" userId="d64c0eec4ad28fe0" providerId="LiveId" clId="{7C79DAB2-BE8A-4E8C-B7B6-9F97456D2574}" dt="2021-11-24T09:25:54.336" v="1357" actId="22"/>
          <ac:picMkLst>
            <pc:docMk/>
            <pc:sldMk cId="38890444" sldId="451"/>
            <ac:picMk id="3" creationId="{D4EC30BD-D51D-418C-9FE4-418B9C046B76}"/>
          </ac:picMkLst>
        </pc:picChg>
      </pc:sldChg>
      <pc:sldChg chg="addSp modSp add">
        <pc:chgData name="S Jenicka" userId="d64c0eec4ad28fe0" providerId="LiveId" clId="{7C79DAB2-BE8A-4E8C-B7B6-9F97456D2574}" dt="2021-12-13T05:24:59.240" v="3089"/>
        <pc:sldMkLst>
          <pc:docMk/>
          <pc:sldMk cId="3747079967" sldId="451"/>
        </pc:sldMkLst>
        <pc:spChg chg="add mod">
          <ac:chgData name="S Jenicka" userId="d64c0eec4ad28fe0" providerId="LiveId" clId="{7C79DAB2-BE8A-4E8C-B7B6-9F97456D2574}" dt="2021-12-13T05:24:59.240" v="3089"/>
          <ac:spMkLst>
            <pc:docMk/>
            <pc:sldMk cId="3747079967" sldId="451"/>
            <ac:spMk id="4" creationId="{0903779E-A227-4CF0-8FD6-15DDF7FD4E63}"/>
          </ac:spMkLst>
        </pc:spChg>
      </pc:sldChg>
      <pc:sldChg chg="addSp delSp modSp new mod ord">
        <pc:chgData name="S Jenicka" userId="d64c0eec4ad28fe0" providerId="LiveId" clId="{7C79DAB2-BE8A-4E8C-B7B6-9F97456D2574}" dt="2021-12-13T05:25:20.534" v="3093" actId="1076"/>
        <pc:sldMkLst>
          <pc:docMk/>
          <pc:sldMk cId="1983670984" sldId="452"/>
        </pc:sldMkLst>
        <pc:spChg chg="add mod">
          <ac:chgData name="S Jenicka" userId="d64c0eec4ad28fe0" providerId="LiveId" clId="{7C79DAB2-BE8A-4E8C-B7B6-9F97456D2574}" dt="2021-12-13T05:25:20.534" v="3093" actId="1076"/>
          <ac:spMkLst>
            <pc:docMk/>
            <pc:sldMk cId="1983670984" sldId="452"/>
            <ac:spMk id="4" creationId="{22A2E7D6-C8CB-4C48-9889-5942D05255D8}"/>
          </ac:spMkLst>
        </pc:spChg>
        <pc:picChg chg="add del">
          <ac:chgData name="S Jenicka" userId="d64c0eec4ad28fe0" providerId="LiveId" clId="{7C79DAB2-BE8A-4E8C-B7B6-9F97456D2574}" dt="2021-11-24T09:56:27.029" v="1386" actId="478"/>
          <ac:picMkLst>
            <pc:docMk/>
            <pc:sldMk cId="1983670984" sldId="452"/>
            <ac:picMk id="3" creationId="{3E2D791C-7AB5-41FC-BCE1-07A2F9F8FCCF}"/>
          </ac:picMkLst>
        </pc:picChg>
        <pc:picChg chg="add">
          <ac:chgData name="S Jenicka" userId="d64c0eec4ad28fe0" providerId="LiveId" clId="{7C79DAB2-BE8A-4E8C-B7B6-9F97456D2574}" dt="2021-11-24T09:56:27.700" v="1387" actId="22"/>
          <ac:picMkLst>
            <pc:docMk/>
            <pc:sldMk cId="1983670984" sldId="452"/>
            <ac:picMk id="5" creationId="{79A75610-5C92-4DBC-8222-20DF706FBF32}"/>
          </ac:picMkLst>
        </pc:picChg>
        <pc:inkChg chg="add">
          <ac:chgData name="S Jenicka" userId="d64c0eec4ad28fe0" providerId="LiveId" clId="{7C79DAB2-BE8A-4E8C-B7B6-9F97456D2574}" dt="2021-11-24T11:18:52.734" v="1390"/>
          <ac:inkMkLst>
            <pc:docMk/>
            <pc:sldMk cId="1983670984" sldId="452"/>
            <ac:inkMk id="6" creationId="{4F4EE47F-BDBC-401C-B4C3-6E6643F789B4}"/>
          </ac:inkMkLst>
        </pc:inkChg>
      </pc:sldChg>
      <pc:sldChg chg="addSp delSp modSp new mod">
        <pc:chgData name="S Jenicka" userId="d64c0eec4ad28fe0" providerId="LiveId" clId="{7C79DAB2-BE8A-4E8C-B7B6-9F97456D2574}" dt="2021-12-13T05:25:31.967" v="3096" actId="1076"/>
        <pc:sldMkLst>
          <pc:docMk/>
          <pc:sldMk cId="151548729" sldId="453"/>
        </pc:sldMkLst>
        <pc:spChg chg="add mod">
          <ac:chgData name="S Jenicka" userId="d64c0eec4ad28fe0" providerId="LiveId" clId="{7C79DAB2-BE8A-4E8C-B7B6-9F97456D2574}" dt="2021-12-13T05:25:31.967" v="3096" actId="1076"/>
          <ac:spMkLst>
            <pc:docMk/>
            <pc:sldMk cId="151548729" sldId="453"/>
            <ac:spMk id="4" creationId="{22067C54-3991-43E7-AAB2-1E7A34A8756C}"/>
          </ac:spMkLst>
        </pc:spChg>
        <pc:picChg chg="add mod">
          <ac:chgData name="S Jenicka" userId="d64c0eec4ad28fe0" providerId="LiveId" clId="{7C79DAB2-BE8A-4E8C-B7B6-9F97456D2574}" dt="2021-12-13T05:25:24.694" v="3094" actId="1076"/>
          <ac:picMkLst>
            <pc:docMk/>
            <pc:sldMk cId="151548729" sldId="453"/>
            <ac:picMk id="3" creationId="{C654DB3B-675A-464E-BCD8-08EA92A5BE90}"/>
          </ac:picMkLst>
        </pc:picChg>
        <pc:inkChg chg="add del">
          <ac:chgData name="S Jenicka" userId="d64c0eec4ad28fe0" providerId="LiveId" clId="{7C79DAB2-BE8A-4E8C-B7B6-9F97456D2574}" dt="2021-11-24T11:24:21.816" v="1399" actId="478"/>
          <ac:inkMkLst>
            <pc:docMk/>
            <pc:sldMk cId="151548729" sldId="453"/>
            <ac:inkMk id="4" creationId="{71AFADC8-E9D4-4D30-B42D-6611E2EBB9B8}"/>
          </ac:inkMkLst>
        </pc:inkChg>
        <pc:inkChg chg="add del mod">
          <ac:chgData name="S Jenicka" userId="d64c0eec4ad28fe0" providerId="LiveId" clId="{7C79DAB2-BE8A-4E8C-B7B6-9F97456D2574}" dt="2021-11-24T11:24:19.202" v="1398" actId="478"/>
          <ac:inkMkLst>
            <pc:docMk/>
            <pc:sldMk cId="151548729" sldId="453"/>
            <ac:inkMk id="5" creationId="{DD2ECC00-DD75-45F1-B471-5A9F3281CAD8}"/>
          </ac:inkMkLst>
        </pc:inkChg>
      </pc:sldChg>
      <pc:sldChg chg="addSp delSp modSp new mod">
        <pc:chgData name="S Jenicka" userId="d64c0eec4ad28fe0" providerId="LiveId" clId="{7C79DAB2-BE8A-4E8C-B7B6-9F97456D2574}" dt="2021-12-13T05:25:38.644" v="3098" actId="1076"/>
        <pc:sldMkLst>
          <pc:docMk/>
          <pc:sldMk cId="2683760560" sldId="454"/>
        </pc:sldMkLst>
        <pc:spChg chg="add mod">
          <ac:chgData name="S Jenicka" userId="d64c0eec4ad28fe0" providerId="LiveId" clId="{7C79DAB2-BE8A-4E8C-B7B6-9F97456D2574}" dt="2021-12-13T05:25:38.644" v="3098" actId="1076"/>
          <ac:spMkLst>
            <pc:docMk/>
            <pc:sldMk cId="2683760560" sldId="454"/>
            <ac:spMk id="4" creationId="{3E6CC063-90EF-43B3-BD7C-61E2841E90AC}"/>
          </ac:spMkLst>
        </pc:spChg>
        <pc:picChg chg="add">
          <ac:chgData name="S Jenicka" userId="d64c0eec4ad28fe0" providerId="LiveId" clId="{7C79DAB2-BE8A-4E8C-B7B6-9F97456D2574}" dt="2021-11-24T09:35:40.042" v="1367" actId="22"/>
          <ac:picMkLst>
            <pc:docMk/>
            <pc:sldMk cId="2683760560" sldId="454"/>
            <ac:picMk id="3" creationId="{0799EA6A-E218-440C-963F-370A0549390F}"/>
          </ac:picMkLst>
        </pc:picChg>
        <pc:inkChg chg="add del mod">
          <ac:chgData name="S Jenicka" userId="d64c0eec4ad28fe0" providerId="LiveId" clId="{7C79DAB2-BE8A-4E8C-B7B6-9F97456D2574}" dt="2021-11-24T11:24:27.587" v="1401" actId="478"/>
          <ac:inkMkLst>
            <pc:docMk/>
            <pc:sldMk cId="2683760560" sldId="454"/>
            <ac:inkMk id="4" creationId="{5DB9D929-A3C7-4BDE-B3BC-80B4E66580D4}"/>
          </ac:inkMkLst>
        </pc:inkChg>
      </pc:sldChg>
      <pc:sldChg chg="addSp modSp new mod">
        <pc:chgData name="S Jenicka" userId="d64c0eec4ad28fe0" providerId="LiveId" clId="{7C79DAB2-BE8A-4E8C-B7B6-9F97456D2574}" dt="2021-12-13T05:25:41.748" v="3099"/>
        <pc:sldMkLst>
          <pc:docMk/>
          <pc:sldMk cId="2025293523" sldId="455"/>
        </pc:sldMkLst>
        <pc:spChg chg="add mod">
          <ac:chgData name="S Jenicka" userId="d64c0eec4ad28fe0" providerId="LiveId" clId="{7C79DAB2-BE8A-4E8C-B7B6-9F97456D2574}" dt="2021-12-13T05:25:41.748" v="3099"/>
          <ac:spMkLst>
            <pc:docMk/>
            <pc:sldMk cId="2025293523" sldId="455"/>
            <ac:spMk id="4" creationId="{17CBE2F3-A9EC-448F-B7A7-AF3F4A79F579}"/>
          </ac:spMkLst>
        </pc:spChg>
        <pc:picChg chg="add">
          <ac:chgData name="S Jenicka" userId="d64c0eec4ad28fe0" providerId="LiveId" clId="{7C79DAB2-BE8A-4E8C-B7B6-9F97456D2574}" dt="2021-11-24T09:36:30.586" v="1369" actId="22"/>
          <ac:picMkLst>
            <pc:docMk/>
            <pc:sldMk cId="2025293523" sldId="455"/>
            <ac:picMk id="3" creationId="{0ECFFDCD-075B-4EAB-9128-DE658EA32E1F}"/>
          </ac:picMkLst>
        </pc:picChg>
      </pc:sldChg>
      <pc:sldChg chg="addSp modSp new mod ord">
        <pc:chgData name="S Jenicka" userId="d64c0eec4ad28fe0" providerId="LiveId" clId="{7C79DAB2-BE8A-4E8C-B7B6-9F97456D2574}" dt="2021-12-13T05:24:43.932" v="3085"/>
        <pc:sldMkLst>
          <pc:docMk/>
          <pc:sldMk cId="143418540" sldId="456"/>
        </pc:sldMkLst>
        <pc:spChg chg="add mod">
          <ac:chgData name="S Jenicka" userId="d64c0eec4ad28fe0" providerId="LiveId" clId="{7C79DAB2-BE8A-4E8C-B7B6-9F97456D2574}" dt="2021-12-13T05:24:43.932" v="3085"/>
          <ac:spMkLst>
            <pc:docMk/>
            <pc:sldMk cId="143418540" sldId="456"/>
            <ac:spMk id="4" creationId="{84CBD9DD-69C7-4A76-BCEF-BBEB3082B4B1}"/>
          </ac:spMkLst>
        </pc:spChg>
        <pc:picChg chg="add">
          <ac:chgData name="S Jenicka" userId="d64c0eec4ad28fe0" providerId="LiveId" clId="{7C79DAB2-BE8A-4E8C-B7B6-9F97456D2574}" dt="2021-11-24T09:45:40.025" v="1379" actId="22"/>
          <ac:picMkLst>
            <pc:docMk/>
            <pc:sldMk cId="143418540" sldId="456"/>
            <ac:picMk id="3" creationId="{844F825C-EEBF-4D66-B5A8-1E3E7C356E75}"/>
          </ac:picMkLst>
        </pc:picChg>
      </pc:sldChg>
      <pc:sldChg chg="addSp modSp new mod">
        <pc:chgData name="S Jenicka" userId="d64c0eec4ad28fe0" providerId="LiveId" clId="{7C79DAB2-BE8A-4E8C-B7B6-9F97456D2574}" dt="2021-12-13T05:24:50.984" v="3087"/>
        <pc:sldMkLst>
          <pc:docMk/>
          <pc:sldMk cId="3222102000" sldId="457"/>
        </pc:sldMkLst>
        <pc:spChg chg="add mod">
          <ac:chgData name="S Jenicka" userId="d64c0eec4ad28fe0" providerId="LiveId" clId="{7C79DAB2-BE8A-4E8C-B7B6-9F97456D2574}" dt="2021-12-13T05:24:50.984" v="3087"/>
          <ac:spMkLst>
            <pc:docMk/>
            <pc:sldMk cId="3222102000" sldId="457"/>
            <ac:spMk id="4" creationId="{4657442D-D130-472A-A637-CFD266CF1951}"/>
          </ac:spMkLst>
        </pc:spChg>
        <pc:picChg chg="add mod">
          <ac:chgData name="S Jenicka" userId="d64c0eec4ad28fe0" providerId="LiveId" clId="{7C79DAB2-BE8A-4E8C-B7B6-9F97456D2574}" dt="2021-12-13T05:24:47.856" v="3086" actId="1076"/>
          <ac:picMkLst>
            <pc:docMk/>
            <pc:sldMk cId="3222102000" sldId="457"/>
            <ac:picMk id="3" creationId="{81BF695A-2057-4981-80AC-D3099472A6F6}"/>
          </ac:picMkLst>
        </pc:picChg>
      </pc:sldChg>
      <pc:sldChg chg="addSp delSp modSp new mod ord">
        <pc:chgData name="S Jenicka" userId="d64c0eec4ad28fe0" providerId="LiveId" clId="{7C79DAB2-BE8A-4E8C-B7B6-9F97456D2574}" dt="2021-12-13T05:24:27.821" v="3084" actId="20577"/>
        <pc:sldMkLst>
          <pc:docMk/>
          <pc:sldMk cId="135465081" sldId="458"/>
        </pc:sldMkLst>
        <pc:spChg chg="add mod">
          <ac:chgData name="S Jenicka" userId="d64c0eec4ad28fe0" providerId="LiveId" clId="{7C79DAB2-BE8A-4E8C-B7B6-9F97456D2574}" dt="2021-12-13T05:24:27.821" v="3084" actId="20577"/>
          <ac:spMkLst>
            <pc:docMk/>
            <pc:sldMk cId="135465081" sldId="458"/>
            <ac:spMk id="2" creationId="{05D944C6-6EC3-4953-9E67-7AE0180757DE}"/>
          </ac:spMkLst>
        </pc:spChg>
        <pc:picChg chg="add mod">
          <ac:chgData name="S Jenicka" userId="d64c0eec4ad28fe0" providerId="LiveId" clId="{7C79DAB2-BE8A-4E8C-B7B6-9F97456D2574}" dt="2021-12-13T05:23:30.764" v="3024" actId="1076"/>
          <ac:picMkLst>
            <pc:docMk/>
            <pc:sldMk cId="135465081" sldId="458"/>
            <ac:picMk id="3" creationId="{7B81CBA4-4C1E-4151-BC4F-6B71F6814007}"/>
          </ac:picMkLst>
        </pc:picChg>
        <pc:inkChg chg="add del mod">
          <ac:chgData name="S Jenicka" userId="d64c0eec4ad28fe0" providerId="LiveId" clId="{7C79DAB2-BE8A-4E8C-B7B6-9F97456D2574}" dt="2021-11-24T11:24:11.320" v="1396" actId="478"/>
          <ac:inkMkLst>
            <pc:docMk/>
            <pc:sldMk cId="135465081" sldId="458"/>
            <ac:inkMk id="4" creationId="{A973F070-609D-41F8-AABF-DB3AA7FD2599}"/>
          </ac:inkMkLst>
        </pc:inkChg>
      </pc:sldChg>
      <pc:sldChg chg="addSp delSp modSp new mod">
        <pc:chgData name="S Jenicka" userId="d64c0eec4ad28fe0" providerId="LiveId" clId="{7C79DAB2-BE8A-4E8C-B7B6-9F97456D2574}" dt="2021-11-29T10:28:42.956" v="1474" actId="478"/>
        <pc:sldMkLst>
          <pc:docMk/>
          <pc:sldMk cId="1870225334" sldId="459"/>
        </pc:sldMkLst>
        <pc:spChg chg="mod">
          <ac:chgData name="S Jenicka" userId="d64c0eec4ad28fe0" providerId="LiveId" clId="{7C79DAB2-BE8A-4E8C-B7B6-9F97456D2574}" dt="2021-11-29T09:02:28.529" v="1458" actId="20577"/>
          <ac:spMkLst>
            <pc:docMk/>
            <pc:sldMk cId="1870225334" sldId="459"/>
            <ac:spMk id="2" creationId="{EC8F8EBE-7C80-4E9F-B813-C8E31626C520}"/>
          </ac:spMkLst>
        </pc:spChg>
        <pc:spChg chg="add mod">
          <ac:chgData name="S Jenicka" userId="d64c0eec4ad28fe0" providerId="LiveId" clId="{7C79DAB2-BE8A-4E8C-B7B6-9F97456D2574}" dt="2021-11-29T09:05:16.197" v="1471" actId="20577"/>
          <ac:spMkLst>
            <pc:docMk/>
            <pc:sldMk cId="1870225334" sldId="459"/>
            <ac:spMk id="5" creationId="{7E196692-330C-4504-B8C6-D1FE1E17A5B8}"/>
          </ac:spMkLst>
        </pc:spChg>
        <pc:picChg chg="add mod">
          <ac:chgData name="S Jenicka" userId="d64c0eec4ad28fe0" providerId="LiveId" clId="{7C79DAB2-BE8A-4E8C-B7B6-9F97456D2574}" dt="2021-11-29T09:04:26.692" v="1467" actId="1076"/>
          <ac:picMkLst>
            <pc:docMk/>
            <pc:sldMk cId="1870225334" sldId="459"/>
            <ac:picMk id="2050" creationId="{1FC4B03A-C97B-4BAD-AEAB-EBB1BD664033}"/>
          </ac:picMkLst>
        </pc:picChg>
        <pc:inkChg chg="add del">
          <ac:chgData name="S Jenicka" userId="d64c0eec4ad28fe0" providerId="LiveId" clId="{7C79DAB2-BE8A-4E8C-B7B6-9F97456D2574}" dt="2021-11-29T10:28:42.956" v="1474" actId="478"/>
          <ac:inkMkLst>
            <pc:docMk/>
            <pc:sldMk cId="1870225334" sldId="459"/>
            <ac:inkMk id="4" creationId="{34E770BD-5557-44D1-8F29-CAA91617DA97}"/>
          </ac:inkMkLst>
        </pc:inkChg>
      </pc:sldChg>
      <pc:sldChg chg="new del">
        <pc:chgData name="S Jenicka" userId="d64c0eec4ad28fe0" providerId="LiveId" clId="{7C79DAB2-BE8A-4E8C-B7B6-9F97456D2574}" dt="2021-11-24T11:23:22.953" v="1394" actId="47"/>
        <pc:sldMkLst>
          <pc:docMk/>
          <pc:sldMk cId="2823624924" sldId="459"/>
        </pc:sldMkLst>
      </pc:sldChg>
      <pc:sldChg chg="addSp delSp modSp new mod modClrScheme chgLayout">
        <pc:chgData name="S Jenicka" userId="d64c0eec4ad28fe0" providerId="LiveId" clId="{7C79DAB2-BE8A-4E8C-B7B6-9F97456D2574}" dt="2021-11-29T10:36:12.700" v="1491" actId="1076"/>
        <pc:sldMkLst>
          <pc:docMk/>
          <pc:sldMk cId="369174645" sldId="460"/>
        </pc:sldMkLst>
        <pc:spChg chg="del">
          <ac:chgData name="S Jenicka" userId="d64c0eec4ad28fe0" providerId="LiveId" clId="{7C79DAB2-BE8A-4E8C-B7B6-9F97456D2574}" dt="2021-11-29T10:30:31.282" v="1478" actId="700"/>
          <ac:spMkLst>
            <pc:docMk/>
            <pc:sldMk cId="369174645" sldId="460"/>
            <ac:spMk id="2" creationId="{644E8A9A-6AA3-4B9B-B4A5-6CDC8BE6A47D}"/>
          </ac:spMkLst>
        </pc:spChg>
        <pc:picChg chg="add mod">
          <ac:chgData name="S Jenicka" userId="d64c0eec4ad28fe0" providerId="LiveId" clId="{7C79DAB2-BE8A-4E8C-B7B6-9F97456D2574}" dt="2021-11-29T10:36:12.700" v="1491" actId="1076"/>
          <ac:picMkLst>
            <pc:docMk/>
            <pc:sldMk cId="369174645" sldId="460"/>
            <ac:picMk id="3" creationId="{40C1B694-94C2-4140-8521-F32F642A35C8}"/>
          </ac:picMkLst>
        </pc:picChg>
        <pc:picChg chg="add del">
          <ac:chgData name="S Jenicka" userId="d64c0eec4ad28fe0" providerId="LiveId" clId="{7C79DAB2-BE8A-4E8C-B7B6-9F97456D2574}" dt="2021-11-29T10:32:27.851" v="1479" actId="478"/>
          <ac:picMkLst>
            <pc:docMk/>
            <pc:sldMk cId="369174645" sldId="460"/>
            <ac:picMk id="4" creationId="{274F511E-58B4-4C39-9CBC-5532A3B979DB}"/>
          </ac:picMkLst>
        </pc:picChg>
        <pc:picChg chg="add del">
          <ac:chgData name="S Jenicka" userId="d64c0eec4ad28fe0" providerId="LiveId" clId="{7C79DAB2-BE8A-4E8C-B7B6-9F97456D2574}" dt="2021-11-29T10:33:18.046" v="1486" actId="478"/>
          <ac:picMkLst>
            <pc:docMk/>
            <pc:sldMk cId="369174645" sldId="460"/>
            <ac:picMk id="6" creationId="{9E799122-71C0-4689-8A52-1CD8F02F197F}"/>
          </ac:picMkLst>
        </pc:picChg>
        <pc:picChg chg="add mod">
          <ac:chgData name="S Jenicka" userId="d64c0eec4ad28fe0" providerId="LiveId" clId="{7C79DAB2-BE8A-4E8C-B7B6-9F97456D2574}" dt="2021-11-29T10:36:07.435" v="1489" actId="1076"/>
          <ac:picMkLst>
            <pc:docMk/>
            <pc:sldMk cId="369174645" sldId="460"/>
            <ac:picMk id="8" creationId="{200BA7A2-FB58-49CF-9911-2C0E68DD49A9}"/>
          </ac:picMkLst>
        </pc:picChg>
      </pc:sldChg>
      <pc:sldChg chg="addSp modSp new mod">
        <pc:chgData name="S Jenicka" userId="d64c0eec4ad28fe0" providerId="LiveId" clId="{7C79DAB2-BE8A-4E8C-B7B6-9F97456D2574}" dt="2021-12-01T09:52:37.363" v="1628" actId="20577"/>
        <pc:sldMkLst>
          <pc:docMk/>
          <pc:sldMk cId="1872059774" sldId="461"/>
        </pc:sldMkLst>
        <pc:spChg chg="mod">
          <ac:chgData name="S Jenicka" userId="d64c0eec4ad28fe0" providerId="LiveId" clId="{7C79DAB2-BE8A-4E8C-B7B6-9F97456D2574}" dt="2021-12-01T09:52:37.363" v="1628" actId="20577"/>
          <ac:spMkLst>
            <pc:docMk/>
            <pc:sldMk cId="1872059774" sldId="461"/>
            <ac:spMk id="2" creationId="{FDDD7EDF-F059-4664-9549-CCCE870679AD}"/>
          </ac:spMkLst>
        </pc:spChg>
        <pc:picChg chg="add mod">
          <ac:chgData name="S Jenicka" userId="d64c0eec4ad28fe0" providerId="LiveId" clId="{7C79DAB2-BE8A-4E8C-B7B6-9F97456D2574}" dt="2021-12-01T09:46:32.908" v="1503" actId="14100"/>
          <ac:picMkLst>
            <pc:docMk/>
            <pc:sldMk cId="1872059774" sldId="461"/>
            <ac:picMk id="4" creationId="{691E8A0A-8108-4599-9D33-F2745D57B0A8}"/>
          </ac:picMkLst>
        </pc:picChg>
      </pc:sldChg>
      <pc:sldChg chg="addSp modSp new mod">
        <pc:chgData name="S Jenicka" userId="d64c0eec4ad28fe0" providerId="LiveId" clId="{7C79DAB2-BE8A-4E8C-B7B6-9F97456D2574}" dt="2021-12-01T09:50:22.969" v="1523" actId="20577"/>
        <pc:sldMkLst>
          <pc:docMk/>
          <pc:sldMk cId="301483486" sldId="462"/>
        </pc:sldMkLst>
        <pc:spChg chg="mod">
          <ac:chgData name="S Jenicka" userId="d64c0eec4ad28fe0" providerId="LiveId" clId="{7C79DAB2-BE8A-4E8C-B7B6-9F97456D2574}" dt="2021-12-01T09:50:22.969" v="1523" actId="20577"/>
          <ac:spMkLst>
            <pc:docMk/>
            <pc:sldMk cId="301483486" sldId="462"/>
            <ac:spMk id="2" creationId="{06B25488-8B1F-41A4-AA06-5CB88630C022}"/>
          </ac:spMkLst>
        </pc:spChg>
        <pc:picChg chg="add mod">
          <ac:chgData name="S Jenicka" userId="d64c0eec4ad28fe0" providerId="LiveId" clId="{7C79DAB2-BE8A-4E8C-B7B6-9F97456D2574}" dt="2021-12-01T09:47:17.127" v="1507" actId="14100"/>
          <ac:picMkLst>
            <pc:docMk/>
            <pc:sldMk cId="301483486" sldId="462"/>
            <ac:picMk id="4" creationId="{8211BBF4-8E1C-4105-A48F-295A78166C50}"/>
          </ac:picMkLst>
        </pc:picChg>
        <pc:picChg chg="add mod">
          <ac:chgData name="S Jenicka" userId="d64c0eec4ad28fe0" providerId="LiveId" clId="{7C79DAB2-BE8A-4E8C-B7B6-9F97456D2574}" dt="2021-12-01T09:50:10.885" v="1517" actId="14100"/>
          <ac:picMkLst>
            <pc:docMk/>
            <pc:sldMk cId="301483486" sldId="462"/>
            <ac:picMk id="6" creationId="{78F3B80C-E97A-4A5D-A82C-E0881280C848}"/>
          </ac:picMkLst>
        </pc:picChg>
      </pc:sldChg>
      <pc:sldChg chg="addSp modSp new mod ord">
        <pc:chgData name="S Jenicka" userId="d64c0eec4ad28fe0" providerId="LiveId" clId="{7C79DAB2-BE8A-4E8C-B7B6-9F97456D2574}" dt="2021-12-06T04:48:24.892" v="2977"/>
        <pc:sldMkLst>
          <pc:docMk/>
          <pc:sldMk cId="2427947295" sldId="463"/>
        </pc:sldMkLst>
        <pc:spChg chg="mod">
          <ac:chgData name="S Jenicka" userId="d64c0eec4ad28fe0" providerId="LiveId" clId="{7C79DAB2-BE8A-4E8C-B7B6-9F97456D2574}" dt="2021-12-01T09:53:01.581" v="1653" actId="20577"/>
          <ac:spMkLst>
            <pc:docMk/>
            <pc:sldMk cId="2427947295" sldId="463"/>
            <ac:spMk id="2" creationId="{1D6EED98-EAD3-42A3-941B-F18796F8493A}"/>
          </ac:spMkLst>
        </pc:spChg>
        <pc:picChg chg="add mod">
          <ac:chgData name="S Jenicka" userId="d64c0eec4ad28fe0" providerId="LiveId" clId="{7C79DAB2-BE8A-4E8C-B7B6-9F97456D2574}" dt="2021-12-01T09:51:35.568" v="1555" actId="1076"/>
          <ac:picMkLst>
            <pc:docMk/>
            <pc:sldMk cId="2427947295" sldId="463"/>
            <ac:picMk id="4" creationId="{6DC383F5-C57E-40B9-B102-7A7EE3B415DA}"/>
          </ac:picMkLst>
        </pc:picChg>
      </pc:sldChg>
      <pc:sldChg chg="modSp new mod">
        <pc:chgData name="S Jenicka" userId="d64c0eec4ad28fe0" providerId="LiveId" clId="{7C79DAB2-BE8A-4E8C-B7B6-9F97456D2574}" dt="2021-12-06T04:52:18.177" v="3005" actId="20577"/>
        <pc:sldMkLst>
          <pc:docMk/>
          <pc:sldMk cId="948782248" sldId="464"/>
        </pc:sldMkLst>
        <pc:spChg chg="mod">
          <ac:chgData name="S Jenicka" userId="d64c0eec4ad28fe0" providerId="LiveId" clId="{7C79DAB2-BE8A-4E8C-B7B6-9F97456D2574}" dt="2021-12-03T11:19:37.929" v="2077" actId="20577"/>
          <ac:spMkLst>
            <pc:docMk/>
            <pc:sldMk cId="948782248" sldId="464"/>
            <ac:spMk id="2" creationId="{DFDB06DA-C969-4B33-ABDA-679A641138C6}"/>
          </ac:spMkLst>
        </pc:spChg>
        <pc:spChg chg="mod">
          <ac:chgData name="S Jenicka" userId="d64c0eec4ad28fe0" providerId="LiveId" clId="{7C79DAB2-BE8A-4E8C-B7B6-9F97456D2574}" dt="2021-12-06T04:52:18.177" v="3005" actId="20577"/>
          <ac:spMkLst>
            <pc:docMk/>
            <pc:sldMk cId="948782248" sldId="464"/>
            <ac:spMk id="3" creationId="{1032ACE3-7CFA-40CD-BE50-CFBFA79E6028}"/>
          </ac:spMkLst>
        </pc:spChg>
      </pc:sldChg>
      <pc:sldChg chg="addSp delSp modSp new mod ord chgLayout">
        <pc:chgData name="S Jenicka" userId="d64c0eec4ad28fe0" providerId="LiveId" clId="{7C79DAB2-BE8A-4E8C-B7B6-9F97456D2574}" dt="2021-12-06T04:49:28.261" v="2986"/>
        <pc:sldMkLst>
          <pc:docMk/>
          <pc:sldMk cId="788039776" sldId="465"/>
        </pc:sldMkLst>
        <pc:spChg chg="del mod">
          <ac:chgData name="S Jenicka" userId="d64c0eec4ad28fe0" providerId="LiveId" clId="{7C79DAB2-BE8A-4E8C-B7B6-9F97456D2574}" dt="2021-12-06T04:30:00.425" v="2458" actId="700"/>
          <ac:spMkLst>
            <pc:docMk/>
            <pc:sldMk cId="788039776" sldId="465"/>
            <ac:spMk id="2" creationId="{09E43319-5616-44B1-917D-F0FB867245FC}"/>
          </ac:spMkLst>
        </pc:spChg>
        <pc:spChg chg="del mod">
          <ac:chgData name="S Jenicka" userId="d64c0eec4ad28fe0" providerId="LiveId" clId="{7C79DAB2-BE8A-4E8C-B7B6-9F97456D2574}" dt="2021-12-06T04:29:06.626" v="2451" actId="21"/>
          <ac:spMkLst>
            <pc:docMk/>
            <pc:sldMk cId="788039776" sldId="465"/>
            <ac:spMk id="3" creationId="{B49358E8-1B17-43A0-AC0D-ABF4BBB3EFF3}"/>
          </ac:spMkLst>
        </pc:spChg>
        <pc:spChg chg="add del mod">
          <ac:chgData name="S Jenicka" userId="d64c0eec4ad28fe0" providerId="LiveId" clId="{7C79DAB2-BE8A-4E8C-B7B6-9F97456D2574}" dt="2021-12-06T04:29:06.626" v="2451" actId="21"/>
          <ac:spMkLst>
            <pc:docMk/>
            <pc:sldMk cId="788039776" sldId="465"/>
            <ac:spMk id="4" creationId="{3DDFE1A2-20D8-4E95-9AD2-EACF3B763F6E}"/>
          </ac:spMkLst>
        </pc:spChg>
        <pc:spChg chg="add del mod">
          <ac:chgData name="S Jenicka" userId="d64c0eec4ad28fe0" providerId="LiveId" clId="{7C79DAB2-BE8A-4E8C-B7B6-9F97456D2574}" dt="2021-12-06T04:29:06.626" v="2451" actId="21"/>
          <ac:spMkLst>
            <pc:docMk/>
            <pc:sldMk cId="788039776" sldId="465"/>
            <ac:spMk id="5" creationId="{FD2AF553-EE5F-49E1-9A7F-A393AEDC8D17}"/>
          </ac:spMkLst>
        </pc:spChg>
        <pc:spChg chg="add del mod">
          <ac:chgData name="S Jenicka" userId="d64c0eec4ad28fe0" providerId="LiveId" clId="{7C79DAB2-BE8A-4E8C-B7B6-9F97456D2574}" dt="2021-12-06T04:29:06.626" v="2451" actId="21"/>
          <ac:spMkLst>
            <pc:docMk/>
            <pc:sldMk cId="788039776" sldId="465"/>
            <ac:spMk id="6" creationId="{7C32E55D-609C-4C53-9C88-23C8B9089CF3}"/>
          </ac:spMkLst>
        </pc:spChg>
        <pc:spChg chg="add del">
          <ac:chgData name="S Jenicka" userId="d64c0eec4ad28fe0" providerId="LiveId" clId="{7C79DAB2-BE8A-4E8C-B7B6-9F97456D2574}" dt="2021-12-06T04:29:44.571" v="2455"/>
          <ac:spMkLst>
            <pc:docMk/>
            <pc:sldMk cId="788039776" sldId="465"/>
            <ac:spMk id="7" creationId="{9D535929-92F5-4BE3-A393-32BB68F72CDC}"/>
          </ac:spMkLst>
        </pc:spChg>
        <pc:spChg chg="add del">
          <ac:chgData name="S Jenicka" userId="d64c0eec4ad28fe0" providerId="LiveId" clId="{7C79DAB2-BE8A-4E8C-B7B6-9F97456D2574}" dt="2021-12-06T04:29:44.571" v="2455"/>
          <ac:spMkLst>
            <pc:docMk/>
            <pc:sldMk cId="788039776" sldId="465"/>
            <ac:spMk id="8" creationId="{45576562-CF4F-43A7-88AC-69363125EBA9}"/>
          </ac:spMkLst>
        </pc:spChg>
        <pc:spChg chg="add del">
          <ac:chgData name="S Jenicka" userId="d64c0eec4ad28fe0" providerId="LiveId" clId="{7C79DAB2-BE8A-4E8C-B7B6-9F97456D2574}" dt="2021-12-06T04:29:44.571" v="2455"/>
          <ac:spMkLst>
            <pc:docMk/>
            <pc:sldMk cId="788039776" sldId="465"/>
            <ac:spMk id="9" creationId="{7CB78B50-F266-418B-8266-80CD042F6E78}"/>
          </ac:spMkLst>
        </pc:spChg>
        <pc:spChg chg="add del">
          <ac:chgData name="S Jenicka" userId="d64c0eec4ad28fe0" providerId="LiveId" clId="{7C79DAB2-BE8A-4E8C-B7B6-9F97456D2574}" dt="2021-12-06T04:29:44.571" v="2455"/>
          <ac:spMkLst>
            <pc:docMk/>
            <pc:sldMk cId="788039776" sldId="465"/>
            <ac:spMk id="10" creationId="{3E3C434E-7893-4DC1-8BB9-7A67743DF0FD}"/>
          </ac:spMkLst>
        </pc:spChg>
        <pc:spChg chg="add del">
          <ac:chgData name="S Jenicka" userId="d64c0eec4ad28fe0" providerId="LiveId" clId="{7C79DAB2-BE8A-4E8C-B7B6-9F97456D2574}" dt="2021-12-06T04:29:44.571" v="2455"/>
          <ac:spMkLst>
            <pc:docMk/>
            <pc:sldMk cId="788039776" sldId="465"/>
            <ac:spMk id="11" creationId="{A85F9DF5-E681-4D92-8F0F-735E8A744F11}"/>
          </ac:spMkLst>
        </pc:spChg>
        <pc:spChg chg="add del">
          <ac:chgData name="S Jenicka" userId="d64c0eec4ad28fe0" providerId="LiveId" clId="{7C79DAB2-BE8A-4E8C-B7B6-9F97456D2574}" dt="2021-12-06T04:29:44.571" v="2455"/>
          <ac:spMkLst>
            <pc:docMk/>
            <pc:sldMk cId="788039776" sldId="465"/>
            <ac:spMk id="12" creationId="{24E1F218-D869-495D-A2D7-F8334D0D3308}"/>
          </ac:spMkLst>
        </pc:spChg>
        <pc:spChg chg="add del">
          <ac:chgData name="S Jenicka" userId="d64c0eec4ad28fe0" providerId="LiveId" clId="{7C79DAB2-BE8A-4E8C-B7B6-9F97456D2574}" dt="2021-12-06T04:29:53.697" v="2457"/>
          <ac:spMkLst>
            <pc:docMk/>
            <pc:sldMk cId="788039776" sldId="465"/>
            <ac:spMk id="13" creationId="{40E2FCAD-05EA-44CB-905B-690EC99E70DF}"/>
          </ac:spMkLst>
        </pc:spChg>
        <pc:spChg chg="add del">
          <ac:chgData name="S Jenicka" userId="d64c0eec4ad28fe0" providerId="LiveId" clId="{7C79DAB2-BE8A-4E8C-B7B6-9F97456D2574}" dt="2021-12-06T04:29:53.697" v="2457"/>
          <ac:spMkLst>
            <pc:docMk/>
            <pc:sldMk cId="788039776" sldId="465"/>
            <ac:spMk id="14" creationId="{B5144093-A02F-455A-BBE3-078F0DE1F9B6}"/>
          </ac:spMkLst>
        </pc:spChg>
        <pc:spChg chg="add del">
          <ac:chgData name="S Jenicka" userId="d64c0eec4ad28fe0" providerId="LiveId" clId="{7C79DAB2-BE8A-4E8C-B7B6-9F97456D2574}" dt="2021-12-06T04:29:53.697" v="2457"/>
          <ac:spMkLst>
            <pc:docMk/>
            <pc:sldMk cId="788039776" sldId="465"/>
            <ac:spMk id="15" creationId="{3A258380-40BE-4C8A-B356-5FE71F2D0C70}"/>
          </ac:spMkLst>
        </pc:spChg>
        <pc:spChg chg="add del">
          <ac:chgData name="S Jenicka" userId="d64c0eec4ad28fe0" providerId="LiveId" clId="{7C79DAB2-BE8A-4E8C-B7B6-9F97456D2574}" dt="2021-12-06T04:29:53.697" v="2457"/>
          <ac:spMkLst>
            <pc:docMk/>
            <pc:sldMk cId="788039776" sldId="465"/>
            <ac:spMk id="16" creationId="{98342DAE-2FD9-4AEF-BF93-F01E3B3916E2}"/>
          </ac:spMkLst>
        </pc:spChg>
        <pc:spChg chg="add del">
          <ac:chgData name="S Jenicka" userId="d64c0eec4ad28fe0" providerId="LiveId" clId="{7C79DAB2-BE8A-4E8C-B7B6-9F97456D2574}" dt="2021-12-06T04:29:53.697" v="2457"/>
          <ac:spMkLst>
            <pc:docMk/>
            <pc:sldMk cId="788039776" sldId="465"/>
            <ac:spMk id="17" creationId="{45895550-1965-407D-A37A-4D185479886F}"/>
          </ac:spMkLst>
        </pc:spChg>
        <pc:spChg chg="add del">
          <ac:chgData name="S Jenicka" userId="d64c0eec4ad28fe0" providerId="LiveId" clId="{7C79DAB2-BE8A-4E8C-B7B6-9F97456D2574}" dt="2021-12-06T04:29:53.697" v="2457"/>
          <ac:spMkLst>
            <pc:docMk/>
            <pc:sldMk cId="788039776" sldId="465"/>
            <ac:spMk id="18" creationId="{E9537B2D-2756-4683-937F-161A55350DAF}"/>
          </ac:spMkLst>
        </pc:spChg>
        <pc:spChg chg="add mod ord">
          <ac:chgData name="S Jenicka" userId="d64c0eec4ad28fe0" providerId="LiveId" clId="{7C79DAB2-BE8A-4E8C-B7B6-9F97456D2574}" dt="2021-12-06T04:35:17.860" v="2784" actId="20577"/>
          <ac:spMkLst>
            <pc:docMk/>
            <pc:sldMk cId="788039776" sldId="465"/>
            <ac:spMk id="19" creationId="{7AD05D3D-DD75-44EE-A728-02EE06842545}"/>
          </ac:spMkLst>
        </pc:spChg>
        <pc:spChg chg="add mod ord">
          <ac:chgData name="S Jenicka" userId="d64c0eec4ad28fe0" providerId="LiveId" clId="{7C79DAB2-BE8A-4E8C-B7B6-9F97456D2574}" dt="2021-12-06T04:46:23.561" v="2975" actId="20577"/>
          <ac:spMkLst>
            <pc:docMk/>
            <pc:sldMk cId="788039776" sldId="465"/>
            <ac:spMk id="20" creationId="{5D5F357F-D19A-4ED4-88C4-2AA073EED25D}"/>
          </ac:spMkLst>
        </pc:spChg>
      </pc:sldChg>
      <pc:sldChg chg="addSp delSp modSp new mod modClrScheme chgLayout">
        <pc:chgData name="S Jenicka" userId="d64c0eec4ad28fe0" providerId="LiveId" clId="{7C79DAB2-BE8A-4E8C-B7B6-9F97456D2574}" dt="2021-12-06T04:54:12.212" v="3011" actId="14100"/>
        <pc:sldMkLst>
          <pc:docMk/>
          <pc:sldMk cId="1582966379" sldId="466"/>
        </pc:sldMkLst>
        <pc:spChg chg="del">
          <ac:chgData name="S Jenicka" userId="d64c0eec4ad28fe0" providerId="LiveId" clId="{7C79DAB2-BE8A-4E8C-B7B6-9F97456D2574}" dt="2021-12-06T04:49:22.569" v="2984" actId="700"/>
          <ac:spMkLst>
            <pc:docMk/>
            <pc:sldMk cId="1582966379" sldId="466"/>
            <ac:spMk id="2" creationId="{F941A9AC-E5FF-4360-8A5A-7E3B283F996E}"/>
          </ac:spMkLst>
        </pc:spChg>
        <pc:spChg chg="add del">
          <ac:chgData name="S Jenicka" userId="d64c0eec4ad28fe0" providerId="LiveId" clId="{7C79DAB2-BE8A-4E8C-B7B6-9F97456D2574}" dt="2021-12-06T04:49:22.569" v="2984" actId="700"/>
          <ac:spMkLst>
            <pc:docMk/>
            <pc:sldMk cId="1582966379" sldId="466"/>
            <ac:spMk id="3" creationId="{E34B9255-F9CE-4FC6-B02B-4F3CFBF6340C}"/>
          </ac:spMkLst>
        </pc:spChg>
        <pc:spChg chg="add mod">
          <ac:chgData name="S Jenicka" userId="d64c0eec4ad28fe0" providerId="LiveId" clId="{7C79DAB2-BE8A-4E8C-B7B6-9F97456D2574}" dt="2021-12-06T04:54:12.212" v="3011" actId="14100"/>
          <ac:spMkLst>
            <pc:docMk/>
            <pc:sldMk cId="1582966379" sldId="466"/>
            <ac:spMk id="9" creationId="{24AC2116-E092-42D1-99C1-8C28439F6347}"/>
          </ac:spMkLst>
        </pc:spChg>
        <pc:picChg chg="add del mod ord">
          <ac:chgData name="S Jenicka" userId="d64c0eec4ad28fe0" providerId="LiveId" clId="{7C79DAB2-BE8A-4E8C-B7B6-9F97456D2574}" dt="2021-12-06T04:48:33.125" v="2980" actId="22"/>
          <ac:picMkLst>
            <pc:docMk/>
            <pc:sldMk cId="1582966379" sldId="466"/>
            <ac:picMk id="5" creationId="{795DCC68-E310-4E64-B78B-C9E74BB02455}"/>
          </ac:picMkLst>
        </pc:picChg>
        <pc:picChg chg="add mod">
          <ac:chgData name="S Jenicka" userId="d64c0eec4ad28fe0" providerId="LiveId" clId="{7C79DAB2-BE8A-4E8C-B7B6-9F97456D2574}" dt="2021-12-06T04:49:16.847" v="2983" actId="1076"/>
          <ac:picMkLst>
            <pc:docMk/>
            <pc:sldMk cId="1582966379" sldId="466"/>
            <ac:picMk id="7" creationId="{CC42F66D-C2FF-4BE1-AEE9-D3B8665666C1}"/>
          </ac:picMkLst>
        </pc:picChg>
      </pc:sldChg>
      <pc:sldChg chg="addSp modSp new mod">
        <pc:chgData name="S Jenicka" userId="d64c0eec4ad28fe0" providerId="LiveId" clId="{7C79DAB2-BE8A-4E8C-B7B6-9F97456D2574}" dt="2021-12-06T04:54:38.583" v="3014" actId="14100"/>
        <pc:sldMkLst>
          <pc:docMk/>
          <pc:sldMk cId="2675443745" sldId="467"/>
        </pc:sldMkLst>
        <pc:spChg chg="add mod">
          <ac:chgData name="S Jenicka" userId="d64c0eec4ad28fe0" providerId="LiveId" clId="{7C79DAB2-BE8A-4E8C-B7B6-9F97456D2574}" dt="2021-12-06T04:54:38.583" v="3014" actId="14100"/>
          <ac:spMkLst>
            <pc:docMk/>
            <pc:sldMk cId="2675443745" sldId="467"/>
            <ac:spMk id="5" creationId="{1FC797EB-10C5-487E-9296-BE8699247E23}"/>
          </ac:spMkLst>
        </pc:spChg>
        <pc:picChg chg="add">
          <ac:chgData name="S Jenicka" userId="d64c0eec4ad28fe0" providerId="LiveId" clId="{7C79DAB2-BE8A-4E8C-B7B6-9F97456D2574}" dt="2021-12-06T04:50:25.642" v="2989" actId="22"/>
          <ac:picMkLst>
            <pc:docMk/>
            <pc:sldMk cId="2675443745" sldId="467"/>
            <ac:picMk id="3" creationId="{0BDF2E9C-796D-44F0-80DB-417523E85178}"/>
          </ac:picMkLst>
        </pc:picChg>
      </pc:sldChg>
      <pc:sldChg chg="addSp modSp new mod">
        <pc:chgData name="S Jenicka" userId="d64c0eec4ad28fe0" providerId="LiveId" clId="{7C79DAB2-BE8A-4E8C-B7B6-9F97456D2574}" dt="2021-12-06T04:55:40.268" v="3019" actId="14100"/>
        <pc:sldMkLst>
          <pc:docMk/>
          <pc:sldMk cId="1560477949" sldId="468"/>
        </pc:sldMkLst>
        <pc:spChg chg="add mod">
          <ac:chgData name="S Jenicka" userId="d64c0eec4ad28fe0" providerId="LiveId" clId="{7C79DAB2-BE8A-4E8C-B7B6-9F97456D2574}" dt="2021-12-06T04:55:40.268" v="3019" actId="14100"/>
          <ac:spMkLst>
            <pc:docMk/>
            <pc:sldMk cId="1560477949" sldId="468"/>
            <ac:spMk id="5" creationId="{EAE16674-1891-4A74-95FC-A16FF7487352}"/>
          </ac:spMkLst>
        </pc:spChg>
        <pc:picChg chg="add mod">
          <ac:chgData name="S Jenicka" userId="d64c0eec4ad28fe0" providerId="LiveId" clId="{7C79DAB2-BE8A-4E8C-B7B6-9F97456D2574}" dt="2021-12-06T04:55:29.470" v="3016" actId="1076"/>
          <ac:picMkLst>
            <pc:docMk/>
            <pc:sldMk cId="1560477949" sldId="468"/>
            <ac:picMk id="3" creationId="{701A1A88-B4B8-47CA-A840-83016F74DC4E}"/>
          </ac:picMkLst>
        </pc:picChg>
      </pc:sldChg>
      <pc:sldChg chg="addSp delSp modSp new mod">
        <pc:chgData name="S Jenicka" userId="d64c0eec4ad28fe0" providerId="LiveId" clId="{7C79DAB2-BE8A-4E8C-B7B6-9F97456D2574}" dt="2021-12-06T04:56:12.696" v="3023" actId="14100"/>
        <pc:sldMkLst>
          <pc:docMk/>
          <pc:sldMk cId="2017711024" sldId="469"/>
        </pc:sldMkLst>
        <pc:spChg chg="add mod">
          <ac:chgData name="S Jenicka" userId="d64c0eec4ad28fe0" providerId="LiveId" clId="{7C79DAB2-BE8A-4E8C-B7B6-9F97456D2574}" dt="2021-12-06T04:56:12.696" v="3023" actId="14100"/>
          <ac:spMkLst>
            <pc:docMk/>
            <pc:sldMk cId="2017711024" sldId="469"/>
            <ac:spMk id="7" creationId="{DE7D223B-0E18-4397-9D96-0F83F48A2788}"/>
          </ac:spMkLst>
        </pc:spChg>
        <pc:picChg chg="add del">
          <ac:chgData name="S Jenicka" userId="d64c0eec4ad28fe0" providerId="LiveId" clId="{7C79DAB2-BE8A-4E8C-B7B6-9F97456D2574}" dt="2021-12-06T04:51:30.414" v="2994" actId="22"/>
          <ac:picMkLst>
            <pc:docMk/>
            <pc:sldMk cId="2017711024" sldId="469"/>
            <ac:picMk id="3" creationId="{09DC4A6C-694C-4438-986E-21BB709CAA07}"/>
          </ac:picMkLst>
        </pc:picChg>
        <pc:picChg chg="add">
          <ac:chgData name="S Jenicka" userId="d64c0eec4ad28fe0" providerId="LiveId" clId="{7C79DAB2-BE8A-4E8C-B7B6-9F97456D2574}" dt="2021-12-06T04:51:51.624" v="2995" actId="22"/>
          <ac:picMkLst>
            <pc:docMk/>
            <pc:sldMk cId="2017711024" sldId="469"/>
            <ac:picMk id="5" creationId="{C51BCDE3-7BC1-4A7C-925F-2C1D3EE9192C}"/>
          </ac:picMkLst>
        </pc:picChg>
      </pc:sldChg>
    </pc:docChg>
  </pc:docChgLst>
  <pc:docChgLst>
    <pc:chgData name="S Jenicka" userId="d64c0eec4ad28fe0" providerId="LiveId" clId="{D9453518-0E82-4E99-B22D-AA7A6ED04919}"/>
    <pc:docChg chg="custSel modSld">
      <pc:chgData name="S Jenicka" userId="d64c0eec4ad28fe0" providerId="LiveId" clId="{D9453518-0E82-4E99-B22D-AA7A6ED04919}" dt="2022-03-16T14:57:24.871" v="17" actId="1076"/>
      <pc:docMkLst>
        <pc:docMk/>
      </pc:docMkLst>
      <pc:sldChg chg="addSp delSp modSp mod chgLayout">
        <pc:chgData name="S Jenicka" userId="d64c0eec4ad28fe0" providerId="LiveId" clId="{D9453518-0E82-4E99-B22D-AA7A6ED04919}" dt="2022-03-16T14:57:24.871" v="17" actId="1076"/>
        <pc:sldMkLst>
          <pc:docMk/>
          <pc:sldMk cId="3997581713" sldId="439"/>
        </pc:sldMkLst>
        <pc:spChg chg="add del">
          <ac:chgData name="S Jenicka" userId="d64c0eec4ad28fe0" providerId="LiveId" clId="{D9453518-0E82-4E99-B22D-AA7A6ED04919}" dt="2022-03-16T14:55:33.134" v="1"/>
          <ac:spMkLst>
            <pc:docMk/>
            <pc:sldMk cId="3997581713" sldId="439"/>
            <ac:spMk id="2" creationId="{5C8FD672-6D13-4981-802C-E5A7FD9878C8}"/>
          </ac:spMkLst>
        </pc:spChg>
        <pc:spChg chg="mod ord">
          <ac:chgData name="S Jenicka" userId="d64c0eec4ad28fe0" providerId="LiveId" clId="{D9453518-0E82-4E99-B22D-AA7A6ED04919}" dt="2022-03-16T14:55:45.284" v="2" actId="700"/>
          <ac:spMkLst>
            <pc:docMk/>
            <pc:sldMk cId="3997581713" sldId="439"/>
            <ac:spMk id="4" creationId="{C9A18804-3D2A-495F-8099-46B73E462CBB}"/>
          </ac:spMkLst>
        </pc:spChg>
        <pc:spChg chg="add mod">
          <ac:chgData name="S Jenicka" userId="d64c0eec4ad28fe0" providerId="LiveId" clId="{D9453518-0E82-4E99-B22D-AA7A6ED04919}" dt="2022-03-16T14:57:24.871" v="17" actId="1076"/>
          <ac:spMkLst>
            <pc:docMk/>
            <pc:sldMk cId="3997581713" sldId="439"/>
            <ac:spMk id="5" creationId="{FF73760D-4EA8-4D27-A648-99E8A6067D03}"/>
          </ac:spMkLst>
        </pc:spChg>
        <pc:picChg chg="mod ord">
          <ac:chgData name="S Jenicka" userId="d64c0eec4ad28fe0" providerId="LiveId" clId="{D9453518-0E82-4E99-B22D-AA7A6ED04919}" dt="2022-03-16T14:56:37.158" v="10" actId="1076"/>
          <ac:picMkLst>
            <pc:docMk/>
            <pc:sldMk cId="3997581713" sldId="439"/>
            <ac:picMk id="3" creationId="{CC4334CC-2462-4BAE-9192-B68E981FD855}"/>
          </ac:picMkLst>
        </pc:picChg>
      </pc:sldChg>
    </pc:docChg>
  </pc:docChgLst>
  <pc:docChgLst>
    <pc:chgData name="S Jenicka" userId="d64c0eec4ad28fe0" providerId="LiveId" clId="{4165958F-B866-4A15-9A87-95BFEA8A7B36}"/>
    <pc:docChg chg="undo custSel addSld delSld modSld">
      <pc:chgData name="S Jenicka" userId="d64c0eec4ad28fe0" providerId="LiveId" clId="{4165958F-B866-4A15-9A87-95BFEA8A7B36}" dt="2023-04-06T03:12:12.575" v="185" actId="47"/>
      <pc:docMkLst>
        <pc:docMk/>
      </pc:docMkLst>
      <pc:sldChg chg="del">
        <pc:chgData name="S Jenicka" userId="d64c0eec4ad28fe0" providerId="LiveId" clId="{4165958F-B866-4A15-9A87-95BFEA8A7B36}" dt="2023-04-06T03:12:03.163" v="171" actId="47"/>
        <pc:sldMkLst>
          <pc:docMk/>
          <pc:sldMk cId="4055270923" sldId="429"/>
        </pc:sldMkLst>
      </pc:sldChg>
      <pc:sldChg chg="del">
        <pc:chgData name="S Jenicka" userId="d64c0eec4ad28fe0" providerId="LiveId" clId="{4165958F-B866-4A15-9A87-95BFEA8A7B36}" dt="2023-04-06T03:12:03.709" v="172" actId="47"/>
        <pc:sldMkLst>
          <pc:docMk/>
          <pc:sldMk cId="2767550826" sldId="430"/>
        </pc:sldMkLst>
      </pc:sldChg>
      <pc:sldChg chg="del">
        <pc:chgData name="S Jenicka" userId="d64c0eec4ad28fe0" providerId="LiveId" clId="{4165958F-B866-4A15-9A87-95BFEA8A7B36}" dt="2023-04-06T03:12:04.267" v="173" actId="47"/>
        <pc:sldMkLst>
          <pc:docMk/>
          <pc:sldMk cId="2431409375" sldId="431"/>
        </pc:sldMkLst>
      </pc:sldChg>
      <pc:sldChg chg="del">
        <pc:chgData name="S Jenicka" userId="d64c0eec4ad28fe0" providerId="LiveId" clId="{4165958F-B866-4A15-9A87-95BFEA8A7B36}" dt="2023-04-06T02:19:32.464" v="1" actId="47"/>
        <pc:sldMkLst>
          <pc:docMk/>
          <pc:sldMk cId="1481178236" sldId="432"/>
        </pc:sldMkLst>
      </pc:sldChg>
      <pc:sldChg chg="del">
        <pc:chgData name="S Jenicka" userId="d64c0eec4ad28fe0" providerId="LiveId" clId="{4165958F-B866-4A15-9A87-95BFEA8A7B36}" dt="2023-04-06T02:19:33.282" v="2" actId="47"/>
        <pc:sldMkLst>
          <pc:docMk/>
          <pc:sldMk cId="524262359" sldId="433"/>
        </pc:sldMkLst>
      </pc:sldChg>
      <pc:sldChg chg="modSp del mod">
        <pc:chgData name="S Jenicka" userId="d64c0eec4ad28fe0" providerId="LiveId" clId="{4165958F-B866-4A15-9A87-95BFEA8A7B36}" dt="2023-04-06T03:12:06.015" v="176" actId="47"/>
        <pc:sldMkLst>
          <pc:docMk/>
          <pc:sldMk cId="2385906740" sldId="434"/>
        </pc:sldMkLst>
        <pc:spChg chg="mod">
          <ac:chgData name="S Jenicka" userId="d64c0eec4ad28fe0" providerId="LiveId" clId="{4165958F-B866-4A15-9A87-95BFEA8A7B36}" dt="2023-04-06T02:19:50.224" v="5" actId="20577"/>
          <ac:spMkLst>
            <pc:docMk/>
            <pc:sldMk cId="2385906740" sldId="434"/>
            <ac:spMk id="2" creationId="{6F3CFD3B-E23B-411E-A863-28E2562CDFAF}"/>
          </ac:spMkLst>
        </pc:spChg>
      </pc:sldChg>
      <pc:sldChg chg="del">
        <pc:chgData name="S Jenicka" userId="d64c0eec4ad28fe0" providerId="LiveId" clId="{4165958F-B866-4A15-9A87-95BFEA8A7B36}" dt="2023-04-06T03:12:06.439" v="177" actId="47"/>
        <pc:sldMkLst>
          <pc:docMk/>
          <pc:sldMk cId="1240737942" sldId="435"/>
        </pc:sldMkLst>
      </pc:sldChg>
      <pc:sldChg chg="del">
        <pc:chgData name="S Jenicka" userId="d64c0eec4ad28fe0" providerId="LiveId" clId="{4165958F-B866-4A15-9A87-95BFEA8A7B36}" dt="2023-04-06T03:12:07.745" v="179" actId="47"/>
        <pc:sldMkLst>
          <pc:docMk/>
          <pc:sldMk cId="3071063851" sldId="436"/>
        </pc:sldMkLst>
      </pc:sldChg>
      <pc:sldChg chg="del">
        <pc:chgData name="S Jenicka" userId="d64c0eec4ad28fe0" providerId="LiveId" clId="{4165958F-B866-4A15-9A87-95BFEA8A7B36}" dt="2023-04-06T03:12:07.148" v="178" actId="47"/>
        <pc:sldMkLst>
          <pc:docMk/>
          <pc:sldMk cId="2352384694" sldId="437"/>
        </pc:sldMkLst>
      </pc:sldChg>
      <pc:sldChg chg="del">
        <pc:chgData name="S Jenicka" userId="d64c0eec4ad28fe0" providerId="LiveId" clId="{4165958F-B866-4A15-9A87-95BFEA8A7B36}" dt="2023-04-06T03:12:08.310" v="180" actId="47"/>
        <pc:sldMkLst>
          <pc:docMk/>
          <pc:sldMk cId="2236646762" sldId="438"/>
        </pc:sldMkLst>
      </pc:sldChg>
      <pc:sldChg chg="del">
        <pc:chgData name="S Jenicka" userId="d64c0eec4ad28fe0" providerId="LiveId" clId="{4165958F-B866-4A15-9A87-95BFEA8A7B36}" dt="2023-04-06T03:12:09.872" v="182" actId="47"/>
        <pc:sldMkLst>
          <pc:docMk/>
          <pc:sldMk cId="3997581713" sldId="439"/>
        </pc:sldMkLst>
      </pc:sldChg>
      <pc:sldChg chg="del">
        <pc:chgData name="S Jenicka" userId="d64c0eec4ad28fe0" providerId="LiveId" clId="{4165958F-B866-4A15-9A87-95BFEA8A7B36}" dt="2023-04-06T03:12:05.481" v="175" actId="47"/>
        <pc:sldMkLst>
          <pc:docMk/>
          <pc:sldMk cId="4250084813" sldId="440"/>
        </pc:sldMkLst>
      </pc:sldChg>
      <pc:sldChg chg="del">
        <pc:chgData name="S Jenicka" userId="d64c0eec4ad28fe0" providerId="LiveId" clId="{4165958F-B866-4A15-9A87-95BFEA8A7B36}" dt="2023-04-06T03:12:04.899" v="174" actId="47"/>
        <pc:sldMkLst>
          <pc:docMk/>
          <pc:sldMk cId="4088663341" sldId="441"/>
        </pc:sldMkLst>
      </pc:sldChg>
      <pc:sldChg chg="del">
        <pc:chgData name="S Jenicka" userId="d64c0eec4ad28fe0" providerId="LiveId" clId="{4165958F-B866-4A15-9A87-95BFEA8A7B36}" dt="2023-04-06T03:12:10.344" v="183" actId="47"/>
        <pc:sldMkLst>
          <pc:docMk/>
          <pc:sldMk cId="3364774861" sldId="442"/>
        </pc:sldMkLst>
      </pc:sldChg>
      <pc:sldChg chg="del">
        <pc:chgData name="S Jenicka" userId="d64c0eec4ad28fe0" providerId="LiveId" clId="{4165958F-B866-4A15-9A87-95BFEA8A7B36}" dt="2023-04-06T02:19:34.254" v="3" actId="47"/>
        <pc:sldMkLst>
          <pc:docMk/>
          <pc:sldMk cId="3718472107" sldId="443"/>
        </pc:sldMkLst>
      </pc:sldChg>
      <pc:sldChg chg="del">
        <pc:chgData name="S Jenicka" userId="d64c0eec4ad28fe0" providerId="LiveId" clId="{4165958F-B866-4A15-9A87-95BFEA8A7B36}" dt="2023-04-06T02:19:29.974" v="0" actId="47"/>
        <pc:sldMkLst>
          <pc:docMk/>
          <pc:sldMk cId="2036723605" sldId="444"/>
        </pc:sldMkLst>
      </pc:sldChg>
      <pc:sldChg chg="modSp del mod">
        <pc:chgData name="S Jenicka" userId="d64c0eec4ad28fe0" providerId="LiveId" clId="{4165958F-B866-4A15-9A87-95BFEA8A7B36}" dt="2023-04-06T03:12:09.181" v="181" actId="47"/>
        <pc:sldMkLst>
          <pc:docMk/>
          <pc:sldMk cId="3684294883" sldId="445"/>
        </pc:sldMkLst>
        <pc:spChg chg="mod">
          <ac:chgData name="S Jenicka" userId="d64c0eec4ad28fe0" providerId="LiveId" clId="{4165958F-B866-4A15-9A87-95BFEA8A7B36}" dt="2023-04-06T02:20:11.991" v="10" actId="20577"/>
          <ac:spMkLst>
            <pc:docMk/>
            <pc:sldMk cId="3684294883" sldId="445"/>
            <ac:spMk id="4" creationId="{BCA92C72-F72A-4459-AA4B-E5BABAE52A9D}"/>
          </ac:spMkLst>
        </pc:spChg>
      </pc:sldChg>
      <pc:sldChg chg="del">
        <pc:chgData name="S Jenicka" userId="d64c0eec4ad28fe0" providerId="LiveId" clId="{4165958F-B866-4A15-9A87-95BFEA8A7B36}" dt="2023-04-06T02:20:21.008" v="11" actId="47"/>
        <pc:sldMkLst>
          <pc:docMk/>
          <pc:sldMk cId="829092236" sldId="447"/>
        </pc:sldMkLst>
      </pc:sldChg>
      <pc:sldChg chg="add del">
        <pc:chgData name="S Jenicka" userId="d64c0eec4ad28fe0" providerId="LiveId" clId="{4165958F-B866-4A15-9A87-95BFEA8A7B36}" dt="2023-04-06T03:12:12.575" v="185" actId="47"/>
        <pc:sldMkLst>
          <pc:docMk/>
          <pc:sldMk cId="2397566678" sldId="449"/>
        </pc:sldMkLst>
      </pc:sldChg>
      <pc:sldChg chg="del">
        <pc:chgData name="S Jenicka" userId="d64c0eec4ad28fe0" providerId="LiveId" clId="{4165958F-B866-4A15-9A87-95BFEA8A7B36}" dt="2023-04-06T03:11:52.802" v="165" actId="47"/>
        <pc:sldMkLst>
          <pc:docMk/>
          <pc:sldMk cId="40481505" sldId="450"/>
        </pc:sldMkLst>
      </pc:sldChg>
      <pc:sldChg chg="del">
        <pc:chgData name="S Jenicka" userId="d64c0eec4ad28fe0" providerId="LiveId" clId="{4165958F-B866-4A15-9A87-95BFEA8A7B36}" dt="2023-04-06T03:11:53.305" v="166" actId="47"/>
        <pc:sldMkLst>
          <pc:docMk/>
          <pc:sldMk cId="3747079967" sldId="451"/>
        </pc:sldMkLst>
      </pc:sldChg>
      <pc:sldChg chg="del">
        <pc:chgData name="S Jenicka" userId="d64c0eec4ad28fe0" providerId="LiveId" clId="{4165958F-B866-4A15-9A87-95BFEA8A7B36}" dt="2023-04-06T03:11:53.809" v="167" actId="47"/>
        <pc:sldMkLst>
          <pc:docMk/>
          <pc:sldMk cId="1983670984" sldId="452"/>
        </pc:sldMkLst>
      </pc:sldChg>
      <pc:sldChg chg="del">
        <pc:chgData name="S Jenicka" userId="d64c0eec4ad28fe0" providerId="LiveId" clId="{4165958F-B866-4A15-9A87-95BFEA8A7B36}" dt="2023-04-06T03:11:54.233" v="168" actId="47"/>
        <pc:sldMkLst>
          <pc:docMk/>
          <pc:sldMk cId="151548729" sldId="453"/>
        </pc:sldMkLst>
      </pc:sldChg>
      <pc:sldChg chg="del">
        <pc:chgData name="S Jenicka" userId="d64c0eec4ad28fe0" providerId="LiveId" clId="{4165958F-B866-4A15-9A87-95BFEA8A7B36}" dt="2023-04-06T03:11:54.688" v="169" actId="47"/>
        <pc:sldMkLst>
          <pc:docMk/>
          <pc:sldMk cId="2683760560" sldId="454"/>
        </pc:sldMkLst>
      </pc:sldChg>
      <pc:sldChg chg="del">
        <pc:chgData name="S Jenicka" userId="d64c0eec4ad28fe0" providerId="LiveId" clId="{4165958F-B866-4A15-9A87-95BFEA8A7B36}" dt="2023-04-06T03:11:55.788" v="170" actId="47"/>
        <pc:sldMkLst>
          <pc:docMk/>
          <pc:sldMk cId="2025293523" sldId="455"/>
        </pc:sldMkLst>
      </pc:sldChg>
      <pc:sldChg chg="del">
        <pc:chgData name="S Jenicka" userId="d64c0eec4ad28fe0" providerId="LiveId" clId="{4165958F-B866-4A15-9A87-95BFEA8A7B36}" dt="2023-04-06T03:11:51.938" v="163" actId="47"/>
        <pc:sldMkLst>
          <pc:docMk/>
          <pc:sldMk cId="143418540" sldId="456"/>
        </pc:sldMkLst>
      </pc:sldChg>
      <pc:sldChg chg="del">
        <pc:chgData name="S Jenicka" userId="d64c0eec4ad28fe0" providerId="LiveId" clId="{4165958F-B866-4A15-9A87-95BFEA8A7B36}" dt="2023-04-06T03:11:52.378" v="164" actId="47"/>
        <pc:sldMkLst>
          <pc:docMk/>
          <pc:sldMk cId="3222102000" sldId="457"/>
        </pc:sldMkLst>
      </pc:sldChg>
      <pc:sldChg chg="del">
        <pc:chgData name="S Jenicka" userId="d64c0eec4ad28fe0" providerId="LiveId" clId="{4165958F-B866-4A15-9A87-95BFEA8A7B36}" dt="2023-04-06T03:11:51.482" v="162" actId="47"/>
        <pc:sldMkLst>
          <pc:docMk/>
          <pc:sldMk cId="135465081" sldId="458"/>
        </pc:sldMkLst>
      </pc:sldChg>
      <pc:sldChg chg="del">
        <pc:chgData name="S Jenicka" userId="d64c0eec4ad28fe0" providerId="LiveId" clId="{4165958F-B866-4A15-9A87-95BFEA8A7B36}" dt="2023-04-06T02:20:24.556" v="12" actId="47"/>
        <pc:sldMkLst>
          <pc:docMk/>
          <pc:sldMk cId="1870225334" sldId="459"/>
        </pc:sldMkLst>
      </pc:sldChg>
      <pc:sldChg chg="del">
        <pc:chgData name="S Jenicka" userId="d64c0eec4ad28fe0" providerId="LiveId" clId="{4165958F-B866-4A15-9A87-95BFEA8A7B36}" dt="2023-04-06T02:20:25.593" v="13" actId="47"/>
        <pc:sldMkLst>
          <pc:docMk/>
          <pc:sldMk cId="369174645" sldId="460"/>
        </pc:sldMkLst>
      </pc:sldChg>
      <pc:sldChg chg="modSp mod">
        <pc:chgData name="S Jenicka" userId="d64c0eec4ad28fe0" providerId="LiveId" clId="{4165958F-B866-4A15-9A87-95BFEA8A7B36}" dt="2023-04-06T02:21:36.750" v="16" actId="1076"/>
        <pc:sldMkLst>
          <pc:docMk/>
          <pc:sldMk cId="1582966379" sldId="466"/>
        </pc:sldMkLst>
        <pc:picChg chg="mod">
          <ac:chgData name="S Jenicka" userId="d64c0eec4ad28fe0" providerId="LiveId" clId="{4165958F-B866-4A15-9A87-95BFEA8A7B36}" dt="2023-04-06T02:21:36.750" v="16" actId="1076"/>
          <ac:picMkLst>
            <pc:docMk/>
            <pc:sldMk cId="1582966379" sldId="466"/>
            <ac:picMk id="7" creationId="{CC42F66D-C2FF-4BE1-AEE9-D3B8665666C1}"/>
          </ac:picMkLst>
        </pc:picChg>
      </pc:sldChg>
      <pc:sldChg chg="addSp delSp modSp new mod">
        <pc:chgData name="S Jenicka" userId="d64c0eec4ad28fe0" providerId="LiveId" clId="{4165958F-B866-4A15-9A87-95BFEA8A7B36}" dt="2023-04-06T02:31:48.402" v="161" actId="113"/>
        <pc:sldMkLst>
          <pc:docMk/>
          <pc:sldMk cId="1754321266" sldId="470"/>
        </pc:sldMkLst>
        <pc:spChg chg="mod">
          <ac:chgData name="S Jenicka" userId="d64c0eec4ad28fe0" providerId="LiveId" clId="{4165958F-B866-4A15-9A87-95BFEA8A7B36}" dt="2023-04-06T02:25:33.926" v="40" actId="20577"/>
          <ac:spMkLst>
            <pc:docMk/>
            <pc:sldMk cId="1754321266" sldId="470"/>
            <ac:spMk id="2" creationId="{BC0D384E-2974-2DDF-6ABA-90CA13D86A35}"/>
          </ac:spMkLst>
        </pc:spChg>
        <pc:spChg chg="mod">
          <ac:chgData name="S Jenicka" userId="d64c0eec4ad28fe0" providerId="LiveId" clId="{4165958F-B866-4A15-9A87-95BFEA8A7B36}" dt="2023-04-06T02:31:48.402" v="161" actId="113"/>
          <ac:spMkLst>
            <pc:docMk/>
            <pc:sldMk cId="1754321266" sldId="470"/>
            <ac:spMk id="3" creationId="{60E5FA3E-9C12-71A0-3EF8-B88889A730F8}"/>
          </ac:spMkLst>
        </pc:spChg>
        <pc:spChg chg="add del">
          <ac:chgData name="S Jenicka" userId="d64c0eec4ad28fe0" providerId="LiveId" clId="{4165958F-B866-4A15-9A87-95BFEA8A7B36}" dt="2023-04-06T02:28:48.394" v="74"/>
          <ac:spMkLst>
            <pc:docMk/>
            <pc:sldMk cId="1754321266" sldId="470"/>
            <ac:spMk id="4" creationId="{87720775-2849-1F6D-0054-D08C41C35A70}"/>
          </ac:spMkLst>
        </pc:spChg>
        <pc:spChg chg="add del">
          <ac:chgData name="S Jenicka" userId="d64c0eec4ad28fe0" providerId="LiveId" clId="{4165958F-B866-4A15-9A87-95BFEA8A7B36}" dt="2023-04-06T02:28:48.394" v="74"/>
          <ac:spMkLst>
            <pc:docMk/>
            <pc:sldMk cId="1754321266" sldId="470"/>
            <ac:spMk id="5" creationId="{09775B63-0DAB-263F-8CA6-B663D383D269}"/>
          </ac:spMkLst>
        </pc:spChg>
        <pc:spChg chg="add del">
          <ac:chgData name="S Jenicka" userId="d64c0eec4ad28fe0" providerId="LiveId" clId="{4165958F-B866-4A15-9A87-95BFEA8A7B36}" dt="2023-04-06T02:28:57.215" v="76"/>
          <ac:spMkLst>
            <pc:docMk/>
            <pc:sldMk cId="1754321266" sldId="470"/>
            <ac:spMk id="6" creationId="{A115D5BB-D845-AD9C-7DEC-934D8CD1817F}"/>
          </ac:spMkLst>
        </pc:spChg>
        <pc:spChg chg="add del">
          <ac:chgData name="S Jenicka" userId="d64c0eec4ad28fe0" providerId="LiveId" clId="{4165958F-B866-4A15-9A87-95BFEA8A7B36}" dt="2023-04-06T02:28:57.215" v="76"/>
          <ac:spMkLst>
            <pc:docMk/>
            <pc:sldMk cId="1754321266" sldId="470"/>
            <ac:spMk id="7" creationId="{6069C7F1-F75B-F477-6C1F-C4755253541F}"/>
          </ac:spMkLst>
        </pc:spChg>
        <pc:spChg chg="add del">
          <ac:chgData name="S Jenicka" userId="d64c0eec4ad28fe0" providerId="LiveId" clId="{4165958F-B866-4A15-9A87-95BFEA8A7B36}" dt="2023-04-06T02:29:24.706" v="102"/>
          <ac:spMkLst>
            <pc:docMk/>
            <pc:sldMk cId="1754321266" sldId="470"/>
            <ac:spMk id="8" creationId="{37EC3E18-C145-4047-3573-899DF3394906}"/>
          </ac:spMkLst>
        </pc:spChg>
        <pc:spChg chg="add del">
          <ac:chgData name="S Jenicka" userId="d64c0eec4ad28fe0" providerId="LiveId" clId="{4165958F-B866-4A15-9A87-95BFEA8A7B36}" dt="2023-04-06T02:29:24.706" v="102"/>
          <ac:spMkLst>
            <pc:docMk/>
            <pc:sldMk cId="1754321266" sldId="470"/>
            <ac:spMk id="9" creationId="{8840EC37-B5FD-C7C3-6871-89D994805C5F}"/>
          </ac:spMkLst>
        </pc:spChg>
        <pc:picChg chg="add mod">
          <ac:chgData name="S Jenicka" userId="d64c0eec4ad28fe0" providerId="LiveId" clId="{4165958F-B866-4A15-9A87-95BFEA8A7B36}" dt="2023-04-06T02:27:14.719" v="47" actId="1076"/>
          <ac:picMkLst>
            <pc:docMk/>
            <pc:sldMk cId="1754321266" sldId="470"/>
            <ac:picMk id="1026" creationId="{DCD18836-6AE6-18C2-968A-F75D55E530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CFABAD-484B-41D4-8390-363E5EABF298}" type="datetimeFigureOut">
              <a:rPr lang="en-IN" smtClean="0"/>
              <a:t>10-04-2023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63910-179A-4BC3-9468-49F15EF3F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875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DE289-0D4B-42A8-BFCC-1D6B9DD4B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3BC58-EA73-48B6-B147-18C347A70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FAC65-6AE8-48DD-AF46-2567DE766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10-04-2023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22FD7-E85E-4917-951D-A26AE2894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3271E-8510-44E8-8814-8007B5C61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53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C56B8-41DE-4188-B5E2-3AC3B109C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0BA07-D1B4-4A01-8171-CC2A27CFE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B54E9-AFA4-4245-A6E8-568BF2922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10-04-2023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DBB8C-A2E1-4EBE-819E-7184B219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B526A-4144-4423-A3E8-4BC91E1E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061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94275-43EA-4C43-9624-4CF3C374E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171AC-1016-4C91-99BF-6287A3438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05E22-8C1D-4CFB-AEC6-3208DD007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10-04-2023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53450-857C-409E-B4DF-12146CD3E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A9B3A-B38F-4DFA-9C1E-0F0F3569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18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C989-A4FE-4659-AFA7-EA9E03C89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70A56-5454-4A44-B920-C195E11FF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A3EFD-E880-4F66-907E-736C7D491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C8A8F-6E8D-4B9A-A726-7A1059E2F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10-04-2023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37DC6-14E2-4C08-B0E4-BFA98A54B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6F8F6-31C6-46D8-BB3D-53469F2BA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646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7F695-E2A8-4D94-A6B3-97E238B0F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36740-223A-4EE8-8D12-AC09B94FF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E5AF86-6035-4EF0-9515-DFA2F85F9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975F13-E0C1-4EDD-B8B5-D621B2CE0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00EAAC-62F7-4058-9B7A-C90EFB6662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835AD2-44EE-4D79-A00C-0427ED7E0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10-04-2023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3AE4D3-08F5-4673-86A4-F29B3B5E1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AB1FB9-BE52-466E-A955-13EB600E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390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32BCC-812B-430A-A09F-F858C4E0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D20F97-E383-4B96-8792-22E61A1F5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10-04-2023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9942C-5717-49BA-B468-33F4E8D67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00CDD-623E-4958-A027-74D67E410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508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648E8-11A4-447E-B160-96DB5EBF3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10-04-2023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2FA7E-3609-4C5E-BFD7-A6588AB1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58F6F-9F3D-47B8-B587-33F533750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196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6B086-E27C-46FF-93FC-ABC85156C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51E2E-8F3E-485F-BA70-0E635A9A7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15F69-7E2A-4E4A-8AB5-0952D5311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C0C98-FF28-4701-A0CA-A34DE3E77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10-04-2023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96A17-9DDF-4678-A704-EFF0E0E76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C7E61-BA4E-474F-AC11-67B0D0D1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30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E328E-DC21-4F3D-8098-4BBAAA49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B73DA0-FD8F-46C7-A91E-958617FCBC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F7E0F-AAC7-47E6-A4C4-0329F63E3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02B30-2CC1-48DC-8928-4AFFD5B48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10-04-2023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8292F-AF38-4461-ADBC-FFFBDFFA4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A855A-E706-4C90-BA29-BD5EABD4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523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E836-26B5-4ED2-806E-AD6AD330A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51FD0-342C-4098-9E8F-9F14FA95A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1504E-974D-4714-B269-5635EE771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10-04-2023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F69F8-AC82-4D9E-A253-09613E7A4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F0863-4342-45CF-A595-1924AB40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939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EF9F06-BFEB-4832-8724-04F530D9F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6ABCD3-E353-45C3-98D5-75C40CCA2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A54EF-0C4C-4D34-91CE-E6E570670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10-04-2023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26DC9-BC14-4583-ABD8-ADFE9E5DD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B452E-437E-43A8-BB8A-36EF407A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347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E33A72-A7A6-4F98-A1E0-D56C4F1B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5AD29-6F32-4F3C-858A-10DEB15A4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A8C8F-DDC4-46FE-83C0-BF11BDC611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DDF43-BDBC-4720-A88D-BE2A71887863}" type="datetimeFigureOut">
              <a:rPr lang="en-IN" smtClean="0"/>
              <a:t>10-04-2023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CEB6F-BABA-4300-BA63-C89CD44A70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EC64D-C7EF-44A4-9F98-69EECABC06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939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44DFD7-E78E-42DA-A1FE-100828ADB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517" y="1566334"/>
            <a:ext cx="7766936" cy="1646302"/>
          </a:xfrm>
        </p:spPr>
        <p:txBody>
          <a:bodyPr>
            <a:normAutofit/>
          </a:bodyPr>
          <a:lstStyle/>
          <a:p>
            <a:r>
              <a:rPr lang="en-US" sz="3100" dirty="0"/>
              <a:t>Design and analysis of algorithms (CSE 2012) </a:t>
            </a:r>
            <a:br>
              <a:rPr lang="en-US" sz="3100" dirty="0"/>
            </a:br>
            <a:endParaRPr lang="en-IN" sz="2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718CEE2-5954-4609-826A-7625020AF2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Prepared by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Dr.S.Jenicka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Associate professor senior grade 1</a:t>
            </a:r>
          </a:p>
          <a:p>
            <a:r>
              <a:rPr lang="en-US" sz="2400" dirty="0">
                <a:solidFill>
                  <a:schemeClr val="tx1"/>
                </a:solidFill>
              </a:rPr>
              <a:t>SCOPE-Analytics</a:t>
            </a:r>
          </a:p>
          <a:p>
            <a:r>
              <a:rPr lang="en-US" sz="2400" dirty="0">
                <a:solidFill>
                  <a:schemeClr val="tx1"/>
                </a:solidFill>
              </a:rPr>
              <a:t>VIT Vellore</a:t>
            </a:r>
            <a:endParaRPr lang="en-IN" sz="2400" dirty="0">
              <a:solidFill>
                <a:schemeClr val="tx1"/>
              </a:solidFill>
            </a:endParaRPr>
          </a:p>
        </p:txBody>
      </p:sp>
      <p:pic>
        <p:nvPicPr>
          <p:cNvPr id="7" name="Google Shape;415;p66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587F64C9-E839-4078-8B92-C9C7349D11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962150" cy="20710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4498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D90D6-CC34-415D-A6C2-2585196C8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Randomized algorithm-Finding global minimum cut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6405B6-3DF2-4F8A-8AA3-A230EFB3D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262" y="1616075"/>
            <a:ext cx="8753475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66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D7EDF-F059-4664-9549-CCCE8706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Contraction algorithm-Karger’s algorithm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1E8A0A-8108-4599-9D33-F2745D57B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1456331"/>
            <a:ext cx="10421743" cy="413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059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25488-8B1F-41A4-AA06-5CB88630C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-</a:t>
            </a:r>
            <a:r>
              <a:rPr lang="en-US" dirty="0" err="1"/>
              <a:t>Contd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11BBF4-8E1C-4105-A48F-295A78166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49" y="1795152"/>
            <a:ext cx="10461505" cy="34912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F3B80C-E97A-4A5D-A82C-E0881280C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2552">
            <a:off x="1136287" y="5140235"/>
            <a:ext cx="10484761" cy="110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3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EED98-EAD3-42A3-941B-F18796F84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C383F5-C57E-40B9-B102-7A7EE3B41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762" y="1027906"/>
            <a:ext cx="6753225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47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7AD05D3D-DD75-44EE-A728-02EE06842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-</a:t>
            </a:r>
            <a:r>
              <a:rPr lang="en-US" dirty="0" err="1"/>
              <a:t>Contd</a:t>
            </a:r>
            <a:endParaRPr lang="en-IN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D5F357F-D19A-4ED4-88C4-2AA073EED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A cut (S,T) in an undirected graph G(V,E) is a partition of the vertices V into two non empty disjoint sets SUT=V. The </a:t>
            </a:r>
            <a:r>
              <a:rPr lang="en-US" dirty="0" err="1"/>
              <a:t>cutset</a:t>
            </a:r>
            <a:r>
              <a:rPr lang="en-US" dirty="0"/>
              <a:t> of a cut consists of the edges between the two parts. The size of a cut in an unweighted graph is the cardinality of the </a:t>
            </a:r>
            <a:r>
              <a:rPr lang="en-US" dirty="0" err="1"/>
              <a:t>cutset</a:t>
            </a:r>
            <a:r>
              <a:rPr lang="en-US" dirty="0"/>
              <a:t> (</a:t>
            </a:r>
            <a:r>
              <a:rPr lang="en-US" dirty="0" err="1"/>
              <a:t>i.e</a:t>
            </a:r>
            <a:r>
              <a:rPr lang="en-US" dirty="0"/>
              <a:t>) the number of edges (preserved) between the two parts.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039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42F66D-C2FF-4BE1-AEE9-D3B866566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054" y="278497"/>
            <a:ext cx="8193271" cy="61553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AC2116-E092-42D1-99C1-8C28439F6347}"/>
              </a:ext>
            </a:extLst>
          </p:cNvPr>
          <p:cNvSpPr txBox="1"/>
          <p:nvPr/>
        </p:nvSpPr>
        <p:spPr>
          <a:xfrm>
            <a:off x="209551" y="915085"/>
            <a:ext cx="117252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/>
              <a:t>The cardinality of global minimum cut F is k which means that F has k edges that are preserved during termination.</a:t>
            </a:r>
          </a:p>
          <a:p>
            <a:pPr algn="just"/>
            <a:r>
              <a:rPr lang="en-US" sz="1800" dirty="0"/>
              <a:t>The probability that one edge in F is contracted when the algorithm starts, is k/(</a:t>
            </a:r>
            <a:r>
              <a:rPr lang="en-US" sz="1800" dirty="0" err="1"/>
              <a:t>kn</a:t>
            </a:r>
            <a:r>
              <a:rPr lang="en-US" sz="1800" dirty="0"/>
              <a:t>/2). </a:t>
            </a:r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82966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DF2E9C-796D-44F0-80DB-417523E85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87" y="433387"/>
            <a:ext cx="9801225" cy="59912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C797EB-10C5-487E-9296-BE8699247E23}"/>
              </a:ext>
            </a:extLst>
          </p:cNvPr>
          <p:cNvSpPr txBox="1"/>
          <p:nvPr/>
        </p:nvSpPr>
        <p:spPr>
          <a:xfrm>
            <a:off x="1905000" y="1238935"/>
            <a:ext cx="8515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/>
              <a:t>After j contractions, the number of </a:t>
            </a:r>
            <a:r>
              <a:rPr lang="en-US" sz="1800" dirty="0" err="1"/>
              <a:t>supernodes</a:t>
            </a:r>
            <a:r>
              <a:rPr lang="en-US" sz="1800" dirty="0"/>
              <a:t> becomes (n-j) in the above expression. </a:t>
            </a:r>
          </a:p>
        </p:txBody>
      </p:sp>
    </p:spTree>
    <p:extLst>
      <p:ext uri="{BB962C8B-B14F-4D97-AF65-F5344CB8AC3E}">
        <p14:creationId xmlns:p14="http://schemas.microsoft.com/office/powerpoint/2010/main" val="2675443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1A1A88-B4B8-47CA-A840-83016F74D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0"/>
            <a:ext cx="9553575" cy="6448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E16674-1891-4A74-95FC-A16FF7487352}"/>
              </a:ext>
            </a:extLst>
          </p:cNvPr>
          <p:cNvSpPr txBox="1"/>
          <p:nvPr/>
        </p:nvSpPr>
        <p:spPr>
          <a:xfrm>
            <a:off x="219075" y="638086"/>
            <a:ext cx="11820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/>
              <a:t>The algorithm stops after (n-2) edges are contracted. Because only two super nodes will remain. So before the last contraction happens, there will be only three </a:t>
            </a:r>
            <a:r>
              <a:rPr lang="en-US" sz="1800" dirty="0" err="1"/>
              <a:t>supernodes</a:t>
            </a:r>
            <a:r>
              <a:rPr lang="en-US" sz="1800" dirty="0"/>
              <a:t> (n=3) in the graph.</a:t>
            </a:r>
          </a:p>
        </p:txBody>
      </p:sp>
    </p:spTree>
    <p:extLst>
      <p:ext uri="{BB962C8B-B14F-4D97-AF65-F5344CB8AC3E}">
        <p14:creationId xmlns:p14="http://schemas.microsoft.com/office/powerpoint/2010/main" val="1560477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1BCDE3-7BC1-4A7C-925F-2C1D3EE91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37" y="233362"/>
            <a:ext cx="9305925" cy="63912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7D223B-0E18-4397-9D96-0F83F48A2788}"/>
              </a:ext>
            </a:extLst>
          </p:cNvPr>
          <p:cNvSpPr txBox="1"/>
          <p:nvPr/>
        </p:nvSpPr>
        <p:spPr>
          <a:xfrm>
            <a:off x="266700" y="896035"/>
            <a:ext cx="11753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/>
              <a:t>So the algorithm will return global minimum cut, if none of the contractions picked one of the edges in F.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017711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B06DA-C969-4B33-ABDA-679A64113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-</a:t>
            </a:r>
            <a:r>
              <a:rPr lang="en-US" dirty="0" err="1"/>
              <a:t>Contd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2ACE3-7CFA-40CD-BE50-CFBFA79E6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sz="4000" dirty="0"/>
              <a:t>The cardinality of global minimum cut F is k which means that F has k edges that are preserved during termination.</a:t>
            </a:r>
          </a:p>
          <a:p>
            <a:pPr algn="just"/>
            <a:r>
              <a:rPr lang="en-US" sz="4000" dirty="0"/>
              <a:t>The probability that one edge in F is contracted when the algorithm starts, is k/(</a:t>
            </a:r>
            <a:r>
              <a:rPr lang="en-US" sz="4000" dirty="0" err="1"/>
              <a:t>kn</a:t>
            </a:r>
            <a:r>
              <a:rPr lang="en-US" sz="4000" dirty="0"/>
              <a:t>/2). </a:t>
            </a:r>
          </a:p>
          <a:p>
            <a:pPr algn="just"/>
            <a:r>
              <a:rPr lang="en-US" sz="4000" dirty="0"/>
              <a:t>After j contractions, the number of </a:t>
            </a:r>
            <a:r>
              <a:rPr lang="en-US" sz="4000" dirty="0" err="1"/>
              <a:t>supernodes</a:t>
            </a:r>
            <a:r>
              <a:rPr lang="en-US" sz="4000" dirty="0"/>
              <a:t> becomes (n-j) in the above expression. </a:t>
            </a:r>
          </a:p>
          <a:p>
            <a:pPr algn="just"/>
            <a:r>
              <a:rPr lang="en-US" sz="4000" dirty="0"/>
              <a:t>The algorithm stops after (n-2) edges are contracted. Because only two super nodes will remain. So before the last contraction happens, there will be only three </a:t>
            </a:r>
            <a:r>
              <a:rPr lang="en-US" sz="4000" dirty="0" err="1"/>
              <a:t>supernodes</a:t>
            </a:r>
            <a:r>
              <a:rPr lang="en-US" sz="4000" dirty="0"/>
              <a:t> (n=3) in the graph.</a:t>
            </a:r>
          </a:p>
          <a:p>
            <a:pPr algn="just"/>
            <a:r>
              <a:rPr lang="en-US" sz="4000" dirty="0"/>
              <a:t>So the algorithm will return global minimum cut, if none of the contractions picked one of the edges in F.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948782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384E-2974-2DDF-6ABA-90CA13D8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Maximum independent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FA3E-9C12-71A0-3EF8-B88889A73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8079"/>
            <a:ext cx="6679932" cy="2983338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</a:rPr>
              <a:t>graph theory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an </a:t>
            </a:r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independent set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stableset</a:t>
            </a:r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coclique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US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anticlique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a set of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</a:rPr>
              <a:t>vertices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in a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</a:rPr>
              <a:t>graph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no two of which are adjacent. </a:t>
            </a:r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Maximum independent set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is an independent set of largest size in a given graph.</a:t>
            </a:r>
            <a:endParaRPr lang="en-IN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DCD18836-6AE6-18C2-968A-F75D55E53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213" y="1337910"/>
            <a:ext cx="3499585" cy="4701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321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1577</TotalTime>
  <Words>413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Design and analysis of algorithms (CSE 2012)  </vt:lpstr>
      <vt:lpstr>Randomized algorithm-Finding global minimum cut</vt:lpstr>
      <vt:lpstr>Contraction algorithm-Karger’s algorithm</vt:lpstr>
      <vt:lpstr>-Contd</vt:lpstr>
      <vt:lpstr>Example</vt:lpstr>
      <vt:lpstr>-Contd</vt:lpstr>
      <vt:lpstr>PowerPoint Presentation</vt:lpstr>
      <vt:lpstr>PowerPoint Presentation</vt:lpstr>
      <vt:lpstr>PowerPoint Presentation</vt:lpstr>
      <vt:lpstr>PowerPoint Presentation</vt:lpstr>
      <vt:lpstr>-Contd</vt:lpstr>
      <vt:lpstr>Maximum independent 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 Jenicka</dc:creator>
  <cp:lastModifiedBy>S Jenicka</cp:lastModifiedBy>
  <cp:revision>34</cp:revision>
  <dcterms:created xsi:type="dcterms:W3CDTF">2021-09-29T07:43:42Z</dcterms:created>
  <dcterms:modified xsi:type="dcterms:W3CDTF">2023-04-10T05:37:50Z</dcterms:modified>
</cp:coreProperties>
</file>