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341" r:id="rId3"/>
    <p:sldId id="361" r:id="rId4"/>
    <p:sldId id="359" r:id="rId5"/>
    <p:sldId id="342" r:id="rId6"/>
    <p:sldId id="366" r:id="rId7"/>
    <p:sldId id="380" r:id="rId8"/>
    <p:sldId id="38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3" autoAdjust="0"/>
    <p:restoredTop sz="94660"/>
  </p:normalViewPr>
  <p:slideViewPr>
    <p:cSldViewPr snapToGrid="0">
      <p:cViewPr varScale="1">
        <p:scale>
          <a:sx n="122" d="100"/>
          <a:sy n="122" d="100"/>
        </p:scale>
        <p:origin x="240" y="3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05901-DC8B-407A-A55E-EA9CFE76DB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54CB2EE-45AE-4446-9971-D29AAC4A11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283867B-4B59-46E0-99C9-FEB3B39C9DA2}"/>
              </a:ext>
            </a:extLst>
          </p:cNvPr>
          <p:cNvSpPr>
            <a:spLocks noGrp="1"/>
          </p:cNvSpPr>
          <p:nvPr>
            <p:ph type="dt" sz="half" idx="10"/>
          </p:nvPr>
        </p:nvSpPr>
        <p:spPr/>
        <p:txBody>
          <a:bodyPr/>
          <a:lstStyle/>
          <a:p>
            <a:fld id="{F5AC06A9-03C0-4215-B0C2-67E8F9C107B7}" type="datetimeFigureOut">
              <a:rPr lang="en-IN" smtClean="0"/>
              <a:t>10/02/24</a:t>
            </a:fld>
            <a:endParaRPr lang="en-IN"/>
          </a:p>
        </p:txBody>
      </p:sp>
      <p:sp>
        <p:nvSpPr>
          <p:cNvPr id="5" name="Footer Placeholder 4">
            <a:extLst>
              <a:ext uri="{FF2B5EF4-FFF2-40B4-BE49-F238E27FC236}">
                <a16:creationId xmlns:a16="http://schemas.microsoft.com/office/drawing/2014/main" id="{60981400-B25C-422B-9F01-9FDA844ED1A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0787E04-04E5-4493-80C9-1199FF167E47}"/>
              </a:ext>
            </a:extLst>
          </p:cNvPr>
          <p:cNvSpPr>
            <a:spLocks noGrp="1"/>
          </p:cNvSpPr>
          <p:nvPr>
            <p:ph type="sldNum" sz="quarter" idx="12"/>
          </p:nvPr>
        </p:nvSpPr>
        <p:spPr/>
        <p:txBody>
          <a:bodyPr/>
          <a:lstStyle/>
          <a:p>
            <a:fld id="{ECBC5DE3-7A50-4558-8DDF-064173ABE9BD}" type="slidenum">
              <a:rPr lang="en-IN" smtClean="0"/>
              <a:t>‹#›</a:t>
            </a:fld>
            <a:endParaRPr lang="en-IN"/>
          </a:p>
        </p:txBody>
      </p:sp>
    </p:spTree>
    <p:extLst>
      <p:ext uri="{BB962C8B-B14F-4D97-AF65-F5344CB8AC3E}">
        <p14:creationId xmlns:p14="http://schemas.microsoft.com/office/powerpoint/2010/main" val="22279099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EE838-29AF-4138-911C-813F49BD4A0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B256C56-9178-4161-AC26-C3F54E5EE6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11917FB-28AF-4D15-BB0D-B6BCEF8CECB3}"/>
              </a:ext>
            </a:extLst>
          </p:cNvPr>
          <p:cNvSpPr>
            <a:spLocks noGrp="1"/>
          </p:cNvSpPr>
          <p:nvPr>
            <p:ph type="dt" sz="half" idx="10"/>
          </p:nvPr>
        </p:nvSpPr>
        <p:spPr/>
        <p:txBody>
          <a:bodyPr/>
          <a:lstStyle/>
          <a:p>
            <a:fld id="{F5AC06A9-03C0-4215-B0C2-67E8F9C107B7}" type="datetimeFigureOut">
              <a:rPr lang="en-IN" smtClean="0"/>
              <a:t>10/02/24</a:t>
            </a:fld>
            <a:endParaRPr lang="en-IN"/>
          </a:p>
        </p:txBody>
      </p:sp>
      <p:sp>
        <p:nvSpPr>
          <p:cNvPr id="5" name="Footer Placeholder 4">
            <a:extLst>
              <a:ext uri="{FF2B5EF4-FFF2-40B4-BE49-F238E27FC236}">
                <a16:creationId xmlns:a16="http://schemas.microsoft.com/office/drawing/2014/main" id="{44F56CB6-1179-4BEE-A54E-652B5CBCF92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43AD05-A94D-4F30-B914-6EA8037AD540}"/>
              </a:ext>
            </a:extLst>
          </p:cNvPr>
          <p:cNvSpPr>
            <a:spLocks noGrp="1"/>
          </p:cNvSpPr>
          <p:nvPr>
            <p:ph type="sldNum" sz="quarter" idx="12"/>
          </p:nvPr>
        </p:nvSpPr>
        <p:spPr/>
        <p:txBody>
          <a:bodyPr/>
          <a:lstStyle/>
          <a:p>
            <a:fld id="{ECBC5DE3-7A50-4558-8DDF-064173ABE9BD}" type="slidenum">
              <a:rPr lang="en-IN" smtClean="0"/>
              <a:t>‹#›</a:t>
            </a:fld>
            <a:endParaRPr lang="en-IN"/>
          </a:p>
        </p:txBody>
      </p:sp>
    </p:spTree>
    <p:extLst>
      <p:ext uri="{BB962C8B-B14F-4D97-AF65-F5344CB8AC3E}">
        <p14:creationId xmlns:p14="http://schemas.microsoft.com/office/powerpoint/2010/main" val="39325523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09354-E93B-4B62-AD70-6EC40350BC2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14066E0-289D-4152-B42B-3E9B1B07324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C45C10B-51FE-4A7A-B7FB-104722419419}"/>
              </a:ext>
            </a:extLst>
          </p:cNvPr>
          <p:cNvSpPr>
            <a:spLocks noGrp="1"/>
          </p:cNvSpPr>
          <p:nvPr>
            <p:ph type="dt" sz="half" idx="10"/>
          </p:nvPr>
        </p:nvSpPr>
        <p:spPr/>
        <p:txBody>
          <a:bodyPr/>
          <a:lstStyle/>
          <a:p>
            <a:fld id="{F5AC06A9-03C0-4215-B0C2-67E8F9C107B7}" type="datetimeFigureOut">
              <a:rPr lang="en-IN" smtClean="0"/>
              <a:t>10/02/24</a:t>
            </a:fld>
            <a:endParaRPr lang="en-IN"/>
          </a:p>
        </p:txBody>
      </p:sp>
      <p:sp>
        <p:nvSpPr>
          <p:cNvPr id="5" name="Footer Placeholder 4">
            <a:extLst>
              <a:ext uri="{FF2B5EF4-FFF2-40B4-BE49-F238E27FC236}">
                <a16:creationId xmlns:a16="http://schemas.microsoft.com/office/drawing/2014/main" id="{F3CC18ED-E77F-470E-AB24-4149B748B6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605602E-C1A8-4796-B4EA-F55B76D3EDE8}"/>
              </a:ext>
            </a:extLst>
          </p:cNvPr>
          <p:cNvSpPr>
            <a:spLocks noGrp="1"/>
          </p:cNvSpPr>
          <p:nvPr>
            <p:ph type="sldNum" sz="quarter" idx="12"/>
          </p:nvPr>
        </p:nvSpPr>
        <p:spPr/>
        <p:txBody>
          <a:bodyPr/>
          <a:lstStyle/>
          <a:p>
            <a:fld id="{ECBC5DE3-7A50-4558-8DDF-064173ABE9BD}" type="slidenum">
              <a:rPr lang="en-IN" smtClean="0"/>
              <a:t>‹#›</a:t>
            </a:fld>
            <a:endParaRPr lang="en-IN"/>
          </a:p>
        </p:txBody>
      </p:sp>
    </p:spTree>
    <p:extLst>
      <p:ext uri="{BB962C8B-B14F-4D97-AF65-F5344CB8AC3E}">
        <p14:creationId xmlns:p14="http://schemas.microsoft.com/office/powerpoint/2010/main" val="5777406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25E5F-EB82-4B01-872A-7522A62A821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773D37A-1236-4CCB-B1EF-E2CC72D2C80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B17D8C7-6A33-4A46-B2DA-BCE15F8242E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7B5B893-1694-4F25-9241-710A541E18EB}"/>
              </a:ext>
            </a:extLst>
          </p:cNvPr>
          <p:cNvSpPr>
            <a:spLocks noGrp="1"/>
          </p:cNvSpPr>
          <p:nvPr>
            <p:ph type="dt" sz="half" idx="10"/>
          </p:nvPr>
        </p:nvSpPr>
        <p:spPr/>
        <p:txBody>
          <a:bodyPr/>
          <a:lstStyle/>
          <a:p>
            <a:fld id="{F5AC06A9-03C0-4215-B0C2-67E8F9C107B7}" type="datetimeFigureOut">
              <a:rPr lang="en-IN" smtClean="0"/>
              <a:t>10/02/24</a:t>
            </a:fld>
            <a:endParaRPr lang="en-IN"/>
          </a:p>
        </p:txBody>
      </p:sp>
      <p:sp>
        <p:nvSpPr>
          <p:cNvPr id="6" name="Footer Placeholder 5">
            <a:extLst>
              <a:ext uri="{FF2B5EF4-FFF2-40B4-BE49-F238E27FC236}">
                <a16:creationId xmlns:a16="http://schemas.microsoft.com/office/drawing/2014/main" id="{84CC9B1B-4F0A-4F1A-83B1-302BD35C87A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E28C9D3-A127-42EE-A786-92B4307D0BC4}"/>
              </a:ext>
            </a:extLst>
          </p:cNvPr>
          <p:cNvSpPr>
            <a:spLocks noGrp="1"/>
          </p:cNvSpPr>
          <p:nvPr>
            <p:ph type="sldNum" sz="quarter" idx="12"/>
          </p:nvPr>
        </p:nvSpPr>
        <p:spPr/>
        <p:txBody>
          <a:bodyPr/>
          <a:lstStyle/>
          <a:p>
            <a:fld id="{ECBC5DE3-7A50-4558-8DDF-064173ABE9BD}" type="slidenum">
              <a:rPr lang="en-IN" smtClean="0"/>
              <a:t>‹#›</a:t>
            </a:fld>
            <a:endParaRPr lang="en-IN"/>
          </a:p>
        </p:txBody>
      </p:sp>
    </p:spTree>
    <p:extLst>
      <p:ext uri="{BB962C8B-B14F-4D97-AF65-F5344CB8AC3E}">
        <p14:creationId xmlns:p14="http://schemas.microsoft.com/office/powerpoint/2010/main" val="15692684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98BBC-013F-4E22-AF34-5099E9DC1BE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B1BA885-8123-4F97-9AF4-89336433D5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F5A9EB3-9442-493D-B9E7-F95F0D83309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CB3DB3E-F6D8-4252-A119-3E70751A8CF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03C1B55-9C92-4F76-8580-11F7D070CC4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4B7B991-B86F-483F-96CE-76450D6CBAC5}"/>
              </a:ext>
            </a:extLst>
          </p:cNvPr>
          <p:cNvSpPr>
            <a:spLocks noGrp="1"/>
          </p:cNvSpPr>
          <p:nvPr>
            <p:ph type="dt" sz="half" idx="10"/>
          </p:nvPr>
        </p:nvSpPr>
        <p:spPr/>
        <p:txBody>
          <a:bodyPr/>
          <a:lstStyle/>
          <a:p>
            <a:fld id="{F5AC06A9-03C0-4215-B0C2-67E8F9C107B7}" type="datetimeFigureOut">
              <a:rPr lang="en-IN" smtClean="0"/>
              <a:t>10/02/24</a:t>
            </a:fld>
            <a:endParaRPr lang="en-IN"/>
          </a:p>
        </p:txBody>
      </p:sp>
      <p:sp>
        <p:nvSpPr>
          <p:cNvPr id="8" name="Footer Placeholder 7">
            <a:extLst>
              <a:ext uri="{FF2B5EF4-FFF2-40B4-BE49-F238E27FC236}">
                <a16:creationId xmlns:a16="http://schemas.microsoft.com/office/drawing/2014/main" id="{C59C98EE-8A1B-4094-BA3D-8A8049412BA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0534D0F-58A8-4831-9642-D6D4B846AED6}"/>
              </a:ext>
            </a:extLst>
          </p:cNvPr>
          <p:cNvSpPr>
            <a:spLocks noGrp="1"/>
          </p:cNvSpPr>
          <p:nvPr>
            <p:ph type="sldNum" sz="quarter" idx="12"/>
          </p:nvPr>
        </p:nvSpPr>
        <p:spPr/>
        <p:txBody>
          <a:bodyPr/>
          <a:lstStyle/>
          <a:p>
            <a:fld id="{ECBC5DE3-7A50-4558-8DDF-064173ABE9BD}" type="slidenum">
              <a:rPr lang="en-IN" smtClean="0"/>
              <a:t>‹#›</a:t>
            </a:fld>
            <a:endParaRPr lang="en-IN"/>
          </a:p>
        </p:txBody>
      </p:sp>
    </p:spTree>
    <p:extLst>
      <p:ext uri="{BB962C8B-B14F-4D97-AF65-F5344CB8AC3E}">
        <p14:creationId xmlns:p14="http://schemas.microsoft.com/office/powerpoint/2010/main" val="33164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CBD53-5DEB-48B2-B17C-A212DCD929C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825E8DC-9F18-4D48-B478-CCE021AC252A}"/>
              </a:ext>
            </a:extLst>
          </p:cNvPr>
          <p:cNvSpPr>
            <a:spLocks noGrp="1"/>
          </p:cNvSpPr>
          <p:nvPr>
            <p:ph type="dt" sz="half" idx="10"/>
          </p:nvPr>
        </p:nvSpPr>
        <p:spPr/>
        <p:txBody>
          <a:bodyPr/>
          <a:lstStyle/>
          <a:p>
            <a:fld id="{F5AC06A9-03C0-4215-B0C2-67E8F9C107B7}" type="datetimeFigureOut">
              <a:rPr lang="en-IN" smtClean="0"/>
              <a:t>10/02/24</a:t>
            </a:fld>
            <a:endParaRPr lang="en-IN"/>
          </a:p>
        </p:txBody>
      </p:sp>
      <p:sp>
        <p:nvSpPr>
          <p:cNvPr id="4" name="Footer Placeholder 3">
            <a:extLst>
              <a:ext uri="{FF2B5EF4-FFF2-40B4-BE49-F238E27FC236}">
                <a16:creationId xmlns:a16="http://schemas.microsoft.com/office/drawing/2014/main" id="{F0979500-589C-4ABF-BB44-273BB0B1A46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AC207BC-13CD-489B-AC29-240990925A5F}"/>
              </a:ext>
            </a:extLst>
          </p:cNvPr>
          <p:cNvSpPr>
            <a:spLocks noGrp="1"/>
          </p:cNvSpPr>
          <p:nvPr>
            <p:ph type="sldNum" sz="quarter" idx="12"/>
          </p:nvPr>
        </p:nvSpPr>
        <p:spPr/>
        <p:txBody>
          <a:bodyPr/>
          <a:lstStyle/>
          <a:p>
            <a:fld id="{ECBC5DE3-7A50-4558-8DDF-064173ABE9BD}" type="slidenum">
              <a:rPr lang="en-IN" smtClean="0"/>
              <a:t>‹#›</a:t>
            </a:fld>
            <a:endParaRPr lang="en-IN"/>
          </a:p>
        </p:txBody>
      </p:sp>
    </p:spTree>
    <p:extLst>
      <p:ext uri="{BB962C8B-B14F-4D97-AF65-F5344CB8AC3E}">
        <p14:creationId xmlns:p14="http://schemas.microsoft.com/office/powerpoint/2010/main" val="37208802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41728E8-726A-4A3D-BCB5-CD32F2BE4FB9}"/>
              </a:ext>
            </a:extLst>
          </p:cNvPr>
          <p:cNvSpPr>
            <a:spLocks noGrp="1"/>
          </p:cNvSpPr>
          <p:nvPr>
            <p:ph type="dt" sz="half" idx="10"/>
          </p:nvPr>
        </p:nvSpPr>
        <p:spPr/>
        <p:txBody>
          <a:bodyPr/>
          <a:lstStyle/>
          <a:p>
            <a:fld id="{F5AC06A9-03C0-4215-B0C2-67E8F9C107B7}" type="datetimeFigureOut">
              <a:rPr lang="en-IN" smtClean="0"/>
              <a:t>10/02/24</a:t>
            </a:fld>
            <a:endParaRPr lang="en-IN"/>
          </a:p>
        </p:txBody>
      </p:sp>
      <p:sp>
        <p:nvSpPr>
          <p:cNvPr id="3" name="Footer Placeholder 2">
            <a:extLst>
              <a:ext uri="{FF2B5EF4-FFF2-40B4-BE49-F238E27FC236}">
                <a16:creationId xmlns:a16="http://schemas.microsoft.com/office/drawing/2014/main" id="{9E7E0B94-4F26-4D00-9748-D084B9D887E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733D045-1B3B-4AFD-AFAD-BC00123C92D9}"/>
              </a:ext>
            </a:extLst>
          </p:cNvPr>
          <p:cNvSpPr>
            <a:spLocks noGrp="1"/>
          </p:cNvSpPr>
          <p:nvPr>
            <p:ph type="sldNum" sz="quarter" idx="12"/>
          </p:nvPr>
        </p:nvSpPr>
        <p:spPr/>
        <p:txBody>
          <a:bodyPr/>
          <a:lstStyle/>
          <a:p>
            <a:fld id="{ECBC5DE3-7A50-4558-8DDF-064173ABE9BD}" type="slidenum">
              <a:rPr lang="en-IN" smtClean="0"/>
              <a:t>‹#›</a:t>
            </a:fld>
            <a:endParaRPr lang="en-IN"/>
          </a:p>
        </p:txBody>
      </p:sp>
    </p:spTree>
    <p:extLst>
      <p:ext uri="{BB962C8B-B14F-4D97-AF65-F5344CB8AC3E}">
        <p14:creationId xmlns:p14="http://schemas.microsoft.com/office/powerpoint/2010/main" val="28941156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7A493-5802-4C82-96BC-73654A6810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E75AF87-E7B4-440A-8773-8D5FF2F1D8A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7B7441B-13F3-4E24-A0B9-0DF1788E4B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563B6C-C884-4727-B6EB-0056095C6B07}"/>
              </a:ext>
            </a:extLst>
          </p:cNvPr>
          <p:cNvSpPr>
            <a:spLocks noGrp="1"/>
          </p:cNvSpPr>
          <p:nvPr>
            <p:ph type="dt" sz="half" idx="10"/>
          </p:nvPr>
        </p:nvSpPr>
        <p:spPr/>
        <p:txBody>
          <a:bodyPr/>
          <a:lstStyle/>
          <a:p>
            <a:fld id="{F5AC06A9-03C0-4215-B0C2-67E8F9C107B7}" type="datetimeFigureOut">
              <a:rPr lang="en-IN" smtClean="0"/>
              <a:t>10/02/24</a:t>
            </a:fld>
            <a:endParaRPr lang="en-IN"/>
          </a:p>
        </p:txBody>
      </p:sp>
      <p:sp>
        <p:nvSpPr>
          <p:cNvPr id="6" name="Footer Placeholder 5">
            <a:extLst>
              <a:ext uri="{FF2B5EF4-FFF2-40B4-BE49-F238E27FC236}">
                <a16:creationId xmlns:a16="http://schemas.microsoft.com/office/drawing/2014/main" id="{72D096EE-5B88-450E-A66A-74B1DC2FD7D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B5FD3A6-1949-4512-B8BF-E91D75247F1E}"/>
              </a:ext>
            </a:extLst>
          </p:cNvPr>
          <p:cNvSpPr>
            <a:spLocks noGrp="1"/>
          </p:cNvSpPr>
          <p:nvPr>
            <p:ph type="sldNum" sz="quarter" idx="12"/>
          </p:nvPr>
        </p:nvSpPr>
        <p:spPr/>
        <p:txBody>
          <a:bodyPr/>
          <a:lstStyle/>
          <a:p>
            <a:fld id="{ECBC5DE3-7A50-4558-8DDF-064173ABE9BD}" type="slidenum">
              <a:rPr lang="en-IN" smtClean="0"/>
              <a:t>‹#›</a:t>
            </a:fld>
            <a:endParaRPr lang="en-IN"/>
          </a:p>
        </p:txBody>
      </p:sp>
    </p:spTree>
    <p:extLst>
      <p:ext uri="{BB962C8B-B14F-4D97-AF65-F5344CB8AC3E}">
        <p14:creationId xmlns:p14="http://schemas.microsoft.com/office/powerpoint/2010/main" val="36533349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41CDE-54D0-4F64-91B8-FDF7EAB1F8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880C1DD-BB2C-49D3-818D-CDF3031F534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DAE01CC-A281-400E-BEBE-A7857D4F09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7DC442-607F-430D-B5A2-1CC61CD90E8D}"/>
              </a:ext>
            </a:extLst>
          </p:cNvPr>
          <p:cNvSpPr>
            <a:spLocks noGrp="1"/>
          </p:cNvSpPr>
          <p:nvPr>
            <p:ph type="dt" sz="half" idx="10"/>
          </p:nvPr>
        </p:nvSpPr>
        <p:spPr/>
        <p:txBody>
          <a:bodyPr/>
          <a:lstStyle/>
          <a:p>
            <a:fld id="{F5AC06A9-03C0-4215-B0C2-67E8F9C107B7}" type="datetimeFigureOut">
              <a:rPr lang="en-IN" smtClean="0"/>
              <a:t>10/02/24</a:t>
            </a:fld>
            <a:endParaRPr lang="en-IN"/>
          </a:p>
        </p:txBody>
      </p:sp>
      <p:sp>
        <p:nvSpPr>
          <p:cNvPr id="6" name="Footer Placeholder 5">
            <a:extLst>
              <a:ext uri="{FF2B5EF4-FFF2-40B4-BE49-F238E27FC236}">
                <a16:creationId xmlns:a16="http://schemas.microsoft.com/office/drawing/2014/main" id="{5B875DEE-E70F-4FA4-AD87-287D4719032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89FF770-18CD-4C46-9137-C8DEB0CBE635}"/>
              </a:ext>
            </a:extLst>
          </p:cNvPr>
          <p:cNvSpPr>
            <a:spLocks noGrp="1"/>
          </p:cNvSpPr>
          <p:nvPr>
            <p:ph type="sldNum" sz="quarter" idx="12"/>
          </p:nvPr>
        </p:nvSpPr>
        <p:spPr/>
        <p:txBody>
          <a:bodyPr/>
          <a:lstStyle/>
          <a:p>
            <a:fld id="{ECBC5DE3-7A50-4558-8DDF-064173ABE9BD}" type="slidenum">
              <a:rPr lang="en-IN" smtClean="0"/>
              <a:t>‹#›</a:t>
            </a:fld>
            <a:endParaRPr lang="en-IN"/>
          </a:p>
        </p:txBody>
      </p:sp>
    </p:spTree>
    <p:extLst>
      <p:ext uri="{BB962C8B-B14F-4D97-AF65-F5344CB8AC3E}">
        <p14:creationId xmlns:p14="http://schemas.microsoft.com/office/powerpoint/2010/main" val="4125954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1CE27-67DE-43A4-80F1-08D71CA0BBE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4A09AC5-BA42-4899-8062-4886FAF6368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304AC56-4F21-4222-919E-81EF57F06257}"/>
              </a:ext>
            </a:extLst>
          </p:cNvPr>
          <p:cNvSpPr>
            <a:spLocks noGrp="1"/>
          </p:cNvSpPr>
          <p:nvPr>
            <p:ph type="dt" sz="half" idx="10"/>
          </p:nvPr>
        </p:nvSpPr>
        <p:spPr/>
        <p:txBody>
          <a:bodyPr/>
          <a:lstStyle/>
          <a:p>
            <a:fld id="{F5AC06A9-03C0-4215-B0C2-67E8F9C107B7}" type="datetimeFigureOut">
              <a:rPr lang="en-IN" smtClean="0"/>
              <a:t>10/02/24</a:t>
            </a:fld>
            <a:endParaRPr lang="en-IN"/>
          </a:p>
        </p:txBody>
      </p:sp>
      <p:sp>
        <p:nvSpPr>
          <p:cNvPr id="5" name="Footer Placeholder 4">
            <a:extLst>
              <a:ext uri="{FF2B5EF4-FFF2-40B4-BE49-F238E27FC236}">
                <a16:creationId xmlns:a16="http://schemas.microsoft.com/office/drawing/2014/main" id="{0EBB9813-A212-4B5D-9486-E8D4650318E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3440A5D-658D-4208-B3C9-5C37AF8078DA}"/>
              </a:ext>
            </a:extLst>
          </p:cNvPr>
          <p:cNvSpPr>
            <a:spLocks noGrp="1"/>
          </p:cNvSpPr>
          <p:nvPr>
            <p:ph type="sldNum" sz="quarter" idx="12"/>
          </p:nvPr>
        </p:nvSpPr>
        <p:spPr/>
        <p:txBody>
          <a:bodyPr/>
          <a:lstStyle/>
          <a:p>
            <a:fld id="{ECBC5DE3-7A50-4558-8DDF-064173ABE9BD}" type="slidenum">
              <a:rPr lang="en-IN" smtClean="0"/>
              <a:t>‹#›</a:t>
            </a:fld>
            <a:endParaRPr lang="en-IN"/>
          </a:p>
        </p:txBody>
      </p:sp>
    </p:spTree>
    <p:extLst>
      <p:ext uri="{BB962C8B-B14F-4D97-AF65-F5344CB8AC3E}">
        <p14:creationId xmlns:p14="http://schemas.microsoft.com/office/powerpoint/2010/main" val="4776880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905A8A-0027-4B0C-9810-591E0527A50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1B7248C-13A2-484D-8CAC-2293038296C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586D790-647F-45EB-BAA6-D9662CAF8B54}"/>
              </a:ext>
            </a:extLst>
          </p:cNvPr>
          <p:cNvSpPr>
            <a:spLocks noGrp="1"/>
          </p:cNvSpPr>
          <p:nvPr>
            <p:ph type="dt" sz="half" idx="10"/>
          </p:nvPr>
        </p:nvSpPr>
        <p:spPr/>
        <p:txBody>
          <a:bodyPr/>
          <a:lstStyle/>
          <a:p>
            <a:fld id="{F5AC06A9-03C0-4215-B0C2-67E8F9C107B7}" type="datetimeFigureOut">
              <a:rPr lang="en-IN" smtClean="0"/>
              <a:t>10/02/24</a:t>
            </a:fld>
            <a:endParaRPr lang="en-IN"/>
          </a:p>
        </p:txBody>
      </p:sp>
      <p:sp>
        <p:nvSpPr>
          <p:cNvPr id="5" name="Footer Placeholder 4">
            <a:extLst>
              <a:ext uri="{FF2B5EF4-FFF2-40B4-BE49-F238E27FC236}">
                <a16:creationId xmlns:a16="http://schemas.microsoft.com/office/drawing/2014/main" id="{42EE5B4B-4A3B-43FF-872F-EF62C3F8202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32D904E-711A-4895-AE77-A533F6EE0FF9}"/>
              </a:ext>
            </a:extLst>
          </p:cNvPr>
          <p:cNvSpPr>
            <a:spLocks noGrp="1"/>
          </p:cNvSpPr>
          <p:nvPr>
            <p:ph type="sldNum" sz="quarter" idx="12"/>
          </p:nvPr>
        </p:nvSpPr>
        <p:spPr/>
        <p:txBody>
          <a:bodyPr/>
          <a:lstStyle/>
          <a:p>
            <a:fld id="{ECBC5DE3-7A50-4558-8DDF-064173ABE9BD}" type="slidenum">
              <a:rPr lang="en-IN" smtClean="0"/>
              <a:t>‹#›</a:t>
            </a:fld>
            <a:endParaRPr lang="en-IN"/>
          </a:p>
        </p:txBody>
      </p:sp>
    </p:spTree>
    <p:extLst>
      <p:ext uri="{BB962C8B-B14F-4D97-AF65-F5344CB8AC3E}">
        <p14:creationId xmlns:p14="http://schemas.microsoft.com/office/powerpoint/2010/main" val="28256043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48A668-02AE-43B0-B6D7-19D8F34C4B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286F3C4-88F1-442F-9689-9BDD84417E4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C036E0B-8A3A-4DE5-9E38-97271F3B98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AC06A9-03C0-4215-B0C2-67E8F9C107B7}" type="datetimeFigureOut">
              <a:rPr lang="en-IN" smtClean="0"/>
              <a:t>10/02/24</a:t>
            </a:fld>
            <a:endParaRPr lang="en-IN"/>
          </a:p>
        </p:txBody>
      </p:sp>
      <p:sp>
        <p:nvSpPr>
          <p:cNvPr id="5" name="Footer Placeholder 4">
            <a:extLst>
              <a:ext uri="{FF2B5EF4-FFF2-40B4-BE49-F238E27FC236}">
                <a16:creationId xmlns:a16="http://schemas.microsoft.com/office/drawing/2014/main" id="{FA591E6D-256F-4F1F-B483-34502FADEA8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3FAA057-F4D5-449F-9967-DAF86A1D01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CBC5DE3-7A50-4558-8DDF-064173ABE9BD}" type="slidenum">
              <a:rPr lang="en-IN" smtClean="0"/>
              <a:t>‹#›</a:t>
            </a:fld>
            <a:endParaRPr lang="en-IN"/>
          </a:p>
        </p:txBody>
      </p:sp>
    </p:spTree>
    <p:extLst>
      <p:ext uri="{BB962C8B-B14F-4D97-AF65-F5344CB8AC3E}">
        <p14:creationId xmlns:p14="http://schemas.microsoft.com/office/powerpoint/2010/main" val="32615514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D44DFD7-E78E-42DA-A1FE-100828ADBD14}"/>
              </a:ext>
            </a:extLst>
          </p:cNvPr>
          <p:cNvSpPr>
            <a:spLocks noGrp="1"/>
          </p:cNvSpPr>
          <p:nvPr>
            <p:ph type="ctrTitle"/>
          </p:nvPr>
        </p:nvSpPr>
        <p:spPr>
          <a:xfrm>
            <a:off x="1297517" y="1566334"/>
            <a:ext cx="7766936" cy="1646302"/>
          </a:xfrm>
        </p:spPr>
        <p:txBody>
          <a:bodyPr>
            <a:normAutofit/>
          </a:bodyPr>
          <a:lstStyle/>
          <a:p>
            <a:r>
              <a:rPr lang="en-US" sz="3100" dirty="0"/>
              <a:t>Design and analysis of algorithms</a:t>
            </a:r>
            <a:endParaRPr lang="en-IN" sz="2800" dirty="0"/>
          </a:p>
        </p:txBody>
      </p:sp>
      <p:sp>
        <p:nvSpPr>
          <p:cNvPr id="5" name="Subtitle 4">
            <a:extLst>
              <a:ext uri="{FF2B5EF4-FFF2-40B4-BE49-F238E27FC236}">
                <a16:creationId xmlns:a16="http://schemas.microsoft.com/office/drawing/2014/main" id="{D718CEE2-5954-4609-826A-7625020AF266}"/>
              </a:ext>
            </a:extLst>
          </p:cNvPr>
          <p:cNvSpPr>
            <a:spLocks noGrp="1"/>
          </p:cNvSpPr>
          <p:nvPr>
            <p:ph type="subTitle" idx="1"/>
          </p:nvPr>
        </p:nvSpPr>
        <p:spPr/>
        <p:txBody>
          <a:bodyPr>
            <a:noAutofit/>
          </a:bodyPr>
          <a:lstStyle/>
          <a:p>
            <a:r>
              <a:rPr lang="en-US" sz="2400" dirty="0">
                <a:solidFill>
                  <a:schemeClr val="tx1"/>
                </a:solidFill>
              </a:rPr>
              <a:t>Prepared by</a:t>
            </a:r>
          </a:p>
          <a:p>
            <a:r>
              <a:rPr lang="en-US" sz="2400" dirty="0" err="1">
                <a:solidFill>
                  <a:schemeClr val="tx1"/>
                </a:solidFill>
              </a:rPr>
              <a:t>Dr.S.Jenicka</a:t>
            </a:r>
            <a:endParaRPr lang="en-US" sz="2400" dirty="0">
              <a:solidFill>
                <a:schemeClr val="tx1"/>
              </a:solidFill>
            </a:endParaRPr>
          </a:p>
          <a:p>
            <a:r>
              <a:rPr lang="en-US" sz="2400" dirty="0">
                <a:solidFill>
                  <a:schemeClr val="tx1"/>
                </a:solidFill>
              </a:rPr>
              <a:t>Assistant professor senior grade 2</a:t>
            </a:r>
          </a:p>
          <a:p>
            <a:r>
              <a:rPr lang="en-US" sz="2400" dirty="0">
                <a:solidFill>
                  <a:schemeClr val="tx1"/>
                </a:solidFill>
              </a:rPr>
              <a:t>SCOPE-Analytics</a:t>
            </a:r>
          </a:p>
          <a:p>
            <a:r>
              <a:rPr lang="en-US" sz="2400" dirty="0">
                <a:solidFill>
                  <a:schemeClr val="tx1"/>
                </a:solidFill>
              </a:rPr>
              <a:t>VIT Vellore</a:t>
            </a:r>
            <a:endParaRPr lang="en-IN" sz="2400" dirty="0">
              <a:solidFill>
                <a:schemeClr val="tx1"/>
              </a:solidFill>
            </a:endParaRPr>
          </a:p>
        </p:txBody>
      </p:sp>
      <p:pic>
        <p:nvPicPr>
          <p:cNvPr id="7" name="Google Shape;415;p66" descr="A picture containing object, clock&#10;&#10;Description automatically generated">
            <a:extLst>
              <a:ext uri="{FF2B5EF4-FFF2-40B4-BE49-F238E27FC236}">
                <a16:creationId xmlns:a16="http://schemas.microsoft.com/office/drawing/2014/main" id="{587F64C9-E839-4078-8B92-C9C7349D11D7}"/>
              </a:ext>
            </a:extLst>
          </p:cNvPr>
          <p:cNvPicPr preferRelativeResize="0"/>
          <p:nvPr/>
        </p:nvPicPr>
        <p:blipFill rotWithShape="1">
          <a:blip r:embed="rId2">
            <a:alphaModFix/>
          </a:blip>
          <a:srcRect/>
          <a:stretch/>
        </p:blipFill>
        <p:spPr>
          <a:xfrm>
            <a:off x="0" y="0"/>
            <a:ext cx="1962150" cy="2071056"/>
          </a:xfrm>
          <a:prstGeom prst="rect">
            <a:avLst/>
          </a:prstGeom>
          <a:noFill/>
          <a:ln>
            <a:noFill/>
          </a:ln>
        </p:spPr>
      </p:pic>
    </p:spTree>
    <p:extLst>
      <p:ext uri="{BB962C8B-B14F-4D97-AF65-F5344CB8AC3E}">
        <p14:creationId xmlns:p14="http://schemas.microsoft.com/office/powerpoint/2010/main" val="16044987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208FB-9A26-4BF6-A98A-6E0C617703D6}"/>
              </a:ext>
            </a:extLst>
          </p:cNvPr>
          <p:cNvSpPr>
            <a:spLocks noGrp="1"/>
          </p:cNvSpPr>
          <p:nvPr>
            <p:ph type="title"/>
          </p:nvPr>
        </p:nvSpPr>
        <p:spPr/>
        <p:txBody>
          <a:bodyPr/>
          <a:lstStyle/>
          <a:p>
            <a:r>
              <a:rPr lang="en-US" dirty="0"/>
              <a:t>Backtracking strategy</a:t>
            </a:r>
            <a:endParaRPr lang="en-IN" dirty="0"/>
          </a:p>
        </p:txBody>
      </p:sp>
      <p:sp>
        <p:nvSpPr>
          <p:cNvPr id="3" name="Content Placeholder 2">
            <a:extLst>
              <a:ext uri="{FF2B5EF4-FFF2-40B4-BE49-F238E27FC236}">
                <a16:creationId xmlns:a16="http://schemas.microsoft.com/office/drawing/2014/main" id="{D5B69951-0876-447B-8201-15BE754DAFD8}"/>
              </a:ext>
            </a:extLst>
          </p:cNvPr>
          <p:cNvSpPr>
            <a:spLocks noGrp="1"/>
          </p:cNvSpPr>
          <p:nvPr>
            <p:ph idx="1"/>
          </p:nvPr>
        </p:nvSpPr>
        <p:spPr/>
        <p:txBody>
          <a:bodyPr>
            <a:normAutofit/>
          </a:bodyPr>
          <a:lstStyle/>
          <a:p>
            <a:pPr marL="0" indent="0" algn="just">
              <a:buNone/>
            </a:pPr>
            <a:r>
              <a:rPr lang="en-US" sz="2800" dirty="0"/>
              <a:t>The principal idea in </a:t>
            </a:r>
            <a:r>
              <a:rPr lang="en-US" sz="2800" b="1" dirty="0"/>
              <a:t>Backtracking </a:t>
            </a:r>
            <a:r>
              <a:rPr lang="en-US" sz="2800" dirty="0"/>
              <a:t>is to construct solutions one component at a time and evaluate such partially constructed candidates as follows. If a partially constructed solution can be developed further without violating the problem’s constraints, it is done by taking the first remaining legitimate option for the next component. If there is no legitimate option for the next component, no alternatives for any remaining component need to be considered. In this case, the algorithm backtracks to replace the last component of the partially constructed solution with its next option.</a:t>
            </a:r>
          </a:p>
          <a:p>
            <a:endParaRPr lang="en-IN" dirty="0"/>
          </a:p>
        </p:txBody>
      </p:sp>
    </p:spTree>
    <p:extLst>
      <p:ext uri="{BB962C8B-B14F-4D97-AF65-F5344CB8AC3E}">
        <p14:creationId xmlns:p14="http://schemas.microsoft.com/office/powerpoint/2010/main" val="42659349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52749-6ED2-4330-B5FB-75D7799A65A3}"/>
              </a:ext>
            </a:extLst>
          </p:cNvPr>
          <p:cNvSpPr>
            <a:spLocks noGrp="1"/>
          </p:cNvSpPr>
          <p:nvPr>
            <p:ph type="title"/>
          </p:nvPr>
        </p:nvSpPr>
        <p:spPr/>
        <p:txBody>
          <a:bodyPr/>
          <a:lstStyle/>
          <a:p>
            <a:pPr algn="ctr"/>
            <a:r>
              <a:rPr lang="en-US" dirty="0"/>
              <a:t>n-Queens problem</a:t>
            </a:r>
            <a:endParaRPr lang="en-IN" dirty="0"/>
          </a:p>
        </p:txBody>
      </p:sp>
      <p:sp>
        <p:nvSpPr>
          <p:cNvPr id="3" name="Content Placeholder 2">
            <a:extLst>
              <a:ext uri="{FF2B5EF4-FFF2-40B4-BE49-F238E27FC236}">
                <a16:creationId xmlns:a16="http://schemas.microsoft.com/office/drawing/2014/main" id="{715CCBDA-B29D-47F0-BBD1-6C044326F44A}"/>
              </a:ext>
            </a:extLst>
          </p:cNvPr>
          <p:cNvSpPr>
            <a:spLocks noGrp="1"/>
          </p:cNvSpPr>
          <p:nvPr>
            <p:ph idx="1"/>
          </p:nvPr>
        </p:nvSpPr>
        <p:spPr>
          <a:xfrm>
            <a:off x="1257300" y="1568450"/>
            <a:ext cx="10515600" cy="4351338"/>
          </a:xfrm>
        </p:spPr>
        <p:txBody>
          <a:bodyPr/>
          <a:lstStyle/>
          <a:p>
            <a:pPr marL="0" indent="0">
              <a:lnSpc>
                <a:spcPct val="100000"/>
              </a:lnSpc>
              <a:buNone/>
            </a:pPr>
            <a:r>
              <a:rPr lang="en-US" i="0" dirty="0">
                <a:solidFill>
                  <a:srgbClr val="202124"/>
                </a:solidFill>
                <a:effectLst/>
                <a:latin typeface="arial" panose="020B0604020202020204" pitchFamily="34" charset="0"/>
              </a:rPr>
              <a:t>The N Queen is the problem of placing N chess queens on an N×N chessboard so that no two queens attack each other. For example, following is a solution for 4 Queen problem. </a:t>
            </a:r>
          </a:p>
          <a:p>
            <a:pPr marL="0" indent="0">
              <a:lnSpc>
                <a:spcPct val="100000"/>
              </a:lnSpc>
              <a:buNone/>
            </a:pPr>
            <a:endParaRPr lang="en-IN" dirty="0"/>
          </a:p>
        </p:txBody>
      </p:sp>
      <p:pic>
        <p:nvPicPr>
          <p:cNvPr id="1026" name="Picture 2" descr="Printing all solutions in N-Queen Problem - GeeksforGeeks">
            <a:extLst>
              <a:ext uri="{FF2B5EF4-FFF2-40B4-BE49-F238E27FC236}">
                <a16:creationId xmlns:a16="http://schemas.microsoft.com/office/drawing/2014/main" id="{4D84D7ED-17DA-46CF-A623-D973F3D7D2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6350" y="3609975"/>
            <a:ext cx="2857500" cy="2476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11719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E08C8-882B-462C-ADCE-1AA9EC8262D3}"/>
              </a:ext>
            </a:extLst>
          </p:cNvPr>
          <p:cNvSpPr>
            <a:spLocks noGrp="1"/>
          </p:cNvSpPr>
          <p:nvPr>
            <p:ph type="title"/>
          </p:nvPr>
        </p:nvSpPr>
        <p:spPr>
          <a:xfrm>
            <a:off x="838200" y="88900"/>
            <a:ext cx="10515600" cy="1325563"/>
          </a:xfrm>
        </p:spPr>
        <p:txBody>
          <a:bodyPr/>
          <a:lstStyle/>
          <a:p>
            <a:r>
              <a:rPr lang="en-US" dirty="0"/>
              <a:t>4-queens problem- Finding solution using backtracking strategy</a:t>
            </a:r>
            <a:endParaRPr lang="en-IN" dirty="0"/>
          </a:p>
        </p:txBody>
      </p:sp>
      <p:pic>
        <p:nvPicPr>
          <p:cNvPr id="2050" name="Picture 2" descr="Genetic algorithm vs. Backtracking: N-Queen Problem | by Hirad Babayan |  Towards Data Science">
            <a:extLst>
              <a:ext uri="{FF2B5EF4-FFF2-40B4-BE49-F238E27FC236}">
                <a16:creationId xmlns:a16="http://schemas.microsoft.com/office/drawing/2014/main" id="{D0C98873-0B25-4579-8BCD-CBC3421C802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524250" y="1414463"/>
            <a:ext cx="8334375" cy="56743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73161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5D9F3-CE57-4F52-B011-C52A5F720357}"/>
              </a:ext>
            </a:extLst>
          </p:cNvPr>
          <p:cNvSpPr>
            <a:spLocks noGrp="1"/>
          </p:cNvSpPr>
          <p:nvPr>
            <p:ph type="title"/>
          </p:nvPr>
        </p:nvSpPr>
        <p:spPr>
          <a:xfrm>
            <a:off x="771525" y="69849"/>
            <a:ext cx="10515600" cy="1325563"/>
          </a:xfrm>
        </p:spPr>
        <p:txBody>
          <a:bodyPr/>
          <a:lstStyle/>
          <a:p>
            <a:r>
              <a:rPr lang="en-US" dirty="0"/>
              <a:t>n-Queens problem- Backtracking algorithm</a:t>
            </a:r>
            <a:endParaRPr lang="en-IN" dirty="0"/>
          </a:p>
        </p:txBody>
      </p:sp>
      <p:sp>
        <p:nvSpPr>
          <p:cNvPr id="3" name="Content Placeholder 2">
            <a:extLst>
              <a:ext uri="{FF2B5EF4-FFF2-40B4-BE49-F238E27FC236}">
                <a16:creationId xmlns:a16="http://schemas.microsoft.com/office/drawing/2014/main" id="{5E452B8D-2EBF-4D90-8C7C-4DFA596CE95E}"/>
              </a:ext>
            </a:extLst>
          </p:cNvPr>
          <p:cNvSpPr>
            <a:spLocks noGrp="1"/>
          </p:cNvSpPr>
          <p:nvPr>
            <p:ph idx="1"/>
          </p:nvPr>
        </p:nvSpPr>
        <p:spPr>
          <a:xfrm>
            <a:off x="504825" y="1382712"/>
            <a:ext cx="11049000" cy="5110163"/>
          </a:xfrm>
        </p:spPr>
        <p:txBody>
          <a:bodyPr numCol="2">
            <a:noAutofit/>
          </a:bodyPr>
          <a:lstStyle/>
          <a:p>
            <a:pPr marL="0" indent="0">
              <a:buNone/>
            </a:pPr>
            <a:r>
              <a:rPr lang="en-US" sz="2400" dirty="0"/>
              <a:t>1) Start in the leftmost column</a:t>
            </a:r>
          </a:p>
          <a:p>
            <a:pPr marL="0" indent="0">
              <a:buNone/>
            </a:pPr>
            <a:r>
              <a:rPr lang="en-US" sz="2400" dirty="0"/>
              <a:t>2) If all queens are placed</a:t>
            </a:r>
          </a:p>
          <a:p>
            <a:pPr marL="0" indent="0">
              <a:buNone/>
            </a:pPr>
            <a:r>
              <a:rPr lang="en-US" sz="2400" dirty="0"/>
              <a:t>    return true</a:t>
            </a:r>
          </a:p>
          <a:p>
            <a:pPr marL="0" indent="0">
              <a:buNone/>
            </a:pPr>
            <a:r>
              <a:rPr lang="en-US" sz="2400" dirty="0"/>
              <a:t>3) </a:t>
            </a:r>
            <a:r>
              <a:rPr lang="en-US" sz="2400" dirty="0">
                <a:highlight>
                  <a:srgbClr val="FFFF00"/>
                </a:highlight>
              </a:rPr>
              <a:t>Try all rows </a:t>
            </a:r>
            <a:r>
              <a:rPr lang="en-US" sz="2400" dirty="0"/>
              <a:t>in the current column. </a:t>
            </a:r>
          </a:p>
          <a:p>
            <a:pPr marL="0" indent="0">
              <a:buNone/>
            </a:pPr>
            <a:r>
              <a:rPr lang="en-US" sz="2400" dirty="0"/>
              <a:t>   Do following for every tried row.</a:t>
            </a:r>
          </a:p>
          <a:p>
            <a:pPr marL="0" indent="0">
              <a:buNone/>
            </a:pPr>
            <a:r>
              <a:rPr lang="en-US" sz="2400" dirty="0"/>
              <a:t>    a) </a:t>
            </a:r>
            <a:r>
              <a:rPr lang="en-US" sz="2400" dirty="0">
                <a:highlight>
                  <a:srgbClr val="FFFF00"/>
                </a:highlight>
              </a:rPr>
              <a:t>If the queen can be placed safely in this row</a:t>
            </a:r>
            <a:r>
              <a:rPr lang="en-US" sz="2400" dirty="0"/>
              <a:t>, then </a:t>
            </a:r>
            <a:r>
              <a:rPr lang="en-US" sz="2400" dirty="0">
                <a:solidFill>
                  <a:srgbClr val="FF0000"/>
                </a:solidFill>
              </a:rPr>
              <a:t>mark this [row, column] </a:t>
            </a:r>
            <a:r>
              <a:rPr lang="en-US" sz="2400" dirty="0"/>
              <a:t>as part of the solution and recursively check if placing queen here leads to a solution.</a:t>
            </a:r>
          </a:p>
          <a:p>
            <a:pPr marL="0" indent="0">
              <a:buNone/>
            </a:pPr>
            <a:r>
              <a:rPr lang="en-US" sz="2400" dirty="0"/>
              <a:t>    b) </a:t>
            </a:r>
            <a:r>
              <a:rPr lang="en-US" sz="2400" dirty="0">
                <a:highlight>
                  <a:srgbClr val="FF00FF"/>
                </a:highlight>
              </a:rPr>
              <a:t>If placing the queen in [row, column] leads to a solution </a:t>
            </a:r>
            <a:r>
              <a:rPr lang="en-US" sz="2400" dirty="0"/>
              <a:t>then </a:t>
            </a:r>
            <a:r>
              <a:rPr lang="en-US" sz="2400" dirty="0">
                <a:solidFill>
                  <a:schemeClr val="accent2"/>
                </a:solidFill>
              </a:rPr>
              <a:t>return true</a:t>
            </a:r>
            <a:r>
              <a:rPr lang="en-US" sz="2400" dirty="0"/>
              <a:t>.</a:t>
            </a:r>
          </a:p>
          <a:p>
            <a:pPr marL="0" indent="0">
              <a:buNone/>
            </a:pPr>
            <a:r>
              <a:rPr lang="en-US" sz="2400" dirty="0"/>
              <a:t>  </a:t>
            </a:r>
          </a:p>
          <a:p>
            <a:pPr marL="0" indent="0">
              <a:buNone/>
            </a:pPr>
            <a:r>
              <a:rPr lang="en-US" sz="2400" dirty="0"/>
              <a:t>  c) </a:t>
            </a:r>
            <a:r>
              <a:rPr lang="en-US" sz="2400" dirty="0">
                <a:highlight>
                  <a:srgbClr val="FF00FF"/>
                </a:highlight>
              </a:rPr>
              <a:t>If placing queen doesn't lead to a solution </a:t>
            </a:r>
            <a:r>
              <a:rPr lang="en-US" sz="2400" dirty="0"/>
              <a:t>then </a:t>
            </a:r>
            <a:r>
              <a:rPr lang="en-US" sz="2400" dirty="0">
                <a:solidFill>
                  <a:srgbClr val="FF0000"/>
                </a:solidFill>
              </a:rPr>
              <a:t>unmark this [row, column] </a:t>
            </a:r>
            <a:r>
              <a:rPr lang="en-US" sz="2400" dirty="0"/>
              <a:t>(Backtrack) and go to step (a) to try other rows.</a:t>
            </a:r>
          </a:p>
          <a:p>
            <a:pPr marL="0" indent="0">
              <a:buNone/>
            </a:pPr>
            <a:r>
              <a:rPr lang="en-US" sz="2400" dirty="0"/>
              <a:t>4) If all rows have been tried and nothing worked, </a:t>
            </a:r>
            <a:r>
              <a:rPr lang="en-US" sz="2400" dirty="0">
                <a:solidFill>
                  <a:schemeClr val="accent2"/>
                </a:solidFill>
              </a:rPr>
              <a:t>return false </a:t>
            </a:r>
            <a:r>
              <a:rPr lang="en-US" sz="2400" dirty="0"/>
              <a:t>to trigger backtracking.</a:t>
            </a:r>
            <a:endParaRPr lang="en-IN" sz="2400" dirty="0"/>
          </a:p>
        </p:txBody>
      </p:sp>
    </p:spTree>
    <p:extLst>
      <p:ext uri="{BB962C8B-B14F-4D97-AF65-F5344CB8AC3E}">
        <p14:creationId xmlns:p14="http://schemas.microsoft.com/office/powerpoint/2010/main" val="23056708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809A6-C76D-4EDD-802B-5E1E129B7DC1}"/>
              </a:ext>
            </a:extLst>
          </p:cNvPr>
          <p:cNvSpPr>
            <a:spLocks noGrp="1"/>
          </p:cNvSpPr>
          <p:nvPr>
            <p:ph type="title"/>
          </p:nvPr>
        </p:nvSpPr>
        <p:spPr/>
        <p:txBody>
          <a:bodyPr/>
          <a:lstStyle/>
          <a:p>
            <a:r>
              <a:rPr lang="en-US" dirty="0"/>
              <a:t>Time complexity</a:t>
            </a:r>
            <a:endParaRPr lang="en-IN" dirty="0"/>
          </a:p>
        </p:txBody>
      </p:sp>
      <p:sp>
        <p:nvSpPr>
          <p:cNvPr id="3" name="Content Placeholder 2">
            <a:extLst>
              <a:ext uri="{FF2B5EF4-FFF2-40B4-BE49-F238E27FC236}">
                <a16:creationId xmlns:a16="http://schemas.microsoft.com/office/drawing/2014/main" id="{AA1F0EC4-6E30-4D66-9649-1A3B57903503}"/>
              </a:ext>
            </a:extLst>
          </p:cNvPr>
          <p:cNvSpPr>
            <a:spLocks noGrp="1"/>
          </p:cNvSpPr>
          <p:nvPr>
            <p:ph idx="1"/>
          </p:nvPr>
        </p:nvSpPr>
        <p:spPr/>
        <p:txBody>
          <a:bodyPr/>
          <a:lstStyle/>
          <a:p>
            <a:pPr marL="0" indent="0" algn="just">
              <a:lnSpc>
                <a:spcPct val="150000"/>
              </a:lnSpc>
              <a:buNone/>
            </a:pPr>
            <a:r>
              <a:rPr lang="en-US" dirty="0">
                <a:solidFill>
                  <a:srgbClr val="202124"/>
                </a:solidFill>
                <a:latin typeface="arial" panose="020B0604020202020204" pitchFamily="34" charset="0"/>
              </a:rPr>
              <a:t>B</a:t>
            </a:r>
            <a:r>
              <a:rPr lang="en-US" b="0" i="0" dirty="0">
                <a:solidFill>
                  <a:srgbClr val="202124"/>
                </a:solidFill>
                <a:effectLst/>
                <a:latin typeface="arial" panose="020B0604020202020204" pitchFamily="34" charset="0"/>
              </a:rPr>
              <a:t>rute force solution for the </a:t>
            </a:r>
            <a:r>
              <a:rPr lang="en-US" b="0" i="0" dirty="0">
                <a:solidFill>
                  <a:srgbClr val="3C484E"/>
                </a:solidFill>
                <a:effectLst/>
                <a:latin typeface="Arial" panose="020B0604020202020204" pitchFamily="34" charset="0"/>
              </a:rPr>
              <a:t>N-queens problem </a:t>
            </a:r>
            <a:r>
              <a:rPr lang="en-US" b="0" i="0" dirty="0">
                <a:solidFill>
                  <a:srgbClr val="202124"/>
                </a:solidFill>
                <a:effectLst/>
                <a:latin typeface="arial" panose="020B0604020202020204" pitchFamily="34" charset="0"/>
              </a:rPr>
              <a:t>has an </a:t>
            </a:r>
            <a:r>
              <a:rPr lang="en-US" b="1" i="0" dirty="0">
                <a:solidFill>
                  <a:srgbClr val="202124"/>
                </a:solidFill>
                <a:effectLst/>
                <a:latin typeface="arial" panose="020B0604020202020204" pitchFamily="34" charset="0"/>
              </a:rPr>
              <a:t>O(</a:t>
            </a:r>
            <a:r>
              <a:rPr lang="en-US" b="1" i="0" dirty="0" err="1">
                <a:solidFill>
                  <a:srgbClr val="202124"/>
                </a:solidFill>
                <a:effectLst/>
                <a:latin typeface="arial" panose="020B0604020202020204" pitchFamily="34" charset="0"/>
              </a:rPr>
              <a:t>n^n</a:t>
            </a:r>
            <a:r>
              <a:rPr lang="en-US" b="1" i="0" dirty="0">
                <a:solidFill>
                  <a:srgbClr val="202124"/>
                </a:solidFill>
                <a:effectLst/>
                <a:latin typeface="arial" panose="020B0604020202020204" pitchFamily="34" charset="0"/>
              </a:rPr>
              <a:t>)</a:t>
            </a:r>
            <a:r>
              <a:rPr lang="en-US" b="0" i="0" dirty="0">
                <a:solidFill>
                  <a:srgbClr val="202124"/>
                </a:solidFill>
                <a:effectLst/>
                <a:latin typeface="arial" panose="020B0604020202020204" pitchFamily="34" charset="0"/>
              </a:rPr>
              <a:t> time complexity because it explores all possibilities of </a:t>
            </a:r>
            <a:r>
              <a:rPr lang="en-US" b="0" i="0" dirty="0" err="1">
                <a:solidFill>
                  <a:srgbClr val="202124"/>
                </a:solidFill>
                <a:effectLst/>
                <a:latin typeface="arial" panose="020B0604020202020204" pitchFamily="34" charset="0"/>
              </a:rPr>
              <a:t>nxn</a:t>
            </a:r>
            <a:r>
              <a:rPr lang="en-US" b="0" i="0" dirty="0">
                <a:solidFill>
                  <a:srgbClr val="202124"/>
                </a:solidFill>
                <a:effectLst/>
                <a:latin typeface="arial" panose="020B0604020202020204" pitchFamily="34" charset="0"/>
              </a:rPr>
              <a:t> chess board</a:t>
            </a:r>
          </a:p>
          <a:p>
            <a:pPr marL="0" indent="0" algn="just">
              <a:lnSpc>
                <a:spcPct val="150000"/>
              </a:lnSpc>
              <a:buNone/>
            </a:pPr>
            <a:endParaRPr lang="en-US" dirty="0">
              <a:solidFill>
                <a:srgbClr val="202124"/>
              </a:solidFill>
              <a:latin typeface="arial" panose="020B0604020202020204" pitchFamily="34" charset="0"/>
            </a:endParaRPr>
          </a:p>
          <a:p>
            <a:pPr marL="0" indent="0" algn="just">
              <a:lnSpc>
                <a:spcPct val="150000"/>
              </a:lnSpc>
              <a:buNone/>
            </a:pPr>
            <a:r>
              <a:rPr lang="en-US" b="0" i="0" dirty="0">
                <a:solidFill>
                  <a:srgbClr val="3C484E"/>
                </a:solidFill>
                <a:effectLst/>
                <a:latin typeface="Arial" panose="020B0604020202020204" pitchFamily="34" charset="0"/>
              </a:rPr>
              <a:t>The time complexity of N-queens problem using backtracking is O(N!).</a:t>
            </a:r>
            <a:endParaRPr lang="en-US" b="0" i="0" dirty="0">
              <a:solidFill>
                <a:srgbClr val="202124"/>
              </a:solidFill>
              <a:effectLst/>
              <a:latin typeface="arial" panose="020B0604020202020204" pitchFamily="34" charset="0"/>
            </a:endParaRPr>
          </a:p>
          <a:p>
            <a:pPr marL="0" indent="0">
              <a:buNone/>
            </a:pPr>
            <a:endParaRPr lang="en-IN" dirty="0"/>
          </a:p>
        </p:txBody>
      </p:sp>
    </p:spTree>
    <p:extLst>
      <p:ext uri="{BB962C8B-B14F-4D97-AF65-F5344CB8AC3E}">
        <p14:creationId xmlns:p14="http://schemas.microsoft.com/office/powerpoint/2010/main" val="40926174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26BB5-AA71-4D58-B5E3-2D120FF44CCA}"/>
              </a:ext>
            </a:extLst>
          </p:cNvPr>
          <p:cNvSpPr>
            <a:spLocks noGrp="1"/>
          </p:cNvSpPr>
          <p:nvPr>
            <p:ph type="title"/>
          </p:nvPr>
        </p:nvSpPr>
        <p:spPr/>
        <p:txBody>
          <a:bodyPr/>
          <a:lstStyle/>
          <a:p>
            <a:r>
              <a:rPr lang="en-US" dirty="0"/>
              <a:t>Sum of subsets problem</a:t>
            </a:r>
            <a:endParaRPr lang="en-IN" dirty="0"/>
          </a:p>
        </p:txBody>
      </p:sp>
      <p:sp>
        <p:nvSpPr>
          <p:cNvPr id="3" name="Content Placeholder 2">
            <a:extLst>
              <a:ext uri="{FF2B5EF4-FFF2-40B4-BE49-F238E27FC236}">
                <a16:creationId xmlns:a16="http://schemas.microsoft.com/office/drawing/2014/main" id="{09A50E83-A6A4-4A67-AB75-0B7F9F7DC2C5}"/>
              </a:ext>
            </a:extLst>
          </p:cNvPr>
          <p:cNvSpPr>
            <a:spLocks noGrp="1"/>
          </p:cNvSpPr>
          <p:nvPr>
            <p:ph idx="1"/>
          </p:nvPr>
        </p:nvSpPr>
        <p:spPr/>
        <p:txBody>
          <a:bodyPr/>
          <a:lstStyle/>
          <a:p>
            <a:pPr marL="0" indent="0">
              <a:lnSpc>
                <a:spcPct val="200000"/>
              </a:lnSpc>
              <a:buNone/>
            </a:pPr>
            <a:r>
              <a:rPr lang="en-US" b="1" i="0" dirty="0">
                <a:solidFill>
                  <a:srgbClr val="5F6368"/>
                </a:solidFill>
                <a:effectLst/>
                <a:latin typeface="arial" panose="020B0604020202020204" pitchFamily="34" charset="0"/>
              </a:rPr>
              <a:t>Subset sum problem</a:t>
            </a:r>
            <a:r>
              <a:rPr lang="en-US" b="0" i="0" dirty="0">
                <a:solidFill>
                  <a:srgbClr val="4D5156"/>
                </a:solidFill>
                <a:effectLst/>
                <a:latin typeface="arial" panose="020B0604020202020204" pitchFamily="34" charset="0"/>
              </a:rPr>
              <a:t> is to find </a:t>
            </a:r>
            <a:r>
              <a:rPr lang="en-US" b="1" i="0" dirty="0">
                <a:solidFill>
                  <a:srgbClr val="5F6368"/>
                </a:solidFill>
                <a:effectLst/>
                <a:latin typeface="arial" panose="020B0604020202020204" pitchFamily="34" charset="0"/>
              </a:rPr>
              <a:t>subset</a:t>
            </a:r>
            <a:r>
              <a:rPr lang="en-US" b="0" i="0" dirty="0">
                <a:solidFill>
                  <a:srgbClr val="4D5156"/>
                </a:solidFill>
                <a:effectLst/>
                <a:latin typeface="arial" panose="020B0604020202020204" pitchFamily="34" charset="0"/>
              </a:rPr>
              <a:t> of elements that are selected from a given set whose </a:t>
            </a:r>
            <a:r>
              <a:rPr lang="en-US" b="1" i="0" dirty="0">
                <a:solidFill>
                  <a:srgbClr val="5F6368"/>
                </a:solidFill>
                <a:effectLst/>
                <a:latin typeface="arial" panose="020B0604020202020204" pitchFamily="34" charset="0"/>
              </a:rPr>
              <a:t>sum</a:t>
            </a:r>
            <a:r>
              <a:rPr lang="en-US" b="0" i="0" dirty="0">
                <a:solidFill>
                  <a:srgbClr val="4D5156"/>
                </a:solidFill>
                <a:effectLst/>
                <a:latin typeface="arial" panose="020B0604020202020204" pitchFamily="34" charset="0"/>
              </a:rPr>
              <a:t> adds up to a given number K. </a:t>
            </a:r>
            <a:endParaRPr lang="en-IN" dirty="0"/>
          </a:p>
        </p:txBody>
      </p:sp>
    </p:spTree>
    <p:extLst>
      <p:ext uri="{BB962C8B-B14F-4D97-AF65-F5344CB8AC3E}">
        <p14:creationId xmlns:p14="http://schemas.microsoft.com/office/powerpoint/2010/main" val="21539980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2FE85-3C2E-BC4B-1799-5C3B1AAD8E43}"/>
              </a:ext>
            </a:extLst>
          </p:cNvPr>
          <p:cNvSpPr>
            <a:spLocks noGrp="1"/>
          </p:cNvSpPr>
          <p:nvPr>
            <p:ph type="title"/>
          </p:nvPr>
        </p:nvSpPr>
        <p:spPr/>
        <p:txBody>
          <a:bodyPr/>
          <a:lstStyle/>
          <a:p>
            <a:r>
              <a:rPr lang="en-IN" dirty="0"/>
              <a:t>Time complexity</a:t>
            </a:r>
          </a:p>
        </p:txBody>
      </p:sp>
      <p:sp>
        <p:nvSpPr>
          <p:cNvPr id="3" name="Content Placeholder 2">
            <a:extLst>
              <a:ext uri="{FF2B5EF4-FFF2-40B4-BE49-F238E27FC236}">
                <a16:creationId xmlns:a16="http://schemas.microsoft.com/office/drawing/2014/main" id="{E740D23F-F1BC-F7D2-60B0-2C26C3B55FB4}"/>
              </a:ext>
            </a:extLst>
          </p:cNvPr>
          <p:cNvSpPr>
            <a:spLocks noGrp="1"/>
          </p:cNvSpPr>
          <p:nvPr>
            <p:ph idx="1"/>
          </p:nvPr>
        </p:nvSpPr>
        <p:spPr/>
        <p:txBody>
          <a:bodyPr/>
          <a:lstStyle/>
          <a:p>
            <a:pPr marL="0" indent="0">
              <a:lnSpc>
                <a:spcPct val="200000"/>
              </a:lnSpc>
              <a:buNone/>
            </a:pPr>
            <a:r>
              <a:rPr lang="en-IN" i="0" dirty="0">
                <a:solidFill>
                  <a:srgbClr val="202124"/>
                </a:solidFill>
                <a:effectLst/>
                <a:latin typeface="arial" panose="020B0604020202020204" pitchFamily="34" charset="0"/>
              </a:rPr>
              <a:t>O(2^n) where n is the number of elements in the given set. </a:t>
            </a:r>
            <a:r>
              <a:rPr lang="en-IN" dirty="0">
                <a:solidFill>
                  <a:srgbClr val="202124"/>
                </a:solidFill>
                <a:latin typeface="arial" panose="020B0604020202020204" pitchFamily="34" charset="0"/>
              </a:rPr>
              <a:t>The number 2 signifies that there can be 2 options of either choosing or dropping any element from the given set.</a:t>
            </a:r>
            <a:endParaRPr lang="en-IN" dirty="0"/>
          </a:p>
        </p:txBody>
      </p:sp>
    </p:spTree>
    <p:extLst>
      <p:ext uri="{BB962C8B-B14F-4D97-AF65-F5344CB8AC3E}">
        <p14:creationId xmlns:p14="http://schemas.microsoft.com/office/powerpoint/2010/main" val="21702319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578</TotalTime>
  <Words>431</Words>
  <Application>Microsoft Macintosh PowerPoint</Application>
  <PresentationFormat>Widescreen</PresentationFormat>
  <Paragraphs>30</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Arial</vt:lpstr>
      <vt:lpstr>Calibri</vt:lpstr>
      <vt:lpstr>Calibri Light</vt:lpstr>
      <vt:lpstr>Office Theme</vt:lpstr>
      <vt:lpstr>Design and analysis of algorithms</vt:lpstr>
      <vt:lpstr>Backtracking strategy</vt:lpstr>
      <vt:lpstr>n-Queens problem</vt:lpstr>
      <vt:lpstr>4-queens problem- Finding solution using backtracking strategy</vt:lpstr>
      <vt:lpstr>n-Queens problem- Backtracking algorithm</vt:lpstr>
      <vt:lpstr>Time complexity</vt:lpstr>
      <vt:lpstr>Sum of subsets problem</vt:lpstr>
      <vt:lpstr>Time complexity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 Jenicka</dc:creator>
  <cp:lastModifiedBy>Apoorva Karnwal</cp:lastModifiedBy>
  <cp:revision>34</cp:revision>
  <dcterms:created xsi:type="dcterms:W3CDTF">2021-08-30T11:10:45Z</dcterms:created>
  <dcterms:modified xsi:type="dcterms:W3CDTF">2024-02-10T06:13:37Z</dcterms:modified>
</cp:coreProperties>
</file>